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6" r:id="rId1"/>
  </p:sldMasterIdLst>
  <p:sldIdLst>
    <p:sldId id="256" r:id="rId2"/>
    <p:sldId id="258" r:id="rId3"/>
    <p:sldId id="257" r:id="rId4"/>
    <p:sldId id="259" r:id="rId5"/>
    <p:sldId id="260" r:id="rId6"/>
    <p:sldId id="262" r:id="rId7"/>
    <p:sldId id="263" r:id="rId8"/>
    <p:sldId id="265" r:id="rId9"/>
    <p:sldId id="266" r:id="rId10"/>
    <p:sldId id="272" r:id="rId11"/>
    <p:sldId id="268" r:id="rId12"/>
    <p:sldId id="269" r:id="rId13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9"/>
    <p:restoredTop sz="94556"/>
  </p:normalViewPr>
  <p:slideViewPr>
    <p:cSldViewPr snapToGrid="0" snapToObjects="1">
      <p:cViewPr varScale="1">
        <p:scale>
          <a:sx n="79" d="100"/>
          <a:sy n="79" d="100"/>
        </p:scale>
        <p:origin x="1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78272-AD99-3E4C-89BF-F9B1B2A3E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C47FE4-D483-9840-AAB3-AA46B23DF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E34AC-478D-BE4A-B1E9-A9E9F86FA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C676-4076-B646-A61F-4B5D9F49DD01}" type="datetimeFigureOut">
              <a:rPr lang="en-VN" smtClean="0"/>
              <a:t>4/17/26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D69EB-2E80-D042-BBAC-E12A148E4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79CD4-0858-FE44-A924-EB5A01239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69E7-6F3A-8443-B7C1-A838B3237C4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64396572"/>
      </p:ext>
    </p:extLst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24FC5-8E25-8B4A-A54D-218CB3AF1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7DE29-16DC-9847-A415-0728ACE71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547E4-B0FC-C444-BD71-698A36DA6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C676-4076-B646-A61F-4B5D9F49DD01}" type="datetimeFigureOut">
              <a:rPr lang="en-VN" smtClean="0"/>
              <a:t>4/17/26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59F9E-056B-C241-B437-ADF2F8C68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9984F-DC5C-4543-AB8F-B9DE09A0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69E7-6F3A-8443-B7C1-A838B3237C4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571238470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300F7-6AD8-1649-90E6-E0456B07B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F5A04-9CD0-DB4B-94BB-0F30E3530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4FA49-748F-A345-A256-542A55B5E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C676-4076-B646-A61F-4B5D9F49DD01}" type="datetimeFigureOut">
              <a:rPr lang="en-VN" smtClean="0"/>
              <a:t>4/17/26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0CDEC-305C-A249-817B-364B2B49E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7AB8C-5776-8B45-8F51-6222FBABD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69E7-6F3A-8443-B7C1-A838B3237C4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45587864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1031E-364F-044F-82FC-25EB049D6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0EBEB-08E5-D346-8D4A-A653A39A52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143A8B-9A51-DB40-B1E4-5B6C16BF6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281C8-D7FE-FC46-B9C8-3257C5EF3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C676-4076-B646-A61F-4B5D9F49DD01}" type="datetimeFigureOut">
              <a:rPr lang="en-VN" smtClean="0"/>
              <a:t>4/17/26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63C97-57E9-F749-AAB3-40D07F477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B637D-2C94-3449-86EC-287CB9D40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69E7-6F3A-8443-B7C1-A838B3237C4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15957889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959FA-FDD7-A84C-922B-8F1ADB5EF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3803E-4538-194B-A55A-BC500053C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18943A-E74A-454F-AE9B-6BCA1CA1A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D61347-C6AF-6946-922C-F1AB6DD364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D73204-0DEA-D84E-8094-5A81E1592A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684152-6CF0-A643-B47A-FB33B711B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C676-4076-B646-A61F-4B5D9F49DD01}" type="datetimeFigureOut">
              <a:rPr lang="en-VN" smtClean="0"/>
              <a:t>4/17/26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307A5C-4BE8-A848-B07C-117DA97B9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BEC56A-0C35-8041-8C47-4F26F6DD8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69E7-6F3A-8443-B7C1-A838B3237C4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98184076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981F8-AB7E-DA4E-9CC2-D3774A133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F2CE17-9A78-E646-A9CC-9B9175C12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C676-4076-B646-A61F-4B5D9F49DD01}" type="datetimeFigureOut">
              <a:rPr lang="en-VN" smtClean="0"/>
              <a:t>4/17/26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166E63-CEE5-104F-8BF3-17F7B5C6A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85EDA2-0C12-794C-A8FD-608A75AF5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69E7-6F3A-8443-B7C1-A838B3237C4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09984676"/>
      </p:ext>
    </p:extLst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36EAA9-AC3C-4245-8C23-7F812B012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C676-4076-B646-A61F-4B5D9F49DD01}" type="datetimeFigureOut">
              <a:rPr lang="en-VN" smtClean="0"/>
              <a:t>4/17/26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4760ED-AEA9-CC4C-A909-DB6DB0983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A3193-9DA9-5742-AFCA-E7C759936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69E7-6F3A-8443-B7C1-A838B3237C4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7794051"/>
      </p:ext>
    </p:extLst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20809-1390-3547-BDBE-68C30119A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A0AA5-6B87-834B-96EF-986C51645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20EA94-5C06-E64A-81C6-520726B07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E528A-CD5B-DD4D-9753-18E274FC5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C676-4076-B646-A61F-4B5D9F49DD01}" type="datetimeFigureOut">
              <a:rPr lang="en-VN" smtClean="0"/>
              <a:t>4/17/26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1B76BB-B0C1-8C49-B833-900830CB9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5C491-56A8-2340-9EBD-C8C163AA4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69E7-6F3A-8443-B7C1-A838B3237C4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41364384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4C3DD-B322-8C47-B392-F9B7AC0EF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42F2AF-D8AF-5847-B7F2-4D40F9A01D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04C1A4-455E-314D-9F90-5F8AB03A2A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1E21B-BC18-3B40-A2F6-5CF0FF783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C676-4076-B646-A61F-4B5D9F49DD01}" type="datetimeFigureOut">
              <a:rPr lang="en-VN" smtClean="0"/>
              <a:t>4/17/26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91524-6D24-6C47-ACA0-75B5EA45C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45901A-35FC-8144-8F92-3060BFA4E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69E7-6F3A-8443-B7C1-A838B3237C4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84051416"/>
      </p:ext>
    </p:extLst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98E83-E47C-F24D-8093-ED4A17EAE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6A2AD1-9F17-9D4B-9D5B-74BAD55DC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1A134-5485-CE4F-BB7E-CF462EF55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C676-4076-B646-A61F-4B5D9F49DD01}" type="datetimeFigureOut">
              <a:rPr lang="en-VN" smtClean="0"/>
              <a:t>4/17/26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C6AD7-9693-B74E-98DA-16D54BE62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5B689-4B66-E14D-821C-C97A9CE15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69E7-6F3A-8443-B7C1-A838B3237C4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78668727"/>
      </p:ext>
    </p:extLst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507AE3-8C7E-1D48-BF23-3936598A85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BF0497-C022-A54E-9349-EE25DA3F7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B0A07-6B47-6140-9D46-04B5DB8BC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7C676-4076-B646-A61F-4B5D9F49DD01}" type="datetimeFigureOut">
              <a:rPr lang="en-VN" smtClean="0"/>
              <a:t>4/17/26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23144-B249-FC46-93A9-9E8DC6C0C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4BA27-144A-864B-891A-22975A666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69E7-6F3A-8443-B7C1-A838B3237C4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56060401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1AD637-5BA6-4C49-A300-B592F9C5E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21395-B9C1-FB4B-A72C-EE961BCC0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D6E53-9E72-EE4B-9DE5-DAAA9BC910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F7C676-4076-B646-A61F-4B5D9F49DD01}" type="datetimeFigureOut">
              <a:rPr lang="en-VN" smtClean="0"/>
              <a:t>4/17/26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153B1-BC5B-F24E-B2A2-D50ADA716D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D1F04-EB79-7B4A-AE41-8A04C81AE3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069E7-6F3A-8443-B7C1-A838B3237C4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88252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ransition spd="slow">
    <p:push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AE1DD-A090-C44F-A3C4-89499FD07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3148" y="2315688"/>
            <a:ext cx="8915399" cy="1274160"/>
          </a:xfrm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en-VN" sz="72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第 5 課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A5A947A-2962-9647-A1C2-66B71BC49E83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5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54B75D08-2270-0443-BB95-BC071F1CC4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2FE0E822-ECD4-DD43-AE2C-078299320C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8" descr="Home Page - FPTU HCM">
              <a:extLst>
                <a:ext uri="{FF2B5EF4-FFF2-40B4-BE49-F238E27FC236}">
                  <a16:creationId xmlns:a16="http://schemas.microsoft.com/office/drawing/2014/main" id="{7C3F9FDF-2152-6F43-80C7-D6D4B8DD5C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1979017-783D-004F-9DF8-EFA02553A4AE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</p:spTree>
    <p:extLst>
      <p:ext uri="{BB962C8B-B14F-4D97-AF65-F5344CB8AC3E}">
        <p14:creationId xmlns:p14="http://schemas.microsoft.com/office/powerpoint/2010/main" val="3318059443"/>
      </p:ext>
    </p:extLst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A5A947A-2962-9647-A1C2-66B71BC49E83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5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54B75D08-2270-0443-BB95-BC071F1CC4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2FE0E822-ECD4-DD43-AE2C-078299320C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8" descr="Home Page - FPTU HCM">
              <a:extLst>
                <a:ext uri="{FF2B5EF4-FFF2-40B4-BE49-F238E27FC236}">
                  <a16:creationId xmlns:a16="http://schemas.microsoft.com/office/drawing/2014/main" id="{7C3F9FDF-2152-6F43-80C7-D6D4B8DD5C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1979017-783D-004F-9DF8-EFA02553A4AE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39D4DB-8F6A-4E4D-815A-8B543B952441}"/>
              </a:ext>
            </a:extLst>
          </p:cNvPr>
          <p:cNvSpPr txBox="1"/>
          <p:nvPr/>
        </p:nvSpPr>
        <p:spPr>
          <a:xfrm>
            <a:off x="2193967" y="2214565"/>
            <a:ext cx="8280070" cy="1214435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ja-JP" altLang="en-US" sz="5400" b="1"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先生：せんせい</a:t>
            </a:r>
            <a:r>
              <a:rPr lang="vi-VN" sz="5400" b="1" dirty="0"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: giáo viên </a:t>
            </a:r>
            <a:endParaRPr lang="en-VN" sz="5400" b="1" dirty="0"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989875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A5A947A-2962-9647-A1C2-66B71BC49E83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5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54B75D08-2270-0443-BB95-BC071F1CC4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2FE0E822-ECD4-DD43-AE2C-078299320C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8" descr="Home Page - FPTU HCM">
              <a:extLst>
                <a:ext uri="{FF2B5EF4-FFF2-40B4-BE49-F238E27FC236}">
                  <a16:creationId xmlns:a16="http://schemas.microsoft.com/office/drawing/2014/main" id="{7C3F9FDF-2152-6F43-80C7-D6D4B8DD5C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1979017-783D-004F-9DF8-EFA02553A4AE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3E194D-7D61-B348-8C67-05E4263B2EFD}"/>
              </a:ext>
            </a:extLst>
          </p:cNvPr>
          <p:cNvSpPr txBox="1"/>
          <p:nvPr/>
        </p:nvSpPr>
        <p:spPr>
          <a:xfrm>
            <a:off x="1223041" y="1726115"/>
            <a:ext cx="9563836" cy="923330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ja-JP" sz="5400" b="1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先</a:t>
            </a:r>
            <a:r>
              <a:rPr lang="ja-JP" altLang="en-VN" sz="5400" b="1"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日</a:t>
            </a:r>
            <a:r>
              <a:rPr lang="ja-JP" sz="5400" b="1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：：</a:t>
            </a:r>
            <a:r>
              <a:rPr lang="vi-VN" sz="5400" b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ngày trước</a:t>
            </a:r>
            <a:endParaRPr lang="en-VN" sz="5400" b="1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E69268-F96D-E042-8366-7E410791B70C}"/>
              </a:ext>
            </a:extLst>
          </p:cNvPr>
          <p:cNvSpPr txBox="1"/>
          <p:nvPr/>
        </p:nvSpPr>
        <p:spPr>
          <a:xfrm>
            <a:off x="1223040" y="3285226"/>
            <a:ext cx="6159058" cy="923330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none" rtlCol="0">
            <a:spAutoFit/>
          </a:bodyPr>
          <a:lstStyle/>
          <a:p>
            <a:r>
              <a:rPr lang="ja-JP" sz="5400" b="1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先週：：</a:t>
            </a:r>
            <a:r>
              <a:rPr lang="vi-VN" sz="5400" b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tuần trước</a:t>
            </a:r>
            <a:endParaRPr lang="en-VN" sz="5400" b="1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FF37F0-BF14-754C-BE57-04EF1EB230FE}"/>
              </a:ext>
            </a:extLst>
          </p:cNvPr>
          <p:cNvSpPr txBox="1"/>
          <p:nvPr/>
        </p:nvSpPr>
        <p:spPr>
          <a:xfrm>
            <a:off x="1223039" y="4612117"/>
            <a:ext cx="9563835" cy="923330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ja-JP" sz="5400" b="1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先</a:t>
            </a:r>
            <a:r>
              <a:rPr lang="ja-JP" altLang="en-US" sz="5400" b="1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月</a:t>
            </a:r>
            <a:r>
              <a:rPr lang="ja-JP" sz="5400" b="1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：：</a:t>
            </a:r>
            <a:r>
              <a:rPr lang="vi-VN" sz="5400" b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rPr>
              <a:t>tháng trước</a:t>
            </a:r>
            <a:endParaRPr lang="en-VN" sz="5400" b="1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18126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A5A947A-2962-9647-A1C2-66B71BC49E83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5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54B75D08-2270-0443-BB95-BC071F1CC4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2FE0E822-ECD4-DD43-AE2C-078299320C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8" descr="Home Page - FPTU HCM">
              <a:extLst>
                <a:ext uri="{FF2B5EF4-FFF2-40B4-BE49-F238E27FC236}">
                  <a16:creationId xmlns:a16="http://schemas.microsoft.com/office/drawing/2014/main" id="{7C3F9FDF-2152-6F43-80C7-D6D4B8DD5C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1979017-783D-004F-9DF8-EFA02553A4AE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E9E307-9895-7F47-A06E-D2CAE0C76219}"/>
              </a:ext>
            </a:extLst>
          </p:cNvPr>
          <p:cNvSpPr txBox="1"/>
          <p:nvPr/>
        </p:nvSpPr>
        <p:spPr>
          <a:xfrm>
            <a:off x="1846849" y="1170619"/>
            <a:ext cx="8848643" cy="1214435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square">
            <a:spAutoFit/>
          </a:bodyPr>
          <a:lstStyle>
            <a:defPPr>
              <a:defRPr lang="en-VN"/>
            </a:defPPr>
            <a:lvl1pPr lvl="0">
              <a:lnSpc>
                <a:spcPct val="150000"/>
              </a:lnSpc>
              <a:defRPr sz="5400" b="1"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defRPr>
            </a:lvl1pPr>
          </a:lstStyle>
          <a:p>
            <a:r>
              <a:rPr lang="ja-JP" altLang="en-US"/>
              <a:t>毎日：</a:t>
            </a:r>
            <a:r>
              <a:rPr lang="vi-VN" dirty="0"/>
              <a:t>: mỗi ngày</a:t>
            </a:r>
            <a:endParaRPr lang="en-V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E23D1B-AD6A-8D4D-92BC-AD3704F861D0}"/>
              </a:ext>
            </a:extLst>
          </p:cNvPr>
          <p:cNvSpPr txBox="1"/>
          <p:nvPr/>
        </p:nvSpPr>
        <p:spPr>
          <a:xfrm>
            <a:off x="1846849" y="4143213"/>
            <a:ext cx="8848643" cy="1214435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square">
            <a:spAutoFit/>
          </a:bodyPr>
          <a:lstStyle>
            <a:defPPr>
              <a:defRPr lang="en-VN"/>
            </a:defPPr>
            <a:lvl1pPr lvl="0">
              <a:lnSpc>
                <a:spcPct val="150000"/>
              </a:lnSpc>
              <a:defRPr sz="5400" b="1"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defRPr>
            </a:lvl1pPr>
          </a:lstStyle>
          <a:p>
            <a:r>
              <a:rPr lang="ja-JP" altLang="en-US"/>
              <a:t>毎</a:t>
            </a:r>
            <a:r>
              <a:rPr lang="ja-JP" altLang="en-VN"/>
              <a:t>月</a:t>
            </a:r>
            <a:r>
              <a:rPr lang="ja-JP" altLang="en-US"/>
              <a:t>：</a:t>
            </a:r>
            <a:r>
              <a:rPr lang="vi-VN" dirty="0"/>
              <a:t>: mỗi tháng</a:t>
            </a:r>
            <a:endParaRPr lang="en-V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70107B-CEB2-8445-805C-B4A940B4D8F6}"/>
              </a:ext>
            </a:extLst>
          </p:cNvPr>
          <p:cNvSpPr txBox="1"/>
          <p:nvPr/>
        </p:nvSpPr>
        <p:spPr>
          <a:xfrm>
            <a:off x="1846849" y="2607478"/>
            <a:ext cx="8848643" cy="1214435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square">
            <a:spAutoFit/>
          </a:bodyPr>
          <a:lstStyle>
            <a:defPPr>
              <a:defRPr lang="en-VN"/>
            </a:defPPr>
            <a:lvl1pPr lvl="0">
              <a:lnSpc>
                <a:spcPct val="150000"/>
              </a:lnSpc>
              <a:defRPr sz="5400" b="1"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defRPr>
            </a:lvl1pPr>
          </a:lstStyle>
          <a:p>
            <a:r>
              <a:rPr lang="ja-JP" altLang="en-US"/>
              <a:t>毎週：</a:t>
            </a:r>
            <a:r>
              <a:rPr lang="vi-VN" dirty="0"/>
              <a:t>: mỗi tuần</a:t>
            </a:r>
            <a:endParaRPr lang="en-V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AF73DF-D48A-844E-B4FB-C36BF975F134}"/>
              </a:ext>
            </a:extLst>
          </p:cNvPr>
          <p:cNvSpPr txBox="1"/>
          <p:nvPr/>
        </p:nvSpPr>
        <p:spPr>
          <a:xfrm>
            <a:off x="1846849" y="5556854"/>
            <a:ext cx="8848643" cy="1214435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square">
            <a:spAutoFit/>
          </a:bodyPr>
          <a:lstStyle>
            <a:defPPr>
              <a:defRPr lang="en-VN"/>
            </a:defPPr>
            <a:lvl1pPr lvl="0">
              <a:lnSpc>
                <a:spcPct val="150000"/>
              </a:lnSpc>
              <a:defRPr sz="5400" b="1"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defRPr>
            </a:lvl1pPr>
          </a:lstStyle>
          <a:p>
            <a:r>
              <a:rPr lang="ja-JP" altLang="en-US"/>
              <a:t>毎年：</a:t>
            </a:r>
            <a:r>
              <a:rPr lang="vi-VN" dirty="0"/>
              <a:t>: mỗi năm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968560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A5A947A-2962-9647-A1C2-66B71BC49E83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5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54B75D08-2270-0443-BB95-BC071F1CC4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2FE0E822-ECD4-DD43-AE2C-078299320C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8" descr="Home Page - FPTU HCM">
              <a:extLst>
                <a:ext uri="{FF2B5EF4-FFF2-40B4-BE49-F238E27FC236}">
                  <a16:creationId xmlns:a16="http://schemas.microsoft.com/office/drawing/2014/main" id="{7C3F9FDF-2152-6F43-80C7-D6D4B8DD5C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1979017-783D-004F-9DF8-EFA02553A4AE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57E298-49F1-7F4D-8ADC-95D562A10432}"/>
              </a:ext>
            </a:extLst>
          </p:cNvPr>
          <p:cNvSpPr txBox="1"/>
          <p:nvPr/>
        </p:nvSpPr>
        <p:spPr>
          <a:xfrm>
            <a:off x="2880108" y="1589691"/>
            <a:ext cx="6584099" cy="1214435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square">
            <a:spAutoFit/>
          </a:bodyPr>
          <a:lstStyle>
            <a:defPPr>
              <a:defRPr lang="en-VN"/>
            </a:defPPr>
            <a:lvl1pPr lvl="0">
              <a:lnSpc>
                <a:spcPct val="150000"/>
              </a:lnSpc>
              <a:defRPr sz="5400" b="1"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ja-JP" altLang="en-US"/>
              <a:t>午後：</a:t>
            </a:r>
            <a:r>
              <a:rPr lang="vi-VN" dirty="0"/>
              <a:t>: chiều</a:t>
            </a:r>
            <a:endParaRPr lang="en-V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C5039A-5820-8A4B-B00C-5D5948D2945F}"/>
              </a:ext>
            </a:extLst>
          </p:cNvPr>
          <p:cNvSpPr txBox="1"/>
          <p:nvPr/>
        </p:nvSpPr>
        <p:spPr>
          <a:xfrm>
            <a:off x="2880109" y="3255089"/>
            <a:ext cx="6584100" cy="1214435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square">
            <a:spAutoFit/>
          </a:bodyPr>
          <a:lstStyle>
            <a:defPPr>
              <a:defRPr lang="en-VN"/>
            </a:defPPr>
            <a:lvl1pPr lvl="0">
              <a:lnSpc>
                <a:spcPct val="150000"/>
              </a:lnSpc>
              <a:defRPr sz="5400" b="1"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ja-JP" altLang="en-US"/>
              <a:t>午前：</a:t>
            </a:r>
            <a:r>
              <a:rPr lang="vi-VN" dirty="0"/>
              <a:t>: sáng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45121150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A5A947A-2962-9647-A1C2-66B71BC49E83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5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54B75D08-2270-0443-BB95-BC071F1CC4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2FE0E822-ECD4-DD43-AE2C-078299320C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8" descr="Home Page - FPTU HCM">
              <a:extLst>
                <a:ext uri="{FF2B5EF4-FFF2-40B4-BE49-F238E27FC236}">
                  <a16:creationId xmlns:a16="http://schemas.microsoft.com/office/drawing/2014/main" id="{7C3F9FDF-2152-6F43-80C7-D6D4B8DD5C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1979017-783D-004F-9DF8-EFA02553A4AE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32981E-B195-4A48-93D6-910B6609F7B6}"/>
              </a:ext>
            </a:extLst>
          </p:cNvPr>
          <p:cNvSpPr txBox="1"/>
          <p:nvPr/>
        </p:nvSpPr>
        <p:spPr>
          <a:xfrm>
            <a:off x="1577085" y="1784403"/>
            <a:ext cx="8848643" cy="1214435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square">
            <a:spAutoFit/>
          </a:bodyPr>
          <a:lstStyle>
            <a:defPPr>
              <a:defRPr lang="en-VN"/>
            </a:defPPr>
            <a:lvl1pPr lvl="0">
              <a:lnSpc>
                <a:spcPct val="150000"/>
              </a:lnSpc>
              <a:defRPr sz="5400" b="1"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defRPr>
            </a:lvl1pPr>
          </a:lstStyle>
          <a:p>
            <a:r>
              <a:rPr lang="ja-JP" altLang="en-US"/>
              <a:t>見ます：</a:t>
            </a:r>
            <a:r>
              <a:rPr lang="vi-VN" dirty="0"/>
              <a:t>: xem, nhìn</a:t>
            </a:r>
            <a:endParaRPr lang="en-V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4ED5B9-DCA5-0F47-91FD-9BA8D9BC1A14}"/>
              </a:ext>
            </a:extLst>
          </p:cNvPr>
          <p:cNvSpPr txBox="1"/>
          <p:nvPr/>
        </p:nvSpPr>
        <p:spPr>
          <a:xfrm>
            <a:off x="1577084" y="3576417"/>
            <a:ext cx="8848643" cy="1214435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square">
            <a:spAutoFit/>
          </a:bodyPr>
          <a:lstStyle>
            <a:defPPr>
              <a:defRPr lang="en-VN"/>
            </a:defPPr>
            <a:lvl1pPr lvl="0">
              <a:lnSpc>
                <a:spcPct val="150000"/>
              </a:lnSpc>
              <a:defRPr sz="5400" b="1"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defRPr>
            </a:lvl1pPr>
          </a:lstStyle>
          <a:p>
            <a:r>
              <a:rPr lang="ja-JP" altLang="en-US"/>
              <a:t>見学：</a:t>
            </a:r>
            <a:r>
              <a:rPr lang="vi-VN" dirty="0"/>
              <a:t>: kiến học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55920423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A5A947A-2962-9647-A1C2-66B71BC49E83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5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54B75D08-2270-0443-BB95-BC071F1CC4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2FE0E822-ECD4-DD43-AE2C-078299320C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8" descr="Home Page - FPTU HCM">
              <a:extLst>
                <a:ext uri="{FF2B5EF4-FFF2-40B4-BE49-F238E27FC236}">
                  <a16:creationId xmlns:a16="http://schemas.microsoft.com/office/drawing/2014/main" id="{7C3F9FDF-2152-6F43-80C7-D6D4B8DD5C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1979017-783D-004F-9DF8-EFA02553A4AE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87D224-E5CA-CF4D-84CD-B112E527B0BE}"/>
              </a:ext>
            </a:extLst>
          </p:cNvPr>
          <p:cNvSpPr txBox="1"/>
          <p:nvPr/>
        </p:nvSpPr>
        <p:spPr>
          <a:xfrm>
            <a:off x="1687815" y="1465636"/>
            <a:ext cx="8648205" cy="1214435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square">
            <a:spAutoFit/>
          </a:bodyPr>
          <a:lstStyle>
            <a:defPPr>
              <a:defRPr lang="en-VN"/>
            </a:defPPr>
            <a:lvl1pPr lvl="0">
              <a:lnSpc>
                <a:spcPct val="150000"/>
              </a:lnSpc>
              <a:defRPr sz="5400" b="1"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defRPr>
            </a:lvl1pPr>
          </a:lstStyle>
          <a:p>
            <a:r>
              <a:rPr lang="ja-JP" altLang="en-US"/>
              <a:t>飲みます：</a:t>
            </a:r>
            <a:r>
              <a:rPr lang="vi-VN" dirty="0"/>
              <a:t>: uống</a:t>
            </a:r>
            <a:endParaRPr lang="en-V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8462F6-57A6-9144-8A4A-22B33F31D00D}"/>
              </a:ext>
            </a:extLst>
          </p:cNvPr>
          <p:cNvSpPr txBox="1"/>
          <p:nvPr/>
        </p:nvSpPr>
        <p:spPr>
          <a:xfrm>
            <a:off x="1687815" y="3100367"/>
            <a:ext cx="8695706" cy="1214435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square">
            <a:spAutoFit/>
          </a:bodyPr>
          <a:lstStyle>
            <a:defPPr>
              <a:defRPr lang="en-VN"/>
            </a:defPPr>
            <a:lvl1pPr lvl="0">
              <a:lnSpc>
                <a:spcPct val="150000"/>
              </a:lnSpc>
              <a:defRPr sz="5400" b="1"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defRPr>
            </a:lvl1pPr>
          </a:lstStyle>
          <a:p>
            <a:r>
              <a:rPr lang="ja-JP" altLang="en-US"/>
              <a:t>食べます：</a:t>
            </a:r>
            <a:r>
              <a:rPr lang="vi-VN" dirty="0"/>
              <a:t>: ăn</a:t>
            </a:r>
            <a:endParaRPr lang="en-V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0B3131-5ABA-494B-84E6-539D63DDC44E}"/>
              </a:ext>
            </a:extLst>
          </p:cNvPr>
          <p:cNvSpPr txBox="1"/>
          <p:nvPr/>
        </p:nvSpPr>
        <p:spPr>
          <a:xfrm>
            <a:off x="1687815" y="4735098"/>
            <a:ext cx="8695706" cy="1214435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square">
            <a:spAutoFit/>
          </a:bodyPr>
          <a:lstStyle>
            <a:defPPr>
              <a:defRPr lang="en-VN"/>
            </a:defPPr>
            <a:lvl1pPr lvl="0">
              <a:lnSpc>
                <a:spcPct val="150000"/>
              </a:lnSpc>
              <a:defRPr sz="5400" b="1"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defRPr>
            </a:lvl1pPr>
          </a:lstStyle>
          <a:p>
            <a:r>
              <a:rPr lang="ja-JP" altLang="en-VN"/>
              <a:t>飲食</a:t>
            </a:r>
            <a:r>
              <a:rPr lang="ja-JP" altLang="en-US"/>
              <a:t>：</a:t>
            </a:r>
            <a:r>
              <a:rPr lang="vi-VN" dirty="0"/>
              <a:t>: ẩm thực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90185747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A5A947A-2962-9647-A1C2-66B71BC49E83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5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54B75D08-2270-0443-BB95-BC071F1CC4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2FE0E822-ECD4-DD43-AE2C-078299320C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8" descr="Home Page - FPTU HCM">
              <a:extLst>
                <a:ext uri="{FF2B5EF4-FFF2-40B4-BE49-F238E27FC236}">
                  <a16:creationId xmlns:a16="http://schemas.microsoft.com/office/drawing/2014/main" id="{7C3F9FDF-2152-6F43-80C7-D6D4B8DD5C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1979017-783D-004F-9DF8-EFA02553A4AE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C1752E-9C80-2B4D-807C-E7C4B524CC46}"/>
              </a:ext>
            </a:extLst>
          </p:cNvPr>
          <p:cNvSpPr txBox="1"/>
          <p:nvPr/>
        </p:nvSpPr>
        <p:spPr>
          <a:xfrm>
            <a:off x="1873332" y="2214565"/>
            <a:ext cx="8848643" cy="1214435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square">
            <a:spAutoFit/>
          </a:bodyPr>
          <a:lstStyle>
            <a:defPPr>
              <a:defRPr lang="en-VN"/>
            </a:defPPr>
            <a:lvl1pPr lvl="0">
              <a:lnSpc>
                <a:spcPct val="150000"/>
              </a:lnSpc>
              <a:defRPr sz="5400" b="1"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defRPr>
            </a:lvl1pPr>
          </a:lstStyle>
          <a:p>
            <a:r>
              <a:rPr lang="ja-JP" altLang="en-US"/>
              <a:t>買います：かいます</a:t>
            </a:r>
            <a:r>
              <a:rPr lang="vi-VN" dirty="0"/>
              <a:t>: mua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898504131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A5A947A-2962-9647-A1C2-66B71BC49E83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5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54B75D08-2270-0443-BB95-BC071F1CC4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2FE0E822-ECD4-DD43-AE2C-078299320C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8" descr="Home Page - FPTU HCM">
              <a:extLst>
                <a:ext uri="{FF2B5EF4-FFF2-40B4-BE49-F238E27FC236}">
                  <a16:creationId xmlns:a16="http://schemas.microsoft.com/office/drawing/2014/main" id="{7C3F9FDF-2152-6F43-80C7-D6D4B8DD5C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1979017-783D-004F-9DF8-EFA02553A4AE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B9F096-9277-2E47-BAAF-30B7B8626863}"/>
              </a:ext>
            </a:extLst>
          </p:cNvPr>
          <p:cNvSpPr txBox="1"/>
          <p:nvPr/>
        </p:nvSpPr>
        <p:spPr>
          <a:xfrm>
            <a:off x="1623456" y="1442384"/>
            <a:ext cx="8945088" cy="1214435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square">
            <a:spAutoFit/>
          </a:bodyPr>
          <a:lstStyle>
            <a:defPPr>
              <a:defRPr lang="en-VN"/>
            </a:defPPr>
            <a:lvl1pPr lvl="0">
              <a:lnSpc>
                <a:spcPct val="150000"/>
              </a:lnSpc>
              <a:defRPr sz="5400" b="1"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defRPr>
            </a:lvl1pPr>
          </a:lstStyle>
          <a:p>
            <a:r>
              <a:rPr lang="ja-JP" altLang="en-US"/>
              <a:t>食べ物：たべもの</a:t>
            </a:r>
            <a:r>
              <a:rPr lang="vi-VN" dirty="0"/>
              <a:t>: đồ ăn</a:t>
            </a:r>
            <a:endParaRPr lang="en-V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23BCAF-2507-904A-805D-160FB4569F40}"/>
              </a:ext>
            </a:extLst>
          </p:cNvPr>
          <p:cNvSpPr txBox="1"/>
          <p:nvPr/>
        </p:nvSpPr>
        <p:spPr>
          <a:xfrm>
            <a:off x="1623456" y="3151252"/>
            <a:ext cx="8945088" cy="1214435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square">
            <a:spAutoFit/>
          </a:bodyPr>
          <a:lstStyle>
            <a:defPPr>
              <a:defRPr lang="en-VN"/>
            </a:defPPr>
            <a:lvl1pPr lvl="0">
              <a:lnSpc>
                <a:spcPct val="150000"/>
              </a:lnSpc>
              <a:defRPr sz="5400" b="1"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defRPr>
            </a:lvl1pPr>
          </a:lstStyle>
          <a:p>
            <a:r>
              <a:rPr lang="ja-JP" altLang="en-US"/>
              <a:t>飲み物：のみもの</a:t>
            </a:r>
            <a:r>
              <a:rPr lang="vi-VN" dirty="0"/>
              <a:t>: đồ uống</a:t>
            </a:r>
            <a:endParaRPr lang="en-V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AA9F2E-2058-5D4F-AFD9-A8F78496414F}"/>
              </a:ext>
            </a:extLst>
          </p:cNvPr>
          <p:cNvSpPr txBox="1"/>
          <p:nvPr/>
        </p:nvSpPr>
        <p:spPr>
          <a:xfrm>
            <a:off x="1623456" y="4808398"/>
            <a:ext cx="8945088" cy="1214435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square">
            <a:spAutoFit/>
          </a:bodyPr>
          <a:lstStyle>
            <a:defPPr>
              <a:defRPr lang="en-VN"/>
            </a:defPPr>
            <a:lvl1pPr lvl="0">
              <a:lnSpc>
                <a:spcPct val="150000"/>
              </a:lnSpc>
              <a:defRPr sz="5400" b="1"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defRPr>
            </a:lvl1pPr>
          </a:lstStyle>
          <a:p>
            <a:r>
              <a:rPr lang="ja-JP" altLang="en-US"/>
              <a:t>買い物：かいもの</a:t>
            </a:r>
            <a:r>
              <a:rPr lang="vi-VN" dirty="0"/>
              <a:t>: mua sắm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29229289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A5A947A-2962-9647-A1C2-66B71BC49E83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5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54B75D08-2270-0443-BB95-BC071F1CC4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2FE0E822-ECD4-DD43-AE2C-078299320C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8" descr="Home Page - FPTU HCM">
              <a:extLst>
                <a:ext uri="{FF2B5EF4-FFF2-40B4-BE49-F238E27FC236}">
                  <a16:creationId xmlns:a16="http://schemas.microsoft.com/office/drawing/2014/main" id="{7C3F9FDF-2152-6F43-80C7-D6D4B8DD5C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1979017-783D-004F-9DF8-EFA02553A4AE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0849B0-FC55-AC4C-B97E-48B1CAC915CB}"/>
              </a:ext>
            </a:extLst>
          </p:cNvPr>
          <p:cNvSpPr txBox="1"/>
          <p:nvPr/>
        </p:nvSpPr>
        <p:spPr>
          <a:xfrm>
            <a:off x="1623456" y="1864491"/>
            <a:ext cx="8945088" cy="1214435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square">
            <a:spAutoFit/>
          </a:bodyPr>
          <a:lstStyle>
            <a:defPPr>
              <a:defRPr lang="en-VN"/>
            </a:defPPr>
            <a:lvl1pPr lvl="0">
              <a:lnSpc>
                <a:spcPct val="150000"/>
              </a:lnSpc>
              <a:defRPr sz="5400" b="1"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defRPr>
            </a:lvl1pPr>
          </a:lstStyle>
          <a:p>
            <a:r>
              <a:rPr lang="ja-JP" altLang="en-VN"/>
              <a:t>人物</a:t>
            </a:r>
            <a:r>
              <a:rPr lang="ja-JP" altLang="en-US"/>
              <a:t>：じんぶつ</a:t>
            </a:r>
            <a:r>
              <a:rPr lang="vi-VN" dirty="0"/>
              <a:t>: nhân vật</a:t>
            </a:r>
            <a:endParaRPr lang="en-V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7B9478-70C7-E74E-B196-2A43471F8C83}"/>
              </a:ext>
            </a:extLst>
          </p:cNvPr>
          <p:cNvSpPr txBox="1"/>
          <p:nvPr/>
        </p:nvSpPr>
        <p:spPr>
          <a:xfrm>
            <a:off x="1623456" y="3533012"/>
            <a:ext cx="8945088" cy="1214435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square">
            <a:spAutoFit/>
          </a:bodyPr>
          <a:lstStyle>
            <a:defPPr>
              <a:defRPr lang="en-VN"/>
            </a:defPPr>
            <a:lvl1pPr lvl="0">
              <a:lnSpc>
                <a:spcPct val="150000"/>
              </a:lnSpc>
              <a:defRPr sz="5400" b="1"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defRPr>
            </a:lvl1pPr>
          </a:lstStyle>
          <a:p>
            <a:r>
              <a:rPr lang="ja-JP" altLang="en-VN"/>
              <a:t>見物</a:t>
            </a:r>
            <a:r>
              <a:rPr lang="ja-JP" altLang="en-US"/>
              <a:t>：けんぶつ</a:t>
            </a:r>
            <a:r>
              <a:rPr lang="vi-VN" dirty="0"/>
              <a:t>: ngắm cảnh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08442267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A5A947A-2962-9647-A1C2-66B71BC49E83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5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54B75D08-2270-0443-BB95-BC071F1CC4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2FE0E822-ECD4-DD43-AE2C-078299320C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8" descr="Home Page - FPTU HCM">
              <a:extLst>
                <a:ext uri="{FF2B5EF4-FFF2-40B4-BE49-F238E27FC236}">
                  <a16:creationId xmlns:a16="http://schemas.microsoft.com/office/drawing/2014/main" id="{7C3F9FDF-2152-6F43-80C7-D6D4B8DD5C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1979017-783D-004F-9DF8-EFA02553A4AE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155445-5161-4940-9FF8-03A820E261E5}"/>
              </a:ext>
            </a:extLst>
          </p:cNvPr>
          <p:cNvSpPr txBox="1"/>
          <p:nvPr/>
        </p:nvSpPr>
        <p:spPr>
          <a:xfrm>
            <a:off x="1967380" y="1793847"/>
            <a:ext cx="9261051" cy="1214435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square">
            <a:spAutoFit/>
          </a:bodyPr>
          <a:lstStyle>
            <a:defPPr>
              <a:defRPr lang="en-VN"/>
            </a:defPPr>
            <a:lvl1pPr lvl="0">
              <a:lnSpc>
                <a:spcPct val="150000"/>
              </a:lnSpc>
              <a:defRPr sz="5400" b="1"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defRPr>
            </a:lvl1pPr>
          </a:lstStyle>
          <a:p>
            <a:r>
              <a:rPr lang="ja-JP" altLang="en-US"/>
              <a:t>休みます：やすみます</a:t>
            </a:r>
            <a:r>
              <a:rPr lang="vi-VN" dirty="0"/>
              <a:t>: nghỉ</a:t>
            </a:r>
            <a:endParaRPr lang="en-V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D62614-B5D5-8B4F-8A19-50B5DE177D85}"/>
              </a:ext>
            </a:extLst>
          </p:cNvPr>
          <p:cNvSpPr txBox="1"/>
          <p:nvPr/>
        </p:nvSpPr>
        <p:spPr>
          <a:xfrm>
            <a:off x="1967380" y="3429000"/>
            <a:ext cx="9320731" cy="1214435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square">
            <a:spAutoFit/>
          </a:bodyPr>
          <a:lstStyle>
            <a:defPPr>
              <a:defRPr lang="en-VN"/>
            </a:defPPr>
            <a:lvl1pPr lvl="0">
              <a:lnSpc>
                <a:spcPct val="150000"/>
              </a:lnSpc>
              <a:defRPr sz="5400" b="1"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ja-JP" altLang="en-VN"/>
              <a:t>休日</a:t>
            </a:r>
            <a:r>
              <a:rPr lang="ja-JP" altLang="en-US"/>
              <a:t>：きゅうじつ</a:t>
            </a:r>
            <a:r>
              <a:rPr lang="vi-VN" dirty="0"/>
              <a:t>: ngày nghỉ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93133862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A5A947A-2962-9647-A1C2-66B71BC49E83}"/>
              </a:ext>
            </a:extLst>
          </p:cNvPr>
          <p:cNvGrpSpPr/>
          <p:nvPr/>
        </p:nvGrpSpPr>
        <p:grpSpPr>
          <a:xfrm>
            <a:off x="8643486" y="281037"/>
            <a:ext cx="3254147" cy="411981"/>
            <a:chOff x="1028941" y="326323"/>
            <a:chExt cx="9842694" cy="1250220"/>
          </a:xfrm>
        </p:grpSpPr>
        <p:pic>
          <p:nvPicPr>
            <p:cNvPr id="5" name="Picture 6" descr="โยชิฮิเดะ ซูงะ&amp;quot; เตรียมประกาศลงชิงชัยหัวหน้าพรรคแอลดีพี - The Journalist Club">
              <a:extLst>
                <a:ext uri="{FF2B5EF4-FFF2-40B4-BE49-F238E27FC236}">
                  <a16:creationId xmlns:a16="http://schemas.microsoft.com/office/drawing/2014/main" id="{54B75D08-2270-0443-BB95-BC071F1CC4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" r="6137" b="6973"/>
            <a:stretch/>
          </p:blipFill>
          <p:spPr bwMode="auto">
            <a:xfrm>
              <a:off x="1028941" y="412366"/>
              <a:ext cx="2024111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 descr="Việt Nam Cờ Đất - Miễn Phí vector hình ảnh trên Pixabay">
              <a:extLst>
                <a:ext uri="{FF2B5EF4-FFF2-40B4-BE49-F238E27FC236}">
                  <a16:creationId xmlns:a16="http://schemas.microsoft.com/office/drawing/2014/main" id="{2FE0E822-ECD4-DD43-AE2C-078299320C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524" y="326323"/>
              <a:ext cx="2024111" cy="1247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8" descr="Home Page - FPTU HCM">
              <a:extLst>
                <a:ext uri="{FF2B5EF4-FFF2-40B4-BE49-F238E27FC236}">
                  <a16:creationId xmlns:a16="http://schemas.microsoft.com/office/drawing/2014/main" id="{7C3F9FDF-2152-6F43-80C7-D6D4B8DD5C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6" b="12960"/>
            <a:stretch/>
          </p:blipFill>
          <p:spPr bwMode="auto">
            <a:xfrm>
              <a:off x="3046341" y="388786"/>
              <a:ext cx="5511659" cy="116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1979017-783D-004F-9DF8-EFA02553A4AE}"/>
              </a:ext>
            </a:extLst>
          </p:cNvPr>
          <p:cNvSpPr txBox="1"/>
          <p:nvPr/>
        </p:nvSpPr>
        <p:spPr>
          <a:xfrm>
            <a:off x="163738" y="301620"/>
            <a:ext cx="232881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JPD123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0331F1-5A28-E24B-BA39-21805F636BD5}"/>
              </a:ext>
            </a:extLst>
          </p:cNvPr>
          <p:cNvSpPr txBox="1"/>
          <p:nvPr/>
        </p:nvSpPr>
        <p:spPr>
          <a:xfrm>
            <a:off x="2116282" y="2214565"/>
            <a:ext cx="7959436" cy="1214435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square">
            <a:spAutoFit/>
          </a:bodyPr>
          <a:lstStyle>
            <a:defPPr>
              <a:defRPr lang="en-VN"/>
            </a:defPPr>
            <a:lvl1pPr lvl="0">
              <a:lnSpc>
                <a:spcPct val="150000"/>
              </a:lnSpc>
              <a:defRPr sz="5400" b="1">
                <a:latin typeface="Calibri" panose="020F0502020204030204" pitchFamily="34" charset="0"/>
                <a:ea typeface="Yu Mincho" panose="02020400000000000000" pitchFamily="18" charset="-128"/>
                <a:cs typeface="Times New Roman" panose="02020603050405020304" pitchFamily="18" charset="0"/>
              </a:defRPr>
            </a:lvl1pPr>
          </a:lstStyle>
          <a:p>
            <a:r>
              <a:rPr lang="ja-JP" altLang="en-US"/>
              <a:t>行きます：いきます</a:t>
            </a:r>
            <a:r>
              <a:rPr lang="vi-VN" dirty="0"/>
              <a:t>: đi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252834458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</TotalTime>
  <Words>145</Words>
  <Application>Microsoft Macintosh PowerPoint</Application>
  <PresentationFormat>Widescreen</PresentationFormat>
  <Paragraphs>37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Yu Mincho</vt:lpstr>
      <vt:lpstr>Arial</vt:lpstr>
      <vt:lpstr>Calibri</vt:lpstr>
      <vt:lpstr>Calibri Light</vt:lpstr>
      <vt:lpstr>Office Theme</vt:lpstr>
      <vt:lpstr>第 5 課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第４課</dc:title>
  <dc:creator>Microsoft Office User</dc:creator>
  <cp:lastModifiedBy>Bui Thi Thanh Truc</cp:lastModifiedBy>
  <cp:revision>14</cp:revision>
  <dcterms:created xsi:type="dcterms:W3CDTF">2022-12-28T03:18:07Z</dcterms:created>
  <dcterms:modified xsi:type="dcterms:W3CDTF">2026-04-17T04:39:33Z</dcterms:modified>
</cp:coreProperties>
</file>