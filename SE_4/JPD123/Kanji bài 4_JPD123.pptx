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1"/>
  </p:sldMasterIdLst>
  <p:sldIdLst>
    <p:sldId id="256" r:id="rId2"/>
    <p:sldId id="257" r:id="rId3"/>
    <p:sldId id="265" r:id="rId4"/>
    <p:sldId id="258" r:id="rId5"/>
    <p:sldId id="266" r:id="rId6"/>
    <p:sldId id="259" r:id="rId7"/>
    <p:sldId id="267" r:id="rId8"/>
    <p:sldId id="260" r:id="rId9"/>
    <p:sldId id="268" r:id="rId10"/>
    <p:sldId id="263" r:id="rId11"/>
    <p:sldId id="269" r:id="rId12"/>
    <p:sldId id="272" r:id="rId13"/>
    <p:sldId id="273" r:id="rId14"/>
    <p:sldId id="274" r:id="rId15"/>
    <p:sldId id="261" r:id="rId16"/>
    <p:sldId id="270" r:id="rId17"/>
    <p:sldId id="262" r:id="rId18"/>
    <p:sldId id="271" r:id="rId19"/>
    <p:sldId id="264" r:id="rId20"/>
    <p:sldId id="275" r:id="rId2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9"/>
    <p:restoredTop sz="94578"/>
  </p:normalViewPr>
  <p:slideViewPr>
    <p:cSldViewPr snapToGrid="0" snapToObjects="1">
      <p:cViewPr varScale="1">
        <p:scale>
          <a:sx n="79" d="100"/>
          <a:sy n="79" d="100"/>
        </p:scale>
        <p:origin x="11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78272-AD99-3E4C-89BF-F9B1B2A3E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47FE4-D483-9840-AAB3-AA46B23DF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E34AC-478D-BE4A-B1E9-A9E9F86FA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D69EB-2E80-D042-BBAC-E12A148E4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79CD4-0858-FE44-A924-EB5A01239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64396572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24FC5-8E25-8B4A-A54D-218CB3AF1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7DE29-16DC-9847-A415-0728ACE71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547E4-B0FC-C444-BD71-698A36DA6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59F9E-056B-C241-B437-ADF2F8C68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9984F-DC5C-4543-AB8F-B9DE09A0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71238470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00F7-6AD8-1649-90E6-E0456B07B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F5A04-9CD0-DB4B-94BB-0F30E3530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4FA49-748F-A345-A256-542A55B5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0CDEC-305C-A249-817B-364B2B49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7AB8C-5776-8B45-8F51-6222FBABD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45587864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031E-364F-044F-82FC-25EB049D6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0EBEB-08E5-D346-8D4A-A653A39A52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43A8B-9A51-DB40-B1E4-5B6C16BF6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281C8-D7FE-FC46-B9C8-3257C5EF3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4/13/26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63C97-57E9-F749-AAB3-40D07F47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B637D-2C94-3449-86EC-287CB9D4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15957889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959FA-FDD7-A84C-922B-8F1ADB5EF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3803E-4538-194B-A55A-BC500053C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8943A-E74A-454F-AE9B-6BCA1CA1A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61347-C6AF-6946-922C-F1AB6DD364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D73204-0DEA-D84E-8094-5A81E1592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684152-6CF0-A643-B47A-FB33B711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4/13/26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307A5C-4BE8-A848-B07C-117DA97B9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BEC56A-0C35-8041-8C47-4F26F6DD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98184076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981F8-AB7E-DA4E-9CC2-D3774A13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F2CE17-9A78-E646-A9CC-9B9175C1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4/13/26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66E63-CEE5-104F-8BF3-17F7B5C6A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5EDA2-0C12-794C-A8FD-608A75AF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09984676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36EAA9-AC3C-4245-8C23-7F812B012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4/13/26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4760ED-AEA9-CC4C-A909-DB6DB0983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A3193-9DA9-5742-AFCA-E7C759936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7794051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20809-1390-3547-BDBE-68C30119A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A0AA5-6B87-834B-96EF-986C51645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0EA94-5C06-E64A-81C6-520726B07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E528A-CD5B-DD4D-9753-18E274FC5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4/13/26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B76BB-B0C1-8C49-B833-900830CB9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5C491-56A8-2340-9EBD-C8C163AA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41364384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4C3DD-B322-8C47-B392-F9B7AC0EF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42F2AF-D8AF-5847-B7F2-4D40F9A01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4C1A4-455E-314D-9F90-5F8AB03A2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1E21B-BC18-3B40-A2F6-5CF0FF783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4/13/26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91524-6D24-6C47-ACA0-75B5EA45C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5901A-35FC-8144-8F92-3060BFA4E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84051416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8E83-E47C-F24D-8093-ED4A17EAE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A2AD1-9F17-9D4B-9D5B-74BAD55DC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1A134-5485-CE4F-BB7E-CF462EF5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C6AD7-9693-B74E-98DA-16D54BE6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5B689-4B66-E14D-821C-C97A9CE15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78668727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507AE3-8C7E-1D48-BF23-3936598A8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F0497-C022-A54E-9349-EE25DA3F7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B0A07-6B47-6140-9D46-04B5DB8BC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23144-B249-FC46-93A9-9E8DC6C0C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4BA27-144A-864B-891A-22975A66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56060401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1AD637-5BA6-4C49-A300-B592F9C5E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21395-B9C1-FB4B-A72C-EE961BCC0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D6E53-9E72-EE4B-9DE5-DAAA9BC910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7C676-4076-B646-A61F-4B5D9F49DD01}" type="datetimeFigureOut">
              <a:rPr lang="en-VN" smtClean="0"/>
              <a:t>4/13/26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153B1-BC5B-F24E-B2A2-D50ADA716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D1F04-EB79-7B4A-AE41-8A04C81AE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88252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ransition spd="slow"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AE1DD-A090-C44F-A3C4-89499FD07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1863" y="2257424"/>
            <a:ext cx="7441034" cy="1171575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VN" sz="7200" dirty="0"/>
              <a:t>第４課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5A947A-2962-9647-A1C2-66B71BC49E83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5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54B75D08-2270-0443-BB95-BC071F1CC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FE0E822-ECD4-DD43-AE2C-078299320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Home Page - FPTU HCM">
              <a:extLst>
                <a:ext uri="{FF2B5EF4-FFF2-40B4-BE49-F238E27FC236}">
                  <a16:creationId xmlns:a16="http://schemas.microsoft.com/office/drawing/2014/main" id="{7C3F9FDF-2152-6F43-80C7-D6D4B8DD5C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1979017-783D-004F-9DF8-EFA02553A4AE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AD374-4779-3041-8904-2B8689406EF2}"/>
              </a:ext>
            </a:extLst>
          </p:cNvPr>
          <p:cNvSpPr txBox="1"/>
          <p:nvPr/>
        </p:nvSpPr>
        <p:spPr>
          <a:xfrm>
            <a:off x="12540343" y="56333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318059443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7BA2A8-56E9-D342-A9F6-A231AC16FD99}"/>
              </a:ext>
            </a:extLst>
          </p:cNvPr>
          <p:cNvSpPr txBox="1"/>
          <p:nvPr/>
        </p:nvSpPr>
        <p:spPr>
          <a:xfrm>
            <a:off x="2457450" y="2161285"/>
            <a:ext cx="7277100" cy="92333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lang="ja-JP" sz="5400" b="1">
                <a:solidFill>
                  <a:schemeClr val="bg1"/>
                </a:solidFill>
                <a:effectLst/>
                <a:ea typeface="MS Mincho" panose="02020609040205080304" pitchFamily="49" charset="-128"/>
                <a:cs typeface="MS Mincho" panose="02020609040205080304" pitchFamily="49" charset="-128"/>
              </a:rPr>
              <a:t>東</a:t>
            </a:r>
            <a:r>
              <a:rPr lang="en-VN" sz="5400" b="1" dirty="0">
                <a:solidFill>
                  <a:schemeClr val="bg1"/>
                </a:solidFill>
                <a:effectLst/>
                <a:latin typeface="YuMincho"/>
                <a:ea typeface="Yu Mincho" panose="02020400000000000000" pitchFamily="18" charset="-128"/>
                <a:cs typeface="Times New Roman" panose="02020603050405020304" pitchFamily="18" charset="0"/>
              </a:rPr>
              <a:t>:</a:t>
            </a:r>
            <a:r>
              <a:rPr lang="ja-JP" altLang="en-US" sz="5400" b="1">
                <a:solidFill>
                  <a:schemeClr val="bg1"/>
                </a:solidFill>
                <a:effectLst/>
                <a:latin typeface="YuMincho"/>
                <a:ea typeface="Yu Mincho" panose="02020400000000000000" pitchFamily="18" charset="-128"/>
                <a:cs typeface="Times New Roman" panose="02020603050405020304" pitchFamily="18" charset="0"/>
              </a:rPr>
              <a:t> </a:t>
            </a:r>
            <a:r>
              <a:rPr lang="ja-JP" sz="5400" b="1">
                <a:solidFill>
                  <a:schemeClr val="bg1"/>
                </a:solidFill>
                <a:effectLst/>
                <a:ea typeface="MS Mincho" panose="02020609040205080304" pitchFamily="49" charset="-128"/>
                <a:cs typeface="MS Mincho" panose="02020609040205080304" pitchFamily="49" charset="-128"/>
              </a:rPr>
              <a:t>ひがし</a:t>
            </a:r>
            <a:r>
              <a:rPr lang="en-VN" sz="5400" b="1" dirty="0">
                <a:solidFill>
                  <a:schemeClr val="bg1"/>
                </a:solidFill>
                <a:effectLst/>
                <a:latin typeface="TimesNewRomanPSMT"/>
                <a:ea typeface="Yu Mincho" panose="02020400000000000000" pitchFamily="18" charset="-128"/>
                <a:cs typeface="Times New Roman" panose="02020603050405020304" pitchFamily="18" charset="0"/>
              </a:rPr>
              <a:t>: phía đông</a:t>
            </a:r>
            <a:r>
              <a:rPr lang="en-VN" sz="5400" b="1" dirty="0">
                <a:solidFill>
                  <a:schemeClr val="bg1"/>
                </a:solidFill>
                <a:effectLst/>
              </a:rPr>
              <a:t> </a:t>
            </a:r>
            <a:endParaRPr lang="en-VN" sz="5400" b="1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14ADB38-19F2-754C-9B4D-4C18FCB62BC2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8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7D649425-1C5F-E849-92B3-0D301E1CDD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64D4E49A-CB9D-CE4F-8606-D5F5BB4812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8" descr="Home Page - FPTU HCM">
              <a:extLst>
                <a:ext uri="{FF2B5EF4-FFF2-40B4-BE49-F238E27FC236}">
                  <a16:creationId xmlns:a16="http://schemas.microsoft.com/office/drawing/2014/main" id="{9EEDF52F-D8A1-B64D-914B-598CAF6321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282B185-E3AD-B64B-8096-351E6FF03E94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</p:spTree>
    <p:extLst>
      <p:ext uri="{BB962C8B-B14F-4D97-AF65-F5344CB8AC3E}">
        <p14:creationId xmlns:p14="http://schemas.microsoft.com/office/powerpoint/2010/main" val="3731736137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7BA2A8-56E9-D342-A9F6-A231AC16FD99}"/>
              </a:ext>
            </a:extLst>
          </p:cNvPr>
          <p:cNvSpPr txBox="1"/>
          <p:nvPr/>
        </p:nvSpPr>
        <p:spPr>
          <a:xfrm>
            <a:off x="2457450" y="2161285"/>
            <a:ext cx="7277100" cy="92333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lang="ja-JP" sz="5400" b="1">
                <a:solidFill>
                  <a:schemeClr val="bg1"/>
                </a:solidFill>
                <a:effectLst/>
                <a:ea typeface="MS Mincho" panose="02020609040205080304" pitchFamily="49" charset="-128"/>
                <a:cs typeface="MS Mincho" panose="02020609040205080304" pitchFamily="49" charset="-128"/>
              </a:rPr>
              <a:t>東</a:t>
            </a:r>
            <a:endParaRPr lang="en-VN" sz="5400" b="1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14ADB38-19F2-754C-9B4D-4C18FCB62BC2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8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7D649425-1C5F-E849-92B3-0D301E1CDD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64D4E49A-CB9D-CE4F-8606-D5F5BB4812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8" descr="Home Page - FPTU HCM">
              <a:extLst>
                <a:ext uri="{FF2B5EF4-FFF2-40B4-BE49-F238E27FC236}">
                  <a16:creationId xmlns:a16="http://schemas.microsoft.com/office/drawing/2014/main" id="{9EEDF52F-D8A1-B64D-914B-598CAF6321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282B185-E3AD-B64B-8096-351E6FF03E94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B8AEB7-856F-4F45-943E-5213B77A4393}"/>
              </a:ext>
            </a:extLst>
          </p:cNvPr>
          <p:cNvSpPr txBox="1"/>
          <p:nvPr/>
        </p:nvSpPr>
        <p:spPr>
          <a:xfrm>
            <a:off x="2457450" y="3374619"/>
            <a:ext cx="7277100" cy="92333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lang="ja-JP" sz="5400" b="1">
                <a:solidFill>
                  <a:schemeClr val="bg1"/>
                </a:solidFill>
                <a:effectLst/>
                <a:ea typeface="MS Mincho" panose="02020609040205080304" pitchFamily="49" charset="-128"/>
                <a:cs typeface="MS Mincho" panose="02020609040205080304" pitchFamily="49" charset="-128"/>
              </a:rPr>
              <a:t>ひがし</a:t>
            </a:r>
            <a:endParaRPr lang="en-VN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7968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3D8E0A-BD6B-2F4C-BD1A-D69EBD62046F}"/>
              </a:ext>
            </a:extLst>
          </p:cNvPr>
          <p:cNvSpPr txBox="1"/>
          <p:nvPr/>
        </p:nvSpPr>
        <p:spPr>
          <a:xfrm>
            <a:off x="2205842" y="1941018"/>
            <a:ext cx="8030688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東京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</a:t>
            </a:r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とうきょう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 tokyou </a:t>
            </a:r>
          </a:p>
        </p:txBody>
      </p:sp>
    </p:spTree>
    <p:extLst>
      <p:ext uri="{BB962C8B-B14F-4D97-AF65-F5344CB8AC3E}">
        <p14:creationId xmlns:p14="http://schemas.microsoft.com/office/powerpoint/2010/main" val="2146659996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3D8E0A-BD6B-2F4C-BD1A-D69EBD62046F}"/>
              </a:ext>
            </a:extLst>
          </p:cNvPr>
          <p:cNvSpPr txBox="1"/>
          <p:nvPr/>
        </p:nvSpPr>
        <p:spPr>
          <a:xfrm>
            <a:off x="2205842" y="1941018"/>
            <a:ext cx="8030688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東京</a:t>
            </a:r>
            <a:endParaRPr lang="en-VN" sz="5400" b="1" dirty="0">
              <a:solidFill>
                <a:schemeClr val="bg1"/>
              </a:solidFill>
              <a:ea typeface="MS Mincho" panose="02020609040205080304" pitchFamily="49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B0CA65-6415-7344-8DF7-3E77A810E2A7}"/>
              </a:ext>
            </a:extLst>
          </p:cNvPr>
          <p:cNvSpPr txBox="1"/>
          <p:nvPr/>
        </p:nvSpPr>
        <p:spPr>
          <a:xfrm>
            <a:off x="2205842" y="3429000"/>
            <a:ext cx="8030688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とうきょう</a:t>
            </a:r>
            <a:endParaRPr lang="en-VN" sz="5400" b="1" dirty="0">
              <a:solidFill>
                <a:schemeClr val="bg1"/>
              </a:solidFill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569573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277170-14BD-2E4F-A3D8-B2933B7BC5B3}"/>
              </a:ext>
            </a:extLst>
          </p:cNvPr>
          <p:cNvSpPr txBox="1"/>
          <p:nvPr/>
        </p:nvSpPr>
        <p:spPr>
          <a:xfrm>
            <a:off x="2918362" y="2249776"/>
            <a:ext cx="609797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名前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</a:t>
            </a:r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なまえ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 tên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DA517D0-8167-CD43-8F17-24B4FD1C7C23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5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09902D77-ECDB-7E42-B000-78762EFD9E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C0D42DB3-80CC-4A4F-B9AF-8C63707AF7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Home Page - FPTU HCM">
              <a:extLst>
                <a:ext uri="{FF2B5EF4-FFF2-40B4-BE49-F238E27FC236}">
                  <a16:creationId xmlns:a16="http://schemas.microsoft.com/office/drawing/2014/main" id="{41C0B5D4-9D3F-0244-92EA-2B457CFCD1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E30FF8D-DF35-EF4F-A5A1-CFF23835B6BB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</p:spTree>
    <p:extLst>
      <p:ext uri="{BB962C8B-B14F-4D97-AF65-F5344CB8AC3E}">
        <p14:creationId xmlns:p14="http://schemas.microsoft.com/office/powerpoint/2010/main" val="3176689397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277170-14BD-2E4F-A3D8-B2933B7BC5B3}"/>
              </a:ext>
            </a:extLst>
          </p:cNvPr>
          <p:cNvSpPr txBox="1"/>
          <p:nvPr/>
        </p:nvSpPr>
        <p:spPr>
          <a:xfrm>
            <a:off x="2918362" y="2249776"/>
            <a:ext cx="609797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名前</a:t>
            </a:r>
            <a:endParaRPr lang="en-VN" sz="5400" b="1" dirty="0">
              <a:solidFill>
                <a:schemeClr val="bg1"/>
              </a:solidFill>
              <a:ea typeface="MS Mincho" panose="02020609040205080304" pitchFamily="49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DA517D0-8167-CD43-8F17-24B4FD1C7C23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5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09902D77-ECDB-7E42-B000-78762EFD9E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C0D42DB3-80CC-4A4F-B9AF-8C63707AF7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Home Page - FPTU HCM">
              <a:extLst>
                <a:ext uri="{FF2B5EF4-FFF2-40B4-BE49-F238E27FC236}">
                  <a16:creationId xmlns:a16="http://schemas.microsoft.com/office/drawing/2014/main" id="{41C0B5D4-9D3F-0244-92EA-2B457CFCD1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E30FF8D-DF35-EF4F-A5A1-CFF23835B6BB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39B29D-6FCF-7248-9F83-77BAC2477470}"/>
              </a:ext>
            </a:extLst>
          </p:cNvPr>
          <p:cNvSpPr txBox="1"/>
          <p:nvPr/>
        </p:nvSpPr>
        <p:spPr>
          <a:xfrm>
            <a:off x="2918362" y="3579335"/>
            <a:ext cx="609797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なまえ</a:t>
            </a:r>
            <a:endParaRPr lang="en-VN" sz="5400" b="1" dirty="0">
              <a:solidFill>
                <a:schemeClr val="bg1"/>
              </a:solidFill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7579751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C059AC-5941-F94F-BE68-F7689023899D}"/>
              </a:ext>
            </a:extLst>
          </p:cNvPr>
          <p:cNvSpPr txBox="1"/>
          <p:nvPr/>
        </p:nvSpPr>
        <p:spPr>
          <a:xfrm>
            <a:off x="707405" y="2280063"/>
            <a:ext cx="10992112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女の人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</a:t>
            </a:r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おんなのひと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 người phụ nữ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5BCBB0-F95F-2A46-81FD-375ECBB4BE04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4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E6245677-61E4-C34F-8F40-AA1D4DB870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51B1E59D-16B5-6944-9CF3-BD9D130F16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8" descr="Home Page - FPTU HCM">
              <a:extLst>
                <a:ext uri="{FF2B5EF4-FFF2-40B4-BE49-F238E27FC236}">
                  <a16:creationId xmlns:a16="http://schemas.microsoft.com/office/drawing/2014/main" id="{E21422F5-14E9-0D42-9EAC-316A7C0CA0A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7AC3A06-E4DA-4243-8CEB-AE97DE024757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</p:spTree>
    <p:extLst>
      <p:ext uri="{BB962C8B-B14F-4D97-AF65-F5344CB8AC3E}">
        <p14:creationId xmlns:p14="http://schemas.microsoft.com/office/powerpoint/2010/main" val="156310365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C059AC-5941-F94F-BE68-F7689023899D}"/>
              </a:ext>
            </a:extLst>
          </p:cNvPr>
          <p:cNvSpPr txBox="1"/>
          <p:nvPr/>
        </p:nvSpPr>
        <p:spPr>
          <a:xfrm>
            <a:off x="5067573" y="2280063"/>
            <a:ext cx="2271776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女の人</a:t>
            </a:r>
            <a:endParaRPr lang="en-VN" sz="5400" b="1" dirty="0">
              <a:solidFill>
                <a:schemeClr val="bg1"/>
              </a:solidFill>
              <a:ea typeface="MS Mincho" panose="02020609040205080304" pitchFamily="49" charset="-12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5BCBB0-F95F-2A46-81FD-375ECBB4BE04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4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E6245677-61E4-C34F-8F40-AA1D4DB870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51B1E59D-16B5-6944-9CF3-BD9D130F16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8" descr="Home Page - FPTU HCM">
              <a:extLst>
                <a:ext uri="{FF2B5EF4-FFF2-40B4-BE49-F238E27FC236}">
                  <a16:creationId xmlns:a16="http://schemas.microsoft.com/office/drawing/2014/main" id="{E21422F5-14E9-0D42-9EAC-316A7C0CA0A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7AC3A06-E4DA-4243-8CEB-AE97DE024757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9D7FE4-C84C-EA4B-9E9F-EF0F70DCBAD3}"/>
              </a:ext>
            </a:extLst>
          </p:cNvPr>
          <p:cNvSpPr txBox="1"/>
          <p:nvPr/>
        </p:nvSpPr>
        <p:spPr>
          <a:xfrm>
            <a:off x="4024018" y="3867108"/>
            <a:ext cx="4358886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おんなのひと</a:t>
            </a:r>
            <a:endParaRPr lang="en-VN" sz="5400" b="1" dirty="0">
              <a:solidFill>
                <a:schemeClr val="bg1"/>
              </a:solidFill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785983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2C0A90-806E-CB4A-A33C-74150F6D10DF}"/>
              </a:ext>
            </a:extLst>
          </p:cNvPr>
          <p:cNvSpPr txBox="1"/>
          <p:nvPr/>
        </p:nvSpPr>
        <p:spPr>
          <a:xfrm>
            <a:off x="2771011" y="2351314"/>
            <a:ext cx="5883342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前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</a:t>
            </a:r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まえ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 Phía trước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191C9D1-FA6B-A14F-81D8-20DA9E4E7F1F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4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D6B05857-FECF-4445-BC1A-1616DE471E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DE6D52C-D191-CF40-A9E8-2CCFE2EED8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8" descr="Home Page - FPTU HCM">
              <a:extLst>
                <a:ext uri="{FF2B5EF4-FFF2-40B4-BE49-F238E27FC236}">
                  <a16:creationId xmlns:a16="http://schemas.microsoft.com/office/drawing/2014/main" id="{B1DB76C1-5F62-2C4E-B41F-80C9813712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80A3358-C139-5543-93C6-3F2CE3C68208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</p:spTree>
    <p:extLst>
      <p:ext uri="{BB962C8B-B14F-4D97-AF65-F5344CB8AC3E}">
        <p14:creationId xmlns:p14="http://schemas.microsoft.com/office/powerpoint/2010/main" val="3916329264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2C0A90-806E-CB4A-A33C-74150F6D10DF}"/>
              </a:ext>
            </a:extLst>
          </p:cNvPr>
          <p:cNvSpPr txBox="1"/>
          <p:nvPr/>
        </p:nvSpPr>
        <p:spPr>
          <a:xfrm>
            <a:off x="4886777" y="1426404"/>
            <a:ext cx="1420582" cy="15696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9600" b="1">
                <a:solidFill>
                  <a:schemeClr val="bg1"/>
                </a:solidFill>
                <a:ea typeface="MS Mincho" panose="02020609040205080304" pitchFamily="49" charset="-128"/>
              </a:rPr>
              <a:t>前</a:t>
            </a:r>
            <a:endParaRPr lang="en-VN" sz="9600" b="1" dirty="0">
              <a:solidFill>
                <a:schemeClr val="bg1"/>
              </a:solidFill>
              <a:ea typeface="MS Mincho" panose="02020609040205080304" pitchFamily="49" charset="-12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191C9D1-FA6B-A14F-81D8-20DA9E4E7F1F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4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D6B05857-FECF-4445-BC1A-1616DE471E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DE6D52C-D191-CF40-A9E8-2CCFE2EED8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8" descr="Home Page - FPTU HCM">
              <a:extLst>
                <a:ext uri="{FF2B5EF4-FFF2-40B4-BE49-F238E27FC236}">
                  <a16:creationId xmlns:a16="http://schemas.microsoft.com/office/drawing/2014/main" id="{B1DB76C1-5F62-2C4E-B41F-80C9813712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80A3358-C139-5543-93C6-3F2CE3C68208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39D58-BD31-1E45-8DB6-7C398E1DE855}"/>
              </a:ext>
            </a:extLst>
          </p:cNvPr>
          <p:cNvSpPr txBox="1"/>
          <p:nvPr/>
        </p:nvSpPr>
        <p:spPr>
          <a:xfrm>
            <a:off x="4384433" y="3701894"/>
            <a:ext cx="2656496" cy="15696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9600" b="1">
                <a:solidFill>
                  <a:schemeClr val="bg1"/>
                </a:solidFill>
                <a:ea typeface="MS Mincho" panose="02020609040205080304" pitchFamily="49" charset="-128"/>
              </a:rPr>
              <a:t>まえ</a:t>
            </a:r>
            <a:endParaRPr lang="en-VN" sz="9600" b="1" dirty="0">
              <a:solidFill>
                <a:schemeClr val="bg1"/>
              </a:solidFill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566630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2C0A90-806E-CB4A-A33C-74150F6D10DF}"/>
              </a:ext>
            </a:extLst>
          </p:cNvPr>
          <p:cNvSpPr txBox="1"/>
          <p:nvPr/>
        </p:nvSpPr>
        <p:spPr>
          <a:xfrm>
            <a:off x="4886777" y="1426404"/>
            <a:ext cx="1420581" cy="15696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vi-VN" sz="9600" b="1" dirty="0">
                <a:solidFill>
                  <a:schemeClr val="bg1"/>
                </a:solidFill>
                <a:ea typeface="MS Mincho" panose="02020609040205080304" pitchFamily="49" charset="-128"/>
              </a:rPr>
              <a:t>国</a:t>
            </a:r>
            <a:endParaRPr lang="en-VN" sz="9600" b="1" dirty="0">
              <a:solidFill>
                <a:schemeClr val="bg1"/>
              </a:solidFill>
              <a:ea typeface="MS Mincho" panose="02020609040205080304" pitchFamily="49" charset="-12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191C9D1-FA6B-A14F-81D8-20DA9E4E7F1F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4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D6B05857-FECF-4445-BC1A-1616DE471E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DE6D52C-D191-CF40-A9E8-2CCFE2EED8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8" descr="Home Page - FPTU HCM">
              <a:extLst>
                <a:ext uri="{FF2B5EF4-FFF2-40B4-BE49-F238E27FC236}">
                  <a16:creationId xmlns:a16="http://schemas.microsoft.com/office/drawing/2014/main" id="{B1DB76C1-5F62-2C4E-B41F-80C9813712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80A3358-C139-5543-93C6-3F2CE3C68208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39D58-BD31-1E45-8DB6-7C398E1DE855}"/>
              </a:ext>
            </a:extLst>
          </p:cNvPr>
          <p:cNvSpPr txBox="1"/>
          <p:nvPr/>
        </p:nvSpPr>
        <p:spPr>
          <a:xfrm>
            <a:off x="4384435" y="3701894"/>
            <a:ext cx="2656497" cy="15696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VN" sz="9600" b="1" dirty="0">
                <a:solidFill>
                  <a:schemeClr val="bg1"/>
                </a:solidFill>
                <a:ea typeface="MS Mincho" panose="02020609040205080304" pitchFamily="49" charset="-128"/>
              </a:rPr>
              <a:t>くに</a:t>
            </a:r>
          </a:p>
        </p:txBody>
      </p:sp>
    </p:spTree>
    <p:extLst>
      <p:ext uri="{BB962C8B-B14F-4D97-AF65-F5344CB8AC3E}">
        <p14:creationId xmlns:p14="http://schemas.microsoft.com/office/powerpoint/2010/main" val="351245423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2C0A90-806E-CB4A-A33C-74150F6D10DF}"/>
              </a:ext>
            </a:extLst>
          </p:cNvPr>
          <p:cNvSpPr txBox="1"/>
          <p:nvPr/>
        </p:nvSpPr>
        <p:spPr>
          <a:xfrm>
            <a:off x="2255651" y="2351314"/>
            <a:ext cx="6914073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国語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</a:t>
            </a:r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こくご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 quốc ngữ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191C9D1-FA6B-A14F-81D8-20DA9E4E7F1F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4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D6B05857-FECF-4445-BC1A-1616DE471E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DE6D52C-D191-CF40-A9E8-2CCFE2EED8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8" descr="Home Page - FPTU HCM">
              <a:extLst>
                <a:ext uri="{FF2B5EF4-FFF2-40B4-BE49-F238E27FC236}">
                  <a16:creationId xmlns:a16="http://schemas.microsoft.com/office/drawing/2014/main" id="{B1DB76C1-5F62-2C4E-B41F-80C9813712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80A3358-C139-5543-93C6-3F2CE3C68208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</p:spTree>
    <p:extLst>
      <p:ext uri="{BB962C8B-B14F-4D97-AF65-F5344CB8AC3E}">
        <p14:creationId xmlns:p14="http://schemas.microsoft.com/office/powerpoint/2010/main" val="3765299434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2C0A90-806E-CB4A-A33C-74150F6D10DF}"/>
              </a:ext>
            </a:extLst>
          </p:cNvPr>
          <p:cNvSpPr txBox="1"/>
          <p:nvPr/>
        </p:nvSpPr>
        <p:spPr>
          <a:xfrm>
            <a:off x="4924651" y="2351314"/>
            <a:ext cx="1576072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国語</a:t>
            </a:r>
            <a:endParaRPr lang="en-VN" sz="5400" b="1" dirty="0">
              <a:solidFill>
                <a:schemeClr val="bg1"/>
              </a:solidFill>
              <a:ea typeface="MS Mincho" panose="02020609040205080304" pitchFamily="49" charset="-12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191C9D1-FA6B-A14F-81D8-20DA9E4E7F1F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4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D6B05857-FECF-4445-BC1A-1616DE471E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DE6D52C-D191-CF40-A9E8-2CCFE2EED8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8" descr="Home Page - FPTU HCM">
              <a:extLst>
                <a:ext uri="{FF2B5EF4-FFF2-40B4-BE49-F238E27FC236}">
                  <a16:creationId xmlns:a16="http://schemas.microsoft.com/office/drawing/2014/main" id="{B1DB76C1-5F62-2C4E-B41F-80C9813712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80A3358-C139-5543-93C6-3F2CE3C68208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0965DA-622B-CA47-B6AC-E92AB65800F8}"/>
              </a:ext>
            </a:extLst>
          </p:cNvPr>
          <p:cNvSpPr txBox="1"/>
          <p:nvPr/>
        </p:nvSpPr>
        <p:spPr>
          <a:xfrm>
            <a:off x="4576798" y="4009610"/>
            <a:ext cx="2271776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こくご</a:t>
            </a:r>
            <a:endParaRPr lang="en-VN" sz="5400" b="1" dirty="0">
              <a:solidFill>
                <a:schemeClr val="bg1"/>
              </a:solidFill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5854748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D999D3-D77E-174C-AEFB-388455907DDD}"/>
              </a:ext>
            </a:extLst>
          </p:cNvPr>
          <p:cNvSpPr txBox="1"/>
          <p:nvPr/>
        </p:nvSpPr>
        <p:spPr>
          <a:xfrm>
            <a:off x="478115" y="2339438"/>
            <a:ext cx="11235769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男の人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</a:t>
            </a:r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おとこのひと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 người đàn ông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05ACFD-91FB-6A44-AE62-BB2FE4065471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4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9ABD51C2-7D0F-ED4A-8A69-CCF346E057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96F19B01-CFD8-1A41-9488-78EA62DE63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8" descr="Home Page - FPTU HCM">
              <a:extLst>
                <a:ext uri="{FF2B5EF4-FFF2-40B4-BE49-F238E27FC236}">
                  <a16:creationId xmlns:a16="http://schemas.microsoft.com/office/drawing/2014/main" id="{63B12EAB-A8C4-524E-A231-DD090D65D9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F899CA2-F1C6-554E-96EB-B4A7D83E56D0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</p:spTree>
    <p:extLst>
      <p:ext uri="{BB962C8B-B14F-4D97-AF65-F5344CB8AC3E}">
        <p14:creationId xmlns:p14="http://schemas.microsoft.com/office/powerpoint/2010/main" val="3435548993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D999D3-D77E-174C-AEFB-388455907DDD}"/>
              </a:ext>
            </a:extLst>
          </p:cNvPr>
          <p:cNvSpPr txBox="1"/>
          <p:nvPr/>
        </p:nvSpPr>
        <p:spPr>
          <a:xfrm>
            <a:off x="4045389" y="1562036"/>
            <a:ext cx="3584636" cy="144655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8800" b="1">
                <a:solidFill>
                  <a:schemeClr val="bg1"/>
                </a:solidFill>
                <a:ea typeface="MS Mincho" panose="02020609040205080304" pitchFamily="49" charset="-128"/>
              </a:rPr>
              <a:t>男の人</a:t>
            </a:r>
            <a:endParaRPr lang="en-VN" sz="8800" b="1" dirty="0">
              <a:solidFill>
                <a:schemeClr val="bg1"/>
              </a:solidFill>
              <a:ea typeface="MS Mincho" panose="02020609040205080304" pitchFamily="49" charset="-12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05ACFD-91FB-6A44-AE62-BB2FE4065471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4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9ABD51C2-7D0F-ED4A-8A69-CCF346E057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96F19B01-CFD8-1A41-9488-78EA62DE63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8" descr="Home Page - FPTU HCM">
              <a:extLst>
                <a:ext uri="{FF2B5EF4-FFF2-40B4-BE49-F238E27FC236}">
                  <a16:creationId xmlns:a16="http://schemas.microsoft.com/office/drawing/2014/main" id="{63B12EAB-A8C4-524E-A231-DD090D65D9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F899CA2-F1C6-554E-96EB-B4A7D83E56D0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BC4828-BE20-6941-B3CC-317C68E9E1FE}"/>
              </a:ext>
            </a:extLst>
          </p:cNvPr>
          <p:cNvSpPr txBox="1"/>
          <p:nvPr/>
        </p:nvSpPr>
        <p:spPr>
          <a:xfrm>
            <a:off x="2603698" y="3636696"/>
            <a:ext cx="6984604" cy="144655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8800" b="1">
                <a:solidFill>
                  <a:schemeClr val="bg1"/>
                </a:solidFill>
                <a:ea typeface="MS Mincho" panose="02020609040205080304" pitchFamily="49" charset="-128"/>
              </a:rPr>
              <a:t>おとこのひと</a:t>
            </a:r>
            <a:endParaRPr lang="en-VN" sz="8800" b="1" dirty="0">
              <a:solidFill>
                <a:schemeClr val="bg1"/>
              </a:solidFill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441783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D56DF-9E1D-DB41-B755-566779606A2E}"/>
              </a:ext>
            </a:extLst>
          </p:cNvPr>
          <p:cNvSpPr txBox="1"/>
          <p:nvPr/>
        </p:nvSpPr>
        <p:spPr>
          <a:xfrm>
            <a:off x="2707574" y="2228671"/>
            <a:ext cx="7308411" cy="92333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男女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</a:t>
            </a:r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 だんじょ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 nam nữ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D96EC8-78C0-594B-A10C-793F5F830F26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4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86411C42-67AA-1045-96B3-F11ACFBAAE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E106E2ED-CC9C-1740-AFCA-6C15A7B057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8" descr="Home Page - FPTU HCM">
              <a:extLst>
                <a:ext uri="{FF2B5EF4-FFF2-40B4-BE49-F238E27FC236}">
                  <a16:creationId xmlns:a16="http://schemas.microsoft.com/office/drawing/2014/main" id="{1399240E-AC3C-4C4D-8660-3A6D879D23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97A0350-0505-0441-BABD-A33750F669C8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</p:spTree>
    <p:extLst>
      <p:ext uri="{BB962C8B-B14F-4D97-AF65-F5344CB8AC3E}">
        <p14:creationId xmlns:p14="http://schemas.microsoft.com/office/powerpoint/2010/main" val="3818487495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D56DF-9E1D-DB41-B755-566779606A2E}"/>
              </a:ext>
            </a:extLst>
          </p:cNvPr>
          <p:cNvSpPr txBox="1"/>
          <p:nvPr/>
        </p:nvSpPr>
        <p:spPr>
          <a:xfrm>
            <a:off x="5573743" y="2228671"/>
            <a:ext cx="1576072" cy="92333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男女</a:t>
            </a:r>
            <a:endParaRPr lang="en-VN" sz="5400" b="1" dirty="0">
              <a:solidFill>
                <a:schemeClr val="bg1"/>
              </a:solidFill>
              <a:ea typeface="MS Mincho" panose="02020609040205080304" pitchFamily="49" charset="-12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D96EC8-78C0-594B-A10C-793F5F830F26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4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86411C42-67AA-1045-96B3-F11ACFBAAE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E106E2ED-CC9C-1740-AFCA-6C15A7B057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8" descr="Home Page - FPTU HCM">
              <a:extLst>
                <a:ext uri="{FF2B5EF4-FFF2-40B4-BE49-F238E27FC236}">
                  <a16:creationId xmlns:a16="http://schemas.microsoft.com/office/drawing/2014/main" id="{1399240E-AC3C-4C4D-8660-3A6D879D23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97A0350-0505-0441-BABD-A33750F669C8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A4BA9-8EE7-9942-9288-2B3A84D31F60}"/>
              </a:ext>
            </a:extLst>
          </p:cNvPr>
          <p:cNvSpPr txBox="1"/>
          <p:nvPr/>
        </p:nvSpPr>
        <p:spPr>
          <a:xfrm>
            <a:off x="4878039" y="3905071"/>
            <a:ext cx="2967479" cy="92333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だんじょ</a:t>
            </a:r>
            <a:endParaRPr lang="en-VN" sz="5400" b="1" dirty="0">
              <a:solidFill>
                <a:schemeClr val="bg1"/>
              </a:solidFill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878057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288EF9-01C3-8943-9CEB-80C6C7CCCE34}"/>
              </a:ext>
            </a:extLst>
          </p:cNvPr>
          <p:cNvSpPr txBox="1"/>
          <p:nvPr/>
        </p:nvSpPr>
        <p:spPr>
          <a:xfrm>
            <a:off x="2835234" y="2368529"/>
            <a:ext cx="6097978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市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</a:t>
            </a:r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し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 thành phố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0D1D2D-44E6-4D4D-B649-9BC26F8C6EF1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7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5FB3DBBC-E8C6-724E-A51F-5362EB8BE1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191551CB-DE18-5244-B914-00761FF505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Home Page - FPTU HCM">
              <a:extLst>
                <a:ext uri="{FF2B5EF4-FFF2-40B4-BE49-F238E27FC236}">
                  <a16:creationId xmlns:a16="http://schemas.microsoft.com/office/drawing/2014/main" id="{0BE77A21-E07C-3143-AA40-9E32AD9E8D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6A47301-7600-4646-B4F7-E967E1A3B9B9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</p:spTree>
    <p:extLst>
      <p:ext uri="{BB962C8B-B14F-4D97-AF65-F5344CB8AC3E}">
        <p14:creationId xmlns:p14="http://schemas.microsoft.com/office/powerpoint/2010/main" val="480428724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288EF9-01C3-8943-9CEB-80C6C7CCCE34}"/>
              </a:ext>
            </a:extLst>
          </p:cNvPr>
          <p:cNvSpPr txBox="1"/>
          <p:nvPr/>
        </p:nvSpPr>
        <p:spPr>
          <a:xfrm>
            <a:off x="2835234" y="2368529"/>
            <a:ext cx="6097978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vi-VN" sz="5400" b="1">
                <a:solidFill>
                  <a:schemeClr val="bg1"/>
                </a:solidFill>
                <a:ea typeface="MS Mincho" panose="02020609040205080304" pitchFamily="49" charset="-128"/>
              </a:rPr>
              <a:t>区</a:t>
            </a:r>
            <a:r>
              <a:rPr lang="en-VN" sz="5400" b="1">
                <a:solidFill>
                  <a:schemeClr val="bg1"/>
                </a:solidFill>
                <a:ea typeface="MS Mincho" panose="02020609040205080304" pitchFamily="49" charset="-128"/>
              </a:rPr>
              <a:t>:</a:t>
            </a:r>
            <a:r>
              <a:rPr lang="ja-JP" altLang="en-US" sz="5400" b="1">
                <a:solidFill>
                  <a:schemeClr val="bg1"/>
                </a:solidFill>
                <a:ea typeface="MS Mincho" panose="02020609040205080304" pitchFamily="49" charset="-128"/>
              </a:rPr>
              <a:t>く</a:t>
            </a:r>
            <a:r>
              <a:rPr lang="en-VN" sz="5400" b="1" dirty="0">
                <a:solidFill>
                  <a:schemeClr val="bg1"/>
                </a:solidFill>
                <a:ea typeface="MS Mincho" panose="02020609040205080304" pitchFamily="49" charset="-128"/>
              </a:rPr>
              <a:t>: quận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0D1D2D-44E6-4D4D-B649-9BC26F8C6EF1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7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5FB3DBBC-E8C6-724E-A51F-5362EB8BE1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191551CB-DE18-5244-B914-00761FF505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Home Page - FPTU HCM">
              <a:extLst>
                <a:ext uri="{FF2B5EF4-FFF2-40B4-BE49-F238E27FC236}">
                  <a16:creationId xmlns:a16="http://schemas.microsoft.com/office/drawing/2014/main" id="{0BE77A21-E07C-3143-AA40-9E32AD9E8D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6A47301-7600-4646-B4F7-E967E1A3B9B9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</p:spTree>
    <p:extLst>
      <p:ext uri="{BB962C8B-B14F-4D97-AF65-F5344CB8AC3E}">
        <p14:creationId xmlns:p14="http://schemas.microsoft.com/office/powerpoint/2010/main" val="2162359243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</TotalTime>
  <Words>132</Words>
  <Application>Microsoft Macintosh PowerPoint</Application>
  <PresentationFormat>Widescreen</PresentationFormat>
  <Paragraphs>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MS Mincho</vt:lpstr>
      <vt:lpstr>TimesNewRomanPSMT</vt:lpstr>
      <vt:lpstr>YuMincho</vt:lpstr>
      <vt:lpstr>Arial</vt:lpstr>
      <vt:lpstr>Calibri</vt:lpstr>
      <vt:lpstr>Calibri Light</vt:lpstr>
      <vt:lpstr>Office Theme</vt:lpstr>
      <vt:lpstr>第４課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第４課</dc:title>
  <dc:creator>Microsoft Office User</dc:creator>
  <cp:lastModifiedBy>Bui Thi Thanh Truc</cp:lastModifiedBy>
  <cp:revision>10</cp:revision>
  <dcterms:created xsi:type="dcterms:W3CDTF">2022-12-28T03:18:07Z</dcterms:created>
  <dcterms:modified xsi:type="dcterms:W3CDTF">2026-04-13T08:40:15Z</dcterms:modified>
</cp:coreProperties>
</file>