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9" r:id="rId1"/>
  </p:sldMasterIdLst>
  <p:notesMasterIdLst>
    <p:notesMasterId r:id="rId22"/>
  </p:notesMasterIdLst>
  <p:sldIdLst>
    <p:sldId id="256" r:id="rId2"/>
    <p:sldId id="268" r:id="rId3"/>
    <p:sldId id="266" r:id="rId4"/>
    <p:sldId id="272" r:id="rId5"/>
    <p:sldId id="278" r:id="rId6"/>
    <p:sldId id="273" r:id="rId7"/>
    <p:sldId id="271" r:id="rId8"/>
    <p:sldId id="284" r:id="rId9"/>
    <p:sldId id="260" r:id="rId10"/>
    <p:sldId id="274" r:id="rId11"/>
    <p:sldId id="285" r:id="rId12"/>
    <p:sldId id="261" r:id="rId13"/>
    <p:sldId id="286" r:id="rId14"/>
    <p:sldId id="269" r:id="rId15"/>
    <p:sldId id="275" r:id="rId16"/>
    <p:sldId id="298" r:id="rId17"/>
    <p:sldId id="276" r:id="rId18"/>
    <p:sldId id="277" r:id="rId19"/>
    <p:sldId id="299" r:id="rId20"/>
    <p:sldId id="281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23" autoAdjust="0"/>
    <p:restoredTop sz="77218" autoAdjust="0"/>
  </p:normalViewPr>
  <p:slideViewPr>
    <p:cSldViewPr snapToGrid="0">
      <p:cViewPr varScale="1">
        <p:scale>
          <a:sx n="63" d="100"/>
          <a:sy n="63" d="100"/>
        </p:scale>
        <p:origin x="648" y="-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38358-8668-4F55-AD1B-904FD0F8E552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7A1C3-CCF5-49B8-8899-0815F4461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9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4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6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3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ja-JP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endParaRPr lang="en-US" altLang="ja-JP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9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8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5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1100" cap="none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2EB14-EE58-4013-A3C5-06E6C0F9CD6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6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39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73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0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9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5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3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61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1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47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3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20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36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143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úng hoặc S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07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7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59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23712" y="-756394"/>
            <a:ext cx="10091888" cy="6064994"/>
          </a:xfrm>
          <a:prstGeom prst="roundRect">
            <a:avLst/>
          </a:prstGeom>
          <a:noFill/>
          <a:ln>
            <a:noFill/>
          </a:ln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7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581518" y="3543300"/>
            <a:ext cx="4609982" cy="2256751"/>
          </a:xfrm>
          <a:prstGeom prst="roundRect">
            <a:avLst/>
          </a:prstGeom>
          <a:noFill/>
          <a:ln>
            <a:noFill/>
          </a:ln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5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06" y="94506"/>
            <a:ext cx="2815164" cy="6293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8D85FF8-5CEC-4DE6-82EF-64FB71DFA3A6}"/>
              </a:ext>
            </a:extLst>
          </p:cNvPr>
          <p:cNvSpPr txBox="1"/>
          <p:nvPr/>
        </p:nvSpPr>
        <p:spPr>
          <a:xfrm>
            <a:off x="8721969" y="4853354"/>
            <a:ext cx="191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NGUYEN CUONG</a:t>
            </a:r>
          </a:p>
        </p:txBody>
      </p:sp>
    </p:spTree>
    <p:extLst>
      <p:ext uri="{BB962C8B-B14F-4D97-AF65-F5344CB8AC3E}">
        <p14:creationId xmlns:p14="http://schemas.microsoft.com/office/powerpoint/2010/main" val="218173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805030" y="1360734"/>
            <a:ext cx="4438226" cy="5105876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(TIÊN)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809241" y="1382986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セン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010949">
            <a:off x="9237161" y="600887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さき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Trước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8089" y="153393"/>
            <a:ext cx="915065" cy="95325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491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6" name="Picture 2" descr="å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68078203-B98A-4661-A029-A686652B191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904" y="1674745"/>
            <a:ext cx="2160693" cy="216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B15D3DAC-8016-49B5-81FE-55E6302FE31E}"/>
              </a:ext>
            </a:extLst>
          </p:cNvPr>
          <p:cNvSpPr txBox="1"/>
          <p:nvPr/>
        </p:nvSpPr>
        <p:spPr>
          <a:xfrm>
            <a:off x="291590" y="4165708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先生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C8FDD90F-DA9F-46AC-B472-69C127C4FCE4}"/>
              </a:ext>
            </a:extLst>
          </p:cNvPr>
          <p:cNvSpPr txBox="1"/>
          <p:nvPr/>
        </p:nvSpPr>
        <p:spPr>
          <a:xfrm>
            <a:off x="2050570" y="4165708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せんせい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D76F3EAE-1C9A-41A9-B68E-B9B265D5D4C3}"/>
              </a:ext>
            </a:extLst>
          </p:cNvPr>
          <p:cNvSpPr txBox="1"/>
          <p:nvPr/>
        </p:nvSpPr>
        <p:spPr>
          <a:xfrm>
            <a:off x="4610250" y="3962400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viên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365E5F16-20D4-4C8F-B896-70296EA6EAC9}"/>
              </a:ext>
            </a:extLst>
          </p:cNvPr>
          <p:cNvSpPr txBox="1"/>
          <p:nvPr/>
        </p:nvSpPr>
        <p:spPr>
          <a:xfrm>
            <a:off x="227012" y="5381844"/>
            <a:ext cx="1348570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6FBCC941-5E7A-497E-8CE3-BB343AF3813A}"/>
              </a:ext>
            </a:extLst>
          </p:cNvPr>
          <p:cNvSpPr txBox="1"/>
          <p:nvPr/>
        </p:nvSpPr>
        <p:spPr>
          <a:xfrm>
            <a:off x="1950027" y="5371265"/>
            <a:ext cx="2112069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せんじつ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7" name="Hộp Văn bản 36">
            <a:extLst>
              <a:ext uri="{FF2B5EF4-FFF2-40B4-BE49-F238E27FC236}">
                <a16:creationId xmlns:a16="http://schemas.microsoft.com/office/drawing/2014/main" id="{718F80EA-395A-4DE9-B4F1-E7C1C9FBE37A}"/>
              </a:ext>
            </a:extLst>
          </p:cNvPr>
          <p:cNvSpPr txBox="1"/>
          <p:nvPr/>
        </p:nvSpPr>
        <p:spPr>
          <a:xfrm>
            <a:off x="4290876" y="5169869"/>
            <a:ext cx="226983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0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22" grpId="0"/>
      <p:bldP spid="33" grpId="0"/>
      <p:bldP spid="34" grpId="0"/>
      <p:bldP spid="35" grpId="0"/>
      <p:bldP spid="3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313488" y="1353457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26008" y="6356042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(CHU)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90585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シュウ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089" y="153393"/>
            <a:ext cx="915065" cy="95325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1491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050" name="Picture 2" descr="é±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548B4EF-1753-42C4-9296-8CB8734B4DD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262" y="1249423"/>
            <a:ext cx="1969727" cy="196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CD668969-0281-43E6-B616-0980005E0F91}"/>
              </a:ext>
            </a:extLst>
          </p:cNvPr>
          <p:cNvSpPr txBox="1"/>
          <p:nvPr/>
        </p:nvSpPr>
        <p:spPr>
          <a:xfrm>
            <a:off x="292761" y="370980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先週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25EB1596-7BF7-4A6F-9525-83476E86EA9A}"/>
              </a:ext>
            </a:extLst>
          </p:cNvPr>
          <p:cNvSpPr txBox="1"/>
          <p:nvPr/>
        </p:nvSpPr>
        <p:spPr>
          <a:xfrm>
            <a:off x="1605876" y="3638849"/>
            <a:ext cx="2567233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せんしゅう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9F67496C-1154-45BF-98B4-597EBC9116EF}"/>
              </a:ext>
            </a:extLst>
          </p:cNvPr>
          <p:cNvSpPr txBox="1"/>
          <p:nvPr/>
        </p:nvSpPr>
        <p:spPr>
          <a:xfrm>
            <a:off x="4239235" y="3564140"/>
            <a:ext cx="2462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uần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0C13A4A-B89A-45D5-A6FA-1174DD700963}"/>
              </a:ext>
            </a:extLst>
          </p:cNvPr>
          <p:cNvSpPr txBox="1"/>
          <p:nvPr/>
        </p:nvSpPr>
        <p:spPr>
          <a:xfrm>
            <a:off x="228183" y="4925945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週間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A0364E5A-72AF-4941-BBA3-94A791C7CC2E}"/>
              </a:ext>
            </a:extLst>
          </p:cNvPr>
          <p:cNvSpPr txBox="1"/>
          <p:nvPr/>
        </p:nvSpPr>
        <p:spPr>
          <a:xfrm>
            <a:off x="1644213" y="4905510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しゅうかん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5DE8FB0C-0294-4E98-A8E6-8AB96A17FB40}"/>
              </a:ext>
            </a:extLst>
          </p:cNvPr>
          <p:cNvSpPr txBox="1"/>
          <p:nvPr/>
        </p:nvSpPr>
        <p:spPr>
          <a:xfrm>
            <a:off x="4312224" y="4746439"/>
            <a:ext cx="35652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22888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3085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(MỖI)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90585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マイ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074" name="Picture 2" descr="æ¯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5F073BB-AE16-4A16-A5D7-E9DCC78A9B9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424" y="2475748"/>
            <a:ext cx="2651243" cy="265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90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384D5FB-703F-4040-B60C-DE6E8E66E996}"/>
              </a:ext>
            </a:extLst>
          </p:cNvPr>
          <p:cNvSpPr txBox="1"/>
          <p:nvPr/>
        </p:nvSpPr>
        <p:spPr>
          <a:xfrm>
            <a:off x="1961370" y="1820487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9EE57616-D70F-4261-9A6B-D7B59D9A9830}"/>
              </a:ext>
            </a:extLst>
          </p:cNvPr>
          <p:cNvSpPr txBox="1"/>
          <p:nvPr/>
        </p:nvSpPr>
        <p:spPr>
          <a:xfrm>
            <a:off x="3720350" y="1820487"/>
            <a:ext cx="240211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まいにち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A649BC9-6AC7-4B0B-A83A-DA4A7A663FE7}"/>
              </a:ext>
            </a:extLst>
          </p:cNvPr>
          <p:cNvSpPr txBox="1"/>
          <p:nvPr/>
        </p:nvSpPr>
        <p:spPr>
          <a:xfrm>
            <a:off x="6614204" y="1588474"/>
            <a:ext cx="2037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33CA77B-0FC8-4F8D-BB13-8C79356B2BF9}"/>
              </a:ext>
            </a:extLst>
          </p:cNvPr>
          <p:cNvSpPr txBox="1"/>
          <p:nvPr/>
        </p:nvSpPr>
        <p:spPr>
          <a:xfrm>
            <a:off x="1896792" y="3036623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毎週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5EF3779-388F-411D-8873-5E7F94195D3E}"/>
              </a:ext>
            </a:extLst>
          </p:cNvPr>
          <p:cNvSpPr txBox="1"/>
          <p:nvPr/>
        </p:nvSpPr>
        <p:spPr>
          <a:xfrm>
            <a:off x="3655772" y="3036623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まいしゅう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10C3ACB-466C-431D-991D-29443528526B}"/>
              </a:ext>
            </a:extLst>
          </p:cNvPr>
          <p:cNvSpPr txBox="1"/>
          <p:nvPr/>
        </p:nvSpPr>
        <p:spPr>
          <a:xfrm>
            <a:off x="6559753" y="2797792"/>
            <a:ext cx="3565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8D8179B-EF60-4D98-A911-F916B28ACC1B}"/>
              </a:ext>
            </a:extLst>
          </p:cNvPr>
          <p:cNvSpPr txBox="1"/>
          <p:nvPr/>
        </p:nvSpPr>
        <p:spPr>
          <a:xfrm>
            <a:off x="1956204" y="4087926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毎月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46CCB79-E13F-49D0-A0A5-EC4870ED4547}"/>
              </a:ext>
            </a:extLst>
          </p:cNvPr>
          <p:cNvSpPr txBox="1"/>
          <p:nvPr/>
        </p:nvSpPr>
        <p:spPr>
          <a:xfrm>
            <a:off x="3715184" y="4087926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まいつき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57D83617-7126-4908-A687-986EE6F9CEBD}"/>
              </a:ext>
            </a:extLst>
          </p:cNvPr>
          <p:cNvSpPr txBox="1"/>
          <p:nvPr/>
        </p:nvSpPr>
        <p:spPr>
          <a:xfrm>
            <a:off x="6554752" y="3866385"/>
            <a:ext cx="2402111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911A0354-A4CC-4A18-9647-8397CB6AA716}"/>
              </a:ext>
            </a:extLst>
          </p:cNvPr>
          <p:cNvSpPr txBox="1"/>
          <p:nvPr/>
        </p:nvSpPr>
        <p:spPr>
          <a:xfrm>
            <a:off x="1922137" y="5097798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毎年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104A3B40-DFC0-4812-BA42-583A2ABED8C6}"/>
              </a:ext>
            </a:extLst>
          </p:cNvPr>
          <p:cNvSpPr txBox="1"/>
          <p:nvPr/>
        </p:nvSpPr>
        <p:spPr>
          <a:xfrm>
            <a:off x="3669174" y="5113990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まいとし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51CFBD29-672B-44E2-A294-4241949A7F98}"/>
              </a:ext>
            </a:extLst>
          </p:cNvPr>
          <p:cNvSpPr txBox="1"/>
          <p:nvPr/>
        </p:nvSpPr>
        <p:spPr>
          <a:xfrm>
            <a:off x="6614204" y="4900799"/>
            <a:ext cx="2757268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năm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11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978233" y="1353457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3085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(NGỌ)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809241" y="1376321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ゴ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4098" name="Picture 2" descr="å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F374BB32-3EA0-4AC9-B35E-5AACEE10263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217" y="1457790"/>
            <a:ext cx="2330118" cy="2330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1BCBD618-5B51-4E22-AF00-D5ACE1154AB6}"/>
              </a:ext>
            </a:extLst>
          </p:cNvPr>
          <p:cNvSpPr txBox="1"/>
          <p:nvPr/>
        </p:nvSpPr>
        <p:spPr>
          <a:xfrm>
            <a:off x="610459" y="4215335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午前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BA9422E9-8F9E-4C48-B0CD-25E7909D039C}"/>
              </a:ext>
            </a:extLst>
          </p:cNvPr>
          <p:cNvSpPr txBox="1"/>
          <p:nvPr/>
        </p:nvSpPr>
        <p:spPr>
          <a:xfrm>
            <a:off x="2925490" y="4215335"/>
            <a:ext cx="2051671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ごぜん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FADDE130-5E55-4681-A85A-88A42848F7D9}"/>
              </a:ext>
            </a:extLst>
          </p:cNvPr>
          <p:cNvSpPr txBox="1"/>
          <p:nvPr/>
        </p:nvSpPr>
        <p:spPr>
          <a:xfrm>
            <a:off x="3514027" y="5052335"/>
            <a:ext cx="2837420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/>
              <a:t>am, </a:t>
            </a:r>
            <a:r>
              <a:rPr lang="vi-VN" altLang="ja-JP" sz="4000" b="1" dirty="0" err="1"/>
              <a:t>sáng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74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3"/>
          <p:cNvSpPr/>
          <p:nvPr/>
        </p:nvSpPr>
        <p:spPr>
          <a:xfrm>
            <a:off x="5367161" y="1234322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67555" y="6232935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(HẬU)</a:t>
            </a:r>
          </a:p>
        </p:txBody>
      </p:sp>
      <p:sp>
        <p:nvSpPr>
          <p:cNvPr id="22" name="Rounded Rectangle 21"/>
          <p:cNvSpPr/>
          <p:nvPr/>
        </p:nvSpPr>
        <p:spPr>
          <a:xfrm rot="345610">
            <a:off x="10173797" y="1357809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ゴ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 rot="21140809">
            <a:off x="9824545" y="4733364"/>
            <a:ext cx="2167470" cy="1496173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あと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sau</a:t>
            </a:r>
          </a:p>
          <a:p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うし・ろ</a:t>
            </a:r>
            <a:r>
              <a:rPr lang="en-US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</a:t>
            </a:r>
            <a:r>
              <a:rPr lang="vi-VN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Phía sau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5122" name="Picture 2" descr="å¾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E4EAAB37-F0EF-4BBB-B4E0-20F4EF25092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178" y="2244871"/>
            <a:ext cx="2868041" cy="286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879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512379" y="1866030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午後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7410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ごご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2379" y="1698448"/>
            <a:ext cx="3713593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447801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後ろ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2832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うしろ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507212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後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3726867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あと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2380" y="4092861"/>
            <a:ext cx="2037212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altLang="ja-JP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468449" y="1495927"/>
            <a:ext cx="4781594" cy="503072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68646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(KIẾN)</a:t>
            </a:r>
          </a:p>
        </p:txBody>
      </p:sp>
      <p:sp>
        <p:nvSpPr>
          <p:cNvPr id="12" name="Rounded Rectangle 11"/>
          <p:cNvSpPr/>
          <p:nvPr/>
        </p:nvSpPr>
        <p:spPr>
          <a:xfrm rot="666912">
            <a:off x="4042831" y="138151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ケン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4449286" y="605794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み・ます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nhìn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2226" y="3797927"/>
            <a:ext cx="5398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/>
          </a:p>
        </p:txBody>
      </p:sp>
      <p:pic>
        <p:nvPicPr>
          <p:cNvPr id="6146" name="Picture 2" descr="è¦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2B8AFEC-A399-418C-9917-84B4047F100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71" y="1324709"/>
            <a:ext cx="1956856" cy="195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16C3F24E-46CC-4030-B833-D9184818B751}"/>
              </a:ext>
            </a:extLst>
          </p:cNvPr>
          <p:cNvSpPr txBox="1"/>
          <p:nvPr/>
        </p:nvSpPr>
        <p:spPr>
          <a:xfrm>
            <a:off x="5483744" y="3541002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見学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0741B7AD-8481-4AC5-8850-969939C45961}"/>
              </a:ext>
            </a:extLst>
          </p:cNvPr>
          <p:cNvSpPr txBox="1"/>
          <p:nvPr/>
        </p:nvSpPr>
        <p:spPr>
          <a:xfrm>
            <a:off x="7242724" y="3541002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けんがく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92172065-BA76-490B-83CF-06B073A2D609}"/>
              </a:ext>
            </a:extLst>
          </p:cNvPr>
          <p:cNvSpPr txBox="1"/>
          <p:nvPr/>
        </p:nvSpPr>
        <p:spPr>
          <a:xfrm>
            <a:off x="9802404" y="3337694"/>
            <a:ext cx="2037212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3200" b="1" dirty="0" err="1"/>
              <a:t>kiến</a:t>
            </a:r>
            <a:r>
              <a:rPr lang="vi-VN" altLang="ja-JP" sz="3200" b="1" dirty="0"/>
              <a:t> </a:t>
            </a:r>
            <a:r>
              <a:rPr lang="vi-VN" altLang="ja-JP" sz="3200" b="1" dirty="0" err="1"/>
              <a:t>tập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54841A54-07C5-4F53-99BD-B7FD06B9F0F5}"/>
              </a:ext>
            </a:extLst>
          </p:cNvPr>
          <p:cNvSpPr txBox="1"/>
          <p:nvPr/>
        </p:nvSpPr>
        <p:spPr>
          <a:xfrm>
            <a:off x="5419166" y="4757138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見ます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580AEBA3-01FF-45DD-9369-92CA3A77761D}"/>
              </a:ext>
            </a:extLst>
          </p:cNvPr>
          <p:cNvSpPr txBox="1"/>
          <p:nvPr/>
        </p:nvSpPr>
        <p:spPr>
          <a:xfrm>
            <a:off x="7178146" y="4757138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みます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AC67DFD2-E84A-48CC-A07F-2DE0F45C684D}"/>
              </a:ext>
            </a:extLst>
          </p:cNvPr>
          <p:cNvSpPr txBox="1"/>
          <p:nvPr/>
        </p:nvSpPr>
        <p:spPr>
          <a:xfrm>
            <a:off x="9635605" y="4506911"/>
            <a:ext cx="3565286" cy="82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dirty="0" err="1"/>
              <a:t>nhìn</a:t>
            </a:r>
            <a:endParaRPr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85633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6846901" y="1327347"/>
            <a:ext cx="4781594" cy="503072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69376" y="638548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(THỰC)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10529457" y="1259884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ショク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9883768" y="6095999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た・べます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ăn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7170" name="Picture 2" descr="é£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DB7CD95-FB7D-454D-848B-DCE9AC4F0C1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554" y="2021983"/>
            <a:ext cx="3290822" cy="329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70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167619" y="1866030"/>
            <a:ext cx="200319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食べ物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7410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たべもの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2380" y="1698448"/>
            <a:ext cx="2837420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/>
              <a:t>Đồ</a:t>
            </a:r>
            <a:r>
              <a:rPr lang="en-US" altLang="ja-JP" sz="4000" b="1" dirty="0"/>
              <a:t> </a:t>
            </a:r>
            <a:r>
              <a:rPr lang="en-US" altLang="ja-JP" sz="4000" b="1" dirty="0" err="1"/>
              <a:t>ăn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170321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食事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2832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しょくじ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vi-V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bữa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155244" y="429067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食べます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3936578" y="4308508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たべます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2380" y="4092861"/>
            <a:ext cx="2037212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41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468449" y="1495927"/>
            <a:ext cx="4781594" cy="503072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68646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(ẨM)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4410907" y="154123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イン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4449286" y="605794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の・みます</a:t>
            </a:r>
            <a:r>
              <a:rPr lang="vi-VN" altLang="ja-JP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uống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194" name="Picture 2" descr="é£²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A524F88C-D8C0-4205-9DF9-D0BCEF5A8A9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915" y="2030205"/>
            <a:ext cx="3508672" cy="319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25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42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167619" y="1866030"/>
            <a:ext cx="200319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飲食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584400" y="182880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いんしょく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8849" y="1521375"/>
            <a:ext cx="4261774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ẩm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endParaRPr lang="vi-VN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167619" y="3082166"/>
            <a:ext cx="2465409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飲みもの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2832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のみもの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vi-V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155244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飲みます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3762832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のみます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2380" y="4092861"/>
            <a:ext cx="2037212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3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091377" y="1397501"/>
            <a:ext cx="4781594" cy="5030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4485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(MÃI)</a:t>
            </a:r>
          </a:p>
        </p:txBody>
      </p:sp>
      <p:sp>
        <p:nvSpPr>
          <p:cNvPr id="16" name="Rounded Rectangle 15"/>
          <p:cNvSpPr/>
          <p:nvPr/>
        </p:nvSpPr>
        <p:spPr>
          <a:xfrm rot="861815">
            <a:off x="10059873" y="1310754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バイ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075126" y="605794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か・います</a:t>
            </a:r>
            <a:r>
              <a:rPr lang="vi-VN" altLang="ja-JP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mua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9218" name="Picture 2" descr="è²·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108670C-86F6-408D-978B-D0E0118A7D6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94" y="1368966"/>
            <a:ext cx="2402112" cy="240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845F0B16-903B-4E90-8E0C-C1E18672D4C8}"/>
              </a:ext>
            </a:extLst>
          </p:cNvPr>
          <p:cNvSpPr txBox="1"/>
          <p:nvPr/>
        </p:nvSpPr>
        <p:spPr>
          <a:xfrm>
            <a:off x="291590" y="4165708"/>
            <a:ext cx="2030075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買い物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5639B6F4-56B6-4C4A-86D9-941EAFC83B20}"/>
              </a:ext>
            </a:extLst>
          </p:cNvPr>
          <p:cNvSpPr txBox="1"/>
          <p:nvPr/>
        </p:nvSpPr>
        <p:spPr>
          <a:xfrm>
            <a:off x="2340705" y="4157434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かいもの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BA361C52-9C8C-419C-B8ED-1347122E1986}"/>
              </a:ext>
            </a:extLst>
          </p:cNvPr>
          <p:cNvSpPr txBox="1"/>
          <p:nvPr/>
        </p:nvSpPr>
        <p:spPr>
          <a:xfrm>
            <a:off x="4554238" y="3905911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BF9FEE75-0B68-47FB-9AB4-3A8B1B6B4A73}"/>
              </a:ext>
            </a:extLst>
          </p:cNvPr>
          <p:cNvSpPr txBox="1"/>
          <p:nvPr/>
        </p:nvSpPr>
        <p:spPr>
          <a:xfrm>
            <a:off x="227012" y="5381844"/>
            <a:ext cx="277705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買います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E472BB16-146D-4CAB-80AC-C40A27C9240C}"/>
              </a:ext>
            </a:extLst>
          </p:cNvPr>
          <p:cNvSpPr txBox="1"/>
          <p:nvPr/>
        </p:nvSpPr>
        <p:spPr>
          <a:xfrm>
            <a:off x="3214925" y="539720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かいます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24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461166" y="1401611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60998" y="6305208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(VẬT)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227881" y="1307944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ブツ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9335566" y="6054052"/>
            <a:ext cx="2166906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もの</a:t>
            </a:r>
            <a:r>
              <a:rPr lang="vi-VN" altLang="ja-JP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vật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42" name="Picture 2" descr="ç©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51E9F5A1-5E8B-4608-949D-2858C09092E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3" y="2369713"/>
            <a:ext cx="3346325" cy="334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32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820D33D-6C2F-4986-9D61-E1CCBA9466A4}"/>
              </a:ext>
            </a:extLst>
          </p:cNvPr>
          <p:cNvSpPr txBox="1"/>
          <p:nvPr/>
        </p:nvSpPr>
        <p:spPr>
          <a:xfrm>
            <a:off x="2019231" y="765414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買い物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D7967F7-AB4A-4B04-8062-E1B7D5ABBD84}"/>
              </a:ext>
            </a:extLst>
          </p:cNvPr>
          <p:cNvSpPr txBox="1"/>
          <p:nvPr/>
        </p:nvSpPr>
        <p:spPr>
          <a:xfrm>
            <a:off x="3778210" y="765413"/>
            <a:ext cx="240211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/>
              <a:t>かいもの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5DADB0-3896-465F-A23B-048BE10E51C4}"/>
              </a:ext>
            </a:extLst>
          </p:cNvPr>
          <p:cNvSpPr txBox="1"/>
          <p:nvPr/>
        </p:nvSpPr>
        <p:spPr>
          <a:xfrm>
            <a:off x="6672063" y="533401"/>
            <a:ext cx="2512781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M</a:t>
            </a:r>
            <a:r>
              <a:rPr lang="vi-VN" altLang="ja-JP" sz="3200" b="1" dirty="0" err="1"/>
              <a:t>ua</a:t>
            </a:r>
            <a:r>
              <a:rPr lang="vi-VN" altLang="ja-JP" sz="3200" b="1" dirty="0"/>
              <a:t> </a:t>
            </a:r>
            <a:r>
              <a:rPr lang="vi-VN" altLang="ja-JP" sz="3200" b="1" dirty="0" err="1"/>
              <a:t>sắm</a:t>
            </a:r>
            <a:endParaRPr lang="en-US" altLang="ja-JP" sz="32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0F6CC28-7142-441C-A7F8-8922FF7DAC40}"/>
              </a:ext>
            </a:extLst>
          </p:cNvPr>
          <p:cNvSpPr txBox="1"/>
          <p:nvPr/>
        </p:nvSpPr>
        <p:spPr>
          <a:xfrm>
            <a:off x="1954653" y="1981550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食べ物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658D9A2-13A4-4852-BFF0-E403C36A611E}"/>
              </a:ext>
            </a:extLst>
          </p:cNvPr>
          <p:cNvSpPr txBox="1"/>
          <p:nvPr/>
        </p:nvSpPr>
        <p:spPr>
          <a:xfrm>
            <a:off x="3713632" y="1981550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たべもの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6B7024E-A0D8-48A4-B7A0-CAA066C9116C}"/>
              </a:ext>
            </a:extLst>
          </p:cNvPr>
          <p:cNvSpPr txBox="1"/>
          <p:nvPr/>
        </p:nvSpPr>
        <p:spPr>
          <a:xfrm>
            <a:off x="6617613" y="1742719"/>
            <a:ext cx="3565286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Đ</a:t>
            </a:r>
            <a:r>
              <a:rPr lang="vi-VN" altLang="ja-JP" sz="3200" b="1" dirty="0"/>
              <a:t>ồ ăn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542D498-F78E-4A7F-93FC-3B248D05852D}"/>
              </a:ext>
            </a:extLst>
          </p:cNvPr>
          <p:cNvSpPr txBox="1"/>
          <p:nvPr/>
        </p:nvSpPr>
        <p:spPr>
          <a:xfrm>
            <a:off x="2014065" y="3032853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飲み物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075EEC8-529B-4A13-9832-A1289C0224EE}"/>
              </a:ext>
            </a:extLst>
          </p:cNvPr>
          <p:cNvSpPr txBox="1"/>
          <p:nvPr/>
        </p:nvSpPr>
        <p:spPr>
          <a:xfrm>
            <a:off x="3773044" y="3032853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のみもの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4CDB339-614C-432D-AA32-B061160F94C3}"/>
              </a:ext>
            </a:extLst>
          </p:cNvPr>
          <p:cNvSpPr txBox="1"/>
          <p:nvPr/>
        </p:nvSpPr>
        <p:spPr>
          <a:xfrm>
            <a:off x="6612613" y="2811312"/>
            <a:ext cx="2402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Đ</a:t>
            </a:r>
            <a:r>
              <a:rPr lang="vi-VN" altLang="ja-JP" sz="3200" b="1" dirty="0"/>
              <a:t>ồ </a:t>
            </a:r>
            <a:r>
              <a:rPr lang="vi-VN" altLang="ja-JP" sz="3200" b="1" dirty="0" err="1"/>
              <a:t>uống</a:t>
            </a:r>
            <a:endParaRPr lang="vi-VN" altLang="ja-JP" sz="3200" b="1" dirty="0"/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B60E5E6-AA76-473A-8383-267F8FD7B7B1}"/>
              </a:ext>
            </a:extLst>
          </p:cNvPr>
          <p:cNvSpPr txBox="1"/>
          <p:nvPr/>
        </p:nvSpPr>
        <p:spPr>
          <a:xfrm>
            <a:off x="1979998" y="4042725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人物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F297B5E-5E27-4FC3-A69C-B7DA0ABC7DD6}"/>
              </a:ext>
            </a:extLst>
          </p:cNvPr>
          <p:cNvSpPr txBox="1"/>
          <p:nvPr/>
        </p:nvSpPr>
        <p:spPr>
          <a:xfrm>
            <a:off x="3727034" y="4058917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じんぶつ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36605E3-3B95-4172-B1AE-CFCA99FC5C94}"/>
              </a:ext>
            </a:extLst>
          </p:cNvPr>
          <p:cNvSpPr txBox="1"/>
          <p:nvPr/>
        </p:nvSpPr>
        <p:spPr>
          <a:xfrm>
            <a:off x="6672064" y="3845726"/>
            <a:ext cx="2757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N</a:t>
            </a:r>
            <a:r>
              <a:rPr lang="vi-VN" altLang="ja-JP" sz="3200" b="1" dirty="0"/>
              <a:t>hân </a:t>
            </a:r>
            <a:r>
              <a:rPr lang="vi-VN" altLang="ja-JP" sz="3200" b="1" dirty="0" err="1"/>
              <a:t>vật</a:t>
            </a:r>
            <a:endParaRPr lang="vi-VN" altLang="ja-JP" sz="3200" b="1" dirty="0"/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C21ADC1F-F359-4285-9632-836F8209669C}"/>
              </a:ext>
            </a:extLst>
          </p:cNvPr>
          <p:cNvSpPr txBox="1"/>
          <p:nvPr/>
        </p:nvSpPr>
        <p:spPr>
          <a:xfrm>
            <a:off x="2026661" y="5110220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見物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3A08A36-0915-4861-8C3E-F44831F65A83}"/>
              </a:ext>
            </a:extLst>
          </p:cNvPr>
          <p:cNvSpPr txBox="1"/>
          <p:nvPr/>
        </p:nvSpPr>
        <p:spPr>
          <a:xfrm>
            <a:off x="3785640" y="5110220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けんぶつ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1F85AD9-EA15-462A-B506-B9A9F28AB6CE}"/>
              </a:ext>
            </a:extLst>
          </p:cNvPr>
          <p:cNvSpPr txBox="1"/>
          <p:nvPr/>
        </p:nvSpPr>
        <p:spPr>
          <a:xfrm>
            <a:off x="6672064" y="4884980"/>
            <a:ext cx="2757268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N</a:t>
            </a:r>
            <a:r>
              <a:rPr lang="vi-VN" altLang="ja-JP" sz="3200" b="1" dirty="0" err="1"/>
              <a:t>gắm</a:t>
            </a:r>
            <a:r>
              <a:rPr lang="vi-VN" altLang="ja-JP" sz="3200" b="1" dirty="0"/>
              <a:t> </a:t>
            </a:r>
            <a:r>
              <a:rPr lang="vi-VN" altLang="ja-JP" sz="3200" b="1" dirty="0" err="1"/>
              <a:t>cảnh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335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755763" y="1354006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55763" y="6345210"/>
            <a:ext cx="2703012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(HÀNH/HÀNG)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707301" y="1358878"/>
            <a:ext cx="2197504" cy="55150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コウ／ギョウ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714021" y="6020151"/>
            <a:ext cx="2634302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い・きます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đi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2290" name="Picture 2" descr="è¡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0BD01C6C-C737-4094-8E61-C1543EE4319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494" y="1604686"/>
            <a:ext cx="2158187" cy="215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726465A8-322A-4C38-A30E-246508746C31}"/>
              </a:ext>
            </a:extLst>
          </p:cNvPr>
          <p:cNvSpPr txBox="1"/>
          <p:nvPr/>
        </p:nvSpPr>
        <p:spPr>
          <a:xfrm>
            <a:off x="819658" y="4165708"/>
            <a:ext cx="917920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7F46D4E7-4378-46A1-B70E-A62FD18A99B6}"/>
              </a:ext>
            </a:extLst>
          </p:cNvPr>
          <p:cNvSpPr txBox="1"/>
          <p:nvPr/>
        </p:nvSpPr>
        <p:spPr>
          <a:xfrm>
            <a:off x="2050570" y="4165708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ぎょう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41FA53B3-CC3E-408A-9F8D-781E513BFCA9}"/>
              </a:ext>
            </a:extLst>
          </p:cNvPr>
          <p:cNvSpPr txBox="1"/>
          <p:nvPr/>
        </p:nvSpPr>
        <p:spPr>
          <a:xfrm>
            <a:off x="4327730" y="394542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C719E7F1-A999-4510-91A8-2815D2E10F05}"/>
              </a:ext>
            </a:extLst>
          </p:cNvPr>
          <p:cNvSpPr txBox="1"/>
          <p:nvPr/>
        </p:nvSpPr>
        <p:spPr>
          <a:xfrm>
            <a:off x="570353" y="5166897"/>
            <a:ext cx="277705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E9EC5111-77A5-4FCD-8948-791ED5F09D93}"/>
              </a:ext>
            </a:extLst>
          </p:cNvPr>
          <p:cNvSpPr txBox="1"/>
          <p:nvPr/>
        </p:nvSpPr>
        <p:spPr>
          <a:xfrm>
            <a:off x="3056495" y="5116068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いきます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50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31" grpId="0"/>
      <p:bldP spid="32" grpId="0"/>
      <p:bldP spid="33" grpId="0"/>
      <p:bldP spid="34" grpId="0"/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513601" y="1706054"/>
            <a:ext cx="4780349" cy="502941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23091" y="6400919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(HƯU)</a:t>
            </a:r>
          </a:p>
        </p:txBody>
      </p:sp>
      <p:sp>
        <p:nvSpPr>
          <p:cNvPr id="16" name="Rounded Rectangle 15"/>
          <p:cNvSpPr/>
          <p:nvPr/>
        </p:nvSpPr>
        <p:spPr>
          <a:xfrm rot="861815">
            <a:off x="10253106" y="1401334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キュウ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072965" y="6036548"/>
            <a:ext cx="3049328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やす・みます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1266" name="Picture 2" descr="ä¼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C03736F3-65A5-45DE-96F7-E4110739B18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960" y="1706054"/>
            <a:ext cx="2803208" cy="280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5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512379" y="1866030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休み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7410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やすみ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2380" y="1698448"/>
            <a:ext cx="2837420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ghỉ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447801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休日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236042" y="3082166"/>
            <a:ext cx="348522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きゅうじつ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507212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4604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やすみます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661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15233" y="1628800"/>
            <a:ext cx="8208912" cy="36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終わり</a:t>
            </a:r>
            <a:endParaRPr lang="en-US" altLang="ja-JP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ありがとうございます。</a:t>
            </a:r>
            <a:endParaRPr lang="en-US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3"/>
  <p:tag name="MMPROD_UIDATA" val="&lt;database version=&quot;9.0&quot;&gt;&lt;object type=&quot;1&quot; unique_id=&quot;10001&quot;&gt;&lt;object type=&quot;8&quot; unique_id=&quot;10588&quot;&gt;&lt;/object&gt;&lt;object type=&quot;2&quot; unique_id=&quot;10589&quot;&gt;&lt;object type=&quot;3&quot; unique_id=&quot;10592&quot;&gt;&lt;property id=&quot;20148&quot; value=&quot;5&quot;/&gt;&lt;property id=&quot;20300&quot; value=&quot;Slide 3&quot;/&gt;&lt;property id=&quot;20307&quot; value=&quot;266&quot;/&gt;&lt;/object&gt;&lt;object type=&quot;3&quot; unique_id=&quot;33809&quot;&gt;&lt;property id=&quot;20148&quot; value=&quot;5&quot;/&gt;&lt;property id=&quot;20300&quot; value=&quot;Slide 1&quot;/&gt;&lt;property id=&quot;20307&quot; value=&quot;256&quot;/&gt;&lt;/object&gt;&lt;object type=&quot;3&quot; unique_id=&quot;33810&quot;&gt;&lt;property id=&quot;20148&quot; value=&quot;5&quot;/&gt;&lt;property id=&quot;20300&quot; value=&quot;Slide 2&quot;/&gt;&lt;property id=&quot;20307&quot; value=&quot;268&quot;/&gt;&lt;/object&gt;&lt;object type=&quot;3&quot; unique_id=&quot;33811&quot;&gt;&lt;property id=&quot;20148&quot; value=&quot;5&quot;/&gt;&lt;property id=&quot;20300&quot; value=&quot;Slide 4&quot;/&gt;&lt;property id=&quot;20307&quot; value=&quot;272&quot;/&gt;&lt;/object&gt;&lt;object type=&quot;3&quot; unique_id=&quot;33812&quot;&gt;&lt;property id=&quot;20148&quot; value=&quot;5&quot;/&gt;&lt;property id=&quot;20300&quot; value=&quot;Slide 5&quot;/&gt;&lt;property id=&quot;20307&quot; value=&quot;273&quot;/&gt;&lt;/object&gt;&lt;object type=&quot;3&quot; unique_id=&quot;33813&quot;&gt;&lt;property id=&quot;20148&quot; value=&quot;5&quot;/&gt;&lt;property id=&quot;20300&quot; value=&quot;Slide 6&quot;/&gt;&lt;property id=&quot;20307&quot; value=&quot;271&quot;/&gt;&lt;/object&gt;&lt;object type=&quot;3&quot; unique_id=&quot;33814&quot;&gt;&lt;property id=&quot;20148&quot; value=&quot;5&quot;/&gt;&lt;property id=&quot;20300&quot; value=&quot;Slide 7&quot;/&gt;&lt;property id=&quot;20307&quot; value=&quot;260&quot;/&gt;&lt;/object&gt;&lt;object type=&quot;3&quot; unique_id=&quot;33815&quot;&gt;&lt;property id=&quot;20148&quot; value=&quot;5&quot;/&gt;&lt;property id=&quot;20300&quot; value=&quot;Slide 8&quot;/&gt;&lt;property id=&quot;20307&quot; value=&quot;274&quot;/&gt;&lt;/object&gt;&lt;object type=&quot;3&quot; unique_id=&quot;33816&quot;&gt;&lt;property id=&quot;20148&quot; value=&quot;5&quot;/&gt;&lt;property id=&quot;20300&quot; value=&quot;Slide 9&quot;/&gt;&lt;property id=&quot;20307&quot; value=&quot;261&quot;/&gt;&lt;/object&gt;&lt;object type=&quot;3&quot; unique_id=&quot;33817&quot;&gt;&lt;property id=&quot;20148&quot; value=&quot;5&quot;/&gt;&lt;property id=&quot;20300&quot; value=&quot;Slide 10&quot;/&gt;&lt;property id=&quot;20307&quot; value=&quot;269&quot;/&gt;&lt;/object&gt;&lt;object type=&quot;3&quot; unique_id=&quot;33851&quot;&gt;&lt;property id=&quot;20148&quot; value=&quot;5&quot;/&gt;&lt;property id=&quot;20300&quot; value=&quot;Slide 11&quot;/&gt;&lt;property id=&quot;20307&quot; value=&quot;275&quot;/&gt;&lt;/object&gt;&lt;object type=&quot;3&quot; unique_id=&quot;33852&quot;&gt;&lt;property id=&quot;20148&quot; value=&quot;5&quot;/&gt;&lt;property id=&quot;20300&quot; value=&quot;Slide 12&quot;/&gt;&lt;property id=&quot;20307&quot; value=&quot;276&quot;/&gt;&lt;/object&gt;&lt;object type=&quot;3&quot; unique_id=&quot;33853&quot;&gt;&lt;property id=&quot;20148&quot; value=&quot;5&quot;/&gt;&lt;property id=&quot;20300&quot; value=&quot;Slide 13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Mặt kim cương">
  <a:themeElements>
    <a:clrScheme name="Mặt kim cương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ặt kim cương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ặt kim cương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1380</TotalTime>
  <Words>432</Words>
  <Application>Microsoft Macintosh PowerPoint</Application>
  <PresentationFormat>Widescreen</PresentationFormat>
  <Paragraphs>304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HGMaruGothicMPRO</vt:lpstr>
      <vt:lpstr>NtMotoyaKyotai</vt:lpstr>
      <vt:lpstr>Arial</vt:lpstr>
      <vt:lpstr>Arial Rounded MT Bold</vt:lpstr>
      <vt:lpstr>Calibri</vt:lpstr>
      <vt:lpstr>Tahoma</vt:lpstr>
      <vt:lpstr>Times New Roman</vt:lpstr>
      <vt:lpstr>Trebuchet MS</vt:lpstr>
      <vt:lpstr>Wingdings 3</vt:lpstr>
      <vt:lpstr>Mặt kim cương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Cuong</dc:creator>
  <cp:lastModifiedBy>Bui Thi Thanh Truc</cp:lastModifiedBy>
  <cp:revision>73</cp:revision>
  <dcterms:created xsi:type="dcterms:W3CDTF">2014-08-29T19:08:59Z</dcterms:created>
  <dcterms:modified xsi:type="dcterms:W3CDTF">2026-04-17T04:39:37Z</dcterms:modified>
</cp:coreProperties>
</file>