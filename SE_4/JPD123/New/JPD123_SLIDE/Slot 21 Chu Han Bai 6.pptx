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855" r:id="rId2"/>
  </p:sldMasterIdLst>
  <p:notesMasterIdLst>
    <p:notesMasterId r:id="rId20"/>
  </p:notesMasterIdLst>
  <p:handoutMasterIdLst>
    <p:handoutMasterId r:id="rId21"/>
  </p:handoutMasterIdLst>
  <p:sldIdLst>
    <p:sldId id="256" r:id="rId3"/>
    <p:sldId id="265" r:id="rId4"/>
    <p:sldId id="297" r:id="rId5"/>
    <p:sldId id="268" r:id="rId6"/>
    <p:sldId id="298" r:id="rId7"/>
    <p:sldId id="267" r:id="rId8"/>
    <p:sldId id="271" r:id="rId9"/>
    <p:sldId id="284" r:id="rId10"/>
    <p:sldId id="272" r:id="rId11"/>
    <p:sldId id="258" r:id="rId12"/>
    <p:sldId id="269" r:id="rId13"/>
    <p:sldId id="299" r:id="rId14"/>
    <p:sldId id="270" r:id="rId15"/>
    <p:sldId id="300" r:id="rId16"/>
    <p:sldId id="274" r:id="rId17"/>
    <p:sldId id="301" r:id="rId18"/>
    <p:sldId id="281" r:id="rId19"/>
  </p:sldIdLst>
  <p:sldSz cx="12188825" cy="6858000"/>
  <p:notesSz cx="6858000" cy="9144000"/>
  <p:custDataLst>
    <p:tags r:id="rId2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E25E649-3F16-4E02-A733-19D2CDBF48F0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68" autoAdjust="0"/>
    <p:restoredTop sz="89160" autoAdjust="0"/>
  </p:normalViewPr>
  <p:slideViewPr>
    <p:cSldViewPr>
      <p:cViewPr varScale="1">
        <p:scale>
          <a:sx n="114" d="100"/>
          <a:sy n="114" d="100"/>
        </p:scale>
        <p:origin x="344" y="176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1986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4AA43A-3F76-4A13-9CD6-36134EB429E3}" type="datetimeFigureOut">
              <a:rPr lang="en-US"/>
              <a:t>2/24/25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0423A-8BCE-448E-A97B-03A88B2B12C1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51395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674A4F-2B7A-4ECB-A400-260B2FFC03C1}" type="datetimeFigureOut">
              <a:rPr lang="en-US"/>
              <a:t>2/24/25</a:t>
            </a:fld>
            <a:endParaRPr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F2A70B-78F2-4DCF-B53B-C990D2FAFB8A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11570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endParaRPr lang="en-US" altLang="en-US" sz="1100" cap="none" dirty="0">
              <a:latin typeface="Times New Roman" panose="02020603050405020304" pitchFamily="18" charset="0"/>
              <a:ea typeface="MS PGothic" panose="020B060007020508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AF2EB14-EE58-4013-A3C5-06E6C0F9CD66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724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endParaRPr lang="en-US" altLang="en-US" sz="1100" cap="none" dirty="0">
              <a:latin typeface="Times New Roman" panose="02020603050405020304" pitchFamily="18" charset="0"/>
              <a:ea typeface="MS PGothic" panose="020B060007020508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AF2EB14-EE58-4013-A3C5-06E6C0F9CD66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3567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2A70B-78F2-4DCF-B53B-C990D2FAFB8A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55678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2A70B-78F2-4DCF-B53B-C990D2FAFB8A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75753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2A70B-78F2-4DCF-B53B-C990D2FAFB8A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6487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2A70B-78F2-4DCF-B53B-C990D2FAFB8A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3940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2A70B-78F2-4DCF-B53B-C990D2FAFB8A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31482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2A70B-78F2-4DCF-B53B-C990D2FAFB8A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05022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88825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6675" y="2404534"/>
            <a:ext cx="7764913" cy="1646302"/>
          </a:xfrm>
        </p:spPr>
        <p:txBody>
          <a:bodyPr anchor="b">
            <a:noAutofit/>
          </a:bodyPr>
          <a:lstStyle>
            <a:lvl1pPr algn="r">
              <a:defRPr sz="5398">
                <a:solidFill>
                  <a:schemeClr val="accent1"/>
                </a:solidFill>
              </a:defRPr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6675" y="4050834"/>
            <a:ext cx="7764913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vi-VN"/>
              <a:t>Bấm để chỉnh sửa kiểu tiêu đề phụ của Bản cái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pPr/>
              <a:t>2/24/25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994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599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pPr/>
              <a:t>2/24/25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458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9" y="2700868"/>
            <a:ext cx="8594429" cy="1826581"/>
          </a:xfrm>
        </p:spPr>
        <p:txBody>
          <a:bodyPr anchor="b"/>
          <a:lstStyle>
            <a:lvl1pPr algn="l">
              <a:defRPr sz="3999" b="0" cap="none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860400"/>
          </a:xfrm>
        </p:spPr>
        <p:txBody>
          <a:bodyPr anchor="t"/>
          <a:lstStyle>
            <a:lvl1pPr marL="0" indent="0" algn="l">
              <a:buNone/>
              <a:defRPr sz="199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pPr/>
              <a:t>2/24/25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6866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158" y="2160589"/>
            <a:ext cx="4182945" cy="3880772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8645" y="2160590"/>
            <a:ext cx="4182944" cy="3880773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pPr/>
              <a:t>2/24/25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2671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570" y="2160983"/>
            <a:ext cx="4184533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570" y="2737246"/>
            <a:ext cx="4184533" cy="3304117"/>
          </a:xfrm>
        </p:spPr>
        <p:txBody>
          <a:bodyPr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7058" y="2160983"/>
            <a:ext cx="4184528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7059" y="2737246"/>
            <a:ext cx="4184527" cy="3304117"/>
          </a:xfrm>
        </p:spPr>
        <p:txBody>
          <a:bodyPr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pPr/>
              <a:t>2/24/25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536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8" y="609600"/>
            <a:ext cx="8594429" cy="1320800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pPr/>
              <a:t>2/24/25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935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pPr/>
              <a:t>2/24/25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1030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8" y="1498604"/>
            <a:ext cx="3853524" cy="1278466"/>
          </a:xfrm>
        </p:spPr>
        <p:txBody>
          <a:bodyPr anchor="b">
            <a:normAutofit/>
          </a:bodyPr>
          <a:lstStyle>
            <a:lvl1pPr>
              <a:defRPr sz="1999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59222" y="514925"/>
            <a:ext cx="4512366" cy="5526437"/>
          </a:xfrm>
        </p:spPr>
        <p:txBody>
          <a:bodyPr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158" y="2777069"/>
            <a:ext cx="3853524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6926" indent="0">
              <a:buNone/>
              <a:defRPr sz="1400"/>
            </a:lvl2pPr>
            <a:lvl3pPr marL="913852" indent="0">
              <a:buNone/>
              <a:defRPr sz="1200"/>
            </a:lvl3pPr>
            <a:lvl4pPr marL="1370778" indent="0">
              <a:buNone/>
              <a:defRPr sz="1000"/>
            </a:lvl4pPr>
            <a:lvl5pPr marL="1827703" indent="0">
              <a:buNone/>
              <a:defRPr sz="1000"/>
            </a:lvl5pPr>
            <a:lvl6pPr marL="2284628" indent="0">
              <a:buNone/>
              <a:defRPr sz="1000"/>
            </a:lvl6pPr>
            <a:lvl7pPr marL="2741554" indent="0">
              <a:buNone/>
              <a:defRPr sz="1000"/>
            </a:lvl7pPr>
            <a:lvl8pPr marL="3198480" indent="0">
              <a:buNone/>
              <a:defRPr sz="1000"/>
            </a:lvl8pPr>
            <a:lvl9pPr marL="3655406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pPr/>
              <a:t>2/24/25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4171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8" y="4800600"/>
            <a:ext cx="8594428" cy="566738"/>
          </a:xfrm>
        </p:spPr>
        <p:txBody>
          <a:bodyPr anchor="b">
            <a:normAutofit/>
          </a:bodyPr>
          <a:lstStyle>
            <a:lvl1pPr algn="l">
              <a:defRPr sz="2399" b="0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158" y="609600"/>
            <a:ext cx="8594429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vi-VN"/>
              <a:t>Bấm biểu tượng để thêm hình ảnh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158" y="5367338"/>
            <a:ext cx="8594428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pPr/>
              <a:t>2/24/25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2323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êu đề và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9" y="609600"/>
            <a:ext cx="8594429" cy="3403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470400"/>
            <a:ext cx="8594429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pPr/>
              <a:t>2/24/25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788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ích dẫn cùng vớ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092" y="609600"/>
            <a:ext cx="8092026" cy="3022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5783" y="3632200"/>
            <a:ext cx="7222643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470400"/>
            <a:ext cx="8594429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pPr/>
              <a:t>2/24/25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729" y="790378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0695" y="2886556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1799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041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nh Thiế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9" y="1931988"/>
            <a:ext cx="8594429" cy="2595460"/>
          </a:xfrm>
        </p:spPr>
        <p:txBody>
          <a:bodyPr anchor="b">
            <a:normAutofit/>
          </a:bodyPr>
          <a:lstStyle>
            <a:lvl1pPr algn="l">
              <a:defRPr sz="4399" b="0" cap="none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pPr/>
              <a:t>2/24/25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5904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ích dẫn Danh Thiế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092" y="609600"/>
            <a:ext cx="8092026" cy="3022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156" y="4013200"/>
            <a:ext cx="8594430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3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pPr/>
              <a:t>2/24/25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729" y="790378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0695" y="2886556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780440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Đúng hoặc Sa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621" y="609600"/>
            <a:ext cx="8585966" cy="3022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156" y="4013200"/>
            <a:ext cx="8594430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399">
                <a:solidFill>
                  <a:schemeClr val="accent1"/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pPr/>
              <a:t>2/24/25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99679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pPr/>
              <a:t>2/24/25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52125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5599" y="609600"/>
            <a:ext cx="1304403" cy="5251451"/>
          </a:xfrm>
        </p:spPr>
        <p:txBody>
          <a:bodyPr vert="eaVert" anchor="ctr"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159" y="609600"/>
            <a:ext cx="7058311" cy="5251450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pPr/>
              <a:t>2/24/25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9252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88825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158" y="609600"/>
            <a:ext cx="8594429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8" y="2160590"/>
            <a:ext cx="8594429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3257" y="6041363"/>
            <a:ext cx="9117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FE8FB1-0A7A-443E-AAF7-31D4FA1AA312}" type="datetimeFigureOut">
              <a:rPr lang="en-US" smtClean="0"/>
              <a:pPr/>
              <a:t>2/24/25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158" y="6041363"/>
            <a:ext cx="62959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88426" y="6041363"/>
            <a:ext cx="68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5BA54BD-C84D-46CE-8B72-31BFB26ABA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337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6" r:id="rId1"/>
    <p:sldLayoutId id="2147483857" r:id="rId2"/>
    <p:sldLayoutId id="2147483858" r:id="rId3"/>
    <p:sldLayoutId id="2147483859" r:id="rId4"/>
    <p:sldLayoutId id="2147483860" r:id="rId5"/>
    <p:sldLayoutId id="2147483861" r:id="rId6"/>
    <p:sldLayoutId id="2147483862" r:id="rId7"/>
    <p:sldLayoutId id="2147483863" r:id="rId8"/>
    <p:sldLayoutId id="2147483864" r:id="rId9"/>
    <p:sldLayoutId id="2147483865" r:id="rId10"/>
    <p:sldLayoutId id="2147483866" r:id="rId11"/>
    <p:sldLayoutId id="2147483867" r:id="rId12"/>
    <p:sldLayoutId id="2147483868" r:id="rId13"/>
    <p:sldLayoutId id="2147483869" r:id="rId14"/>
    <p:sldLayoutId id="2147483870" r:id="rId15"/>
    <p:sldLayoutId id="2147483871" r:id="rId1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457063" rtl="0" eaLnBrk="1" latinLnBrk="0" hangingPunct="1">
        <a:spcBef>
          <a:spcPct val="0"/>
        </a:spcBef>
        <a:buNone/>
        <a:defRPr sz="3599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797" indent="-342797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799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727" indent="-285664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2657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599720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6783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3846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0908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7971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5034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2055812" y="1066800"/>
            <a:ext cx="7728858" cy="37577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39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HGMaruGothicMPRO" panose="020F0609000000000000" pitchFamily="49" charset="-128"/>
                <a:ea typeface="HGMaruGothicMPRO" panose="020F0609000000000000" pitchFamily="49" charset="-128"/>
              </a:rPr>
              <a:t>漢字</a:t>
            </a:r>
            <a:endParaRPr lang="en-US" sz="24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HGMaruGothicMPRO" panose="020F0609000000000000" pitchFamily="49" charset="-128"/>
              <a:ea typeface="HGMaruGothicMPRO" panose="020F0609000000000000" pitchFamily="49" charset="-128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494213" y="4615429"/>
            <a:ext cx="2852056" cy="104732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LESSON 6</a:t>
            </a:r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Rounded MT Bold" panose="020F070403050403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1606" y="31007"/>
            <a:ext cx="2297269" cy="51360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BE68511A-B694-42CD-A800-03EE79BA730E}"/>
              </a:ext>
            </a:extLst>
          </p:cNvPr>
          <p:cNvSpPr txBox="1"/>
          <p:nvPr/>
        </p:nvSpPr>
        <p:spPr>
          <a:xfrm>
            <a:off x="8828067" y="5478083"/>
            <a:ext cx="1913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NGUYEN CUONG</a:t>
            </a:r>
          </a:p>
        </p:txBody>
      </p:sp>
    </p:spTree>
    <p:extLst>
      <p:ext uri="{BB962C8B-B14F-4D97-AF65-F5344CB8AC3E}">
        <p14:creationId xmlns:p14="http://schemas.microsoft.com/office/powerpoint/2010/main" val="1920111014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/>
          <p:cNvSpPr/>
          <p:nvPr/>
        </p:nvSpPr>
        <p:spPr>
          <a:xfrm>
            <a:off x="2526355" y="168128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来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531903" y="178639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帰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565574" y="182170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会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582544" y="182170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社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582679" y="187140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聞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6" name="Frame 15"/>
          <p:cNvSpPr/>
          <p:nvPr/>
        </p:nvSpPr>
        <p:spPr>
          <a:xfrm>
            <a:off x="6808711" y="1180595"/>
            <a:ext cx="4780349" cy="5029410"/>
          </a:xfrm>
          <a:prstGeom prst="frame">
            <a:avLst>
              <a:gd name="adj1" fmla="val 4437"/>
            </a:avLst>
          </a:prstGeom>
          <a:solidFill>
            <a:srgbClr val="0070C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439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今</a:t>
            </a:r>
            <a:endParaRPr lang="en-US" sz="2799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719746" y="6355994"/>
            <a:ext cx="1980684" cy="457081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79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(KIM)</a:t>
            </a:r>
          </a:p>
        </p:txBody>
      </p:sp>
      <p:sp>
        <p:nvSpPr>
          <p:cNvPr id="18" name="Rounded Rectangle 17"/>
          <p:cNvSpPr/>
          <p:nvPr/>
        </p:nvSpPr>
        <p:spPr>
          <a:xfrm rot="345610">
            <a:off x="10121594" y="909759"/>
            <a:ext cx="2197504" cy="609441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599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コン</a:t>
            </a:r>
            <a:endParaRPr lang="en-US" sz="3599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613574" y="187140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読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631732" y="209019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書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1" name="Rounded Rectangle 20"/>
          <p:cNvSpPr/>
          <p:nvPr/>
        </p:nvSpPr>
        <p:spPr>
          <a:xfrm rot="21010949">
            <a:off x="9235889" y="6021419"/>
            <a:ext cx="2042523" cy="609441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8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いま</a:t>
            </a:r>
            <a:endParaRPr lang="en-US" sz="28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1522412" y="148376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今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9648702" y="188482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話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pic>
        <p:nvPicPr>
          <p:cNvPr id="1026" name="Picture 2" descr="ä»ã®æ¸ãé (ç­é )åç»ã»ã¢ãã¡ã¼ã·ã§ã³[æ¼¢å­æ¸ãé ]">
            <a:extLst>
              <a:ext uri="{FF2B5EF4-FFF2-40B4-BE49-F238E27FC236}">
                <a16:creationId xmlns:a16="http://schemas.microsoft.com/office/drawing/2014/main" id="{9EEE0E6D-123A-4823-8938-4823D5CDDD31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1955" y="1524000"/>
            <a:ext cx="3579896" cy="3579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9429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d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2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7820D33D-6C2F-4986-9D61-E1CCBA9466A4}"/>
              </a:ext>
            </a:extLst>
          </p:cNvPr>
          <p:cNvSpPr txBox="1"/>
          <p:nvPr/>
        </p:nvSpPr>
        <p:spPr>
          <a:xfrm>
            <a:off x="2017642" y="765413"/>
            <a:ext cx="1658437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zh-TW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今日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8D7967F7-AB4A-4B04-8062-E1B7D5ABBD84}"/>
              </a:ext>
            </a:extLst>
          </p:cNvPr>
          <p:cNvSpPr txBox="1"/>
          <p:nvPr/>
        </p:nvSpPr>
        <p:spPr>
          <a:xfrm>
            <a:off x="3776622" y="765413"/>
            <a:ext cx="2402112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きょう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CE5DADB0-3896-465F-A23B-048BE10E51C4}"/>
              </a:ext>
            </a:extLst>
          </p:cNvPr>
          <p:cNvSpPr txBox="1"/>
          <p:nvPr/>
        </p:nvSpPr>
        <p:spPr>
          <a:xfrm>
            <a:off x="6670476" y="670265"/>
            <a:ext cx="2037212" cy="742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Hôm</a:t>
            </a:r>
            <a:r>
              <a:rPr lang="en-US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nay</a:t>
            </a:r>
            <a:endParaRPr lang="en-US" altLang="zh-TW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40F6CC28-7142-441C-A7F8-8922FF7DAC40}"/>
              </a:ext>
            </a:extLst>
          </p:cNvPr>
          <p:cNvSpPr txBox="1"/>
          <p:nvPr/>
        </p:nvSpPr>
        <p:spPr>
          <a:xfrm>
            <a:off x="1953064" y="1981549"/>
            <a:ext cx="1658437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zh-TW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今年</a:t>
            </a:r>
            <a:endParaRPr lang="en-US" sz="3600" b="1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E658D9A2-13A4-4852-BFF0-E403C36A611E}"/>
              </a:ext>
            </a:extLst>
          </p:cNvPr>
          <p:cNvSpPr txBox="1"/>
          <p:nvPr/>
        </p:nvSpPr>
        <p:spPr>
          <a:xfrm>
            <a:off x="3712044" y="1981549"/>
            <a:ext cx="2958432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ことし</a:t>
            </a:r>
            <a:endParaRPr lang="en-US" sz="3600" b="1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86B7024E-A0D8-48A4-B7A0-CAA066C9116C}"/>
              </a:ext>
            </a:extLst>
          </p:cNvPr>
          <p:cNvSpPr txBox="1"/>
          <p:nvPr/>
        </p:nvSpPr>
        <p:spPr>
          <a:xfrm>
            <a:off x="6616025" y="1742718"/>
            <a:ext cx="3565286" cy="742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nay</a:t>
            </a:r>
            <a:endParaRPr lang="en-US" altLang="zh-TW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C542D498-F78E-4A7F-93FC-3B248D05852D}"/>
              </a:ext>
            </a:extLst>
          </p:cNvPr>
          <p:cNvSpPr txBox="1"/>
          <p:nvPr/>
        </p:nvSpPr>
        <p:spPr>
          <a:xfrm>
            <a:off x="2012476" y="3032852"/>
            <a:ext cx="1658437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zh-TW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今月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7075EEC8-529B-4A13-9832-A1289C0224EE}"/>
              </a:ext>
            </a:extLst>
          </p:cNvPr>
          <p:cNvSpPr txBox="1"/>
          <p:nvPr/>
        </p:nvSpPr>
        <p:spPr>
          <a:xfrm>
            <a:off x="3771456" y="3032852"/>
            <a:ext cx="2402112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こんげつ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12" name="Hộp Văn bản 11">
            <a:extLst>
              <a:ext uri="{FF2B5EF4-FFF2-40B4-BE49-F238E27FC236}">
                <a16:creationId xmlns:a16="http://schemas.microsoft.com/office/drawing/2014/main" id="{94CDB339-614C-432D-AA32-B061160F94C3}"/>
              </a:ext>
            </a:extLst>
          </p:cNvPr>
          <p:cNvSpPr txBox="1"/>
          <p:nvPr/>
        </p:nvSpPr>
        <p:spPr>
          <a:xfrm>
            <a:off x="6611024" y="2811311"/>
            <a:ext cx="2402111" cy="742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Tháng</a:t>
            </a:r>
            <a:r>
              <a:rPr lang="en-US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endParaRPr lang="en-US" altLang="zh-TW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Hộp Văn bản 12">
            <a:extLst>
              <a:ext uri="{FF2B5EF4-FFF2-40B4-BE49-F238E27FC236}">
                <a16:creationId xmlns:a16="http://schemas.microsoft.com/office/drawing/2014/main" id="{CB60E5E6-AA76-473A-8383-267F8FD7B7B1}"/>
              </a:ext>
            </a:extLst>
          </p:cNvPr>
          <p:cNvSpPr txBox="1"/>
          <p:nvPr/>
        </p:nvSpPr>
        <p:spPr>
          <a:xfrm>
            <a:off x="1978409" y="4042724"/>
            <a:ext cx="1658437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zh-TW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今週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14" name="Hộp Văn bản 13">
            <a:extLst>
              <a:ext uri="{FF2B5EF4-FFF2-40B4-BE49-F238E27FC236}">
                <a16:creationId xmlns:a16="http://schemas.microsoft.com/office/drawing/2014/main" id="{FF297B5E-5E27-4FC3-A69C-B7DA0ABC7DD6}"/>
              </a:ext>
            </a:extLst>
          </p:cNvPr>
          <p:cNvSpPr txBox="1"/>
          <p:nvPr/>
        </p:nvSpPr>
        <p:spPr>
          <a:xfrm>
            <a:off x="3725446" y="4058916"/>
            <a:ext cx="2757268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こんしゅう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15" name="Hộp Văn bản 14">
            <a:extLst>
              <a:ext uri="{FF2B5EF4-FFF2-40B4-BE49-F238E27FC236}">
                <a16:creationId xmlns:a16="http://schemas.microsoft.com/office/drawing/2014/main" id="{136605E3-3B95-4172-B1AE-CFCA99FC5C94}"/>
              </a:ext>
            </a:extLst>
          </p:cNvPr>
          <p:cNvSpPr txBox="1"/>
          <p:nvPr/>
        </p:nvSpPr>
        <p:spPr>
          <a:xfrm>
            <a:off x="6670476" y="3845725"/>
            <a:ext cx="2037212" cy="742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Tuần</a:t>
            </a:r>
            <a:r>
              <a:rPr lang="en-US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endParaRPr lang="en-US" altLang="ja-JP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Hộp Văn bản 15">
            <a:extLst>
              <a:ext uri="{FF2B5EF4-FFF2-40B4-BE49-F238E27FC236}">
                <a16:creationId xmlns:a16="http://schemas.microsoft.com/office/drawing/2014/main" id="{C21ADC1F-F359-4285-9632-836F8209669C}"/>
              </a:ext>
            </a:extLst>
          </p:cNvPr>
          <p:cNvSpPr txBox="1"/>
          <p:nvPr/>
        </p:nvSpPr>
        <p:spPr>
          <a:xfrm>
            <a:off x="2025072" y="5110219"/>
            <a:ext cx="1658437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今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17" name="Hộp Văn bản 16">
            <a:extLst>
              <a:ext uri="{FF2B5EF4-FFF2-40B4-BE49-F238E27FC236}">
                <a16:creationId xmlns:a16="http://schemas.microsoft.com/office/drawing/2014/main" id="{43A08A36-0915-4861-8C3E-F44831F65A83}"/>
              </a:ext>
            </a:extLst>
          </p:cNvPr>
          <p:cNvSpPr txBox="1"/>
          <p:nvPr/>
        </p:nvSpPr>
        <p:spPr>
          <a:xfrm>
            <a:off x="3784052" y="5110219"/>
            <a:ext cx="2402112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いま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18" name="Hộp Văn bản 17">
            <a:extLst>
              <a:ext uri="{FF2B5EF4-FFF2-40B4-BE49-F238E27FC236}">
                <a16:creationId xmlns:a16="http://schemas.microsoft.com/office/drawing/2014/main" id="{C1F85AD9-EA15-462A-B506-B9A9F28AB6CE}"/>
              </a:ext>
            </a:extLst>
          </p:cNvPr>
          <p:cNvSpPr txBox="1"/>
          <p:nvPr/>
        </p:nvSpPr>
        <p:spPr>
          <a:xfrm>
            <a:off x="6670476" y="4884979"/>
            <a:ext cx="2037212" cy="742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Bây</a:t>
            </a:r>
            <a:r>
              <a:rPr lang="en-US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giờ</a:t>
            </a:r>
            <a:endParaRPr lang="vi-V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620510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6189618" y="1451883"/>
            <a:ext cx="4781594" cy="5030720"/>
          </a:xfrm>
          <a:prstGeom prst="frame">
            <a:avLst>
              <a:gd name="adj1" fmla="val 4437"/>
            </a:avLst>
          </a:prstGeom>
          <a:solidFill>
            <a:srgbClr val="0070C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来</a:t>
            </a:r>
            <a:endParaRPr lang="en-US" sz="2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721497" y="6356756"/>
            <a:ext cx="1981200" cy="45720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(LAI)</a:t>
            </a:r>
          </a:p>
        </p:txBody>
      </p:sp>
      <p:sp>
        <p:nvSpPr>
          <p:cNvPr id="16" name="Rounded Rectangle 15"/>
          <p:cNvSpPr/>
          <p:nvPr/>
        </p:nvSpPr>
        <p:spPr>
          <a:xfrm rot="345610">
            <a:off x="9088997" y="1358190"/>
            <a:ext cx="2198076" cy="609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ライ</a:t>
            </a:r>
            <a:endParaRPr lang="en-US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7" name="Rounded Rectangle 16"/>
          <p:cNvSpPr/>
          <p:nvPr/>
        </p:nvSpPr>
        <p:spPr>
          <a:xfrm rot="21140809">
            <a:off x="9274780" y="5604893"/>
            <a:ext cx="2400943" cy="1043046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き・ます</a:t>
            </a:r>
            <a:r>
              <a:rPr lang="en-US" altLang="ja-JP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:</a:t>
            </a:r>
            <a:endParaRPr lang="en-US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526355" y="168128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来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531903" y="178639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帰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565574" y="182170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会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582544" y="182170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社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582679" y="187140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聞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613574" y="187140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読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631732" y="209019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書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1522412" y="148376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今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9648702" y="188482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話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pic>
        <p:nvPicPr>
          <p:cNvPr id="2050" name="Picture 2" descr="æ¥ã®æ¸ãé (ç­é )åç»ã»ã¢ãã¡ã¼ã·ã§ã³[æ¼¢å­æ¸ãé ]">
            <a:extLst>
              <a:ext uri="{FF2B5EF4-FFF2-40B4-BE49-F238E27FC236}">
                <a16:creationId xmlns:a16="http://schemas.microsoft.com/office/drawing/2014/main" id="{CB9EEA3F-5D80-4026-BEC9-DB16DC3177C7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4530" y="2362200"/>
            <a:ext cx="3214746" cy="3214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734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6" grpId="0" animBg="1"/>
      <p:bldP spid="1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7820D33D-6C2F-4986-9D61-E1CCBA9466A4}"/>
              </a:ext>
            </a:extLst>
          </p:cNvPr>
          <p:cNvSpPr txBox="1"/>
          <p:nvPr/>
        </p:nvSpPr>
        <p:spPr>
          <a:xfrm>
            <a:off x="2017642" y="765413"/>
            <a:ext cx="1658437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来週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8D7967F7-AB4A-4B04-8062-E1B7D5ABBD84}"/>
              </a:ext>
            </a:extLst>
          </p:cNvPr>
          <p:cNvSpPr txBox="1"/>
          <p:nvPr/>
        </p:nvSpPr>
        <p:spPr>
          <a:xfrm>
            <a:off x="3776622" y="765413"/>
            <a:ext cx="2402112" cy="547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らいしゅう</a:t>
            </a:r>
            <a:endParaRPr lang="en-US" sz="32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CE5DADB0-3896-465F-A23B-048BE10E51C4}"/>
              </a:ext>
            </a:extLst>
          </p:cNvPr>
          <p:cNvSpPr txBox="1"/>
          <p:nvPr/>
        </p:nvSpPr>
        <p:spPr>
          <a:xfrm>
            <a:off x="6670476" y="533400"/>
            <a:ext cx="2037212" cy="742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Tuần</a:t>
            </a:r>
            <a:r>
              <a:rPr lang="en-US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tới</a:t>
            </a:r>
            <a:endParaRPr lang="en-US" altLang="ja-JP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40F6CC28-7142-441C-A7F8-8922FF7DAC40}"/>
              </a:ext>
            </a:extLst>
          </p:cNvPr>
          <p:cNvSpPr txBox="1"/>
          <p:nvPr/>
        </p:nvSpPr>
        <p:spPr>
          <a:xfrm>
            <a:off x="1953064" y="1981549"/>
            <a:ext cx="1658437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来月</a:t>
            </a:r>
            <a:endParaRPr lang="en-US" sz="3600" b="1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E658D9A2-13A4-4852-BFF0-E403C36A611E}"/>
              </a:ext>
            </a:extLst>
          </p:cNvPr>
          <p:cNvSpPr txBox="1"/>
          <p:nvPr/>
        </p:nvSpPr>
        <p:spPr>
          <a:xfrm>
            <a:off x="3712044" y="1981549"/>
            <a:ext cx="2958432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らいげつ</a:t>
            </a:r>
            <a:endParaRPr lang="en-US" sz="3600" b="1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86B7024E-A0D8-48A4-B7A0-CAA066C9116C}"/>
              </a:ext>
            </a:extLst>
          </p:cNvPr>
          <p:cNvSpPr txBox="1"/>
          <p:nvPr/>
        </p:nvSpPr>
        <p:spPr>
          <a:xfrm>
            <a:off x="6616025" y="1742718"/>
            <a:ext cx="3565286" cy="742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Tháng</a:t>
            </a:r>
            <a:r>
              <a:rPr lang="en-US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tới</a:t>
            </a:r>
            <a:endParaRPr lang="en-US" altLang="ja-JP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C542D498-F78E-4A7F-93FC-3B248D05852D}"/>
              </a:ext>
            </a:extLst>
          </p:cNvPr>
          <p:cNvSpPr txBox="1"/>
          <p:nvPr/>
        </p:nvSpPr>
        <p:spPr>
          <a:xfrm>
            <a:off x="2012476" y="3032852"/>
            <a:ext cx="1658437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来年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7075EEC8-529B-4A13-9832-A1289C0224EE}"/>
              </a:ext>
            </a:extLst>
          </p:cNvPr>
          <p:cNvSpPr txBox="1"/>
          <p:nvPr/>
        </p:nvSpPr>
        <p:spPr>
          <a:xfrm>
            <a:off x="3771456" y="3032852"/>
            <a:ext cx="2402112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らいねん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12" name="Hộp Văn bản 11">
            <a:extLst>
              <a:ext uri="{FF2B5EF4-FFF2-40B4-BE49-F238E27FC236}">
                <a16:creationId xmlns:a16="http://schemas.microsoft.com/office/drawing/2014/main" id="{94CDB339-614C-432D-AA32-B061160F94C3}"/>
              </a:ext>
            </a:extLst>
          </p:cNvPr>
          <p:cNvSpPr txBox="1"/>
          <p:nvPr/>
        </p:nvSpPr>
        <p:spPr>
          <a:xfrm>
            <a:off x="6611024" y="2811311"/>
            <a:ext cx="2402111" cy="742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tới</a:t>
            </a:r>
            <a:endParaRPr lang="en-US" altLang="ja-JP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Hộp Văn bản 15">
            <a:extLst>
              <a:ext uri="{FF2B5EF4-FFF2-40B4-BE49-F238E27FC236}">
                <a16:creationId xmlns:a16="http://schemas.microsoft.com/office/drawing/2014/main" id="{C21ADC1F-F359-4285-9632-836F8209669C}"/>
              </a:ext>
            </a:extLst>
          </p:cNvPr>
          <p:cNvSpPr txBox="1"/>
          <p:nvPr/>
        </p:nvSpPr>
        <p:spPr>
          <a:xfrm>
            <a:off x="2025072" y="5110219"/>
            <a:ext cx="1658437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来ます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17" name="Hộp Văn bản 16">
            <a:extLst>
              <a:ext uri="{FF2B5EF4-FFF2-40B4-BE49-F238E27FC236}">
                <a16:creationId xmlns:a16="http://schemas.microsoft.com/office/drawing/2014/main" id="{43A08A36-0915-4861-8C3E-F44831F65A83}"/>
              </a:ext>
            </a:extLst>
          </p:cNvPr>
          <p:cNvSpPr txBox="1"/>
          <p:nvPr/>
        </p:nvSpPr>
        <p:spPr>
          <a:xfrm>
            <a:off x="3784052" y="5110219"/>
            <a:ext cx="2402112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きます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18" name="Hộp Văn bản 17">
            <a:extLst>
              <a:ext uri="{FF2B5EF4-FFF2-40B4-BE49-F238E27FC236}">
                <a16:creationId xmlns:a16="http://schemas.microsoft.com/office/drawing/2014/main" id="{C1F85AD9-EA15-462A-B506-B9A9F28AB6CE}"/>
              </a:ext>
            </a:extLst>
          </p:cNvPr>
          <p:cNvSpPr txBox="1"/>
          <p:nvPr/>
        </p:nvSpPr>
        <p:spPr>
          <a:xfrm>
            <a:off x="6670476" y="4884979"/>
            <a:ext cx="2037212" cy="742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endParaRPr lang="vi-V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613353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6" grpId="0"/>
      <p:bldP spid="17" grpId="0"/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6384212" y="1374683"/>
            <a:ext cx="4781594" cy="5030720"/>
          </a:xfrm>
          <a:prstGeom prst="frame">
            <a:avLst>
              <a:gd name="adj1" fmla="val 4437"/>
            </a:avLst>
          </a:prstGeom>
          <a:solidFill>
            <a:srgbClr val="0070C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帰</a:t>
            </a:r>
            <a:endParaRPr lang="en-US" sz="2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313612" y="6264696"/>
            <a:ext cx="1981200" cy="45720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(QUY)</a:t>
            </a:r>
          </a:p>
        </p:txBody>
      </p:sp>
      <p:sp>
        <p:nvSpPr>
          <p:cNvPr id="16" name="Rounded Rectangle 15"/>
          <p:cNvSpPr/>
          <p:nvPr/>
        </p:nvSpPr>
        <p:spPr>
          <a:xfrm rot="345610">
            <a:off x="10210809" y="1210145"/>
            <a:ext cx="2198076" cy="609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キ</a:t>
            </a:r>
            <a:endParaRPr lang="en-US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7" name="Rounded Rectangle 16"/>
          <p:cNvSpPr/>
          <p:nvPr/>
        </p:nvSpPr>
        <p:spPr>
          <a:xfrm rot="21140809">
            <a:off x="9966771" y="5692797"/>
            <a:ext cx="2167470" cy="940838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かえ・ります</a:t>
            </a:r>
            <a:endParaRPr lang="en-US" sz="24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526355" y="168128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来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531903" y="178639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帰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565574" y="182170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会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582544" y="182170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社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582679" y="187140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聞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613574" y="187140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読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631732" y="209019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書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1522412" y="148376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今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9648702" y="188482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話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pic>
        <p:nvPicPr>
          <p:cNvPr id="3074" name="Picture 2" descr="å¸°ã®æ¸ãé (ç­é )åç»ã»ã¢ãã¡ã¼ã·ã§ã³[æ¼¢å­æ¸ãé ]">
            <a:extLst>
              <a:ext uri="{FF2B5EF4-FFF2-40B4-BE49-F238E27FC236}">
                <a16:creationId xmlns:a16="http://schemas.microsoft.com/office/drawing/2014/main" id="{B04E58C5-DA4A-4D9B-93F6-FA53AC4B1F00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2758" y="1488311"/>
            <a:ext cx="2132815" cy="2132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Hộp Văn bản 17">
            <a:extLst>
              <a:ext uri="{FF2B5EF4-FFF2-40B4-BE49-F238E27FC236}">
                <a16:creationId xmlns:a16="http://schemas.microsoft.com/office/drawing/2014/main" id="{D1F0D933-1206-4BF7-8659-03B6C3BD20FC}"/>
              </a:ext>
            </a:extLst>
          </p:cNvPr>
          <p:cNvSpPr txBox="1"/>
          <p:nvPr/>
        </p:nvSpPr>
        <p:spPr>
          <a:xfrm>
            <a:off x="291590" y="4165708"/>
            <a:ext cx="1658437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帰国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28" name="Hộp Văn bản 27">
            <a:extLst>
              <a:ext uri="{FF2B5EF4-FFF2-40B4-BE49-F238E27FC236}">
                <a16:creationId xmlns:a16="http://schemas.microsoft.com/office/drawing/2014/main" id="{893B2832-F047-4F2B-9B61-C185065B0442}"/>
              </a:ext>
            </a:extLst>
          </p:cNvPr>
          <p:cNvSpPr txBox="1"/>
          <p:nvPr/>
        </p:nvSpPr>
        <p:spPr>
          <a:xfrm>
            <a:off x="2050570" y="4165708"/>
            <a:ext cx="2402112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きこく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29" name="Hộp Văn bản 28">
            <a:extLst>
              <a:ext uri="{FF2B5EF4-FFF2-40B4-BE49-F238E27FC236}">
                <a16:creationId xmlns:a16="http://schemas.microsoft.com/office/drawing/2014/main" id="{4D7388E7-4FE4-449E-87E8-1DDF9E90D6DC}"/>
              </a:ext>
            </a:extLst>
          </p:cNvPr>
          <p:cNvSpPr txBox="1"/>
          <p:nvPr/>
        </p:nvSpPr>
        <p:spPr>
          <a:xfrm>
            <a:off x="4610250" y="3962400"/>
            <a:ext cx="2037212" cy="742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nước</a:t>
            </a:r>
            <a:endParaRPr lang="en-US" altLang="ja-JP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Hộp Văn bản 29">
            <a:extLst>
              <a:ext uri="{FF2B5EF4-FFF2-40B4-BE49-F238E27FC236}">
                <a16:creationId xmlns:a16="http://schemas.microsoft.com/office/drawing/2014/main" id="{290D0B90-3A69-42F7-8FBE-3DAB235F1DFA}"/>
              </a:ext>
            </a:extLst>
          </p:cNvPr>
          <p:cNvSpPr txBox="1"/>
          <p:nvPr/>
        </p:nvSpPr>
        <p:spPr>
          <a:xfrm>
            <a:off x="227012" y="5381844"/>
            <a:ext cx="2777058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帰ります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31" name="Hộp Văn bản 30">
            <a:extLst>
              <a:ext uri="{FF2B5EF4-FFF2-40B4-BE49-F238E27FC236}">
                <a16:creationId xmlns:a16="http://schemas.microsoft.com/office/drawing/2014/main" id="{AC056FC3-489D-4C0C-AB56-2F59174FC811}"/>
              </a:ext>
            </a:extLst>
          </p:cNvPr>
          <p:cNvSpPr txBox="1"/>
          <p:nvPr/>
        </p:nvSpPr>
        <p:spPr>
          <a:xfrm>
            <a:off x="3214925" y="5397209"/>
            <a:ext cx="2958432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/>
              <a:t>かえります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3219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6" grpId="0" animBg="1"/>
      <p:bldP spid="17" grpId="0" animBg="1"/>
      <p:bldP spid="18" grpId="0"/>
      <p:bldP spid="28" grpId="0"/>
      <p:bldP spid="29" grpId="0"/>
      <p:bldP spid="30" grpId="0"/>
      <p:bldP spid="3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ame 9"/>
          <p:cNvSpPr/>
          <p:nvPr/>
        </p:nvSpPr>
        <p:spPr>
          <a:xfrm>
            <a:off x="1212716" y="1496430"/>
            <a:ext cx="4780349" cy="5029410"/>
          </a:xfrm>
          <a:prstGeom prst="frame">
            <a:avLst>
              <a:gd name="adj1" fmla="val 4437"/>
            </a:avLst>
          </a:prstGeom>
          <a:solidFill>
            <a:srgbClr val="00B05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439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会</a:t>
            </a:r>
            <a:endParaRPr lang="en-US" sz="2799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612548" y="6400026"/>
            <a:ext cx="1980684" cy="457081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79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(HỘI)</a:t>
            </a:r>
          </a:p>
        </p:txBody>
      </p:sp>
      <p:sp>
        <p:nvSpPr>
          <p:cNvPr id="12" name="Rounded Rectangle 11"/>
          <p:cNvSpPr/>
          <p:nvPr/>
        </p:nvSpPr>
        <p:spPr>
          <a:xfrm rot="861815">
            <a:off x="5155059" y="1390940"/>
            <a:ext cx="2197504" cy="609441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599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カイ</a:t>
            </a:r>
            <a:endParaRPr lang="en-US" sz="3599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3" name="Rounded Rectangle 12"/>
          <p:cNvSpPr/>
          <p:nvPr/>
        </p:nvSpPr>
        <p:spPr>
          <a:xfrm rot="21140809">
            <a:off x="5043599" y="5670928"/>
            <a:ext cx="2982099" cy="983645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2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あ・います</a:t>
            </a:r>
            <a:endParaRPr lang="en-US" sz="32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526355" y="168128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来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531903" y="178639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帰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565574" y="182170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会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582544" y="182170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社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582679" y="187140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聞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7613574" y="187140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読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631732" y="209019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書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522412" y="148376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今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9648702" y="188482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話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pic>
        <p:nvPicPr>
          <p:cNvPr id="4098" name="Picture 2" descr="ä¼ã®æ¸ãé (ç­é )åç»ã»ã¢ãã¡ã¼ã·ã§ã³[æ¼¢å­æ¸ãé ]">
            <a:extLst>
              <a:ext uri="{FF2B5EF4-FFF2-40B4-BE49-F238E27FC236}">
                <a16:creationId xmlns:a16="http://schemas.microsoft.com/office/drawing/2014/main" id="{858EC707-3C31-4DA6-BC46-2F1D72DBAAB2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9049" y="2247152"/>
            <a:ext cx="2608385" cy="2626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6891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CB35F700-C9ED-42D3-AE73-CFC875D81912}"/>
              </a:ext>
            </a:extLst>
          </p:cNvPr>
          <p:cNvSpPr txBox="1"/>
          <p:nvPr/>
        </p:nvSpPr>
        <p:spPr>
          <a:xfrm>
            <a:off x="1510790" y="1866030"/>
            <a:ext cx="1658437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/>
              <a:t>会見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737C33AA-5E2B-4F5E-B175-4546B422A68B}"/>
              </a:ext>
            </a:extLst>
          </p:cNvPr>
          <p:cNvSpPr txBox="1"/>
          <p:nvPr/>
        </p:nvSpPr>
        <p:spPr>
          <a:xfrm>
            <a:off x="3825821" y="1866030"/>
            <a:ext cx="2994397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/>
              <a:t>かいけん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6F5C936A-D84D-4D5E-9CFF-8909F547657A}"/>
              </a:ext>
            </a:extLst>
          </p:cNvPr>
          <p:cNvSpPr txBox="1"/>
          <p:nvPr/>
        </p:nvSpPr>
        <p:spPr>
          <a:xfrm>
            <a:off x="6990792" y="1698447"/>
            <a:ext cx="2837420" cy="904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4000" b="1" dirty="0"/>
              <a:t>H</a:t>
            </a:r>
            <a:r>
              <a:rPr lang="vi-VN" altLang="ja-JP" sz="4000" b="1" dirty="0" err="1"/>
              <a:t>ội</a:t>
            </a:r>
            <a:r>
              <a:rPr lang="vi-VN" altLang="ja-JP" sz="4000" b="1" dirty="0"/>
              <a:t> </a:t>
            </a:r>
            <a:r>
              <a:rPr lang="vi-VN" altLang="ja-JP" sz="4000" b="1" dirty="0" err="1"/>
              <a:t>họp</a:t>
            </a:r>
            <a:endParaRPr lang="en-US" altLang="ja-JP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A3778DA7-F245-4FAE-B008-78013D19FA25}"/>
              </a:ext>
            </a:extLst>
          </p:cNvPr>
          <p:cNvSpPr txBox="1"/>
          <p:nvPr/>
        </p:nvSpPr>
        <p:spPr>
          <a:xfrm>
            <a:off x="1446212" y="3082166"/>
            <a:ext cx="1658437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/>
              <a:t>国会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A6F0A155-FA3B-448C-8644-BBA705A848F6}"/>
              </a:ext>
            </a:extLst>
          </p:cNvPr>
          <p:cNvSpPr txBox="1"/>
          <p:nvPr/>
        </p:nvSpPr>
        <p:spPr>
          <a:xfrm>
            <a:off x="3761244" y="3082166"/>
            <a:ext cx="2958432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/>
              <a:t>こっかい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5E4B9D9D-0F51-4BA6-9F68-E89B4B9F6F67}"/>
              </a:ext>
            </a:extLst>
          </p:cNvPr>
          <p:cNvSpPr txBox="1"/>
          <p:nvPr/>
        </p:nvSpPr>
        <p:spPr>
          <a:xfrm>
            <a:off x="6929387" y="2807117"/>
            <a:ext cx="3565286" cy="904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4000" b="1" dirty="0"/>
              <a:t>Q</a:t>
            </a:r>
            <a:r>
              <a:rPr lang="vi-VN" altLang="ja-JP" sz="4000" b="1" dirty="0" err="1"/>
              <a:t>uốc</a:t>
            </a:r>
            <a:r>
              <a:rPr lang="vi-VN" altLang="ja-JP" sz="4000" b="1" dirty="0"/>
              <a:t> </a:t>
            </a:r>
            <a:r>
              <a:rPr lang="vi-VN" altLang="ja-JP" sz="4000" b="1" dirty="0" err="1"/>
              <a:t>hội</a:t>
            </a:r>
            <a:endParaRPr lang="en-US" altLang="ja-JP" sz="40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51FF4125-4E9C-4EBD-8B95-D0BDD127338B}"/>
              </a:ext>
            </a:extLst>
          </p:cNvPr>
          <p:cNvSpPr txBox="1"/>
          <p:nvPr/>
        </p:nvSpPr>
        <p:spPr>
          <a:xfrm>
            <a:off x="1505624" y="4310542"/>
            <a:ext cx="2607588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/>
              <a:t>会います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6F00B64D-220F-498A-8A31-B011DFB8AB4A}"/>
              </a:ext>
            </a:extLst>
          </p:cNvPr>
          <p:cNvSpPr txBox="1"/>
          <p:nvPr/>
        </p:nvSpPr>
        <p:spPr>
          <a:xfrm>
            <a:off x="4243015" y="4310542"/>
            <a:ext cx="2994397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/>
              <a:t>あいます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12" name="Hộp Văn bản 11">
            <a:extLst>
              <a:ext uri="{FF2B5EF4-FFF2-40B4-BE49-F238E27FC236}">
                <a16:creationId xmlns:a16="http://schemas.microsoft.com/office/drawing/2014/main" id="{781CAA2E-3FC0-4AA0-A8A0-2DE811E8AA69}"/>
              </a:ext>
            </a:extLst>
          </p:cNvPr>
          <p:cNvSpPr txBox="1"/>
          <p:nvPr/>
        </p:nvSpPr>
        <p:spPr>
          <a:xfrm>
            <a:off x="6990792" y="4092860"/>
            <a:ext cx="2037212" cy="9164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4000" b="1" dirty="0" err="1"/>
              <a:t>Gặp</a:t>
            </a:r>
            <a:endParaRPr lang="en-US" altLang="ja-JP" sz="4000" b="1" cap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928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ame 9"/>
          <p:cNvSpPr/>
          <p:nvPr/>
        </p:nvSpPr>
        <p:spPr>
          <a:xfrm>
            <a:off x="6582679" y="1678277"/>
            <a:ext cx="4780349" cy="5029410"/>
          </a:xfrm>
          <a:prstGeom prst="frame">
            <a:avLst>
              <a:gd name="adj1" fmla="val 4437"/>
            </a:avLst>
          </a:prstGeom>
          <a:solidFill>
            <a:srgbClr val="00B05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439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社</a:t>
            </a:r>
            <a:endParaRPr lang="en-US" sz="2799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668018" y="6420440"/>
            <a:ext cx="1980684" cy="457081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79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(XÃ)</a:t>
            </a:r>
          </a:p>
        </p:txBody>
      </p:sp>
      <p:sp>
        <p:nvSpPr>
          <p:cNvPr id="12" name="Rounded Rectangle 11"/>
          <p:cNvSpPr/>
          <p:nvPr/>
        </p:nvSpPr>
        <p:spPr>
          <a:xfrm rot="861815">
            <a:off x="10264276" y="1486192"/>
            <a:ext cx="2197504" cy="609441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599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シャ</a:t>
            </a:r>
            <a:endParaRPr lang="en-US" sz="3599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526355" y="168128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来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531903" y="178639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帰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565574" y="182170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会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582544" y="182170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社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582679" y="187140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聞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7613574" y="187140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読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631732" y="209019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書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522412" y="148376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今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9648702" y="188482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話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pic>
        <p:nvPicPr>
          <p:cNvPr id="5122" name="Picture 2" descr="ç¤¾ã®æ¸ãé (ç­é )åç»ã»ã¢ãã¡ã¼ã·ã§ã³[æ¼¢å­æ¸ãé ]">
            <a:extLst>
              <a:ext uri="{FF2B5EF4-FFF2-40B4-BE49-F238E27FC236}">
                <a16:creationId xmlns:a16="http://schemas.microsoft.com/office/drawing/2014/main" id="{B30890AD-43BB-40E9-AFC4-419A3D644D21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6329" y="1552552"/>
            <a:ext cx="2280000" cy="22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Hộp Văn bản 24">
            <a:extLst>
              <a:ext uri="{FF2B5EF4-FFF2-40B4-BE49-F238E27FC236}">
                <a16:creationId xmlns:a16="http://schemas.microsoft.com/office/drawing/2014/main" id="{85C217B0-EAA5-46DE-A234-732BF69D9B4C}"/>
              </a:ext>
            </a:extLst>
          </p:cNvPr>
          <p:cNvSpPr txBox="1"/>
          <p:nvPr/>
        </p:nvSpPr>
        <p:spPr>
          <a:xfrm>
            <a:off x="672590" y="4441333"/>
            <a:ext cx="1658437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/>
              <a:t>会社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26" name="Hộp Văn bản 25">
            <a:extLst>
              <a:ext uri="{FF2B5EF4-FFF2-40B4-BE49-F238E27FC236}">
                <a16:creationId xmlns:a16="http://schemas.microsoft.com/office/drawing/2014/main" id="{9FF3D7E5-8B08-435B-B442-1C03AFA82464}"/>
              </a:ext>
            </a:extLst>
          </p:cNvPr>
          <p:cNvSpPr txBox="1"/>
          <p:nvPr/>
        </p:nvSpPr>
        <p:spPr>
          <a:xfrm>
            <a:off x="2431570" y="4441333"/>
            <a:ext cx="2402112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/>
              <a:t>かいしゃ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27" name="Hộp Văn bản 26">
            <a:extLst>
              <a:ext uri="{FF2B5EF4-FFF2-40B4-BE49-F238E27FC236}">
                <a16:creationId xmlns:a16="http://schemas.microsoft.com/office/drawing/2014/main" id="{921AAB1C-70DC-473E-9898-2BAECBE1E9FA}"/>
              </a:ext>
            </a:extLst>
          </p:cNvPr>
          <p:cNvSpPr txBox="1"/>
          <p:nvPr/>
        </p:nvSpPr>
        <p:spPr>
          <a:xfrm>
            <a:off x="4991250" y="4238025"/>
            <a:ext cx="2037212" cy="741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3200" b="1" dirty="0"/>
              <a:t>C</a:t>
            </a:r>
            <a:r>
              <a:rPr lang="vi-VN" altLang="ja-JP" sz="3200" b="1" dirty="0"/>
              <a:t>ông ty</a:t>
            </a:r>
            <a:endParaRPr lang="en-US" altLang="ja-JP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Hộp Văn bản 27">
            <a:extLst>
              <a:ext uri="{FF2B5EF4-FFF2-40B4-BE49-F238E27FC236}">
                <a16:creationId xmlns:a16="http://schemas.microsoft.com/office/drawing/2014/main" id="{2DDD73A0-0DD2-4037-8E75-7732FE865193}"/>
              </a:ext>
            </a:extLst>
          </p:cNvPr>
          <p:cNvSpPr txBox="1"/>
          <p:nvPr/>
        </p:nvSpPr>
        <p:spPr>
          <a:xfrm>
            <a:off x="608012" y="5657469"/>
            <a:ext cx="1658437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/>
              <a:t>社会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29" name="Hộp Văn bản 28">
            <a:extLst>
              <a:ext uri="{FF2B5EF4-FFF2-40B4-BE49-F238E27FC236}">
                <a16:creationId xmlns:a16="http://schemas.microsoft.com/office/drawing/2014/main" id="{7182227D-4118-459A-B0E0-3362F61F53DA}"/>
              </a:ext>
            </a:extLst>
          </p:cNvPr>
          <p:cNvSpPr txBox="1"/>
          <p:nvPr/>
        </p:nvSpPr>
        <p:spPr>
          <a:xfrm>
            <a:off x="2366992" y="5657469"/>
            <a:ext cx="2958432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/>
              <a:t>しゃかい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30" name="Hộp Văn bản 29">
            <a:extLst>
              <a:ext uri="{FF2B5EF4-FFF2-40B4-BE49-F238E27FC236}">
                <a16:creationId xmlns:a16="http://schemas.microsoft.com/office/drawing/2014/main" id="{258F9D1F-E508-4CA5-B65F-24E4938369F1}"/>
              </a:ext>
            </a:extLst>
          </p:cNvPr>
          <p:cNvSpPr txBox="1"/>
          <p:nvPr/>
        </p:nvSpPr>
        <p:spPr>
          <a:xfrm>
            <a:off x="4964710" y="5419924"/>
            <a:ext cx="3565286" cy="741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3200" b="1" dirty="0"/>
              <a:t>X</a:t>
            </a:r>
            <a:r>
              <a:rPr lang="vi-VN" altLang="ja-JP" sz="3200" b="1" dirty="0"/>
              <a:t>ã </a:t>
            </a:r>
            <a:r>
              <a:rPr lang="vi-VN" altLang="ja-JP" sz="3200" b="1" dirty="0" err="1"/>
              <a:t>hội</a:t>
            </a:r>
            <a:endParaRPr lang="en-US" altLang="ja-JP" sz="32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2095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25" grpId="0"/>
      <p:bldP spid="26" grpId="0"/>
      <p:bldP spid="27" grpId="0"/>
      <p:bldP spid="28" grpId="0"/>
      <p:bldP spid="29" grpId="0"/>
      <p:bldP spid="3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5507084" y="1530688"/>
            <a:ext cx="4781594" cy="5030720"/>
          </a:xfrm>
          <a:prstGeom prst="frame">
            <a:avLst>
              <a:gd name="adj1" fmla="val 4437"/>
            </a:avLst>
          </a:prstGeom>
          <a:solidFill>
            <a:srgbClr val="C0000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聞</a:t>
            </a:r>
            <a:endParaRPr lang="en-US" sz="2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92897" y="6400800"/>
            <a:ext cx="1981200" cy="457200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(VĂN)</a:t>
            </a:r>
          </a:p>
        </p:txBody>
      </p:sp>
      <p:sp>
        <p:nvSpPr>
          <p:cNvPr id="16" name="Rounded Rectangle 15"/>
          <p:cNvSpPr/>
          <p:nvPr/>
        </p:nvSpPr>
        <p:spPr>
          <a:xfrm rot="861815">
            <a:off x="9035158" y="1541238"/>
            <a:ext cx="2198076" cy="609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ブン</a:t>
            </a:r>
            <a:endParaRPr lang="en-US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7" name="Rounded Rectangle 16"/>
          <p:cNvSpPr/>
          <p:nvPr/>
        </p:nvSpPr>
        <p:spPr>
          <a:xfrm rot="21140809">
            <a:off x="9049449" y="5697806"/>
            <a:ext cx="2738931" cy="971352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8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き・きます</a:t>
            </a:r>
            <a:endParaRPr lang="en-US" sz="28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2526355" y="168128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来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531903" y="178639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帰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565574" y="182170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会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582544" y="182170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社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582679" y="187140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聞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613574" y="187140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読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8631732" y="209019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書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1522412" y="148376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今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9648702" y="188482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話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pic>
        <p:nvPicPr>
          <p:cNvPr id="6146" name="Picture 2" descr="èã®æ¸ãé (ç­é )åç»ã»ã¢ãã¡ã¼ã·ã§ã³[æ¼¢å­æ¸ãé ]">
            <a:extLst>
              <a:ext uri="{FF2B5EF4-FFF2-40B4-BE49-F238E27FC236}">
                <a16:creationId xmlns:a16="http://schemas.microsoft.com/office/drawing/2014/main" id="{5A65A9D6-F1B4-4D40-9DE7-CEBB5F7BD790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6263" y="1311527"/>
            <a:ext cx="1957325" cy="1957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Hộp Văn bản 17">
            <a:extLst>
              <a:ext uri="{FF2B5EF4-FFF2-40B4-BE49-F238E27FC236}">
                <a16:creationId xmlns:a16="http://schemas.microsoft.com/office/drawing/2014/main" id="{19941708-566F-4FA0-BE02-639221FB9673}"/>
              </a:ext>
            </a:extLst>
          </p:cNvPr>
          <p:cNvSpPr txBox="1"/>
          <p:nvPr/>
        </p:nvSpPr>
        <p:spPr>
          <a:xfrm>
            <a:off x="367791" y="3609729"/>
            <a:ext cx="1154622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新聞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19" name="Hộp Văn bản 18">
            <a:extLst>
              <a:ext uri="{FF2B5EF4-FFF2-40B4-BE49-F238E27FC236}">
                <a16:creationId xmlns:a16="http://schemas.microsoft.com/office/drawing/2014/main" id="{7F8AFBA9-E0DC-480A-A733-1760C2BCB7E6}"/>
              </a:ext>
            </a:extLst>
          </p:cNvPr>
          <p:cNvSpPr txBox="1"/>
          <p:nvPr/>
        </p:nvSpPr>
        <p:spPr>
          <a:xfrm>
            <a:off x="1777637" y="3589148"/>
            <a:ext cx="2036754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しんぶん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21" name="Hộp Văn bản 20">
            <a:extLst>
              <a:ext uri="{FF2B5EF4-FFF2-40B4-BE49-F238E27FC236}">
                <a16:creationId xmlns:a16="http://schemas.microsoft.com/office/drawing/2014/main" id="{D192287F-F991-4E67-87A4-C08BFBA8B4D5}"/>
              </a:ext>
            </a:extLst>
          </p:cNvPr>
          <p:cNvSpPr txBox="1"/>
          <p:nvPr/>
        </p:nvSpPr>
        <p:spPr>
          <a:xfrm>
            <a:off x="4253697" y="3332775"/>
            <a:ext cx="2037212" cy="742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vi-VN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áo</a:t>
            </a:r>
            <a:endParaRPr lang="en-US" altLang="ja-JP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Hộp Văn bản 29">
            <a:extLst>
              <a:ext uri="{FF2B5EF4-FFF2-40B4-BE49-F238E27FC236}">
                <a16:creationId xmlns:a16="http://schemas.microsoft.com/office/drawing/2014/main" id="{8B748DE5-5B44-49E8-ACE8-62EF6345DE83}"/>
              </a:ext>
            </a:extLst>
          </p:cNvPr>
          <p:cNvSpPr txBox="1"/>
          <p:nvPr/>
        </p:nvSpPr>
        <p:spPr>
          <a:xfrm>
            <a:off x="-77788" y="4881619"/>
            <a:ext cx="2039437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聞きます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31" name="Hộp Văn bản 30">
            <a:extLst>
              <a:ext uri="{FF2B5EF4-FFF2-40B4-BE49-F238E27FC236}">
                <a16:creationId xmlns:a16="http://schemas.microsoft.com/office/drawing/2014/main" id="{BE2B8053-85BC-4123-A6DB-5390F07EA56B}"/>
              </a:ext>
            </a:extLst>
          </p:cNvPr>
          <p:cNvSpPr txBox="1"/>
          <p:nvPr/>
        </p:nvSpPr>
        <p:spPr>
          <a:xfrm>
            <a:off x="2030991" y="4881619"/>
            <a:ext cx="2036754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ききます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32" name="Hộp Văn bản 31">
            <a:extLst>
              <a:ext uri="{FF2B5EF4-FFF2-40B4-BE49-F238E27FC236}">
                <a16:creationId xmlns:a16="http://schemas.microsoft.com/office/drawing/2014/main" id="{94371068-CEAB-447F-BBFF-13FCB4DF5054}"/>
              </a:ext>
            </a:extLst>
          </p:cNvPr>
          <p:cNvSpPr txBox="1"/>
          <p:nvPr/>
        </p:nvSpPr>
        <p:spPr>
          <a:xfrm>
            <a:off x="4137087" y="4728899"/>
            <a:ext cx="1957325" cy="1481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vi-VN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ghe</a:t>
            </a:r>
            <a:r>
              <a:rPr lang="en-US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>
              <a:lnSpc>
                <a:spcPct val="150000"/>
              </a:lnSpc>
            </a:pPr>
            <a:r>
              <a:rPr lang="en-US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hỏi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959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u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6" grpId="0" animBg="1"/>
      <p:bldP spid="17" grpId="0" animBg="1"/>
      <p:bldP spid="18" grpId="0"/>
      <p:bldP spid="19" grpId="0"/>
      <p:bldP spid="21" grpId="0"/>
      <p:bldP spid="30" grpId="0"/>
      <p:bldP spid="31" grpId="0"/>
      <p:bldP spid="3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5321300" y="1451883"/>
            <a:ext cx="4781594" cy="5030720"/>
          </a:xfrm>
          <a:prstGeom prst="frame">
            <a:avLst>
              <a:gd name="adj1" fmla="val 4437"/>
            </a:avLst>
          </a:prstGeom>
          <a:solidFill>
            <a:srgbClr val="0070C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読</a:t>
            </a:r>
            <a:endParaRPr lang="en-US" sz="2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721497" y="6356756"/>
            <a:ext cx="1981200" cy="45720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(ĐỘC)</a:t>
            </a:r>
          </a:p>
        </p:txBody>
      </p:sp>
      <p:sp>
        <p:nvSpPr>
          <p:cNvPr id="16" name="Rounded Rectangle 15"/>
          <p:cNvSpPr/>
          <p:nvPr/>
        </p:nvSpPr>
        <p:spPr>
          <a:xfrm rot="345610">
            <a:off x="9088997" y="1358190"/>
            <a:ext cx="2198076" cy="609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ドク</a:t>
            </a:r>
            <a:endParaRPr lang="en-US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7" name="Rounded Rectangle 16"/>
          <p:cNvSpPr/>
          <p:nvPr/>
        </p:nvSpPr>
        <p:spPr>
          <a:xfrm rot="21140809">
            <a:off x="9282627" y="5722193"/>
            <a:ext cx="2167470" cy="940838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よ・みます：</a:t>
            </a:r>
            <a:r>
              <a:rPr lang="vi-VN" altLang="ja-JP" sz="24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đọc</a:t>
            </a:r>
            <a:endParaRPr lang="en-US" sz="24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526355" y="168128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来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531903" y="178639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帰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565574" y="182170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会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582544" y="182170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社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582679" y="187140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聞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613574" y="187140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読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631732" y="209019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書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1522412" y="148376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今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9648702" y="188482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話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pic>
        <p:nvPicPr>
          <p:cNvPr id="7170" name="Picture 2" descr="èª­ã®æ¸ãé (ç­é )åç»ã»ã¢ãã¡ã¼ã·ã§ã³[æ¼¢å­æ¸ãé ]">
            <a:extLst>
              <a:ext uri="{FF2B5EF4-FFF2-40B4-BE49-F238E27FC236}">
                <a16:creationId xmlns:a16="http://schemas.microsoft.com/office/drawing/2014/main" id="{2C52B7E8-5D34-44B4-816C-D2F7A82B4029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755" y="2076856"/>
            <a:ext cx="3505199" cy="3505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9111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6" grpId="0" animBg="1"/>
      <p:bldP spid="1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CB35F700-C9ED-42D3-AE73-CFC875D81912}"/>
              </a:ext>
            </a:extLst>
          </p:cNvPr>
          <p:cNvSpPr txBox="1"/>
          <p:nvPr/>
        </p:nvSpPr>
        <p:spPr>
          <a:xfrm>
            <a:off x="836612" y="1866030"/>
            <a:ext cx="2332615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/>
              <a:t>読み物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737C33AA-5E2B-4F5E-B175-4546B422A68B}"/>
              </a:ext>
            </a:extLst>
          </p:cNvPr>
          <p:cNvSpPr txBox="1"/>
          <p:nvPr/>
        </p:nvSpPr>
        <p:spPr>
          <a:xfrm>
            <a:off x="3825821" y="1866030"/>
            <a:ext cx="2994397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/>
              <a:t>よみもの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6F5C936A-D84D-4D5E-9CFF-8909F547657A}"/>
              </a:ext>
            </a:extLst>
          </p:cNvPr>
          <p:cNvSpPr txBox="1"/>
          <p:nvPr/>
        </p:nvSpPr>
        <p:spPr>
          <a:xfrm>
            <a:off x="6990792" y="1698447"/>
            <a:ext cx="3713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vi-VN" altLang="ja-JP" sz="4000" b="1" dirty="0" err="1"/>
              <a:t>sách</a:t>
            </a:r>
            <a:r>
              <a:rPr lang="vi-VN" altLang="ja-JP" sz="4000" b="1" dirty="0"/>
              <a:t>, </a:t>
            </a:r>
            <a:r>
              <a:rPr lang="vi-VN" altLang="ja-JP" sz="4000" b="1" dirty="0" err="1"/>
              <a:t>tạp</a:t>
            </a:r>
            <a:r>
              <a:rPr lang="vi-VN" altLang="ja-JP" sz="4000" b="1" dirty="0"/>
              <a:t> </a:t>
            </a:r>
            <a:r>
              <a:rPr lang="vi-VN" altLang="ja-JP" sz="4000" b="1" dirty="0" err="1"/>
              <a:t>chí</a:t>
            </a:r>
            <a:r>
              <a:rPr lang="vi-VN" altLang="ja-JP" sz="4000" b="1" dirty="0"/>
              <a:t>...</a:t>
            </a:r>
            <a:endParaRPr lang="en-US" altLang="ja-JP" sz="4000" b="1" dirty="0"/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A3778DA7-F245-4FAE-B008-78013D19FA25}"/>
              </a:ext>
            </a:extLst>
          </p:cNvPr>
          <p:cNvSpPr txBox="1"/>
          <p:nvPr/>
        </p:nvSpPr>
        <p:spPr>
          <a:xfrm>
            <a:off x="912812" y="3082166"/>
            <a:ext cx="2191837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/>
              <a:t>読書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A6F0A155-FA3B-448C-8644-BBA705A848F6}"/>
              </a:ext>
            </a:extLst>
          </p:cNvPr>
          <p:cNvSpPr txBox="1"/>
          <p:nvPr/>
        </p:nvSpPr>
        <p:spPr>
          <a:xfrm>
            <a:off x="3761244" y="3082166"/>
            <a:ext cx="2958432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/>
              <a:t>どくしょ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5E4B9D9D-0F51-4BA6-9F68-E89B4B9F6F67}"/>
              </a:ext>
            </a:extLst>
          </p:cNvPr>
          <p:cNvSpPr txBox="1"/>
          <p:nvPr/>
        </p:nvSpPr>
        <p:spPr>
          <a:xfrm>
            <a:off x="6929387" y="2807117"/>
            <a:ext cx="3565286" cy="904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altLang="ja-JP" sz="4000" b="1" dirty="0" err="1"/>
              <a:t>đọc</a:t>
            </a:r>
            <a:r>
              <a:rPr lang="vi-VN" altLang="ja-JP" sz="4000" b="1" dirty="0"/>
              <a:t> </a:t>
            </a:r>
            <a:r>
              <a:rPr lang="vi-VN" altLang="ja-JP" sz="4000" b="1" dirty="0" err="1"/>
              <a:t>sách</a:t>
            </a:r>
            <a:endParaRPr lang="en-US" altLang="ja-JP" sz="40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51FF4125-4E9C-4EBD-8B95-D0BDD127338B}"/>
              </a:ext>
            </a:extLst>
          </p:cNvPr>
          <p:cNvSpPr txBox="1"/>
          <p:nvPr/>
        </p:nvSpPr>
        <p:spPr>
          <a:xfrm>
            <a:off x="914972" y="4311658"/>
            <a:ext cx="2607588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/>
              <a:t>読みます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6F00B64D-220F-498A-8A31-B011DFB8AB4A}"/>
              </a:ext>
            </a:extLst>
          </p:cNvPr>
          <p:cNvSpPr txBox="1"/>
          <p:nvPr/>
        </p:nvSpPr>
        <p:spPr>
          <a:xfrm>
            <a:off x="4243015" y="4310542"/>
            <a:ext cx="2994397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/>
              <a:t>よみます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0744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5321300" y="1451883"/>
            <a:ext cx="4781594" cy="5030720"/>
          </a:xfrm>
          <a:prstGeom prst="frame">
            <a:avLst>
              <a:gd name="adj1" fmla="val 4437"/>
            </a:avLst>
          </a:prstGeom>
          <a:solidFill>
            <a:srgbClr val="0070C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書</a:t>
            </a:r>
            <a:endParaRPr lang="en-US" sz="2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721497" y="6356756"/>
            <a:ext cx="1981200" cy="45720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(THƯ)</a:t>
            </a:r>
          </a:p>
        </p:txBody>
      </p:sp>
      <p:sp>
        <p:nvSpPr>
          <p:cNvPr id="16" name="Rounded Rectangle 15"/>
          <p:cNvSpPr/>
          <p:nvPr/>
        </p:nvSpPr>
        <p:spPr>
          <a:xfrm rot="345610">
            <a:off x="9088997" y="1358190"/>
            <a:ext cx="2198076" cy="609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ショ</a:t>
            </a:r>
            <a:endParaRPr lang="en-US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7" name="Rounded Rectangle 16"/>
          <p:cNvSpPr/>
          <p:nvPr/>
        </p:nvSpPr>
        <p:spPr>
          <a:xfrm rot="21140809">
            <a:off x="9282305" y="5717387"/>
            <a:ext cx="2167470" cy="945665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8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か・きます</a:t>
            </a:r>
            <a:endParaRPr lang="en-US" sz="28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526355" y="168128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来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531903" y="178639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帰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565574" y="182170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会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582544" y="182170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社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582679" y="187140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聞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613574" y="187140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読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631732" y="209019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書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1522412" y="148376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今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9648702" y="188482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話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pic>
        <p:nvPicPr>
          <p:cNvPr id="8194" name="Picture 2" descr="æ¸ã®æ¸ãé (ç­é )åç»ã»ã¢ãã¡ã¼ã·ã§ã³[æ¼¢å­æ¸ãé ]">
            <a:extLst>
              <a:ext uri="{FF2B5EF4-FFF2-40B4-BE49-F238E27FC236}">
                <a16:creationId xmlns:a16="http://schemas.microsoft.com/office/drawing/2014/main" id="{E87DC587-006A-4C57-9D16-A05759C2C987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655" y="2092092"/>
            <a:ext cx="2819400" cy="281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6684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6" grpId="0" animBg="1"/>
      <p:bldP spid="1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CB35F700-C9ED-42D3-AE73-CFC875D81912}"/>
              </a:ext>
            </a:extLst>
          </p:cNvPr>
          <p:cNvSpPr txBox="1"/>
          <p:nvPr/>
        </p:nvSpPr>
        <p:spPr>
          <a:xfrm>
            <a:off x="836612" y="1866030"/>
            <a:ext cx="2332615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/>
              <a:t>書き物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737C33AA-5E2B-4F5E-B175-4546B422A68B}"/>
              </a:ext>
            </a:extLst>
          </p:cNvPr>
          <p:cNvSpPr txBox="1"/>
          <p:nvPr/>
        </p:nvSpPr>
        <p:spPr>
          <a:xfrm>
            <a:off x="3825821" y="1866030"/>
            <a:ext cx="2994397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/>
              <a:t>かきもの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6F5C936A-D84D-4D5E-9CFF-8909F547657A}"/>
              </a:ext>
            </a:extLst>
          </p:cNvPr>
          <p:cNvSpPr txBox="1"/>
          <p:nvPr/>
        </p:nvSpPr>
        <p:spPr>
          <a:xfrm>
            <a:off x="6990792" y="1698447"/>
            <a:ext cx="3713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ja-JP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vi-VN" altLang="ja-JP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út</a:t>
            </a:r>
            <a:r>
              <a:rPr lang="vi-VN" altLang="ja-JP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vi-VN" altLang="ja-JP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phấn</a:t>
            </a:r>
            <a:r>
              <a:rPr lang="vi-VN" altLang="ja-JP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altLang="ja-JP" sz="4000" b="1" dirty="0"/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A3778DA7-F245-4FAE-B008-78013D19FA25}"/>
              </a:ext>
            </a:extLst>
          </p:cNvPr>
          <p:cNvSpPr txBox="1"/>
          <p:nvPr/>
        </p:nvSpPr>
        <p:spPr>
          <a:xfrm>
            <a:off x="912812" y="3082166"/>
            <a:ext cx="2191837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/>
              <a:t>読書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A6F0A155-FA3B-448C-8644-BBA705A848F6}"/>
              </a:ext>
            </a:extLst>
          </p:cNvPr>
          <p:cNvSpPr txBox="1"/>
          <p:nvPr/>
        </p:nvSpPr>
        <p:spPr>
          <a:xfrm>
            <a:off x="3761244" y="3082166"/>
            <a:ext cx="2958432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/>
              <a:t>どくしょ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5E4B9D9D-0F51-4BA6-9F68-E89B4B9F6F67}"/>
              </a:ext>
            </a:extLst>
          </p:cNvPr>
          <p:cNvSpPr txBox="1"/>
          <p:nvPr/>
        </p:nvSpPr>
        <p:spPr>
          <a:xfrm>
            <a:off x="6929387" y="2807117"/>
            <a:ext cx="3565286" cy="904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altLang="ja-JP" sz="4000" b="1" dirty="0" err="1"/>
              <a:t>đọc</a:t>
            </a:r>
            <a:r>
              <a:rPr lang="vi-VN" altLang="ja-JP" sz="4000" b="1" dirty="0"/>
              <a:t> </a:t>
            </a:r>
            <a:r>
              <a:rPr lang="vi-VN" altLang="ja-JP" sz="4000" b="1" dirty="0" err="1"/>
              <a:t>sách</a:t>
            </a:r>
            <a:endParaRPr lang="en-US" altLang="ja-JP" sz="40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51FF4125-4E9C-4EBD-8B95-D0BDD127338B}"/>
              </a:ext>
            </a:extLst>
          </p:cNvPr>
          <p:cNvSpPr txBox="1"/>
          <p:nvPr/>
        </p:nvSpPr>
        <p:spPr>
          <a:xfrm>
            <a:off x="914972" y="4311658"/>
            <a:ext cx="2607588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/>
              <a:t>書きます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6F00B64D-220F-498A-8A31-B011DFB8AB4A}"/>
              </a:ext>
            </a:extLst>
          </p:cNvPr>
          <p:cNvSpPr txBox="1"/>
          <p:nvPr/>
        </p:nvSpPr>
        <p:spPr>
          <a:xfrm>
            <a:off x="4243015" y="4310542"/>
            <a:ext cx="2994397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/>
              <a:t>かきます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92035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ame 17"/>
          <p:cNvSpPr/>
          <p:nvPr/>
        </p:nvSpPr>
        <p:spPr>
          <a:xfrm>
            <a:off x="468326" y="1496430"/>
            <a:ext cx="4780349" cy="5029410"/>
          </a:xfrm>
          <a:prstGeom prst="frame">
            <a:avLst>
              <a:gd name="adj1" fmla="val 4437"/>
            </a:avLst>
          </a:prstGeom>
          <a:solidFill>
            <a:srgbClr val="FFFF0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439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話</a:t>
            </a:r>
            <a:endParaRPr lang="en-US" sz="2799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1868159" y="6400026"/>
            <a:ext cx="1980684" cy="457081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79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(THOẠI)</a:t>
            </a:r>
          </a:p>
        </p:txBody>
      </p:sp>
      <p:sp>
        <p:nvSpPr>
          <p:cNvPr id="29" name="Rounded Rectangle 28"/>
          <p:cNvSpPr/>
          <p:nvPr/>
        </p:nvSpPr>
        <p:spPr>
          <a:xfrm rot="861815">
            <a:off x="4409758" y="1541730"/>
            <a:ext cx="2197504" cy="609441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599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ワ</a:t>
            </a:r>
            <a:endParaRPr lang="en-US" sz="3599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0" name="Rounded Rectangle 29"/>
          <p:cNvSpPr/>
          <p:nvPr/>
        </p:nvSpPr>
        <p:spPr>
          <a:xfrm rot="21140809">
            <a:off x="4372670" y="5316948"/>
            <a:ext cx="2738218" cy="966963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8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はな・します</a:t>
            </a:r>
            <a:endParaRPr lang="en-US" sz="28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2526355" y="168128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来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3531903" y="178639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帰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4565574" y="182170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会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5582544" y="182170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社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6582679" y="187140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聞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7613574" y="187140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読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8631732" y="209019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書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1522412" y="148376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今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9648702" y="188482"/>
            <a:ext cx="941510" cy="953003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16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話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pic>
        <p:nvPicPr>
          <p:cNvPr id="9218" name="Picture 2" descr="è©±ã®æ¸ãé (ç­é )åç»ã»ã¢ãã¡ã¼ã·ã§ã³[æ¼¢å­æ¸ãé ]">
            <a:extLst>
              <a:ext uri="{FF2B5EF4-FFF2-40B4-BE49-F238E27FC236}">
                <a16:creationId xmlns:a16="http://schemas.microsoft.com/office/drawing/2014/main" id="{2305DE1E-9F3E-4126-9C13-01CEC1E35A89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2421" y="1676400"/>
            <a:ext cx="3505200" cy="35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4441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8" grpId="0" animBg="1"/>
      <p:bldP spid="29" grpId="0" animBg="1"/>
      <p:bldP spid="3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CB35F700-C9ED-42D3-AE73-CFC875D81912}"/>
              </a:ext>
            </a:extLst>
          </p:cNvPr>
          <p:cNvSpPr txBox="1"/>
          <p:nvPr/>
        </p:nvSpPr>
        <p:spPr>
          <a:xfrm>
            <a:off x="836612" y="1866030"/>
            <a:ext cx="2332615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/>
              <a:t>話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737C33AA-5E2B-4F5E-B175-4546B422A68B}"/>
              </a:ext>
            </a:extLst>
          </p:cNvPr>
          <p:cNvSpPr txBox="1"/>
          <p:nvPr/>
        </p:nvSpPr>
        <p:spPr>
          <a:xfrm>
            <a:off x="3825821" y="1866030"/>
            <a:ext cx="2994397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/>
              <a:t>はなし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6F5C936A-D84D-4D5E-9CFF-8909F547657A}"/>
              </a:ext>
            </a:extLst>
          </p:cNvPr>
          <p:cNvSpPr txBox="1"/>
          <p:nvPr/>
        </p:nvSpPr>
        <p:spPr>
          <a:xfrm>
            <a:off x="6990792" y="1698447"/>
            <a:ext cx="3713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ja-JP" sz="4000" b="1" dirty="0"/>
              <a:t>C</a:t>
            </a:r>
            <a:r>
              <a:rPr lang="vi-VN" altLang="ja-JP" sz="4000" b="1" dirty="0"/>
              <a:t>âu </a:t>
            </a:r>
            <a:r>
              <a:rPr lang="vi-VN" altLang="ja-JP" sz="4000" b="1" dirty="0" err="1"/>
              <a:t>chuyện</a:t>
            </a:r>
            <a:endParaRPr lang="en-US" altLang="ja-JP" sz="4000" b="1" dirty="0"/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A3778DA7-F245-4FAE-B008-78013D19FA25}"/>
              </a:ext>
            </a:extLst>
          </p:cNvPr>
          <p:cNvSpPr txBox="1"/>
          <p:nvPr/>
        </p:nvSpPr>
        <p:spPr>
          <a:xfrm>
            <a:off x="912812" y="3082166"/>
            <a:ext cx="2191837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/>
              <a:t>会話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A6F0A155-FA3B-448C-8644-BBA705A848F6}"/>
              </a:ext>
            </a:extLst>
          </p:cNvPr>
          <p:cNvSpPr txBox="1"/>
          <p:nvPr/>
        </p:nvSpPr>
        <p:spPr>
          <a:xfrm>
            <a:off x="3761244" y="3082166"/>
            <a:ext cx="2958432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/>
              <a:t>かいわ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5E4B9D9D-0F51-4BA6-9F68-E89B4B9F6F67}"/>
              </a:ext>
            </a:extLst>
          </p:cNvPr>
          <p:cNvSpPr txBox="1"/>
          <p:nvPr/>
        </p:nvSpPr>
        <p:spPr>
          <a:xfrm>
            <a:off x="6929387" y="2807117"/>
            <a:ext cx="3565286" cy="904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4000" b="1" dirty="0"/>
              <a:t>H</a:t>
            </a:r>
            <a:r>
              <a:rPr lang="vi-VN" altLang="ja-JP" sz="4000" b="1" dirty="0" err="1"/>
              <a:t>ội</a:t>
            </a:r>
            <a:r>
              <a:rPr lang="vi-VN" altLang="ja-JP" sz="4000" b="1" dirty="0"/>
              <a:t> </a:t>
            </a:r>
            <a:r>
              <a:rPr lang="vi-VN" altLang="ja-JP" sz="4000" b="1" dirty="0" err="1"/>
              <a:t>thoại</a:t>
            </a:r>
            <a:endParaRPr lang="en-US" altLang="ja-JP" sz="40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51FF4125-4E9C-4EBD-8B95-D0BDD127338B}"/>
              </a:ext>
            </a:extLst>
          </p:cNvPr>
          <p:cNvSpPr txBox="1"/>
          <p:nvPr/>
        </p:nvSpPr>
        <p:spPr>
          <a:xfrm>
            <a:off x="914972" y="4311658"/>
            <a:ext cx="2607588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/>
              <a:t>話します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6F00B64D-220F-498A-8A31-B011DFB8AB4A}"/>
              </a:ext>
            </a:extLst>
          </p:cNvPr>
          <p:cNvSpPr txBox="1"/>
          <p:nvPr/>
        </p:nvSpPr>
        <p:spPr>
          <a:xfrm>
            <a:off x="4243015" y="4310542"/>
            <a:ext cx="2994397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/>
              <a:t>はなします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16425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1414864" y="1629269"/>
            <a:ext cx="8206774" cy="359946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5398" dirty="0">
                <a:latin typeface="HGMaruGothicMPRO" panose="020F0609000000000000" pitchFamily="49" charset="-128"/>
                <a:ea typeface="HGMaruGothicMPRO" panose="020F0609000000000000" pitchFamily="49" charset="-128"/>
              </a:rPr>
              <a:t>終わり</a:t>
            </a:r>
            <a:endParaRPr lang="en-US" altLang="ja-JP" sz="5398" dirty="0">
              <a:latin typeface="HGMaruGothicMPRO" panose="020F0609000000000000" pitchFamily="49" charset="-128"/>
              <a:ea typeface="HGMaruGothicMPRO" panose="020F0609000000000000" pitchFamily="49" charset="-128"/>
            </a:endParaRPr>
          </a:p>
          <a:p>
            <a:pPr algn="ctr"/>
            <a:r>
              <a:rPr lang="ja-JP" altLang="en-US" sz="5398" dirty="0">
                <a:latin typeface="HGMaruGothicMPRO" panose="020F0609000000000000" pitchFamily="49" charset="-128"/>
                <a:ea typeface="HGMaruGothicMPRO" panose="020F0609000000000000" pitchFamily="49" charset="-128"/>
              </a:rPr>
              <a:t>ありがとうございます。</a:t>
            </a:r>
            <a:endParaRPr lang="en-US" sz="5398" dirty="0">
              <a:latin typeface="HGMaruGothicMPRO" panose="020F0609000000000000" pitchFamily="49" charset="-128"/>
              <a:ea typeface="HGMaruGothicMPRO" panose="020F0609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2884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12"/>
  <p:tag name="MMPROD_UIDATA" val="&lt;database version=&quot;9.0&quot;&gt;&lt;object type=&quot;1&quot; unique_id=&quot;10001&quot;&gt;&lt;object type=&quot;8&quot; unique_id=&quot;10694&quot;&gt;&lt;/object&gt;&lt;object type=&quot;2&quot; unique_id=&quot;10695&quot;&gt;&lt;object type=&quot;3&quot; unique_id=&quot;10696&quot;&gt;&lt;property id=&quot;20148&quot; value=&quot;5&quot;/&gt;&lt;property id=&quot;20300&quot; value=&quot;Slide 1&quot;/&gt;&lt;property id=&quot;20307&quot; value=&quot;256&quot;/&gt;&lt;/object&gt;&lt;object type=&quot;3&quot; unique_id=&quot;11573&quot;&gt;&lt;property id=&quot;20148&quot; value=&quot;5&quot;/&gt;&lt;property id=&quot;20300&quot; value=&quot;Slide 7&quot;/&gt;&lt;property id=&quot;20307&quot; value=&quot;258&quot;/&gt;&lt;/object&gt;&lt;object type=&quot;3&quot; unique_id=&quot;20917&quot;&gt;&lt;property id=&quot;20148&quot; value=&quot;5&quot;/&gt;&lt;property id=&quot;20300&quot; value=&quot;Slide 2&quot;/&gt;&lt;property id=&quot;20307&quot; value=&quot;265&quot;/&gt;&lt;/object&gt;&lt;object type=&quot;3&quot; unique_id=&quot;20918&quot;&gt;&lt;property id=&quot;20148&quot; value=&quot;5&quot;/&gt;&lt;property id=&quot;20300&quot; value=&quot;Slide 3&quot;/&gt;&lt;property id=&quot;20307&quot; value=&quot;268&quot;/&gt;&lt;/object&gt;&lt;object type=&quot;3&quot; unique_id=&quot;20919&quot;&gt;&lt;property id=&quot;20148&quot; value=&quot;5&quot;/&gt;&lt;property id=&quot;20300&quot; value=&quot;Slide 4&quot;/&gt;&lt;property id=&quot;20307&quot; value=&quot;267&quot;/&gt;&lt;/object&gt;&lt;object type=&quot;3&quot; unique_id=&quot;20920&quot;&gt;&lt;property id=&quot;20148&quot; value=&quot;5&quot;/&gt;&lt;property id=&quot;20300&quot; value=&quot;Slide 5&quot;/&gt;&lt;property id=&quot;20307&quot; value=&quot;271&quot;/&gt;&lt;/object&gt;&lt;object type=&quot;3&quot; unique_id=&quot;20921&quot;&gt;&lt;property id=&quot;20148&quot; value=&quot;5&quot;/&gt;&lt;property id=&quot;20300&quot; value=&quot;Slide 6&quot;/&gt;&lt;property id=&quot;20307&quot; value=&quot;272&quot;/&gt;&lt;/object&gt;&lt;object type=&quot;3&quot; unique_id=&quot;20922&quot;&gt;&lt;property id=&quot;20148&quot; value=&quot;5&quot;/&gt;&lt;property id=&quot;20300&quot; value=&quot;Slide 8&quot;/&gt;&lt;property id=&quot;20307&quot; value=&quot;269&quot;/&gt;&lt;/object&gt;&lt;object type=&quot;3&quot; unique_id=&quot;20923&quot;&gt;&lt;property id=&quot;20148&quot; value=&quot;5&quot;/&gt;&lt;property id=&quot;20300&quot; value=&quot;Slide 9&quot;/&gt;&lt;property id=&quot;20307&quot; value=&quot;270&quot;/&gt;&lt;/object&gt;&lt;object type=&quot;3&quot; unique_id=&quot;33795&quot;&gt;&lt;property id=&quot;20148&quot; value=&quot;5&quot;/&gt;&lt;property id=&quot;20300&quot; value=&quot;Slide 10&quot;/&gt;&lt;property id=&quot;20307&quot; value=&quot;274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Mặt kim cương">
  <a:themeElements>
    <a:clrScheme name="Mặt kim cương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Mặt kim cương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ặt kim cương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0F09A44C-857D-42FD-9219-94A36248C2C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292</Words>
  <Application>Microsoft Macintosh PowerPoint</Application>
  <PresentationFormat>ユーザー設定</PresentationFormat>
  <Paragraphs>207</Paragraphs>
  <Slides>17</Slides>
  <Notes>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9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17</vt:i4>
      </vt:variant>
    </vt:vector>
  </HeadingPairs>
  <TitlesOfParts>
    <vt:vector size="27" baseType="lpstr">
      <vt:lpstr>HGMaruGothicMPRO</vt:lpstr>
      <vt:lpstr>NtMotoyaKyotai</vt:lpstr>
      <vt:lpstr>Arial</vt:lpstr>
      <vt:lpstr>Arial Rounded MT Bold</vt:lpstr>
      <vt:lpstr>Corbel</vt:lpstr>
      <vt:lpstr>Tahoma</vt:lpstr>
      <vt:lpstr>Times New Roman</vt:lpstr>
      <vt:lpstr>Trebuchet MS</vt:lpstr>
      <vt:lpstr>Wingdings 3</vt:lpstr>
      <vt:lpstr>Mặt kim cương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2014-08-29T18:08:02Z</dcterms:created>
  <dcterms:modified xsi:type="dcterms:W3CDTF">2025-02-24T10:49:01Z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TC028048469991</vt:lpwstr>
  </property>
</Properties>
</file>