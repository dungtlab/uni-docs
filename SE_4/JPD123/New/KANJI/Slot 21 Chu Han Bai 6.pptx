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55" r:id="rId2"/>
  </p:sldMasterIdLst>
  <p:notesMasterIdLst>
    <p:notesMasterId r:id="rId21"/>
  </p:notesMasterIdLst>
  <p:handoutMasterIdLst>
    <p:handoutMasterId r:id="rId22"/>
  </p:handoutMasterIdLst>
  <p:sldIdLst>
    <p:sldId id="256" r:id="rId3"/>
    <p:sldId id="265" r:id="rId4"/>
    <p:sldId id="297" r:id="rId5"/>
    <p:sldId id="268" r:id="rId6"/>
    <p:sldId id="298" r:id="rId7"/>
    <p:sldId id="267" r:id="rId8"/>
    <p:sldId id="271" r:id="rId9"/>
    <p:sldId id="284" r:id="rId10"/>
    <p:sldId id="272" r:id="rId11"/>
    <p:sldId id="258" r:id="rId12"/>
    <p:sldId id="302" r:id="rId13"/>
    <p:sldId id="269" r:id="rId14"/>
    <p:sldId id="299" r:id="rId15"/>
    <p:sldId id="270" r:id="rId16"/>
    <p:sldId id="300" r:id="rId17"/>
    <p:sldId id="274" r:id="rId18"/>
    <p:sldId id="301" r:id="rId19"/>
    <p:sldId id="281" r:id="rId20"/>
  </p:sldIdLst>
  <p:sldSz cx="12188825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9" autoAdjust="0"/>
    <p:restoredTop sz="88889" autoAdjust="0"/>
  </p:normalViewPr>
  <p:slideViewPr>
    <p:cSldViewPr>
      <p:cViewPr varScale="1">
        <p:scale>
          <a:sx n="85" d="100"/>
          <a:sy n="85" d="100"/>
        </p:scale>
        <p:origin x="176" y="32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6/11/24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6/11/24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2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67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394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4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0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9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5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6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67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3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3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3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71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2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4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90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8044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úng hoặc S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67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212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5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3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055812" y="10668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94213" y="4615429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6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606" y="31007"/>
            <a:ext cx="2297269" cy="513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E68511A-B694-42CD-A800-03EE79BA730E}"/>
              </a:ext>
            </a:extLst>
          </p:cNvPr>
          <p:cNvSpPr txBox="1"/>
          <p:nvPr/>
        </p:nvSpPr>
        <p:spPr>
          <a:xfrm>
            <a:off x="8828067" y="5478083"/>
            <a:ext cx="191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NGUYEN CUONG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Frame 15"/>
          <p:cNvSpPr/>
          <p:nvPr/>
        </p:nvSpPr>
        <p:spPr>
          <a:xfrm>
            <a:off x="6808711" y="1180595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(KIM)</a:t>
            </a:r>
          </a:p>
        </p:txBody>
      </p:sp>
      <p:sp>
        <p:nvSpPr>
          <p:cNvPr id="18" name="Rounded Rectangle 17"/>
          <p:cNvSpPr/>
          <p:nvPr/>
        </p:nvSpPr>
        <p:spPr>
          <a:xfrm rot="345610">
            <a:off x="10121594" y="90975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コン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 rot="21010949">
            <a:off x="9235889" y="6021419"/>
            <a:ext cx="2042523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いま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33491">
            <a:off x="1301458" y="1624309"/>
            <a:ext cx="2950598" cy="14787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Rounded Rectangle 22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6" name="Picture 2" descr="ä»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9EEE0E6D-123A-4823-8938-4823D5CDDD3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428" y="3429000"/>
            <a:ext cx="3056189" cy="305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42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7642" y="765413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6622" y="76541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きょう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0476" y="67026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Hôm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3064" y="1981549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今年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2044" y="198154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ことし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6025" y="1742718"/>
            <a:ext cx="356528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2476" y="3032852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今月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1456" y="303285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こんげつ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1024" y="2811311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B60E5E6-AA76-473A-8383-267F8FD7B7B1}"/>
              </a:ext>
            </a:extLst>
          </p:cNvPr>
          <p:cNvSpPr txBox="1"/>
          <p:nvPr/>
        </p:nvSpPr>
        <p:spPr>
          <a:xfrm>
            <a:off x="1978409" y="4042724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297B5E-5E27-4FC3-A69C-B7DA0ABC7DD6}"/>
              </a:ext>
            </a:extLst>
          </p:cNvPr>
          <p:cNvSpPr txBox="1"/>
          <p:nvPr/>
        </p:nvSpPr>
        <p:spPr>
          <a:xfrm>
            <a:off x="3725446" y="4058916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こんしゅう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36605E3-3B95-4172-B1AE-CFCA99FC5C94}"/>
              </a:ext>
            </a:extLst>
          </p:cNvPr>
          <p:cNvSpPr txBox="1"/>
          <p:nvPr/>
        </p:nvSpPr>
        <p:spPr>
          <a:xfrm>
            <a:off x="6670476" y="384572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5072" y="511021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4052" y="5110219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いま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0476" y="4884979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Bây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051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89618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(LAI)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ライ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74780" y="5604893"/>
            <a:ext cx="2400943" cy="104304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き・ます</a:t>
            </a:r>
            <a:r>
              <a:rPr lang="en-US" altLang="ja-JP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050" name="Picture 2" descr="æ¥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B9EEA3F-5D80-4026-BEC9-DB16DC3177C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2" y="3368035"/>
            <a:ext cx="3154251" cy="315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4885">
            <a:off x="195992" y="1426460"/>
            <a:ext cx="3287706" cy="13001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73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7642" y="76541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6622" y="765413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らいしゅう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0476" y="533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3064" y="198154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来月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2044" y="198154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らいげつ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6025" y="1742718"/>
            <a:ext cx="356528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2476" y="3032852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来年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1456" y="303285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らいねん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1024" y="2811311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B60E5E6-AA76-473A-8383-267F8FD7B7B1}"/>
              </a:ext>
            </a:extLst>
          </p:cNvPr>
          <p:cNvSpPr txBox="1"/>
          <p:nvPr/>
        </p:nvSpPr>
        <p:spPr>
          <a:xfrm>
            <a:off x="1978409" y="4042724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297B5E-5E27-4FC3-A69C-B7DA0ABC7DD6}"/>
              </a:ext>
            </a:extLst>
          </p:cNvPr>
          <p:cNvSpPr txBox="1"/>
          <p:nvPr/>
        </p:nvSpPr>
        <p:spPr>
          <a:xfrm>
            <a:off x="3725446" y="4058916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らいにち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36605E3-3B95-4172-B1AE-CFCA99FC5C94}"/>
              </a:ext>
            </a:extLst>
          </p:cNvPr>
          <p:cNvSpPr txBox="1"/>
          <p:nvPr/>
        </p:nvSpPr>
        <p:spPr>
          <a:xfrm>
            <a:off x="6670476" y="3845725"/>
            <a:ext cx="2757268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5072" y="511021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4052" y="5110219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0476" y="4884979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335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384212" y="13746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3612" y="626469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(QUY)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10210809" y="1210145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966771" y="5692797"/>
            <a:ext cx="2167470" cy="94083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かえ・ります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å¸°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04E58C5-DA4A-4D9B-93F6-FA53AC4B1F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084" y="236071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49858">
            <a:off x="508196" y="1383714"/>
            <a:ext cx="3991632" cy="19539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D1F0D933-1206-4BF7-8659-03B6C3BD20FC}"/>
              </a:ext>
            </a:extLst>
          </p:cNvPr>
          <p:cNvSpPr txBox="1"/>
          <p:nvPr/>
        </p:nvSpPr>
        <p:spPr>
          <a:xfrm>
            <a:off x="291590" y="416570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帰国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893B2832-F047-4F2B-9B61-C185065B0442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きこく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4D7388E7-4FE4-449E-87E8-1DDF9E90D6DC}"/>
              </a:ext>
            </a:extLst>
          </p:cNvPr>
          <p:cNvSpPr txBox="1"/>
          <p:nvPr/>
        </p:nvSpPr>
        <p:spPr>
          <a:xfrm>
            <a:off x="4610250" y="3962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290D0B90-3A69-42F7-8FBE-3DAB235F1DFA}"/>
              </a:ext>
            </a:extLst>
          </p:cNvPr>
          <p:cNvSpPr txBox="1"/>
          <p:nvPr/>
        </p:nvSpPr>
        <p:spPr>
          <a:xfrm>
            <a:off x="227012" y="5381844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帰ります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AC056FC3-489D-4C0C-AB56-2F59174FC811}"/>
              </a:ext>
            </a:extLst>
          </p:cNvPr>
          <p:cNvSpPr txBox="1"/>
          <p:nvPr/>
        </p:nvSpPr>
        <p:spPr>
          <a:xfrm>
            <a:off x="3214925" y="539720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かえります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21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/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1212716" y="1496430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B05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12548" y="6400026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(HỘI)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5155059" y="1390940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カイ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5043599" y="5670928"/>
            <a:ext cx="2982099" cy="98364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あ・います</a:t>
            </a:r>
            <a:endParaRPr lang="en-US" sz="32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4098" name="Picture 2" descr="ä¼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858EC707-3C31-4DA6-BC46-2F1D72DBAAB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678" y="3773401"/>
            <a:ext cx="2963334" cy="298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9922">
            <a:off x="7317972" y="1501045"/>
            <a:ext cx="3939719" cy="15247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2689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0790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会見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かいけん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2837420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H</a:t>
            </a:r>
            <a:r>
              <a:rPr lang="vi-VN" altLang="ja-JP" sz="4000" b="1" dirty="0" err="1"/>
              <a:t>ội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họp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6212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国会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こっかい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Q</a:t>
            </a:r>
            <a:r>
              <a:rPr lang="vi-VN" altLang="ja-JP" sz="4000" b="1" dirty="0" err="1"/>
              <a:t>uốc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hội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5624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会います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あいます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0792" y="4092860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/>
              <a:t>Gặp</a:t>
            </a:r>
            <a:endParaRPr lang="en-US" altLang="ja-JP" sz="4000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6582679" y="167827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B05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68018" y="6420440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(XÃ)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10264276" y="1486192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シャ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9473">
            <a:off x="147061" y="1328055"/>
            <a:ext cx="2922036" cy="11066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Rounded Rectangle 14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5122" name="Picture 2" descr="ç¤¾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30890AD-43BB-40E9-AFC4-419A3D644D2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865" y="1483275"/>
            <a:ext cx="2680802" cy="268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85C217B0-EAA5-46DE-A234-732BF69D9B4C}"/>
              </a:ext>
            </a:extLst>
          </p:cNvPr>
          <p:cNvSpPr txBox="1"/>
          <p:nvPr/>
        </p:nvSpPr>
        <p:spPr>
          <a:xfrm>
            <a:off x="672590" y="444133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会社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9FF3D7E5-8B08-435B-B442-1C03AFA82464}"/>
              </a:ext>
            </a:extLst>
          </p:cNvPr>
          <p:cNvSpPr txBox="1"/>
          <p:nvPr/>
        </p:nvSpPr>
        <p:spPr>
          <a:xfrm>
            <a:off x="2431570" y="444133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かいしゃ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921AAB1C-70DC-473E-9898-2BAECBE1E9FA}"/>
              </a:ext>
            </a:extLst>
          </p:cNvPr>
          <p:cNvSpPr txBox="1"/>
          <p:nvPr/>
        </p:nvSpPr>
        <p:spPr>
          <a:xfrm>
            <a:off x="4991250" y="4238025"/>
            <a:ext cx="2037212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C</a:t>
            </a:r>
            <a:r>
              <a:rPr lang="vi-VN" altLang="ja-JP" sz="3200" b="1" dirty="0"/>
              <a:t>ông ty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2DDD73A0-0DD2-4037-8E75-7732FE865193}"/>
              </a:ext>
            </a:extLst>
          </p:cNvPr>
          <p:cNvSpPr txBox="1"/>
          <p:nvPr/>
        </p:nvSpPr>
        <p:spPr>
          <a:xfrm>
            <a:off x="608012" y="565746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社会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7182227D-4118-459A-B0E0-3362F61F53DA}"/>
              </a:ext>
            </a:extLst>
          </p:cNvPr>
          <p:cNvSpPr txBox="1"/>
          <p:nvPr/>
        </p:nvSpPr>
        <p:spPr>
          <a:xfrm>
            <a:off x="2366992" y="565746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しゃかい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258F9D1F-E508-4CA5-B65F-24E4938369F1}"/>
              </a:ext>
            </a:extLst>
          </p:cNvPr>
          <p:cNvSpPr txBox="1"/>
          <p:nvPr/>
        </p:nvSpPr>
        <p:spPr>
          <a:xfrm>
            <a:off x="4964710" y="5419924"/>
            <a:ext cx="3565286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X</a:t>
            </a:r>
            <a:r>
              <a:rPr lang="vi-VN" altLang="ja-JP" sz="3200" b="1" dirty="0"/>
              <a:t>ã </a:t>
            </a:r>
            <a:r>
              <a:rPr lang="vi-VN" altLang="ja-JP" sz="3200" b="1" dirty="0" err="1"/>
              <a:t>hội</a:t>
            </a:r>
            <a:endParaRPr lang="en-US" altLang="ja-JP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0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507084" y="1530688"/>
            <a:ext cx="4781594" cy="5030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2897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(VĂN)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9035158" y="154123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ブン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49449" y="5697806"/>
            <a:ext cx="2738931" cy="97135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き・きます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6146" name="Picture 2" descr="è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5A65A9D6-F1B4-4D40-9DE7-CEBB5F7BD7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371" y="148896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9740">
            <a:off x="30354" y="1460466"/>
            <a:ext cx="2779941" cy="14378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19941708-566F-4FA0-BE02-639221FB9673}"/>
              </a:ext>
            </a:extLst>
          </p:cNvPr>
          <p:cNvSpPr txBox="1"/>
          <p:nvPr/>
        </p:nvSpPr>
        <p:spPr>
          <a:xfrm>
            <a:off x="367791" y="3609729"/>
            <a:ext cx="115462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新聞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7F8AFBA9-E0DC-480A-A733-1760C2BCB7E6}"/>
              </a:ext>
            </a:extLst>
          </p:cNvPr>
          <p:cNvSpPr txBox="1"/>
          <p:nvPr/>
        </p:nvSpPr>
        <p:spPr>
          <a:xfrm>
            <a:off x="1777637" y="3589148"/>
            <a:ext cx="2036754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しんぶん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192287F-F991-4E67-87A4-C08BFBA8B4D5}"/>
              </a:ext>
            </a:extLst>
          </p:cNvPr>
          <p:cNvSpPr txBox="1"/>
          <p:nvPr/>
        </p:nvSpPr>
        <p:spPr>
          <a:xfrm>
            <a:off x="4253697" y="333277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8B748DE5-5B44-49E8-ACE8-62EF6345DE83}"/>
              </a:ext>
            </a:extLst>
          </p:cNvPr>
          <p:cNvSpPr txBox="1"/>
          <p:nvPr/>
        </p:nvSpPr>
        <p:spPr>
          <a:xfrm>
            <a:off x="-77788" y="4881619"/>
            <a:ext cx="2039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聞きます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BE2B8053-85BC-4123-A6DB-5390F07EA56B}"/>
              </a:ext>
            </a:extLst>
          </p:cNvPr>
          <p:cNvSpPr txBox="1"/>
          <p:nvPr/>
        </p:nvSpPr>
        <p:spPr>
          <a:xfrm>
            <a:off x="2030991" y="4881619"/>
            <a:ext cx="2036754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4371068-CEAB-447F-BBFF-13FCB4DF5054}"/>
              </a:ext>
            </a:extLst>
          </p:cNvPr>
          <p:cNvSpPr txBox="1"/>
          <p:nvPr/>
        </p:nvSpPr>
        <p:spPr>
          <a:xfrm>
            <a:off x="4137087" y="4728899"/>
            <a:ext cx="1957325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ghe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/>
      <p:bldP spid="19" grpId="0"/>
      <p:bldP spid="21" grpId="0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聞」の書き順・筆順">
            <a:extLst>
              <a:ext uri="{FF2B5EF4-FFF2-40B4-BE49-F238E27FC236}">
                <a16:creationId xmlns:a16="http://schemas.microsoft.com/office/drawing/2014/main" id="{0994D5C6-A052-6341-BE7B-29D0AB1C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2" y="671059"/>
            <a:ext cx="3245531" cy="324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「新」の書き順・筆順">
            <a:extLst>
              <a:ext uri="{FF2B5EF4-FFF2-40B4-BE49-F238E27FC236}">
                <a16:creationId xmlns:a16="http://schemas.microsoft.com/office/drawing/2014/main" id="{3F3BD9D1-1441-4B4E-BB5F-F2758B60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503125"/>
            <a:ext cx="3581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Hộp Văn bản 17">
            <a:extLst>
              <a:ext uri="{FF2B5EF4-FFF2-40B4-BE49-F238E27FC236}">
                <a16:creationId xmlns:a16="http://schemas.microsoft.com/office/drawing/2014/main" id="{F7D43607-6495-984B-8679-8C0EDF1CCCAC}"/>
              </a:ext>
            </a:extLst>
          </p:cNvPr>
          <p:cNvSpPr txBox="1"/>
          <p:nvPr/>
        </p:nvSpPr>
        <p:spPr>
          <a:xfrm>
            <a:off x="475795" y="5031145"/>
            <a:ext cx="2394306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新聞</a:t>
            </a:r>
            <a:endParaRPr lang="en-US" sz="7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Hộp Văn bản 18">
            <a:extLst>
              <a:ext uri="{FF2B5EF4-FFF2-40B4-BE49-F238E27FC236}">
                <a16:creationId xmlns:a16="http://schemas.microsoft.com/office/drawing/2014/main" id="{932C53AB-8803-934A-A3E5-6EF958A53A7C}"/>
              </a:ext>
            </a:extLst>
          </p:cNvPr>
          <p:cNvSpPr txBox="1"/>
          <p:nvPr/>
        </p:nvSpPr>
        <p:spPr>
          <a:xfrm>
            <a:off x="3434730" y="5031145"/>
            <a:ext cx="3903670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しんぶん</a:t>
            </a:r>
            <a:endParaRPr lang="en-US" sz="7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20">
            <a:extLst>
              <a:ext uri="{FF2B5EF4-FFF2-40B4-BE49-F238E27FC236}">
                <a16:creationId xmlns:a16="http://schemas.microsoft.com/office/drawing/2014/main" id="{E1F3AA08-B2D8-524F-832A-DFF7B7BC51AB}"/>
              </a:ext>
            </a:extLst>
          </p:cNvPr>
          <p:cNvSpPr txBox="1"/>
          <p:nvPr/>
        </p:nvSpPr>
        <p:spPr>
          <a:xfrm>
            <a:off x="7903029" y="4593140"/>
            <a:ext cx="2394305" cy="155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ja-JP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endParaRPr lang="en-US" altLang="ja-JP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1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1300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(ĐỘC)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ドク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82627" y="5722193"/>
            <a:ext cx="2167470" cy="94083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よ・みます：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đọc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7170" name="Picture 2" descr="èª­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2C52B7E8-5D34-44B4-816C-D2F7A82B402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30" y="3637344"/>
            <a:ext cx="2841982" cy="284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2258">
            <a:off x="42548" y="1381108"/>
            <a:ext cx="5221698" cy="19916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2911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読み物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よみもの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vi-VN" altLang="ja-JP" sz="4000" b="1" dirty="0" err="1"/>
              <a:t>sách</a:t>
            </a:r>
            <a:r>
              <a:rPr lang="vi-VN" altLang="ja-JP" sz="4000" b="1" dirty="0"/>
              <a:t>, </a:t>
            </a:r>
            <a:r>
              <a:rPr lang="vi-VN" altLang="ja-JP" sz="4000" b="1" dirty="0" err="1"/>
              <a:t>tạp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chí</a:t>
            </a:r>
            <a:r>
              <a:rPr lang="vi-VN" altLang="ja-JP" sz="4000" b="1" dirty="0"/>
              <a:t>...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読書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どくしょ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/>
              <a:t>đọc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sách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よみます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74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1300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(THƯ)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ショ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82305" y="5717387"/>
            <a:ext cx="2167470" cy="94566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か・きます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194" name="Picture 2" descr="æ¸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E87DC587-006A-4C57-9D16-A05759C2C9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2" y="3587739"/>
            <a:ext cx="2570001" cy="257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1990">
            <a:off x="-8831" y="1484135"/>
            <a:ext cx="3817391" cy="14766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9668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書き物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かきもの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út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phấn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読書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どくしょ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/>
              <a:t>đọc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sách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書きます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かきます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20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ame 17"/>
          <p:cNvSpPr/>
          <p:nvPr/>
        </p:nvSpPr>
        <p:spPr>
          <a:xfrm>
            <a:off x="468326" y="1496430"/>
            <a:ext cx="4780349" cy="502941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868159" y="6400026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(THOẠI)</a:t>
            </a:r>
          </a:p>
        </p:txBody>
      </p:sp>
      <p:sp>
        <p:nvSpPr>
          <p:cNvPr id="29" name="Rounded Rectangle 28"/>
          <p:cNvSpPr/>
          <p:nvPr/>
        </p:nvSpPr>
        <p:spPr>
          <a:xfrm rot="861815">
            <a:off x="4409758" y="1541730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ワ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 rot="21140809">
            <a:off x="4372670" y="5316948"/>
            <a:ext cx="2738218" cy="96696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はな・します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218" name="Picture 2" descr="è©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2305DE1E-9F3E-4126-9C13-01CEC1E35A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008" y="3720678"/>
            <a:ext cx="2535204" cy="253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8464">
            <a:off x="6837893" y="1505233"/>
            <a:ext cx="4970754" cy="18179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44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話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はなし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4000" b="1" dirty="0"/>
              <a:t>C</a:t>
            </a:r>
            <a:r>
              <a:rPr lang="vi-VN" altLang="ja-JP" sz="4000" b="1" dirty="0"/>
              <a:t>âu </a:t>
            </a:r>
            <a:r>
              <a:rPr lang="vi-VN" altLang="ja-JP" sz="4000" b="1" dirty="0" err="1"/>
              <a:t>chuyện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会話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かいわ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H</a:t>
            </a:r>
            <a:r>
              <a:rPr lang="vi-VN" altLang="ja-JP" sz="4000" b="1" dirty="0" err="1"/>
              <a:t>ội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thoại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話します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はなします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642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14864" y="1629269"/>
            <a:ext cx="8206774" cy="3599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398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398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398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398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9.0&quot;&gt;&lt;object type=&quot;1&quot; unique_id=&quot;10001&quot;&gt;&lt;object type=&quot;8&quot; unique_id=&quot;10694&quot;&gt;&lt;/object&gt;&lt;object type=&quot;2&quot; unique_id=&quot;10695&quot;&gt;&lt;object type=&quot;3&quot; unique_id=&quot;10696&quot;&gt;&lt;property id=&quot;20148&quot; value=&quot;5&quot;/&gt;&lt;property id=&quot;20300&quot; value=&quot;Slide 1&quot;/&gt;&lt;property id=&quot;20307&quot; value=&quot;256&quot;/&gt;&lt;/object&gt;&lt;object type=&quot;3&quot; unique_id=&quot;11573&quot;&gt;&lt;property id=&quot;20148&quot; value=&quot;5&quot;/&gt;&lt;property id=&quot;20300&quot; value=&quot;Slide 7&quot;/&gt;&lt;property id=&quot;20307&quot; value=&quot;258&quot;/&gt;&lt;/object&gt;&lt;object type=&quot;3&quot; unique_id=&quot;20917&quot;&gt;&lt;property id=&quot;20148&quot; value=&quot;5&quot;/&gt;&lt;property id=&quot;20300&quot; value=&quot;Slide 2&quot;/&gt;&lt;property id=&quot;20307&quot; value=&quot;265&quot;/&gt;&lt;/object&gt;&lt;object type=&quot;3&quot; unique_id=&quot;20918&quot;&gt;&lt;property id=&quot;20148&quot; value=&quot;5&quot;/&gt;&lt;property id=&quot;20300&quot; value=&quot;Slide 3&quot;/&gt;&lt;property id=&quot;20307&quot; value=&quot;268&quot;/&gt;&lt;/object&gt;&lt;object type=&quot;3&quot; unique_id=&quot;20919&quot;&gt;&lt;property id=&quot;20148&quot; value=&quot;5&quot;/&gt;&lt;property id=&quot;20300&quot; value=&quot;Slide 4&quot;/&gt;&lt;property id=&quot;20307&quot; value=&quot;267&quot;/&gt;&lt;/object&gt;&lt;object type=&quot;3&quot; unique_id=&quot;20920&quot;&gt;&lt;property id=&quot;20148&quot; value=&quot;5&quot;/&gt;&lt;property id=&quot;20300&quot; value=&quot;Slide 5&quot;/&gt;&lt;property id=&quot;20307&quot; value=&quot;271&quot;/&gt;&lt;/object&gt;&lt;object type=&quot;3&quot; unique_id=&quot;20921&quot;&gt;&lt;property id=&quot;20148&quot; value=&quot;5&quot;/&gt;&lt;property id=&quot;20300&quot; value=&quot;Slide 6&quot;/&gt;&lt;property id=&quot;20307&quot; value=&quot;272&quot;/&gt;&lt;/object&gt;&lt;object type=&quot;3&quot; unique_id=&quot;20922&quot;&gt;&lt;property id=&quot;20148&quot; value=&quot;5&quot;/&gt;&lt;property id=&quot;20300&quot; value=&quot;Slide 8&quot;/&gt;&lt;property id=&quot;20307&quot; value=&quot;269&quot;/&gt;&lt;/object&gt;&lt;object type=&quot;3&quot; unique_id=&quot;20923&quot;&gt;&lt;property id=&quot;20148&quot; value=&quot;5&quot;/&gt;&lt;property id=&quot;20300&quot; value=&quot;Slide 9&quot;/&gt;&lt;property id=&quot;20307&quot; value=&quot;270&quot;/&gt;&lt;/object&gt;&lt;object type=&quot;3&quot; unique_id=&quot;33795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Mặt kim cương">
  <a:themeElements>
    <a:clrScheme name="Mặt kim cương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ặt kim cương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ặt kim cương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09A44C-857D-42FD-9219-94A36248C2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302</Words>
  <Application>Microsoft Macintosh PowerPoint</Application>
  <PresentationFormat>Custom</PresentationFormat>
  <Paragraphs>213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HGMaruGothicMPRO</vt:lpstr>
      <vt:lpstr>NtMotoyaKyotai</vt:lpstr>
      <vt:lpstr>Arial</vt:lpstr>
      <vt:lpstr>Arial Rounded MT Bold</vt:lpstr>
      <vt:lpstr>Corbel</vt:lpstr>
      <vt:lpstr>Tahoma</vt:lpstr>
      <vt:lpstr>Times New Roman</vt:lpstr>
      <vt:lpstr>Trebuchet MS</vt:lpstr>
      <vt:lpstr>Wingdings 3</vt:lpstr>
      <vt:lpstr>Mặt kim cương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2014-08-29T18:08:02Z</dcterms:created>
  <dcterms:modified xsi:type="dcterms:W3CDTF">2024-06-11T10:01:21Z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TC028048469991</vt:lpwstr>
  </property>
</Properties>
</file>