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19"/>
  </p:notesMasterIdLst>
  <p:handoutMasterIdLst>
    <p:handoutMasterId r:id="rId20"/>
  </p:handoutMasterIdLst>
  <p:sldIdLst>
    <p:sldId id="264" r:id="rId3"/>
    <p:sldId id="293" r:id="rId4"/>
    <p:sldId id="291" r:id="rId5"/>
    <p:sldId id="286" r:id="rId6"/>
    <p:sldId id="292" r:id="rId7"/>
    <p:sldId id="298" r:id="rId8"/>
    <p:sldId id="285" r:id="rId9"/>
    <p:sldId id="305" r:id="rId10"/>
    <p:sldId id="294" r:id="rId11"/>
    <p:sldId id="295" r:id="rId12"/>
    <p:sldId id="296" r:id="rId13"/>
    <p:sldId id="297" r:id="rId14"/>
    <p:sldId id="300" r:id="rId15"/>
    <p:sldId id="303" r:id="rId16"/>
    <p:sldId id="304" r:id="rId17"/>
    <p:sldId id="261" r:id="rId18"/>
  </p:sldIdLst>
  <p:sldSz cx="12188825" cy="6858000"/>
  <p:notesSz cx="6858000" cy="9144000"/>
  <p:custDataLst>
    <p:tags r:id="rId21"/>
  </p:custDataLst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3" autoAdjust="0"/>
    <p:restoredTop sz="86111" autoAdjust="0"/>
  </p:normalViewPr>
  <p:slideViewPr>
    <p:cSldViewPr showGuides="1">
      <p:cViewPr varScale="1">
        <p:scale>
          <a:sx n="138" d="100"/>
          <a:sy n="138" d="100"/>
        </p:scale>
        <p:origin x="1528" y="19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pPr/>
              <a:t>2/20/25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pPr/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2/20/25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49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 b="1" dirty="0"/>
              <a:t>（）（）</a:t>
            </a:r>
            <a:r>
              <a:rPr lang="en-US" altLang="ja-JP" sz="1600" b="1" dirty="0"/>
              <a:t>:</a:t>
            </a:r>
            <a:endParaRPr lang="en-AU" sz="1600" b="1" dirty="0"/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4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endParaRPr lang="en-A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64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（）：</a:t>
            </a:r>
            <a:endParaRPr lang="en-A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4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91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+</a:t>
            </a: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A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70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pPr/>
              <a:t>2/20/25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2/20/25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2/20/25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2/20/25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2/20/25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pPr/>
              <a:t>2/20/25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pPr/>
              <a:t>2/20/25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pPr/>
              <a:t>2/20/25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pPr/>
              <a:t>2/20/25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/>
              <a:pPr/>
              <a:t>2/20/25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i="0" u="none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137579" y="764704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4412" y="4418372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LESSON 4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581" y="50801"/>
            <a:ext cx="2297269" cy="5136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CF940515-F7C8-4646-9D10-7C56EBF88457}"/>
              </a:ext>
            </a:extLst>
          </p:cNvPr>
          <p:cNvSpPr/>
          <p:nvPr/>
        </p:nvSpPr>
        <p:spPr>
          <a:xfrm>
            <a:off x="7750596" y="5689264"/>
            <a:ext cx="3644144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NGUYEN CUONG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9539" y="18346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Frame 14"/>
          <p:cNvSpPr/>
          <p:nvPr/>
        </p:nvSpPr>
        <p:spPr>
          <a:xfrm>
            <a:off x="6630096" y="1606312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8583" y="6355994"/>
            <a:ext cx="2703010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(ĐÔNG)</a:t>
            </a:r>
          </a:p>
        </p:txBody>
      </p:sp>
      <p:sp>
        <p:nvSpPr>
          <p:cNvPr id="17" name="Rounded Rectangle 16"/>
          <p:cNvSpPr/>
          <p:nvPr/>
        </p:nvSpPr>
        <p:spPr>
          <a:xfrm rot="345610">
            <a:off x="9085534" y="1380489"/>
            <a:ext cx="2631120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トウ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 rot="21140809">
            <a:off x="9271794" y="5595784"/>
            <a:ext cx="2573726" cy="1039757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ひがし</a:t>
            </a:r>
            <a:r>
              <a:rPr lang="en-US" altLang="ja-JP" sz="2800" b="1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b="1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phía</a:t>
            </a:r>
            <a:r>
              <a:rPr lang="en-US" altLang="ja-JP" sz="2800" b="1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b="1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đông</a:t>
            </a:r>
            <a:endParaRPr lang="en-US" sz="2800" b="1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26" name="Picture 2" descr="æ±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37065A2D-7831-4329-8435-CFC31C8CA1E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831" y="1606312"/>
            <a:ext cx="1957844" cy="195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D03C0BD6-1FEE-4F87-A3D4-0DF28DD907DE}"/>
              </a:ext>
            </a:extLst>
          </p:cNvPr>
          <p:cNvSpPr txBox="1"/>
          <p:nvPr/>
        </p:nvSpPr>
        <p:spPr>
          <a:xfrm>
            <a:off x="611600" y="3793334"/>
            <a:ext cx="165843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東京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E3D4CC91-D91E-47B5-AF5E-24286B45C84F}"/>
              </a:ext>
            </a:extLst>
          </p:cNvPr>
          <p:cNvSpPr txBox="1"/>
          <p:nvPr/>
        </p:nvSpPr>
        <p:spPr>
          <a:xfrm>
            <a:off x="2464563" y="3793335"/>
            <a:ext cx="240211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とうきょう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BA33F32C-3239-43CC-8F27-CF0B643FA2F9}"/>
              </a:ext>
            </a:extLst>
          </p:cNvPr>
          <p:cNvSpPr txBox="1"/>
          <p:nvPr/>
        </p:nvSpPr>
        <p:spPr>
          <a:xfrm>
            <a:off x="4930381" y="3609898"/>
            <a:ext cx="1524000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Tokyo</a:t>
            </a: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33C83680-6C22-4DE8-84A6-32CFB86FF68E}"/>
              </a:ext>
            </a:extLst>
          </p:cNvPr>
          <p:cNvSpPr txBox="1"/>
          <p:nvPr/>
        </p:nvSpPr>
        <p:spPr>
          <a:xfrm>
            <a:off x="611600" y="4654361"/>
            <a:ext cx="118019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東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019B9F9A-5C99-4C89-86EA-FCE4C11D858F}"/>
              </a:ext>
            </a:extLst>
          </p:cNvPr>
          <p:cNvSpPr txBox="1"/>
          <p:nvPr/>
        </p:nvSpPr>
        <p:spPr>
          <a:xfrm>
            <a:off x="2464563" y="4654361"/>
            <a:ext cx="182988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ひがし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454537F9-BE61-473A-BB70-B852E17CB1B4}"/>
              </a:ext>
            </a:extLst>
          </p:cNvPr>
          <p:cNvSpPr txBox="1"/>
          <p:nvPr/>
        </p:nvSpPr>
        <p:spPr>
          <a:xfrm>
            <a:off x="4374165" y="4488674"/>
            <a:ext cx="203721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đông</a:t>
            </a:r>
            <a:endParaRPr lang="en-US" altLang="ja-JP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41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Frame 14"/>
          <p:cNvSpPr/>
          <p:nvPr/>
        </p:nvSpPr>
        <p:spPr>
          <a:xfrm>
            <a:off x="6751516" y="1620009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8583" y="6355994"/>
            <a:ext cx="2703010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altLang="ja-JP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KINH</a:t>
            </a:r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 rot="345610">
            <a:off x="9085534" y="1380489"/>
            <a:ext cx="2631120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キョウ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050" name="Picture 2" descr="äº¬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90B49661-3975-4BCC-B49C-59758E0CCD7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943" y="1577752"/>
            <a:ext cx="2355304" cy="235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E8918726-09D8-4572-84F4-6C8D2EEE7AFD}"/>
              </a:ext>
            </a:extLst>
          </p:cNvPr>
          <p:cNvSpPr txBox="1"/>
          <p:nvPr/>
        </p:nvSpPr>
        <p:spPr>
          <a:xfrm>
            <a:off x="719391" y="4544077"/>
            <a:ext cx="165843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東京</a:t>
            </a:r>
            <a:endParaRPr lang="en-US" sz="48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EA38200C-1763-4F30-BE21-CE315D0E9757}"/>
              </a:ext>
            </a:extLst>
          </p:cNvPr>
          <p:cNvSpPr txBox="1"/>
          <p:nvPr/>
        </p:nvSpPr>
        <p:spPr>
          <a:xfrm>
            <a:off x="2572353" y="4544078"/>
            <a:ext cx="352205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とうきょう</a:t>
            </a:r>
            <a:endParaRPr lang="en-US" sz="48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613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Frame 14"/>
          <p:cNvSpPr/>
          <p:nvPr/>
        </p:nvSpPr>
        <p:spPr>
          <a:xfrm>
            <a:off x="6878592" y="1555124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8583" y="6355994"/>
            <a:ext cx="2703010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altLang="ja-JP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 rot="345610">
            <a:off x="9085534" y="1380489"/>
            <a:ext cx="2631120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メイ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 rot="21140809">
            <a:off x="9300447" y="6024183"/>
            <a:ext cx="2573726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な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074" name="Picture 2" descr="å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C2E8F9C1-1C6A-4D3C-B536-440F7292493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286" y="1685208"/>
            <a:ext cx="2607888" cy="260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40E9C0F8-6BE4-4C10-9B00-904713E9A849}"/>
              </a:ext>
            </a:extLst>
          </p:cNvPr>
          <p:cNvSpPr txBox="1"/>
          <p:nvPr/>
        </p:nvSpPr>
        <p:spPr>
          <a:xfrm>
            <a:off x="359362" y="5406023"/>
            <a:ext cx="1658437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名人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5310281E-9950-46D0-8ACE-B1B8C6CE4C86}"/>
              </a:ext>
            </a:extLst>
          </p:cNvPr>
          <p:cNvSpPr txBox="1"/>
          <p:nvPr/>
        </p:nvSpPr>
        <p:spPr>
          <a:xfrm>
            <a:off x="1800619" y="5418592"/>
            <a:ext cx="2569216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めいじん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60849B9C-5180-419C-AED8-462D1B60FB71}"/>
              </a:ext>
            </a:extLst>
          </p:cNvPr>
          <p:cNvSpPr txBox="1"/>
          <p:nvPr/>
        </p:nvSpPr>
        <p:spPr>
          <a:xfrm>
            <a:off x="4814327" y="5316908"/>
            <a:ext cx="1970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 err="1"/>
              <a:t>Danh</a:t>
            </a:r>
            <a:r>
              <a:rPr lang="en-US" altLang="ja-JP" sz="3200" b="1" dirty="0"/>
              <a:t> </a:t>
            </a:r>
            <a:r>
              <a:rPr lang="en-US" altLang="ja-JP" sz="3200" b="1" dirty="0" err="1"/>
              <a:t>nhân</a:t>
            </a:r>
            <a:endParaRPr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783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Frame 14"/>
          <p:cNvSpPr/>
          <p:nvPr/>
        </p:nvSpPr>
        <p:spPr>
          <a:xfrm>
            <a:off x="5319914" y="1452398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8583" y="6355994"/>
            <a:ext cx="2703010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altLang="ja-JP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TIỀN</a:t>
            </a:r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 rot="345610">
            <a:off x="9085534" y="1380489"/>
            <a:ext cx="2631120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ゼン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 rot="21140809">
            <a:off x="9271794" y="5595785"/>
            <a:ext cx="2573726" cy="103975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まえ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phía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trước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4098" name="Picture 2" descr="å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AD9A542A-71F6-447E-A5DC-5526207D026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876" y="2744164"/>
            <a:ext cx="3009008" cy="335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48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C94240-1288-4DB0-87C4-EB75DA99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6193F9FA-5F1C-40FD-9079-52ACD837FFA6}"/>
              </a:ext>
            </a:extLst>
          </p:cNvPr>
          <p:cNvSpPr/>
          <p:nvPr/>
        </p:nvSpPr>
        <p:spPr>
          <a:xfrm>
            <a:off x="2318762" y="2276872"/>
            <a:ext cx="6148768" cy="2522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045C0F7-4F65-4D9E-BC48-21915F95B0BA}"/>
              </a:ext>
            </a:extLst>
          </p:cNvPr>
          <p:cNvSpPr txBox="1"/>
          <p:nvPr/>
        </p:nvSpPr>
        <p:spPr>
          <a:xfrm>
            <a:off x="972594" y="2154527"/>
            <a:ext cx="2919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名前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EDEE34-D5A4-4B09-A205-A2F0B27A7197}"/>
              </a:ext>
            </a:extLst>
          </p:cNvPr>
          <p:cNvSpPr txBox="1"/>
          <p:nvPr/>
        </p:nvSpPr>
        <p:spPr>
          <a:xfrm>
            <a:off x="3992646" y="2154527"/>
            <a:ext cx="3137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なまえ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927B20AB-C968-4F27-8A56-9FF6EEFC6238}"/>
              </a:ext>
            </a:extLst>
          </p:cNvPr>
          <p:cNvSpPr txBox="1"/>
          <p:nvPr/>
        </p:nvSpPr>
        <p:spPr>
          <a:xfrm>
            <a:off x="7585592" y="1988840"/>
            <a:ext cx="2037212" cy="118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altLang="ja-JP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793050B2-1789-4CDB-A931-E95155BEA964}"/>
              </a:ext>
            </a:extLst>
          </p:cNvPr>
          <p:cNvSpPr txBox="1"/>
          <p:nvPr/>
        </p:nvSpPr>
        <p:spPr>
          <a:xfrm>
            <a:off x="1093043" y="3392638"/>
            <a:ext cx="2049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前日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49FBB9E-E39D-4424-91DC-56F700248E01}"/>
              </a:ext>
            </a:extLst>
          </p:cNvPr>
          <p:cNvSpPr txBox="1"/>
          <p:nvPr/>
        </p:nvSpPr>
        <p:spPr>
          <a:xfrm>
            <a:off x="3928067" y="3513782"/>
            <a:ext cx="365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ぜんじつ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EDE52AF-F50D-4793-90BA-D6B17B852F16}"/>
              </a:ext>
            </a:extLst>
          </p:cNvPr>
          <p:cNvSpPr txBox="1"/>
          <p:nvPr/>
        </p:nvSpPr>
        <p:spPr>
          <a:xfrm>
            <a:off x="7490018" y="3226951"/>
            <a:ext cx="4653066" cy="118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vi-V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F4402630-83F1-4C9E-9299-68A8CBDED766}"/>
              </a:ext>
            </a:extLst>
          </p:cNvPr>
          <p:cNvSpPr txBox="1"/>
          <p:nvPr/>
        </p:nvSpPr>
        <p:spPr>
          <a:xfrm>
            <a:off x="1197868" y="502595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BB4DD141-954B-4EE1-8CED-6C90057830F5}"/>
              </a:ext>
            </a:extLst>
          </p:cNvPr>
          <p:cNvSpPr txBox="1"/>
          <p:nvPr/>
        </p:nvSpPr>
        <p:spPr>
          <a:xfrm>
            <a:off x="3987480" y="4947997"/>
            <a:ext cx="3835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まえ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D3B7C62C-C4FB-43F7-B6A1-DB1B9047EF5E}"/>
              </a:ext>
            </a:extLst>
          </p:cNvPr>
          <p:cNvSpPr txBox="1"/>
          <p:nvPr/>
        </p:nvSpPr>
        <p:spPr>
          <a:xfrm>
            <a:off x="7339704" y="4904858"/>
            <a:ext cx="4953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vi-VN" altLang="ja-JP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29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166498" y="1555124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(QUỐC)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086629" y="1358729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コク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 rot="21010949">
            <a:off x="9200291" y="5606924"/>
            <a:ext cx="2197504" cy="1013683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くに</a:t>
            </a:r>
            <a:r>
              <a:rPr lang="en-US" altLang="ja-JP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3599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đất</a:t>
            </a:r>
            <a:r>
              <a:rPr lang="en-US" altLang="ja-JP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3599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nước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5122" name="Picture 2" descr="å½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6351DAA4-AD06-45AD-8B0B-5049B7A86A9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821" y="2276872"/>
            <a:ext cx="2848119" cy="284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71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C94240-1288-4DB0-87C4-EB75DA99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6193F9FA-5F1C-40FD-9079-52ACD837FFA6}"/>
              </a:ext>
            </a:extLst>
          </p:cNvPr>
          <p:cNvSpPr/>
          <p:nvPr/>
        </p:nvSpPr>
        <p:spPr>
          <a:xfrm>
            <a:off x="2318762" y="2276872"/>
            <a:ext cx="6148768" cy="2522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045C0F7-4F65-4D9E-BC48-21915F95B0BA}"/>
              </a:ext>
            </a:extLst>
          </p:cNvPr>
          <p:cNvSpPr txBox="1"/>
          <p:nvPr/>
        </p:nvSpPr>
        <p:spPr>
          <a:xfrm>
            <a:off x="972594" y="2154527"/>
            <a:ext cx="2919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国語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EDEE34-D5A4-4B09-A205-A2F0B27A7197}"/>
              </a:ext>
            </a:extLst>
          </p:cNvPr>
          <p:cNvSpPr txBox="1"/>
          <p:nvPr/>
        </p:nvSpPr>
        <p:spPr>
          <a:xfrm>
            <a:off x="3992646" y="2154527"/>
            <a:ext cx="3137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こくご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927B20AB-C968-4F27-8A56-9FF6EEFC6238}"/>
              </a:ext>
            </a:extLst>
          </p:cNvPr>
          <p:cNvSpPr txBox="1"/>
          <p:nvPr/>
        </p:nvSpPr>
        <p:spPr>
          <a:xfrm>
            <a:off x="7585591" y="1988840"/>
            <a:ext cx="31373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endParaRPr lang="en-US" altLang="ja-JP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793050B2-1789-4CDB-A931-E95155BEA964}"/>
              </a:ext>
            </a:extLst>
          </p:cNvPr>
          <p:cNvSpPr txBox="1"/>
          <p:nvPr/>
        </p:nvSpPr>
        <p:spPr>
          <a:xfrm>
            <a:off x="1093043" y="3392638"/>
            <a:ext cx="2049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国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49FBB9E-E39D-4424-91DC-56F700248E01}"/>
              </a:ext>
            </a:extLst>
          </p:cNvPr>
          <p:cNvSpPr txBox="1"/>
          <p:nvPr/>
        </p:nvSpPr>
        <p:spPr>
          <a:xfrm>
            <a:off x="3928067" y="3513782"/>
            <a:ext cx="365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くに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EDE52AF-F50D-4793-90BA-D6B17B852F16}"/>
              </a:ext>
            </a:extLst>
          </p:cNvPr>
          <p:cNvSpPr txBox="1"/>
          <p:nvPr/>
        </p:nvSpPr>
        <p:spPr>
          <a:xfrm>
            <a:off x="7490018" y="3226951"/>
            <a:ext cx="4653066" cy="118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vi-V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90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131783" y="1649537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(NAM)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068885" y="1357837"/>
            <a:ext cx="2197504" cy="96303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ダン</a:t>
            </a:r>
            <a:endParaRPr lang="en-US" altLang="ja-JP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 rot="21010949">
            <a:off x="10031759" y="5333832"/>
            <a:ext cx="2554819" cy="13159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おとこ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đàn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ông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, con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trai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6146" name="Picture 2" descr="ç·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D5BFE735-4AF2-4563-B417-3DA0FD31B3E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772" y="1812424"/>
            <a:ext cx="2218471" cy="221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83213E59-5595-49A1-8A54-8D09C3D22BA8}"/>
              </a:ext>
            </a:extLst>
          </p:cNvPr>
          <p:cNvSpPr txBox="1"/>
          <p:nvPr/>
        </p:nvSpPr>
        <p:spPr>
          <a:xfrm>
            <a:off x="379413" y="4544077"/>
            <a:ext cx="19984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男の人</a:t>
            </a:r>
            <a:endParaRPr lang="en-US" altLang="ja-JP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F3C92FE1-07BF-4018-A8D4-6C3EBCFE702A}"/>
              </a:ext>
            </a:extLst>
          </p:cNvPr>
          <p:cNvSpPr txBox="1"/>
          <p:nvPr/>
        </p:nvSpPr>
        <p:spPr>
          <a:xfrm>
            <a:off x="2572353" y="4544078"/>
            <a:ext cx="3522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おとこのひと</a:t>
            </a:r>
            <a:endParaRPr lang="en-US" sz="4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C3466838-8268-4759-A270-483CAFCA913C}"/>
              </a:ext>
            </a:extLst>
          </p:cNvPr>
          <p:cNvSpPr txBox="1"/>
          <p:nvPr/>
        </p:nvSpPr>
        <p:spPr>
          <a:xfrm>
            <a:off x="2516403" y="5565328"/>
            <a:ext cx="3522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91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3" grpId="0" animBg="1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741224" y="1540958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(NỮ)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086629" y="1358729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ジョ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 rot="21010949">
            <a:off x="9861739" y="5724255"/>
            <a:ext cx="2197504" cy="103058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おんな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con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gái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,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nữ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giới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76160">
            <a:off x="-45249" y="1278719"/>
            <a:ext cx="4257675" cy="1704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170" name="Picture 2" descr="å¥³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66F8BDDC-11F1-4E86-92A7-504D735056B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701" y="2358404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0EA979C1-8178-4B53-8E88-27D5B4915DDC}"/>
              </a:ext>
            </a:extLst>
          </p:cNvPr>
          <p:cNvSpPr txBox="1"/>
          <p:nvPr/>
        </p:nvSpPr>
        <p:spPr>
          <a:xfrm>
            <a:off x="379412" y="3882404"/>
            <a:ext cx="1626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女の人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FB4CFEE4-6492-4C56-B4E9-224EEFBA6AFC}"/>
              </a:ext>
            </a:extLst>
          </p:cNvPr>
          <p:cNvSpPr txBox="1"/>
          <p:nvPr/>
        </p:nvSpPr>
        <p:spPr>
          <a:xfrm>
            <a:off x="1894270" y="3907025"/>
            <a:ext cx="27261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おんなのひと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1EA890B3-5240-4EA5-80CE-58EDB173EB4E}"/>
              </a:ext>
            </a:extLst>
          </p:cNvPr>
          <p:cNvSpPr txBox="1"/>
          <p:nvPr/>
        </p:nvSpPr>
        <p:spPr>
          <a:xfrm>
            <a:off x="4471638" y="3901981"/>
            <a:ext cx="2590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endParaRPr lang="en-US" altLang="ja-JP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F3C51FC9-CC0F-4582-8134-A3371DD1EEB9}"/>
              </a:ext>
            </a:extLst>
          </p:cNvPr>
          <p:cNvSpPr txBox="1"/>
          <p:nvPr/>
        </p:nvSpPr>
        <p:spPr>
          <a:xfrm>
            <a:off x="533648" y="5088657"/>
            <a:ext cx="146975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男女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A3391A3C-05FA-4F9E-867D-B2C2D43C496C}"/>
              </a:ext>
            </a:extLst>
          </p:cNvPr>
          <p:cNvSpPr txBox="1"/>
          <p:nvPr/>
        </p:nvSpPr>
        <p:spPr>
          <a:xfrm>
            <a:off x="2069526" y="5088657"/>
            <a:ext cx="240211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だんじょ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C1C624BB-A56E-46BD-A45B-BB3C14BFBD90}"/>
              </a:ext>
            </a:extLst>
          </p:cNvPr>
          <p:cNvSpPr txBox="1"/>
          <p:nvPr/>
        </p:nvSpPr>
        <p:spPr>
          <a:xfrm>
            <a:off x="4140017" y="4869160"/>
            <a:ext cx="203721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6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3" grpId="0" animBg="1"/>
      <p:bldP spid="19" grpId="0"/>
      <p:bldP spid="20" grpId="0"/>
      <p:bldP spid="21" grpId="0"/>
      <p:bldP spid="22" grpId="0"/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319914" y="1452398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(KHU)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622882" y="1402212"/>
            <a:ext cx="2197504" cy="127038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く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khu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,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quận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8194" name="Picture 2" descr="åº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A28BE2A8-F1B9-4A0B-9BCC-54DF7FDC8A2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79" y="2447122"/>
            <a:ext cx="3039961" cy="303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78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055750" y="1481427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(THỊ)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248020" y="5306402"/>
            <a:ext cx="2197504" cy="119800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thành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phố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73A6B2A6-355D-40A2-A83B-302AF6669EA7}"/>
              </a:ext>
            </a:extLst>
          </p:cNvPr>
          <p:cNvSpPr/>
          <p:nvPr/>
        </p:nvSpPr>
        <p:spPr>
          <a:xfrm rot="345610">
            <a:off x="9718204" y="1559650"/>
            <a:ext cx="2197504" cy="119800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いち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98BE8AD-7F00-4168-AE8C-02F7AA2B84D2}"/>
              </a:ext>
            </a:extLst>
          </p:cNvPr>
          <p:cNvSpPr txBox="1"/>
          <p:nvPr/>
        </p:nvSpPr>
        <p:spPr>
          <a:xfrm>
            <a:off x="683422" y="4712752"/>
            <a:ext cx="4574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ホーチミン市（し）：</a:t>
            </a:r>
            <a:r>
              <a:rPr lang="en-US" altLang="ja-JP" sz="3600" b="1" dirty="0"/>
              <a:t>TP HCM</a:t>
            </a:r>
          </a:p>
        </p:txBody>
      </p:sp>
      <p:pic>
        <p:nvPicPr>
          <p:cNvPr id="9218" name="Picture 2" descr="å¸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8E4B4386-8C8D-499D-8ECB-4192489B9B3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996" y="1772816"/>
            <a:ext cx="252028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91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3CD879-109E-4380-BB3F-69773E7C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8" y="1701800"/>
            <a:ext cx="10521719" cy="447040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4000" b="1" dirty="0"/>
              <a:t>1.</a:t>
            </a:r>
            <a:r>
              <a:rPr lang="ja-JP" altLang="en-US" sz="4000" b="1" dirty="0"/>
              <a:t>らいしゅう、ともだちと</a:t>
            </a:r>
            <a:r>
              <a:rPr lang="en-US" altLang="ja-JP" sz="4000" b="1" dirty="0"/>
              <a:t>【</a:t>
            </a:r>
            <a:r>
              <a:rPr lang="ja-JP" altLang="en-US" sz="4000" b="1" dirty="0"/>
              <a:t>東京</a:t>
            </a:r>
            <a:r>
              <a:rPr lang="en-US" altLang="ja-JP" sz="4000" b="1" dirty="0"/>
              <a:t>】</a:t>
            </a:r>
            <a:r>
              <a:rPr lang="ja-JP" altLang="en-US" sz="4000" b="1" dirty="0"/>
              <a:t>へ　いきます。</a:t>
            </a:r>
            <a:r>
              <a:rPr lang="en-US" dirty="0"/>
              <a:t>	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AutoNum type="alphaUcPeriod"/>
            </a:pPr>
            <a:r>
              <a:rPr lang="ja-JP" altLang="en-US" sz="4000" dirty="0"/>
              <a:t>ときょう</a:t>
            </a:r>
            <a:r>
              <a:rPr lang="en-US" sz="4000" dirty="0"/>
              <a:t>	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AutoNum type="alphaUcPeriod"/>
            </a:pPr>
            <a:r>
              <a:rPr lang="ja-JP" altLang="en-US" sz="4000" dirty="0"/>
              <a:t>とうきょ</a:t>
            </a:r>
            <a:r>
              <a:rPr lang="en-US" sz="4000" dirty="0"/>
              <a:t>	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AutoNum type="alphaUcPeriod"/>
            </a:pPr>
            <a:r>
              <a:rPr lang="ja-JP" altLang="en-US" sz="4000" dirty="0"/>
              <a:t>とぎょう</a:t>
            </a:r>
            <a:r>
              <a:rPr lang="en-US" sz="4000" dirty="0"/>
              <a:t>	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AutoNum type="alphaUcPeriod"/>
            </a:pPr>
            <a:r>
              <a:rPr lang="ja-JP" altLang="en-US" sz="4000" dirty="0"/>
              <a:t>とうきょう</a:t>
            </a:r>
            <a:endParaRPr lang="en-US" sz="4000" dirty="0"/>
          </a:p>
          <a:p>
            <a:pPr>
              <a:lnSpc>
                <a:spcPct val="16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F5C29F6C-872C-4D61-A40E-4C5846DD9E38}"/>
              </a:ext>
            </a:extLst>
          </p:cNvPr>
          <p:cNvSpPr/>
          <p:nvPr/>
        </p:nvSpPr>
        <p:spPr>
          <a:xfrm>
            <a:off x="1557908" y="116632"/>
            <a:ext cx="475252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 PH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ÁN ĐÚNG</a:t>
            </a:r>
          </a:p>
        </p:txBody>
      </p:sp>
      <p:sp>
        <p:nvSpPr>
          <p:cNvPr id="2" name="Hình chữ nhật: Góc Tròn 1">
            <a:extLst>
              <a:ext uri="{FF2B5EF4-FFF2-40B4-BE49-F238E27FC236}">
                <a16:creationId xmlns:a16="http://schemas.microsoft.com/office/drawing/2014/main" id="{536122C4-9A0E-4879-9AFA-C50CD25B9BC8}"/>
              </a:ext>
            </a:extLst>
          </p:cNvPr>
          <p:cNvSpPr/>
          <p:nvPr/>
        </p:nvSpPr>
        <p:spPr>
          <a:xfrm>
            <a:off x="981844" y="5373216"/>
            <a:ext cx="3240360" cy="7200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0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3CD879-109E-4380-BB3F-69773E7C0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3600" b="1" dirty="0"/>
              <a:t>2. </a:t>
            </a:r>
            <a:r>
              <a:rPr lang="ja-JP" altLang="en-US" sz="3600" b="1" dirty="0"/>
              <a:t>ここに</a:t>
            </a:r>
            <a:r>
              <a:rPr lang="en-US" altLang="ja-JP" sz="3600" b="1" dirty="0"/>
              <a:t>【</a:t>
            </a:r>
            <a:r>
              <a:rPr lang="ja-JP" altLang="en-US" sz="3600" b="1" dirty="0"/>
              <a:t>なまえ</a:t>
            </a:r>
            <a:r>
              <a:rPr lang="en-US" altLang="ja-JP" sz="3600" b="1" dirty="0"/>
              <a:t>】</a:t>
            </a:r>
            <a:r>
              <a:rPr lang="ja-JP" altLang="en-US" sz="3600" b="1" dirty="0"/>
              <a:t>をかきます。</a:t>
            </a:r>
            <a:endParaRPr lang="en-US" sz="3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/>
              <a:t>A. </a:t>
            </a:r>
            <a:r>
              <a:rPr lang="ja-JP" altLang="en-US" sz="3600" dirty="0"/>
              <a:t>名然 </a:t>
            </a:r>
            <a:r>
              <a:rPr lang="en-US" sz="3600" dirty="0"/>
              <a:t>		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/>
              <a:t>B. </a:t>
            </a:r>
            <a:r>
              <a:rPr lang="ja-JP" altLang="en-US" sz="3600" dirty="0"/>
              <a:t>名前</a:t>
            </a:r>
            <a:r>
              <a:rPr lang="en-US" sz="3600" dirty="0"/>
              <a:t>		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/>
              <a:t>C. </a:t>
            </a:r>
            <a:r>
              <a:rPr lang="ja-JP" altLang="en-US" sz="3600" dirty="0"/>
              <a:t>名月</a:t>
            </a:r>
            <a:r>
              <a:rPr lang="en-US" sz="3600" dirty="0"/>
              <a:t>		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/>
              <a:t>D. </a:t>
            </a:r>
            <a:r>
              <a:rPr lang="ja-JP" altLang="en-US" sz="3600" dirty="0"/>
              <a:t>名利</a:t>
            </a:r>
            <a:endParaRPr lang="en-US" sz="3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3600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F5C29F6C-872C-4D61-A40E-4C5846DD9E38}"/>
              </a:ext>
            </a:extLst>
          </p:cNvPr>
          <p:cNvSpPr/>
          <p:nvPr/>
        </p:nvSpPr>
        <p:spPr>
          <a:xfrm>
            <a:off x="1557908" y="116632"/>
            <a:ext cx="475252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 PH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ÁN ĐÚNG</a:t>
            </a:r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C2A0CC9F-2683-44EE-9568-2583FD3EBBF1}"/>
              </a:ext>
            </a:extLst>
          </p:cNvPr>
          <p:cNvSpPr/>
          <p:nvPr/>
        </p:nvSpPr>
        <p:spPr>
          <a:xfrm>
            <a:off x="981844" y="3573016"/>
            <a:ext cx="3240360" cy="7200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9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3CD879-109E-4380-BB3F-69773E7C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395601"/>
            <a:ext cx="4752528" cy="447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3. </a:t>
            </a:r>
            <a:r>
              <a:rPr lang="en-US" altLang="ja-JP" sz="3200" b="1" dirty="0"/>
              <a:t>【</a:t>
            </a:r>
            <a:r>
              <a:rPr lang="ja-JP" altLang="en-US" sz="3200" b="1" dirty="0"/>
              <a:t>男</a:t>
            </a:r>
            <a:r>
              <a:rPr lang="en-US" altLang="ja-JP" sz="3200" b="1" dirty="0"/>
              <a:t>】</a:t>
            </a:r>
            <a:r>
              <a:rPr lang="en-US" sz="3200" b="1" dirty="0"/>
              <a:t>			</a:t>
            </a:r>
          </a:p>
          <a:p>
            <a:pPr marL="0" indent="0">
              <a:buNone/>
            </a:pPr>
            <a:r>
              <a:rPr lang="en-US" sz="3200" b="1" dirty="0"/>
              <a:t>A. </a:t>
            </a:r>
            <a:r>
              <a:rPr lang="ja-JP" altLang="en-US" sz="3200" b="1" dirty="0"/>
              <a:t>おとな</a:t>
            </a:r>
            <a:r>
              <a:rPr lang="en-US" sz="3200" b="1" dirty="0"/>
              <a:t>		</a:t>
            </a:r>
          </a:p>
          <a:p>
            <a:pPr marL="0" indent="0">
              <a:buNone/>
            </a:pPr>
            <a:r>
              <a:rPr lang="en-US" sz="3200" b="1" dirty="0"/>
              <a:t>B. </a:t>
            </a:r>
            <a:r>
              <a:rPr lang="ja-JP" altLang="en-US" sz="3200" b="1" dirty="0"/>
              <a:t>あとこ</a:t>
            </a:r>
            <a:r>
              <a:rPr lang="en-US" sz="3200" b="1" dirty="0"/>
              <a:t>		</a:t>
            </a:r>
          </a:p>
          <a:p>
            <a:pPr marL="0" indent="0">
              <a:buNone/>
            </a:pPr>
            <a:r>
              <a:rPr lang="en-US" sz="3200" b="1" dirty="0"/>
              <a:t>C. </a:t>
            </a:r>
            <a:r>
              <a:rPr lang="ja-JP" altLang="en-US" sz="3200" b="1" dirty="0"/>
              <a:t>おとこ</a:t>
            </a:r>
            <a:r>
              <a:rPr lang="en-US" sz="3200" b="1" dirty="0"/>
              <a:t>		</a:t>
            </a:r>
          </a:p>
          <a:p>
            <a:pPr marL="0" indent="0">
              <a:buNone/>
            </a:pPr>
            <a:r>
              <a:rPr lang="en-US" sz="3200" b="1" dirty="0"/>
              <a:t>D. </a:t>
            </a:r>
            <a:r>
              <a:rPr lang="ja-JP" altLang="en-US" sz="3200" b="1" dirty="0"/>
              <a:t>おんな</a:t>
            </a:r>
            <a:endParaRPr lang="en-US" sz="3200" b="1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F5C29F6C-872C-4D61-A40E-4C5846DD9E38}"/>
              </a:ext>
            </a:extLst>
          </p:cNvPr>
          <p:cNvSpPr/>
          <p:nvPr/>
        </p:nvSpPr>
        <p:spPr>
          <a:xfrm>
            <a:off x="1557908" y="116632"/>
            <a:ext cx="475252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 PH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ÁN ĐÚNG</a:t>
            </a:r>
          </a:p>
        </p:txBody>
      </p:sp>
      <p:sp>
        <p:nvSpPr>
          <p:cNvPr id="5" name="Chỗ dành sẵn cho Nội dung 2">
            <a:extLst>
              <a:ext uri="{FF2B5EF4-FFF2-40B4-BE49-F238E27FC236}">
                <a16:creationId xmlns:a16="http://schemas.microsoft.com/office/drawing/2014/main" id="{924E52C5-54F8-4D1A-A6BC-33D6D32ED521}"/>
              </a:ext>
            </a:extLst>
          </p:cNvPr>
          <p:cNvSpPr txBox="1">
            <a:spLocks/>
          </p:cNvSpPr>
          <p:nvPr/>
        </p:nvSpPr>
        <p:spPr>
          <a:xfrm>
            <a:off x="6814492" y="1484784"/>
            <a:ext cx="396899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3797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461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264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7885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/>
              <a:t>4. </a:t>
            </a:r>
            <a:r>
              <a:rPr lang="en-US" altLang="ja-JP" sz="3200" b="1" dirty="0"/>
              <a:t>【</a:t>
            </a:r>
            <a:r>
              <a:rPr lang="ja-JP" altLang="en-US" sz="3200" b="1" dirty="0"/>
              <a:t>ひがし</a:t>
            </a:r>
            <a:r>
              <a:rPr lang="en-US" altLang="ja-JP" sz="3200" b="1" dirty="0"/>
              <a:t>】</a:t>
            </a:r>
            <a:r>
              <a:rPr lang="en-US" sz="3200" b="1" dirty="0"/>
              <a:t>		</a:t>
            </a:r>
          </a:p>
          <a:p>
            <a:pPr marL="0" indent="0">
              <a:buNone/>
            </a:pPr>
            <a:r>
              <a:rPr lang="en-US" sz="3200" b="1" dirty="0"/>
              <a:t>A. </a:t>
            </a:r>
            <a:r>
              <a:rPr lang="ja-JP" altLang="en-US" sz="3200" b="1" dirty="0"/>
              <a:t>東</a:t>
            </a:r>
            <a:r>
              <a:rPr lang="en-US" sz="3200" b="1" dirty="0"/>
              <a:t>			</a:t>
            </a:r>
          </a:p>
          <a:p>
            <a:pPr marL="0" indent="0">
              <a:buNone/>
            </a:pPr>
            <a:r>
              <a:rPr lang="en-US" sz="3200" b="1" dirty="0"/>
              <a:t>B. </a:t>
            </a:r>
            <a:r>
              <a:rPr lang="ja-JP" altLang="en-US" sz="3200" b="1" dirty="0"/>
              <a:t>京</a:t>
            </a:r>
            <a:r>
              <a:rPr lang="en-US" sz="3200" b="1" dirty="0"/>
              <a:t>			</a:t>
            </a:r>
          </a:p>
          <a:p>
            <a:pPr marL="0" indent="0">
              <a:buNone/>
            </a:pPr>
            <a:r>
              <a:rPr lang="en-US" sz="3200" b="1" dirty="0"/>
              <a:t>C. </a:t>
            </a:r>
            <a:r>
              <a:rPr lang="ja-JP" altLang="en-US" sz="3200" b="1" dirty="0"/>
              <a:t>梅</a:t>
            </a:r>
            <a:r>
              <a:rPr lang="en-US" sz="3200" b="1" dirty="0"/>
              <a:t>			</a:t>
            </a:r>
          </a:p>
          <a:p>
            <a:pPr marL="0" indent="0">
              <a:buNone/>
            </a:pPr>
            <a:r>
              <a:rPr lang="en-US" sz="3200" b="1" dirty="0"/>
              <a:t>D. </a:t>
            </a:r>
            <a:r>
              <a:rPr lang="ja-JP" altLang="en-US" sz="3200" b="1" dirty="0"/>
              <a:t>毎</a:t>
            </a:r>
            <a:endParaRPr lang="en-US" sz="3200" b="1" dirty="0"/>
          </a:p>
          <a:p>
            <a:endParaRPr lang="en-US" dirty="0"/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0A766D48-3EF0-4CDC-BED9-35F215F838BD}"/>
              </a:ext>
            </a:extLst>
          </p:cNvPr>
          <p:cNvSpPr/>
          <p:nvPr/>
        </p:nvSpPr>
        <p:spPr>
          <a:xfrm>
            <a:off x="693812" y="3861048"/>
            <a:ext cx="2520280" cy="7200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ình chữ nhật: Góc Tròn 6">
            <a:extLst>
              <a:ext uri="{FF2B5EF4-FFF2-40B4-BE49-F238E27FC236}">
                <a16:creationId xmlns:a16="http://schemas.microsoft.com/office/drawing/2014/main" id="{75260AE5-0E5C-419D-A5EE-6D6D17A09039}"/>
              </a:ext>
            </a:extLst>
          </p:cNvPr>
          <p:cNvSpPr/>
          <p:nvPr/>
        </p:nvSpPr>
        <p:spPr>
          <a:xfrm>
            <a:off x="6670476" y="2564904"/>
            <a:ext cx="1512168" cy="7200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2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9756" y="1772816"/>
            <a:ext cx="8208912" cy="3600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終わり</a:t>
            </a:r>
            <a:endParaRPr lang="en-US" altLang="ja-JP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  <a:p>
            <a:pPr algn="ctr"/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ありがとうございます。</a:t>
            </a:r>
            <a:endParaRPr lang="en-US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2"/>
  <p:tag name="MMPROD_UIDATA" val="&lt;database version=&quot;9.0&quot;&gt;&lt;object type=&quot;1&quot; unique_id=&quot;10001&quot;&gt;&lt;object type=&quot;8&quot; unique_id=&quot;10588&quot;&gt;&lt;/object&gt;&lt;object type=&quot;2&quot; unique_id=&quot;10589&quot;&gt;&lt;object type=&quot;3&quot; unique_id=&quot;10590&quot;&gt;&lt;property id=&quot;20148&quot; value=&quot;5&quot;/&gt;&lt;property id=&quot;20300&quot; value=&quot;Slide 1&quot;/&gt;&lt;property id=&quot;20307&quot; value=&quot;264&quot;/&gt;&lt;/object&gt;&lt;object type=&quot;3&quot; unique_id=&quot;10592&quot;&gt;&lt;property id=&quot;20148&quot; value=&quot;5&quot;/&gt;&lt;property id=&quot;20300&quot; value=&quot;Slide 11&quot;/&gt;&lt;property id=&quot;20307&quot; value=&quot;266&quot;/&gt;&lt;/object&gt;&lt;object type=&quot;3&quot; unique_id=&quot;11498&quot;&gt;&lt;property id=&quot;20148&quot; value=&quot;5&quot;/&gt;&lt;property id=&quot;20300&quot; value=&quot;Slide 6&quot;/&gt;&lt;property id=&quot;20307&quot; value=&quot;285&quot;/&gt;&lt;/object&gt;&lt;object type=&quot;3&quot; unique_id=&quot;33708&quot;&gt;&lt;property id=&quot;20148&quot; value=&quot;5&quot;/&gt;&lt;property id=&quot;20300&quot; value=&quot;Slide 2&quot;/&gt;&lt;property id=&quot;20307&quot; value=&quot;293&quot;/&gt;&lt;/object&gt;&lt;object type=&quot;3&quot; unique_id=&quot;33709&quot;&gt;&lt;property id=&quot;20148&quot; value=&quot;5&quot;/&gt;&lt;property id=&quot;20300&quot; value=&quot;Slide 3&quot;/&gt;&lt;property id=&quot;20307&quot; value=&quot;291&quot;/&gt;&lt;/object&gt;&lt;object type=&quot;3&quot; unique_id=&quot;33710&quot;&gt;&lt;property id=&quot;20148&quot; value=&quot;5&quot;/&gt;&lt;property id=&quot;20300&quot; value=&quot;Slide 4&quot;/&gt;&lt;property id=&quot;20307&quot; value=&quot;286&quot;/&gt;&lt;/object&gt;&lt;object type=&quot;3&quot; unique_id=&quot;33711&quot;&gt;&lt;property id=&quot;20148&quot; value=&quot;5&quot;/&gt;&lt;property id=&quot;20300&quot; value=&quot;Slide 5&quot;/&gt;&lt;property id=&quot;20307&quot; value=&quot;292&quot;/&gt;&lt;/object&gt;&lt;object type=&quot;3&quot; unique_id=&quot;33712&quot;&gt;&lt;property id=&quot;20148&quot; value=&quot;5&quot;/&gt;&lt;property id=&quot;20300&quot; value=&quot;Slide 7&quot;/&gt;&lt;property id=&quot;20307&quot; value=&quot;294&quot;/&gt;&lt;/object&gt;&lt;object type=&quot;3&quot; unique_id=&quot;33713&quot;&gt;&lt;property id=&quot;20148&quot; value=&quot;5&quot;/&gt;&lt;property id=&quot;20300&quot; value=&quot;Slide 8&quot;/&gt;&lt;property id=&quot;20307&quot; value=&quot;295&quot;/&gt;&lt;/object&gt;&lt;object type=&quot;3&quot; unique_id=&quot;33714&quot;&gt;&lt;property id=&quot;20148&quot; value=&quot;5&quot;/&gt;&lt;property id=&quot;20300&quot; value=&quot;Slide 9&quot;/&gt;&lt;property id=&quot;20307&quot; value=&quot;296&quot;/&gt;&lt;/object&gt;&lt;object type=&quot;3&quot; unique_id=&quot;33715&quot;&gt;&lt;property id=&quot;20148&quot; value=&quot;5&quot;/&gt;&lt;property id=&quot;20300&quot; value=&quot;Slide 10&quot;/&gt;&lt;property id=&quot;20307&quot; value=&quot;29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0</TotalTime>
  <Words>414</Words>
  <Application>Microsoft Macintosh PowerPoint</Application>
  <PresentationFormat>ユーザー設定</PresentationFormat>
  <Paragraphs>201</Paragraphs>
  <Slides>16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4" baseType="lpstr">
      <vt:lpstr>HGMaruGothicMPRO</vt:lpstr>
      <vt:lpstr>NtMotoyaKyotai</vt:lpstr>
      <vt:lpstr>Arial</vt:lpstr>
      <vt:lpstr>Arial Rounded MT Bold</vt:lpstr>
      <vt:lpstr>Century Gothic</vt:lpstr>
      <vt:lpstr>Tahoma</vt:lpstr>
      <vt:lpstr>Times New Roman</vt:lpstr>
      <vt:lpstr>Books 16x9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2014-08-29T17:51:52Z</dcterms:created>
  <dcterms:modified xsi:type="dcterms:W3CDTF">2025-02-20T00:57:54Z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TC027879409991</vt:lpwstr>
  </property>
</Properties>
</file>