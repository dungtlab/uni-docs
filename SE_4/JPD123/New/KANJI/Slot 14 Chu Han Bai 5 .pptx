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9" r:id="rId1"/>
  </p:sldMasterIdLst>
  <p:notesMasterIdLst>
    <p:notesMasterId r:id="rId22"/>
  </p:notesMasterIdLst>
  <p:sldIdLst>
    <p:sldId id="256" r:id="rId2"/>
    <p:sldId id="268" r:id="rId3"/>
    <p:sldId id="266" r:id="rId4"/>
    <p:sldId id="272" r:id="rId5"/>
    <p:sldId id="278" r:id="rId6"/>
    <p:sldId id="273" r:id="rId7"/>
    <p:sldId id="300" r:id="rId8"/>
    <p:sldId id="284" r:id="rId9"/>
    <p:sldId id="260" r:id="rId10"/>
    <p:sldId id="274" r:id="rId11"/>
    <p:sldId id="285" r:id="rId12"/>
    <p:sldId id="261" r:id="rId13"/>
    <p:sldId id="286" r:id="rId14"/>
    <p:sldId id="269" r:id="rId15"/>
    <p:sldId id="275" r:id="rId16"/>
    <p:sldId id="298" r:id="rId17"/>
    <p:sldId id="276" r:id="rId18"/>
    <p:sldId id="277" r:id="rId19"/>
    <p:sldId id="299" r:id="rId20"/>
    <p:sldId id="281" r:id="rId21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10" autoAdjust="0"/>
    <p:restoredTop sz="76965" autoAdjust="0"/>
  </p:normalViewPr>
  <p:slideViewPr>
    <p:cSldViewPr snapToGrid="0">
      <p:cViewPr varScale="1">
        <p:scale>
          <a:sx n="93" d="100"/>
          <a:sy n="93" d="100"/>
        </p:scale>
        <p:origin x="216" y="2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938358-8668-4F55-AD1B-904FD0F8E552}" type="datetimeFigureOut">
              <a:rPr lang="en-US" smtClean="0"/>
              <a:t>2/20/25</a:t>
            </a:fld>
            <a:endParaRPr lang="en-US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7A1C3-CCF5-49B8-8899-0815F4461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992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7A1C3-CCF5-49B8-8899-0815F44611E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045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7A1C3-CCF5-49B8-8899-0815F44611E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960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7A1C3-CCF5-49B8-8899-0815F44611E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133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ja-JP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（）</a:t>
            </a:r>
            <a:r>
              <a:rPr lang="en-US" altLang="ja-JP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ja-JP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ja-JP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ja-JP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（）</a:t>
            </a:r>
            <a:endParaRPr lang="en-US" altLang="ja-JP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575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7A1C3-CCF5-49B8-8899-0815F44611E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493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5753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0845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7A1C3-CCF5-49B8-8899-0815F44611E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5359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en-US" altLang="en-US" sz="1100" cap="none" dirty="0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F2EB14-EE58-4013-A3C5-06E6C0F9CD6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3567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7A1C3-CCF5-49B8-8899-0815F44611E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0398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2A70B-78F2-4DCF-B53B-C990D2FAFB8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575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vi-VN"/>
              <a:t>Bấm để chỉnh sửa kiểu tiêu đề phụ của Bản cái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44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733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809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793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154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30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2/20/25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612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614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vi-VN"/>
              <a:t>Bấm biểu tượng để thêm hình ảnh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471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êu đề và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830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ích dẫn cùng vớ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0920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nh Thiế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7360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ích dẫn Danh Thiế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11439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Đúng hoặc S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6071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90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171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598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23712" y="-756394"/>
            <a:ext cx="10091888" cy="6064994"/>
          </a:xfrm>
          <a:prstGeom prst="roundRect">
            <a:avLst/>
          </a:prstGeom>
          <a:noFill/>
          <a:ln>
            <a:noFill/>
          </a:ln>
          <a:scene3d>
            <a:camera prst="perspectiveContrastingRightFacing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7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HGMaruGothicMPRO" panose="020F0609000000000000" pitchFamily="49" charset="-128"/>
                <a:ea typeface="HGMaruGothicMPRO" panose="020F0609000000000000" pitchFamily="49" charset="-128"/>
              </a:rPr>
              <a:t>漢字</a:t>
            </a:r>
            <a:endParaRPr lang="en-US" sz="28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HGMaruGothicMPRO" panose="020F0609000000000000" pitchFamily="49" charset="-128"/>
              <a:ea typeface="HGMaruGothicMPRO" panose="020F0609000000000000" pitchFamily="49" charset="-128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581518" y="3543300"/>
            <a:ext cx="4609982" cy="2256751"/>
          </a:xfrm>
          <a:prstGeom prst="roundRect">
            <a:avLst/>
          </a:prstGeom>
          <a:noFill/>
          <a:ln>
            <a:noFill/>
          </a:ln>
          <a:scene3d>
            <a:camera prst="perspectiveContrastingRightFacing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6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LESSON 5</a:t>
            </a:r>
            <a:endParaRPr lang="en-US" sz="6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906" y="94506"/>
            <a:ext cx="2815164" cy="62939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81730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6789488" y="1339351"/>
            <a:ext cx="4232056" cy="4856019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先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721497" y="6356756"/>
            <a:ext cx="1981200" cy="4572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(TIÊN)</a:t>
            </a:r>
          </a:p>
        </p:txBody>
      </p:sp>
      <p:sp>
        <p:nvSpPr>
          <p:cNvPr id="14" name="Rounded Rectangle 13"/>
          <p:cNvSpPr/>
          <p:nvPr/>
        </p:nvSpPr>
        <p:spPr>
          <a:xfrm rot="345610">
            <a:off x="9809241" y="1382986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セン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 rot="21010949">
            <a:off x="9237161" y="6008878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さき</a:t>
            </a:r>
            <a:r>
              <a:rPr lang="vi-VN" altLang="ja-JP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: Trước</a:t>
            </a:r>
            <a:endParaRPr lang="en-US" sz="28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18089" y="153393"/>
            <a:ext cx="915065" cy="953252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096093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063594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毎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056495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062096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063168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見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056069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食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057141" y="1514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飲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14913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024642" y="167865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買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992143" y="1789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物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993215" y="1662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0960716" y="161104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休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1026" name="Picture 2" descr="å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68078203-B98A-4661-A029-A686652B191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658" y="1339351"/>
            <a:ext cx="2269831" cy="2269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B15D3DAC-8016-49B5-81FE-55E6302FE31E}"/>
              </a:ext>
            </a:extLst>
          </p:cNvPr>
          <p:cNvSpPr txBox="1"/>
          <p:nvPr/>
        </p:nvSpPr>
        <p:spPr>
          <a:xfrm>
            <a:off x="291590" y="4165708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先生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3" name="Hộp Văn bản 32">
            <a:extLst>
              <a:ext uri="{FF2B5EF4-FFF2-40B4-BE49-F238E27FC236}">
                <a16:creationId xmlns:a16="http://schemas.microsoft.com/office/drawing/2014/main" id="{C8FDD90F-DA9F-46AC-B472-69C127C4FCE4}"/>
              </a:ext>
            </a:extLst>
          </p:cNvPr>
          <p:cNvSpPr txBox="1"/>
          <p:nvPr/>
        </p:nvSpPr>
        <p:spPr>
          <a:xfrm>
            <a:off x="2050570" y="4165708"/>
            <a:ext cx="240211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せんせい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4" name="Hộp Văn bản 33">
            <a:extLst>
              <a:ext uri="{FF2B5EF4-FFF2-40B4-BE49-F238E27FC236}">
                <a16:creationId xmlns:a16="http://schemas.microsoft.com/office/drawing/2014/main" id="{D76F3EAE-1C9A-41A9-B68E-B9B265D5D4C3}"/>
              </a:ext>
            </a:extLst>
          </p:cNvPr>
          <p:cNvSpPr txBox="1"/>
          <p:nvPr/>
        </p:nvSpPr>
        <p:spPr>
          <a:xfrm>
            <a:off x="4610250" y="3962400"/>
            <a:ext cx="2037212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Giáo</a:t>
            </a:r>
            <a:r>
              <a:rPr 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viên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Hộp Văn bản 34">
            <a:extLst>
              <a:ext uri="{FF2B5EF4-FFF2-40B4-BE49-F238E27FC236}">
                <a16:creationId xmlns:a16="http://schemas.microsoft.com/office/drawing/2014/main" id="{365E5F16-20D4-4C8F-B896-70296EA6EAC9}"/>
              </a:ext>
            </a:extLst>
          </p:cNvPr>
          <p:cNvSpPr txBox="1"/>
          <p:nvPr/>
        </p:nvSpPr>
        <p:spPr>
          <a:xfrm>
            <a:off x="227012" y="5381844"/>
            <a:ext cx="1348570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先日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6" name="Hộp Văn bản 35">
            <a:extLst>
              <a:ext uri="{FF2B5EF4-FFF2-40B4-BE49-F238E27FC236}">
                <a16:creationId xmlns:a16="http://schemas.microsoft.com/office/drawing/2014/main" id="{6FBCC941-5E7A-497E-8CE3-BB343AF3813A}"/>
              </a:ext>
            </a:extLst>
          </p:cNvPr>
          <p:cNvSpPr txBox="1"/>
          <p:nvPr/>
        </p:nvSpPr>
        <p:spPr>
          <a:xfrm>
            <a:off x="1950027" y="5371265"/>
            <a:ext cx="2112069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せんじつ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7" name="Hộp Văn bản 36">
            <a:extLst>
              <a:ext uri="{FF2B5EF4-FFF2-40B4-BE49-F238E27FC236}">
                <a16:creationId xmlns:a16="http://schemas.microsoft.com/office/drawing/2014/main" id="{718F80EA-395A-4DE9-B4F1-E7C1C9FBE37A}"/>
              </a:ext>
            </a:extLst>
          </p:cNvPr>
          <p:cNvSpPr txBox="1"/>
          <p:nvPr/>
        </p:nvSpPr>
        <p:spPr>
          <a:xfrm>
            <a:off x="4290876" y="5169869"/>
            <a:ext cx="2269832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00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7" grpId="0" animBg="1"/>
      <p:bldP spid="22" grpId="0"/>
      <p:bldP spid="33" grpId="0"/>
      <p:bldP spid="34" grpId="0"/>
      <p:bldP spid="35" grpId="0"/>
      <p:bldP spid="36" grpId="0"/>
      <p:bldP spid="3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6313488" y="1353457"/>
            <a:ext cx="4781594" cy="503072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週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926008" y="6356042"/>
            <a:ext cx="1981200" cy="4572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(CHU)</a:t>
            </a:r>
          </a:p>
        </p:txBody>
      </p:sp>
      <p:sp>
        <p:nvSpPr>
          <p:cNvPr id="16" name="Rounded Rectangle 15"/>
          <p:cNvSpPr/>
          <p:nvPr/>
        </p:nvSpPr>
        <p:spPr>
          <a:xfrm rot="345610">
            <a:off x="9090585" y="1358190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シュウ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18089" y="153393"/>
            <a:ext cx="915065" cy="953252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96093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063594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毎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056495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062096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63168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見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056069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食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057141" y="1514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飲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14913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024642" y="167865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買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992143" y="1789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物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993215" y="1662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0960716" y="161104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休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2050" name="Picture 2" descr="é±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3548B4EF-1753-42C4-9296-8CB8734B4DD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1864" y="1237931"/>
            <a:ext cx="2341839" cy="2341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Hộp Văn bản 29">
            <a:extLst>
              <a:ext uri="{FF2B5EF4-FFF2-40B4-BE49-F238E27FC236}">
                <a16:creationId xmlns:a16="http://schemas.microsoft.com/office/drawing/2014/main" id="{CD668969-0281-43E6-B616-0980005E0F91}"/>
              </a:ext>
            </a:extLst>
          </p:cNvPr>
          <p:cNvSpPr txBox="1"/>
          <p:nvPr/>
        </p:nvSpPr>
        <p:spPr>
          <a:xfrm>
            <a:off x="292761" y="3709809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先週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1" name="Hộp Văn bản 30">
            <a:extLst>
              <a:ext uri="{FF2B5EF4-FFF2-40B4-BE49-F238E27FC236}">
                <a16:creationId xmlns:a16="http://schemas.microsoft.com/office/drawing/2014/main" id="{25EB1596-7BF7-4A6F-9525-83476E86EA9A}"/>
              </a:ext>
            </a:extLst>
          </p:cNvPr>
          <p:cNvSpPr txBox="1"/>
          <p:nvPr/>
        </p:nvSpPr>
        <p:spPr>
          <a:xfrm>
            <a:off x="1605876" y="3638849"/>
            <a:ext cx="2567233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せんしゅう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2" name="Hộp Văn bản 31">
            <a:extLst>
              <a:ext uri="{FF2B5EF4-FFF2-40B4-BE49-F238E27FC236}">
                <a16:creationId xmlns:a16="http://schemas.microsoft.com/office/drawing/2014/main" id="{9F67496C-1154-45BF-98B4-597EBC9116EF}"/>
              </a:ext>
            </a:extLst>
          </p:cNvPr>
          <p:cNvSpPr txBox="1"/>
          <p:nvPr/>
        </p:nvSpPr>
        <p:spPr>
          <a:xfrm>
            <a:off x="4239235" y="3564140"/>
            <a:ext cx="24628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vi-VN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uần</a:t>
            </a:r>
            <a:r>
              <a:rPr lang="vi-VN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Hộp Văn bản 32">
            <a:extLst>
              <a:ext uri="{FF2B5EF4-FFF2-40B4-BE49-F238E27FC236}">
                <a16:creationId xmlns:a16="http://schemas.microsoft.com/office/drawing/2014/main" id="{F0C13A4A-B89A-45D5-A6FA-1174DD700963}"/>
              </a:ext>
            </a:extLst>
          </p:cNvPr>
          <p:cNvSpPr txBox="1"/>
          <p:nvPr/>
        </p:nvSpPr>
        <p:spPr>
          <a:xfrm>
            <a:off x="228183" y="4925945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週間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4" name="Hộp Văn bản 33">
            <a:extLst>
              <a:ext uri="{FF2B5EF4-FFF2-40B4-BE49-F238E27FC236}">
                <a16:creationId xmlns:a16="http://schemas.microsoft.com/office/drawing/2014/main" id="{A0364E5A-72AF-4941-BBA3-94A791C7CC2E}"/>
              </a:ext>
            </a:extLst>
          </p:cNvPr>
          <p:cNvSpPr txBox="1"/>
          <p:nvPr/>
        </p:nvSpPr>
        <p:spPr>
          <a:xfrm>
            <a:off x="1644213" y="4905510"/>
            <a:ext cx="295843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しゅうかん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5" name="Hộp Văn bản 34">
            <a:extLst>
              <a:ext uri="{FF2B5EF4-FFF2-40B4-BE49-F238E27FC236}">
                <a16:creationId xmlns:a16="http://schemas.microsoft.com/office/drawing/2014/main" id="{5DE8FB0C-0294-4E98-A8E6-8AB96A17FB40}"/>
              </a:ext>
            </a:extLst>
          </p:cNvPr>
          <p:cNvSpPr txBox="1"/>
          <p:nvPr/>
        </p:nvSpPr>
        <p:spPr>
          <a:xfrm>
            <a:off x="4312224" y="4746439"/>
            <a:ext cx="356528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 </a:t>
            </a:r>
            <a:r>
              <a:rPr lang="vi-VN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vi-VN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vi-VN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vi-VN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229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5322888" y="1451883"/>
            <a:ext cx="4781594" cy="503072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毎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723085" y="6356756"/>
            <a:ext cx="1981200" cy="4572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(MỖI)</a:t>
            </a:r>
          </a:p>
        </p:txBody>
      </p:sp>
      <p:sp>
        <p:nvSpPr>
          <p:cNvPr id="16" name="Rounded Rectangle 15"/>
          <p:cNvSpPr/>
          <p:nvPr/>
        </p:nvSpPr>
        <p:spPr>
          <a:xfrm rot="345610">
            <a:off x="9090585" y="1358190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マイ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096093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063594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毎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056495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062096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063168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見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056069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食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057141" y="1514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飲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23894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024642" y="167865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買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992143" y="1789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物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993215" y="1662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0960716" y="161104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休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3074" name="Picture 2" descr="æ¯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B5F073BB-AE16-4A16-A5D7-E9DCC78A9B9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77" y="2076556"/>
            <a:ext cx="3046098" cy="304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2906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5384D5FB-703F-4040-B60C-DE6E8E66E996}"/>
              </a:ext>
            </a:extLst>
          </p:cNvPr>
          <p:cNvSpPr txBox="1"/>
          <p:nvPr/>
        </p:nvSpPr>
        <p:spPr>
          <a:xfrm>
            <a:off x="1961370" y="1820487"/>
            <a:ext cx="1658437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TW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毎日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9EE57616-D70F-4261-9A6B-D7B59D9A9830}"/>
              </a:ext>
            </a:extLst>
          </p:cNvPr>
          <p:cNvSpPr txBox="1"/>
          <p:nvPr/>
        </p:nvSpPr>
        <p:spPr>
          <a:xfrm>
            <a:off x="3720350" y="1820487"/>
            <a:ext cx="2402112" cy="547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まいにち</a:t>
            </a:r>
            <a:endParaRPr lang="en-US" sz="32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8A649BC9-6AC7-4B0B-A83A-DA4A7A663FE7}"/>
              </a:ext>
            </a:extLst>
          </p:cNvPr>
          <p:cNvSpPr txBox="1"/>
          <p:nvPr/>
        </p:nvSpPr>
        <p:spPr>
          <a:xfrm>
            <a:off x="6614204" y="1588474"/>
            <a:ext cx="2037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zh-TW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vi-VN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vi-VN" altLang="zh-TW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endParaRPr lang="en-US" altLang="zh-TW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833CA77B-0FC8-4F8D-BB13-8C79356B2BF9}"/>
              </a:ext>
            </a:extLst>
          </p:cNvPr>
          <p:cNvSpPr txBox="1"/>
          <p:nvPr/>
        </p:nvSpPr>
        <p:spPr>
          <a:xfrm>
            <a:off x="1896792" y="3036623"/>
            <a:ext cx="1658437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TW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毎週</a:t>
            </a:r>
            <a:endParaRPr lang="en-US" sz="3600" b="1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A5EF3779-388F-411D-8873-5E7F94195D3E}"/>
              </a:ext>
            </a:extLst>
          </p:cNvPr>
          <p:cNvSpPr txBox="1"/>
          <p:nvPr/>
        </p:nvSpPr>
        <p:spPr>
          <a:xfrm>
            <a:off x="3655772" y="3036623"/>
            <a:ext cx="295843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まいしゅう</a:t>
            </a:r>
            <a:endParaRPr lang="en-US" sz="3600" b="1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D10C3ACB-466C-431D-991D-29443528526B}"/>
              </a:ext>
            </a:extLst>
          </p:cNvPr>
          <p:cNvSpPr txBox="1"/>
          <p:nvPr/>
        </p:nvSpPr>
        <p:spPr>
          <a:xfrm>
            <a:off x="6559753" y="2797792"/>
            <a:ext cx="3565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altLang="zh-TW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vi-VN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zh-TW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endParaRPr lang="en-US" altLang="zh-TW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58D8179B-EF60-4D98-A911-F916B28ACC1B}"/>
              </a:ext>
            </a:extLst>
          </p:cNvPr>
          <p:cNvSpPr txBox="1"/>
          <p:nvPr/>
        </p:nvSpPr>
        <p:spPr>
          <a:xfrm>
            <a:off x="1956204" y="4087926"/>
            <a:ext cx="1658437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TW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毎月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F46CCB79-E13F-49D0-A0A5-EC4870ED4547}"/>
              </a:ext>
            </a:extLst>
          </p:cNvPr>
          <p:cNvSpPr txBox="1"/>
          <p:nvPr/>
        </p:nvSpPr>
        <p:spPr>
          <a:xfrm>
            <a:off x="3715184" y="4087926"/>
            <a:ext cx="240211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まいつき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57D83617-7126-4908-A687-986EE6F9CEBD}"/>
              </a:ext>
            </a:extLst>
          </p:cNvPr>
          <p:cNvSpPr txBox="1"/>
          <p:nvPr/>
        </p:nvSpPr>
        <p:spPr>
          <a:xfrm>
            <a:off x="6554752" y="3866385"/>
            <a:ext cx="2402111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vi-VN" altLang="zh-TW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vi-VN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zh-TW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911A0354-A4CC-4A18-9647-8397CB6AA716}"/>
              </a:ext>
            </a:extLst>
          </p:cNvPr>
          <p:cNvSpPr txBox="1"/>
          <p:nvPr/>
        </p:nvSpPr>
        <p:spPr>
          <a:xfrm>
            <a:off x="1922137" y="5097798"/>
            <a:ext cx="1658437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TW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毎年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104A3B40-DFC0-4812-BA42-583A2ABED8C6}"/>
              </a:ext>
            </a:extLst>
          </p:cNvPr>
          <p:cNvSpPr txBox="1"/>
          <p:nvPr/>
        </p:nvSpPr>
        <p:spPr>
          <a:xfrm>
            <a:off x="3669174" y="5113990"/>
            <a:ext cx="2757268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まいとし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51CFBD29-672B-44E2-A294-4241949A7F98}"/>
              </a:ext>
            </a:extLst>
          </p:cNvPr>
          <p:cNvSpPr txBox="1"/>
          <p:nvPr/>
        </p:nvSpPr>
        <p:spPr>
          <a:xfrm>
            <a:off x="6614204" y="4900799"/>
            <a:ext cx="2757268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vi-VN" altLang="zh-TW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vi-VN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năm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113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5978233" y="1353457"/>
            <a:ext cx="4781594" cy="503072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午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723085" y="6356756"/>
            <a:ext cx="1981200" cy="4572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(NGỌ)</a:t>
            </a:r>
          </a:p>
        </p:txBody>
      </p:sp>
      <p:sp>
        <p:nvSpPr>
          <p:cNvPr id="16" name="Rounded Rectangle 15"/>
          <p:cNvSpPr/>
          <p:nvPr/>
        </p:nvSpPr>
        <p:spPr>
          <a:xfrm rot="345610">
            <a:off x="9809241" y="1376321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ゴ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096093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063594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毎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056495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062096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63168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見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056069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食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057141" y="1514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飲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23894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024642" y="167865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買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992143" y="1789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物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993215" y="1662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0960716" y="161104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休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4098" name="Picture 2" descr="å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F374BB32-3EA0-4AC9-B35E-5AACEE10263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896" y="1681121"/>
            <a:ext cx="2425757" cy="2425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Hộp Văn bản 28">
            <a:extLst>
              <a:ext uri="{FF2B5EF4-FFF2-40B4-BE49-F238E27FC236}">
                <a16:creationId xmlns:a16="http://schemas.microsoft.com/office/drawing/2014/main" id="{1BCBD618-5B51-4E22-AF00-D5ACE1154AB6}"/>
              </a:ext>
            </a:extLst>
          </p:cNvPr>
          <p:cNvSpPr txBox="1"/>
          <p:nvPr/>
        </p:nvSpPr>
        <p:spPr>
          <a:xfrm>
            <a:off x="610459" y="4215335"/>
            <a:ext cx="165843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午前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0" name="Hộp Văn bản 29">
            <a:extLst>
              <a:ext uri="{FF2B5EF4-FFF2-40B4-BE49-F238E27FC236}">
                <a16:creationId xmlns:a16="http://schemas.microsoft.com/office/drawing/2014/main" id="{BA9422E9-8F9E-4C48-B0CD-25E7909D039C}"/>
              </a:ext>
            </a:extLst>
          </p:cNvPr>
          <p:cNvSpPr txBox="1"/>
          <p:nvPr/>
        </p:nvSpPr>
        <p:spPr>
          <a:xfrm>
            <a:off x="2925490" y="4215335"/>
            <a:ext cx="2051671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ごぜん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1" name="Hộp Văn bản 30">
            <a:extLst>
              <a:ext uri="{FF2B5EF4-FFF2-40B4-BE49-F238E27FC236}">
                <a16:creationId xmlns:a16="http://schemas.microsoft.com/office/drawing/2014/main" id="{FADDE130-5E55-4681-A85A-88A42848F7D9}"/>
              </a:ext>
            </a:extLst>
          </p:cNvPr>
          <p:cNvSpPr txBox="1"/>
          <p:nvPr/>
        </p:nvSpPr>
        <p:spPr>
          <a:xfrm>
            <a:off x="3514027" y="5052335"/>
            <a:ext cx="2837420" cy="904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altLang="ja-JP" sz="4000" b="1" dirty="0"/>
              <a:t>am, </a:t>
            </a:r>
            <a:r>
              <a:rPr lang="vi-VN" altLang="ja-JP" sz="4000" b="1" dirty="0" err="1"/>
              <a:t>sáng</a:t>
            </a:r>
            <a:endParaRPr lang="en-US" altLang="ja-JP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748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29" grpId="0"/>
      <p:bldP spid="30" grpId="0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CB6A02B-C620-3000-1391-5C2B9327C895}"/>
              </a:ext>
            </a:extLst>
          </p:cNvPr>
          <p:cNvSpPr txBox="1"/>
          <p:nvPr/>
        </p:nvSpPr>
        <p:spPr>
          <a:xfrm>
            <a:off x="5849763" y="883226"/>
            <a:ext cx="4544291" cy="4858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ja-JP" altLang="ja-VN" sz="30000" kern="100">
                <a:effectLst/>
                <a:latin typeface="Aptos" panose="020B000402020202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後</a:t>
            </a:r>
            <a:endParaRPr lang="ja-VN" altLang="ja-VN" sz="30000" kern="100" dirty="0">
              <a:effectLst/>
              <a:latin typeface="Aptos" panose="020B0004020202020204" pitchFamily="34" charset="0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7D10BE5-8751-062E-8CA4-295494B1ECC8}"/>
              </a:ext>
            </a:extLst>
          </p:cNvPr>
          <p:cNvSpPr txBox="1"/>
          <p:nvPr/>
        </p:nvSpPr>
        <p:spPr>
          <a:xfrm>
            <a:off x="7471064" y="5039591"/>
            <a:ext cx="21339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vi-VN" altLang="ja-VN" sz="7200" dirty="0"/>
              <a:t>HẬU</a:t>
            </a:r>
            <a:endParaRPr kumimoji="1" lang="ja-VN" altLang="en-US" sz="7200" dirty="0"/>
          </a:p>
        </p:txBody>
      </p:sp>
      <p:pic>
        <p:nvPicPr>
          <p:cNvPr id="1026" name="Picture 2" descr="「後」の書き順アニメーション">
            <a:extLst>
              <a:ext uri="{FF2B5EF4-FFF2-40B4-BE49-F238E27FC236}">
                <a16:creationId xmlns:a16="http://schemas.microsoft.com/office/drawing/2014/main" id="{4AF53EB3-F8BC-14FE-C82A-C67D180DE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09" y="883226"/>
            <a:ext cx="4623955" cy="4623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1838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CB35F700-C9ED-42D3-AE73-CFC875D81912}"/>
              </a:ext>
            </a:extLst>
          </p:cNvPr>
          <p:cNvSpPr txBox="1"/>
          <p:nvPr/>
        </p:nvSpPr>
        <p:spPr>
          <a:xfrm>
            <a:off x="1512379" y="1866030"/>
            <a:ext cx="165843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午後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737C33AA-5E2B-4F5E-B175-4546B422A68B}"/>
              </a:ext>
            </a:extLst>
          </p:cNvPr>
          <p:cNvSpPr txBox="1"/>
          <p:nvPr/>
        </p:nvSpPr>
        <p:spPr>
          <a:xfrm>
            <a:off x="3827410" y="1866030"/>
            <a:ext cx="299439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ごご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6F5C936A-D84D-4D5E-9CFF-8909F547657A}"/>
              </a:ext>
            </a:extLst>
          </p:cNvPr>
          <p:cNvSpPr txBox="1"/>
          <p:nvPr/>
        </p:nvSpPr>
        <p:spPr>
          <a:xfrm>
            <a:off x="6992379" y="1698448"/>
            <a:ext cx="3713593" cy="905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buổi</a:t>
            </a:r>
            <a:r>
              <a:rPr lang="en-US" altLang="ja-JP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altLang="ja-JP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pm</a:t>
            </a: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A3778DA7-F245-4FAE-B008-78013D19FA25}"/>
              </a:ext>
            </a:extLst>
          </p:cNvPr>
          <p:cNvSpPr txBox="1"/>
          <p:nvPr/>
        </p:nvSpPr>
        <p:spPr>
          <a:xfrm>
            <a:off x="1447801" y="3082166"/>
            <a:ext cx="165843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後ろ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A6F0A155-FA3B-448C-8644-BBA705A848F6}"/>
              </a:ext>
            </a:extLst>
          </p:cNvPr>
          <p:cNvSpPr txBox="1"/>
          <p:nvPr/>
        </p:nvSpPr>
        <p:spPr>
          <a:xfrm>
            <a:off x="3762832" y="3082166"/>
            <a:ext cx="2958432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うしろ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5E4B9D9D-0F51-4BA6-9F68-E89B4B9F6F67}"/>
              </a:ext>
            </a:extLst>
          </p:cNvPr>
          <p:cNvSpPr txBox="1"/>
          <p:nvPr/>
        </p:nvSpPr>
        <p:spPr>
          <a:xfrm>
            <a:off x="6930975" y="2807118"/>
            <a:ext cx="3565286" cy="905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phía</a:t>
            </a:r>
            <a:r>
              <a:rPr lang="en-US" altLang="ja-JP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endParaRPr lang="en-US" altLang="ja-JP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51FF4125-4E9C-4EBD-8B95-D0BDD127338B}"/>
              </a:ext>
            </a:extLst>
          </p:cNvPr>
          <p:cNvSpPr txBox="1"/>
          <p:nvPr/>
        </p:nvSpPr>
        <p:spPr>
          <a:xfrm>
            <a:off x="1507212" y="4310542"/>
            <a:ext cx="2607588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後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6F00B64D-220F-498A-8A31-B011DFB8AB4A}"/>
              </a:ext>
            </a:extLst>
          </p:cNvPr>
          <p:cNvSpPr txBox="1"/>
          <p:nvPr/>
        </p:nvSpPr>
        <p:spPr>
          <a:xfrm>
            <a:off x="3726867" y="4310542"/>
            <a:ext cx="299439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あと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781CAA2E-3FC0-4AA0-A8A0-2DE811E8AA69}"/>
              </a:ext>
            </a:extLst>
          </p:cNvPr>
          <p:cNvSpPr txBox="1"/>
          <p:nvPr/>
        </p:nvSpPr>
        <p:spPr>
          <a:xfrm>
            <a:off x="6992380" y="4092861"/>
            <a:ext cx="2037212" cy="905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endParaRPr lang="en-US" altLang="ja-JP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28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9"/>
          <p:cNvSpPr/>
          <p:nvPr/>
        </p:nvSpPr>
        <p:spPr>
          <a:xfrm>
            <a:off x="468449" y="1495927"/>
            <a:ext cx="4781594" cy="5030720"/>
          </a:xfrm>
          <a:prstGeom prst="frame">
            <a:avLst>
              <a:gd name="adj1" fmla="val 4437"/>
            </a:avLst>
          </a:prstGeom>
          <a:solidFill>
            <a:srgbClr val="FFFF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見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868646" y="6400800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(KIẾN)</a:t>
            </a:r>
          </a:p>
        </p:txBody>
      </p:sp>
      <p:sp>
        <p:nvSpPr>
          <p:cNvPr id="12" name="Rounded Rectangle 11"/>
          <p:cNvSpPr/>
          <p:nvPr/>
        </p:nvSpPr>
        <p:spPr>
          <a:xfrm rot="666912">
            <a:off x="4042831" y="1381518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ケン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 rot="21140809">
            <a:off x="4449286" y="6057947"/>
            <a:ext cx="2738931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み・ます</a:t>
            </a:r>
            <a:r>
              <a:rPr lang="vi-VN" altLang="ja-JP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: nhìn</a:t>
            </a:r>
            <a:endParaRPr lang="en-US" sz="28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096093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063594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毎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056495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062096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063168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見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056069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食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057141" y="1514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飲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23894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024642" y="167865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買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992143" y="1789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物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9993215" y="1662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10960716" y="161104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休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562226" y="3797927"/>
            <a:ext cx="5398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b="1" dirty="0"/>
          </a:p>
        </p:txBody>
      </p:sp>
      <p:pic>
        <p:nvPicPr>
          <p:cNvPr id="6146" name="Picture 2" descr="è¦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32B8AFEC-A399-418C-9917-84B4047F100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097" y="1255378"/>
            <a:ext cx="2206739" cy="2206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Hộp Văn bản 29">
            <a:extLst>
              <a:ext uri="{FF2B5EF4-FFF2-40B4-BE49-F238E27FC236}">
                <a16:creationId xmlns:a16="http://schemas.microsoft.com/office/drawing/2014/main" id="{16C3F24E-46CC-4030-B833-D9184818B751}"/>
              </a:ext>
            </a:extLst>
          </p:cNvPr>
          <p:cNvSpPr txBox="1"/>
          <p:nvPr/>
        </p:nvSpPr>
        <p:spPr>
          <a:xfrm>
            <a:off x="5483744" y="3541002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見学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1" name="Hộp Văn bản 30">
            <a:extLst>
              <a:ext uri="{FF2B5EF4-FFF2-40B4-BE49-F238E27FC236}">
                <a16:creationId xmlns:a16="http://schemas.microsoft.com/office/drawing/2014/main" id="{0741B7AD-8481-4AC5-8850-969939C45961}"/>
              </a:ext>
            </a:extLst>
          </p:cNvPr>
          <p:cNvSpPr txBox="1"/>
          <p:nvPr/>
        </p:nvSpPr>
        <p:spPr>
          <a:xfrm>
            <a:off x="7242724" y="3541002"/>
            <a:ext cx="240211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けんがく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2" name="Hộp Văn bản 31">
            <a:extLst>
              <a:ext uri="{FF2B5EF4-FFF2-40B4-BE49-F238E27FC236}">
                <a16:creationId xmlns:a16="http://schemas.microsoft.com/office/drawing/2014/main" id="{92172065-BA76-490B-83CF-06B073A2D609}"/>
              </a:ext>
            </a:extLst>
          </p:cNvPr>
          <p:cNvSpPr txBox="1"/>
          <p:nvPr/>
        </p:nvSpPr>
        <p:spPr>
          <a:xfrm>
            <a:off x="9802404" y="3337694"/>
            <a:ext cx="2037212" cy="74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altLang="ja-JP" sz="3200" b="1" dirty="0" err="1"/>
              <a:t>kiến</a:t>
            </a:r>
            <a:r>
              <a:rPr lang="vi-VN" altLang="ja-JP" sz="3200" b="1" dirty="0"/>
              <a:t> </a:t>
            </a:r>
            <a:r>
              <a:rPr lang="vi-VN" altLang="ja-JP" sz="3200" b="1" dirty="0" err="1"/>
              <a:t>tập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Hộp Văn bản 32">
            <a:extLst>
              <a:ext uri="{FF2B5EF4-FFF2-40B4-BE49-F238E27FC236}">
                <a16:creationId xmlns:a16="http://schemas.microsoft.com/office/drawing/2014/main" id="{54841A54-07C5-4F53-99BD-B7FD06B9F0F5}"/>
              </a:ext>
            </a:extLst>
          </p:cNvPr>
          <p:cNvSpPr txBox="1"/>
          <p:nvPr/>
        </p:nvSpPr>
        <p:spPr>
          <a:xfrm>
            <a:off x="5419166" y="4757138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見ます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4" name="Hộp Văn bản 33">
            <a:extLst>
              <a:ext uri="{FF2B5EF4-FFF2-40B4-BE49-F238E27FC236}">
                <a16:creationId xmlns:a16="http://schemas.microsoft.com/office/drawing/2014/main" id="{580AEBA3-01FF-45DD-9369-92CA3A77761D}"/>
              </a:ext>
            </a:extLst>
          </p:cNvPr>
          <p:cNvSpPr txBox="1"/>
          <p:nvPr/>
        </p:nvSpPr>
        <p:spPr>
          <a:xfrm>
            <a:off x="7178146" y="4757138"/>
            <a:ext cx="295843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みます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5" name="Hộp Văn bản 34">
            <a:extLst>
              <a:ext uri="{FF2B5EF4-FFF2-40B4-BE49-F238E27FC236}">
                <a16:creationId xmlns:a16="http://schemas.microsoft.com/office/drawing/2014/main" id="{AC67DFD2-E84A-48CC-A07F-2DE0F45C684D}"/>
              </a:ext>
            </a:extLst>
          </p:cNvPr>
          <p:cNvSpPr txBox="1"/>
          <p:nvPr/>
        </p:nvSpPr>
        <p:spPr>
          <a:xfrm>
            <a:off x="9384885" y="4522881"/>
            <a:ext cx="3565286" cy="821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600" b="1" dirty="0" err="1"/>
              <a:t>nhìn</a:t>
            </a:r>
            <a:endParaRPr lang="en-US" altLang="ja-JP" sz="3600" b="1" dirty="0"/>
          </a:p>
        </p:txBody>
      </p:sp>
    </p:spTree>
    <p:extLst>
      <p:ext uri="{BB962C8B-B14F-4D97-AF65-F5344CB8AC3E}">
        <p14:creationId xmlns:p14="http://schemas.microsoft.com/office/powerpoint/2010/main" val="856330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9"/>
          <p:cNvSpPr/>
          <p:nvPr/>
        </p:nvSpPr>
        <p:spPr>
          <a:xfrm>
            <a:off x="6846901" y="1327347"/>
            <a:ext cx="4781594" cy="5030720"/>
          </a:xfrm>
          <a:prstGeom prst="frame">
            <a:avLst>
              <a:gd name="adj1" fmla="val 4437"/>
            </a:avLst>
          </a:prstGeom>
          <a:solidFill>
            <a:srgbClr val="FFFF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食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669376" y="6385488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(THỰC)</a:t>
            </a:r>
          </a:p>
        </p:txBody>
      </p:sp>
      <p:sp>
        <p:nvSpPr>
          <p:cNvPr id="12" name="Rounded Rectangle 11"/>
          <p:cNvSpPr/>
          <p:nvPr/>
        </p:nvSpPr>
        <p:spPr>
          <a:xfrm rot="861815">
            <a:off x="10529457" y="1259884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ショク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 rot="21140809">
            <a:off x="9883768" y="6095999"/>
            <a:ext cx="2738931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た・べます</a:t>
            </a:r>
            <a:r>
              <a:rPr lang="vi-VN" altLang="ja-JP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: ăn</a:t>
            </a:r>
            <a:endParaRPr lang="en-US" sz="28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096093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063594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毎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056495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062096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063168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見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056069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食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057141" y="1514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飲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123894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024642" y="167865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買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8992143" y="1789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物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9993215" y="1662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0960716" y="161104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休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7170" name="Picture 2" descr="é£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3DB7CD95-FB7D-454D-848B-DCE9AC4F0C1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594" y="2132600"/>
            <a:ext cx="3116518" cy="3116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3705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CB35F700-C9ED-42D3-AE73-CFC875D81912}"/>
              </a:ext>
            </a:extLst>
          </p:cNvPr>
          <p:cNvSpPr txBox="1"/>
          <p:nvPr/>
        </p:nvSpPr>
        <p:spPr>
          <a:xfrm>
            <a:off x="1167619" y="1866030"/>
            <a:ext cx="2003198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食べ物</a:t>
            </a:r>
            <a:endParaRPr lang="en-US" sz="44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737C33AA-5E2B-4F5E-B175-4546B422A68B}"/>
              </a:ext>
            </a:extLst>
          </p:cNvPr>
          <p:cNvSpPr txBox="1"/>
          <p:nvPr/>
        </p:nvSpPr>
        <p:spPr>
          <a:xfrm>
            <a:off x="3827410" y="1866030"/>
            <a:ext cx="299439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たべもの</a:t>
            </a:r>
            <a:endParaRPr lang="en-US" sz="44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6F5C936A-D84D-4D5E-9CFF-8909F547657A}"/>
              </a:ext>
            </a:extLst>
          </p:cNvPr>
          <p:cNvSpPr txBox="1"/>
          <p:nvPr/>
        </p:nvSpPr>
        <p:spPr>
          <a:xfrm>
            <a:off x="6992380" y="1698448"/>
            <a:ext cx="2837420" cy="916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000" b="1" dirty="0" err="1"/>
              <a:t>Đồ</a:t>
            </a:r>
            <a:r>
              <a:rPr lang="en-US" altLang="ja-JP" sz="4000" b="1" dirty="0"/>
              <a:t> </a:t>
            </a:r>
            <a:r>
              <a:rPr lang="en-US" altLang="ja-JP" sz="4000" b="1" dirty="0" err="1"/>
              <a:t>ăn</a:t>
            </a:r>
            <a:endParaRPr lang="en-US" altLang="ja-JP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A3778DA7-F245-4FAE-B008-78013D19FA25}"/>
              </a:ext>
            </a:extLst>
          </p:cNvPr>
          <p:cNvSpPr txBox="1"/>
          <p:nvPr/>
        </p:nvSpPr>
        <p:spPr>
          <a:xfrm>
            <a:off x="1170321" y="3082166"/>
            <a:ext cx="165843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食事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A6F0A155-FA3B-448C-8644-BBA705A848F6}"/>
              </a:ext>
            </a:extLst>
          </p:cNvPr>
          <p:cNvSpPr txBox="1"/>
          <p:nvPr/>
        </p:nvSpPr>
        <p:spPr>
          <a:xfrm>
            <a:off x="3762832" y="3082166"/>
            <a:ext cx="2958432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しょくじ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5E4B9D9D-0F51-4BA6-9F68-E89B4B9F6F67}"/>
              </a:ext>
            </a:extLst>
          </p:cNvPr>
          <p:cNvSpPr txBox="1"/>
          <p:nvPr/>
        </p:nvSpPr>
        <p:spPr>
          <a:xfrm>
            <a:off x="6930975" y="2807118"/>
            <a:ext cx="3565286" cy="905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vi-V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bữa</a:t>
            </a:r>
            <a:endParaRPr lang="en-US" altLang="ja-JP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51FF4125-4E9C-4EBD-8B95-D0BDD127338B}"/>
              </a:ext>
            </a:extLst>
          </p:cNvPr>
          <p:cNvSpPr txBox="1"/>
          <p:nvPr/>
        </p:nvSpPr>
        <p:spPr>
          <a:xfrm>
            <a:off x="1155244" y="4290672"/>
            <a:ext cx="2607588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食べます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6F00B64D-220F-498A-8A31-B011DFB8AB4A}"/>
              </a:ext>
            </a:extLst>
          </p:cNvPr>
          <p:cNvSpPr txBox="1"/>
          <p:nvPr/>
        </p:nvSpPr>
        <p:spPr>
          <a:xfrm>
            <a:off x="3936578" y="4308508"/>
            <a:ext cx="299439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たべます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781CAA2E-3FC0-4AA0-A8A0-2DE811E8AA69}"/>
              </a:ext>
            </a:extLst>
          </p:cNvPr>
          <p:cNvSpPr txBox="1"/>
          <p:nvPr/>
        </p:nvSpPr>
        <p:spPr>
          <a:xfrm>
            <a:off x="6992380" y="4092861"/>
            <a:ext cx="2037212" cy="916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Ăn</a:t>
            </a:r>
            <a:endParaRPr lang="en-US" altLang="ja-JP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419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9"/>
          <p:cNvSpPr/>
          <p:nvPr/>
        </p:nvSpPr>
        <p:spPr>
          <a:xfrm>
            <a:off x="468449" y="1495927"/>
            <a:ext cx="4781594" cy="5030720"/>
          </a:xfrm>
          <a:prstGeom prst="frame">
            <a:avLst>
              <a:gd name="adj1" fmla="val 4437"/>
            </a:avLst>
          </a:prstGeom>
          <a:solidFill>
            <a:srgbClr val="FFFF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飲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868646" y="6400800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(ẨM)</a:t>
            </a:r>
          </a:p>
        </p:txBody>
      </p:sp>
      <p:sp>
        <p:nvSpPr>
          <p:cNvPr id="12" name="Rounded Rectangle 11"/>
          <p:cNvSpPr/>
          <p:nvPr/>
        </p:nvSpPr>
        <p:spPr>
          <a:xfrm rot="861815">
            <a:off x="4410907" y="1541238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イン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 rot="21140809">
            <a:off x="4449286" y="6057947"/>
            <a:ext cx="2738931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の・みます</a:t>
            </a:r>
            <a:r>
              <a:rPr lang="vi-VN" altLang="ja-JP" sz="24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: uống</a:t>
            </a:r>
            <a:endParaRPr lang="en-US" sz="24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096093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063594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毎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056495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062096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63168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見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056069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食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057141" y="1514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飲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23894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024642" y="167865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買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993215" y="1662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0960716" y="161104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休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8194" name="Picture 2" descr="é£²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A524F88C-D8C0-4205-9DF9-D0BCEF5A8A9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5690" y="2413954"/>
            <a:ext cx="3305026" cy="3012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ounded Rectangle 25"/>
          <p:cNvSpPr/>
          <p:nvPr/>
        </p:nvSpPr>
        <p:spPr>
          <a:xfrm>
            <a:off x="8992143" y="1789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物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34220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CB35F700-C9ED-42D3-AE73-CFC875D81912}"/>
              </a:ext>
            </a:extLst>
          </p:cNvPr>
          <p:cNvSpPr txBox="1"/>
          <p:nvPr/>
        </p:nvSpPr>
        <p:spPr>
          <a:xfrm>
            <a:off x="1167619" y="1866030"/>
            <a:ext cx="2003198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飲食</a:t>
            </a:r>
            <a:endParaRPr lang="en-US" sz="44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737C33AA-5E2B-4F5E-B175-4546B422A68B}"/>
              </a:ext>
            </a:extLst>
          </p:cNvPr>
          <p:cNvSpPr txBox="1"/>
          <p:nvPr/>
        </p:nvSpPr>
        <p:spPr>
          <a:xfrm>
            <a:off x="3584400" y="1828800"/>
            <a:ext cx="299439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いんしょく</a:t>
            </a:r>
            <a:endParaRPr lang="en-US" sz="44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6F5C936A-D84D-4D5E-9CFF-8909F547657A}"/>
              </a:ext>
            </a:extLst>
          </p:cNvPr>
          <p:cNvSpPr txBox="1"/>
          <p:nvPr/>
        </p:nvSpPr>
        <p:spPr>
          <a:xfrm>
            <a:off x="6998849" y="1521375"/>
            <a:ext cx="4261774" cy="905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vi-VN" altLang="ja-JP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vi-VN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uống</a:t>
            </a:r>
            <a:r>
              <a:rPr lang="en-US" altLang="ja-JP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ẩm</a:t>
            </a:r>
            <a:r>
              <a:rPr lang="en-US" altLang="ja-JP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endParaRPr lang="vi-VN" altLang="ja-JP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A3778DA7-F245-4FAE-B008-78013D19FA25}"/>
              </a:ext>
            </a:extLst>
          </p:cNvPr>
          <p:cNvSpPr txBox="1"/>
          <p:nvPr/>
        </p:nvSpPr>
        <p:spPr>
          <a:xfrm>
            <a:off x="1167619" y="3082166"/>
            <a:ext cx="2465409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>
                <a:latin typeface="Times New Roman" panose="02020603050405020304" pitchFamily="18" charset="0"/>
                <a:cs typeface="Times New Roman" panose="02020603050405020304" pitchFamily="18" charset="0"/>
              </a:rPr>
              <a:t>飲み</a:t>
            </a:r>
            <a:r>
              <a:rPr lang="ja-JP" altLang="en-VN" sz="4400" b="1">
                <a:latin typeface="Times New Roman" panose="02020603050405020304" pitchFamily="18" charset="0"/>
                <a:cs typeface="Times New Roman" panose="02020603050405020304" pitchFamily="18" charset="0"/>
              </a:rPr>
              <a:t>物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A6F0A155-FA3B-448C-8644-BBA705A848F6}"/>
              </a:ext>
            </a:extLst>
          </p:cNvPr>
          <p:cNvSpPr txBox="1"/>
          <p:nvPr/>
        </p:nvSpPr>
        <p:spPr>
          <a:xfrm>
            <a:off x="3762832" y="3082166"/>
            <a:ext cx="2958432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のみもの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5E4B9D9D-0F51-4BA6-9F68-E89B4B9F6F67}"/>
              </a:ext>
            </a:extLst>
          </p:cNvPr>
          <p:cNvSpPr txBox="1"/>
          <p:nvPr/>
        </p:nvSpPr>
        <p:spPr>
          <a:xfrm>
            <a:off x="6930975" y="2807118"/>
            <a:ext cx="3565286" cy="905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vi-V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uống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51FF4125-4E9C-4EBD-8B95-D0BDD127338B}"/>
              </a:ext>
            </a:extLst>
          </p:cNvPr>
          <p:cNvSpPr txBox="1"/>
          <p:nvPr/>
        </p:nvSpPr>
        <p:spPr>
          <a:xfrm>
            <a:off x="1155244" y="4310542"/>
            <a:ext cx="2607588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飲みます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6F00B64D-220F-498A-8A31-B011DFB8AB4A}"/>
              </a:ext>
            </a:extLst>
          </p:cNvPr>
          <p:cNvSpPr txBox="1"/>
          <p:nvPr/>
        </p:nvSpPr>
        <p:spPr>
          <a:xfrm>
            <a:off x="3762832" y="4310542"/>
            <a:ext cx="299439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のみます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781CAA2E-3FC0-4AA0-A8A0-2DE811E8AA69}"/>
              </a:ext>
            </a:extLst>
          </p:cNvPr>
          <p:cNvSpPr txBox="1"/>
          <p:nvPr/>
        </p:nvSpPr>
        <p:spPr>
          <a:xfrm>
            <a:off x="6992380" y="4092861"/>
            <a:ext cx="2037212" cy="916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Uống</a:t>
            </a:r>
            <a:endParaRPr lang="en-US" altLang="ja-JP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31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6091377" y="1397501"/>
            <a:ext cx="4781594" cy="5030720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買</a:t>
            </a:r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94485" y="6400800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(MÃI)</a:t>
            </a:r>
          </a:p>
        </p:txBody>
      </p:sp>
      <p:sp>
        <p:nvSpPr>
          <p:cNvPr id="16" name="Rounded Rectangle 15"/>
          <p:cNvSpPr/>
          <p:nvPr/>
        </p:nvSpPr>
        <p:spPr>
          <a:xfrm rot="861815">
            <a:off x="10059873" y="1310754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バイ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 rot="21140809">
            <a:off x="9075126" y="6057947"/>
            <a:ext cx="2738931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か・います</a:t>
            </a:r>
            <a:r>
              <a:rPr lang="vi-VN" altLang="ja-JP" sz="24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: mua</a:t>
            </a:r>
            <a:endParaRPr lang="en-US" sz="24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96093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063594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毎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056495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062096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063168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見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056069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食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057141" y="1514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飲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23894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8024642" y="167865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買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992143" y="1789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物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9993215" y="1662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10960716" y="161104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休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9218" name="Picture 2" descr="è²·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B108670C-86F6-408D-978B-D0E0118A7D6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6555" y="1227802"/>
            <a:ext cx="2530009" cy="2530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Hộp Văn bản 21">
            <a:extLst>
              <a:ext uri="{FF2B5EF4-FFF2-40B4-BE49-F238E27FC236}">
                <a16:creationId xmlns:a16="http://schemas.microsoft.com/office/drawing/2014/main" id="{845F0B16-903B-4E90-8E0C-C1E18672D4C8}"/>
              </a:ext>
            </a:extLst>
          </p:cNvPr>
          <p:cNvSpPr txBox="1"/>
          <p:nvPr/>
        </p:nvSpPr>
        <p:spPr>
          <a:xfrm>
            <a:off x="291590" y="4165708"/>
            <a:ext cx="2030075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買い</a:t>
            </a:r>
            <a:r>
              <a:rPr lang="ja-JP" altLang="en-V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物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3" name="Hộp Văn bản 22">
            <a:extLst>
              <a:ext uri="{FF2B5EF4-FFF2-40B4-BE49-F238E27FC236}">
                <a16:creationId xmlns:a16="http://schemas.microsoft.com/office/drawing/2014/main" id="{5639B6F4-56B6-4C4A-86D9-941EAFC83B20}"/>
              </a:ext>
            </a:extLst>
          </p:cNvPr>
          <p:cNvSpPr txBox="1"/>
          <p:nvPr/>
        </p:nvSpPr>
        <p:spPr>
          <a:xfrm>
            <a:off x="2340705" y="4157434"/>
            <a:ext cx="240211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かいもの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4" name="Hộp Văn bản 23">
            <a:extLst>
              <a:ext uri="{FF2B5EF4-FFF2-40B4-BE49-F238E27FC236}">
                <a16:creationId xmlns:a16="http://schemas.microsoft.com/office/drawing/2014/main" id="{BA361C52-9C8C-419C-B8ED-1347122E1986}"/>
              </a:ext>
            </a:extLst>
          </p:cNvPr>
          <p:cNvSpPr txBox="1"/>
          <p:nvPr/>
        </p:nvSpPr>
        <p:spPr>
          <a:xfrm>
            <a:off x="4554238" y="3905911"/>
            <a:ext cx="2037212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sắm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BF9FEE75-0B68-47FB-9AB4-3A8B1B6B4A73}"/>
              </a:ext>
            </a:extLst>
          </p:cNvPr>
          <p:cNvSpPr txBox="1"/>
          <p:nvPr/>
        </p:nvSpPr>
        <p:spPr>
          <a:xfrm>
            <a:off x="227012" y="5381844"/>
            <a:ext cx="2777058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買います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E472BB16-146D-4CAB-80AC-C40A27C9240C}"/>
              </a:ext>
            </a:extLst>
          </p:cNvPr>
          <p:cNvSpPr txBox="1"/>
          <p:nvPr/>
        </p:nvSpPr>
        <p:spPr>
          <a:xfrm>
            <a:off x="3214925" y="5397209"/>
            <a:ext cx="295843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かいます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1246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17" grpId="0" animBg="1"/>
      <p:bldP spid="22" grpId="0"/>
      <p:bldP spid="23" grpId="0"/>
      <p:bldP spid="24" grpId="0"/>
      <p:bldP spid="25" grpId="0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5461166" y="1401611"/>
            <a:ext cx="4780349" cy="502941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39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物</a:t>
            </a:r>
            <a:endParaRPr lang="en-US" sz="2799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860998" y="6305208"/>
            <a:ext cx="1980684" cy="45708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(VẬT)</a:t>
            </a:r>
          </a:p>
        </p:txBody>
      </p:sp>
      <p:sp>
        <p:nvSpPr>
          <p:cNvPr id="16" name="Rounded Rectangle 15"/>
          <p:cNvSpPr/>
          <p:nvPr/>
        </p:nvSpPr>
        <p:spPr>
          <a:xfrm rot="345610">
            <a:off x="9227881" y="1307944"/>
            <a:ext cx="2197504" cy="60944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ブツ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 rot="21140809">
            <a:off x="9335566" y="6054052"/>
            <a:ext cx="2166906" cy="60944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もの</a:t>
            </a:r>
            <a:r>
              <a:rPr lang="vi-VN" altLang="ja-JP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: vật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096093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063594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毎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056495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062096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63168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見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056069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食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057141" y="1514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飲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23894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024642" y="167865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買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992143" y="1789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物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993215" y="1662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10960716" y="161104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休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10242" name="Picture 2" descr="ç©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51E9F5A1-5E8B-4608-949D-2858C09092E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313" y="2660073"/>
            <a:ext cx="3055965" cy="3055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5328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7820D33D-6C2F-4986-9D61-E1CCBA9466A4}"/>
              </a:ext>
            </a:extLst>
          </p:cNvPr>
          <p:cNvSpPr txBox="1"/>
          <p:nvPr/>
        </p:nvSpPr>
        <p:spPr>
          <a:xfrm>
            <a:off x="2019231" y="765414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買い物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8D7967F7-AB4A-4B04-8062-E1B7D5ABBD84}"/>
              </a:ext>
            </a:extLst>
          </p:cNvPr>
          <p:cNvSpPr txBox="1"/>
          <p:nvPr/>
        </p:nvSpPr>
        <p:spPr>
          <a:xfrm>
            <a:off x="3778210" y="765413"/>
            <a:ext cx="2402112" cy="547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200" b="1" dirty="0"/>
              <a:t>かいもの</a:t>
            </a:r>
            <a:endParaRPr lang="en-US" sz="32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E5DADB0-3896-465F-A23B-048BE10E51C4}"/>
              </a:ext>
            </a:extLst>
          </p:cNvPr>
          <p:cNvSpPr txBox="1"/>
          <p:nvPr/>
        </p:nvSpPr>
        <p:spPr>
          <a:xfrm>
            <a:off x="6672063" y="533401"/>
            <a:ext cx="2512781" cy="74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 dirty="0"/>
              <a:t>M</a:t>
            </a:r>
            <a:r>
              <a:rPr lang="vi-VN" altLang="ja-JP" sz="3200" b="1" dirty="0" err="1"/>
              <a:t>ua</a:t>
            </a:r>
            <a:r>
              <a:rPr lang="vi-VN" altLang="ja-JP" sz="3200" b="1" dirty="0"/>
              <a:t> </a:t>
            </a:r>
            <a:r>
              <a:rPr lang="vi-VN" altLang="ja-JP" sz="3200" b="1" dirty="0" err="1"/>
              <a:t>sắm</a:t>
            </a:r>
            <a:endParaRPr lang="en-US" altLang="ja-JP" sz="3200" b="1" dirty="0"/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40F6CC28-7142-441C-A7F8-8922FF7DAC40}"/>
              </a:ext>
            </a:extLst>
          </p:cNvPr>
          <p:cNvSpPr txBox="1"/>
          <p:nvPr/>
        </p:nvSpPr>
        <p:spPr>
          <a:xfrm>
            <a:off x="1954653" y="1981550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食べ物</a:t>
            </a:r>
            <a:endParaRPr lang="en-US" sz="3600" b="1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E658D9A2-13A4-4852-BFF0-E403C36A611E}"/>
              </a:ext>
            </a:extLst>
          </p:cNvPr>
          <p:cNvSpPr txBox="1"/>
          <p:nvPr/>
        </p:nvSpPr>
        <p:spPr>
          <a:xfrm>
            <a:off x="3713632" y="1981550"/>
            <a:ext cx="295843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たべもの</a:t>
            </a:r>
            <a:endParaRPr lang="en-US" sz="3600" b="1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86B7024E-A0D8-48A4-B7A0-CAA066C9116C}"/>
              </a:ext>
            </a:extLst>
          </p:cNvPr>
          <p:cNvSpPr txBox="1"/>
          <p:nvPr/>
        </p:nvSpPr>
        <p:spPr>
          <a:xfrm>
            <a:off x="6617613" y="1742719"/>
            <a:ext cx="3565286" cy="74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 dirty="0"/>
              <a:t>Đ</a:t>
            </a:r>
            <a:r>
              <a:rPr lang="vi-VN" altLang="ja-JP" sz="3200" b="1" dirty="0"/>
              <a:t>ồ ăn</a:t>
            </a:r>
            <a:endParaRPr lang="en-US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C542D498-F78E-4A7F-93FC-3B248D05852D}"/>
              </a:ext>
            </a:extLst>
          </p:cNvPr>
          <p:cNvSpPr txBox="1"/>
          <p:nvPr/>
        </p:nvSpPr>
        <p:spPr>
          <a:xfrm>
            <a:off x="2014065" y="3032853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飲み物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7075EEC8-529B-4A13-9832-A1289C0224EE}"/>
              </a:ext>
            </a:extLst>
          </p:cNvPr>
          <p:cNvSpPr txBox="1"/>
          <p:nvPr/>
        </p:nvSpPr>
        <p:spPr>
          <a:xfrm>
            <a:off x="3773044" y="3032853"/>
            <a:ext cx="240211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のみもの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94CDB339-614C-432D-AA32-B061160F94C3}"/>
              </a:ext>
            </a:extLst>
          </p:cNvPr>
          <p:cNvSpPr txBox="1"/>
          <p:nvPr/>
        </p:nvSpPr>
        <p:spPr>
          <a:xfrm>
            <a:off x="6612613" y="2811312"/>
            <a:ext cx="2402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b="1" dirty="0"/>
              <a:t>Đ</a:t>
            </a:r>
            <a:r>
              <a:rPr lang="vi-VN" altLang="ja-JP" sz="3200" b="1" dirty="0"/>
              <a:t>ồ </a:t>
            </a:r>
            <a:r>
              <a:rPr lang="vi-VN" altLang="ja-JP" sz="3200" b="1" dirty="0" err="1"/>
              <a:t>uống</a:t>
            </a:r>
            <a:endParaRPr lang="vi-VN" altLang="ja-JP" sz="3200" b="1" dirty="0"/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CB60E5E6-AA76-473A-8383-267F8FD7B7B1}"/>
              </a:ext>
            </a:extLst>
          </p:cNvPr>
          <p:cNvSpPr txBox="1"/>
          <p:nvPr/>
        </p:nvSpPr>
        <p:spPr>
          <a:xfrm>
            <a:off x="1979998" y="4042725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人物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FF297B5E-5E27-4FC3-A69C-B7DA0ABC7DD6}"/>
              </a:ext>
            </a:extLst>
          </p:cNvPr>
          <p:cNvSpPr txBox="1"/>
          <p:nvPr/>
        </p:nvSpPr>
        <p:spPr>
          <a:xfrm>
            <a:off x="3727034" y="4058917"/>
            <a:ext cx="2757268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じんぶつ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136605E3-3B95-4172-B1AE-CFCA99FC5C94}"/>
              </a:ext>
            </a:extLst>
          </p:cNvPr>
          <p:cNvSpPr txBox="1"/>
          <p:nvPr/>
        </p:nvSpPr>
        <p:spPr>
          <a:xfrm>
            <a:off x="6672064" y="3845726"/>
            <a:ext cx="27572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b="1" dirty="0"/>
              <a:t>N</a:t>
            </a:r>
            <a:r>
              <a:rPr lang="vi-VN" altLang="ja-JP" sz="3200" b="1" dirty="0"/>
              <a:t>hân </a:t>
            </a:r>
            <a:r>
              <a:rPr lang="vi-VN" altLang="ja-JP" sz="3200" b="1" dirty="0" err="1"/>
              <a:t>vật</a:t>
            </a:r>
            <a:endParaRPr lang="vi-VN" altLang="ja-JP" sz="3200" b="1" dirty="0"/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C21ADC1F-F359-4285-9632-836F8209669C}"/>
              </a:ext>
            </a:extLst>
          </p:cNvPr>
          <p:cNvSpPr txBox="1"/>
          <p:nvPr/>
        </p:nvSpPr>
        <p:spPr>
          <a:xfrm>
            <a:off x="2026661" y="5110220"/>
            <a:ext cx="1658437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見物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7" name="Hộp Văn bản 16">
            <a:extLst>
              <a:ext uri="{FF2B5EF4-FFF2-40B4-BE49-F238E27FC236}">
                <a16:creationId xmlns:a16="http://schemas.microsoft.com/office/drawing/2014/main" id="{43A08A36-0915-4861-8C3E-F44831F65A83}"/>
              </a:ext>
            </a:extLst>
          </p:cNvPr>
          <p:cNvSpPr txBox="1"/>
          <p:nvPr/>
        </p:nvSpPr>
        <p:spPr>
          <a:xfrm>
            <a:off x="3785640" y="5110220"/>
            <a:ext cx="240211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けんぶつ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C1F85AD9-EA15-462A-B506-B9A9F28AB6CE}"/>
              </a:ext>
            </a:extLst>
          </p:cNvPr>
          <p:cNvSpPr txBox="1"/>
          <p:nvPr/>
        </p:nvSpPr>
        <p:spPr>
          <a:xfrm>
            <a:off x="6672064" y="4884980"/>
            <a:ext cx="2757268" cy="741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 dirty="0"/>
              <a:t>N</a:t>
            </a:r>
            <a:r>
              <a:rPr lang="vi-VN" altLang="ja-JP" sz="3200" b="1" dirty="0" err="1"/>
              <a:t>gắm</a:t>
            </a:r>
            <a:r>
              <a:rPr lang="vi-VN" altLang="ja-JP" sz="3200" b="1" dirty="0"/>
              <a:t> </a:t>
            </a:r>
            <a:r>
              <a:rPr lang="vi-VN" altLang="ja-JP" sz="3200" b="1" dirty="0" err="1"/>
              <a:t>cảnh</a:t>
            </a:r>
            <a:endParaRPr lang="vi-V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13353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6755763" y="1354006"/>
            <a:ext cx="4780349" cy="5029410"/>
          </a:xfrm>
          <a:prstGeom prst="frame">
            <a:avLst>
              <a:gd name="adj1" fmla="val 4437"/>
            </a:avLst>
          </a:prstGeom>
          <a:solidFill>
            <a:srgbClr val="0070C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39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行</a:t>
            </a:r>
            <a:endParaRPr lang="en-US" sz="2799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755763" y="6345210"/>
            <a:ext cx="2703012" cy="45708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(HÀNH/HÀNG)</a:t>
            </a:r>
          </a:p>
        </p:txBody>
      </p:sp>
      <p:sp>
        <p:nvSpPr>
          <p:cNvPr id="16" name="Rounded Rectangle 15"/>
          <p:cNvSpPr/>
          <p:nvPr/>
        </p:nvSpPr>
        <p:spPr>
          <a:xfrm rot="345610">
            <a:off x="9707301" y="1358878"/>
            <a:ext cx="2197504" cy="551504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コウ／ギョウ</a:t>
            </a:r>
            <a:endParaRPr lang="en-US" sz="24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 rot="21140809">
            <a:off x="9714021" y="6020151"/>
            <a:ext cx="2634302" cy="60944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い・きます</a:t>
            </a:r>
            <a:r>
              <a:rPr lang="vi-VN" altLang="ja-JP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: đi</a:t>
            </a:r>
            <a:endParaRPr lang="en-US" sz="28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96093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063594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毎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056495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062096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63168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見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056069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食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057141" y="1514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飲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23894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024642" y="167865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買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992143" y="1789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物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993215" y="1662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0960716" y="161104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休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12290" name="Picture 2" descr="è¡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0BD01C6C-C737-4094-8E61-C1543EE4319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715" y="2669366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188070">
            <a:off x="92379" y="1388186"/>
            <a:ext cx="4820186" cy="18347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1" name="Hộp Văn bản 30">
            <a:extLst>
              <a:ext uri="{FF2B5EF4-FFF2-40B4-BE49-F238E27FC236}">
                <a16:creationId xmlns:a16="http://schemas.microsoft.com/office/drawing/2014/main" id="{726465A8-322A-4C38-A30E-246508746C31}"/>
              </a:ext>
            </a:extLst>
          </p:cNvPr>
          <p:cNvSpPr txBox="1"/>
          <p:nvPr/>
        </p:nvSpPr>
        <p:spPr>
          <a:xfrm>
            <a:off x="819658" y="4165708"/>
            <a:ext cx="917920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行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2" name="Hộp Văn bản 31">
            <a:extLst>
              <a:ext uri="{FF2B5EF4-FFF2-40B4-BE49-F238E27FC236}">
                <a16:creationId xmlns:a16="http://schemas.microsoft.com/office/drawing/2014/main" id="{7F46D4E7-4378-46A1-B70E-A62FD18A99B6}"/>
              </a:ext>
            </a:extLst>
          </p:cNvPr>
          <p:cNvSpPr txBox="1"/>
          <p:nvPr/>
        </p:nvSpPr>
        <p:spPr>
          <a:xfrm>
            <a:off x="2050570" y="4165708"/>
            <a:ext cx="240211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ぎょう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3" name="Hộp Văn bản 32">
            <a:extLst>
              <a:ext uri="{FF2B5EF4-FFF2-40B4-BE49-F238E27FC236}">
                <a16:creationId xmlns:a16="http://schemas.microsoft.com/office/drawing/2014/main" id="{41FA53B3-CC3E-408A-9F8D-781E513BFCA9}"/>
              </a:ext>
            </a:extLst>
          </p:cNvPr>
          <p:cNvSpPr txBox="1"/>
          <p:nvPr/>
        </p:nvSpPr>
        <p:spPr>
          <a:xfrm>
            <a:off x="4327730" y="3945425"/>
            <a:ext cx="2037212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ja-JP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kẻ</a:t>
            </a:r>
            <a:r>
              <a:rPr lang="en-US" altLang="ja-JP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vi-VN" altLang="ja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Hộp Văn bản 33">
            <a:extLst>
              <a:ext uri="{FF2B5EF4-FFF2-40B4-BE49-F238E27FC236}">
                <a16:creationId xmlns:a16="http://schemas.microsoft.com/office/drawing/2014/main" id="{C719E7F1-A999-4510-91A8-2815D2E10F05}"/>
              </a:ext>
            </a:extLst>
          </p:cNvPr>
          <p:cNvSpPr txBox="1"/>
          <p:nvPr/>
        </p:nvSpPr>
        <p:spPr>
          <a:xfrm>
            <a:off x="570353" y="5166897"/>
            <a:ext cx="2777058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行きます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35" name="Hộp Văn bản 34">
            <a:extLst>
              <a:ext uri="{FF2B5EF4-FFF2-40B4-BE49-F238E27FC236}">
                <a16:creationId xmlns:a16="http://schemas.microsoft.com/office/drawing/2014/main" id="{E9EC5111-77A5-4FCD-8948-791ED5F09D93}"/>
              </a:ext>
            </a:extLst>
          </p:cNvPr>
          <p:cNvSpPr txBox="1"/>
          <p:nvPr/>
        </p:nvSpPr>
        <p:spPr>
          <a:xfrm>
            <a:off x="3056495" y="5116068"/>
            <a:ext cx="295843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3600" b="1" dirty="0"/>
              <a:t>いきます</a:t>
            </a:r>
            <a:endParaRPr lang="en-US" sz="36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93500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17" grpId="0" animBg="1"/>
      <p:bldP spid="31" grpId="0"/>
      <p:bldP spid="32" grpId="0"/>
      <p:bldP spid="33" grpId="0"/>
      <p:bldP spid="34" grpId="0"/>
      <p:bldP spid="3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6513601" y="1706054"/>
            <a:ext cx="4780349" cy="5029410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439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休</a:t>
            </a:r>
            <a:endParaRPr lang="en-US" sz="2799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923091" y="6400919"/>
            <a:ext cx="1980684" cy="457081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99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(HƯU)</a:t>
            </a:r>
          </a:p>
        </p:txBody>
      </p:sp>
      <p:sp>
        <p:nvSpPr>
          <p:cNvPr id="16" name="Rounded Rectangle 15"/>
          <p:cNvSpPr/>
          <p:nvPr/>
        </p:nvSpPr>
        <p:spPr>
          <a:xfrm rot="861815">
            <a:off x="10253106" y="1401334"/>
            <a:ext cx="2197504" cy="60944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599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キュウ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/>
          <p:cNvSpPr/>
          <p:nvPr/>
        </p:nvSpPr>
        <p:spPr>
          <a:xfrm rot="21140809">
            <a:off x="9072965" y="6036548"/>
            <a:ext cx="3049328" cy="60944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やす・みます</a:t>
            </a:r>
            <a:endParaRPr lang="en-US" sz="28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96093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週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063594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毎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056495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062096" y="17982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063168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見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056069" y="1641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食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057141" y="15149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飲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23894" y="148561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先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024642" y="167865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買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992143" y="1789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物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993215" y="166212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行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0960716" y="161104"/>
            <a:ext cx="915065" cy="95325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6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休</a:t>
            </a:r>
            <a:endParaRPr lang="en-US" sz="6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pic>
        <p:nvPicPr>
          <p:cNvPr id="11266" name="Picture 2" descr="ä¼ã®æ¸ãé (ç­é )åç»ã»ã¢ãã¡ã¼ã·ã§ã³[æ¼¢å­æ¸ãé ]">
            <a:extLst>
              <a:ext uri="{FF2B5EF4-FFF2-40B4-BE49-F238E27FC236}">
                <a16:creationId xmlns:a16="http://schemas.microsoft.com/office/drawing/2014/main" id="{C03736F3-65A5-45DE-96F7-E4110739B18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0534" y="4362474"/>
            <a:ext cx="2266985" cy="2266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09243">
            <a:off x="102281" y="1447911"/>
            <a:ext cx="5822300" cy="21919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19556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u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CB35F700-C9ED-42D3-AE73-CFC875D81912}"/>
              </a:ext>
            </a:extLst>
          </p:cNvPr>
          <p:cNvSpPr txBox="1"/>
          <p:nvPr/>
        </p:nvSpPr>
        <p:spPr>
          <a:xfrm>
            <a:off x="1512379" y="1866030"/>
            <a:ext cx="165843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休み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737C33AA-5E2B-4F5E-B175-4546B422A68B}"/>
              </a:ext>
            </a:extLst>
          </p:cNvPr>
          <p:cNvSpPr txBox="1"/>
          <p:nvPr/>
        </p:nvSpPr>
        <p:spPr>
          <a:xfrm>
            <a:off x="3827410" y="1866030"/>
            <a:ext cx="299439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やすみ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6F5C936A-D84D-4D5E-9CFF-8909F547657A}"/>
              </a:ext>
            </a:extLst>
          </p:cNvPr>
          <p:cNvSpPr txBox="1"/>
          <p:nvPr/>
        </p:nvSpPr>
        <p:spPr>
          <a:xfrm>
            <a:off x="6992380" y="1698448"/>
            <a:ext cx="2837420" cy="905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ghỉ</a:t>
            </a:r>
            <a:endParaRPr lang="en-US" altLang="ja-JP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A3778DA7-F245-4FAE-B008-78013D19FA25}"/>
              </a:ext>
            </a:extLst>
          </p:cNvPr>
          <p:cNvSpPr txBox="1"/>
          <p:nvPr/>
        </p:nvSpPr>
        <p:spPr>
          <a:xfrm>
            <a:off x="1447801" y="3082166"/>
            <a:ext cx="165843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休日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A6F0A155-FA3B-448C-8644-BBA705A848F6}"/>
              </a:ext>
            </a:extLst>
          </p:cNvPr>
          <p:cNvSpPr txBox="1"/>
          <p:nvPr/>
        </p:nvSpPr>
        <p:spPr>
          <a:xfrm>
            <a:off x="3236042" y="3082166"/>
            <a:ext cx="3485222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きゅうじつ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5E4B9D9D-0F51-4BA6-9F68-E89B4B9F6F67}"/>
              </a:ext>
            </a:extLst>
          </p:cNvPr>
          <p:cNvSpPr txBox="1"/>
          <p:nvPr/>
        </p:nvSpPr>
        <p:spPr>
          <a:xfrm>
            <a:off x="6930975" y="2807118"/>
            <a:ext cx="3565286" cy="905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vi-VN" altLang="ja-JP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ja-JP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nghỉ</a:t>
            </a:r>
            <a:endParaRPr lang="en-US" altLang="ja-JP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51FF4125-4E9C-4EBD-8B95-D0BDD127338B}"/>
              </a:ext>
            </a:extLst>
          </p:cNvPr>
          <p:cNvSpPr txBox="1"/>
          <p:nvPr/>
        </p:nvSpPr>
        <p:spPr>
          <a:xfrm>
            <a:off x="1507212" y="4310542"/>
            <a:ext cx="2607588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休みます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6F00B64D-220F-498A-8A31-B011DFB8AB4A}"/>
              </a:ext>
            </a:extLst>
          </p:cNvPr>
          <p:cNvSpPr txBox="1"/>
          <p:nvPr/>
        </p:nvSpPr>
        <p:spPr>
          <a:xfrm>
            <a:off x="4244604" y="4310542"/>
            <a:ext cx="2994397" cy="71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ja-JP" altLang="en-US" sz="4400" b="1" dirty="0"/>
              <a:t>やすみます</a:t>
            </a:r>
            <a:endParaRPr lang="en-US" sz="4400" dirty="0" err="1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76616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415233" y="1628800"/>
            <a:ext cx="8208912" cy="3600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5400" dirty="0">
                <a:latin typeface="HGMaruGothicMPRO" panose="020F0609000000000000" pitchFamily="49" charset="-128"/>
                <a:ea typeface="HGMaruGothicMPRO" panose="020F0609000000000000" pitchFamily="49" charset="-128"/>
              </a:rPr>
              <a:t>終わり</a:t>
            </a:r>
            <a:endParaRPr lang="en-US" altLang="ja-JP" sz="5400" dirty="0">
              <a:latin typeface="HGMaruGothicMPRO" panose="020F0609000000000000" pitchFamily="49" charset="-128"/>
              <a:ea typeface="HGMaruGothicMPRO" panose="020F0609000000000000" pitchFamily="49" charset="-128"/>
            </a:endParaRPr>
          </a:p>
          <a:p>
            <a:pPr algn="ctr"/>
            <a:r>
              <a:rPr lang="ja-JP" altLang="en-US" sz="5400" dirty="0">
                <a:latin typeface="HGMaruGothicMPRO" panose="020F0609000000000000" pitchFamily="49" charset="-128"/>
                <a:ea typeface="HGMaruGothicMPRO" panose="020F0609000000000000" pitchFamily="49" charset="-128"/>
              </a:rPr>
              <a:t>ありがとうございます。</a:t>
            </a:r>
            <a:endParaRPr lang="en-US" sz="5400" dirty="0">
              <a:latin typeface="HGMaruGothicMPRO" panose="020F0609000000000000" pitchFamily="49" charset="-128"/>
              <a:ea typeface="HGMaruGothicMPRO" panose="020F06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2884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3"/>
  <p:tag name="MMPROD_UIDATA" val="&lt;database version=&quot;9.0&quot;&gt;&lt;object type=&quot;1&quot; unique_id=&quot;10001&quot;&gt;&lt;object type=&quot;8&quot; unique_id=&quot;10588&quot;&gt;&lt;/object&gt;&lt;object type=&quot;2&quot; unique_id=&quot;10589&quot;&gt;&lt;object type=&quot;3&quot; unique_id=&quot;10592&quot;&gt;&lt;property id=&quot;20148&quot; value=&quot;5&quot;/&gt;&lt;property id=&quot;20300&quot; value=&quot;Slide 3&quot;/&gt;&lt;property id=&quot;20307&quot; value=&quot;266&quot;/&gt;&lt;/object&gt;&lt;object type=&quot;3&quot; unique_id=&quot;33809&quot;&gt;&lt;property id=&quot;20148&quot; value=&quot;5&quot;/&gt;&lt;property id=&quot;20300&quot; value=&quot;Slide 1&quot;/&gt;&lt;property id=&quot;20307&quot; value=&quot;256&quot;/&gt;&lt;/object&gt;&lt;object type=&quot;3&quot; unique_id=&quot;33810&quot;&gt;&lt;property id=&quot;20148&quot; value=&quot;5&quot;/&gt;&lt;property id=&quot;20300&quot; value=&quot;Slide 2&quot;/&gt;&lt;property id=&quot;20307&quot; value=&quot;268&quot;/&gt;&lt;/object&gt;&lt;object type=&quot;3&quot; unique_id=&quot;33811&quot;&gt;&lt;property id=&quot;20148&quot; value=&quot;5&quot;/&gt;&lt;property id=&quot;20300&quot; value=&quot;Slide 4&quot;/&gt;&lt;property id=&quot;20307&quot; value=&quot;272&quot;/&gt;&lt;/object&gt;&lt;object type=&quot;3&quot; unique_id=&quot;33812&quot;&gt;&lt;property id=&quot;20148&quot; value=&quot;5&quot;/&gt;&lt;property id=&quot;20300&quot; value=&quot;Slide 5&quot;/&gt;&lt;property id=&quot;20307&quot; value=&quot;273&quot;/&gt;&lt;/object&gt;&lt;object type=&quot;3&quot; unique_id=&quot;33813&quot;&gt;&lt;property id=&quot;20148&quot; value=&quot;5&quot;/&gt;&lt;property id=&quot;20300&quot; value=&quot;Slide 6&quot;/&gt;&lt;property id=&quot;20307&quot; value=&quot;271&quot;/&gt;&lt;/object&gt;&lt;object type=&quot;3&quot; unique_id=&quot;33814&quot;&gt;&lt;property id=&quot;20148&quot; value=&quot;5&quot;/&gt;&lt;property id=&quot;20300&quot; value=&quot;Slide 7&quot;/&gt;&lt;property id=&quot;20307&quot; value=&quot;260&quot;/&gt;&lt;/object&gt;&lt;object type=&quot;3&quot; unique_id=&quot;33815&quot;&gt;&lt;property id=&quot;20148&quot; value=&quot;5&quot;/&gt;&lt;property id=&quot;20300&quot; value=&quot;Slide 8&quot;/&gt;&lt;property id=&quot;20307&quot; value=&quot;274&quot;/&gt;&lt;/object&gt;&lt;object type=&quot;3&quot; unique_id=&quot;33816&quot;&gt;&lt;property id=&quot;20148&quot; value=&quot;5&quot;/&gt;&lt;property id=&quot;20300&quot; value=&quot;Slide 9&quot;/&gt;&lt;property id=&quot;20307&quot; value=&quot;261&quot;/&gt;&lt;/object&gt;&lt;object type=&quot;3&quot; unique_id=&quot;33817&quot;&gt;&lt;property id=&quot;20148&quot; value=&quot;5&quot;/&gt;&lt;property id=&quot;20300&quot; value=&quot;Slide 10&quot;/&gt;&lt;property id=&quot;20307&quot; value=&quot;269&quot;/&gt;&lt;/object&gt;&lt;object type=&quot;3&quot; unique_id=&quot;33851&quot;&gt;&lt;property id=&quot;20148&quot; value=&quot;5&quot;/&gt;&lt;property id=&quot;20300&quot; value=&quot;Slide 11&quot;/&gt;&lt;property id=&quot;20307&quot; value=&quot;275&quot;/&gt;&lt;/object&gt;&lt;object type=&quot;3&quot; unique_id=&quot;33852&quot;&gt;&lt;property id=&quot;20148&quot; value=&quot;5&quot;/&gt;&lt;property id=&quot;20300&quot; value=&quot;Slide 12&quot;/&gt;&lt;property id=&quot;20307&quot; value=&quot;276&quot;/&gt;&lt;/object&gt;&lt;object type=&quot;3&quot; unique_id=&quot;33853&quot;&gt;&lt;property id=&quot;20148&quot; value=&quot;5&quot;/&gt;&lt;property id=&quot;20300&quot; value=&quot;Slide 13&quot;/&gt;&lt;property id=&quot;20307&quot; value=&quot;27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Mặt kim cương">
  <a:themeElements>
    <a:clrScheme name="Mặt kim cương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Mặt kim cương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ặt kim cương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1937</TotalTime>
  <Words>403</Words>
  <Application>Microsoft Macintosh PowerPoint</Application>
  <PresentationFormat>ワイド画面</PresentationFormat>
  <Paragraphs>288</Paragraphs>
  <Slides>20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31" baseType="lpstr">
      <vt:lpstr>HGMaruGothicMPRO</vt:lpstr>
      <vt:lpstr>NtMotoyaKyotai</vt:lpstr>
      <vt:lpstr>Aptos</vt:lpstr>
      <vt:lpstr>Arial</vt:lpstr>
      <vt:lpstr>Arial Rounded MT Bold</vt:lpstr>
      <vt:lpstr>Calibri</vt:lpstr>
      <vt:lpstr>Tahoma</vt:lpstr>
      <vt:lpstr>Times New Roman</vt:lpstr>
      <vt:lpstr>Trebuchet MS</vt:lpstr>
      <vt:lpstr>Wingdings 3</vt:lpstr>
      <vt:lpstr>Mặt kim cương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Cuong</dc:creator>
  <cp:lastModifiedBy>Microsoft Office User</cp:lastModifiedBy>
  <cp:revision>77</cp:revision>
  <dcterms:created xsi:type="dcterms:W3CDTF">2014-08-29T19:08:59Z</dcterms:created>
  <dcterms:modified xsi:type="dcterms:W3CDTF">2025-02-20T02:02:30Z</dcterms:modified>
</cp:coreProperties>
</file>