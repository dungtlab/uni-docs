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1"/>
  </p:notesMasterIdLst>
  <p:sldIdLst>
    <p:sldId id="257" r:id="rId2"/>
    <p:sldId id="270" r:id="rId3"/>
    <p:sldId id="258" r:id="rId4"/>
    <p:sldId id="259" r:id="rId5"/>
    <p:sldId id="260" r:id="rId6"/>
    <p:sldId id="261" r:id="rId7"/>
    <p:sldId id="262" r:id="rId8"/>
    <p:sldId id="263" r:id="rId9"/>
    <p:sldId id="272" r:id="rId10"/>
    <p:sldId id="273" r:id="rId11"/>
    <p:sldId id="264" r:id="rId12"/>
    <p:sldId id="265" r:id="rId13"/>
    <p:sldId id="266" r:id="rId14"/>
    <p:sldId id="267" r:id="rId15"/>
    <p:sldId id="268" r:id="rId16"/>
    <p:sldId id="269" r:id="rId17"/>
    <p:sldId id="274" r:id="rId18"/>
    <p:sldId id="275" r:id="rId19"/>
    <p:sldId id="27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4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16 – Fist things first: Setting requirement priorities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smtClean="0"/>
            <a:t>Some prioritization pragmatics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Why prioritize requirements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The needs of the customers</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The relative importance of </a:t>
          </a:r>
          <a:r>
            <a:rPr lang="en-US" sz="1200" dirty="0" err="1" smtClean="0"/>
            <a:t>reqs</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CD9272D-1AC8-4166-B759-BD2460765B07}">
      <dgm:prSet phldrT="[Text]" custT="1"/>
      <dgm:spPr/>
      <dgm:t>
        <a:bodyPr/>
        <a:lstStyle/>
        <a:p>
          <a:r>
            <a:rPr lang="en-US" sz="1200" smtClean="0"/>
            <a:t>Some prioritization techniques</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D666730B-F8C4-489E-87FF-10A9E7718A12}">
      <dgm:prSet phldrT="[Text]" custT="1"/>
      <dgm:spPr/>
      <dgm:t>
        <a:bodyPr/>
        <a:lstStyle/>
        <a:p>
          <a:r>
            <a:rPr lang="en-US" sz="1200" dirty="0" smtClean="0"/>
            <a:t>Timing at which capabilities need to be delivered </a:t>
          </a:r>
          <a:endParaRPr lang="en-US" sz="1200" dirty="0"/>
        </a:p>
      </dgm:t>
    </dgm:pt>
    <dgm:pt modelId="{5116E518-2BAD-4C82-9FE3-9CFE788A2A86}" type="parTrans" cxnId="{D8E91F45-3E3F-4C25-B958-AA634A31D61C}">
      <dgm:prSet/>
      <dgm:spPr/>
      <dgm:t>
        <a:bodyPr/>
        <a:lstStyle/>
        <a:p>
          <a:endParaRPr lang="en-US"/>
        </a:p>
      </dgm:t>
    </dgm:pt>
    <dgm:pt modelId="{AA62F5D7-8B80-458D-B0A2-B339292401E3}" type="sibTrans" cxnId="{D8E91F45-3E3F-4C25-B958-AA634A31D61C}">
      <dgm:prSet/>
      <dgm:spPr/>
      <dgm:t>
        <a:bodyPr/>
        <a:lstStyle/>
        <a:p>
          <a:endParaRPr lang="en-US"/>
        </a:p>
      </dgm:t>
    </dgm:pt>
    <dgm:pt modelId="{C179C489-C5FD-40BE-B595-79DE35DDC9CE}">
      <dgm:prSet phldrT="[Text]" custT="1"/>
      <dgm:spPr/>
      <dgm:t>
        <a:bodyPr/>
        <a:lstStyle/>
        <a:p>
          <a:r>
            <a:rPr lang="en-US" sz="1200" dirty="0" err="1" smtClean="0"/>
            <a:t>Reqs</a:t>
          </a:r>
          <a:r>
            <a:rPr lang="en-US" sz="1200" dirty="0" smtClean="0"/>
            <a:t> that serve as predecessors </a:t>
          </a:r>
          <a:endParaRPr lang="en-US" sz="1200" dirty="0"/>
        </a:p>
      </dgm:t>
    </dgm:pt>
    <dgm:pt modelId="{C3D4C136-18A0-41EC-9A0B-E0BF780AC235}" type="parTrans" cxnId="{3EB98175-2383-4E7B-B741-8871F2FEA819}">
      <dgm:prSet/>
      <dgm:spPr/>
      <dgm:t>
        <a:bodyPr/>
        <a:lstStyle/>
        <a:p>
          <a:endParaRPr lang="en-US"/>
        </a:p>
      </dgm:t>
    </dgm:pt>
    <dgm:pt modelId="{B3C36CFC-4222-46ED-A4C4-2E4DCBBEDDAC}" type="sibTrans" cxnId="{3EB98175-2383-4E7B-B741-8871F2FEA819}">
      <dgm:prSet/>
      <dgm:spPr/>
      <dgm:t>
        <a:bodyPr/>
        <a:lstStyle/>
        <a:p>
          <a:endParaRPr lang="en-US"/>
        </a:p>
      </dgm:t>
    </dgm:pt>
    <dgm:pt modelId="{082C692E-C0AB-499C-9E9B-BD67F3F0D18C}">
      <dgm:prSet phldrT="[Text]" custT="1"/>
      <dgm:spPr/>
      <dgm:t>
        <a:bodyPr/>
        <a:lstStyle/>
        <a:p>
          <a:r>
            <a:rPr lang="en-US" sz="1200" dirty="0" smtClean="0"/>
            <a:t>Which req. must be implemented as a group </a:t>
          </a:r>
          <a:endParaRPr lang="en-US" sz="1200" dirty="0"/>
        </a:p>
      </dgm:t>
    </dgm:pt>
    <dgm:pt modelId="{E6962A79-4279-4847-AF21-F58927821798}" type="parTrans" cxnId="{F586FB13-0D2B-473C-B2D0-98545A891549}">
      <dgm:prSet/>
      <dgm:spPr/>
      <dgm:t>
        <a:bodyPr/>
        <a:lstStyle/>
        <a:p>
          <a:endParaRPr lang="en-US"/>
        </a:p>
      </dgm:t>
    </dgm:pt>
    <dgm:pt modelId="{63CCA588-B5C3-4FFE-9A0C-206C647BCEBB}" type="sibTrans" cxnId="{F586FB13-0D2B-473C-B2D0-98545A891549}">
      <dgm:prSet/>
      <dgm:spPr/>
      <dgm:t>
        <a:bodyPr/>
        <a:lstStyle/>
        <a:p>
          <a:endParaRPr lang="en-US"/>
        </a:p>
      </dgm:t>
    </dgm:pt>
    <dgm:pt modelId="{5A81FE1A-C626-4C5E-8DCB-CC602E39566D}">
      <dgm:prSet phldrT="[Text]" custT="1"/>
      <dgm:spPr/>
      <dgm:t>
        <a:bodyPr/>
        <a:lstStyle/>
        <a:p>
          <a:r>
            <a:rPr lang="en-US" sz="1200" dirty="0" smtClean="0"/>
            <a:t>The cost to satisfy each req.</a:t>
          </a:r>
          <a:endParaRPr lang="en-US" sz="1200" dirty="0"/>
        </a:p>
      </dgm:t>
    </dgm:pt>
    <dgm:pt modelId="{BD607842-5FCD-4D50-A7A5-45C0EC395A29}" type="parTrans" cxnId="{C3B6CA58-ABC9-4714-B531-65BF24ABCEF9}">
      <dgm:prSet/>
      <dgm:spPr/>
      <dgm:t>
        <a:bodyPr/>
        <a:lstStyle/>
        <a:p>
          <a:endParaRPr lang="en-US"/>
        </a:p>
      </dgm:t>
    </dgm:pt>
    <dgm:pt modelId="{5D22E000-7965-4676-B2E7-119E60ACE1E4}" type="sibTrans" cxnId="{C3B6CA58-ABC9-4714-B531-65BF24ABCEF9}">
      <dgm:prSet/>
      <dgm:spPr/>
      <dgm:t>
        <a:bodyPr/>
        <a:lstStyle/>
        <a:p>
          <a:endParaRPr lang="en-US"/>
        </a:p>
      </dgm:t>
    </dgm:pt>
    <dgm:pt modelId="{6B69A9D6-9AED-45AA-B3E9-D119059C1234}">
      <dgm:prSet phldrT="[Text]" custT="1"/>
      <dgm:spPr/>
      <dgm:t>
        <a:bodyPr/>
        <a:lstStyle/>
        <a:p>
          <a:r>
            <a:rPr lang="en-US" sz="1200" dirty="0" smtClean="0"/>
            <a:t>In or out</a:t>
          </a:r>
          <a:endParaRPr lang="en-US" sz="1200" dirty="0"/>
        </a:p>
      </dgm:t>
    </dgm:pt>
    <dgm:pt modelId="{38FA2678-4F86-40A1-821B-F2EDBBD02DF5}" type="parTrans" cxnId="{49DB2F0B-28E7-4447-9E1F-3BA043EE43DE}">
      <dgm:prSet/>
      <dgm:spPr/>
      <dgm:t>
        <a:bodyPr/>
        <a:lstStyle/>
        <a:p>
          <a:endParaRPr lang="en-US"/>
        </a:p>
      </dgm:t>
    </dgm:pt>
    <dgm:pt modelId="{E037FDFA-12A6-4855-AB40-A35B45A3BC74}" type="sibTrans" cxnId="{49DB2F0B-28E7-4447-9E1F-3BA043EE43DE}">
      <dgm:prSet/>
      <dgm:spPr/>
      <dgm:t>
        <a:bodyPr/>
        <a:lstStyle/>
        <a:p>
          <a:endParaRPr lang="en-US"/>
        </a:p>
      </dgm:t>
    </dgm:pt>
    <dgm:pt modelId="{42697813-E546-4A75-9A82-80BBD259A796}">
      <dgm:prSet phldrT="[Text]" custT="1"/>
      <dgm:spPr/>
      <dgm:t>
        <a:bodyPr/>
        <a:lstStyle/>
        <a:p>
          <a:r>
            <a:rPr lang="en-US" sz="1200" dirty="0" smtClean="0"/>
            <a:t>Pairwise comparison/ranking</a:t>
          </a:r>
          <a:endParaRPr lang="en-US" sz="1200" dirty="0"/>
        </a:p>
      </dgm:t>
    </dgm:pt>
    <dgm:pt modelId="{95561690-DAF4-4C42-83FD-AF6358165ED3}" type="parTrans" cxnId="{6D71B66D-2120-4D99-9A38-65F6BB5ECA00}">
      <dgm:prSet/>
      <dgm:spPr/>
      <dgm:t>
        <a:bodyPr/>
        <a:lstStyle/>
        <a:p>
          <a:endParaRPr lang="en-US"/>
        </a:p>
      </dgm:t>
    </dgm:pt>
    <dgm:pt modelId="{03A9D5CD-4CD9-444B-A366-C9A19C1EC646}" type="sibTrans" cxnId="{6D71B66D-2120-4D99-9A38-65F6BB5ECA00}">
      <dgm:prSet/>
      <dgm:spPr/>
      <dgm:t>
        <a:bodyPr/>
        <a:lstStyle/>
        <a:p>
          <a:endParaRPr lang="en-US"/>
        </a:p>
      </dgm:t>
    </dgm:pt>
    <dgm:pt modelId="{B6B46A80-4BC6-4538-990B-765000BB3840}">
      <dgm:prSet phldrT="[Text]" custT="1"/>
      <dgm:spPr/>
      <dgm:t>
        <a:bodyPr/>
        <a:lstStyle/>
        <a:p>
          <a:r>
            <a:rPr lang="en-US" sz="1200" dirty="0" smtClean="0"/>
            <a:t>Three-level scale</a:t>
          </a:r>
          <a:endParaRPr lang="en-US" sz="1200" dirty="0"/>
        </a:p>
      </dgm:t>
    </dgm:pt>
    <dgm:pt modelId="{79F5B209-E25D-46D8-8257-1B7E5A604241}" type="parTrans" cxnId="{99511B5D-4F39-416F-8026-0BD3F24DF285}">
      <dgm:prSet/>
      <dgm:spPr/>
      <dgm:t>
        <a:bodyPr/>
        <a:lstStyle/>
        <a:p>
          <a:endParaRPr lang="en-US"/>
        </a:p>
      </dgm:t>
    </dgm:pt>
    <dgm:pt modelId="{776C0810-911A-40BB-A583-1E51C783AC35}" type="sibTrans" cxnId="{99511B5D-4F39-416F-8026-0BD3F24DF285}">
      <dgm:prSet/>
      <dgm:spPr/>
      <dgm:t>
        <a:bodyPr/>
        <a:lstStyle/>
        <a:p>
          <a:endParaRPr lang="en-US"/>
        </a:p>
      </dgm:t>
    </dgm:pt>
    <dgm:pt modelId="{B4490D48-F16E-42A3-A4EA-8C77207C2460}">
      <dgm:prSet phldrT="[Text]" custT="1"/>
      <dgm:spPr/>
      <dgm:t>
        <a:bodyPr/>
        <a:lstStyle/>
        <a:p>
          <a:r>
            <a:rPr lang="en-US" sz="1200" smtClean="0"/>
            <a:t>MoSCoW</a:t>
          </a:r>
          <a:endParaRPr lang="en-US" sz="1200" dirty="0"/>
        </a:p>
      </dgm:t>
    </dgm:pt>
    <dgm:pt modelId="{68EADB79-E7DD-40D3-9CF1-65D2EE115C12}" type="parTrans" cxnId="{D20269E8-805A-4544-B292-55FEA8C0FA55}">
      <dgm:prSet/>
      <dgm:spPr/>
      <dgm:t>
        <a:bodyPr/>
        <a:lstStyle/>
        <a:p>
          <a:endParaRPr lang="en-US"/>
        </a:p>
      </dgm:t>
    </dgm:pt>
    <dgm:pt modelId="{8B13D783-87A3-47F0-856B-873A2BBE2502}" type="sibTrans" cxnId="{D20269E8-805A-4544-B292-55FEA8C0FA55}">
      <dgm:prSet/>
      <dgm:spPr/>
      <dgm:t>
        <a:bodyPr/>
        <a:lstStyle/>
        <a:p>
          <a:endParaRPr lang="en-US"/>
        </a:p>
      </dgm:t>
    </dgm:pt>
    <dgm:pt modelId="{C3C8ED6E-CB8F-46FC-86FF-49A525C7A6EC}">
      <dgm:prSet phldrT="[Text]" custT="1"/>
      <dgm:spPr/>
      <dgm:t>
        <a:bodyPr/>
        <a:lstStyle/>
        <a:p>
          <a:r>
            <a:rPr lang="en-US" sz="1200" dirty="0" smtClean="0"/>
            <a:t>based on value, cost,</a:t>
          </a:r>
          <a:br>
            <a:rPr lang="en-US" sz="1200" dirty="0" smtClean="0"/>
          </a:br>
          <a:r>
            <a:rPr lang="en-US" sz="1200" dirty="0" smtClean="0"/>
            <a:t> and risk</a:t>
          </a:r>
          <a:endParaRPr lang="en-US" sz="1200" dirty="0"/>
        </a:p>
      </dgm:t>
    </dgm:pt>
    <dgm:pt modelId="{662137B2-EBFF-4B77-8453-809C32C53449}" type="parTrans" cxnId="{5384FE3E-E24B-492E-BA3C-4238DC0F5262}">
      <dgm:prSet/>
      <dgm:spPr/>
      <dgm:t>
        <a:bodyPr/>
        <a:lstStyle/>
        <a:p>
          <a:endParaRPr lang="en-US"/>
        </a:p>
      </dgm:t>
    </dgm:pt>
    <dgm:pt modelId="{C6E8CE1A-E4DC-479C-A139-38A9011B2C9F}" type="sibTrans" cxnId="{5384FE3E-E24B-492E-BA3C-4238DC0F5262}">
      <dgm:prSet/>
      <dgm:spPr/>
      <dgm:t>
        <a:bodyPr/>
        <a:lstStyle/>
        <a:p>
          <a:endParaRPr lang="en-US"/>
        </a:p>
      </dgm:t>
    </dgm:pt>
    <dgm:pt modelId="{94CC2DC7-0C6B-43E0-AD9D-62FD9B773F0B}">
      <dgm:prSet phldrT="[Text]" custT="1"/>
      <dgm:spPr/>
      <dgm:t>
        <a:bodyPr/>
        <a:lstStyle/>
        <a:p>
          <a:r>
            <a:rPr lang="en-US" sz="1200" dirty="0" smtClean="0"/>
            <a:t>$100</a:t>
          </a:r>
          <a:endParaRPr lang="en-US" sz="1200" dirty="0"/>
        </a:p>
      </dgm:t>
    </dgm:pt>
    <dgm:pt modelId="{2944BFD4-2647-4FEF-84F8-E46BA76C4B84}" type="parTrans" cxnId="{A0B27E55-6D7E-4C99-82B6-A491AD991C24}">
      <dgm:prSet/>
      <dgm:spPr/>
      <dgm:t>
        <a:bodyPr/>
        <a:lstStyle/>
        <a:p>
          <a:endParaRPr lang="en-US"/>
        </a:p>
      </dgm:t>
    </dgm:pt>
    <dgm:pt modelId="{42B4F185-94E2-4E24-889F-7084B101BB27}" type="sibTrans" cxnId="{A0B27E55-6D7E-4C99-82B6-A491AD991C24}">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0" presStyleCnt="11"/>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0" presStyleCnt="11" custScaleX="144470" custScaleY="90830">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0" presStyleCnt="11"/>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1" presStyleCnt="11"/>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1" presStyleCnt="11" custScaleX="144470" custScaleY="90830">
        <dgm:presLayoutVars>
          <dgm:chPref val="3"/>
        </dgm:presLayoutVars>
      </dgm:prSet>
      <dgm:spPr/>
      <dgm:t>
        <a:bodyPr/>
        <a:lstStyle/>
        <a:p>
          <a:endParaRPr lang="en-US"/>
        </a:p>
      </dgm:t>
    </dgm:pt>
    <dgm:pt modelId="{746FE1B3-37E8-4050-B0B7-5668D5D7D118}" type="pres">
      <dgm:prSet presAssocID="{1F903EBE-540A-403B-AE13-6A09126352BD}" presName="rootConnector" presStyleLbl="node3" presStyleIdx="1" presStyleCnt="11"/>
      <dgm:spPr/>
      <dgm:t>
        <a:bodyPr/>
        <a:lstStyle/>
        <a:p>
          <a:endParaRPr lang="en-US"/>
        </a:p>
      </dgm:t>
    </dgm:pt>
    <dgm:pt modelId="{CA531930-87B7-4E2B-AA93-B0ECAA52CC09}" type="pres">
      <dgm:prSet presAssocID="{1F903EBE-540A-403B-AE13-6A09126352BD}" presName="hierChild4" presStyleCnt="0"/>
      <dgm:spPr/>
    </dgm:pt>
    <dgm:pt modelId="{E9A486E8-3FB6-41A6-BD46-32EB689AD74B}" type="pres">
      <dgm:prSet presAssocID="{1F903EBE-540A-403B-AE13-6A09126352BD}" presName="hierChild5" presStyleCnt="0"/>
      <dgm:spPr/>
    </dgm:pt>
    <dgm:pt modelId="{A4659DA7-BC81-4AD7-B119-499310DCB294}" type="pres">
      <dgm:prSet presAssocID="{5116E518-2BAD-4C82-9FE3-9CFE788A2A86}" presName="Name37" presStyleLbl="parChTrans1D3" presStyleIdx="2" presStyleCnt="11"/>
      <dgm:spPr/>
      <dgm:t>
        <a:bodyPr/>
        <a:lstStyle/>
        <a:p>
          <a:endParaRPr lang="en-US"/>
        </a:p>
      </dgm:t>
    </dgm:pt>
    <dgm:pt modelId="{5F67BCF6-AFDE-4A66-9367-5CFB9E350F0E}" type="pres">
      <dgm:prSet presAssocID="{D666730B-F8C4-489E-87FF-10A9E7718A12}" presName="hierRoot2" presStyleCnt="0">
        <dgm:presLayoutVars>
          <dgm:hierBranch val="init"/>
        </dgm:presLayoutVars>
      </dgm:prSet>
      <dgm:spPr/>
    </dgm:pt>
    <dgm:pt modelId="{859B8FF5-4405-484B-B2CE-935551FAD375}" type="pres">
      <dgm:prSet presAssocID="{D666730B-F8C4-489E-87FF-10A9E7718A12}" presName="rootComposite" presStyleCnt="0"/>
      <dgm:spPr/>
    </dgm:pt>
    <dgm:pt modelId="{256AF9DD-6748-4D88-A3F9-C1BEAA44B2B7}" type="pres">
      <dgm:prSet presAssocID="{D666730B-F8C4-489E-87FF-10A9E7718A12}" presName="rootText" presStyleLbl="node3" presStyleIdx="2" presStyleCnt="11" custScaleX="150483">
        <dgm:presLayoutVars>
          <dgm:chPref val="3"/>
        </dgm:presLayoutVars>
      </dgm:prSet>
      <dgm:spPr/>
      <dgm:t>
        <a:bodyPr/>
        <a:lstStyle/>
        <a:p>
          <a:endParaRPr lang="en-US"/>
        </a:p>
      </dgm:t>
    </dgm:pt>
    <dgm:pt modelId="{4128B72E-9B9F-4920-9B55-B09D02FD46D5}" type="pres">
      <dgm:prSet presAssocID="{D666730B-F8C4-489E-87FF-10A9E7718A12}" presName="rootConnector" presStyleLbl="node3" presStyleIdx="2" presStyleCnt="11"/>
      <dgm:spPr/>
      <dgm:t>
        <a:bodyPr/>
        <a:lstStyle/>
        <a:p>
          <a:endParaRPr lang="en-US"/>
        </a:p>
      </dgm:t>
    </dgm:pt>
    <dgm:pt modelId="{BD2ED242-B737-492C-A274-8E21C92E3844}" type="pres">
      <dgm:prSet presAssocID="{D666730B-F8C4-489E-87FF-10A9E7718A12}" presName="hierChild4" presStyleCnt="0"/>
      <dgm:spPr/>
    </dgm:pt>
    <dgm:pt modelId="{519FABC1-2AEB-4F67-88AD-513AE4929F7E}" type="pres">
      <dgm:prSet presAssocID="{D666730B-F8C4-489E-87FF-10A9E7718A12}" presName="hierChild5" presStyleCnt="0"/>
      <dgm:spPr/>
    </dgm:pt>
    <dgm:pt modelId="{3B638B4C-53A5-4D12-B60D-D4DA913A425A}" type="pres">
      <dgm:prSet presAssocID="{C3D4C136-18A0-41EC-9A0B-E0BF780AC235}" presName="Name37" presStyleLbl="parChTrans1D3" presStyleIdx="3" presStyleCnt="11"/>
      <dgm:spPr/>
      <dgm:t>
        <a:bodyPr/>
        <a:lstStyle/>
        <a:p>
          <a:endParaRPr lang="en-US"/>
        </a:p>
      </dgm:t>
    </dgm:pt>
    <dgm:pt modelId="{A1F93EC6-5D1E-4398-8294-98711092A667}" type="pres">
      <dgm:prSet presAssocID="{C179C489-C5FD-40BE-B595-79DE35DDC9CE}" presName="hierRoot2" presStyleCnt="0">
        <dgm:presLayoutVars>
          <dgm:hierBranch val="init"/>
        </dgm:presLayoutVars>
      </dgm:prSet>
      <dgm:spPr/>
    </dgm:pt>
    <dgm:pt modelId="{F830BFCF-A416-4E42-8BCA-735A583E9BC7}" type="pres">
      <dgm:prSet presAssocID="{C179C489-C5FD-40BE-B595-79DE35DDC9CE}" presName="rootComposite" presStyleCnt="0"/>
      <dgm:spPr/>
    </dgm:pt>
    <dgm:pt modelId="{A6B16DE7-0EC3-4396-BFD5-DD7A7D622CAB}" type="pres">
      <dgm:prSet presAssocID="{C179C489-C5FD-40BE-B595-79DE35DDC9CE}" presName="rootText" presStyleLbl="node3" presStyleIdx="3" presStyleCnt="11" custScaleX="150483">
        <dgm:presLayoutVars>
          <dgm:chPref val="3"/>
        </dgm:presLayoutVars>
      </dgm:prSet>
      <dgm:spPr/>
      <dgm:t>
        <a:bodyPr/>
        <a:lstStyle/>
        <a:p>
          <a:endParaRPr lang="en-US"/>
        </a:p>
      </dgm:t>
    </dgm:pt>
    <dgm:pt modelId="{C6C7CF8B-FF9C-4425-9DB9-B4FD302B57E8}" type="pres">
      <dgm:prSet presAssocID="{C179C489-C5FD-40BE-B595-79DE35DDC9CE}" presName="rootConnector" presStyleLbl="node3" presStyleIdx="3" presStyleCnt="11"/>
      <dgm:spPr/>
      <dgm:t>
        <a:bodyPr/>
        <a:lstStyle/>
        <a:p>
          <a:endParaRPr lang="en-US"/>
        </a:p>
      </dgm:t>
    </dgm:pt>
    <dgm:pt modelId="{479B77CE-065C-4C1C-805B-817122889D5B}" type="pres">
      <dgm:prSet presAssocID="{C179C489-C5FD-40BE-B595-79DE35DDC9CE}" presName="hierChild4" presStyleCnt="0"/>
      <dgm:spPr/>
    </dgm:pt>
    <dgm:pt modelId="{221F0C01-B0EA-4502-91B4-DB63F9074299}" type="pres">
      <dgm:prSet presAssocID="{C179C489-C5FD-40BE-B595-79DE35DDC9CE}" presName="hierChild5" presStyleCnt="0"/>
      <dgm:spPr/>
    </dgm:pt>
    <dgm:pt modelId="{0D3AFCB4-FE14-4EDA-A0F6-3A2828B10060}" type="pres">
      <dgm:prSet presAssocID="{E6962A79-4279-4847-AF21-F58927821798}" presName="Name37" presStyleLbl="parChTrans1D3" presStyleIdx="4" presStyleCnt="11"/>
      <dgm:spPr/>
      <dgm:t>
        <a:bodyPr/>
        <a:lstStyle/>
        <a:p>
          <a:endParaRPr lang="en-US"/>
        </a:p>
      </dgm:t>
    </dgm:pt>
    <dgm:pt modelId="{EA6CED2A-8D06-4653-AED9-289FE3D25025}" type="pres">
      <dgm:prSet presAssocID="{082C692E-C0AB-499C-9E9B-BD67F3F0D18C}" presName="hierRoot2" presStyleCnt="0">
        <dgm:presLayoutVars>
          <dgm:hierBranch val="init"/>
        </dgm:presLayoutVars>
      </dgm:prSet>
      <dgm:spPr/>
    </dgm:pt>
    <dgm:pt modelId="{B22A0421-5013-460B-9259-F96D72B09F8C}" type="pres">
      <dgm:prSet presAssocID="{082C692E-C0AB-499C-9E9B-BD67F3F0D18C}" presName="rootComposite" presStyleCnt="0"/>
      <dgm:spPr/>
    </dgm:pt>
    <dgm:pt modelId="{1BF91BE6-53E2-43C3-9198-6D241126B573}" type="pres">
      <dgm:prSet presAssocID="{082C692E-C0AB-499C-9E9B-BD67F3F0D18C}" presName="rootText" presStyleLbl="node3" presStyleIdx="4" presStyleCnt="11" custScaleX="150483">
        <dgm:presLayoutVars>
          <dgm:chPref val="3"/>
        </dgm:presLayoutVars>
      </dgm:prSet>
      <dgm:spPr/>
      <dgm:t>
        <a:bodyPr/>
        <a:lstStyle/>
        <a:p>
          <a:endParaRPr lang="en-US"/>
        </a:p>
      </dgm:t>
    </dgm:pt>
    <dgm:pt modelId="{9139EBD0-8CA0-40E7-B916-B498CABC6E40}" type="pres">
      <dgm:prSet presAssocID="{082C692E-C0AB-499C-9E9B-BD67F3F0D18C}" presName="rootConnector" presStyleLbl="node3" presStyleIdx="4" presStyleCnt="11"/>
      <dgm:spPr/>
      <dgm:t>
        <a:bodyPr/>
        <a:lstStyle/>
        <a:p>
          <a:endParaRPr lang="en-US"/>
        </a:p>
      </dgm:t>
    </dgm:pt>
    <dgm:pt modelId="{8F98789F-787B-4C56-A59A-39B5C9D978BB}" type="pres">
      <dgm:prSet presAssocID="{082C692E-C0AB-499C-9E9B-BD67F3F0D18C}" presName="hierChild4" presStyleCnt="0"/>
      <dgm:spPr/>
    </dgm:pt>
    <dgm:pt modelId="{110196F9-E757-42ED-A1E6-4D38BDFBE94D}" type="pres">
      <dgm:prSet presAssocID="{082C692E-C0AB-499C-9E9B-BD67F3F0D18C}" presName="hierChild5" presStyleCnt="0"/>
      <dgm:spPr/>
    </dgm:pt>
    <dgm:pt modelId="{9D1CB3D7-3ED8-4E7D-A415-7FE8A60495E3}" type="pres">
      <dgm:prSet presAssocID="{BD607842-5FCD-4D50-A7A5-45C0EC395A29}" presName="Name37" presStyleLbl="parChTrans1D3" presStyleIdx="5" presStyleCnt="11"/>
      <dgm:spPr/>
      <dgm:t>
        <a:bodyPr/>
        <a:lstStyle/>
        <a:p>
          <a:endParaRPr lang="en-US"/>
        </a:p>
      </dgm:t>
    </dgm:pt>
    <dgm:pt modelId="{D0F4501F-62CD-4DCD-8588-917F775CF51F}" type="pres">
      <dgm:prSet presAssocID="{5A81FE1A-C626-4C5E-8DCB-CC602E39566D}" presName="hierRoot2" presStyleCnt="0">
        <dgm:presLayoutVars>
          <dgm:hierBranch val="init"/>
        </dgm:presLayoutVars>
      </dgm:prSet>
      <dgm:spPr/>
    </dgm:pt>
    <dgm:pt modelId="{6BC7DF0A-7CC6-49F2-970F-147D3547F936}" type="pres">
      <dgm:prSet presAssocID="{5A81FE1A-C626-4C5E-8DCB-CC602E39566D}" presName="rootComposite" presStyleCnt="0"/>
      <dgm:spPr/>
    </dgm:pt>
    <dgm:pt modelId="{A6130F63-8B94-4835-9CA1-204FC5D4C76D}" type="pres">
      <dgm:prSet presAssocID="{5A81FE1A-C626-4C5E-8DCB-CC602E39566D}" presName="rootText" presStyleLbl="node3" presStyleIdx="5" presStyleCnt="11" custScaleX="150483">
        <dgm:presLayoutVars>
          <dgm:chPref val="3"/>
        </dgm:presLayoutVars>
      </dgm:prSet>
      <dgm:spPr/>
      <dgm:t>
        <a:bodyPr/>
        <a:lstStyle/>
        <a:p>
          <a:endParaRPr lang="en-US"/>
        </a:p>
      </dgm:t>
    </dgm:pt>
    <dgm:pt modelId="{4ED11279-92EA-44D0-90B8-58483C305B1E}" type="pres">
      <dgm:prSet presAssocID="{5A81FE1A-C626-4C5E-8DCB-CC602E39566D}" presName="rootConnector" presStyleLbl="node3" presStyleIdx="5" presStyleCnt="11"/>
      <dgm:spPr/>
      <dgm:t>
        <a:bodyPr/>
        <a:lstStyle/>
        <a:p>
          <a:endParaRPr lang="en-US"/>
        </a:p>
      </dgm:t>
    </dgm:pt>
    <dgm:pt modelId="{7A64ED89-A594-4C1F-8749-09D00865C54F}" type="pres">
      <dgm:prSet presAssocID="{5A81FE1A-C626-4C5E-8DCB-CC602E39566D}" presName="hierChild4" presStyleCnt="0"/>
      <dgm:spPr/>
    </dgm:pt>
    <dgm:pt modelId="{FD5D6F5D-940A-405C-A86F-57AABE2C488B}" type="pres">
      <dgm:prSet presAssocID="{5A81FE1A-C626-4C5E-8DCB-CC602E39566D}" presName="hierChild5" presStyleCnt="0"/>
      <dgm:spPr/>
    </dgm:pt>
    <dgm:pt modelId="{3E362709-8DF5-4ED1-BE78-2D67C7F6CD59}" type="pres">
      <dgm:prSet presAssocID="{620DD3EC-BDCD-468B-B566-7FE2B848507E}" presName="hierChild5" presStyleCnt="0"/>
      <dgm:spPr/>
    </dgm:pt>
    <dgm:pt modelId="{41173D40-128D-4048-83A1-7C68DE4B0041}" type="pres">
      <dgm:prSet presAssocID="{4A0D96F5-06D9-485F-AEB5-2B27D37DA6F8}" presName="Name37" presStyleLbl="parChTrans1D2" presStyleIdx="2" presStyleCnt="4"/>
      <dgm:spPr/>
      <dgm:t>
        <a:bodyPr/>
        <a:lstStyle/>
        <a:p>
          <a:endParaRPr lang="en-US"/>
        </a:p>
      </dgm:t>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2" presStyleCnt="4" custScaleX="166646" custScaleY="107464" custLinFactNeighborX="4006" custLinFactNeighborY="12120">
        <dgm:presLayoutVars>
          <dgm:chPref val="3"/>
        </dgm:presLayoutVars>
      </dgm:prSet>
      <dgm:spPr/>
      <dgm:t>
        <a:bodyPr/>
        <a:lstStyle/>
        <a:p>
          <a:endParaRPr lang="en-US"/>
        </a:p>
      </dgm:t>
    </dgm:pt>
    <dgm:pt modelId="{BD367FDB-F21D-4007-903C-1680264363A2}" type="pres">
      <dgm:prSet presAssocID="{1CD9272D-1AC8-4166-B759-BD2460765B07}" presName="rootConnector" presStyleLbl="node2" presStyleIdx="2" presStyleCnt="4"/>
      <dgm:spPr/>
      <dgm:t>
        <a:bodyPr/>
        <a:lstStyle/>
        <a:p>
          <a:endParaRPr lang="en-US"/>
        </a:p>
      </dgm:t>
    </dgm:pt>
    <dgm:pt modelId="{89E75F9B-EF94-49CA-B184-A185FABDCC9E}" type="pres">
      <dgm:prSet presAssocID="{1CD9272D-1AC8-4166-B759-BD2460765B07}" presName="hierChild4" presStyleCnt="0"/>
      <dgm:spPr/>
    </dgm:pt>
    <dgm:pt modelId="{424CB9F7-BD12-464D-9D50-35FB2F2EE2BA}" type="pres">
      <dgm:prSet presAssocID="{38FA2678-4F86-40A1-821B-F2EDBBD02DF5}" presName="Name37" presStyleLbl="parChTrans1D3" presStyleIdx="6" presStyleCnt="11"/>
      <dgm:spPr/>
      <dgm:t>
        <a:bodyPr/>
        <a:lstStyle/>
        <a:p>
          <a:endParaRPr lang="en-US"/>
        </a:p>
      </dgm:t>
    </dgm:pt>
    <dgm:pt modelId="{08B9B998-E2DF-408D-9786-09318B4802CF}" type="pres">
      <dgm:prSet presAssocID="{6B69A9D6-9AED-45AA-B3E9-D119059C1234}" presName="hierRoot2" presStyleCnt="0">
        <dgm:presLayoutVars>
          <dgm:hierBranch val="init"/>
        </dgm:presLayoutVars>
      </dgm:prSet>
      <dgm:spPr/>
    </dgm:pt>
    <dgm:pt modelId="{FBB51A07-7046-494C-9B19-35FB3F9993E8}" type="pres">
      <dgm:prSet presAssocID="{6B69A9D6-9AED-45AA-B3E9-D119059C1234}" presName="rootComposite" presStyleCnt="0"/>
      <dgm:spPr/>
    </dgm:pt>
    <dgm:pt modelId="{A09725EF-3FB3-4768-97B8-009E6D2343F4}" type="pres">
      <dgm:prSet presAssocID="{6B69A9D6-9AED-45AA-B3E9-D119059C1234}" presName="rootText" presStyleLbl="node3" presStyleIdx="6" presStyleCnt="11" custScaleX="150483">
        <dgm:presLayoutVars>
          <dgm:chPref val="3"/>
        </dgm:presLayoutVars>
      </dgm:prSet>
      <dgm:spPr/>
      <dgm:t>
        <a:bodyPr/>
        <a:lstStyle/>
        <a:p>
          <a:endParaRPr lang="en-US"/>
        </a:p>
      </dgm:t>
    </dgm:pt>
    <dgm:pt modelId="{D791631C-CA1E-463B-8EE6-8A6528A12700}" type="pres">
      <dgm:prSet presAssocID="{6B69A9D6-9AED-45AA-B3E9-D119059C1234}" presName="rootConnector" presStyleLbl="node3" presStyleIdx="6" presStyleCnt="11"/>
      <dgm:spPr/>
      <dgm:t>
        <a:bodyPr/>
        <a:lstStyle/>
        <a:p>
          <a:endParaRPr lang="en-US"/>
        </a:p>
      </dgm:t>
    </dgm:pt>
    <dgm:pt modelId="{676A0363-27B6-45A8-9F46-A1DB09F6CBEA}" type="pres">
      <dgm:prSet presAssocID="{6B69A9D6-9AED-45AA-B3E9-D119059C1234}" presName="hierChild4" presStyleCnt="0"/>
      <dgm:spPr/>
    </dgm:pt>
    <dgm:pt modelId="{C67584F9-D296-46FC-B19E-38D5A48B7A9E}" type="pres">
      <dgm:prSet presAssocID="{6B69A9D6-9AED-45AA-B3E9-D119059C1234}" presName="hierChild5" presStyleCnt="0"/>
      <dgm:spPr/>
    </dgm:pt>
    <dgm:pt modelId="{3459CCC4-62B6-4304-A245-416B7C7F84E8}" type="pres">
      <dgm:prSet presAssocID="{95561690-DAF4-4C42-83FD-AF6358165ED3}" presName="Name37" presStyleLbl="parChTrans1D3" presStyleIdx="7" presStyleCnt="11"/>
      <dgm:spPr/>
      <dgm:t>
        <a:bodyPr/>
        <a:lstStyle/>
        <a:p>
          <a:endParaRPr lang="en-US"/>
        </a:p>
      </dgm:t>
    </dgm:pt>
    <dgm:pt modelId="{C92B4941-34DD-4A97-B517-DFD626A6EC86}" type="pres">
      <dgm:prSet presAssocID="{42697813-E546-4A75-9A82-80BBD259A796}" presName="hierRoot2" presStyleCnt="0">
        <dgm:presLayoutVars>
          <dgm:hierBranch val="init"/>
        </dgm:presLayoutVars>
      </dgm:prSet>
      <dgm:spPr/>
    </dgm:pt>
    <dgm:pt modelId="{9BEBD7A7-D453-460B-8645-3FAF230EF8EF}" type="pres">
      <dgm:prSet presAssocID="{42697813-E546-4A75-9A82-80BBD259A796}" presName="rootComposite" presStyleCnt="0"/>
      <dgm:spPr/>
    </dgm:pt>
    <dgm:pt modelId="{736A3B4F-561D-45EE-A5B3-1EDEA71440B6}" type="pres">
      <dgm:prSet presAssocID="{42697813-E546-4A75-9A82-80BBD259A796}" presName="rootText" presStyleLbl="node3" presStyleIdx="7" presStyleCnt="11" custScaleX="150483">
        <dgm:presLayoutVars>
          <dgm:chPref val="3"/>
        </dgm:presLayoutVars>
      </dgm:prSet>
      <dgm:spPr/>
      <dgm:t>
        <a:bodyPr/>
        <a:lstStyle/>
        <a:p>
          <a:endParaRPr lang="en-US"/>
        </a:p>
      </dgm:t>
    </dgm:pt>
    <dgm:pt modelId="{67EBBFD6-CEA6-4954-8670-2F6F47ADC04F}" type="pres">
      <dgm:prSet presAssocID="{42697813-E546-4A75-9A82-80BBD259A796}" presName="rootConnector" presStyleLbl="node3" presStyleIdx="7" presStyleCnt="11"/>
      <dgm:spPr/>
      <dgm:t>
        <a:bodyPr/>
        <a:lstStyle/>
        <a:p>
          <a:endParaRPr lang="en-US"/>
        </a:p>
      </dgm:t>
    </dgm:pt>
    <dgm:pt modelId="{46ECF8AA-004F-46F6-B3CB-8822362535F7}" type="pres">
      <dgm:prSet presAssocID="{42697813-E546-4A75-9A82-80BBD259A796}" presName="hierChild4" presStyleCnt="0"/>
      <dgm:spPr/>
    </dgm:pt>
    <dgm:pt modelId="{535BC9BA-727A-4FEA-8341-94DDD273C95C}" type="pres">
      <dgm:prSet presAssocID="{42697813-E546-4A75-9A82-80BBD259A796}" presName="hierChild5" presStyleCnt="0"/>
      <dgm:spPr/>
    </dgm:pt>
    <dgm:pt modelId="{142A7032-47B0-4992-A51C-9BDAFA692CCD}" type="pres">
      <dgm:prSet presAssocID="{79F5B209-E25D-46D8-8257-1B7E5A604241}" presName="Name37" presStyleLbl="parChTrans1D3" presStyleIdx="8" presStyleCnt="11"/>
      <dgm:spPr/>
      <dgm:t>
        <a:bodyPr/>
        <a:lstStyle/>
        <a:p>
          <a:endParaRPr lang="en-US"/>
        </a:p>
      </dgm:t>
    </dgm:pt>
    <dgm:pt modelId="{D06AE94A-73F3-4302-BD46-1D2C449066A7}" type="pres">
      <dgm:prSet presAssocID="{B6B46A80-4BC6-4538-990B-765000BB3840}" presName="hierRoot2" presStyleCnt="0">
        <dgm:presLayoutVars>
          <dgm:hierBranch val="init"/>
        </dgm:presLayoutVars>
      </dgm:prSet>
      <dgm:spPr/>
    </dgm:pt>
    <dgm:pt modelId="{7C289C7B-800A-455D-A2FD-D8ADDB615D9B}" type="pres">
      <dgm:prSet presAssocID="{B6B46A80-4BC6-4538-990B-765000BB3840}" presName="rootComposite" presStyleCnt="0"/>
      <dgm:spPr/>
    </dgm:pt>
    <dgm:pt modelId="{E8405D25-25CC-425F-BB3B-45D71B4B4888}" type="pres">
      <dgm:prSet presAssocID="{B6B46A80-4BC6-4538-990B-765000BB3840}" presName="rootText" presStyleLbl="node3" presStyleIdx="8" presStyleCnt="11" custScaleX="150483">
        <dgm:presLayoutVars>
          <dgm:chPref val="3"/>
        </dgm:presLayoutVars>
      </dgm:prSet>
      <dgm:spPr/>
      <dgm:t>
        <a:bodyPr/>
        <a:lstStyle/>
        <a:p>
          <a:endParaRPr lang="en-US"/>
        </a:p>
      </dgm:t>
    </dgm:pt>
    <dgm:pt modelId="{2627E1BA-B8D3-41C4-B4A5-D58B4B67F693}" type="pres">
      <dgm:prSet presAssocID="{B6B46A80-4BC6-4538-990B-765000BB3840}" presName="rootConnector" presStyleLbl="node3" presStyleIdx="8" presStyleCnt="11"/>
      <dgm:spPr/>
      <dgm:t>
        <a:bodyPr/>
        <a:lstStyle/>
        <a:p>
          <a:endParaRPr lang="en-US"/>
        </a:p>
      </dgm:t>
    </dgm:pt>
    <dgm:pt modelId="{526A5564-593C-436B-8FED-B33179049F37}" type="pres">
      <dgm:prSet presAssocID="{B6B46A80-4BC6-4538-990B-765000BB3840}" presName="hierChild4" presStyleCnt="0"/>
      <dgm:spPr/>
    </dgm:pt>
    <dgm:pt modelId="{4328706F-62C7-468E-A355-C2C3C87AF44E}" type="pres">
      <dgm:prSet presAssocID="{B6B46A80-4BC6-4538-990B-765000BB3840}" presName="hierChild5" presStyleCnt="0"/>
      <dgm:spPr/>
    </dgm:pt>
    <dgm:pt modelId="{64CB3B5C-CA39-4C43-A505-7D2BC5392DCD}" type="pres">
      <dgm:prSet presAssocID="{68EADB79-E7DD-40D3-9CF1-65D2EE115C12}" presName="Name37" presStyleLbl="parChTrans1D3" presStyleIdx="9" presStyleCnt="11"/>
      <dgm:spPr/>
      <dgm:t>
        <a:bodyPr/>
        <a:lstStyle/>
        <a:p>
          <a:endParaRPr lang="en-US"/>
        </a:p>
      </dgm:t>
    </dgm:pt>
    <dgm:pt modelId="{4D487DFD-22CF-498C-8628-F74B4E26E02B}" type="pres">
      <dgm:prSet presAssocID="{B4490D48-F16E-42A3-A4EA-8C77207C2460}" presName="hierRoot2" presStyleCnt="0">
        <dgm:presLayoutVars>
          <dgm:hierBranch val="init"/>
        </dgm:presLayoutVars>
      </dgm:prSet>
      <dgm:spPr/>
    </dgm:pt>
    <dgm:pt modelId="{A885801D-CD75-4E54-A4E7-62C765E8231F}" type="pres">
      <dgm:prSet presAssocID="{B4490D48-F16E-42A3-A4EA-8C77207C2460}" presName="rootComposite" presStyleCnt="0"/>
      <dgm:spPr/>
    </dgm:pt>
    <dgm:pt modelId="{35C74C81-EC28-4115-AF2D-5047B0C50EF4}" type="pres">
      <dgm:prSet presAssocID="{B4490D48-F16E-42A3-A4EA-8C77207C2460}" presName="rootText" presStyleLbl="node3" presStyleIdx="9" presStyleCnt="11" custScaleX="150483">
        <dgm:presLayoutVars>
          <dgm:chPref val="3"/>
        </dgm:presLayoutVars>
      </dgm:prSet>
      <dgm:spPr/>
      <dgm:t>
        <a:bodyPr/>
        <a:lstStyle/>
        <a:p>
          <a:endParaRPr lang="en-US"/>
        </a:p>
      </dgm:t>
    </dgm:pt>
    <dgm:pt modelId="{97D8ADFB-E246-4995-9BC3-58B77C94E5D8}" type="pres">
      <dgm:prSet presAssocID="{B4490D48-F16E-42A3-A4EA-8C77207C2460}" presName="rootConnector" presStyleLbl="node3" presStyleIdx="9" presStyleCnt="11"/>
      <dgm:spPr/>
      <dgm:t>
        <a:bodyPr/>
        <a:lstStyle/>
        <a:p>
          <a:endParaRPr lang="en-US"/>
        </a:p>
      </dgm:t>
    </dgm:pt>
    <dgm:pt modelId="{6ADC06C0-9F64-4343-8107-8C2B3BF4DD64}" type="pres">
      <dgm:prSet presAssocID="{B4490D48-F16E-42A3-A4EA-8C77207C2460}" presName="hierChild4" presStyleCnt="0"/>
      <dgm:spPr/>
    </dgm:pt>
    <dgm:pt modelId="{3A144DAA-0EFE-42D0-849C-342AB710398A}" type="pres">
      <dgm:prSet presAssocID="{B4490D48-F16E-42A3-A4EA-8C77207C2460}" presName="hierChild5" presStyleCnt="0"/>
      <dgm:spPr/>
    </dgm:pt>
    <dgm:pt modelId="{63C8E1E4-CDD1-4461-819E-41D01ECBA212}" type="pres">
      <dgm:prSet presAssocID="{2944BFD4-2647-4FEF-84F8-E46BA76C4B84}" presName="Name37" presStyleLbl="parChTrans1D3" presStyleIdx="10" presStyleCnt="11"/>
      <dgm:spPr/>
      <dgm:t>
        <a:bodyPr/>
        <a:lstStyle/>
        <a:p>
          <a:endParaRPr lang="en-US"/>
        </a:p>
      </dgm:t>
    </dgm:pt>
    <dgm:pt modelId="{4FCE2B41-E86B-4856-88CF-F5BB51EE62A3}" type="pres">
      <dgm:prSet presAssocID="{94CC2DC7-0C6B-43E0-AD9D-62FD9B773F0B}" presName="hierRoot2" presStyleCnt="0">
        <dgm:presLayoutVars>
          <dgm:hierBranch val="init"/>
        </dgm:presLayoutVars>
      </dgm:prSet>
      <dgm:spPr/>
    </dgm:pt>
    <dgm:pt modelId="{6154A06A-386E-4FA9-8B49-CEC1EE797E1D}" type="pres">
      <dgm:prSet presAssocID="{94CC2DC7-0C6B-43E0-AD9D-62FD9B773F0B}" presName="rootComposite" presStyleCnt="0"/>
      <dgm:spPr/>
    </dgm:pt>
    <dgm:pt modelId="{60506E1B-433B-4FE1-9B0C-DDA80843FBC1}" type="pres">
      <dgm:prSet presAssocID="{94CC2DC7-0C6B-43E0-AD9D-62FD9B773F0B}" presName="rootText" presStyleLbl="node3" presStyleIdx="10" presStyleCnt="11" custScaleX="150483">
        <dgm:presLayoutVars>
          <dgm:chPref val="3"/>
        </dgm:presLayoutVars>
      </dgm:prSet>
      <dgm:spPr/>
      <dgm:t>
        <a:bodyPr/>
        <a:lstStyle/>
        <a:p>
          <a:endParaRPr lang="en-US"/>
        </a:p>
      </dgm:t>
    </dgm:pt>
    <dgm:pt modelId="{D4588A80-E8E4-48F5-A383-3BDDB9F98D5D}" type="pres">
      <dgm:prSet presAssocID="{94CC2DC7-0C6B-43E0-AD9D-62FD9B773F0B}" presName="rootConnector" presStyleLbl="node3" presStyleIdx="10" presStyleCnt="11"/>
      <dgm:spPr/>
      <dgm:t>
        <a:bodyPr/>
        <a:lstStyle/>
        <a:p>
          <a:endParaRPr lang="en-US"/>
        </a:p>
      </dgm:t>
    </dgm:pt>
    <dgm:pt modelId="{FBB285EC-CFD7-455F-811F-F5C3C33A4090}" type="pres">
      <dgm:prSet presAssocID="{94CC2DC7-0C6B-43E0-AD9D-62FD9B773F0B}" presName="hierChild4" presStyleCnt="0"/>
      <dgm:spPr/>
    </dgm:pt>
    <dgm:pt modelId="{3F16B3DC-72E0-467D-A843-C6F641F17B33}" type="pres">
      <dgm:prSet presAssocID="{94CC2DC7-0C6B-43E0-AD9D-62FD9B773F0B}" presName="hierChild5" presStyleCnt="0"/>
      <dgm:spPr/>
    </dgm:pt>
    <dgm:pt modelId="{723E8A3D-30CC-43F6-B950-6A5B5D6CC2D7}" type="pres">
      <dgm:prSet presAssocID="{1CD9272D-1AC8-4166-B759-BD2460765B07}" presName="hierChild5" presStyleCnt="0"/>
      <dgm:spPr/>
    </dgm:pt>
    <dgm:pt modelId="{353E71C0-A296-46B8-BAB0-268BA4C59D7C}" type="pres">
      <dgm:prSet presAssocID="{662137B2-EBFF-4B77-8453-809C32C53449}" presName="Name37" presStyleLbl="parChTrans1D2" presStyleIdx="3" presStyleCnt="4"/>
      <dgm:spPr/>
      <dgm:t>
        <a:bodyPr/>
        <a:lstStyle/>
        <a:p>
          <a:endParaRPr lang="en-US"/>
        </a:p>
      </dgm:t>
    </dgm:pt>
    <dgm:pt modelId="{7C556C8E-4126-4403-8CEB-51B59AA69FCE}" type="pres">
      <dgm:prSet presAssocID="{C3C8ED6E-CB8F-46FC-86FF-49A525C7A6EC}" presName="hierRoot2" presStyleCnt="0">
        <dgm:presLayoutVars>
          <dgm:hierBranch val="init"/>
        </dgm:presLayoutVars>
      </dgm:prSet>
      <dgm:spPr/>
    </dgm:pt>
    <dgm:pt modelId="{792CB3AC-3271-4253-9453-ACCE18AB5F73}" type="pres">
      <dgm:prSet presAssocID="{C3C8ED6E-CB8F-46FC-86FF-49A525C7A6EC}" presName="rootComposite" presStyleCnt="0"/>
      <dgm:spPr/>
    </dgm:pt>
    <dgm:pt modelId="{3FE29DE7-91AC-456D-96C3-01A8723E90DD}" type="pres">
      <dgm:prSet presAssocID="{C3C8ED6E-CB8F-46FC-86FF-49A525C7A6EC}" presName="rootText" presStyleLbl="node2" presStyleIdx="3" presStyleCnt="4" custScaleX="142745" custLinFactNeighborY="12120">
        <dgm:presLayoutVars>
          <dgm:chPref val="3"/>
        </dgm:presLayoutVars>
      </dgm:prSet>
      <dgm:spPr/>
      <dgm:t>
        <a:bodyPr/>
        <a:lstStyle/>
        <a:p>
          <a:endParaRPr lang="en-US"/>
        </a:p>
      </dgm:t>
    </dgm:pt>
    <dgm:pt modelId="{13BFADD0-1160-4E94-B239-1C8F225F6CFC}" type="pres">
      <dgm:prSet presAssocID="{C3C8ED6E-CB8F-46FC-86FF-49A525C7A6EC}" presName="rootConnector" presStyleLbl="node2" presStyleIdx="3" presStyleCnt="4"/>
      <dgm:spPr/>
      <dgm:t>
        <a:bodyPr/>
        <a:lstStyle/>
        <a:p>
          <a:endParaRPr lang="en-US"/>
        </a:p>
      </dgm:t>
    </dgm:pt>
    <dgm:pt modelId="{966D70F9-F0E7-4F8D-98FE-BF1FCEA430A3}" type="pres">
      <dgm:prSet presAssocID="{C3C8ED6E-CB8F-46FC-86FF-49A525C7A6EC}" presName="hierChild4" presStyleCnt="0"/>
      <dgm:spPr/>
    </dgm:pt>
    <dgm:pt modelId="{8C890729-6A60-4D4F-A0C4-9E3A9BF60082}" type="pres">
      <dgm:prSet presAssocID="{C3C8ED6E-CB8F-46FC-86FF-49A525C7A6EC}" presName="hierChild5" presStyleCnt="0"/>
      <dgm:spPr/>
    </dgm:pt>
    <dgm:pt modelId="{96DEF822-DC52-4FFC-82DA-389CD5B29657}" type="pres">
      <dgm:prSet presAssocID="{9E6404DC-1053-49D6-95EE-599A97C88DD3}" presName="hierChild3" presStyleCnt="0"/>
      <dgm:spPr/>
    </dgm:pt>
  </dgm:ptLst>
  <dgm:cxnLst>
    <dgm:cxn modelId="{B4B3D950-5E6C-4A46-B156-AF2126EF9C0E}" type="presOf" srcId="{6B69A9D6-9AED-45AA-B3E9-D119059C1234}" destId="{A09725EF-3FB3-4768-97B8-009E6D2343F4}" srcOrd="0" destOrd="0" presId="urn:microsoft.com/office/officeart/2005/8/layout/orgChart1"/>
    <dgm:cxn modelId="{C4D93BAB-AB2E-42AE-A5AB-1CF7E771223E}" type="presOf" srcId="{082C692E-C0AB-499C-9E9B-BD67F3F0D18C}" destId="{9139EBD0-8CA0-40E7-B916-B498CABC6E40}" srcOrd="1" destOrd="0" presId="urn:microsoft.com/office/officeart/2005/8/layout/orgChart1"/>
    <dgm:cxn modelId="{E0D4094C-9D3E-4B40-97C2-00E249DCE29F}" type="presOf" srcId="{C179C489-C5FD-40BE-B595-79DE35DDC9CE}" destId="{A6B16DE7-0EC3-4396-BFD5-DD7A7D622CAB}" srcOrd="0" destOrd="0" presId="urn:microsoft.com/office/officeart/2005/8/layout/orgChart1"/>
    <dgm:cxn modelId="{5384FE3E-E24B-492E-BA3C-4238DC0F5262}" srcId="{9E6404DC-1053-49D6-95EE-599A97C88DD3}" destId="{C3C8ED6E-CB8F-46FC-86FF-49A525C7A6EC}" srcOrd="3" destOrd="0" parTransId="{662137B2-EBFF-4B77-8453-809C32C53449}" sibTransId="{C6E8CE1A-E4DC-479C-A139-38A9011B2C9F}"/>
    <dgm:cxn modelId="{07AB8472-A651-48C8-9CF2-00815F444309}" type="presOf" srcId="{9E6404DC-1053-49D6-95EE-599A97C88DD3}" destId="{0F3C8968-31FF-46A5-BCB3-A2E771257413}" srcOrd="0" destOrd="0" presId="urn:microsoft.com/office/officeart/2005/8/layout/orgChart1"/>
    <dgm:cxn modelId="{3AA2732E-E1F3-4BD5-9990-5D30D82B08ED}" srcId="{620DD3EC-BDCD-468B-B566-7FE2B848507E}" destId="{1F903EBE-540A-403B-AE13-6A09126352BD}" srcOrd="1" destOrd="0" parTransId="{248E9311-DF61-4B0E-BD57-16AE2D707A60}" sibTransId="{BB52F0E9-3899-452E-BFB9-D8344A4C6147}"/>
    <dgm:cxn modelId="{CA3E85D0-7E80-49FC-B2FE-42303CCD1A30}" type="presOf" srcId="{1F903EBE-540A-403B-AE13-6A09126352BD}" destId="{B4DA07B5-29B3-4442-A69E-055EEC652BE8}" srcOrd="0" destOrd="0" presId="urn:microsoft.com/office/officeart/2005/8/layout/orgChart1"/>
    <dgm:cxn modelId="{4320DA65-7AD3-4D7F-A64A-7DDD9B777521}" type="presOf" srcId="{C3D4C136-18A0-41EC-9A0B-E0BF780AC235}" destId="{3B638B4C-53A5-4D12-B60D-D4DA913A425A}" srcOrd="0" destOrd="0" presId="urn:microsoft.com/office/officeart/2005/8/layout/orgChart1"/>
    <dgm:cxn modelId="{D1B2DC81-ABB0-474C-9D60-C28C23EE06A2}" type="presOf" srcId="{2944BFD4-2647-4FEF-84F8-E46BA76C4B84}" destId="{63C8E1E4-CDD1-4461-819E-41D01ECBA212}" srcOrd="0" destOrd="0" presId="urn:microsoft.com/office/officeart/2005/8/layout/orgChart1"/>
    <dgm:cxn modelId="{B4271FAD-4D95-4F1B-8083-FB4B6EA21FE5}" type="presOf" srcId="{248E9311-DF61-4B0E-BD57-16AE2D707A60}" destId="{76E33A9D-9480-40FB-A4DF-EE1E2E7E401E}" srcOrd="0" destOrd="0" presId="urn:microsoft.com/office/officeart/2005/8/layout/orgChart1"/>
    <dgm:cxn modelId="{82C6F8B9-F0E4-489F-889B-00727ABCFA44}" type="presOf" srcId="{1CD9272D-1AC8-4166-B759-BD2460765B07}" destId="{BD367FDB-F21D-4007-903C-1680264363A2}" srcOrd="1" destOrd="0" presId="urn:microsoft.com/office/officeart/2005/8/layout/orgChart1"/>
    <dgm:cxn modelId="{2C832470-8104-4A14-BB17-8A81F687F64B}" type="presOf" srcId="{42697813-E546-4A75-9A82-80BBD259A796}" destId="{67EBBFD6-CEA6-4954-8670-2F6F47ADC04F}" srcOrd="1" destOrd="0" presId="urn:microsoft.com/office/officeart/2005/8/layout/orgChart1"/>
    <dgm:cxn modelId="{B3E85488-B677-45DF-B8F8-A048E53AF51E}" type="presOf" srcId="{D666730B-F8C4-489E-87FF-10A9E7718A12}" destId="{256AF9DD-6748-4D88-A3F9-C1BEAA44B2B7}" srcOrd="0" destOrd="0" presId="urn:microsoft.com/office/officeart/2005/8/layout/orgChart1"/>
    <dgm:cxn modelId="{99511B5D-4F39-416F-8026-0BD3F24DF285}" srcId="{1CD9272D-1AC8-4166-B759-BD2460765B07}" destId="{B6B46A80-4BC6-4538-990B-765000BB3840}" srcOrd="2" destOrd="0" parTransId="{79F5B209-E25D-46D8-8257-1B7E5A604241}" sibTransId="{776C0810-911A-40BB-A583-1E51C783AC35}"/>
    <dgm:cxn modelId="{1D61283B-F2C2-4394-99D3-7E0569399A66}" type="presOf" srcId="{42697813-E546-4A75-9A82-80BBD259A796}" destId="{736A3B4F-561D-45EE-A5B3-1EDEA71440B6}" srcOrd="0" destOrd="0" presId="urn:microsoft.com/office/officeart/2005/8/layout/orgChart1"/>
    <dgm:cxn modelId="{198DFBB1-F35F-4CC0-BDC4-A2E7E212EBD2}" type="presOf" srcId="{5A81FE1A-C626-4C5E-8DCB-CC602E39566D}" destId="{A6130F63-8B94-4835-9CA1-204FC5D4C76D}" srcOrd="0" destOrd="0" presId="urn:microsoft.com/office/officeart/2005/8/layout/orgChart1"/>
    <dgm:cxn modelId="{CF06D94B-3768-4F9D-811F-A7412828411E}" type="presOf" srcId="{6B69A9D6-9AED-45AA-B3E9-D119059C1234}" destId="{D791631C-CA1E-463B-8EE6-8A6528A12700}" srcOrd="1" destOrd="0" presId="urn:microsoft.com/office/officeart/2005/8/layout/orgChart1"/>
    <dgm:cxn modelId="{F2C569BE-A560-44EA-8EC3-6D5C39F3E3C7}" type="presOf" srcId="{B4490D48-F16E-42A3-A4EA-8C77207C2460}" destId="{97D8ADFB-E246-4995-9BC3-58B77C94E5D8}"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D20269E8-805A-4544-B292-55FEA8C0FA55}" srcId="{1CD9272D-1AC8-4166-B759-BD2460765B07}" destId="{B4490D48-F16E-42A3-A4EA-8C77207C2460}" srcOrd="3" destOrd="0" parTransId="{68EADB79-E7DD-40D3-9CF1-65D2EE115C12}" sibTransId="{8B13D783-87A3-47F0-856B-873A2BBE2502}"/>
    <dgm:cxn modelId="{85B3DE1B-4AE6-420F-83A0-A1953890CAC8}" type="presOf" srcId="{E6962A79-4279-4847-AF21-F58927821798}" destId="{0D3AFCB4-FE14-4EDA-A0F6-3A2828B10060}"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1557BE37-33DD-402F-B5BF-411BF6BDD0A3}" type="presOf" srcId="{B6B46A80-4BC6-4538-990B-765000BB3840}" destId="{2627E1BA-B8D3-41C4-B4A5-D58B4B67F693}" srcOrd="1" destOrd="0" presId="urn:microsoft.com/office/officeart/2005/8/layout/orgChart1"/>
    <dgm:cxn modelId="{885B2AF7-C8B3-4345-8811-3A7432AA9067}" type="presOf" srcId="{38FA2678-4F86-40A1-821B-F2EDBBD02DF5}" destId="{424CB9F7-BD12-464D-9D50-35FB2F2EE2BA}" srcOrd="0" destOrd="0" presId="urn:microsoft.com/office/officeart/2005/8/layout/orgChart1"/>
    <dgm:cxn modelId="{B1EEA695-F118-45AB-BEA8-67A89BE95B43}" type="presOf" srcId="{94CC2DC7-0C6B-43E0-AD9D-62FD9B773F0B}" destId="{D4588A80-E8E4-48F5-A383-3BDDB9F98D5D}" srcOrd="1"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EB98175-2383-4E7B-B741-8871F2FEA819}" srcId="{620DD3EC-BDCD-468B-B566-7FE2B848507E}" destId="{C179C489-C5FD-40BE-B595-79DE35DDC9CE}" srcOrd="3" destOrd="0" parTransId="{C3D4C136-18A0-41EC-9A0B-E0BF780AC235}" sibTransId="{B3C36CFC-4222-46ED-A4C4-2E4DCBBEDDAC}"/>
    <dgm:cxn modelId="{8A08AA34-75CE-4124-98F4-BC58E7D18376}" type="presOf" srcId="{D666730B-F8C4-489E-87FF-10A9E7718A12}" destId="{4128B72E-9B9F-4920-9B55-B09D02FD46D5}" srcOrd="1" destOrd="0" presId="urn:microsoft.com/office/officeart/2005/8/layout/orgChart1"/>
    <dgm:cxn modelId="{26E19329-92D6-4EA5-B952-59D6DEB0689F}" type="presOf" srcId="{B4490D48-F16E-42A3-A4EA-8C77207C2460}" destId="{35C74C81-EC28-4115-AF2D-5047B0C50EF4}" srcOrd="0" destOrd="0" presId="urn:microsoft.com/office/officeart/2005/8/layout/orgChart1"/>
    <dgm:cxn modelId="{DA812A13-54BE-49B8-A9E6-699AA085DA26}" type="presOf" srcId="{5A81FE1A-C626-4C5E-8DCB-CC602E39566D}" destId="{4ED11279-92EA-44D0-90B8-58483C305B1E}" srcOrd="1" destOrd="0" presId="urn:microsoft.com/office/officeart/2005/8/layout/orgChart1"/>
    <dgm:cxn modelId="{7506067E-541A-4A3A-B687-F79671A6EB44}" type="presOf" srcId="{D723B879-676C-4614-8859-D09DEFF2A3B3}" destId="{8BF33A23-B9E7-4732-917C-5D66B726362F}" srcOrd="0" destOrd="0" presId="urn:microsoft.com/office/officeart/2005/8/layout/orgChart1"/>
    <dgm:cxn modelId="{49DB2F0B-28E7-4447-9E1F-3BA043EE43DE}" srcId="{1CD9272D-1AC8-4166-B759-BD2460765B07}" destId="{6B69A9D6-9AED-45AA-B3E9-D119059C1234}" srcOrd="0" destOrd="0" parTransId="{38FA2678-4F86-40A1-821B-F2EDBBD02DF5}" sibTransId="{E037FDFA-12A6-4855-AB40-A35B45A3BC74}"/>
    <dgm:cxn modelId="{D432DAC7-AC20-4799-A184-CBBBBCBA39EA}" type="presOf" srcId="{68EADB79-E7DD-40D3-9CF1-65D2EE115C12}" destId="{64CB3B5C-CA39-4C43-A505-7D2BC5392DCD}"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5F53DFBD-0494-40B1-A5BF-F7149D131457}" type="presOf" srcId="{1F903EBE-540A-403B-AE13-6A09126352BD}" destId="{746FE1B3-37E8-4050-B0B7-5668D5D7D118}" srcOrd="1" destOrd="0" presId="urn:microsoft.com/office/officeart/2005/8/layout/orgChart1"/>
    <dgm:cxn modelId="{D8E91F45-3E3F-4C25-B958-AA634A31D61C}" srcId="{620DD3EC-BDCD-468B-B566-7FE2B848507E}" destId="{D666730B-F8C4-489E-87FF-10A9E7718A12}" srcOrd="2" destOrd="0" parTransId="{5116E518-2BAD-4C82-9FE3-9CFE788A2A86}" sibTransId="{AA62F5D7-8B80-458D-B0A2-B339292401E3}"/>
    <dgm:cxn modelId="{C0B20020-BC81-4D8C-807A-231762CEF17D}" type="presOf" srcId="{C179C489-C5FD-40BE-B595-79DE35DDC9CE}" destId="{C6C7CF8B-FF9C-4425-9DB9-B4FD302B57E8}" srcOrd="1" destOrd="0" presId="urn:microsoft.com/office/officeart/2005/8/layout/orgChart1"/>
    <dgm:cxn modelId="{A0B27E55-6D7E-4C99-82B6-A491AD991C24}" srcId="{1CD9272D-1AC8-4166-B759-BD2460765B07}" destId="{94CC2DC7-0C6B-43E0-AD9D-62FD9B773F0B}" srcOrd="4" destOrd="0" parTransId="{2944BFD4-2647-4FEF-84F8-E46BA76C4B84}" sibTransId="{42B4F185-94E2-4E24-889F-7084B101BB27}"/>
    <dgm:cxn modelId="{13E6690C-C830-48B9-8E92-518403025487}" type="presOf" srcId="{B6B46A80-4BC6-4538-990B-765000BB3840}" destId="{E8405D25-25CC-425F-BB3B-45D71B4B4888}"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F105EBAE-C3E3-4859-84CE-080B57B3FE9E}" type="presOf" srcId="{082C692E-C0AB-499C-9E9B-BD67F3F0D18C}" destId="{1BF91BE6-53E2-43C3-9198-6D241126B573}"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BC71DE5D-C9B1-40DD-BFD8-389B4720ADBB}" type="presOf" srcId="{79F5B209-E25D-46D8-8257-1B7E5A604241}" destId="{142A7032-47B0-4992-A51C-9BDAFA692CCD}" srcOrd="0" destOrd="0" presId="urn:microsoft.com/office/officeart/2005/8/layout/orgChart1"/>
    <dgm:cxn modelId="{8CCA335F-8754-4967-88DE-F1342C376DFF}" type="presOf" srcId="{BD607842-5FCD-4D50-A7A5-45C0EC395A29}" destId="{9D1CB3D7-3ED8-4E7D-A415-7FE8A60495E3}" srcOrd="0" destOrd="0" presId="urn:microsoft.com/office/officeart/2005/8/layout/orgChart1"/>
    <dgm:cxn modelId="{DAF8ABFF-7DC0-4101-8E99-3DBAF8900CE4}" type="presOf" srcId="{94CC2DC7-0C6B-43E0-AD9D-62FD9B773F0B}" destId="{60506E1B-433B-4FE1-9B0C-DDA80843FBC1}" srcOrd="0" destOrd="0" presId="urn:microsoft.com/office/officeart/2005/8/layout/orgChart1"/>
    <dgm:cxn modelId="{AD36AA7A-E908-4A09-BC45-382DC1477389}" type="presOf" srcId="{662137B2-EBFF-4B77-8453-809C32C53449}" destId="{353E71C0-A296-46B8-BAB0-268BA4C59D7C}" srcOrd="0" destOrd="0" presId="urn:microsoft.com/office/officeart/2005/8/layout/orgChart1"/>
    <dgm:cxn modelId="{C3B6CA58-ABC9-4714-B531-65BF24ABCEF9}" srcId="{620DD3EC-BDCD-468B-B566-7FE2B848507E}" destId="{5A81FE1A-C626-4C5E-8DCB-CC602E39566D}" srcOrd="5" destOrd="0" parTransId="{BD607842-5FCD-4D50-A7A5-45C0EC395A29}" sibTransId="{5D22E000-7965-4676-B2E7-119E60ACE1E4}"/>
    <dgm:cxn modelId="{6879FE68-77D2-46B3-9835-A79060060FA9}" type="presOf" srcId="{5116E518-2BAD-4C82-9FE3-9CFE788A2A86}" destId="{A4659DA7-BC81-4AD7-B119-499310DCB294}"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9752C8B1-4851-486E-8BD3-4D299AC170C5}" type="presOf" srcId="{620DD3EC-BDCD-468B-B566-7FE2B848507E}" destId="{02B28F85-DE51-42FF-859E-1DD3A478F42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6D71B66D-2120-4D99-9A38-65F6BB5ECA00}" srcId="{1CD9272D-1AC8-4166-B759-BD2460765B07}" destId="{42697813-E546-4A75-9A82-80BBD259A796}" srcOrd="1" destOrd="0" parTransId="{95561690-DAF4-4C42-83FD-AF6358165ED3}" sibTransId="{03A9D5CD-4CD9-444B-A366-C9A19C1EC646}"/>
    <dgm:cxn modelId="{6B802CD7-F7F5-4DA7-B988-D341B6B19B79}" type="presOf" srcId="{4A0D96F5-06D9-485F-AEB5-2B27D37DA6F8}" destId="{41173D40-128D-4048-83A1-7C68DE4B0041}" srcOrd="0" destOrd="0" presId="urn:microsoft.com/office/officeart/2005/8/layout/orgChart1"/>
    <dgm:cxn modelId="{72609910-D3BA-48BD-A7DA-80D91E1FA6B6}" srcId="{9E6404DC-1053-49D6-95EE-599A97C88DD3}" destId="{1CD9272D-1AC8-4166-B759-BD2460765B07}" srcOrd="2" destOrd="0" parTransId="{4A0D96F5-06D9-485F-AEB5-2B27D37DA6F8}" sibTransId="{8DC6733E-1600-4C4F-9D0D-BA8273CB5ECB}"/>
    <dgm:cxn modelId="{8C061523-B039-40B4-B363-325DF2C9237C}" type="presOf" srcId="{1CD9272D-1AC8-4166-B759-BD2460765B07}" destId="{1FF2C928-7E62-4953-B1D7-8B0B163A6AFE}"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0A631A19-EE41-4123-A3C7-B13BE8778576}" type="presOf" srcId="{C3C8ED6E-CB8F-46FC-86FF-49A525C7A6EC}" destId="{3FE29DE7-91AC-456D-96C3-01A8723E90DD}" srcOrd="0" destOrd="0" presId="urn:microsoft.com/office/officeart/2005/8/layout/orgChart1"/>
    <dgm:cxn modelId="{853C2D01-C1BE-4049-ABC0-D7B69B9250DD}" type="presOf" srcId="{C3C8ED6E-CB8F-46FC-86FF-49A525C7A6EC}" destId="{13BFADD0-1160-4E94-B239-1C8F225F6CFC}" srcOrd="1" destOrd="0" presId="urn:microsoft.com/office/officeart/2005/8/layout/orgChart1"/>
    <dgm:cxn modelId="{F586FB13-0D2B-473C-B2D0-98545A891549}" srcId="{620DD3EC-BDCD-468B-B566-7FE2B848507E}" destId="{082C692E-C0AB-499C-9E9B-BD67F3F0D18C}" srcOrd="4" destOrd="0" parTransId="{E6962A79-4279-4847-AF21-F58927821798}" sibTransId="{63CCA588-B5C3-4FFE-9A0C-206C647BCEBB}"/>
    <dgm:cxn modelId="{01FAF066-6697-4A16-A34C-B61F6B7DAE7C}" type="presOf" srcId="{552219B0-29E3-4A6C-90E3-BE0B83069EBC}" destId="{9449DAAE-E410-44C5-A07D-A0445C0B7E6B}" srcOrd="0" destOrd="0" presId="urn:microsoft.com/office/officeart/2005/8/layout/orgChart1"/>
    <dgm:cxn modelId="{3989C35E-619E-482D-8FC7-CA6DCB252F7D}" type="presOf" srcId="{95561690-DAF4-4C42-83FD-AF6358165ED3}" destId="{3459CCC4-62B6-4304-A245-416B7C7F84E8}"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55B267DE-C967-4F0A-9370-F277510CCDD0}" type="presParOf" srcId="{4C592C92-3156-443C-BB98-9204DFF01F72}" destId="{A4659DA7-BC81-4AD7-B119-499310DCB294}" srcOrd="4" destOrd="0" presId="urn:microsoft.com/office/officeart/2005/8/layout/orgChart1"/>
    <dgm:cxn modelId="{25E35329-FB3E-40EC-916F-A495B66781EE}" type="presParOf" srcId="{4C592C92-3156-443C-BB98-9204DFF01F72}" destId="{5F67BCF6-AFDE-4A66-9367-5CFB9E350F0E}" srcOrd="5" destOrd="0" presId="urn:microsoft.com/office/officeart/2005/8/layout/orgChart1"/>
    <dgm:cxn modelId="{DDC778D4-405F-4E9C-90CD-8045CC14DDBB}" type="presParOf" srcId="{5F67BCF6-AFDE-4A66-9367-5CFB9E350F0E}" destId="{859B8FF5-4405-484B-B2CE-935551FAD375}" srcOrd="0" destOrd="0" presId="urn:microsoft.com/office/officeart/2005/8/layout/orgChart1"/>
    <dgm:cxn modelId="{DF813696-A594-4ABA-847F-AB534106F53A}" type="presParOf" srcId="{859B8FF5-4405-484B-B2CE-935551FAD375}" destId="{256AF9DD-6748-4D88-A3F9-C1BEAA44B2B7}" srcOrd="0" destOrd="0" presId="urn:microsoft.com/office/officeart/2005/8/layout/orgChart1"/>
    <dgm:cxn modelId="{5B258967-6310-4770-8966-24D183810969}" type="presParOf" srcId="{859B8FF5-4405-484B-B2CE-935551FAD375}" destId="{4128B72E-9B9F-4920-9B55-B09D02FD46D5}" srcOrd="1" destOrd="0" presId="urn:microsoft.com/office/officeart/2005/8/layout/orgChart1"/>
    <dgm:cxn modelId="{B376CBAF-4BFA-40EB-8092-6DF77F4AB95A}" type="presParOf" srcId="{5F67BCF6-AFDE-4A66-9367-5CFB9E350F0E}" destId="{BD2ED242-B737-492C-A274-8E21C92E3844}" srcOrd="1" destOrd="0" presId="urn:microsoft.com/office/officeart/2005/8/layout/orgChart1"/>
    <dgm:cxn modelId="{F45D89D4-A031-4204-B66F-8D5BA86AA82C}" type="presParOf" srcId="{5F67BCF6-AFDE-4A66-9367-5CFB9E350F0E}" destId="{519FABC1-2AEB-4F67-88AD-513AE4929F7E}" srcOrd="2" destOrd="0" presId="urn:microsoft.com/office/officeart/2005/8/layout/orgChart1"/>
    <dgm:cxn modelId="{3A80A1C3-27C6-4EAD-A10F-CCC844436B7A}" type="presParOf" srcId="{4C592C92-3156-443C-BB98-9204DFF01F72}" destId="{3B638B4C-53A5-4D12-B60D-D4DA913A425A}" srcOrd="6" destOrd="0" presId="urn:microsoft.com/office/officeart/2005/8/layout/orgChart1"/>
    <dgm:cxn modelId="{1CABC518-A941-48B5-867F-604B06739924}" type="presParOf" srcId="{4C592C92-3156-443C-BB98-9204DFF01F72}" destId="{A1F93EC6-5D1E-4398-8294-98711092A667}" srcOrd="7" destOrd="0" presId="urn:microsoft.com/office/officeart/2005/8/layout/orgChart1"/>
    <dgm:cxn modelId="{A3C1049A-C1A6-4C67-BA9F-083AE5E2F817}" type="presParOf" srcId="{A1F93EC6-5D1E-4398-8294-98711092A667}" destId="{F830BFCF-A416-4E42-8BCA-735A583E9BC7}" srcOrd="0" destOrd="0" presId="urn:microsoft.com/office/officeart/2005/8/layout/orgChart1"/>
    <dgm:cxn modelId="{47C6036E-F743-4E00-9F66-4E9183621787}" type="presParOf" srcId="{F830BFCF-A416-4E42-8BCA-735A583E9BC7}" destId="{A6B16DE7-0EC3-4396-BFD5-DD7A7D622CAB}" srcOrd="0" destOrd="0" presId="urn:microsoft.com/office/officeart/2005/8/layout/orgChart1"/>
    <dgm:cxn modelId="{ECD495FD-C07C-4633-B0DA-755036AFED2A}" type="presParOf" srcId="{F830BFCF-A416-4E42-8BCA-735A583E9BC7}" destId="{C6C7CF8B-FF9C-4425-9DB9-B4FD302B57E8}" srcOrd="1" destOrd="0" presId="urn:microsoft.com/office/officeart/2005/8/layout/orgChart1"/>
    <dgm:cxn modelId="{422D1609-6DDF-47B2-993E-D8D684C290F9}" type="presParOf" srcId="{A1F93EC6-5D1E-4398-8294-98711092A667}" destId="{479B77CE-065C-4C1C-805B-817122889D5B}" srcOrd="1" destOrd="0" presId="urn:microsoft.com/office/officeart/2005/8/layout/orgChart1"/>
    <dgm:cxn modelId="{A8DF268C-A6A1-47F5-8504-729EA2879F8B}" type="presParOf" srcId="{A1F93EC6-5D1E-4398-8294-98711092A667}" destId="{221F0C01-B0EA-4502-91B4-DB63F9074299}" srcOrd="2" destOrd="0" presId="urn:microsoft.com/office/officeart/2005/8/layout/orgChart1"/>
    <dgm:cxn modelId="{C946BB5F-6163-48F0-B483-AAF37BFDC2F9}" type="presParOf" srcId="{4C592C92-3156-443C-BB98-9204DFF01F72}" destId="{0D3AFCB4-FE14-4EDA-A0F6-3A2828B10060}" srcOrd="8" destOrd="0" presId="urn:microsoft.com/office/officeart/2005/8/layout/orgChart1"/>
    <dgm:cxn modelId="{232632BD-BAAF-4689-83F0-B4D30911FF4C}" type="presParOf" srcId="{4C592C92-3156-443C-BB98-9204DFF01F72}" destId="{EA6CED2A-8D06-4653-AED9-289FE3D25025}" srcOrd="9" destOrd="0" presId="urn:microsoft.com/office/officeart/2005/8/layout/orgChart1"/>
    <dgm:cxn modelId="{3B15AD5C-F584-4013-9AF1-CEE31594A1E2}" type="presParOf" srcId="{EA6CED2A-8D06-4653-AED9-289FE3D25025}" destId="{B22A0421-5013-460B-9259-F96D72B09F8C}" srcOrd="0" destOrd="0" presId="urn:microsoft.com/office/officeart/2005/8/layout/orgChart1"/>
    <dgm:cxn modelId="{5A298E23-6CCC-4A35-BA06-4A2A318BDC25}" type="presParOf" srcId="{B22A0421-5013-460B-9259-F96D72B09F8C}" destId="{1BF91BE6-53E2-43C3-9198-6D241126B573}" srcOrd="0" destOrd="0" presId="urn:microsoft.com/office/officeart/2005/8/layout/orgChart1"/>
    <dgm:cxn modelId="{F00A538E-0F9C-4BBC-B21F-0FD80032F8A0}" type="presParOf" srcId="{B22A0421-5013-460B-9259-F96D72B09F8C}" destId="{9139EBD0-8CA0-40E7-B916-B498CABC6E40}" srcOrd="1" destOrd="0" presId="urn:microsoft.com/office/officeart/2005/8/layout/orgChart1"/>
    <dgm:cxn modelId="{6029FE49-2041-495A-A4DD-7A016900653C}" type="presParOf" srcId="{EA6CED2A-8D06-4653-AED9-289FE3D25025}" destId="{8F98789F-787B-4C56-A59A-39B5C9D978BB}" srcOrd="1" destOrd="0" presId="urn:microsoft.com/office/officeart/2005/8/layout/orgChart1"/>
    <dgm:cxn modelId="{14741D32-D558-45A1-9E0E-C079C2ABB35D}" type="presParOf" srcId="{EA6CED2A-8D06-4653-AED9-289FE3D25025}" destId="{110196F9-E757-42ED-A1E6-4D38BDFBE94D}" srcOrd="2" destOrd="0" presId="urn:microsoft.com/office/officeart/2005/8/layout/orgChart1"/>
    <dgm:cxn modelId="{28BFB0CC-488D-4A6D-8103-9A00C0586027}" type="presParOf" srcId="{4C592C92-3156-443C-BB98-9204DFF01F72}" destId="{9D1CB3D7-3ED8-4E7D-A415-7FE8A60495E3}" srcOrd="10" destOrd="0" presId="urn:microsoft.com/office/officeart/2005/8/layout/orgChart1"/>
    <dgm:cxn modelId="{D138AB8A-BD95-460C-8945-946C4A331707}" type="presParOf" srcId="{4C592C92-3156-443C-BB98-9204DFF01F72}" destId="{D0F4501F-62CD-4DCD-8588-917F775CF51F}" srcOrd="11" destOrd="0" presId="urn:microsoft.com/office/officeart/2005/8/layout/orgChart1"/>
    <dgm:cxn modelId="{54F5AAF1-6BC8-4F89-8496-53C4263D631E}" type="presParOf" srcId="{D0F4501F-62CD-4DCD-8588-917F775CF51F}" destId="{6BC7DF0A-7CC6-49F2-970F-147D3547F936}" srcOrd="0" destOrd="0" presId="urn:microsoft.com/office/officeart/2005/8/layout/orgChart1"/>
    <dgm:cxn modelId="{1EF6A9DC-80C1-4E3C-9A66-CBC585BA03CD}" type="presParOf" srcId="{6BC7DF0A-7CC6-49F2-970F-147D3547F936}" destId="{A6130F63-8B94-4835-9CA1-204FC5D4C76D}" srcOrd="0" destOrd="0" presId="urn:microsoft.com/office/officeart/2005/8/layout/orgChart1"/>
    <dgm:cxn modelId="{4A36BC22-2DBD-404A-AE44-85F98881F109}" type="presParOf" srcId="{6BC7DF0A-7CC6-49F2-970F-147D3547F936}" destId="{4ED11279-92EA-44D0-90B8-58483C305B1E}" srcOrd="1" destOrd="0" presId="urn:microsoft.com/office/officeart/2005/8/layout/orgChart1"/>
    <dgm:cxn modelId="{6AC7E1FB-0D8E-4A17-B680-B9E7F6F2B7FC}" type="presParOf" srcId="{D0F4501F-62CD-4DCD-8588-917F775CF51F}" destId="{7A64ED89-A594-4C1F-8749-09D00865C54F}" srcOrd="1" destOrd="0" presId="urn:microsoft.com/office/officeart/2005/8/layout/orgChart1"/>
    <dgm:cxn modelId="{85F20C02-3466-4728-AE10-8EEC82EAF03F}" type="presParOf" srcId="{D0F4501F-62CD-4DCD-8588-917F775CF51F}" destId="{FD5D6F5D-940A-405C-A86F-57AABE2C488B}"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80A0243D-DD1E-49DF-AA99-E061AFB40076}" type="presParOf" srcId="{AD53A4B1-01E7-41E8-9724-31F3910545A4}" destId="{41173D40-128D-4048-83A1-7C68DE4B0041}" srcOrd="4" destOrd="0" presId="urn:microsoft.com/office/officeart/2005/8/layout/orgChart1"/>
    <dgm:cxn modelId="{44A13285-2B1E-4BF6-9FFA-7EA0C2EBE986}" type="presParOf" srcId="{AD53A4B1-01E7-41E8-9724-31F3910545A4}" destId="{77C8DAFF-F1C4-4376-ADCE-FAE7B586EEC6}" srcOrd="5" destOrd="0" presId="urn:microsoft.com/office/officeart/2005/8/layout/orgChart1"/>
    <dgm:cxn modelId="{ED079C27-F3A6-4B4A-9021-128B26E5D09E}" type="presParOf" srcId="{77C8DAFF-F1C4-4376-ADCE-FAE7B586EEC6}" destId="{9BA2FD92-C266-461A-9CEF-3F5B3F322573}" srcOrd="0" destOrd="0" presId="urn:microsoft.com/office/officeart/2005/8/layout/orgChart1"/>
    <dgm:cxn modelId="{D8F9B64C-0DA9-4EA3-8C4A-E5D94A9A7AAE}" type="presParOf" srcId="{9BA2FD92-C266-461A-9CEF-3F5B3F322573}" destId="{1FF2C928-7E62-4953-B1D7-8B0B163A6AFE}" srcOrd="0" destOrd="0" presId="urn:microsoft.com/office/officeart/2005/8/layout/orgChart1"/>
    <dgm:cxn modelId="{8B32C646-1110-4B54-AC6A-65CADF87E362}" type="presParOf" srcId="{9BA2FD92-C266-461A-9CEF-3F5B3F322573}" destId="{BD367FDB-F21D-4007-903C-1680264363A2}" srcOrd="1" destOrd="0" presId="urn:microsoft.com/office/officeart/2005/8/layout/orgChart1"/>
    <dgm:cxn modelId="{9E199201-D47C-477E-BC03-EAB544D16D4B}" type="presParOf" srcId="{77C8DAFF-F1C4-4376-ADCE-FAE7B586EEC6}" destId="{89E75F9B-EF94-49CA-B184-A185FABDCC9E}" srcOrd="1" destOrd="0" presId="urn:microsoft.com/office/officeart/2005/8/layout/orgChart1"/>
    <dgm:cxn modelId="{949CC4C5-258E-468A-ACA7-52482F9EC110}" type="presParOf" srcId="{89E75F9B-EF94-49CA-B184-A185FABDCC9E}" destId="{424CB9F7-BD12-464D-9D50-35FB2F2EE2BA}" srcOrd="0" destOrd="0" presId="urn:microsoft.com/office/officeart/2005/8/layout/orgChart1"/>
    <dgm:cxn modelId="{35DB1B00-614A-44A7-8686-01290651EF89}" type="presParOf" srcId="{89E75F9B-EF94-49CA-B184-A185FABDCC9E}" destId="{08B9B998-E2DF-408D-9786-09318B4802CF}" srcOrd="1" destOrd="0" presId="urn:microsoft.com/office/officeart/2005/8/layout/orgChart1"/>
    <dgm:cxn modelId="{3C020A77-D33A-4088-B02B-7F52EDABAF36}" type="presParOf" srcId="{08B9B998-E2DF-408D-9786-09318B4802CF}" destId="{FBB51A07-7046-494C-9B19-35FB3F9993E8}" srcOrd="0" destOrd="0" presId="urn:microsoft.com/office/officeart/2005/8/layout/orgChart1"/>
    <dgm:cxn modelId="{20E6A253-03AC-432F-BE1D-9D20108969AC}" type="presParOf" srcId="{FBB51A07-7046-494C-9B19-35FB3F9993E8}" destId="{A09725EF-3FB3-4768-97B8-009E6D2343F4}" srcOrd="0" destOrd="0" presId="urn:microsoft.com/office/officeart/2005/8/layout/orgChart1"/>
    <dgm:cxn modelId="{9FDF199D-FD91-42FB-8F29-6F0F2799F6C5}" type="presParOf" srcId="{FBB51A07-7046-494C-9B19-35FB3F9993E8}" destId="{D791631C-CA1E-463B-8EE6-8A6528A12700}" srcOrd="1" destOrd="0" presId="urn:microsoft.com/office/officeart/2005/8/layout/orgChart1"/>
    <dgm:cxn modelId="{28C73DB0-9EA1-4B4D-8052-726F3DBB64A0}" type="presParOf" srcId="{08B9B998-E2DF-408D-9786-09318B4802CF}" destId="{676A0363-27B6-45A8-9F46-A1DB09F6CBEA}" srcOrd="1" destOrd="0" presId="urn:microsoft.com/office/officeart/2005/8/layout/orgChart1"/>
    <dgm:cxn modelId="{56E48661-565E-4AFB-AD94-63730985DEEF}" type="presParOf" srcId="{08B9B998-E2DF-408D-9786-09318B4802CF}" destId="{C67584F9-D296-46FC-B19E-38D5A48B7A9E}" srcOrd="2" destOrd="0" presId="urn:microsoft.com/office/officeart/2005/8/layout/orgChart1"/>
    <dgm:cxn modelId="{F75E1845-CA7A-4DCF-B256-1D565F56E1C4}" type="presParOf" srcId="{89E75F9B-EF94-49CA-B184-A185FABDCC9E}" destId="{3459CCC4-62B6-4304-A245-416B7C7F84E8}" srcOrd="2" destOrd="0" presId="urn:microsoft.com/office/officeart/2005/8/layout/orgChart1"/>
    <dgm:cxn modelId="{75DF8E1A-3D0F-4219-934A-544387EC44B0}" type="presParOf" srcId="{89E75F9B-EF94-49CA-B184-A185FABDCC9E}" destId="{C92B4941-34DD-4A97-B517-DFD626A6EC86}" srcOrd="3" destOrd="0" presId="urn:microsoft.com/office/officeart/2005/8/layout/orgChart1"/>
    <dgm:cxn modelId="{745284B3-2BDC-478A-8CCF-91DF7D9DAF7D}" type="presParOf" srcId="{C92B4941-34DD-4A97-B517-DFD626A6EC86}" destId="{9BEBD7A7-D453-460B-8645-3FAF230EF8EF}" srcOrd="0" destOrd="0" presId="urn:microsoft.com/office/officeart/2005/8/layout/orgChart1"/>
    <dgm:cxn modelId="{B120E6FD-7D79-44B1-A2C0-996F0789DBC0}" type="presParOf" srcId="{9BEBD7A7-D453-460B-8645-3FAF230EF8EF}" destId="{736A3B4F-561D-45EE-A5B3-1EDEA71440B6}" srcOrd="0" destOrd="0" presId="urn:microsoft.com/office/officeart/2005/8/layout/orgChart1"/>
    <dgm:cxn modelId="{82E4531E-211F-4906-A5DC-4627EE9B489A}" type="presParOf" srcId="{9BEBD7A7-D453-460B-8645-3FAF230EF8EF}" destId="{67EBBFD6-CEA6-4954-8670-2F6F47ADC04F}" srcOrd="1" destOrd="0" presId="urn:microsoft.com/office/officeart/2005/8/layout/orgChart1"/>
    <dgm:cxn modelId="{3C5562CA-BAEC-4D06-B2B5-E7F0743C1676}" type="presParOf" srcId="{C92B4941-34DD-4A97-B517-DFD626A6EC86}" destId="{46ECF8AA-004F-46F6-B3CB-8822362535F7}" srcOrd="1" destOrd="0" presId="urn:microsoft.com/office/officeart/2005/8/layout/orgChart1"/>
    <dgm:cxn modelId="{B55DA1BD-9673-4D24-9129-32CC7F323D1D}" type="presParOf" srcId="{C92B4941-34DD-4A97-B517-DFD626A6EC86}" destId="{535BC9BA-727A-4FEA-8341-94DDD273C95C}" srcOrd="2" destOrd="0" presId="urn:microsoft.com/office/officeart/2005/8/layout/orgChart1"/>
    <dgm:cxn modelId="{E669894A-10A3-4EC8-94D0-6D74502DE14E}" type="presParOf" srcId="{89E75F9B-EF94-49CA-B184-A185FABDCC9E}" destId="{142A7032-47B0-4992-A51C-9BDAFA692CCD}" srcOrd="4" destOrd="0" presId="urn:microsoft.com/office/officeart/2005/8/layout/orgChart1"/>
    <dgm:cxn modelId="{54B31275-B5D7-4B9D-AFED-48B55C8FE43B}" type="presParOf" srcId="{89E75F9B-EF94-49CA-B184-A185FABDCC9E}" destId="{D06AE94A-73F3-4302-BD46-1D2C449066A7}" srcOrd="5" destOrd="0" presId="urn:microsoft.com/office/officeart/2005/8/layout/orgChart1"/>
    <dgm:cxn modelId="{5CA01E07-103B-4DC1-94EC-F2291C32FC78}" type="presParOf" srcId="{D06AE94A-73F3-4302-BD46-1D2C449066A7}" destId="{7C289C7B-800A-455D-A2FD-D8ADDB615D9B}" srcOrd="0" destOrd="0" presId="urn:microsoft.com/office/officeart/2005/8/layout/orgChart1"/>
    <dgm:cxn modelId="{17EA8CF5-9AC5-470E-B9B9-40CFF18DBBCB}" type="presParOf" srcId="{7C289C7B-800A-455D-A2FD-D8ADDB615D9B}" destId="{E8405D25-25CC-425F-BB3B-45D71B4B4888}" srcOrd="0" destOrd="0" presId="urn:microsoft.com/office/officeart/2005/8/layout/orgChart1"/>
    <dgm:cxn modelId="{50067EAE-CA74-45B3-BE52-453FD7806BC2}" type="presParOf" srcId="{7C289C7B-800A-455D-A2FD-D8ADDB615D9B}" destId="{2627E1BA-B8D3-41C4-B4A5-D58B4B67F693}" srcOrd="1" destOrd="0" presId="urn:microsoft.com/office/officeart/2005/8/layout/orgChart1"/>
    <dgm:cxn modelId="{31D64835-E0DD-4EB1-B599-9B5F537BC384}" type="presParOf" srcId="{D06AE94A-73F3-4302-BD46-1D2C449066A7}" destId="{526A5564-593C-436B-8FED-B33179049F37}" srcOrd="1" destOrd="0" presId="urn:microsoft.com/office/officeart/2005/8/layout/orgChart1"/>
    <dgm:cxn modelId="{806D730C-0F1D-44C9-BED8-4178DBD1C55D}" type="presParOf" srcId="{D06AE94A-73F3-4302-BD46-1D2C449066A7}" destId="{4328706F-62C7-468E-A355-C2C3C87AF44E}" srcOrd="2" destOrd="0" presId="urn:microsoft.com/office/officeart/2005/8/layout/orgChart1"/>
    <dgm:cxn modelId="{7B17DD16-F790-4DFB-B0FF-C15C729593DB}" type="presParOf" srcId="{89E75F9B-EF94-49CA-B184-A185FABDCC9E}" destId="{64CB3B5C-CA39-4C43-A505-7D2BC5392DCD}" srcOrd="6" destOrd="0" presId="urn:microsoft.com/office/officeart/2005/8/layout/orgChart1"/>
    <dgm:cxn modelId="{FD5E9092-3905-4974-BC7A-B987154BF07C}" type="presParOf" srcId="{89E75F9B-EF94-49CA-B184-A185FABDCC9E}" destId="{4D487DFD-22CF-498C-8628-F74B4E26E02B}" srcOrd="7" destOrd="0" presId="urn:microsoft.com/office/officeart/2005/8/layout/orgChart1"/>
    <dgm:cxn modelId="{0D04E0E3-3F1C-41DA-A073-D56104147CD2}" type="presParOf" srcId="{4D487DFD-22CF-498C-8628-F74B4E26E02B}" destId="{A885801D-CD75-4E54-A4E7-62C765E8231F}" srcOrd="0" destOrd="0" presId="urn:microsoft.com/office/officeart/2005/8/layout/orgChart1"/>
    <dgm:cxn modelId="{4F714D16-C8DD-4C22-9DDC-7F0240B55345}" type="presParOf" srcId="{A885801D-CD75-4E54-A4E7-62C765E8231F}" destId="{35C74C81-EC28-4115-AF2D-5047B0C50EF4}" srcOrd="0" destOrd="0" presId="urn:microsoft.com/office/officeart/2005/8/layout/orgChart1"/>
    <dgm:cxn modelId="{9FF7C48B-2352-4134-ABF9-036FA49DC7FB}" type="presParOf" srcId="{A885801D-CD75-4E54-A4E7-62C765E8231F}" destId="{97D8ADFB-E246-4995-9BC3-58B77C94E5D8}" srcOrd="1" destOrd="0" presId="urn:microsoft.com/office/officeart/2005/8/layout/orgChart1"/>
    <dgm:cxn modelId="{8D3880E9-4434-4F80-B939-C4F3C384CD60}" type="presParOf" srcId="{4D487DFD-22CF-498C-8628-F74B4E26E02B}" destId="{6ADC06C0-9F64-4343-8107-8C2B3BF4DD64}" srcOrd="1" destOrd="0" presId="urn:microsoft.com/office/officeart/2005/8/layout/orgChart1"/>
    <dgm:cxn modelId="{0378A6CE-80BD-48B6-820D-05C9FF03DDCB}" type="presParOf" srcId="{4D487DFD-22CF-498C-8628-F74B4E26E02B}" destId="{3A144DAA-0EFE-42D0-849C-342AB710398A}" srcOrd="2" destOrd="0" presId="urn:microsoft.com/office/officeart/2005/8/layout/orgChart1"/>
    <dgm:cxn modelId="{78F722DC-1499-43F7-9556-90E2DF36A2D1}" type="presParOf" srcId="{89E75F9B-EF94-49CA-B184-A185FABDCC9E}" destId="{63C8E1E4-CDD1-4461-819E-41D01ECBA212}" srcOrd="8" destOrd="0" presId="urn:microsoft.com/office/officeart/2005/8/layout/orgChart1"/>
    <dgm:cxn modelId="{59D5FDA0-72F0-41D1-9B1C-008DE6079C87}" type="presParOf" srcId="{89E75F9B-EF94-49CA-B184-A185FABDCC9E}" destId="{4FCE2B41-E86B-4856-88CF-F5BB51EE62A3}" srcOrd="9" destOrd="0" presId="urn:microsoft.com/office/officeart/2005/8/layout/orgChart1"/>
    <dgm:cxn modelId="{828EE6FC-AA65-41D0-A534-822853EA63D0}" type="presParOf" srcId="{4FCE2B41-E86B-4856-88CF-F5BB51EE62A3}" destId="{6154A06A-386E-4FA9-8B49-CEC1EE797E1D}" srcOrd="0" destOrd="0" presId="urn:microsoft.com/office/officeart/2005/8/layout/orgChart1"/>
    <dgm:cxn modelId="{FE36E148-A2C8-466A-B29A-B562D3ADA32A}" type="presParOf" srcId="{6154A06A-386E-4FA9-8B49-CEC1EE797E1D}" destId="{60506E1B-433B-4FE1-9B0C-DDA80843FBC1}" srcOrd="0" destOrd="0" presId="urn:microsoft.com/office/officeart/2005/8/layout/orgChart1"/>
    <dgm:cxn modelId="{F0B0426A-D2AF-44AA-8D68-EBA5841D06F6}" type="presParOf" srcId="{6154A06A-386E-4FA9-8B49-CEC1EE797E1D}" destId="{D4588A80-E8E4-48F5-A383-3BDDB9F98D5D}" srcOrd="1" destOrd="0" presId="urn:microsoft.com/office/officeart/2005/8/layout/orgChart1"/>
    <dgm:cxn modelId="{CF57585E-CE42-49CE-B454-E91B398DCF46}" type="presParOf" srcId="{4FCE2B41-E86B-4856-88CF-F5BB51EE62A3}" destId="{FBB285EC-CFD7-455F-811F-F5C3C33A4090}" srcOrd="1" destOrd="0" presId="urn:microsoft.com/office/officeart/2005/8/layout/orgChart1"/>
    <dgm:cxn modelId="{D36F332A-CCEA-4B86-A9EB-9218AB7EE81D}" type="presParOf" srcId="{4FCE2B41-E86B-4856-88CF-F5BB51EE62A3}" destId="{3F16B3DC-72E0-467D-A843-C6F641F17B33}" srcOrd="2" destOrd="0" presId="urn:microsoft.com/office/officeart/2005/8/layout/orgChart1"/>
    <dgm:cxn modelId="{AF814075-ED25-4F17-96EA-A1690B09F2C0}" type="presParOf" srcId="{77C8DAFF-F1C4-4376-ADCE-FAE7B586EEC6}" destId="{723E8A3D-30CC-43F6-B950-6A5B5D6CC2D7}" srcOrd="2" destOrd="0" presId="urn:microsoft.com/office/officeart/2005/8/layout/orgChart1"/>
    <dgm:cxn modelId="{1EA2C973-CC6A-4435-A6B7-068EA12E208C}" type="presParOf" srcId="{AD53A4B1-01E7-41E8-9724-31F3910545A4}" destId="{353E71C0-A296-46B8-BAB0-268BA4C59D7C}" srcOrd="6" destOrd="0" presId="urn:microsoft.com/office/officeart/2005/8/layout/orgChart1"/>
    <dgm:cxn modelId="{92950DAE-059B-4146-B9C0-D2AA2F76B7C0}" type="presParOf" srcId="{AD53A4B1-01E7-41E8-9724-31F3910545A4}" destId="{7C556C8E-4126-4403-8CEB-51B59AA69FCE}" srcOrd="7" destOrd="0" presId="urn:microsoft.com/office/officeart/2005/8/layout/orgChart1"/>
    <dgm:cxn modelId="{8AA71A29-693C-4861-A752-142EEDADA77F}" type="presParOf" srcId="{7C556C8E-4126-4403-8CEB-51B59AA69FCE}" destId="{792CB3AC-3271-4253-9453-ACCE18AB5F73}" srcOrd="0" destOrd="0" presId="urn:microsoft.com/office/officeart/2005/8/layout/orgChart1"/>
    <dgm:cxn modelId="{7823DAB5-50CB-43DE-B5C7-DD56AC978691}" type="presParOf" srcId="{792CB3AC-3271-4253-9453-ACCE18AB5F73}" destId="{3FE29DE7-91AC-456D-96C3-01A8723E90DD}" srcOrd="0" destOrd="0" presId="urn:microsoft.com/office/officeart/2005/8/layout/orgChart1"/>
    <dgm:cxn modelId="{C9D3ADEF-3F16-4229-BF32-4200F0ABC47A}" type="presParOf" srcId="{792CB3AC-3271-4253-9453-ACCE18AB5F73}" destId="{13BFADD0-1160-4E94-B239-1C8F225F6CFC}" srcOrd="1" destOrd="0" presId="urn:microsoft.com/office/officeart/2005/8/layout/orgChart1"/>
    <dgm:cxn modelId="{3C917A8A-5239-4971-BF50-94179C1B1036}" type="presParOf" srcId="{7C556C8E-4126-4403-8CEB-51B59AA69FCE}" destId="{966D70F9-F0E7-4F8D-98FE-BF1FCEA430A3}" srcOrd="1" destOrd="0" presId="urn:microsoft.com/office/officeart/2005/8/layout/orgChart1"/>
    <dgm:cxn modelId="{CA98F1B6-39C3-4C71-AD6E-E4988FA8DE59}" type="presParOf" srcId="{7C556C8E-4126-4403-8CEB-51B59AA69FCE}" destId="{8C890729-6A60-4D4F-A0C4-9E3A9BF60082}"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17 – Validating the requirements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Review the </a:t>
          </a:r>
          <a:r>
            <a:rPr lang="en-US" sz="1200" dirty="0" err="1" smtClean="0"/>
            <a:t>reqs</a:t>
          </a:r>
          <a:r>
            <a:rPr lang="en-US" sz="1200" dirty="0" smtClean="0"/>
            <a:t>.</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Why validate the </a:t>
          </a:r>
          <a:r>
            <a:rPr lang="en-US" sz="1200" dirty="0" err="1" smtClean="0"/>
            <a:t>reqs</a:t>
          </a:r>
          <a:r>
            <a:rPr lang="en-US" sz="1200" dirty="0" smtClean="0"/>
            <a:t>.</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Informal reviews</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Formal reviews</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CD9272D-1AC8-4166-B759-BD2460765B07}">
      <dgm:prSet phldrT="[Text]" custT="1"/>
      <dgm:spPr/>
      <dgm:t>
        <a:bodyPr/>
        <a:lstStyle/>
        <a:p>
          <a:r>
            <a:rPr lang="en-US" sz="1200" dirty="0" smtClean="0"/>
            <a:t>Testing </a:t>
          </a:r>
          <a:r>
            <a:rPr lang="en-US" sz="1200" dirty="0" err="1" smtClean="0"/>
            <a:t>reqs</a:t>
          </a:r>
          <a:r>
            <a:rPr lang="en-US" sz="1200" dirty="0" smtClean="0"/>
            <a:t>.</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C3C8ED6E-CB8F-46FC-86FF-49A525C7A6EC}">
      <dgm:prSet phldrT="[Text]" custT="1"/>
      <dgm:spPr/>
      <dgm:t>
        <a:bodyPr/>
        <a:lstStyle/>
        <a:p>
          <a:r>
            <a:rPr lang="en-US" sz="1200" dirty="0" smtClean="0"/>
            <a:t>Validating with…</a:t>
          </a:r>
          <a:endParaRPr lang="en-US" sz="1200" dirty="0"/>
        </a:p>
      </dgm:t>
    </dgm:pt>
    <dgm:pt modelId="{662137B2-EBFF-4B77-8453-809C32C53449}" type="parTrans" cxnId="{5384FE3E-E24B-492E-BA3C-4238DC0F5262}">
      <dgm:prSet/>
      <dgm:spPr/>
      <dgm:t>
        <a:bodyPr/>
        <a:lstStyle/>
        <a:p>
          <a:endParaRPr lang="en-US"/>
        </a:p>
      </dgm:t>
    </dgm:pt>
    <dgm:pt modelId="{C6E8CE1A-E4DC-479C-A139-38A9011B2C9F}" type="sibTrans" cxnId="{5384FE3E-E24B-492E-BA3C-4238DC0F5262}">
      <dgm:prSet/>
      <dgm:spPr/>
      <dgm:t>
        <a:bodyPr/>
        <a:lstStyle/>
        <a:p>
          <a:endParaRPr lang="en-US"/>
        </a:p>
      </dgm:t>
    </dgm:pt>
    <dgm:pt modelId="{F142DEDA-3202-4A6E-A872-744A36211997}">
      <dgm:prSet phldrT="[Text]" custT="1"/>
      <dgm:spPr/>
      <dgm:t>
        <a:bodyPr/>
        <a:lstStyle/>
        <a:p>
          <a:r>
            <a:rPr lang="en-US" sz="1200" dirty="0" smtClean="0"/>
            <a:t>Verification</a:t>
          </a:r>
          <a:endParaRPr lang="en-US" sz="1200" dirty="0"/>
        </a:p>
      </dgm:t>
    </dgm:pt>
    <dgm:pt modelId="{588037F0-0B1A-4D72-81EB-CAFA026AEFB7}" type="parTrans" cxnId="{EEDD1D35-51A4-4EFC-BEC5-0B8F238E57D2}">
      <dgm:prSet/>
      <dgm:spPr/>
      <dgm:t>
        <a:bodyPr/>
        <a:lstStyle/>
        <a:p>
          <a:endParaRPr lang="en-US"/>
        </a:p>
      </dgm:t>
    </dgm:pt>
    <dgm:pt modelId="{90D5C085-E7FD-409C-B728-A036C61691D1}" type="sibTrans" cxnId="{EEDD1D35-51A4-4EFC-BEC5-0B8F238E57D2}">
      <dgm:prSet/>
      <dgm:spPr/>
      <dgm:t>
        <a:bodyPr/>
        <a:lstStyle/>
        <a:p>
          <a:endParaRPr lang="en-US"/>
        </a:p>
      </dgm:t>
    </dgm:pt>
    <dgm:pt modelId="{1947618A-5736-4E7D-A7B1-0535566E666C}">
      <dgm:prSet phldrT="[Text]" custT="1"/>
      <dgm:spPr/>
      <dgm:t>
        <a:bodyPr/>
        <a:lstStyle/>
        <a:p>
          <a:r>
            <a:rPr lang="en-US" sz="1200" dirty="0" smtClean="0"/>
            <a:t>Validation</a:t>
          </a:r>
          <a:endParaRPr lang="en-US" sz="1200" dirty="0"/>
        </a:p>
      </dgm:t>
    </dgm:pt>
    <dgm:pt modelId="{3C73C88C-ADAC-4E8D-8259-4FBC3819D296}" type="parTrans" cxnId="{48FB7E41-4DCE-49A7-8A59-30799E27CFF1}">
      <dgm:prSet/>
      <dgm:spPr/>
      <dgm:t>
        <a:bodyPr/>
        <a:lstStyle/>
        <a:p>
          <a:endParaRPr lang="en-US"/>
        </a:p>
      </dgm:t>
    </dgm:pt>
    <dgm:pt modelId="{4AA8505F-D096-4A68-B858-481E0AB908C1}" type="sibTrans" cxnId="{48FB7E41-4DCE-49A7-8A59-30799E27CFF1}">
      <dgm:prSet/>
      <dgm:spPr/>
      <dgm:t>
        <a:bodyPr/>
        <a:lstStyle/>
        <a:p>
          <a:endParaRPr lang="en-US"/>
        </a:p>
      </dgm:t>
    </dgm:pt>
    <dgm:pt modelId="{97FE4DBF-FC68-4DB5-91B7-27D9016F5F91}">
      <dgm:prSet phldrT="[Text]" custT="1"/>
      <dgm:spPr/>
      <dgm:t>
        <a:bodyPr/>
        <a:lstStyle/>
        <a:p>
          <a:r>
            <a:rPr lang="en-US" sz="1200" smtClean="0"/>
            <a:t>A peer </a:t>
          </a:r>
          <a:r>
            <a:rPr lang="en-US" sz="1200" i="1" smtClean="0">
              <a:solidFill>
                <a:srgbClr val="003399"/>
              </a:solidFill>
            </a:rPr>
            <a:t>deskcheck</a:t>
          </a:r>
          <a:endParaRPr lang="en-US" sz="1200" dirty="0"/>
        </a:p>
      </dgm:t>
    </dgm:pt>
    <dgm:pt modelId="{8CCBAD41-D76E-408B-A4FD-96D8CA42088E}" type="parTrans" cxnId="{FEA1DDA7-8119-4C61-B3BB-5345BF895EBA}">
      <dgm:prSet/>
      <dgm:spPr/>
      <dgm:t>
        <a:bodyPr/>
        <a:lstStyle/>
        <a:p>
          <a:endParaRPr lang="en-US"/>
        </a:p>
      </dgm:t>
    </dgm:pt>
    <dgm:pt modelId="{C675E828-0934-43C2-89FF-C40948F5E635}" type="sibTrans" cxnId="{FEA1DDA7-8119-4C61-B3BB-5345BF895EBA}">
      <dgm:prSet/>
      <dgm:spPr/>
      <dgm:t>
        <a:bodyPr/>
        <a:lstStyle/>
        <a:p>
          <a:endParaRPr lang="en-US"/>
        </a:p>
      </dgm:t>
    </dgm:pt>
    <dgm:pt modelId="{F9B7D8C5-A42F-486B-A7BB-F758A295C5FB}">
      <dgm:prSet phldrT="[Text]" custT="1"/>
      <dgm:spPr/>
      <dgm:t>
        <a:bodyPr/>
        <a:lstStyle/>
        <a:p>
          <a:r>
            <a:rPr lang="en-US" sz="1200" smtClean="0"/>
            <a:t>A </a:t>
          </a:r>
          <a:r>
            <a:rPr lang="en-US" sz="1200" i="1" smtClean="0">
              <a:solidFill>
                <a:srgbClr val="003399"/>
              </a:solidFill>
            </a:rPr>
            <a:t>passaround</a:t>
          </a:r>
          <a:endParaRPr lang="en-US" sz="1200" dirty="0"/>
        </a:p>
      </dgm:t>
    </dgm:pt>
    <dgm:pt modelId="{2926F571-2AA8-4107-A880-BB9A13942C4E}" type="parTrans" cxnId="{29F8BEBE-F504-4672-859D-7A6EC1DD0072}">
      <dgm:prSet/>
      <dgm:spPr/>
      <dgm:t>
        <a:bodyPr/>
        <a:lstStyle/>
        <a:p>
          <a:endParaRPr lang="en-US"/>
        </a:p>
      </dgm:t>
    </dgm:pt>
    <dgm:pt modelId="{7711B471-CED3-4980-AB2A-97241544139D}" type="sibTrans" cxnId="{29F8BEBE-F504-4672-859D-7A6EC1DD0072}">
      <dgm:prSet/>
      <dgm:spPr/>
      <dgm:t>
        <a:bodyPr/>
        <a:lstStyle/>
        <a:p>
          <a:endParaRPr lang="en-US"/>
        </a:p>
      </dgm:t>
    </dgm:pt>
    <dgm:pt modelId="{8690EDF4-A482-43EC-BC9F-9F008C2777C9}">
      <dgm:prSet phldrT="[Text]" custT="1"/>
      <dgm:spPr/>
      <dgm:t>
        <a:bodyPr/>
        <a:lstStyle/>
        <a:p>
          <a:r>
            <a:rPr lang="en-US" sz="1200" smtClean="0"/>
            <a:t>A </a:t>
          </a:r>
          <a:r>
            <a:rPr lang="en-US" sz="1200" i="1" smtClean="0">
              <a:solidFill>
                <a:srgbClr val="003399"/>
              </a:solidFill>
            </a:rPr>
            <a:t>walkthrough</a:t>
          </a:r>
          <a:endParaRPr lang="en-US" sz="1200" dirty="0"/>
        </a:p>
      </dgm:t>
    </dgm:pt>
    <dgm:pt modelId="{8AF0438F-F951-4AAA-94A0-76D5065E57E6}" type="parTrans" cxnId="{0EEEFCE7-1869-4D28-A41C-9A729ADA95BD}">
      <dgm:prSet/>
      <dgm:spPr/>
      <dgm:t>
        <a:bodyPr/>
        <a:lstStyle/>
        <a:p>
          <a:endParaRPr lang="en-US"/>
        </a:p>
      </dgm:t>
    </dgm:pt>
    <dgm:pt modelId="{93E0B326-3674-4CD8-95D7-D201A9A11254}" type="sibTrans" cxnId="{0EEEFCE7-1869-4D28-A41C-9A729ADA95BD}">
      <dgm:prSet/>
      <dgm:spPr/>
      <dgm:t>
        <a:bodyPr/>
        <a:lstStyle/>
        <a:p>
          <a:endParaRPr lang="en-US"/>
        </a:p>
      </dgm:t>
    </dgm:pt>
    <dgm:pt modelId="{F5201283-93EF-447F-A309-F472B07093A2}">
      <dgm:prSet phldrT="[Text]" custT="1"/>
      <dgm:spPr/>
      <dgm:t>
        <a:bodyPr/>
        <a:lstStyle/>
        <a:p>
          <a:r>
            <a:rPr lang="en-US" sz="1200" smtClean="0"/>
            <a:t>The inspection process</a:t>
          </a:r>
          <a:endParaRPr lang="en-US" sz="1200" dirty="0"/>
        </a:p>
      </dgm:t>
    </dgm:pt>
    <dgm:pt modelId="{6FF31BEE-1ADC-4286-A423-A6B05E791C1E}" type="parTrans" cxnId="{D5DED77E-36FB-4C78-803A-152F67821B46}">
      <dgm:prSet/>
      <dgm:spPr/>
      <dgm:t>
        <a:bodyPr/>
        <a:lstStyle/>
        <a:p>
          <a:endParaRPr lang="en-US"/>
        </a:p>
      </dgm:t>
    </dgm:pt>
    <dgm:pt modelId="{E00E07D9-E0E0-4290-A222-1755EA4D3C07}" type="sibTrans" cxnId="{D5DED77E-36FB-4C78-803A-152F67821B46}">
      <dgm:prSet/>
      <dgm:spPr/>
      <dgm:t>
        <a:bodyPr/>
        <a:lstStyle/>
        <a:p>
          <a:endParaRPr lang="en-US"/>
        </a:p>
      </dgm:t>
    </dgm:pt>
    <dgm:pt modelId="{A3E3B24C-57FC-44B5-9561-A765DD321DAF}">
      <dgm:prSet phldrT="[Text]" custT="1"/>
      <dgm:spPr/>
      <dgm:t>
        <a:bodyPr/>
        <a:lstStyle/>
        <a:p>
          <a:r>
            <a:rPr lang="en-US" sz="1200" smtClean="0"/>
            <a:t>Defect checklist </a:t>
          </a:r>
          <a:endParaRPr lang="en-US" sz="1200" dirty="0"/>
        </a:p>
      </dgm:t>
    </dgm:pt>
    <dgm:pt modelId="{5B3B0C40-0D58-4E88-955A-2CB9AC568B03}" type="parTrans" cxnId="{6A59BC43-6FD0-463A-9B6A-96E89CA9E8E7}">
      <dgm:prSet/>
      <dgm:spPr/>
      <dgm:t>
        <a:bodyPr/>
        <a:lstStyle/>
        <a:p>
          <a:endParaRPr lang="en-US"/>
        </a:p>
      </dgm:t>
    </dgm:pt>
    <dgm:pt modelId="{F746623A-CAB4-45D5-84E3-9687B39E051C}" type="sibTrans" cxnId="{6A59BC43-6FD0-463A-9B6A-96E89CA9E8E7}">
      <dgm:prSet/>
      <dgm:spPr/>
      <dgm:t>
        <a:bodyPr/>
        <a:lstStyle/>
        <a:p>
          <a:endParaRPr lang="en-US"/>
        </a:p>
      </dgm:t>
    </dgm:pt>
    <dgm:pt modelId="{F0DD7DD5-42DA-40A9-AF5E-4838A5773A93}">
      <dgm:prSet phldrT="[Text]" custT="1"/>
      <dgm:spPr/>
      <dgm:t>
        <a:bodyPr/>
        <a:lstStyle/>
        <a:p>
          <a:r>
            <a:rPr lang="en-US" sz="1200" dirty="0" err="1" smtClean="0"/>
            <a:t>Reqs</a:t>
          </a:r>
          <a:r>
            <a:rPr lang="en-US" sz="1200" dirty="0" smtClean="0"/>
            <a:t>. review tips</a:t>
          </a:r>
          <a:endParaRPr lang="en-US" sz="1200" dirty="0"/>
        </a:p>
      </dgm:t>
    </dgm:pt>
    <dgm:pt modelId="{37517457-F3D4-469D-AD54-FB3B857B71B2}" type="parTrans" cxnId="{D6EBA357-6673-4F1C-9EB6-1CAD6DD9D1AC}">
      <dgm:prSet/>
      <dgm:spPr/>
      <dgm:t>
        <a:bodyPr/>
        <a:lstStyle/>
        <a:p>
          <a:endParaRPr lang="en-US"/>
        </a:p>
      </dgm:t>
    </dgm:pt>
    <dgm:pt modelId="{27024BD4-76F8-41DC-AE01-BAEAAEED1A9D}" type="sibTrans" cxnId="{D6EBA357-6673-4F1C-9EB6-1CAD6DD9D1AC}">
      <dgm:prSet/>
      <dgm:spPr/>
      <dgm:t>
        <a:bodyPr/>
        <a:lstStyle/>
        <a:p>
          <a:endParaRPr lang="en-US"/>
        </a:p>
      </dgm:t>
    </dgm:pt>
    <dgm:pt modelId="{9D8F6F43-9C1B-468E-BA83-8DC93DCEAF59}">
      <dgm:prSet phldrT="[Text]" custT="1"/>
      <dgm:spPr/>
      <dgm:t>
        <a:bodyPr/>
        <a:lstStyle/>
        <a:p>
          <a:r>
            <a:rPr lang="en-US" sz="1200" dirty="0" err="1" smtClean="0"/>
            <a:t>Reqs</a:t>
          </a:r>
          <a:r>
            <a:rPr lang="en-US" sz="1200" dirty="0" smtClean="0"/>
            <a:t>. review challenges </a:t>
          </a:r>
          <a:endParaRPr lang="en-US" sz="1200" dirty="0"/>
        </a:p>
      </dgm:t>
    </dgm:pt>
    <dgm:pt modelId="{D5CE11FC-CD51-4655-B37B-E3E123CAE67A}" type="parTrans" cxnId="{5956B940-0A7C-4E44-A943-4E93E211B6CC}">
      <dgm:prSet/>
      <dgm:spPr/>
      <dgm:t>
        <a:bodyPr/>
        <a:lstStyle/>
        <a:p>
          <a:endParaRPr lang="en-US"/>
        </a:p>
      </dgm:t>
    </dgm:pt>
    <dgm:pt modelId="{1B22F658-4986-4554-AFC5-BBF2559E9716}" type="sibTrans" cxnId="{5956B940-0A7C-4E44-A943-4E93E211B6CC}">
      <dgm:prSet/>
      <dgm:spPr/>
      <dgm:t>
        <a:bodyPr/>
        <a:lstStyle/>
        <a:p>
          <a:endParaRPr lang="en-US"/>
        </a:p>
      </dgm:t>
    </dgm:pt>
    <dgm:pt modelId="{AEC44668-A4C2-4E1B-B39E-CB2888B9DE8D}">
      <dgm:prSet phldrT="[Text]" custT="1"/>
      <dgm:spPr/>
      <dgm:t>
        <a:bodyPr/>
        <a:lstStyle/>
        <a:p>
          <a:r>
            <a:rPr lang="en-US" sz="1200" dirty="0" smtClean="0"/>
            <a:t>Acceptance criteria</a:t>
          </a:r>
          <a:endParaRPr lang="en-US" sz="1200" dirty="0"/>
        </a:p>
      </dgm:t>
    </dgm:pt>
    <dgm:pt modelId="{FD58BE62-9C5A-475A-8FC1-794FCC27A5B8}" type="parTrans" cxnId="{F0E261ED-88BB-4FDF-A410-3711D4F68B41}">
      <dgm:prSet/>
      <dgm:spPr/>
      <dgm:t>
        <a:bodyPr/>
        <a:lstStyle/>
        <a:p>
          <a:endParaRPr lang="en-US"/>
        </a:p>
      </dgm:t>
    </dgm:pt>
    <dgm:pt modelId="{A87416F6-CAF3-4F24-8E79-E769B7818015}" type="sibTrans" cxnId="{F0E261ED-88BB-4FDF-A410-3711D4F68B41}">
      <dgm:prSet/>
      <dgm:spPr/>
      <dgm:t>
        <a:bodyPr/>
        <a:lstStyle/>
        <a:p>
          <a:endParaRPr lang="en-US"/>
        </a:p>
      </dgm:t>
    </dgm:pt>
    <dgm:pt modelId="{903DEEC2-0071-402D-A3B3-A8D809E329E0}">
      <dgm:prSet phldrT="[Text]" custT="1"/>
      <dgm:spPr/>
      <dgm:t>
        <a:bodyPr/>
        <a:lstStyle/>
        <a:p>
          <a:r>
            <a:rPr lang="en-US" sz="1200" dirty="0" smtClean="0"/>
            <a:t>Acceptance tests</a:t>
          </a:r>
          <a:endParaRPr lang="en-US" sz="1200" dirty="0"/>
        </a:p>
      </dgm:t>
    </dgm:pt>
    <dgm:pt modelId="{0CDA9BAC-3CB7-44F9-AB9A-DF858A4CAA7C}" type="parTrans" cxnId="{BA3786D3-DC03-472F-8A37-6BE3F05B095A}">
      <dgm:prSet/>
      <dgm:spPr/>
      <dgm:t>
        <a:bodyPr/>
        <a:lstStyle/>
        <a:p>
          <a:endParaRPr lang="en-US"/>
        </a:p>
      </dgm:t>
    </dgm:pt>
    <dgm:pt modelId="{872DF1BF-6D35-4E94-AE7D-FFA4B7F570BF}" type="sibTrans" cxnId="{BA3786D3-DC03-472F-8A37-6BE3F05B095A}">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06A5B176-3147-4D45-9EF8-CF91B612166F}" type="pres">
      <dgm:prSet presAssocID="{588037F0-0B1A-4D72-81EB-CAFA026AEFB7}" presName="Name37" presStyleLbl="parChTrans1D3" presStyleIdx="0" presStyleCnt="6"/>
      <dgm:spPr/>
      <dgm:t>
        <a:bodyPr/>
        <a:lstStyle/>
        <a:p>
          <a:endParaRPr lang="en-US"/>
        </a:p>
      </dgm:t>
    </dgm:pt>
    <dgm:pt modelId="{A1823CA7-FCBA-4115-A337-66BE02B03547}" type="pres">
      <dgm:prSet presAssocID="{F142DEDA-3202-4A6E-A872-744A36211997}" presName="hierRoot2" presStyleCnt="0">
        <dgm:presLayoutVars>
          <dgm:hierBranch val="init"/>
        </dgm:presLayoutVars>
      </dgm:prSet>
      <dgm:spPr/>
    </dgm:pt>
    <dgm:pt modelId="{80E2B167-EDC3-4945-9077-5283EEF70EE4}" type="pres">
      <dgm:prSet presAssocID="{F142DEDA-3202-4A6E-A872-744A36211997}" presName="rootComposite" presStyleCnt="0"/>
      <dgm:spPr/>
    </dgm:pt>
    <dgm:pt modelId="{28A90088-1D74-4647-BC3B-F17F2E584608}" type="pres">
      <dgm:prSet presAssocID="{F142DEDA-3202-4A6E-A872-744A36211997}" presName="rootText" presStyleLbl="node3" presStyleIdx="0" presStyleCnt="6" custLinFactNeighborY="3462">
        <dgm:presLayoutVars>
          <dgm:chPref val="3"/>
        </dgm:presLayoutVars>
      </dgm:prSet>
      <dgm:spPr/>
      <dgm:t>
        <a:bodyPr/>
        <a:lstStyle/>
        <a:p>
          <a:endParaRPr lang="en-US"/>
        </a:p>
      </dgm:t>
    </dgm:pt>
    <dgm:pt modelId="{D62CADF8-24AE-4E16-B362-DFB8C42A8D00}" type="pres">
      <dgm:prSet presAssocID="{F142DEDA-3202-4A6E-A872-744A36211997}" presName="rootConnector" presStyleLbl="node3" presStyleIdx="0" presStyleCnt="6"/>
      <dgm:spPr/>
      <dgm:t>
        <a:bodyPr/>
        <a:lstStyle/>
        <a:p>
          <a:endParaRPr lang="en-US"/>
        </a:p>
      </dgm:t>
    </dgm:pt>
    <dgm:pt modelId="{D2D25354-BC15-441D-9C43-4E22F84DF7E3}" type="pres">
      <dgm:prSet presAssocID="{F142DEDA-3202-4A6E-A872-744A36211997}" presName="hierChild4" presStyleCnt="0"/>
      <dgm:spPr/>
    </dgm:pt>
    <dgm:pt modelId="{42C6C630-1192-4F5E-B919-40B53C299E86}" type="pres">
      <dgm:prSet presAssocID="{F142DEDA-3202-4A6E-A872-744A36211997}" presName="hierChild5" presStyleCnt="0"/>
      <dgm:spPr/>
    </dgm:pt>
    <dgm:pt modelId="{22A06763-7CD0-41E0-8047-44C9999C84AA}" type="pres">
      <dgm:prSet presAssocID="{3C73C88C-ADAC-4E8D-8259-4FBC3819D296}" presName="Name37" presStyleLbl="parChTrans1D3" presStyleIdx="1" presStyleCnt="6"/>
      <dgm:spPr/>
      <dgm:t>
        <a:bodyPr/>
        <a:lstStyle/>
        <a:p>
          <a:endParaRPr lang="en-US"/>
        </a:p>
      </dgm:t>
    </dgm:pt>
    <dgm:pt modelId="{EBCD387B-99F5-420E-AC68-BB5DDA55274F}" type="pres">
      <dgm:prSet presAssocID="{1947618A-5736-4E7D-A7B1-0535566E666C}" presName="hierRoot2" presStyleCnt="0">
        <dgm:presLayoutVars>
          <dgm:hierBranch val="init"/>
        </dgm:presLayoutVars>
      </dgm:prSet>
      <dgm:spPr/>
    </dgm:pt>
    <dgm:pt modelId="{1FCE71FC-8197-4D43-AEA9-42AE00FBE624}" type="pres">
      <dgm:prSet presAssocID="{1947618A-5736-4E7D-A7B1-0535566E666C}" presName="rootComposite" presStyleCnt="0"/>
      <dgm:spPr/>
    </dgm:pt>
    <dgm:pt modelId="{EF3A83E1-5846-4AE9-8B47-6582C37CA326}" type="pres">
      <dgm:prSet presAssocID="{1947618A-5736-4E7D-A7B1-0535566E666C}" presName="rootText" presStyleLbl="node3" presStyleIdx="1" presStyleCnt="6">
        <dgm:presLayoutVars>
          <dgm:chPref val="3"/>
        </dgm:presLayoutVars>
      </dgm:prSet>
      <dgm:spPr/>
      <dgm:t>
        <a:bodyPr/>
        <a:lstStyle/>
        <a:p>
          <a:endParaRPr lang="en-US"/>
        </a:p>
      </dgm:t>
    </dgm:pt>
    <dgm:pt modelId="{3FADC6AF-5D4B-418A-9301-DABA5E048E22}" type="pres">
      <dgm:prSet presAssocID="{1947618A-5736-4E7D-A7B1-0535566E666C}" presName="rootConnector" presStyleLbl="node3" presStyleIdx="1" presStyleCnt="6"/>
      <dgm:spPr/>
      <dgm:t>
        <a:bodyPr/>
        <a:lstStyle/>
        <a:p>
          <a:endParaRPr lang="en-US"/>
        </a:p>
      </dgm:t>
    </dgm:pt>
    <dgm:pt modelId="{AC56E703-D854-4DBA-8A21-3B81398E67CB}" type="pres">
      <dgm:prSet presAssocID="{1947618A-5736-4E7D-A7B1-0535566E666C}" presName="hierChild4" presStyleCnt="0"/>
      <dgm:spPr/>
    </dgm:pt>
    <dgm:pt modelId="{578E88AA-3D50-4523-B7AE-4BD9067055A6}" type="pres">
      <dgm:prSet presAssocID="{1947618A-5736-4E7D-A7B1-0535566E666C}"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2" presStyleCnt="6"/>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2" presStyleCnt="6" custScaleX="144470" custScaleY="90830" custLinFactNeighborY="3462">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2" presStyleCnt="6"/>
      <dgm:spPr/>
      <dgm:t>
        <a:bodyPr/>
        <a:lstStyle/>
        <a:p>
          <a:endParaRPr lang="en-US"/>
        </a:p>
      </dgm:t>
    </dgm:pt>
    <dgm:pt modelId="{131D6045-90D5-4A9B-AF7A-E47E958A6183}" type="pres">
      <dgm:prSet presAssocID="{552219B0-29E3-4A6C-90E3-BE0B83069EBC}" presName="hierChild4" presStyleCnt="0"/>
      <dgm:spPr/>
    </dgm:pt>
    <dgm:pt modelId="{A054D922-FDFA-4016-A8E9-3F9B47624963}" type="pres">
      <dgm:prSet presAssocID="{8CCBAD41-D76E-408B-A4FD-96D8CA42088E}" presName="Name37" presStyleLbl="parChTrans1D4" presStyleIdx="0" presStyleCnt="7"/>
      <dgm:spPr/>
      <dgm:t>
        <a:bodyPr/>
        <a:lstStyle/>
        <a:p>
          <a:endParaRPr lang="en-US"/>
        </a:p>
      </dgm:t>
    </dgm:pt>
    <dgm:pt modelId="{E72B2364-08A7-4AD4-9AF2-FB08E2A76FB2}" type="pres">
      <dgm:prSet presAssocID="{97FE4DBF-FC68-4DB5-91B7-27D9016F5F91}" presName="hierRoot2" presStyleCnt="0">
        <dgm:presLayoutVars>
          <dgm:hierBranch val="init"/>
        </dgm:presLayoutVars>
      </dgm:prSet>
      <dgm:spPr/>
    </dgm:pt>
    <dgm:pt modelId="{D84F1A8C-5488-499F-8203-82B75911DC30}" type="pres">
      <dgm:prSet presAssocID="{97FE4DBF-FC68-4DB5-91B7-27D9016F5F91}" presName="rootComposite" presStyleCnt="0"/>
      <dgm:spPr/>
    </dgm:pt>
    <dgm:pt modelId="{A38FEF16-A8FD-4584-9ACA-99F20FFA0806}" type="pres">
      <dgm:prSet presAssocID="{97FE4DBF-FC68-4DB5-91B7-27D9016F5F91}" presName="rootText" presStyleLbl="node4" presStyleIdx="0" presStyleCnt="7">
        <dgm:presLayoutVars>
          <dgm:chPref val="3"/>
        </dgm:presLayoutVars>
      </dgm:prSet>
      <dgm:spPr/>
      <dgm:t>
        <a:bodyPr/>
        <a:lstStyle/>
        <a:p>
          <a:endParaRPr lang="en-US"/>
        </a:p>
      </dgm:t>
    </dgm:pt>
    <dgm:pt modelId="{717A3F18-F03B-4079-AE6D-526343F56E28}" type="pres">
      <dgm:prSet presAssocID="{97FE4DBF-FC68-4DB5-91B7-27D9016F5F91}" presName="rootConnector" presStyleLbl="node4" presStyleIdx="0" presStyleCnt="7"/>
      <dgm:spPr/>
      <dgm:t>
        <a:bodyPr/>
        <a:lstStyle/>
        <a:p>
          <a:endParaRPr lang="en-US"/>
        </a:p>
      </dgm:t>
    </dgm:pt>
    <dgm:pt modelId="{D0E76F07-A128-46B4-9322-D6E0958C1FEE}" type="pres">
      <dgm:prSet presAssocID="{97FE4DBF-FC68-4DB5-91B7-27D9016F5F91}" presName="hierChild4" presStyleCnt="0"/>
      <dgm:spPr/>
    </dgm:pt>
    <dgm:pt modelId="{E7B65BD2-D681-44AC-BD36-DE59EC9D419D}" type="pres">
      <dgm:prSet presAssocID="{97FE4DBF-FC68-4DB5-91B7-27D9016F5F91}" presName="hierChild5" presStyleCnt="0"/>
      <dgm:spPr/>
    </dgm:pt>
    <dgm:pt modelId="{335E3D6D-A135-422D-9CEF-04605C8BD476}" type="pres">
      <dgm:prSet presAssocID="{2926F571-2AA8-4107-A880-BB9A13942C4E}" presName="Name37" presStyleLbl="parChTrans1D4" presStyleIdx="1" presStyleCnt="7"/>
      <dgm:spPr/>
      <dgm:t>
        <a:bodyPr/>
        <a:lstStyle/>
        <a:p>
          <a:endParaRPr lang="en-US"/>
        </a:p>
      </dgm:t>
    </dgm:pt>
    <dgm:pt modelId="{9052294D-864D-453C-8E8D-A9EBBE02CECC}" type="pres">
      <dgm:prSet presAssocID="{F9B7D8C5-A42F-486B-A7BB-F758A295C5FB}" presName="hierRoot2" presStyleCnt="0">
        <dgm:presLayoutVars>
          <dgm:hierBranch val="init"/>
        </dgm:presLayoutVars>
      </dgm:prSet>
      <dgm:spPr/>
    </dgm:pt>
    <dgm:pt modelId="{F5C6269A-07E6-463F-BDD6-B26A2059E256}" type="pres">
      <dgm:prSet presAssocID="{F9B7D8C5-A42F-486B-A7BB-F758A295C5FB}" presName="rootComposite" presStyleCnt="0"/>
      <dgm:spPr/>
    </dgm:pt>
    <dgm:pt modelId="{68E6DF8D-BB33-4CD7-AD44-C084E5003464}" type="pres">
      <dgm:prSet presAssocID="{F9B7D8C5-A42F-486B-A7BB-F758A295C5FB}" presName="rootText" presStyleLbl="node4" presStyleIdx="1" presStyleCnt="7">
        <dgm:presLayoutVars>
          <dgm:chPref val="3"/>
        </dgm:presLayoutVars>
      </dgm:prSet>
      <dgm:spPr/>
      <dgm:t>
        <a:bodyPr/>
        <a:lstStyle/>
        <a:p>
          <a:endParaRPr lang="en-US"/>
        </a:p>
      </dgm:t>
    </dgm:pt>
    <dgm:pt modelId="{08F7F929-ACE8-4774-A20A-8E4A94F553C4}" type="pres">
      <dgm:prSet presAssocID="{F9B7D8C5-A42F-486B-A7BB-F758A295C5FB}" presName="rootConnector" presStyleLbl="node4" presStyleIdx="1" presStyleCnt="7"/>
      <dgm:spPr/>
      <dgm:t>
        <a:bodyPr/>
        <a:lstStyle/>
        <a:p>
          <a:endParaRPr lang="en-US"/>
        </a:p>
      </dgm:t>
    </dgm:pt>
    <dgm:pt modelId="{E5F1FE06-7DBD-43A0-A97A-B0B789DA3829}" type="pres">
      <dgm:prSet presAssocID="{F9B7D8C5-A42F-486B-A7BB-F758A295C5FB}" presName="hierChild4" presStyleCnt="0"/>
      <dgm:spPr/>
    </dgm:pt>
    <dgm:pt modelId="{A6D66AD8-710E-49C2-B0B7-A4AE6C80DB1D}" type="pres">
      <dgm:prSet presAssocID="{F9B7D8C5-A42F-486B-A7BB-F758A295C5FB}" presName="hierChild5" presStyleCnt="0"/>
      <dgm:spPr/>
    </dgm:pt>
    <dgm:pt modelId="{5C90F081-1725-4518-AFF5-00E9BD365D08}" type="pres">
      <dgm:prSet presAssocID="{8AF0438F-F951-4AAA-94A0-76D5065E57E6}" presName="Name37" presStyleLbl="parChTrans1D4" presStyleIdx="2" presStyleCnt="7"/>
      <dgm:spPr/>
      <dgm:t>
        <a:bodyPr/>
        <a:lstStyle/>
        <a:p>
          <a:endParaRPr lang="en-US"/>
        </a:p>
      </dgm:t>
    </dgm:pt>
    <dgm:pt modelId="{762A243F-A060-4C68-8576-E969512BD0D7}" type="pres">
      <dgm:prSet presAssocID="{8690EDF4-A482-43EC-BC9F-9F008C2777C9}" presName="hierRoot2" presStyleCnt="0">
        <dgm:presLayoutVars>
          <dgm:hierBranch val="init"/>
        </dgm:presLayoutVars>
      </dgm:prSet>
      <dgm:spPr/>
    </dgm:pt>
    <dgm:pt modelId="{5E74D4A1-F224-4CDC-9900-C55CDAF92800}" type="pres">
      <dgm:prSet presAssocID="{8690EDF4-A482-43EC-BC9F-9F008C2777C9}" presName="rootComposite" presStyleCnt="0"/>
      <dgm:spPr/>
    </dgm:pt>
    <dgm:pt modelId="{168B3CEB-9E35-46D7-B338-71F832127F39}" type="pres">
      <dgm:prSet presAssocID="{8690EDF4-A482-43EC-BC9F-9F008C2777C9}" presName="rootText" presStyleLbl="node4" presStyleIdx="2" presStyleCnt="7">
        <dgm:presLayoutVars>
          <dgm:chPref val="3"/>
        </dgm:presLayoutVars>
      </dgm:prSet>
      <dgm:spPr/>
      <dgm:t>
        <a:bodyPr/>
        <a:lstStyle/>
        <a:p>
          <a:endParaRPr lang="en-US"/>
        </a:p>
      </dgm:t>
    </dgm:pt>
    <dgm:pt modelId="{37C577A4-BF3F-4ADF-B692-1E2A294079ED}" type="pres">
      <dgm:prSet presAssocID="{8690EDF4-A482-43EC-BC9F-9F008C2777C9}" presName="rootConnector" presStyleLbl="node4" presStyleIdx="2" presStyleCnt="7"/>
      <dgm:spPr/>
      <dgm:t>
        <a:bodyPr/>
        <a:lstStyle/>
        <a:p>
          <a:endParaRPr lang="en-US"/>
        </a:p>
      </dgm:t>
    </dgm:pt>
    <dgm:pt modelId="{8D3215E6-A7CB-40FD-BD7D-B17DD43A308E}" type="pres">
      <dgm:prSet presAssocID="{8690EDF4-A482-43EC-BC9F-9F008C2777C9}" presName="hierChild4" presStyleCnt="0"/>
      <dgm:spPr/>
    </dgm:pt>
    <dgm:pt modelId="{28C3C44D-1FFD-447B-B9AF-64ACACEAA2D1}" type="pres">
      <dgm:prSet presAssocID="{8690EDF4-A482-43EC-BC9F-9F008C2777C9}" presName="hierChild5"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3" presStyleCnt="6"/>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3" presStyleCnt="6" custScaleX="144470" custScaleY="90830" custLinFactNeighborY="3462">
        <dgm:presLayoutVars>
          <dgm:chPref val="3"/>
        </dgm:presLayoutVars>
      </dgm:prSet>
      <dgm:spPr/>
      <dgm:t>
        <a:bodyPr/>
        <a:lstStyle/>
        <a:p>
          <a:endParaRPr lang="en-US"/>
        </a:p>
      </dgm:t>
    </dgm:pt>
    <dgm:pt modelId="{746FE1B3-37E8-4050-B0B7-5668D5D7D118}" type="pres">
      <dgm:prSet presAssocID="{1F903EBE-540A-403B-AE13-6A09126352BD}" presName="rootConnector" presStyleLbl="node3" presStyleIdx="3" presStyleCnt="6"/>
      <dgm:spPr/>
      <dgm:t>
        <a:bodyPr/>
        <a:lstStyle/>
        <a:p>
          <a:endParaRPr lang="en-US"/>
        </a:p>
      </dgm:t>
    </dgm:pt>
    <dgm:pt modelId="{CA531930-87B7-4E2B-AA93-B0ECAA52CC09}" type="pres">
      <dgm:prSet presAssocID="{1F903EBE-540A-403B-AE13-6A09126352BD}" presName="hierChild4" presStyleCnt="0"/>
      <dgm:spPr/>
    </dgm:pt>
    <dgm:pt modelId="{D126D19F-5B41-45F1-AFE2-DAC2B0A5CE49}" type="pres">
      <dgm:prSet presAssocID="{6FF31BEE-1ADC-4286-A423-A6B05E791C1E}" presName="Name37" presStyleLbl="parChTrans1D4" presStyleIdx="3" presStyleCnt="7"/>
      <dgm:spPr/>
      <dgm:t>
        <a:bodyPr/>
        <a:lstStyle/>
        <a:p>
          <a:endParaRPr lang="en-US"/>
        </a:p>
      </dgm:t>
    </dgm:pt>
    <dgm:pt modelId="{B07CF127-9E5B-4CAC-9D34-393C8C308966}" type="pres">
      <dgm:prSet presAssocID="{F5201283-93EF-447F-A309-F472B07093A2}" presName="hierRoot2" presStyleCnt="0">
        <dgm:presLayoutVars>
          <dgm:hierBranch val="init"/>
        </dgm:presLayoutVars>
      </dgm:prSet>
      <dgm:spPr/>
    </dgm:pt>
    <dgm:pt modelId="{C6C04622-DEA1-4FF2-B5FD-1F2E5A556D87}" type="pres">
      <dgm:prSet presAssocID="{F5201283-93EF-447F-A309-F472B07093A2}" presName="rootComposite" presStyleCnt="0"/>
      <dgm:spPr/>
    </dgm:pt>
    <dgm:pt modelId="{6799B363-9D98-4604-A4A4-E9389563C283}" type="pres">
      <dgm:prSet presAssocID="{F5201283-93EF-447F-A309-F472B07093A2}" presName="rootText" presStyleLbl="node4" presStyleIdx="3" presStyleCnt="7">
        <dgm:presLayoutVars>
          <dgm:chPref val="3"/>
        </dgm:presLayoutVars>
      </dgm:prSet>
      <dgm:spPr/>
      <dgm:t>
        <a:bodyPr/>
        <a:lstStyle/>
        <a:p>
          <a:endParaRPr lang="en-US"/>
        </a:p>
      </dgm:t>
    </dgm:pt>
    <dgm:pt modelId="{33A969E9-6C7F-4976-BD81-5A481E3C6C97}" type="pres">
      <dgm:prSet presAssocID="{F5201283-93EF-447F-A309-F472B07093A2}" presName="rootConnector" presStyleLbl="node4" presStyleIdx="3" presStyleCnt="7"/>
      <dgm:spPr/>
      <dgm:t>
        <a:bodyPr/>
        <a:lstStyle/>
        <a:p>
          <a:endParaRPr lang="en-US"/>
        </a:p>
      </dgm:t>
    </dgm:pt>
    <dgm:pt modelId="{DE305E68-FDF8-463B-92BB-A6878DD5BDC6}" type="pres">
      <dgm:prSet presAssocID="{F5201283-93EF-447F-A309-F472B07093A2}" presName="hierChild4" presStyleCnt="0"/>
      <dgm:spPr/>
    </dgm:pt>
    <dgm:pt modelId="{B4483B8D-A6B6-40E7-993F-5F0092911C92}" type="pres">
      <dgm:prSet presAssocID="{F5201283-93EF-447F-A309-F472B07093A2}" presName="hierChild5" presStyleCnt="0"/>
      <dgm:spPr/>
    </dgm:pt>
    <dgm:pt modelId="{8CFA1414-EF78-4D24-A617-C85129D53A41}" type="pres">
      <dgm:prSet presAssocID="{5B3B0C40-0D58-4E88-955A-2CB9AC568B03}" presName="Name37" presStyleLbl="parChTrans1D4" presStyleIdx="4" presStyleCnt="7"/>
      <dgm:spPr/>
      <dgm:t>
        <a:bodyPr/>
        <a:lstStyle/>
        <a:p>
          <a:endParaRPr lang="en-US"/>
        </a:p>
      </dgm:t>
    </dgm:pt>
    <dgm:pt modelId="{CC361FC9-2104-4F7D-AB63-2FE66AC71898}" type="pres">
      <dgm:prSet presAssocID="{A3E3B24C-57FC-44B5-9561-A765DD321DAF}" presName="hierRoot2" presStyleCnt="0">
        <dgm:presLayoutVars>
          <dgm:hierBranch val="init"/>
        </dgm:presLayoutVars>
      </dgm:prSet>
      <dgm:spPr/>
    </dgm:pt>
    <dgm:pt modelId="{5735CEE9-57FE-476E-AA36-8049A1F34B72}" type="pres">
      <dgm:prSet presAssocID="{A3E3B24C-57FC-44B5-9561-A765DD321DAF}" presName="rootComposite" presStyleCnt="0"/>
      <dgm:spPr/>
    </dgm:pt>
    <dgm:pt modelId="{2F4B160F-529B-4874-8954-C825E6B6E84C}" type="pres">
      <dgm:prSet presAssocID="{A3E3B24C-57FC-44B5-9561-A765DD321DAF}" presName="rootText" presStyleLbl="node4" presStyleIdx="4" presStyleCnt="7">
        <dgm:presLayoutVars>
          <dgm:chPref val="3"/>
        </dgm:presLayoutVars>
      </dgm:prSet>
      <dgm:spPr/>
      <dgm:t>
        <a:bodyPr/>
        <a:lstStyle/>
        <a:p>
          <a:endParaRPr lang="en-US"/>
        </a:p>
      </dgm:t>
    </dgm:pt>
    <dgm:pt modelId="{848E958E-8B67-434B-9137-CC01EE501CA3}" type="pres">
      <dgm:prSet presAssocID="{A3E3B24C-57FC-44B5-9561-A765DD321DAF}" presName="rootConnector" presStyleLbl="node4" presStyleIdx="4" presStyleCnt="7"/>
      <dgm:spPr/>
      <dgm:t>
        <a:bodyPr/>
        <a:lstStyle/>
        <a:p>
          <a:endParaRPr lang="en-US"/>
        </a:p>
      </dgm:t>
    </dgm:pt>
    <dgm:pt modelId="{5FA3E3B9-BD31-404C-8B3F-568EC53EBE0A}" type="pres">
      <dgm:prSet presAssocID="{A3E3B24C-57FC-44B5-9561-A765DD321DAF}" presName="hierChild4" presStyleCnt="0"/>
      <dgm:spPr/>
    </dgm:pt>
    <dgm:pt modelId="{21D43AC7-8DE9-4EC0-A02C-45B005AAB5F3}" type="pres">
      <dgm:prSet presAssocID="{A3E3B24C-57FC-44B5-9561-A765DD321DAF}" presName="hierChild5" presStyleCnt="0"/>
      <dgm:spPr/>
    </dgm:pt>
    <dgm:pt modelId="{32359F1C-A9ED-4688-B4C1-9BD3856B782F}" type="pres">
      <dgm:prSet presAssocID="{37517457-F3D4-469D-AD54-FB3B857B71B2}" presName="Name37" presStyleLbl="parChTrans1D4" presStyleIdx="5" presStyleCnt="7"/>
      <dgm:spPr/>
      <dgm:t>
        <a:bodyPr/>
        <a:lstStyle/>
        <a:p>
          <a:endParaRPr lang="en-US"/>
        </a:p>
      </dgm:t>
    </dgm:pt>
    <dgm:pt modelId="{EC3859F2-C165-4F24-96E2-CF110914EF88}" type="pres">
      <dgm:prSet presAssocID="{F0DD7DD5-42DA-40A9-AF5E-4838A5773A93}" presName="hierRoot2" presStyleCnt="0">
        <dgm:presLayoutVars>
          <dgm:hierBranch val="init"/>
        </dgm:presLayoutVars>
      </dgm:prSet>
      <dgm:spPr/>
    </dgm:pt>
    <dgm:pt modelId="{1A6CC071-23A5-477B-B8DD-6078A1416AC9}" type="pres">
      <dgm:prSet presAssocID="{F0DD7DD5-42DA-40A9-AF5E-4838A5773A93}" presName="rootComposite" presStyleCnt="0"/>
      <dgm:spPr/>
    </dgm:pt>
    <dgm:pt modelId="{7C5450E3-21FF-45C9-A61A-CFD47BF3DD80}" type="pres">
      <dgm:prSet presAssocID="{F0DD7DD5-42DA-40A9-AF5E-4838A5773A93}" presName="rootText" presStyleLbl="node4" presStyleIdx="5" presStyleCnt="7">
        <dgm:presLayoutVars>
          <dgm:chPref val="3"/>
        </dgm:presLayoutVars>
      </dgm:prSet>
      <dgm:spPr/>
      <dgm:t>
        <a:bodyPr/>
        <a:lstStyle/>
        <a:p>
          <a:endParaRPr lang="en-US"/>
        </a:p>
      </dgm:t>
    </dgm:pt>
    <dgm:pt modelId="{081D8ADF-018B-4725-B3FC-00E9C7C143E1}" type="pres">
      <dgm:prSet presAssocID="{F0DD7DD5-42DA-40A9-AF5E-4838A5773A93}" presName="rootConnector" presStyleLbl="node4" presStyleIdx="5" presStyleCnt="7"/>
      <dgm:spPr/>
      <dgm:t>
        <a:bodyPr/>
        <a:lstStyle/>
        <a:p>
          <a:endParaRPr lang="en-US"/>
        </a:p>
      </dgm:t>
    </dgm:pt>
    <dgm:pt modelId="{693FCD4E-3958-4683-ACEE-FEDABAB20404}" type="pres">
      <dgm:prSet presAssocID="{F0DD7DD5-42DA-40A9-AF5E-4838A5773A93}" presName="hierChild4" presStyleCnt="0"/>
      <dgm:spPr/>
    </dgm:pt>
    <dgm:pt modelId="{908F48B5-17E9-4ABB-ABC6-14239DFF2140}" type="pres">
      <dgm:prSet presAssocID="{F0DD7DD5-42DA-40A9-AF5E-4838A5773A93}" presName="hierChild5" presStyleCnt="0"/>
      <dgm:spPr/>
    </dgm:pt>
    <dgm:pt modelId="{0E65960B-D63B-4BCA-936C-BC405B6E85B4}" type="pres">
      <dgm:prSet presAssocID="{D5CE11FC-CD51-4655-B37B-E3E123CAE67A}" presName="Name37" presStyleLbl="parChTrans1D4" presStyleIdx="6" presStyleCnt="7"/>
      <dgm:spPr/>
      <dgm:t>
        <a:bodyPr/>
        <a:lstStyle/>
        <a:p>
          <a:endParaRPr lang="en-US"/>
        </a:p>
      </dgm:t>
    </dgm:pt>
    <dgm:pt modelId="{D0669423-A56A-42C5-9159-D309B6F47183}" type="pres">
      <dgm:prSet presAssocID="{9D8F6F43-9C1B-468E-BA83-8DC93DCEAF59}" presName="hierRoot2" presStyleCnt="0">
        <dgm:presLayoutVars>
          <dgm:hierBranch val="init"/>
        </dgm:presLayoutVars>
      </dgm:prSet>
      <dgm:spPr/>
    </dgm:pt>
    <dgm:pt modelId="{229808FB-2F26-4F6E-8338-FB6B2E2A0C91}" type="pres">
      <dgm:prSet presAssocID="{9D8F6F43-9C1B-468E-BA83-8DC93DCEAF59}" presName="rootComposite" presStyleCnt="0"/>
      <dgm:spPr/>
    </dgm:pt>
    <dgm:pt modelId="{AE5D4A74-AA7A-4BF5-BD2B-D4252AA03B18}" type="pres">
      <dgm:prSet presAssocID="{9D8F6F43-9C1B-468E-BA83-8DC93DCEAF59}" presName="rootText" presStyleLbl="node4" presStyleIdx="6" presStyleCnt="7">
        <dgm:presLayoutVars>
          <dgm:chPref val="3"/>
        </dgm:presLayoutVars>
      </dgm:prSet>
      <dgm:spPr/>
      <dgm:t>
        <a:bodyPr/>
        <a:lstStyle/>
        <a:p>
          <a:endParaRPr lang="en-US"/>
        </a:p>
      </dgm:t>
    </dgm:pt>
    <dgm:pt modelId="{40D265C0-5A59-455E-9D4C-2478F69B5ECD}" type="pres">
      <dgm:prSet presAssocID="{9D8F6F43-9C1B-468E-BA83-8DC93DCEAF59}" presName="rootConnector" presStyleLbl="node4" presStyleIdx="6" presStyleCnt="7"/>
      <dgm:spPr/>
      <dgm:t>
        <a:bodyPr/>
        <a:lstStyle/>
        <a:p>
          <a:endParaRPr lang="en-US"/>
        </a:p>
      </dgm:t>
    </dgm:pt>
    <dgm:pt modelId="{A385D2B6-DFA7-4927-BD58-3987B4316BC5}" type="pres">
      <dgm:prSet presAssocID="{9D8F6F43-9C1B-468E-BA83-8DC93DCEAF59}" presName="hierChild4" presStyleCnt="0"/>
      <dgm:spPr/>
    </dgm:pt>
    <dgm:pt modelId="{20F94EF6-7B95-4689-B778-55116AB574BE}" type="pres">
      <dgm:prSet presAssocID="{9D8F6F43-9C1B-468E-BA83-8DC93DCEAF59}" presName="hierChild5" presStyleCnt="0"/>
      <dgm:spPr/>
    </dgm:pt>
    <dgm:pt modelId="{E9A486E8-3FB6-41A6-BD46-32EB689AD74B}" type="pres">
      <dgm:prSet presAssocID="{1F903EBE-540A-403B-AE13-6A09126352BD}" presName="hierChild5" presStyleCnt="0"/>
      <dgm:spPr/>
    </dgm:pt>
    <dgm:pt modelId="{3E362709-8DF5-4ED1-BE78-2D67C7F6CD59}" type="pres">
      <dgm:prSet presAssocID="{620DD3EC-BDCD-468B-B566-7FE2B848507E}" presName="hierChild5" presStyleCnt="0"/>
      <dgm:spPr/>
    </dgm:pt>
    <dgm:pt modelId="{41173D40-128D-4048-83A1-7C68DE4B0041}" type="pres">
      <dgm:prSet presAssocID="{4A0D96F5-06D9-485F-AEB5-2B27D37DA6F8}" presName="Name37" presStyleLbl="parChTrans1D2" presStyleIdx="2" presStyleCnt="4"/>
      <dgm:spPr/>
      <dgm:t>
        <a:bodyPr/>
        <a:lstStyle/>
        <a:p>
          <a:endParaRPr lang="en-US"/>
        </a:p>
      </dgm:t>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2" presStyleCnt="4" custScaleX="166646" custScaleY="107464" custLinFactNeighborX="4006" custLinFactNeighborY="12120">
        <dgm:presLayoutVars>
          <dgm:chPref val="3"/>
        </dgm:presLayoutVars>
      </dgm:prSet>
      <dgm:spPr/>
      <dgm:t>
        <a:bodyPr/>
        <a:lstStyle/>
        <a:p>
          <a:endParaRPr lang="en-US"/>
        </a:p>
      </dgm:t>
    </dgm:pt>
    <dgm:pt modelId="{BD367FDB-F21D-4007-903C-1680264363A2}" type="pres">
      <dgm:prSet presAssocID="{1CD9272D-1AC8-4166-B759-BD2460765B07}" presName="rootConnector" presStyleLbl="node2" presStyleIdx="2" presStyleCnt="4"/>
      <dgm:spPr/>
      <dgm:t>
        <a:bodyPr/>
        <a:lstStyle/>
        <a:p>
          <a:endParaRPr lang="en-US"/>
        </a:p>
      </dgm:t>
    </dgm:pt>
    <dgm:pt modelId="{89E75F9B-EF94-49CA-B184-A185FABDCC9E}" type="pres">
      <dgm:prSet presAssocID="{1CD9272D-1AC8-4166-B759-BD2460765B07}" presName="hierChild4" presStyleCnt="0"/>
      <dgm:spPr/>
    </dgm:pt>
    <dgm:pt modelId="{723E8A3D-30CC-43F6-B950-6A5B5D6CC2D7}" type="pres">
      <dgm:prSet presAssocID="{1CD9272D-1AC8-4166-B759-BD2460765B07}" presName="hierChild5" presStyleCnt="0"/>
      <dgm:spPr/>
    </dgm:pt>
    <dgm:pt modelId="{353E71C0-A296-46B8-BAB0-268BA4C59D7C}" type="pres">
      <dgm:prSet presAssocID="{662137B2-EBFF-4B77-8453-809C32C53449}" presName="Name37" presStyleLbl="parChTrans1D2" presStyleIdx="3" presStyleCnt="4"/>
      <dgm:spPr/>
      <dgm:t>
        <a:bodyPr/>
        <a:lstStyle/>
        <a:p>
          <a:endParaRPr lang="en-US"/>
        </a:p>
      </dgm:t>
    </dgm:pt>
    <dgm:pt modelId="{7C556C8E-4126-4403-8CEB-51B59AA69FCE}" type="pres">
      <dgm:prSet presAssocID="{C3C8ED6E-CB8F-46FC-86FF-49A525C7A6EC}" presName="hierRoot2" presStyleCnt="0">
        <dgm:presLayoutVars>
          <dgm:hierBranch val="init"/>
        </dgm:presLayoutVars>
      </dgm:prSet>
      <dgm:spPr/>
    </dgm:pt>
    <dgm:pt modelId="{792CB3AC-3271-4253-9453-ACCE18AB5F73}" type="pres">
      <dgm:prSet presAssocID="{C3C8ED6E-CB8F-46FC-86FF-49A525C7A6EC}" presName="rootComposite" presStyleCnt="0"/>
      <dgm:spPr/>
    </dgm:pt>
    <dgm:pt modelId="{3FE29DE7-91AC-456D-96C3-01A8723E90DD}" type="pres">
      <dgm:prSet presAssocID="{C3C8ED6E-CB8F-46FC-86FF-49A525C7A6EC}" presName="rootText" presStyleLbl="node2" presStyleIdx="3" presStyleCnt="4" custScaleX="142745" custLinFactNeighborY="12120">
        <dgm:presLayoutVars>
          <dgm:chPref val="3"/>
        </dgm:presLayoutVars>
      </dgm:prSet>
      <dgm:spPr/>
      <dgm:t>
        <a:bodyPr/>
        <a:lstStyle/>
        <a:p>
          <a:endParaRPr lang="en-US"/>
        </a:p>
      </dgm:t>
    </dgm:pt>
    <dgm:pt modelId="{13BFADD0-1160-4E94-B239-1C8F225F6CFC}" type="pres">
      <dgm:prSet presAssocID="{C3C8ED6E-CB8F-46FC-86FF-49A525C7A6EC}" presName="rootConnector" presStyleLbl="node2" presStyleIdx="3" presStyleCnt="4"/>
      <dgm:spPr/>
      <dgm:t>
        <a:bodyPr/>
        <a:lstStyle/>
        <a:p>
          <a:endParaRPr lang="en-US"/>
        </a:p>
      </dgm:t>
    </dgm:pt>
    <dgm:pt modelId="{966D70F9-F0E7-4F8D-98FE-BF1FCEA430A3}" type="pres">
      <dgm:prSet presAssocID="{C3C8ED6E-CB8F-46FC-86FF-49A525C7A6EC}" presName="hierChild4" presStyleCnt="0"/>
      <dgm:spPr/>
    </dgm:pt>
    <dgm:pt modelId="{E8D8F91E-F1A5-4F8D-ACE9-9A373AB4F602}" type="pres">
      <dgm:prSet presAssocID="{FD58BE62-9C5A-475A-8FC1-794FCC27A5B8}" presName="Name37" presStyleLbl="parChTrans1D3" presStyleIdx="4" presStyleCnt="6"/>
      <dgm:spPr/>
      <dgm:t>
        <a:bodyPr/>
        <a:lstStyle/>
        <a:p>
          <a:endParaRPr lang="en-US"/>
        </a:p>
      </dgm:t>
    </dgm:pt>
    <dgm:pt modelId="{58FFB421-4A0C-4CF3-B422-54FD25A55D00}" type="pres">
      <dgm:prSet presAssocID="{AEC44668-A4C2-4E1B-B39E-CB2888B9DE8D}" presName="hierRoot2" presStyleCnt="0">
        <dgm:presLayoutVars>
          <dgm:hierBranch val="init"/>
        </dgm:presLayoutVars>
      </dgm:prSet>
      <dgm:spPr/>
    </dgm:pt>
    <dgm:pt modelId="{491B2114-EC20-4333-BCD6-3D1DF446B531}" type="pres">
      <dgm:prSet presAssocID="{AEC44668-A4C2-4E1B-B39E-CB2888B9DE8D}" presName="rootComposite" presStyleCnt="0"/>
      <dgm:spPr/>
    </dgm:pt>
    <dgm:pt modelId="{6B6FF532-E374-4C3C-9AE6-B33C87D175C6}" type="pres">
      <dgm:prSet presAssocID="{AEC44668-A4C2-4E1B-B39E-CB2888B9DE8D}" presName="rootText" presStyleLbl="node3" presStyleIdx="4" presStyleCnt="6" custLinFactNeighborY="3462">
        <dgm:presLayoutVars>
          <dgm:chPref val="3"/>
        </dgm:presLayoutVars>
      </dgm:prSet>
      <dgm:spPr/>
      <dgm:t>
        <a:bodyPr/>
        <a:lstStyle/>
        <a:p>
          <a:endParaRPr lang="en-US"/>
        </a:p>
      </dgm:t>
    </dgm:pt>
    <dgm:pt modelId="{433EA3FF-AA33-4D7D-846D-D982629E13C8}" type="pres">
      <dgm:prSet presAssocID="{AEC44668-A4C2-4E1B-B39E-CB2888B9DE8D}" presName="rootConnector" presStyleLbl="node3" presStyleIdx="4" presStyleCnt="6"/>
      <dgm:spPr/>
      <dgm:t>
        <a:bodyPr/>
        <a:lstStyle/>
        <a:p>
          <a:endParaRPr lang="en-US"/>
        </a:p>
      </dgm:t>
    </dgm:pt>
    <dgm:pt modelId="{E1C00461-91F5-4376-B9B2-4E15AA192F5E}" type="pres">
      <dgm:prSet presAssocID="{AEC44668-A4C2-4E1B-B39E-CB2888B9DE8D}" presName="hierChild4" presStyleCnt="0"/>
      <dgm:spPr/>
    </dgm:pt>
    <dgm:pt modelId="{E28894B6-1AAF-4B15-95C4-963C07257423}" type="pres">
      <dgm:prSet presAssocID="{AEC44668-A4C2-4E1B-B39E-CB2888B9DE8D}" presName="hierChild5" presStyleCnt="0"/>
      <dgm:spPr/>
    </dgm:pt>
    <dgm:pt modelId="{A6AEC731-784C-4937-A03C-10E36E389653}" type="pres">
      <dgm:prSet presAssocID="{0CDA9BAC-3CB7-44F9-AB9A-DF858A4CAA7C}" presName="Name37" presStyleLbl="parChTrans1D3" presStyleIdx="5" presStyleCnt="6"/>
      <dgm:spPr/>
      <dgm:t>
        <a:bodyPr/>
        <a:lstStyle/>
        <a:p>
          <a:endParaRPr lang="en-US"/>
        </a:p>
      </dgm:t>
    </dgm:pt>
    <dgm:pt modelId="{81F98256-19E3-41F3-A179-5FD3C8528B93}" type="pres">
      <dgm:prSet presAssocID="{903DEEC2-0071-402D-A3B3-A8D809E329E0}" presName="hierRoot2" presStyleCnt="0">
        <dgm:presLayoutVars>
          <dgm:hierBranch val="init"/>
        </dgm:presLayoutVars>
      </dgm:prSet>
      <dgm:spPr/>
    </dgm:pt>
    <dgm:pt modelId="{7D37F3E2-9A54-4A8B-9D98-463A1E71C297}" type="pres">
      <dgm:prSet presAssocID="{903DEEC2-0071-402D-A3B3-A8D809E329E0}" presName="rootComposite" presStyleCnt="0"/>
      <dgm:spPr/>
    </dgm:pt>
    <dgm:pt modelId="{A5C492F6-2C14-4789-99A7-8336CA11E5E6}" type="pres">
      <dgm:prSet presAssocID="{903DEEC2-0071-402D-A3B3-A8D809E329E0}" presName="rootText" presStyleLbl="node3" presStyleIdx="5" presStyleCnt="6">
        <dgm:presLayoutVars>
          <dgm:chPref val="3"/>
        </dgm:presLayoutVars>
      </dgm:prSet>
      <dgm:spPr/>
      <dgm:t>
        <a:bodyPr/>
        <a:lstStyle/>
        <a:p>
          <a:endParaRPr lang="en-US"/>
        </a:p>
      </dgm:t>
    </dgm:pt>
    <dgm:pt modelId="{FFC3C1BC-4503-4220-A853-D7E64043A229}" type="pres">
      <dgm:prSet presAssocID="{903DEEC2-0071-402D-A3B3-A8D809E329E0}" presName="rootConnector" presStyleLbl="node3" presStyleIdx="5" presStyleCnt="6"/>
      <dgm:spPr/>
      <dgm:t>
        <a:bodyPr/>
        <a:lstStyle/>
        <a:p>
          <a:endParaRPr lang="en-US"/>
        </a:p>
      </dgm:t>
    </dgm:pt>
    <dgm:pt modelId="{FFC3E22D-D705-44FA-AF2F-2AB8E92ECAA1}" type="pres">
      <dgm:prSet presAssocID="{903DEEC2-0071-402D-A3B3-A8D809E329E0}" presName="hierChild4" presStyleCnt="0"/>
      <dgm:spPr/>
    </dgm:pt>
    <dgm:pt modelId="{74A2D5BC-3258-4084-9C8E-B24C3258AAF1}" type="pres">
      <dgm:prSet presAssocID="{903DEEC2-0071-402D-A3B3-A8D809E329E0}" presName="hierChild5" presStyleCnt="0"/>
      <dgm:spPr/>
    </dgm:pt>
    <dgm:pt modelId="{8C890729-6A60-4D4F-A0C4-9E3A9BF60082}" type="pres">
      <dgm:prSet presAssocID="{C3C8ED6E-CB8F-46FC-86FF-49A525C7A6EC}" presName="hierChild5" presStyleCnt="0"/>
      <dgm:spPr/>
    </dgm:pt>
    <dgm:pt modelId="{96DEF822-DC52-4FFC-82DA-389CD5B29657}" type="pres">
      <dgm:prSet presAssocID="{9E6404DC-1053-49D6-95EE-599A97C88DD3}" presName="hierChild3" presStyleCnt="0"/>
      <dgm:spPr/>
    </dgm:pt>
  </dgm:ptLst>
  <dgm:cxnLst>
    <dgm:cxn modelId="{B4271FAD-4D95-4F1B-8083-FB4B6EA21FE5}" type="presOf" srcId="{248E9311-DF61-4B0E-BD57-16AE2D707A60}" destId="{76E33A9D-9480-40FB-A4DF-EE1E2E7E401E}" srcOrd="0" destOrd="0" presId="urn:microsoft.com/office/officeart/2005/8/layout/orgChart1"/>
    <dgm:cxn modelId="{35F9027F-DB7C-4570-BEF1-3F30F91C00B7}" type="presOf" srcId="{37517457-F3D4-469D-AD54-FB3B857B71B2}" destId="{32359F1C-A9ED-4688-B4C1-9BD3856B782F}" srcOrd="0" destOrd="0" presId="urn:microsoft.com/office/officeart/2005/8/layout/orgChart1"/>
    <dgm:cxn modelId="{BA3786D3-DC03-472F-8A37-6BE3F05B095A}" srcId="{C3C8ED6E-CB8F-46FC-86FF-49A525C7A6EC}" destId="{903DEEC2-0071-402D-A3B3-A8D809E329E0}" srcOrd="1" destOrd="0" parTransId="{0CDA9BAC-3CB7-44F9-AB9A-DF858A4CAA7C}" sibTransId="{872DF1BF-6D35-4E94-AE7D-FFA4B7F570BF}"/>
    <dgm:cxn modelId="{5384FE3E-E24B-492E-BA3C-4238DC0F5262}" srcId="{9E6404DC-1053-49D6-95EE-599A97C88DD3}" destId="{C3C8ED6E-CB8F-46FC-86FF-49A525C7A6EC}" srcOrd="3" destOrd="0" parTransId="{662137B2-EBFF-4B77-8453-809C32C53449}" sibTransId="{C6E8CE1A-E4DC-479C-A139-38A9011B2C9F}"/>
    <dgm:cxn modelId="{0EEEFCE7-1869-4D28-A41C-9A729ADA95BD}" srcId="{552219B0-29E3-4A6C-90E3-BE0B83069EBC}" destId="{8690EDF4-A482-43EC-BC9F-9F008C2777C9}" srcOrd="2" destOrd="0" parTransId="{8AF0438F-F951-4AAA-94A0-76D5065E57E6}" sibTransId="{93E0B326-3674-4CD8-95D7-D201A9A11254}"/>
    <dgm:cxn modelId="{1EAD89EE-11AC-458E-AFDE-D65B78D7EF55}" type="presOf" srcId="{9286A5EC-F2A9-487D-8BF1-B96EEEFD636B}" destId="{A10B8E6A-AEE1-4C2B-8634-C515AEDBA0E5}" srcOrd="1" destOrd="0" presId="urn:microsoft.com/office/officeart/2005/8/layout/orgChart1"/>
    <dgm:cxn modelId="{E02EA1F9-1612-4512-A3FC-DB19B79AC42C}" type="presOf" srcId="{588037F0-0B1A-4D72-81EB-CAFA026AEFB7}" destId="{06A5B176-3147-4D45-9EF8-CF91B612166F}" srcOrd="0" destOrd="0" presId="urn:microsoft.com/office/officeart/2005/8/layout/orgChart1"/>
    <dgm:cxn modelId="{28E8C852-6FFC-4E8B-8C77-31900200F77E}" type="presOf" srcId="{F5201283-93EF-447F-A309-F472B07093A2}" destId="{33A969E9-6C7F-4976-BD81-5A481E3C6C97}" srcOrd="1" destOrd="0" presId="urn:microsoft.com/office/officeart/2005/8/layout/orgChart1"/>
    <dgm:cxn modelId="{CA3E85D0-7E80-49FC-B2FE-42303CCD1A30}" type="presOf" srcId="{1F903EBE-540A-403B-AE13-6A09126352BD}" destId="{B4DA07B5-29B3-4442-A69E-055EEC652BE8}" srcOrd="0" destOrd="0" presId="urn:microsoft.com/office/officeart/2005/8/layout/orgChart1"/>
    <dgm:cxn modelId="{4CF1D438-0E6E-433F-9F0A-D3A1BBAB9A1E}" type="presOf" srcId="{9D8F6F43-9C1B-468E-BA83-8DC93DCEAF59}" destId="{AE5D4A74-AA7A-4BF5-BD2B-D4252AA03B18}" srcOrd="0" destOrd="0" presId="urn:microsoft.com/office/officeart/2005/8/layout/orgChart1"/>
    <dgm:cxn modelId="{FC11EEF2-55D8-4971-ADA8-03AD3D719F52}" type="presOf" srcId="{2926F571-2AA8-4107-A880-BB9A13942C4E}" destId="{335E3D6D-A135-422D-9CEF-04605C8BD476}" srcOrd="0" destOrd="0" presId="urn:microsoft.com/office/officeart/2005/8/layout/orgChart1"/>
    <dgm:cxn modelId="{8B0D58FE-5B41-4AA3-BB00-81CB327B6A43}" type="presOf" srcId="{AEC44668-A4C2-4E1B-B39E-CB2888B9DE8D}" destId="{433EA3FF-AA33-4D7D-846D-D982629E13C8}"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8C061523-B039-40B4-B363-325DF2C9237C}" type="presOf" srcId="{1CD9272D-1AC8-4166-B759-BD2460765B07}" destId="{1FF2C928-7E62-4953-B1D7-8B0B163A6AF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853C2D01-C1BE-4049-ABC0-D7B69B9250DD}" type="presOf" srcId="{C3C8ED6E-CB8F-46FC-86FF-49A525C7A6EC}" destId="{13BFADD0-1160-4E94-B239-1C8F225F6CFC}" srcOrd="1"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21860108-7821-4322-9E4A-A8C514896B31}" type="presOf" srcId="{D5CE11FC-CD51-4655-B37B-E3E123CAE67A}" destId="{0E65960B-D63B-4BCA-936C-BC405B6E85B4}" srcOrd="0" destOrd="0" presId="urn:microsoft.com/office/officeart/2005/8/layout/orgChart1"/>
    <dgm:cxn modelId="{5956B940-0A7C-4E44-A943-4E93E211B6CC}" srcId="{1F903EBE-540A-403B-AE13-6A09126352BD}" destId="{9D8F6F43-9C1B-468E-BA83-8DC93DCEAF59}" srcOrd="3" destOrd="0" parTransId="{D5CE11FC-CD51-4655-B37B-E3E123CAE67A}" sibTransId="{1B22F658-4986-4554-AFC5-BBF2559E9716}"/>
    <dgm:cxn modelId="{3F137DBB-8D60-412B-B5BF-0078883D6656}" type="presOf" srcId="{9D8F6F43-9C1B-468E-BA83-8DC93DCEAF59}" destId="{40D265C0-5A59-455E-9D4C-2478F69B5ECD}"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F0E261ED-88BB-4FDF-A410-3711D4F68B41}" srcId="{C3C8ED6E-CB8F-46FC-86FF-49A525C7A6EC}" destId="{AEC44668-A4C2-4E1B-B39E-CB2888B9DE8D}" srcOrd="0" destOrd="0" parTransId="{FD58BE62-9C5A-475A-8FC1-794FCC27A5B8}" sibTransId="{A87416F6-CAF3-4F24-8E79-E769B7818015}"/>
    <dgm:cxn modelId="{8015824B-8A8F-4B71-A3A8-BA7DDD5DE4E4}" type="presOf" srcId="{8CCBAD41-D76E-408B-A4FD-96D8CA42088E}" destId="{A054D922-FDFA-4016-A8E9-3F9B47624963}" srcOrd="0" destOrd="0" presId="urn:microsoft.com/office/officeart/2005/8/layout/orgChart1"/>
    <dgm:cxn modelId="{DAF96833-19E0-4970-95E0-EB75D47B3B84}" type="presOf" srcId="{AEC44668-A4C2-4E1B-B39E-CB2888B9DE8D}" destId="{6B6FF532-E374-4C3C-9AE6-B33C87D175C6}" srcOrd="0" destOrd="0" presId="urn:microsoft.com/office/officeart/2005/8/layout/orgChart1"/>
    <dgm:cxn modelId="{C6049956-7336-4081-81A6-7DCD9A0A0EF0}" type="presOf" srcId="{1947618A-5736-4E7D-A7B1-0535566E666C}" destId="{3FADC6AF-5D4B-418A-9301-DABA5E048E22}" srcOrd="1" destOrd="0" presId="urn:microsoft.com/office/officeart/2005/8/layout/orgChart1"/>
    <dgm:cxn modelId="{FF44AEB0-37C7-4153-B654-EC0FAF464D80}" type="presOf" srcId="{903DEEC2-0071-402D-A3B3-A8D809E329E0}" destId="{FFC3C1BC-4503-4220-A853-D7E64043A229}"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D6EBA357-6673-4F1C-9EB6-1CAD6DD9D1AC}" srcId="{1F903EBE-540A-403B-AE13-6A09126352BD}" destId="{F0DD7DD5-42DA-40A9-AF5E-4838A5773A93}" srcOrd="2" destOrd="0" parTransId="{37517457-F3D4-469D-AD54-FB3B857B71B2}" sibTransId="{27024BD4-76F8-41DC-AE01-BAEAAEED1A9D}"/>
    <dgm:cxn modelId="{693BD65E-76E1-4F11-B1D9-20502B3C0A85}" type="presOf" srcId="{903DEEC2-0071-402D-A3B3-A8D809E329E0}" destId="{A5C492F6-2C14-4789-99A7-8336CA11E5E6}" srcOrd="0" destOrd="0" presId="urn:microsoft.com/office/officeart/2005/8/layout/orgChart1"/>
    <dgm:cxn modelId="{FA46DE42-1E66-40FC-AA69-48318297AE4A}" type="presOf" srcId="{97FE4DBF-FC68-4DB5-91B7-27D9016F5F91}" destId="{717A3F18-F03B-4079-AE6D-526343F56E28}" srcOrd="1" destOrd="0" presId="urn:microsoft.com/office/officeart/2005/8/layout/orgChart1"/>
    <dgm:cxn modelId="{5F53DFBD-0494-40B1-A5BF-F7149D131457}" type="presOf" srcId="{1F903EBE-540A-403B-AE13-6A09126352BD}" destId="{746FE1B3-37E8-4050-B0B7-5668D5D7D118}" srcOrd="1" destOrd="0" presId="urn:microsoft.com/office/officeart/2005/8/layout/orgChart1"/>
    <dgm:cxn modelId="{6B802CD7-F7F5-4DA7-B988-D341B6B19B79}" type="presOf" srcId="{4A0D96F5-06D9-485F-AEB5-2B27D37DA6F8}" destId="{41173D40-128D-4048-83A1-7C68DE4B0041}"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AD36AA7A-E908-4A09-BC45-382DC1477389}" type="presOf" srcId="{662137B2-EBFF-4B77-8453-809C32C53449}" destId="{353E71C0-A296-46B8-BAB0-268BA4C59D7C}" srcOrd="0"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3AA2732E-E1F3-4BD5-9990-5D30D82B08ED}" srcId="{620DD3EC-BDCD-468B-B566-7FE2B848507E}" destId="{1F903EBE-540A-403B-AE13-6A09126352BD}" srcOrd="1" destOrd="0" parTransId="{248E9311-DF61-4B0E-BD57-16AE2D707A60}" sibTransId="{BB52F0E9-3899-452E-BFB9-D8344A4C6147}"/>
    <dgm:cxn modelId="{564B7C42-9688-4E9D-B080-C50967661FB5}" type="presOf" srcId="{F9B7D8C5-A42F-486B-A7BB-F758A295C5FB}" destId="{08F7F929-ACE8-4774-A20A-8E4A94F553C4}" srcOrd="1" destOrd="0" presId="urn:microsoft.com/office/officeart/2005/8/layout/orgChart1"/>
    <dgm:cxn modelId="{6DB74650-571A-4EEB-A074-B28706731F75}" type="presOf" srcId="{A3E3B24C-57FC-44B5-9561-A765DD321DAF}" destId="{848E958E-8B67-434B-9137-CC01EE501CA3}" srcOrd="1" destOrd="0" presId="urn:microsoft.com/office/officeart/2005/8/layout/orgChart1"/>
    <dgm:cxn modelId="{82C6F8B9-F0E4-489F-889B-00727ABCFA44}" type="presOf" srcId="{1CD9272D-1AC8-4166-B759-BD2460765B07}" destId="{BD367FDB-F21D-4007-903C-1680264363A2}" srcOrd="1"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48FB7E41-4DCE-49A7-8A59-30799E27CFF1}" srcId="{9286A5EC-F2A9-487D-8BF1-B96EEEFD636B}" destId="{1947618A-5736-4E7D-A7B1-0535566E666C}" srcOrd="1" destOrd="0" parTransId="{3C73C88C-ADAC-4E8D-8259-4FBC3819D296}" sibTransId="{4AA8505F-D096-4A68-B858-481E0AB908C1}"/>
    <dgm:cxn modelId="{FEA1DDA7-8119-4C61-B3BB-5345BF895EBA}" srcId="{552219B0-29E3-4A6C-90E3-BE0B83069EBC}" destId="{97FE4DBF-FC68-4DB5-91B7-27D9016F5F91}" srcOrd="0" destOrd="0" parTransId="{8CCBAD41-D76E-408B-A4FD-96D8CA42088E}" sibTransId="{C675E828-0934-43C2-89FF-C40948F5E635}"/>
    <dgm:cxn modelId="{4A632322-8CDE-40BA-8CD7-3B7B04AF9887}" type="presOf" srcId="{0CDA9BAC-3CB7-44F9-AB9A-DF858A4CAA7C}" destId="{A6AEC731-784C-4937-A03C-10E36E389653}" srcOrd="0" destOrd="0" presId="urn:microsoft.com/office/officeart/2005/8/layout/orgChart1"/>
    <dgm:cxn modelId="{00D4CFFB-6385-4E86-89EB-31566499EF74}" type="presOf" srcId="{6FF31BEE-1ADC-4286-A423-A6B05E791C1E}" destId="{D126D19F-5B41-45F1-AFE2-DAC2B0A5CE49}" srcOrd="0" destOrd="0" presId="urn:microsoft.com/office/officeart/2005/8/layout/orgChart1"/>
    <dgm:cxn modelId="{29F8BEBE-F504-4672-859D-7A6EC1DD0072}" srcId="{552219B0-29E3-4A6C-90E3-BE0B83069EBC}" destId="{F9B7D8C5-A42F-486B-A7BB-F758A295C5FB}" srcOrd="1" destOrd="0" parTransId="{2926F571-2AA8-4107-A880-BB9A13942C4E}" sibTransId="{7711B471-CED3-4980-AB2A-97241544139D}"/>
    <dgm:cxn modelId="{07AB8472-A651-48C8-9CF2-00815F444309}" type="presOf" srcId="{9E6404DC-1053-49D6-95EE-599A97C88DD3}" destId="{0F3C8968-31FF-46A5-BCB3-A2E771257413}" srcOrd="0" destOrd="0" presId="urn:microsoft.com/office/officeart/2005/8/layout/orgChart1"/>
    <dgm:cxn modelId="{4832F3D2-BDB7-49D5-BB9B-4C6DA1455B6F}" type="presOf" srcId="{8690EDF4-A482-43EC-BC9F-9F008C2777C9}" destId="{37C577A4-BF3F-4ADF-B692-1E2A294079ED}" srcOrd="1" destOrd="0" presId="urn:microsoft.com/office/officeart/2005/8/layout/orgChart1"/>
    <dgm:cxn modelId="{D52D8540-EF12-4FD8-B9DA-A70588005771}" type="presOf" srcId="{5B3B0C40-0D58-4E88-955A-2CB9AC568B03}" destId="{8CFA1414-EF78-4D24-A617-C85129D53A41}" srcOrd="0" destOrd="0" presId="urn:microsoft.com/office/officeart/2005/8/layout/orgChart1"/>
    <dgm:cxn modelId="{0A631A19-EE41-4123-A3C7-B13BE8778576}" type="presOf" srcId="{C3C8ED6E-CB8F-46FC-86FF-49A525C7A6EC}" destId="{3FE29DE7-91AC-456D-96C3-01A8723E90DD}" srcOrd="0" destOrd="0" presId="urn:microsoft.com/office/officeart/2005/8/layout/orgChart1"/>
    <dgm:cxn modelId="{F3742F0D-28B1-4F98-BA44-D2804DF0FF11}" type="presOf" srcId="{F0DD7DD5-42DA-40A9-AF5E-4838A5773A93}" destId="{7C5450E3-21FF-45C9-A61A-CFD47BF3DD80}" srcOrd="0" destOrd="0" presId="urn:microsoft.com/office/officeart/2005/8/layout/orgChart1"/>
    <dgm:cxn modelId="{35BA6A19-C82C-4D32-8D6F-0E90A0267519}" type="presOf" srcId="{F142DEDA-3202-4A6E-A872-744A36211997}" destId="{28A90088-1D74-4647-BC3B-F17F2E584608}" srcOrd="0" destOrd="0" presId="urn:microsoft.com/office/officeart/2005/8/layout/orgChart1"/>
    <dgm:cxn modelId="{D8E20384-3E2B-41A1-9D35-EF33CBDD824D}" type="presOf" srcId="{F9B7D8C5-A42F-486B-A7BB-F758A295C5FB}" destId="{68E6DF8D-BB33-4CD7-AD44-C084E5003464}" srcOrd="0" destOrd="0" presId="urn:microsoft.com/office/officeart/2005/8/layout/orgChart1"/>
    <dgm:cxn modelId="{6A59BC43-6FD0-463A-9B6A-96E89CA9E8E7}" srcId="{1F903EBE-540A-403B-AE13-6A09126352BD}" destId="{A3E3B24C-57FC-44B5-9561-A765DD321DAF}" srcOrd="1" destOrd="0" parTransId="{5B3B0C40-0D58-4E88-955A-2CB9AC568B03}" sibTransId="{F746623A-CAB4-45D5-84E3-9687B39E051C}"/>
    <dgm:cxn modelId="{FB87CBE7-A783-49FA-9FDC-C388EA88CADE}" type="presOf" srcId="{F142DEDA-3202-4A6E-A872-744A36211997}" destId="{D62CADF8-24AE-4E16-B362-DFB8C42A8D00}" srcOrd="1" destOrd="0" presId="urn:microsoft.com/office/officeart/2005/8/layout/orgChart1"/>
    <dgm:cxn modelId="{2A7A2E8B-4E91-4769-93B9-65EF55884A61}" type="presOf" srcId="{1947618A-5736-4E7D-A7B1-0535566E666C}" destId="{EF3A83E1-5846-4AE9-8B47-6582C37CA326}" srcOrd="0" destOrd="0" presId="urn:microsoft.com/office/officeart/2005/8/layout/orgChart1"/>
    <dgm:cxn modelId="{B34837BD-08F4-4E98-9DF7-CF2258095AC2}" type="presOf" srcId="{F5201283-93EF-447F-A309-F472B07093A2}" destId="{6799B363-9D98-4604-A4A4-E9389563C283}"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9752C8B1-4851-486E-8BD3-4D299AC170C5}" type="presOf" srcId="{620DD3EC-BDCD-468B-B566-7FE2B848507E}" destId="{02B28F85-DE51-42FF-859E-1DD3A478F426}" srcOrd="0" destOrd="0" presId="urn:microsoft.com/office/officeart/2005/8/layout/orgChart1"/>
    <dgm:cxn modelId="{EEDD1D35-51A4-4EFC-BEC5-0B8F238E57D2}" srcId="{9286A5EC-F2A9-487D-8BF1-B96EEEFD636B}" destId="{F142DEDA-3202-4A6E-A872-744A36211997}" srcOrd="0" destOrd="0" parTransId="{588037F0-0B1A-4D72-81EB-CAFA026AEFB7}" sibTransId="{90D5C085-E7FD-409C-B728-A036C61691D1}"/>
    <dgm:cxn modelId="{D5DED77E-36FB-4C78-803A-152F67821B46}" srcId="{1F903EBE-540A-403B-AE13-6A09126352BD}" destId="{F5201283-93EF-447F-A309-F472B07093A2}" srcOrd="0" destOrd="0" parTransId="{6FF31BEE-1ADC-4286-A423-A6B05E791C1E}" sibTransId="{E00E07D9-E0E0-4290-A222-1755EA4D3C07}"/>
    <dgm:cxn modelId="{5BF2FA10-9BFA-43CB-B8E4-120AE225ADD7}" type="presOf" srcId="{8AF0438F-F951-4AAA-94A0-76D5065E57E6}" destId="{5C90F081-1725-4518-AFF5-00E9BD365D08}" srcOrd="0" destOrd="0" presId="urn:microsoft.com/office/officeart/2005/8/layout/orgChart1"/>
    <dgm:cxn modelId="{0889C6DA-DE3D-4EEE-8208-B33A7D302002}" type="presOf" srcId="{3C73C88C-ADAC-4E8D-8259-4FBC3819D296}" destId="{22A06763-7CD0-41E0-8047-44C9999C84AA}" srcOrd="0" destOrd="0" presId="urn:microsoft.com/office/officeart/2005/8/layout/orgChart1"/>
    <dgm:cxn modelId="{B1591C09-7513-49EA-B6E9-67FA7E0A5C0F}" type="presOf" srcId="{97FE4DBF-FC68-4DB5-91B7-27D9016F5F91}" destId="{A38FEF16-A8FD-4584-9ACA-99F20FFA0806}" srcOrd="0" destOrd="0" presId="urn:microsoft.com/office/officeart/2005/8/layout/orgChart1"/>
    <dgm:cxn modelId="{3FC3CB07-C21E-4703-BAE2-BF2AF6EFFB3D}" type="presOf" srcId="{8690EDF4-A482-43EC-BC9F-9F008C2777C9}" destId="{168B3CEB-9E35-46D7-B338-71F832127F39}" srcOrd="0" destOrd="0" presId="urn:microsoft.com/office/officeart/2005/8/layout/orgChart1"/>
    <dgm:cxn modelId="{5B08061B-4327-4D77-AFD4-35476325C3A0}" type="presOf" srcId="{FD58BE62-9C5A-475A-8FC1-794FCC27A5B8}" destId="{E8D8F91E-F1A5-4F8D-ACE9-9A373AB4F602}"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71745D9E-E3F7-4D34-86DF-350CACF21783}" type="presOf" srcId="{A3E3B24C-57FC-44B5-9561-A765DD321DAF}" destId="{2F4B160F-529B-4874-8954-C825E6B6E84C}" srcOrd="0" destOrd="0" presId="urn:microsoft.com/office/officeart/2005/8/layout/orgChart1"/>
    <dgm:cxn modelId="{B6B5D39C-9D79-412A-AD91-77AB07BE50C9}" type="presOf" srcId="{F0DD7DD5-42DA-40A9-AF5E-4838A5773A93}" destId="{081D8ADF-018B-4725-B3FC-00E9C7C143E1}" srcOrd="1" destOrd="0" presId="urn:microsoft.com/office/officeart/2005/8/layout/orgChart1"/>
    <dgm:cxn modelId="{72609910-D3BA-48BD-A7DA-80D91E1FA6B6}" srcId="{9E6404DC-1053-49D6-95EE-599A97C88DD3}" destId="{1CD9272D-1AC8-4166-B759-BD2460765B07}" srcOrd="2" destOrd="0" parTransId="{4A0D96F5-06D9-485F-AEB5-2B27D37DA6F8}" sibTransId="{8DC6733E-1600-4C4F-9D0D-BA8273CB5ECB}"/>
    <dgm:cxn modelId="{7506067E-541A-4A3A-B687-F79671A6EB44}" type="presOf" srcId="{D723B879-676C-4614-8859-D09DEFF2A3B3}" destId="{8BF33A23-B9E7-4732-917C-5D66B726362F}"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7495CB3-FF0D-437B-A75F-D818BF677556}" type="presParOf" srcId="{C9264EDA-91B6-4FAE-AFE6-AFC29BE66386}" destId="{06A5B176-3147-4D45-9EF8-CF91B612166F}" srcOrd="0" destOrd="0" presId="urn:microsoft.com/office/officeart/2005/8/layout/orgChart1"/>
    <dgm:cxn modelId="{41338C89-1E6D-49CB-AA27-377383737EC7}" type="presParOf" srcId="{C9264EDA-91B6-4FAE-AFE6-AFC29BE66386}" destId="{A1823CA7-FCBA-4115-A337-66BE02B03547}" srcOrd="1" destOrd="0" presId="urn:microsoft.com/office/officeart/2005/8/layout/orgChart1"/>
    <dgm:cxn modelId="{CA65C1DA-4730-4949-B129-ECBC45F854A2}" type="presParOf" srcId="{A1823CA7-FCBA-4115-A337-66BE02B03547}" destId="{80E2B167-EDC3-4945-9077-5283EEF70EE4}" srcOrd="0" destOrd="0" presId="urn:microsoft.com/office/officeart/2005/8/layout/orgChart1"/>
    <dgm:cxn modelId="{04FAEB99-2DE4-4EA9-A7A2-78ABF19A7527}" type="presParOf" srcId="{80E2B167-EDC3-4945-9077-5283EEF70EE4}" destId="{28A90088-1D74-4647-BC3B-F17F2E584608}" srcOrd="0" destOrd="0" presId="urn:microsoft.com/office/officeart/2005/8/layout/orgChart1"/>
    <dgm:cxn modelId="{A4952F88-F6B7-489A-9049-87D4F65F9DBC}" type="presParOf" srcId="{80E2B167-EDC3-4945-9077-5283EEF70EE4}" destId="{D62CADF8-24AE-4E16-B362-DFB8C42A8D00}" srcOrd="1" destOrd="0" presId="urn:microsoft.com/office/officeart/2005/8/layout/orgChart1"/>
    <dgm:cxn modelId="{9143A6CF-7648-4C1D-9813-A5ACFD9FA4A5}" type="presParOf" srcId="{A1823CA7-FCBA-4115-A337-66BE02B03547}" destId="{D2D25354-BC15-441D-9C43-4E22F84DF7E3}" srcOrd="1" destOrd="0" presId="urn:microsoft.com/office/officeart/2005/8/layout/orgChart1"/>
    <dgm:cxn modelId="{70289677-024D-4C85-A511-A5EEA95E9AE4}" type="presParOf" srcId="{A1823CA7-FCBA-4115-A337-66BE02B03547}" destId="{42C6C630-1192-4F5E-B919-40B53C299E86}" srcOrd="2" destOrd="0" presId="urn:microsoft.com/office/officeart/2005/8/layout/orgChart1"/>
    <dgm:cxn modelId="{0213BD88-CC4A-423F-B2CA-EC0EB11F5F5E}" type="presParOf" srcId="{C9264EDA-91B6-4FAE-AFE6-AFC29BE66386}" destId="{22A06763-7CD0-41E0-8047-44C9999C84AA}" srcOrd="2" destOrd="0" presId="urn:microsoft.com/office/officeart/2005/8/layout/orgChart1"/>
    <dgm:cxn modelId="{AAFCFB26-61CE-45AA-8DA7-BE3C44890855}" type="presParOf" srcId="{C9264EDA-91B6-4FAE-AFE6-AFC29BE66386}" destId="{EBCD387B-99F5-420E-AC68-BB5DDA55274F}" srcOrd="3" destOrd="0" presId="urn:microsoft.com/office/officeart/2005/8/layout/orgChart1"/>
    <dgm:cxn modelId="{4B7EA589-DE0F-4FF9-A09D-C14F9966DCC3}" type="presParOf" srcId="{EBCD387B-99F5-420E-AC68-BB5DDA55274F}" destId="{1FCE71FC-8197-4D43-AEA9-42AE00FBE624}" srcOrd="0" destOrd="0" presId="urn:microsoft.com/office/officeart/2005/8/layout/orgChart1"/>
    <dgm:cxn modelId="{5EBD661D-FFB5-4F13-8C2A-B9576821D9D8}" type="presParOf" srcId="{1FCE71FC-8197-4D43-AEA9-42AE00FBE624}" destId="{EF3A83E1-5846-4AE9-8B47-6582C37CA326}" srcOrd="0" destOrd="0" presId="urn:microsoft.com/office/officeart/2005/8/layout/orgChart1"/>
    <dgm:cxn modelId="{BC151465-B34A-4D30-9F19-902583914513}" type="presParOf" srcId="{1FCE71FC-8197-4D43-AEA9-42AE00FBE624}" destId="{3FADC6AF-5D4B-418A-9301-DABA5E048E22}" srcOrd="1" destOrd="0" presId="urn:microsoft.com/office/officeart/2005/8/layout/orgChart1"/>
    <dgm:cxn modelId="{E0E7DC59-395E-46D7-986C-9986C927AB0B}" type="presParOf" srcId="{EBCD387B-99F5-420E-AC68-BB5DDA55274F}" destId="{AC56E703-D854-4DBA-8A21-3B81398E67CB}" srcOrd="1" destOrd="0" presId="urn:microsoft.com/office/officeart/2005/8/layout/orgChart1"/>
    <dgm:cxn modelId="{EF9B5A66-E7F9-4885-95D7-3B62711ABF10}" type="presParOf" srcId="{EBCD387B-99F5-420E-AC68-BB5DDA55274F}" destId="{578E88AA-3D50-4523-B7AE-4BD9067055A6}"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56A18320-C243-4362-B524-96275A97EDFE}" type="presParOf" srcId="{131D6045-90D5-4A9B-AF7A-E47E958A6183}" destId="{A054D922-FDFA-4016-A8E9-3F9B47624963}" srcOrd="0" destOrd="0" presId="urn:microsoft.com/office/officeart/2005/8/layout/orgChart1"/>
    <dgm:cxn modelId="{2B4D561A-BDC5-4000-9736-7DC51DA8994C}" type="presParOf" srcId="{131D6045-90D5-4A9B-AF7A-E47E958A6183}" destId="{E72B2364-08A7-4AD4-9AF2-FB08E2A76FB2}" srcOrd="1" destOrd="0" presId="urn:microsoft.com/office/officeart/2005/8/layout/orgChart1"/>
    <dgm:cxn modelId="{9253778B-9CFD-4D54-A49F-7072AEEFB02C}" type="presParOf" srcId="{E72B2364-08A7-4AD4-9AF2-FB08E2A76FB2}" destId="{D84F1A8C-5488-499F-8203-82B75911DC30}" srcOrd="0" destOrd="0" presId="urn:microsoft.com/office/officeart/2005/8/layout/orgChart1"/>
    <dgm:cxn modelId="{81F44374-DD1B-4983-9277-3A81B923F79D}" type="presParOf" srcId="{D84F1A8C-5488-499F-8203-82B75911DC30}" destId="{A38FEF16-A8FD-4584-9ACA-99F20FFA0806}" srcOrd="0" destOrd="0" presId="urn:microsoft.com/office/officeart/2005/8/layout/orgChart1"/>
    <dgm:cxn modelId="{F0C0A7FE-F8ED-4237-AFBE-5D2933ECEC12}" type="presParOf" srcId="{D84F1A8C-5488-499F-8203-82B75911DC30}" destId="{717A3F18-F03B-4079-AE6D-526343F56E28}" srcOrd="1" destOrd="0" presId="urn:microsoft.com/office/officeart/2005/8/layout/orgChart1"/>
    <dgm:cxn modelId="{B171F813-7A0B-43BE-8CC6-A9010EC4C8E0}" type="presParOf" srcId="{E72B2364-08A7-4AD4-9AF2-FB08E2A76FB2}" destId="{D0E76F07-A128-46B4-9322-D6E0958C1FEE}" srcOrd="1" destOrd="0" presId="urn:microsoft.com/office/officeart/2005/8/layout/orgChart1"/>
    <dgm:cxn modelId="{EA8EB603-1E88-472B-B7BD-152D164C1056}" type="presParOf" srcId="{E72B2364-08A7-4AD4-9AF2-FB08E2A76FB2}" destId="{E7B65BD2-D681-44AC-BD36-DE59EC9D419D}" srcOrd="2" destOrd="0" presId="urn:microsoft.com/office/officeart/2005/8/layout/orgChart1"/>
    <dgm:cxn modelId="{185EA383-7C32-4FAD-8AA2-7FA98B4D8BE4}" type="presParOf" srcId="{131D6045-90D5-4A9B-AF7A-E47E958A6183}" destId="{335E3D6D-A135-422D-9CEF-04605C8BD476}" srcOrd="2" destOrd="0" presId="urn:microsoft.com/office/officeart/2005/8/layout/orgChart1"/>
    <dgm:cxn modelId="{67750CE2-6450-465D-9358-FBAE4517A1E6}" type="presParOf" srcId="{131D6045-90D5-4A9B-AF7A-E47E958A6183}" destId="{9052294D-864D-453C-8E8D-A9EBBE02CECC}" srcOrd="3" destOrd="0" presId="urn:microsoft.com/office/officeart/2005/8/layout/orgChart1"/>
    <dgm:cxn modelId="{5D081E22-B4B9-428D-9FBC-45D9F34AB750}" type="presParOf" srcId="{9052294D-864D-453C-8E8D-A9EBBE02CECC}" destId="{F5C6269A-07E6-463F-BDD6-B26A2059E256}" srcOrd="0" destOrd="0" presId="urn:microsoft.com/office/officeart/2005/8/layout/orgChart1"/>
    <dgm:cxn modelId="{C031E82B-74EB-4C67-AA41-598861F5CFD5}" type="presParOf" srcId="{F5C6269A-07E6-463F-BDD6-B26A2059E256}" destId="{68E6DF8D-BB33-4CD7-AD44-C084E5003464}" srcOrd="0" destOrd="0" presId="urn:microsoft.com/office/officeart/2005/8/layout/orgChart1"/>
    <dgm:cxn modelId="{7ED91019-C907-4B22-A8DD-BFFA54C1D9F6}" type="presParOf" srcId="{F5C6269A-07E6-463F-BDD6-B26A2059E256}" destId="{08F7F929-ACE8-4774-A20A-8E4A94F553C4}" srcOrd="1" destOrd="0" presId="urn:microsoft.com/office/officeart/2005/8/layout/orgChart1"/>
    <dgm:cxn modelId="{07CAE5A5-37F3-4696-866B-CC295C89C802}" type="presParOf" srcId="{9052294D-864D-453C-8E8D-A9EBBE02CECC}" destId="{E5F1FE06-7DBD-43A0-A97A-B0B789DA3829}" srcOrd="1" destOrd="0" presId="urn:microsoft.com/office/officeart/2005/8/layout/orgChart1"/>
    <dgm:cxn modelId="{CE86FB99-E1A0-43F3-941B-5504F0231497}" type="presParOf" srcId="{9052294D-864D-453C-8E8D-A9EBBE02CECC}" destId="{A6D66AD8-710E-49C2-B0B7-A4AE6C80DB1D}" srcOrd="2" destOrd="0" presId="urn:microsoft.com/office/officeart/2005/8/layout/orgChart1"/>
    <dgm:cxn modelId="{1C4FBC56-D19A-40DE-A9EB-5EDD4300FB54}" type="presParOf" srcId="{131D6045-90D5-4A9B-AF7A-E47E958A6183}" destId="{5C90F081-1725-4518-AFF5-00E9BD365D08}" srcOrd="4" destOrd="0" presId="urn:microsoft.com/office/officeart/2005/8/layout/orgChart1"/>
    <dgm:cxn modelId="{C1AA807C-41D2-4317-9611-EC4C71A370DF}" type="presParOf" srcId="{131D6045-90D5-4A9B-AF7A-E47E958A6183}" destId="{762A243F-A060-4C68-8576-E969512BD0D7}" srcOrd="5" destOrd="0" presId="urn:microsoft.com/office/officeart/2005/8/layout/orgChart1"/>
    <dgm:cxn modelId="{A8B4EC68-908F-4212-BD9C-97470F2219D0}" type="presParOf" srcId="{762A243F-A060-4C68-8576-E969512BD0D7}" destId="{5E74D4A1-F224-4CDC-9900-C55CDAF92800}" srcOrd="0" destOrd="0" presId="urn:microsoft.com/office/officeart/2005/8/layout/orgChart1"/>
    <dgm:cxn modelId="{471634BA-DA4D-4869-B52E-95D5321342F8}" type="presParOf" srcId="{5E74D4A1-F224-4CDC-9900-C55CDAF92800}" destId="{168B3CEB-9E35-46D7-B338-71F832127F39}" srcOrd="0" destOrd="0" presId="urn:microsoft.com/office/officeart/2005/8/layout/orgChart1"/>
    <dgm:cxn modelId="{F0B94ED8-6869-4BB5-A93E-13D6D4F730D2}" type="presParOf" srcId="{5E74D4A1-F224-4CDC-9900-C55CDAF92800}" destId="{37C577A4-BF3F-4ADF-B692-1E2A294079ED}" srcOrd="1" destOrd="0" presId="urn:microsoft.com/office/officeart/2005/8/layout/orgChart1"/>
    <dgm:cxn modelId="{6DF37A85-AA30-4F7D-91AE-7A589188F0C6}" type="presParOf" srcId="{762A243F-A060-4C68-8576-E969512BD0D7}" destId="{8D3215E6-A7CB-40FD-BD7D-B17DD43A308E}" srcOrd="1" destOrd="0" presId="urn:microsoft.com/office/officeart/2005/8/layout/orgChart1"/>
    <dgm:cxn modelId="{5552AEED-76C0-4887-8ED7-1A14868473A9}" type="presParOf" srcId="{762A243F-A060-4C68-8576-E969512BD0D7}" destId="{28C3C44D-1FFD-447B-B9AF-64ACACEAA2D1}" srcOrd="2"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F726381-6169-4801-ADC2-836689F4AD83}" type="presParOf" srcId="{CA531930-87B7-4E2B-AA93-B0ECAA52CC09}" destId="{D126D19F-5B41-45F1-AFE2-DAC2B0A5CE49}" srcOrd="0" destOrd="0" presId="urn:microsoft.com/office/officeart/2005/8/layout/orgChart1"/>
    <dgm:cxn modelId="{7784F56A-23D3-45B4-BF13-6CB1264C424E}" type="presParOf" srcId="{CA531930-87B7-4E2B-AA93-B0ECAA52CC09}" destId="{B07CF127-9E5B-4CAC-9D34-393C8C308966}" srcOrd="1" destOrd="0" presId="urn:microsoft.com/office/officeart/2005/8/layout/orgChart1"/>
    <dgm:cxn modelId="{8E65FCDE-AF67-4159-89B5-5A7C3C77A17C}" type="presParOf" srcId="{B07CF127-9E5B-4CAC-9D34-393C8C308966}" destId="{C6C04622-DEA1-4FF2-B5FD-1F2E5A556D87}" srcOrd="0" destOrd="0" presId="urn:microsoft.com/office/officeart/2005/8/layout/orgChart1"/>
    <dgm:cxn modelId="{E638EEAD-3400-4139-96A1-1A0328AC7B05}" type="presParOf" srcId="{C6C04622-DEA1-4FF2-B5FD-1F2E5A556D87}" destId="{6799B363-9D98-4604-A4A4-E9389563C283}" srcOrd="0" destOrd="0" presId="urn:microsoft.com/office/officeart/2005/8/layout/orgChart1"/>
    <dgm:cxn modelId="{66A4C699-1016-40BB-9099-6923D351203C}" type="presParOf" srcId="{C6C04622-DEA1-4FF2-B5FD-1F2E5A556D87}" destId="{33A969E9-6C7F-4976-BD81-5A481E3C6C97}" srcOrd="1" destOrd="0" presId="urn:microsoft.com/office/officeart/2005/8/layout/orgChart1"/>
    <dgm:cxn modelId="{84D62FB8-2351-4C8B-903E-2D4B2B1A15CB}" type="presParOf" srcId="{B07CF127-9E5B-4CAC-9D34-393C8C308966}" destId="{DE305E68-FDF8-463B-92BB-A6878DD5BDC6}" srcOrd="1" destOrd="0" presId="urn:microsoft.com/office/officeart/2005/8/layout/orgChart1"/>
    <dgm:cxn modelId="{03391174-4285-45B3-A58B-D491CA7FAE6D}" type="presParOf" srcId="{B07CF127-9E5B-4CAC-9D34-393C8C308966}" destId="{B4483B8D-A6B6-40E7-993F-5F0092911C92}" srcOrd="2" destOrd="0" presId="urn:microsoft.com/office/officeart/2005/8/layout/orgChart1"/>
    <dgm:cxn modelId="{556A0F85-F3D8-4002-B90F-EAB59A6919BD}" type="presParOf" srcId="{CA531930-87B7-4E2B-AA93-B0ECAA52CC09}" destId="{8CFA1414-EF78-4D24-A617-C85129D53A41}" srcOrd="2" destOrd="0" presId="urn:microsoft.com/office/officeart/2005/8/layout/orgChart1"/>
    <dgm:cxn modelId="{53DFEB62-B257-4A41-B8F3-06597777E5C2}" type="presParOf" srcId="{CA531930-87B7-4E2B-AA93-B0ECAA52CC09}" destId="{CC361FC9-2104-4F7D-AB63-2FE66AC71898}" srcOrd="3" destOrd="0" presId="urn:microsoft.com/office/officeart/2005/8/layout/orgChart1"/>
    <dgm:cxn modelId="{CB7EAF99-47B7-417C-BDEC-C8B0A5B17A95}" type="presParOf" srcId="{CC361FC9-2104-4F7D-AB63-2FE66AC71898}" destId="{5735CEE9-57FE-476E-AA36-8049A1F34B72}" srcOrd="0" destOrd="0" presId="urn:microsoft.com/office/officeart/2005/8/layout/orgChart1"/>
    <dgm:cxn modelId="{64DB424B-4399-46A6-9CF3-1C1D88307FDD}" type="presParOf" srcId="{5735CEE9-57FE-476E-AA36-8049A1F34B72}" destId="{2F4B160F-529B-4874-8954-C825E6B6E84C}" srcOrd="0" destOrd="0" presId="urn:microsoft.com/office/officeart/2005/8/layout/orgChart1"/>
    <dgm:cxn modelId="{6A00E762-A362-476D-8770-D988135CDAAF}" type="presParOf" srcId="{5735CEE9-57FE-476E-AA36-8049A1F34B72}" destId="{848E958E-8B67-434B-9137-CC01EE501CA3}" srcOrd="1" destOrd="0" presId="urn:microsoft.com/office/officeart/2005/8/layout/orgChart1"/>
    <dgm:cxn modelId="{1B9AB877-CEDB-4EAC-8F1F-BC721039F596}" type="presParOf" srcId="{CC361FC9-2104-4F7D-AB63-2FE66AC71898}" destId="{5FA3E3B9-BD31-404C-8B3F-568EC53EBE0A}" srcOrd="1" destOrd="0" presId="urn:microsoft.com/office/officeart/2005/8/layout/orgChart1"/>
    <dgm:cxn modelId="{AAF128C1-4539-4C6B-ACE4-52F5AA04C391}" type="presParOf" srcId="{CC361FC9-2104-4F7D-AB63-2FE66AC71898}" destId="{21D43AC7-8DE9-4EC0-A02C-45B005AAB5F3}" srcOrd="2" destOrd="0" presId="urn:microsoft.com/office/officeart/2005/8/layout/orgChart1"/>
    <dgm:cxn modelId="{FB31BE17-9E89-404A-8382-9B3210EABC49}" type="presParOf" srcId="{CA531930-87B7-4E2B-AA93-B0ECAA52CC09}" destId="{32359F1C-A9ED-4688-B4C1-9BD3856B782F}" srcOrd="4" destOrd="0" presId="urn:microsoft.com/office/officeart/2005/8/layout/orgChart1"/>
    <dgm:cxn modelId="{93929B2E-E03E-46AD-B1C2-A04EAD895FB5}" type="presParOf" srcId="{CA531930-87B7-4E2B-AA93-B0ECAA52CC09}" destId="{EC3859F2-C165-4F24-96E2-CF110914EF88}" srcOrd="5" destOrd="0" presId="urn:microsoft.com/office/officeart/2005/8/layout/orgChart1"/>
    <dgm:cxn modelId="{F95FF8AE-F758-48DB-B53D-AE6DCD89E904}" type="presParOf" srcId="{EC3859F2-C165-4F24-96E2-CF110914EF88}" destId="{1A6CC071-23A5-477B-B8DD-6078A1416AC9}" srcOrd="0" destOrd="0" presId="urn:microsoft.com/office/officeart/2005/8/layout/orgChart1"/>
    <dgm:cxn modelId="{477A6539-86C8-407C-AF25-C223B0B6B179}" type="presParOf" srcId="{1A6CC071-23A5-477B-B8DD-6078A1416AC9}" destId="{7C5450E3-21FF-45C9-A61A-CFD47BF3DD80}" srcOrd="0" destOrd="0" presId="urn:microsoft.com/office/officeart/2005/8/layout/orgChart1"/>
    <dgm:cxn modelId="{C905B4E4-3609-4E4F-AA3E-05557CF87143}" type="presParOf" srcId="{1A6CC071-23A5-477B-B8DD-6078A1416AC9}" destId="{081D8ADF-018B-4725-B3FC-00E9C7C143E1}" srcOrd="1" destOrd="0" presId="urn:microsoft.com/office/officeart/2005/8/layout/orgChart1"/>
    <dgm:cxn modelId="{16E46FA7-109A-4537-B59F-FD90947D7A1F}" type="presParOf" srcId="{EC3859F2-C165-4F24-96E2-CF110914EF88}" destId="{693FCD4E-3958-4683-ACEE-FEDABAB20404}" srcOrd="1" destOrd="0" presId="urn:microsoft.com/office/officeart/2005/8/layout/orgChart1"/>
    <dgm:cxn modelId="{4843BCCB-0E65-4A29-8C79-4E0BA4C16A83}" type="presParOf" srcId="{EC3859F2-C165-4F24-96E2-CF110914EF88}" destId="{908F48B5-17E9-4ABB-ABC6-14239DFF2140}" srcOrd="2" destOrd="0" presId="urn:microsoft.com/office/officeart/2005/8/layout/orgChart1"/>
    <dgm:cxn modelId="{78151A7A-47F3-4E65-8FEF-503EB5D8EC05}" type="presParOf" srcId="{CA531930-87B7-4E2B-AA93-B0ECAA52CC09}" destId="{0E65960B-D63B-4BCA-936C-BC405B6E85B4}" srcOrd="6" destOrd="0" presId="urn:microsoft.com/office/officeart/2005/8/layout/orgChart1"/>
    <dgm:cxn modelId="{0F9FADE3-8D86-47EF-8110-EF2001EE8027}" type="presParOf" srcId="{CA531930-87B7-4E2B-AA93-B0ECAA52CC09}" destId="{D0669423-A56A-42C5-9159-D309B6F47183}" srcOrd="7" destOrd="0" presId="urn:microsoft.com/office/officeart/2005/8/layout/orgChart1"/>
    <dgm:cxn modelId="{51456D1E-C097-4868-BBFD-3DE9CF4F4D11}" type="presParOf" srcId="{D0669423-A56A-42C5-9159-D309B6F47183}" destId="{229808FB-2F26-4F6E-8338-FB6B2E2A0C91}" srcOrd="0" destOrd="0" presId="urn:microsoft.com/office/officeart/2005/8/layout/orgChart1"/>
    <dgm:cxn modelId="{9A91A164-72AF-44EF-B21D-D097E93F5C61}" type="presParOf" srcId="{229808FB-2F26-4F6E-8338-FB6B2E2A0C91}" destId="{AE5D4A74-AA7A-4BF5-BD2B-D4252AA03B18}" srcOrd="0" destOrd="0" presId="urn:microsoft.com/office/officeart/2005/8/layout/orgChart1"/>
    <dgm:cxn modelId="{911998D6-A386-44C9-8FE2-643A095613B7}" type="presParOf" srcId="{229808FB-2F26-4F6E-8338-FB6B2E2A0C91}" destId="{40D265C0-5A59-455E-9D4C-2478F69B5ECD}" srcOrd="1" destOrd="0" presId="urn:microsoft.com/office/officeart/2005/8/layout/orgChart1"/>
    <dgm:cxn modelId="{7620D404-47A0-4B6F-9550-9DBC8D447A6E}" type="presParOf" srcId="{D0669423-A56A-42C5-9159-D309B6F47183}" destId="{A385D2B6-DFA7-4927-BD58-3987B4316BC5}" srcOrd="1" destOrd="0" presId="urn:microsoft.com/office/officeart/2005/8/layout/orgChart1"/>
    <dgm:cxn modelId="{ABC12AE2-70F4-4EA7-AF19-B0193D4DBBB9}" type="presParOf" srcId="{D0669423-A56A-42C5-9159-D309B6F47183}" destId="{20F94EF6-7B95-4689-B778-55116AB574BE}" srcOrd="2"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80A0243D-DD1E-49DF-AA99-E061AFB40076}" type="presParOf" srcId="{AD53A4B1-01E7-41E8-9724-31F3910545A4}" destId="{41173D40-128D-4048-83A1-7C68DE4B0041}" srcOrd="4" destOrd="0" presId="urn:microsoft.com/office/officeart/2005/8/layout/orgChart1"/>
    <dgm:cxn modelId="{44A13285-2B1E-4BF6-9FFA-7EA0C2EBE986}" type="presParOf" srcId="{AD53A4B1-01E7-41E8-9724-31F3910545A4}" destId="{77C8DAFF-F1C4-4376-ADCE-FAE7B586EEC6}" srcOrd="5" destOrd="0" presId="urn:microsoft.com/office/officeart/2005/8/layout/orgChart1"/>
    <dgm:cxn modelId="{ED079C27-F3A6-4B4A-9021-128B26E5D09E}" type="presParOf" srcId="{77C8DAFF-F1C4-4376-ADCE-FAE7B586EEC6}" destId="{9BA2FD92-C266-461A-9CEF-3F5B3F322573}" srcOrd="0" destOrd="0" presId="urn:microsoft.com/office/officeart/2005/8/layout/orgChart1"/>
    <dgm:cxn modelId="{D8F9B64C-0DA9-4EA3-8C4A-E5D94A9A7AAE}" type="presParOf" srcId="{9BA2FD92-C266-461A-9CEF-3F5B3F322573}" destId="{1FF2C928-7E62-4953-B1D7-8B0B163A6AFE}" srcOrd="0" destOrd="0" presId="urn:microsoft.com/office/officeart/2005/8/layout/orgChart1"/>
    <dgm:cxn modelId="{8B32C646-1110-4B54-AC6A-65CADF87E362}" type="presParOf" srcId="{9BA2FD92-C266-461A-9CEF-3F5B3F322573}" destId="{BD367FDB-F21D-4007-903C-1680264363A2}" srcOrd="1" destOrd="0" presId="urn:microsoft.com/office/officeart/2005/8/layout/orgChart1"/>
    <dgm:cxn modelId="{9E199201-D47C-477E-BC03-EAB544D16D4B}" type="presParOf" srcId="{77C8DAFF-F1C4-4376-ADCE-FAE7B586EEC6}" destId="{89E75F9B-EF94-49CA-B184-A185FABDCC9E}" srcOrd="1" destOrd="0" presId="urn:microsoft.com/office/officeart/2005/8/layout/orgChart1"/>
    <dgm:cxn modelId="{AF814075-ED25-4F17-96EA-A1690B09F2C0}" type="presParOf" srcId="{77C8DAFF-F1C4-4376-ADCE-FAE7B586EEC6}" destId="{723E8A3D-30CC-43F6-B950-6A5B5D6CC2D7}" srcOrd="2" destOrd="0" presId="urn:microsoft.com/office/officeart/2005/8/layout/orgChart1"/>
    <dgm:cxn modelId="{1EA2C973-CC6A-4435-A6B7-068EA12E208C}" type="presParOf" srcId="{AD53A4B1-01E7-41E8-9724-31F3910545A4}" destId="{353E71C0-A296-46B8-BAB0-268BA4C59D7C}" srcOrd="6" destOrd="0" presId="urn:microsoft.com/office/officeart/2005/8/layout/orgChart1"/>
    <dgm:cxn modelId="{92950DAE-059B-4146-B9C0-D2AA2F76B7C0}" type="presParOf" srcId="{AD53A4B1-01E7-41E8-9724-31F3910545A4}" destId="{7C556C8E-4126-4403-8CEB-51B59AA69FCE}" srcOrd="7" destOrd="0" presId="urn:microsoft.com/office/officeart/2005/8/layout/orgChart1"/>
    <dgm:cxn modelId="{8AA71A29-693C-4861-A752-142EEDADA77F}" type="presParOf" srcId="{7C556C8E-4126-4403-8CEB-51B59AA69FCE}" destId="{792CB3AC-3271-4253-9453-ACCE18AB5F73}" srcOrd="0" destOrd="0" presId="urn:microsoft.com/office/officeart/2005/8/layout/orgChart1"/>
    <dgm:cxn modelId="{7823DAB5-50CB-43DE-B5C7-DD56AC978691}" type="presParOf" srcId="{792CB3AC-3271-4253-9453-ACCE18AB5F73}" destId="{3FE29DE7-91AC-456D-96C3-01A8723E90DD}" srcOrd="0" destOrd="0" presId="urn:microsoft.com/office/officeart/2005/8/layout/orgChart1"/>
    <dgm:cxn modelId="{C9D3ADEF-3F16-4229-BF32-4200F0ABC47A}" type="presParOf" srcId="{792CB3AC-3271-4253-9453-ACCE18AB5F73}" destId="{13BFADD0-1160-4E94-B239-1C8F225F6CFC}" srcOrd="1" destOrd="0" presId="urn:microsoft.com/office/officeart/2005/8/layout/orgChart1"/>
    <dgm:cxn modelId="{3C917A8A-5239-4971-BF50-94179C1B1036}" type="presParOf" srcId="{7C556C8E-4126-4403-8CEB-51B59AA69FCE}" destId="{966D70F9-F0E7-4F8D-98FE-BF1FCEA430A3}" srcOrd="1" destOrd="0" presId="urn:microsoft.com/office/officeart/2005/8/layout/orgChart1"/>
    <dgm:cxn modelId="{9BBED120-D1E1-4E73-9AA9-0A10D8ED110A}" type="presParOf" srcId="{966D70F9-F0E7-4F8D-98FE-BF1FCEA430A3}" destId="{E8D8F91E-F1A5-4F8D-ACE9-9A373AB4F602}" srcOrd="0" destOrd="0" presId="urn:microsoft.com/office/officeart/2005/8/layout/orgChart1"/>
    <dgm:cxn modelId="{B613E11F-A248-4455-840B-BF0B0380A869}" type="presParOf" srcId="{966D70F9-F0E7-4F8D-98FE-BF1FCEA430A3}" destId="{58FFB421-4A0C-4CF3-B422-54FD25A55D00}" srcOrd="1" destOrd="0" presId="urn:microsoft.com/office/officeart/2005/8/layout/orgChart1"/>
    <dgm:cxn modelId="{45F26B26-4183-477E-9A67-841A8C0246A0}" type="presParOf" srcId="{58FFB421-4A0C-4CF3-B422-54FD25A55D00}" destId="{491B2114-EC20-4333-BCD6-3D1DF446B531}" srcOrd="0" destOrd="0" presId="urn:microsoft.com/office/officeart/2005/8/layout/orgChart1"/>
    <dgm:cxn modelId="{45487FF3-E415-4D0E-8241-6B7E91CA8B3E}" type="presParOf" srcId="{491B2114-EC20-4333-BCD6-3D1DF446B531}" destId="{6B6FF532-E374-4C3C-9AE6-B33C87D175C6}" srcOrd="0" destOrd="0" presId="urn:microsoft.com/office/officeart/2005/8/layout/orgChart1"/>
    <dgm:cxn modelId="{46B1281C-D24F-4DF7-9302-7666F62A624A}" type="presParOf" srcId="{491B2114-EC20-4333-BCD6-3D1DF446B531}" destId="{433EA3FF-AA33-4D7D-846D-D982629E13C8}" srcOrd="1" destOrd="0" presId="urn:microsoft.com/office/officeart/2005/8/layout/orgChart1"/>
    <dgm:cxn modelId="{8EA240FC-A3EC-49FB-8B3C-228372B87E0E}" type="presParOf" srcId="{58FFB421-4A0C-4CF3-B422-54FD25A55D00}" destId="{E1C00461-91F5-4376-B9B2-4E15AA192F5E}" srcOrd="1" destOrd="0" presId="urn:microsoft.com/office/officeart/2005/8/layout/orgChart1"/>
    <dgm:cxn modelId="{91CDCF40-2944-4666-BAB6-731942148983}" type="presParOf" srcId="{58FFB421-4A0C-4CF3-B422-54FD25A55D00}" destId="{E28894B6-1AAF-4B15-95C4-963C07257423}" srcOrd="2" destOrd="0" presId="urn:microsoft.com/office/officeart/2005/8/layout/orgChart1"/>
    <dgm:cxn modelId="{E3D632C9-33CC-4F7C-8CBF-B892B372EC22}" type="presParOf" srcId="{966D70F9-F0E7-4F8D-98FE-BF1FCEA430A3}" destId="{A6AEC731-784C-4937-A03C-10E36E389653}" srcOrd="2" destOrd="0" presId="urn:microsoft.com/office/officeart/2005/8/layout/orgChart1"/>
    <dgm:cxn modelId="{0583033C-99D0-41A2-839C-51776BABCA66}" type="presParOf" srcId="{966D70F9-F0E7-4F8D-98FE-BF1FCEA430A3}" destId="{81F98256-19E3-41F3-A179-5FD3C8528B93}" srcOrd="3" destOrd="0" presId="urn:microsoft.com/office/officeart/2005/8/layout/orgChart1"/>
    <dgm:cxn modelId="{09FEFA13-4186-4F61-B5ED-472F3D96B038}" type="presParOf" srcId="{81F98256-19E3-41F3-A179-5FD3C8528B93}" destId="{7D37F3E2-9A54-4A8B-9D98-463A1E71C297}" srcOrd="0" destOrd="0" presId="urn:microsoft.com/office/officeart/2005/8/layout/orgChart1"/>
    <dgm:cxn modelId="{8FA7D25A-50BB-4BB2-902A-776B2987F6BE}" type="presParOf" srcId="{7D37F3E2-9A54-4A8B-9D98-463A1E71C297}" destId="{A5C492F6-2C14-4789-99A7-8336CA11E5E6}" srcOrd="0" destOrd="0" presId="urn:microsoft.com/office/officeart/2005/8/layout/orgChart1"/>
    <dgm:cxn modelId="{3C0E17F3-5BC3-4E52-9F63-E76EEECBD7E6}" type="presParOf" srcId="{7D37F3E2-9A54-4A8B-9D98-463A1E71C297}" destId="{FFC3C1BC-4503-4220-A853-D7E64043A229}" srcOrd="1" destOrd="0" presId="urn:microsoft.com/office/officeart/2005/8/layout/orgChart1"/>
    <dgm:cxn modelId="{95D5BE1C-F9A7-487A-80E6-FFF7E3285867}" type="presParOf" srcId="{81F98256-19E3-41F3-A179-5FD3C8528B93}" destId="{FFC3E22D-D705-44FA-AF2F-2AB8E92ECAA1}" srcOrd="1" destOrd="0" presId="urn:microsoft.com/office/officeart/2005/8/layout/orgChart1"/>
    <dgm:cxn modelId="{D5751D43-9FDA-480B-9864-B6CED7588305}" type="presParOf" srcId="{81F98256-19E3-41F3-A179-5FD3C8528B93}" destId="{74A2D5BC-3258-4084-9C8E-B24C3258AAF1}" srcOrd="2" destOrd="0" presId="urn:microsoft.com/office/officeart/2005/8/layout/orgChart1"/>
    <dgm:cxn modelId="{CA98F1B6-39C3-4C71-AD6E-E4988FA8DE59}" type="presParOf" srcId="{7C556C8E-4126-4403-8CEB-51B59AA69FCE}" destId="{8C890729-6A60-4D4F-A0C4-9E3A9BF60082}"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E71C0-A296-46B8-BAB0-268BA4C59D7C}">
      <dsp:nvSpPr>
        <dsp:cNvPr id="0" name=""/>
        <dsp:cNvSpPr/>
      </dsp:nvSpPr>
      <dsp:spPr>
        <a:xfrm>
          <a:off x="4301474" y="701604"/>
          <a:ext cx="2616227" cy="247523"/>
        </a:xfrm>
        <a:custGeom>
          <a:avLst/>
          <a:gdLst/>
          <a:ahLst/>
          <a:cxnLst/>
          <a:rect l="0" t="0" r="0" b="0"/>
          <a:pathLst>
            <a:path>
              <a:moveTo>
                <a:pt x="0" y="0"/>
              </a:moveTo>
              <a:lnTo>
                <a:pt x="0" y="151490"/>
              </a:lnTo>
              <a:lnTo>
                <a:pt x="2616227" y="151490"/>
              </a:lnTo>
              <a:lnTo>
                <a:pt x="2616227"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C8E1E4-CDD1-4461-819E-41D01ECBA212}">
      <dsp:nvSpPr>
        <dsp:cNvPr id="0" name=""/>
        <dsp:cNvSpPr/>
      </dsp:nvSpPr>
      <dsp:spPr>
        <a:xfrm>
          <a:off x="4737783" y="1440557"/>
          <a:ext cx="191981" cy="2962740"/>
        </a:xfrm>
        <a:custGeom>
          <a:avLst/>
          <a:gdLst/>
          <a:ahLst/>
          <a:cxnLst/>
          <a:rect l="0" t="0" r="0" b="0"/>
          <a:pathLst>
            <a:path>
              <a:moveTo>
                <a:pt x="0" y="0"/>
              </a:moveTo>
              <a:lnTo>
                <a:pt x="0" y="2962740"/>
              </a:lnTo>
              <a:lnTo>
                <a:pt x="191981" y="296274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CB3B5C-CA39-4C43-A505-7D2BC5392DCD}">
      <dsp:nvSpPr>
        <dsp:cNvPr id="0" name=""/>
        <dsp:cNvSpPr/>
      </dsp:nvSpPr>
      <dsp:spPr>
        <a:xfrm>
          <a:off x="4737783" y="1440557"/>
          <a:ext cx="191981" cy="2313377"/>
        </a:xfrm>
        <a:custGeom>
          <a:avLst/>
          <a:gdLst/>
          <a:ahLst/>
          <a:cxnLst/>
          <a:rect l="0" t="0" r="0" b="0"/>
          <a:pathLst>
            <a:path>
              <a:moveTo>
                <a:pt x="0" y="0"/>
              </a:moveTo>
              <a:lnTo>
                <a:pt x="0" y="2313377"/>
              </a:lnTo>
              <a:lnTo>
                <a:pt x="191981" y="231337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2A7032-47B0-4992-A51C-9BDAFA692CCD}">
      <dsp:nvSpPr>
        <dsp:cNvPr id="0" name=""/>
        <dsp:cNvSpPr/>
      </dsp:nvSpPr>
      <dsp:spPr>
        <a:xfrm>
          <a:off x="4737783" y="1440557"/>
          <a:ext cx="191981" cy="1664014"/>
        </a:xfrm>
        <a:custGeom>
          <a:avLst/>
          <a:gdLst/>
          <a:ahLst/>
          <a:cxnLst/>
          <a:rect l="0" t="0" r="0" b="0"/>
          <a:pathLst>
            <a:path>
              <a:moveTo>
                <a:pt x="0" y="0"/>
              </a:moveTo>
              <a:lnTo>
                <a:pt x="0" y="1664014"/>
              </a:lnTo>
              <a:lnTo>
                <a:pt x="191981" y="16640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59CCC4-62B6-4304-A245-416B7C7F84E8}">
      <dsp:nvSpPr>
        <dsp:cNvPr id="0" name=""/>
        <dsp:cNvSpPr/>
      </dsp:nvSpPr>
      <dsp:spPr>
        <a:xfrm>
          <a:off x="4737783" y="1440557"/>
          <a:ext cx="191981" cy="1014652"/>
        </a:xfrm>
        <a:custGeom>
          <a:avLst/>
          <a:gdLst/>
          <a:ahLst/>
          <a:cxnLst/>
          <a:rect l="0" t="0" r="0" b="0"/>
          <a:pathLst>
            <a:path>
              <a:moveTo>
                <a:pt x="0" y="0"/>
              </a:moveTo>
              <a:lnTo>
                <a:pt x="0" y="1014652"/>
              </a:lnTo>
              <a:lnTo>
                <a:pt x="191981" y="10146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CB9F7-BD12-464D-9D50-35FB2F2EE2BA}">
      <dsp:nvSpPr>
        <dsp:cNvPr id="0" name=""/>
        <dsp:cNvSpPr/>
      </dsp:nvSpPr>
      <dsp:spPr>
        <a:xfrm>
          <a:off x="4737783" y="1440557"/>
          <a:ext cx="191981" cy="365289"/>
        </a:xfrm>
        <a:custGeom>
          <a:avLst/>
          <a:gdLst/>
          <a:ahLst/>
          <a:cxnLst/>
          <a:rect l="0" t="0" r="0" b="0"/>
          <a:pathLst>
            <a:path>
              <a:moveTo>
                <a:pt x="0" y="0"/>
              </a:moveTo>
              <a:lnTo>
                <a:pt x="0" y="365289"/>
              </a:lnTo>
              <a:lnTo>
                <a:pt x="191981" y="3652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73D40-128D-4048-83A1-7C68DE4B0041}">
      <dsp:nvSpPr>
        <dsp:cNvPr id="0" name=""/>
        <dsp:cNvSpPr/>
      </dsp:nvSpPr>
      <dsp:spPr>
        <a:xfrm>
          <a:off x="4301474" y="701604"/>
          <a:ext cx="1045963" cy="247523"/>
        </a:xfrm>
        <a:custGeom>
          <a:avLst/>
          <a:gdLst/>
          <a:ahLst/>
          <a:cxnLst/>
          <a:rect l="0" t="0" r="0" b="0"/>
          <a:pathLst>
            <a:path>
              <a:moveTo>
                <a:pt x="0" y="0"/>
              </a:moveTo>
              <a:lnTo>
                <a:pt x="0" y="151490"/>
              </a:lnTo>
              <a:lnTo>
                <a:pt x="1045963" y="151490"/>
              </a:lnTo>
              <a:lnTo>
                <a:pt x="1045963"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1CB3D7-3ED8-4E7D-A415-7FE8A60495E3}">
      <dsp:nvSpPr>
        <dsp:cNvPr id="0" name=""/>
        <dsp:cNvSpPr/>
      </dsp:nvSpPr>
      <dsp:spPr>
        <a:xfrm>
          <a:off x="3021582" y="1434581"/>
          <a:ext cx="191981" cy="3534211"/>
        </a:xfrm>
        <a:custGeom>
          <a:avLst/>
          <a:gdLst/>
          <a:ahLst/>
          <a:cxnLst/>
          <a:rect l="0" t="0" r="0" b="0"/>
          <a:pathLst>
            <a:path>
              <a:moveTo>
                <a:pt x="0" y="0"/>
              </a:moveTo>
              <a:lnTo>
                <a:pt x="0" y="3534211"/>
              </a:lnTo>
              <a:lnTo>
                <a:pt x="191981" y="353421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3AFCB4-FE14-4EDA-A0F6-3A2828B10060}">
      <dsp:nvSpPr>
        <dsp:cNvPr id="0" name=""/>
        <dsp:cNvSpPr/>
      </dsp:nvSpPr>
      <dsp:spPr>
        <a:xfrm>
          <a:off x="3021582" y="1434581"/>
          <a:ext cx="191981" cy="2884848"/>
        </a:xfrm>
        <a:custGeom>
          <a:avLst/>
          <a:gdLst/>
          <a:ahLst/>
          <a:cxnLst/>
          <a:rect l="0" t="0" r="0" b="0"/>
          <a:pathLst>
            <a:path>
              <a:moveTo>
                <a:pt x="0" y="0"/>
              </a:moveTo>
              <a:lnTo>
                <a:pt x="0" y="2884848"/>
              </a:lnTo>
              <a:lnTo>
                <a:pt x="191981" y="2884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638B4C-53A5-4D12-B60D-D4DA913A425A}">
      <dsp:nvSpPr>
        <dsp:cNvPr id="0" name=""/>
        <dsp:cNvSpPr/>
      </dsp:nvSpPr>
      <dsp:spPr>
        <a:xfrm>
          <a:off x="3021582" y="1434581"/>
          <a:ext cx="191981" cy="2235485"/>
        </a:xfrm>
        <a:custGeom>
          <a:avLst/>
          <a:gdLst/>
          <a:ahLst/>
          <a:cxnLst/>
          <a:rect l="0" t="0" r="0" b="0"/>
          <a:pathLst>
            <a:path>
              <a:moveTo>
                <a:pt x="0" y="0"/>
              </a:moveTo>
              <a:lnTo>
                <a:pt x="0" y="2235485"/>
              </a:lnTo>
              <a:lnTo>
                <a:pt x="191981" y="22354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659DA7-BC81-4AD7-B119-499310DCB294}">
      <dsp:nvSpPr>
        <dsp:cNvPr id="0" name=""/>
        <dsp:cNvSpPr/>
      </dsp:nvSpPr>
      <dsp:spPr>
        <a:xfrm>
          <a:off x="3021582" y="1434581"/>
          <a:ext cx="191981" cy="1586123"/>
        </a:xfrm>
        <a:custGeom>
          <a:avLst/>
          <a:gdLst/>
          <a:ahLst/>
          <a:cxnLst/>
          <a:rect l="0" t="0" r="0" b="0"/>
          <a:pathLst>
            <a:path>
              <a:moveTo>
                <a:pt x="0" y="0"/>
              </a:moveTo>
              <a:lnTo>
                <a:pt x="0" y="1586123"/>
              </a:lnTo>
              <a:lnTo>
                <a:pt x="191981" y="15861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3021582" y="1434581"/>
          <a:ext cx="191981" cy="957727"/>
        </a:xfrm>
        <a:custGeom>
          <a:avLst/>
          <a:gdLst/>
          <a:ahLst/>
          <a:cxnLst/>
          <a:rect l="0" t="0" r="0" b="0"/>
          <a:pathLst>
            <a:path>
              <a:moveTo>
                <a:pt x="0" y="0"/>
              </a:moveTo>
              <a:lnTo>
                <a:pt x="0" y="957727"/>
              </a:lnTo>
              <a:lnTo>
                <a:pt x="191981" y="957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3021582" y="1434581"/>
          <a:ext cx="191981" cy="350299"/>
        </a:xfrm>
        <a:custGeom>
          <a:avLst/>
          <a:gdLst/>
          <a:ahLst/>
          <a:cxnLst/>
          <a:rect l="0" t="0" r="0" b="0"/>
          <a:pathLst>
            <a:path>
              <a:moveTo>
                <a:pt x="0" y="0"/>
              </a:moveTo>
              <a:lnTo>
                <a:pt x="0" y="350299"/>
              </a:lnTo>
              <a:lnTo>
                <a:pt x="191981" y="3502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631236" y="701604"/>
          <a:ext cx="670238" cy="241546"/>
        </a:xfrm>
        <a:custGeom>
          <a:avLst/>
          <a:gdLst/>
          <a:ahLst/>
          <a:cxnLst/>
          <a:rect l="0" t="0" r="0" b="0"/>
          <a:pathLst>
            <a:path>
              <a:moveTo>
                <a:pt x="670238" y="0"/>
              </a:moveTo>
              <a:lnTo>
                <a:pt x="670238"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915035" y="701604"/>
          <a:ext cx="2386439" cy="241546"/>
        </a:xfrm>
        <a:custGeom>
          <a:avLst/>
          <a:gdLst/>
          <a:ahLst/>
          <a:cxnLst/>
          <a:rect l="0" t="0" r="0" b="0"/>
          <a:pathLst>
            <a:path>
              <a:moveTo>
                <a:pt x="2386439" y="0"/>
              </a:moveTo>
              <a:lnTo>
                <a:pt x="2386439"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565806" y="0"/>
          <a:ext cx="3471337" cy="70160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16 – Fist things first: Setting requirement priorities</a:t>
          </a:r>
          <a:endParaRPr lang="en-US" sz="1600" kern="1200" dirty="0"/>
        </a:p>
      </dsp:txBody>
      <dsp:txXfrm>
        <a:off x="2565806" y="0"/>
        <a:ext cx="3471337" cy="701604"/>
      </dsp:txXfrm>
    </dsp:sp>
    <dsp:sp modelId="{C9422C4E-2B02-4D33-A16B-EF7B187ECAB7}">
      <dsp:nvSpPr>
        <dsp:cNvPr id="0" name=""/>
        <dsp:cNvSpPr/>
      </dsp:nvSpPr>
      <dsp:spPr>
        <a:xfrm>
          <a:off x="1152966"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Why prioritize requirements</a:t>
          </a:r>
          <a:endParaRPr lang="en-US" sz="1200" kern="1200" dirty="0"/>
        </a:p>
      </dsp:txBody>
      <dsp:txXfrm>
        <a:off x="1152966" y="943150"/>
        <a:ext cx="1524136" cy="491430"/>
      </dsp:txXfrm>
    </dsp:sp>
    <dsp:sp modelId="{02B28F85-DE51-42FF-859E-1DD3A478F426}">
      <dsp:nvSpPr>
        <dsp:cNvPr id="0" name=""/>
        <dsp:cNvSpPr/>
      </dsp:nvSpPr>
      <dsp:spPr>
        <a:xfrm>
          <a:off x="2869168"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Some prioritization pragmatics</a:t>
          </a:r>
          <a:endParaRPr lang="en-US" sz="1200" kern="1200" dirty="0"/>
        </a:p>
      </dsp:txBody>
      <dsp:txXfrm>
        <a:off x="2869168" y="943150"/>
        <a:ext cx="1524136" cy="491430"/>
      </dsp:txXfrm>
    </dsp:sp>
    <dsp:sp modelId="{9449DAAE-E410-44C5-A07D-A0445C0B7E6B}">
      <dsp:nvSpPr>
        <dsp:cNvPr id="0" name=""/>
        <dsp:cNvSpPr/>
      </dsp:nvSpPr>
      <dsp:spPr>
        <a:xfrm>
          <a:off x="3213563" y="1577198"/>
          <a:ext cx="1321315"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needs of the customers</a:t>
          </a:r>
          <a:endParaRPr lang="en-US" sz="1200" kern="1200" dirty="0"/>
        </a:p>
      </dsp:txBody>
      <dsp:txXfrm>
        <a:off x="3213563" y="1577198"/>
        <a:ext cx="1321315" cy="415363"/>
      </dsp:txXfrm>
    </dsp:sp>
    <dsp:sp modelId="{B4DA07B5-29B3-4442-A69E-055EEC652BE8}">
      <dsp:nvSpPr>
        <dsp:cNvPr id="0" name=""/>
        <dsp:cNvSpPr/>
      </dsp:nvSpPr>
      <dsp:spPr>
        <a:xfrm>
          <a:off x="3213563" y="2184627"/>
          <a:ext cx="1321315"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relative importance of </a:t>
          </a:r>
          <a:r>
            <a:rPr lang="en-US" sz="1200" kern="1200" dirty="0" err="1" smtClean="0"/>
            <a:t>reqs</a:t>
          </a:r>
          <a:endParaRPr lang="en-US" sz="1200" kern="1200" dirty="0"/>
        </a:p>
      </dsp:txBody>
      <dsp:txXfrm>
        <a:off x="3213563" y="2184627"/>
        <a:ext cx="1321315" cy="415363"/>
      </dsp:txXfrm>
    </dsp:sp>
    <dsp:sp modelId="{256AF9DD-6748-4D88-A3F9-C1BEAA44B2B7}">
      <dsp:nvSpPr>
        <dsp:cNvPr id="0" name=""/>
        <dsp:cNvSpPr/>
      </dsp:nvSpPr>
      <dsp:spPr>
        <a:xfrm>
          <a:off x="3213563" y="2792055"/>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Timing at which capabilities need to be delivered </a:t>
          </a:r>
          <a:endParaRPr lang="en-US" sz="1200" kern="1200" dirty="0"/>
        </a:p>
      </dsp:txBody>
      <dsp:txXfrm>
        <a:off x="3213563" y="2792055"/>
        <a:ext cx="1376310" cy="457297"/>
      </dsp:txXfrm>
    </dsp:sp>
    <dsp:sp modelId="{A6B16DE7-0EC3-4396-BFD5-DD7A7D622CAB}">
      <dsp:nvSpPr>
        <dsp:cNvPr id="0" name=""/>
        <dsp:cNvSpPr/>
      </dsp:nvSpPr>
      <dsp:spPr>
        <a:xfrm>
          <a:off x="3213563" y="3441418"/>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that serve as predecessors </a:t>
          </a:r>
          <a:endParaRPr lang="en-US" sz="1200" kern="1200" dirty="0"/>
        </a:p>
      </dsp:txBody>
      <dsp:txXfrm>
        <a:off x="3213563" y="3441418"/>
        <a:ext cx="1376310" cy="457297"/>
      </dsp:txXfrm>
    </dsp:sp>
    <dsp:sp modelId="{1BF91BE6-53E2-43C3-9198-6D241126B573}">
      <dsp:nvSpPr>
        <dsp:cNvPr id="0" name=""/>
        <dsp:cNvSpPr/>
      </dsp:nvSpPr>
      <dsp:spPr>
        <a:xfrm>
          <a:off x="3213563" y="4090780"/>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Which req. must be implemented as a group </a:t>
          </a:r>
          <a:endParaRPr lang="en-US" sz="1200" kern="1200" dirty="0"/>
        </a:p>
      </dsp:txBody>
      <dsp:txXfrm>
        <a:off x="3213563" y="4090780"/>
        <a:ext cx="1376310" cy="457297"/>
      </dsp:txXfrm>
    </dsp:sp>
    <dsp:sp modelId="{A6130F63-8B94-4835-9CA1-204FC5D4C76D}">
      <dsp:nvSpPr>
        <dsp:cNvPr id="0" name=""/>
        <dsp:cNvSpPr/>
      </dsp:nvSpPr>
      <dsp:spPr>
        <a:xfrm>
          <a:off x="3213563" y="4740143"/>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cost to satisfy each req.</a:t>
          </a:r>
          <a:endParaRPr lang="en-US" sz="1200" kern="1200" dirty="0"/>
        </a:p>
      </dsp:txBody>
      <dsp:txXfrm>
        <a:off x="3213563" y="4740143"/>
        <a:ext cx="1376310" cy="457297"/>
      </dsp:txXfrm>
    </dsp:sp>
    <dsp:sp modelId="{1FF2C928-7E62-4953-B1D7-8B0B163A6AFE}">
      <dsp:nvSpPr>
        <dsp:cNvPr id="0" name=""/>
        <dsp:cNvSpPr/>
      </dsp:nvSpPr>
      <dsp:spPr>
        <a:xfrm>
          <a:off x="4585369" y="949127"/>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Some prioritization techniques</a:t>
          </a:r>
          <a:endParaRPr lang="en-US" sz="1200" kern="1200" dirty="0"/>
        </a:p>
      </dsp:txBody>
      <dsp:txXfrm>
        <a:off x="4585369" y="949127"/>
        <a:ext cx="1524136" cy="491430"/>
      </dsp:txXfrm>
    </dsp:sp>
    <dsp:sp modelId="{A09725EF-3FB3-4768-97B8-009E6D2343F4}">
      <dsp:nvSpPr>
        <dsp:cNvPr id="0" name=""/>
        <dsp:cNvSpPr/>
      </dsp:nvSpPr>
      <dsp:spPr>
        <a:xfrm>
          <a:off x="4929765" y="1577198"/>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 or out</a:t>
          </a:r>
          <a:endParaRPr lang="en-US" sz="1200" kern="1200" dirty="0"/>
        </a:p>
      </dsp:txBody>
      <dsp:txXfrm>
        <a:off x="4929765" y="1577198"/>
        <a:ext cx="1376310" cy="457297"/>
      </dsp:txXfrm>
    </dsp:sp>
    <dsp:sp modelId="{736A3B4F-561D-45EE-A5B3-1EDEA71440B6}">
      <dsp:nvSpPr>
        <dsp:cNvPr id="0" name=""/>
        <dsp:cNvSpPr/>
      </dsp:nvSpPr>
      <dsp:spPr>
        <a:xfrm>
          <a:off x="4929765" y="2226561"/>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Pairwise comparison/ranking</a:t>
          </a:r>
          <a:endParaRPr lang="en-US" sz="1200" kern="1200" dirty="0"/>
        </a:p>
      </dsp:txBody>
      <dsp:txXfrm>
        <a:off x="4929765" y="2226561"/>
        <a:ext cx="1376310" cy="457297"/>
      </dsp:txXfrm>
    </dsp:sp>
    <dsp:sp modelId="{E8405D25-25CC-425F-BB3B-45D71B4B4888}">
      <dsp:nvSpPr>
        <dsp:cNvPr id="0" name=""/>
        <dsp:cNvSpPr/>
      </dsp:nvSpPr>
      <dsp:spPr>
        <a:xfrm>
          <a:off x="4929765" y="2875923"/>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Three-level scale</a:t>
          </a:r>
          <a:endParaRPr lang="en-US" sz="1200" kern="1200" dirty="0"/>
        </a:p>
      </dsp:txBody>
      <dsp:txXfrm>
        <a:off x="4929765" y="2875923"/>
        <a:ext cx="1376310" cy="457297"/>
      </dsp:txXfrm>
    </dsp:sp>
    <dsp:sp modelId="{35C74C81-EC28-4115-AF2D-5047B0C50EF4}">
      <dsp:nvSpPr>
        <dsp:cNvPr id="0" name=""/>
        <dsp:cNvSpPr/>
      </dsp:nvSpPr>
      <dsp:spPr>
        <a:xfrm>
          <a:off x="4929765" y="3525286"/>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MoSCoW</a:t>
          </a:r>
          <a:endParaRPr lang="en-US" sz="1200" kern="1200" dirty="0"/>
        </a:p>
      </dsp:txBody>
      <dsp:txXfrm>
        <a:off x="4929765" y="3525286"/>
        <a:ext cx="1376310" cy="457297"/>
      </dsp:txXfrm>
    </dsp:sp>
    <dsp:sp modelId="{60506E1B-433B-4FE1-9B0C-DDA80843FBC1}">
      <dsp:nvSpPr>
        <dsp:cNvPr id="0" name=""/>
        <dsp:cNvSpPr/>
      </dsp:nvSpPr>
      <dsp:spPr>
        <a:xfrm>
          <a:off x="4929765" y="4174649"/>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$100</a:t>
          </a:r>
          <a:endParaRPr lang="en-US" sz="1200" kern="1200" dirty="0"/>
        </a:p>
      </dsp:txBody>
      <dsp:txXfrm>
        <a:off x="4929765" y="4174649"/>
        <a:ext cx="1376310" cy="457297"/>
      </dsp:txXfrm>
    </dsp:sp>
    <dsp:sp modelId="{3FE29DE7-91AC-456D-96C3-01A8723E90DD}">
      <dsp:nvSpPr>
        <dsp:cNvPr id="0" name=""/>
        <dsp:cNvSpPr/>
      </dsp:nvSpPr>
      <dsp:spPr>
        <a:xfrm>
          <a:off x="6264932" y="949127"/>
          <a:ext cx="1305539" cy="45729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based on value, cost,</a:t>
          </a:r>
          <a:br>
            <a:rPr lang="en-US" sz="1200" kern="1200" dirty="0" smtClean="0"/>
          </a:br>
          <a:r>
            <a:rPr lang="en-US" sz="1200" kern="1200" dirty="0" smtClean="0"/>
            <a:t> and risk</a:t>
          </a:r>
          <a:endParaRPr lang="en-US" sz="1200" kern="1200" dirty="0"/>
        </a:p>
      </dsp:txBody>
      <dsp:txXfrm>
        <a:off x="6264932" y="949127"/>
        <a:ext cx="1305539" cy="4572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AEC731-784C-4937-A03C-10E36E389653}">
      <dsp:nvSpPr>
        <dsp:cNvPr id="0" name=""/>
        <dsp:cNvSpPr/>
      </dsp:nvSpPr>
      <dsp:spPr>
        <a:xfrm>
          <a:off x="6907653" y="1592947"/>
          <a:ext cx="221657" cy="1148468"/>
        </a:xfrm>
        <a:custGeom>
          <a:avLst/>
          <a:gdLst/>
          <a:ahLst/>
          <a:cxnLst/>
          <a:rect l="0" t="0" r="0" b="0"/>
          <a:pathLst>
            <a:path>
              <a:moveTo>
                <a:pt x="0" y="0"/>
              </a:moveTo>
              <a:lnTo>
                <a:pt x="0" y="1148468"/>
              </a:lnTo>
              <a:lnTo>
                <a:pt x="221657" y="11484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D8F91E-F1A5-4F8D-ACE9-9A373AB4F602}">
      <dsp:nvSpPr>
        <dsp:cNvPr id="0" name=""/>
        <dsp:cNvSpPr/>
      </dsp:nvSpPr>
      <dsp:spPr>
        <a:xfrm>
          <a:off x="6907653" y="1592947"/>
          <a:ext cx="221657" cy="431384"/>
        </a:xfrm>
        <a:custGeom>
          <a:avLst/>
          <a:gdLst/>
          <a:ahLst/>
          <a:cxnLst/>
          <a:rect l="0" t="0" r="0" b="0"/>
          <a:pathLst>
            <a:path>
              <a:moveTo>
                <a:pt x="0" y="0"/>
              </a:moveTo>
              <a:lnTo>
                <a:pt x="0" y="431384"/>
              </a:lnTo>
              <a:lnTo>
                <a:pt x="221657" y="4313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3E71C0-A296-46B8-BAB0-268BA4C59D7C}">
      <dsp:nvSpPr>
        <dsp:cNvPr id="0" name=""/>
        <dsp:cNvSpPr/>
      </dsp:nvSpPr>
      <dsp:spPr>
        <a:xfrm>
          <a:off x="4295945" y="794134"/>
          <a:ext cx="3202794" cy="281204"/>
        </a:xfrm>
        <a:custGeom>
          <a:avLst/>
          <a:gdLst/>
          <a:ahLst/>
          <a:cxnLst/>
          <a:rect l="0" t="0" r="0" b="0"/>
          <a:pathLst>
            <a:path>
              <a:moveTo>
                <a:pt x="0" y="0"/>
              </a:moveTo>
              <a:lnTo>
                <a:pt x="0" y="172507"/>
              </a:lnTo>
              <a:lnTo>
                <a:pt x="3202794" y="172507"/>
              </a:lnTo>
              <a:lnTo>
                <a:pt x="3202794" y="28120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73D40-128D-4048-83A1-7C68DE4B0041}">
      <dsp:nvSpPr>
        <dsp:cNvPr id="0" name=""/>
        <dsp:cNvSpPr/>
      </dsp:nvSpPr>
      <dsp:spPr>
        <a:xfrm>
          <a:off x="4295945" y="794134"/>
          <a:ext cx="1425437" cy="281204"/>
        </a:xfrm>
        <a:custGeom>
          <a:avLst/>
          <a:gdLst/>
          <a:ahLst/>
          <a:cxnLst/>
          <a:rect l="0" t="0" r="0" b="0"/>
          <a:pathLst>
            <a:path>
              <a:moveTo>
                <a:pt x="0" y="0"/>
              </a:moveTo>
              <a:lnTo>
                <a:pt x="0" y="172507"/>
              </a:lnTo>
              <a:lnTo>
                <a:pt x="1425437" y="172507"/>
              </a:lnTo>
              <a:lnTo>
                <a:pt x="1425437" y="28120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65960B-D63B-4BCA-936C-BC405B6E85B4}">
      <dsp:nvSpPr>
        <dsp:cNvPr id="0" name=""/>
        <dsp:cNvSpPr/>
      </dsp:nvSpPr>
      <dsp:spPr>
        <a:xfrm>
          <a:off x="3995626" y="2274306"/>
          <a:ext cx="224336" cy="2663289"/>
        </a:xfrm>
        <a:custGeom>
          <a:avLst/>
          <a:gdLst/>
          <a:ahLst/>
          <a:cxnLst/>
          <a:rect l="0" t="0" r="0" b="0"/>
          <a:pathLst>
            <a:path>
              <a:moveTo>
                <a:pt x="0" y="0"/>
              </a:moveTo>
              <a:lnTo>
                <a:pt x="0" y="2663289"/>
              </a:lnTo>
              <a:lnTo>
                <a:pt x="224336" y="266328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359F1C-A9ED-4688-B4C1-9BD3856B782F}">
      <dsp:nvSpPr>
        <dsp:cNvPr id="0" name=""/>
        <dsp:cNvSpPr/>
      </dsp:nvSpPr>
      <dsp:spPr>
        <a:xfrm>
          <a:off x="3995626" y="2274306"/>
          <a:ext cx="224336" cy="1928286"/>
        </a:xfrm>
        <a:custGeom>
          <a:avLst/>
          <a:gdLst/>
          <a:ahLst/>
          <a:cxnLst/>
          <a:rect l="0" t="0" r="0" b="0"/>
          <a:pathLst>
            <a:path>
              <a:moveTo>
                <a:pt x="0" y="0"/>
              </a:moveTo>
              <a:lnTo>
                <a:pt x="0" y="1928286"/>
              </a:lnTo>
              <a:lnTo>
                <a:pt x="224336" y="1928286"/>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FA1414-EF78-4D24-A617-C85129D53A41}">
      <dsp:nvSpPr>
        <dsp:cNvPr id="0" name=""/>
        <dsp:cNvSpPr/>
      </dsp:nvSpPr>
      <dsp:spPr>
        <a:xfrm>
          <a:off x="3995626" y="2274306"/>
          <a:ext cx="224336" cy="1193282"/>
        </a:xfrm>
        <a:custGeom>
          <a:avLst/>
          <a:gdLst/>
          <a:ahLst/>
          <a:cxnLst/>
          <a:rect l="0" t="0" r="0" b="0"/>
          <a:pathLst>
            <a:path>
              <a:moveTo>
                <a:pt x="0" y="0"/>
              </a:moveTo>
              <a:lnTo>
                <a:pt x="0" y="1193282"/>
              </a:lnTo>
              <a:lnTo>
                <a:pt x="224336" y="119328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26D19F-5B41-45F1-AFE2-DAC2B0A5CE49}">
      <dsp:nvSpPr>
        <dsp:cNvPr id="0" name=""/>
        <dsp:cNvSpPr/>
      </dsp:nvSpPr>
      <dsp:spPr>
        <a:xfrm>
          <a:off x="3995626" y="2274306"/>
          <a:ext cx="224336" cy="458279"/>
        </a:xfrm>
        <a:custGeom>
          <a:avLst/>
          <a:gdLst/>
          <a:ahLst/>
          <a:cxnLst/>
          <a:rect l="0" t="0" r="0" b="0"/>
          <a:pathLst>
            <a:path>
              <a:moveTo>
                <a:pt x="0" y="0"/>
              </a:moveTo>
              <a:lnTo>
                <a:pt x="0" y="458279"/>
              </a:lnTo>
              <a:lnTo>
                <a:pt x="224336" y="45827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3778842" y="1624816"/>
          <a:ext cx="815015" cy="179345"/>
        </a:xfrm>
        <a:custGeom>
          <a:avLst/>
          <a:gdLst/>
          <a:ahLst/>
          <a:cxnLst/>
          <a:rect l="0" t="0" r="0" b="0"/>
          <a:pathLst>
            <a:path>
              <a:moveTo>
                <a:pt x="0" y="0"/>
              </a:moveTo>
              <a:lnTo>
                <a:pt x="0" y="70648"/>
              </a:lnTo>
              <a:lnTo>
                <a:pt x="815015" y="70648"/>
              </a:lnTo>
              <a:lnTo>
                <a:pt x="815015" y="17934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C90F081-1725-4518-AFF5-00E9BD365D08}">
      <dsp:nvSpPr>
        <dsp:cNvPr id="0" name=""/>
        <dsp:cNvSpPr/>
      </dsp:nvSpPr>
      <dsp:spPr>
        <a:xfrm>
          <a:off x="2282655" y="2274306"/>
          <a:ext cx="224336" cy="1928286"/>
        </a:xfrm>
        <a:custGeom>
          <a:avLst/>
          <a:gdLst/>
          <a:ahLst/>
          <a:cxnLst/>
          <a:rect l="0" t="0" r="0" b="0"/>
          <a:pathLst>
            <a:path>
              <a:moveTo>
                <a:pt x="0" y="0"/>
              </a:moveTo>
              <a:lnTo>
                <a:pt x="0" y="1928286"/>
              </a:lnTo>
              <a:lnTo>
                <a:pt x="224336" y="1928286"/>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5E3D6D-A135-422D-9CEF-04605C8BD476}">
      <dsp:nvSpPr>
        <dsp:cNvPr id="0" name=""/>
        <dsp:cNvSpPr/>
      </dsp:nvSpPr>
      <dsp:spPr>
        <a:xfrm>
          <a:off x="2282655" y="2274306"/>
          <a:ext cx="224336" cy="1193282"/>
        </a:xfrm>
        <a:custGeom>
          <a:avLst/>
          <a:gdLst/>
          <a:ahLst/>
          <a:cxnLst/>
          <a:rect l="0" t="0" r="0" b="0"/>
          <a:pathLst>
            <a:path>
              <a:moveTo>
                <a:pt x="0" y="0"/>
              </a:moveTo>
              <a:lnTo>
                <a:pt x="0" y="1193282"/>
              </a:lnTo>
              <a:lnTo>
                <a:pt x="224336" y="1193282"/>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054D922-FDFA-4016-A8E9-3F9B47624963}">
      <dsp:nvSpPr>
        <dsp:cNvPr id="0" name=""/>
        <dsp:cNvSpPr/>
      </dsp:nvSpPr>
      <dsp:spPr>
        <a:xfrm>
          <a:off x="2282655" y="2274306"/>
          <a:ext cx="224336" cy="458279"/>
        </a:xfrm>
        <a:custGeom>
          <a:avLst/>
          <a:gdLst/>
          <a:ahLst/>
          <a:cxnLst/>
          <a:rect l="0" t="0" r="0" b="0"/>
          <a:pathLst>
            <a:path>
              <a:moveTo>
                <a:pt x="0" y="0"/>
              </a:moveTo>
              <a:lnTo>
                <a:pt x="0" y="458279"/>
              </a:lnTo>
              <a:lnTo>
                <a:pt x="224336" y="45827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2880885" y="1624816"/>
          <a:ext cx="897956" cy="179345"/>
        </a:xfrm>
        <a:custGeom>
          <a:avLst/>
          <a:gdLst/>
          <a:ahLst/>
          <a:cxnLst/>
          <a:rect l="0" t="0" r="0" b="0"/>
          <a:pathLst>
            <a:path>
              <a:moveTo>
                <a:pt x="897956" y="0"/>
              </a:moveTo>
              <a:lnTo>
                <a:pt x="897956" y="70648"/>
              </a:lnTo>
              <a:lnTo>
                <a:pt x="0" y="70648"/>
              </a:lnTo>
              <a:lnTo>
                <a:pt x="0" y="17934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778842" y="794134"/>
          <a:ext cx="517103" cy="274439"/>
        </a:xfrm>
        <a:custGeom>
          <a:avLst/>
          <a:gdLst/>
          <a:ahLst/>
          <a:cxnLst/>
          <a:rect l="0" t="0" r="0" b="0"/>
          <a:pathLst>
            <a:path>
              <a:moveTo>
                <a:pt x="517103" y="0"/>
              </a:moveTo>
              <a:lnTo>
                <a:pt x="517103" y="165742"/>
              </a:lnTo>
              <a:lnTo>
                <a:pt x="0" y="165742"/>
              </a:lnTo>
              <a:lnTo>
                <a:pt x="0" y="27443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A06763-7CD0-41E0-8047-44C9999C84AA}">
      <dsp:nvSpPr>
        <dsp:cNvPr id="0" name=""/>
        <dsp:cNvSpPr/>
      </dsp:nvSpPr>
      <dsp:spPr>
        <a:xfrm>
          <a:off x="663185" y="1624816"/>
          <a:ext cx="217301" cy="1155233"/>
        </a:xfrm>
        <a:custGeom>
          <a:avLst/>
          <a:gdLst/>
          <a:ahLst/>
          <a:cxnLst/>
          <a:rect l="0" t="0" r="0" b="0"/>
          <a:pathLst>
            <a:path>
              <a:moveTo>
                <a:pt x="0" y="0"/>
              </a:moveTo>
              <a:lnTo>
                <a:pt x="0" y="1155233"/>
              </a:lnTo>
              <a:lnTo>
                <a:pt x="217301" y="115523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5B176-3147-4D45-9EF8-CF91B612166F}">
      <dsp:nvSpPr>
        <dsp:cNvPr id="0" name=""/>
        <dsp:cNvSpPr/>
      </dsp:nvSpPr>
      <dsp:spPr>
        <a:xfrm>
          <a:off x="663185" y="1624816"/>
          <a:ext cx="217301" cy="438149"/>
        </a:xfrm>
        <a:custGeom>
          <a:avLst/>
          <a:gdLst/>
          <a:ahLst/>
          <a:cxnLst/>
          <a:rect l="0" t="0" r="0" b="0"/>
          <a:pathLst>
            <a:path>
              <a:moveTo>
                <a:pt x="0" y="0"/>
              </a:moveTo>
              <a:lnTo>
                <a:pt x="0" y="438149"/>
              </a:lnTo>
              <a:lnTo>
                <a:pt x="217301" y="43814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353243" y="794134"/>
          <a:ext cx="2942702" cy="274439"/>
        </a:xfrm>
        <a:custGeom>
          <a:avLst/>
          <a:gdLst/>
          <a:ahLst/>
          <a:cxnLst/>
          <a:rect l="0" t="0" r="0" b="0"/>
          <a:pathLst>
            <a:path>
              <a:moveTo>
                <a:pt x="2942702" y="0"/>
              </a:moveTo>
              <a:lnTo>
                <a:pt x="2942702" y="165742"/>
              </a:lnTo>
              <a:lnTo>
                <a:pt x="0" y="165742"/>
              </a:lnTo>
              <a:lnTo>
                <a:pt x="0" y="27443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331369" y="0"/>
          <a:ext cx="3929151" cy="79413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17 – Validating the requirements</a:t>
          </a:r>
          <a:endParaRPr lang="en-US" sz="1600" kern="1200" dirty="0"/>
        </a:p>
      </dsp:txBody>
      <dsp:txXfrm>
        <a:off x="2331369" y="0"/>
        <a:ext cx="3929151" cy="794134"/>
      </dsp:txXfrm>
    </dsp:sp>
    <dsp:sp modelId="{C9422C4E-2B02-4D33-A16B-EF7B187ECAB7}">
      <dsp:nvSpPr>
        <dsp:cNvPr id="0" name=""/>
        <dsp:cNvSpPr/>
      </dsp:nvSpPr>
      <dsp:spPr>
        <a:xfrm>
          <a:off x="490670" y="1068574"/>
          <a:ext cx="1725145" cy="55624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Why validate the </a:t>
          </a:r>
          <a:r>
            <a:rPr lang="en-US" sz="1200" kern="1200" dirty="0" err="1" smtClean="0"/>
            <a:t>reqs</a:t>
          </a:r>
          <a:r>
            <a:rPr lang="en-US" sz="1200" kern="1200" dirty="0" smtClean="0"/>
            <a:t>.</a:t>
          </a:r>
          <a:endParaRPr lang="en-US" sz="1200" kern="1200" dirty="0"/>
        </a:p>
      </dsp:txBody>
      <dsp:txXfrm>
        <a:off x="490670" y="1068574"/>
        <a:ext cx="1725145" cy="556242"/>
      </dsp:txXfrm>
    </dsp:sp>
    <dsp:sp modelId="{28A90088-1D74-4647-BC3B-F17F2E584608}">
      <dsp:nvSpPr>
        <dsp:cNvPr id="0" name=""/>
        <dsp:cNvSpPr/>
      </dsp:nvSpPr>
      <dsp:spPr>
        <a:xfrm>
          <a:off x="880486" y="1804162"/>
          <a:ext cx="1035215" cy="5176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Verification</a:t>
          </a:r>
          <a:endParaRPr lang="en-US" sz="1200" kern="1200" dirty="0"/>
        </a:p>
      </dsp:txBody>
      <dsp:txXfrm>
        <a:off x="880486" y="1804162"/>
        <a:ext cx="1035215" cy="517607"/>
      </dsp:txXfrm>
    </dsp:sp>
    <dsp:sp modelId="{EF3A83E1-5846-4AE9-8B47-6582C37CA326}">
      <dsp:nvSpPr>
        <dsp:cNvPr id="0" name=""/>
        <dsp:cNvSpPr/>
      </dsp:nvSpPr>
      <dsp:spPr>
        <a:xfrm>
          <a:off x="880486" y="2521246"/>
          <a:ext cx="1035215" cy="5176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Validation</a:t>
          </a:r>
          <a:endParaRPr lang="en-US" sz="1200" kern="1200" dirty="0"/>
        </a:p>
      </dsp:txBody>
      <dsp:txXfrm>
        <a:off x="880486" y="2521246"/>
        <a:ext cx="1035215" cy="517607"/>
      </dsp:txXfrm>
    </dsp:sp>
    <dsp:sp modelId="{02B28F85-DE51-42FF-859E-1DD3A478F426}">
      <dsp:nvSpPr>
        <dsp:cNvPr id="0" name=""/>
        <dsp:cNvSpPr/>
      </dsp:nvSpPr>
      <dsp:spPr>
        <a:xfrm>
          <a:off x="2916269" y="1068574"/>
          <a:ext cx="1725145" cy="55624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Review the </a:t>
          </a:r>
          <a:r>
            <a:rPr lang="en-US" sz="1200" kern="1200" dirty="0" err="1" smtClean="0"/>
            <a:t>reqs</a:t>
          </a:r>
          <a:r>
            <a:rPr lang="en-US" sz="1200" kern="1200" dirty="0" smtClean="0"/>
            <a:t>.</a:t>
          </a:r>
          <a:endParaRPr lang="en-US" sz="1200" kern="1200" dirty="0"/>
        </a:p>
      </dsp:txBody>
      <dsp:txXfrm>
        <a:off x="2916269" y="1068574"/>
        <a:ext cx="1725145" cy="556242"/>
      </dsp:txXfrm>
    </dsp:sp>
    <dsp:sp modelId="{9449DAAE-E410-44C5-A07D-A0445C0B7E6B}">
      <dsp:nvSpPr>
        <dsp:cNvPr id="0" name=""/>
        <dsp:cNvSpPr/>
      </dsp:nvSpPr>
      <dsp:spPr>
        <a:xfrm>
          <a:off x="2133097" y="1804162"/>
          <a:ext cx="1495576" cy="4701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Informal reviews</a:t>
          </a:r>
          <a:endParaRPr lang="en-US" sz="1200" kern="1200" dirty="0"/>
        </a:p>
      </dsp:txBody>
      <dsp:txXfrm>
        <a:off x="2133097" y="1804162"/>
        <a:ext cx="1495576" cy="470143"/>
      </dsp:txXfrm>
    </dsp:sp>
    <dsp:sp modelId="{A38FEF16-A8FD-4584-9ACA-99F20FFA0806}">
      <dsp:nvSpPr>
        <dsp:cNvPr id="0" name=""/>
        <dsp:cNvSpPr/>
      </dsp:nvSpPr>
      <dsp:spPr>
        <a:xfrm>
          <a:off x="2506991" y="2473781"/>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A peer </a:t>
          </a:r>
          <a:r>
            <a:rPr lang="en-US" sz="1200" i="1" kern="1200" smtClean="0">
              <a:solidFill>
                <a:srgbClr val="003399"/>
              </a:solidFill>
            </a:rPr>
            <a:t>deskcheck</a:t>
          </a:r>
          <a:endParaRPr lang="en-US" sz="1200" kern="1200" dirty="0"/>
        </a:p>
      </dsp:txBody>
      <dsp:txXfrm>
        <a:off x="2506991" y="2473781"/>
        <a:ext cx="1035215" cy="517607"/>
      </dsp:txXfrm>
    </dsp:sp>
    <dsp:sp modelId="{68E6DF8D-BB33-4CD7-AD44-C084E5003464}">
      <dsp:nvSpPr>
        <dsp:cNvPr id="0" name=""/>
        <dsp:cNvSpPr/>
      </dsp:nvSpPr>
      <dsp:spPr>
        <a:xfrm>
          <a:off x="2506991" y="3208785"/>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A </a:t>
          </a:r>
          <a:r>
            <a:rPr lang="en-US" sz="1200" i="1" kern="1200" smtClean="0">
              <a:solidFill>
                <a:srgbClr val="003399"/>
              </a:solidFill>
            </a:rPr>
            <a:t>passaround</a:t>
          </a:r>
          <a:endParaRPr lang="en-US" sz="1200" kern="1200" dirty="0"/>
        </a:p>
      </dsp:txBody>
      <dsp:txXfrm>
        <a:off x="2506991" y="3208785"/>
        <a:ext cx="1035215" cy="517607"/>
      </dsp:txXfrm>
    </dsp:sp>
    <dsp:sp modelId="{168B3CEB-9E35-46D7-B338-71F832127F39}">
      <dsp:nvSpPr>
        <dsp:cNvPr id="0" name=""/>
        <dsp:cNvSpPr/>
      </dsp:nvSpPr>
      <dsp:spPr>
        <a:xfrm>
          <a:off x="2506991" y="3943788"/>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A </a:t>
          </a:r>
          <a:r>
            <a:rPr lang="en-US" sz="1200" i="1" kern="1200" smtClean="0">
              <a:solidFill>
                <a:srgbClr val="003399"/>
              </a:solidFill>
            </a:rPr>
            <a:t>walkthrough</a:t>
          </a:r>
          <a:endParaRPr lang="en-US" sz="1200" kern="1200" dirty="0"/>
        </a:p>
      </dsp:txBody>
      <dsp:txXfrm>
        <a:off x="2506991" y="3943788"/>
        <a:ext cx="1035215" cy="517607"/>
      </dsp:txXfrm>
    </dsp:sp>
    <dsp:sp modelId="{B4DA07B5-29B3-4442-A69E-055EEC652BE8}">
      <dsp:nvSpPr>
        <dsp:cNvPr id="0" name=""/>
        <dsp:cNvSpPr/>
      </dsp:nvSpPr>
      <dsp:spPr>
        <a:xfrm>
          <a:off x="3846069" y="1804162"/>
          <a:ext cx="1495576" cy="47014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Formal reviews</a:t>
          </a:r>
          <a:endParaRPr lang="en-US" sz="1200" kern="1200" dirty="0"/>
        </a:p>
      </dsp:txBody>
      <dsp:txXfrm>
        <a:off x="3846069" y="1804162"/>
        <a:ext cx="1495576" cy="470143"/>
      </dsp:txXfrm>
    </dsp:sp>
    <dsp:sp modelId="{6799B363-9D98-4604-A4A4-E9389563C283}">
      <dsp:nvSpPr>
        <dsp:cNvPr id="0" name=""/>
        <dsp:cNvSpPr/>
      </dsp:nvSpPr>
      <dsp:spPr>
        <a:xfrm>
          <a:off x="4219963" y="2473781"/>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The inspection process</a:t>
          </a:r>
          <a:endParaRPr lang="en-US" sz="1200" kern="1200" dirty="0"/>
        </a:p>
      </dsp:txBody>
      <dsp:txXfrm>
        <a:off x="4219963" y="2473781"/>
        <a:ext cx="1035215" cy="517607"/>
      </dsp:txXfrm>
    </dsp:sp>
    <dsp:sp modelId="{2F4B160F-529B-4874-8954-C825E6B6E84C}">
      <dsp:nvSpPr>
        <dsp:cNvPr id="0" name=""/>
        <dsp:cNvSpPr/>
      </dsp:nvSpPr>
      <dsp:spPr>
        <a:xfrm>
          <a:off x="4219963" y="3208785"/>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Defect checklist </a:t>
          </a:r>
          <a:endParaRPr lang="en-US" sz="1200" kern="1200" dirty="0"/>
        </a:p>
      </dsp:txBody>
      <dsp:txXfrm>
        <a:off x="4219963" y="3208785"/>
        <a:ext cx="1035215" cy="517607"/>
      </dsp:txXfrm>
    </dsp:sp>
    <dsp:sp modelId="{7C5450E3-21FF-45C9-A61A-CFD47BF3DD80}">
      <dsp:nvSpPr>
        <dsp:cNvPr id="0" name=""/>
        <dsp:cNvSpPr/>
      </dsp:nvSpPr>
      <dsp:spPr>
        <a:xfrm>
          <a:off x="4219963" y="3943788"/>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review tips</a:t>
          </a:r>
          <a:endParaRPr lang="en-US" sz="1200" kern="1200" dirty="0"/>
        </a:p>
      </dsp:txBody>
      <dsp:txXfrm>
        <a:off x="4219963" y="3943788"/>
        <a:ext cx="1035215" cy="517607"/>
      </dsp:txXfrm>
    </dsp:sp>
    <dsp:sp modelId="{AE5D4A74-AA7A-4BF5-BD2B-D4252AA03B18}">
      <dsp:nvSpPr>
        <dsp:cNvPr id="0" name=""/>
        <dsp:cNvSpPr/>
      </dsp:nvSpPr>
      <dsp:spPr>
        <a:xfrm>
          <a:off x="4219963" y="4678791"/>
          <a:ext cx="1035215" cy="51760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review challenges </a:t>
          </a:r>
          <a:endParaRPr lang="en-US" sz="1200" kern="1200" dirty="0"/>
        </a:p>
      </dsp:txBody>
      <dsp:txXfrm>
        <a:off x="4219963" y="4678791"/>
        <a:ext cx="1035215" cy="517607"/>
      </dsp:txXfrm>
    </dsp:sp>
    <dsp:sp modelId="{1FF2C928-7E62-4953-B1D7-8B0B163A6AFE}">
      <dsp:nvSpPr>
        <dsp:cNvPr id="0" name=""/>
        <dsp:cNvSpPr/>
      </dsp:nvSpPr>
      <dsp:spPr>
        <a:xfrm>
          <a:off x="4858810" y="1075339"/>
          <a:ext cx="1725145" cy="55624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Testing </a:t>
          </a:r>
          <a:r>
            <a:rPr lang="en-US" sz="1200" kern="1200" dirty="0" err="1" smtClean="0"/>
            <a:t>reqs</a:t>
          </a:r>
          <a:r>
            <a:rPr lang="en-US" sz="1200" kern="1200" dirty="0" smtClean="0"/>
            <a:t>.</a:t>
          </a:r>
          <a:endParaRPr lang="en-US" sz="1200" kern="1200" dirty="0"/>
        </a:p>
      </dsp:txBody>
      <dsp:txXfrm>
        <a:off x="4858810" y="1075339"/>
        <a:ext cx="1725145" cy="556242"/>
      </dsp:txXfrm>
    </dsp:sp>
    <dsp:sp modelId="{3FE29DE7-91AC-456D-96C3-01A8723E90DD}">
      <dsp:nvSpPr>
        <dsp:cNvPr id="0" name=""/>
        <dsp:cNvSpPr/>
      </dsp:nvSpPr>
      <dsp:spPr>
        <a:xfrm>
          <a:off x="6759881" y="1075339"/>
          <a:ext cx="1477718" cy="51760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Validating with…</a:t>
          </a:r>
          <a:endParaRPr lang="en-US" sz="1200" kern="1200" dirty="0"/>
        </a:p>
      </dsp:txBody>
      <dsp:txXfrm>
        <a:off x="6759881" y="1075339"/>
        <a:ext cx="1477718" cy="517607"/>
      </dsp:txXfrm>
    </dsp:sp>
    <dsp:sp modelId="{6B6FF532-E374-4C3C-9AE6-B33C87D175C6}">
      <dsp:nvSpPr>
        <dsp:cNvPr id="0" name=""/>
        <dsp:cNvSpPr/>
      </dsp:nvSpPr>
      <dsp:spPr>
        <a:xfrm>
          <a:off x="7129310" y="1765528"/>
          <a:ext cx="1035215" cy="5176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Acceptance criteria</a:t>
          </a:r>
          <a:endParaRPr lang="en-US" sz="1200" kern="1200" dirty="0"/>
        </a:p>
      </dsp:txBody>
      <dsp:txXfrm>
        <a:off x="7129310" y="1765528"/>
        <a:ext cx="1035215" cy="517607"/>
      </dsp:txXfrm>
    </dsp:sp>
    <dsp:sp modelId="{A5C492F6-2C14-4789-99A7-8336CA11E5E6}">
      <dsp:nvSpPr>
        <dsp:cNvPr id="0" name=""/>
        <dsp:cNvSpPr/>
      </dsp:nvSpPr>
      <dsp:spPr>
        <a:xfrm>
          <a:off x="7129310" y="2482612"/>
          <a:ext cx="1035215" cy="5176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Acceptance tests</a:t>
          </a:r>
          <a:endParaRPr lang="en-US" sz="1200" kern="1200" dirty="0"/>
        </a:p>
      </dsp:txBody>
      <dsp:txXfrm>
        <a:off x="7129310" y="2482612"/>
        <a:ext cx="1035215" cy="51760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9A23A9-4517-497A-94F6-22E99AD37E9B}" type="datetimeFigureOut">
              <a:rPr lang="en-US" smtClean="0"/>
              <a:t>11/03/2020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61F988-C01C-45E5-800B-54F342594D8A}" type="slidenum">
              <a:rPr lang="en-US" smtClean="0"/>
              <a:t>‹#›</a:t>
            </a:fld>
            <a:endParaRPr lang="en-US"/>
          </a:p>
        </p:txBody>
      </p:sp>
    </p:spTree>
    <p:extLst>
      <p:ext uri="{BB962C8B-B14F-4D97-AF65-F5344CB8AC3E}">
        <p14:creationId xmlns:p14="http://schemas.microsoft.com/office/powerpoint/2010/main" val="69299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2076913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3072073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19</a:t>
            </a:fld>
            <a:endParaRPr lang="en-US"/>
          </a:p>
        </p:txBody>
      </p:sp>
    </p:spTree>
    <p:extLst>
      <p:ext uri="{BB962C8B-B14F-4D97-AF65-F5344CB8AC3E}">
        <p14:creationId xmlns:p14="http://schemas.microsoft.com/office/powerpoint/2010/main" val="2579758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3621506"/>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17: Validating the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1011873"/>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17: Validating the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47423361"/>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17: Validating the requirements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5300624"/>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17: Validating the requirements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1115371"/>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17: Validating the requirements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54047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31896" y="4239491"/>
            <a:ext cx="4950338" cy="1496291"/>
          </a:xfrm>
        </p:spPr>
        <p:txBody>
          <a:bodyPr>
            <a:normAutofit/>
          </a:bodyPr>
          <a:lstStyle/>
          <a:p>
            <a:r>
              <a:rPr lang="en-US" sz="2400" dirty="0"/>
              <a:t>CHAPTER </a:t>
            </a:r>
            <a:r>
              <a:rPr lang="en-US" sz="2400" dirty="0" smtClean="0"/>
              <a:t>17</a:t>
            </a:r>
            <a:br>
              <a:rPr lang="en-US" sz="2400" dirty="0" smtClean="0"/>
            </a:br>
            <a:r>
              <a:rPr lang="en-US" dirty="0"/>
              <a:t/>
            </a:r>
            <a:br>
              <a:rPr lang="en-US" dirty="0"/>
            </a:br>
            <a:r>
              <a:rPr lang="en-US" dirty="0"/>
              <a:t>Validating the requirements</a:t>
            </a:r>
          </a:p>
        </p:txBody>
      </p:sp>
    </p:spTree>
    <p:extLst>
      <p:ext uri="{BB962C8B-B14F-4D97-AF65-F5344CB8AC3E}">
        <p14:creationId xmlns:p14="http://schemas.microsoft.com/office/powerpoint/2010/main" val="273256967"/>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16</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907512636"/>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4790244"/>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3" y="1205346"/>
            <a:ext cx="8617527" cy="5001490"/>
          </a:xfrm>
        </p:spPr>
        <p:txBody>
          <a:bodyPr>
            <a:normAutofit/>
          </a:bodyPr>
          <a:lstStyle/>
          <a:p>
            <a:r>
              <a:rPr lang="en-US" dirty="0"/>
              <a:t>Help student understand </a:t>
            </a:r>
            <a:r>
              <a:rPr lang="en-US" dirty="0" smtClean="0"/>
              <a:t>detecting </a:t>
            </a:r>
            <a:r>
              <a:rPr lang="en-US" dirty="0"/>
              <a:t>errors in the requirements specifications will save time and money</a:t>
            </a:r>
            <a:r>
              <a:rPr lang="en-US" dirty="0" smtClean="0"/>
              <a:t>.</a:t>
            </a:r>
          </a:p>
          <a:p>
            <a:r>
              <a:rPr lang="en-US" dirty="0" smtClean="0"/>
              <a:t>Student could enhance starting test </a:t>
            </a:r>
            <a:r>
              <a:rPr lang="en-US" dirty="0"/>
              <a:t>planning and test-case development in parallel with requirements  development, </a:t>
            </a:r>
            <a:r>
              <a:rPr lang="en-US" dirty="0" smtClean="0"/>
              <a:t>they will </a:t>
            </a:r>
            <a:r>
              <a:rPr lang="en-US" dirty="0"/>
              <a:t>detect many errors shortly after they’re introduced. </a:t>
            </a:r>
            <a:endParaRPr lang="en-US" dirty="0" smtClean="0"/>
          </a:p>
          <a:p>
            <a:endParaRPr lang="en-US" dirty="0"/>
          </a:p>
        </p:txBody>
      </p:sp>
      <p:sp>
        <p:nvSpPr>
          <p:cNvPr id="2" name="Title 1"/>
          <p:cNvSpPr>
            <a:spLocks noGrp="1"/>
          </p:cNvSpPr>
          <p:nvPr>
            <p:ph type="title"/>
          </p:nvPr>
        </p:nvSpPr>
        <p:spPr>
          <a:xfrm>
            <a:off x="2819400" y="27105"/>
            <a:ext cx="6324600" cy="1053550"/>
          </a:xfrm>
        </p:spPr>
        <p:txBody>
          <a:bodyPr/>
          <a:lstStyle/>
          <a:p>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6629400" y="3950710"/>
            <a:ext cx="2143125" cy="2143125"/>
          </a:xfrm>
          <a:prstGeom prst="rect">
            <a:avLst/>
          </a:prstGeom>
        </p:spPr>
      </p:pic>
    </p:spTree>
    <p:extLst>
      <p:ext uri="{BB962C8B-B14F-4D97-AF65-F5344CB8AC3E}">
        <p14:creationId xmlns:p14="http://schemas.microsoft.com/office/powerpoint/2010/main" val="999495657"/>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745" y="1149928"/>
            <a:ext cx="7722755" cy="4819072"/>
          </a:xfrm>
        </p:spPr>
        <p:txBody>
          <a:bodyPr>
            <a:normAutofit/>
          </a:bodyPr>
          <a:lstStyle/>
          <a:p>
            <a:pPr marL="342900" indent="-342900">
              <a:buFont typeface="+mj-lt"/>
              <a:buAutoNum type="arabicPeriod"/>
            </a:pPr>
            <a:r>
              <a:rPr lang="en-US" sz="3200" dirty="0" smtClean="0"/>
              <a:t>Why validate the requirements?</a:t>
            </a:r>
          </a:p>
          <a:p>
            <a:pPr marL="342900" indent="-342900">
              <a:buFont typeface="+mj-lt"/>
              <a:buAutoNum type="arabicPeriod"/>
            </a:pPr>
            <a:r>
              <a:rPr lang="en-US" sz="3200" dirty="0"/>
              <a:t>Validation and </a:t>
            </a:r>
            <a:r>
              <a:rPr lang="en-US" sz="3200" dirty="0" smtClean="0"/>
              <a:t>verification.</a:t>
            </a:r>
            <a:endParaRPr lang="en-US" sz="3200" dirty="0"/>
          </a:p>
          <a:p>
            <a:pPr marL="342900" indent="-342900">
              <a:buFont typeface="+mj-lt"/>
              <a:buAutoNum type="arabicPeriod"/>
            </a:pPr>
            <a:r>
              <a:rPr lang="en-US" sz="3200" dirty="0"/>
              <a:t>Reviewing </a:t>
            </a:r>
            <a:r>
              <a:rPr lang="en-US" sz="3200" dirty="0" smtClean="0"/>
              <a:t>requirements.</a:t>
            </a:r>
          </a:p>
          <a:p>
            <a:pPr marL="342900" indent="-342900">
              <a:buFont typeface="+mj-lt"/>
              <a:buAutoNum type="arabicPeriod"/>
            </a:pPr>
            <a:r>
              <a:rPr lang="en-US" sz="3200" dirty="0"/>
              <a:t>Prototyping </a:t>
            </a:r>
            <a:r>
              <a:rPr lang="en-US" sz="3200" dirty="0" smtClean="0"/>
              <a:t>requirements.</a:t>
            </a:r>
            <a:endParaRPr lang="en-US" sz="3200" dirty="0"/>
          </a:p>
          <a:p>
            <a:pPr marL="342900" indent="-342900">
              <a:buFont typeface="+mj-lt"/>
              <a:buAutoNum type="arabicPeriod"/>
            </a:pPr>
            <a:r>
              <a:rPr lang="en-US" sz="3200" dirty="0"/>
              <a:t>Testing the </a:t>
            </a:r>
            <a:r>
              <a:rPr lang="en-US" sz="3200" dirty="0" smtClean="0"/>
              <a:t>requirements.</a:t>
            </a:r>
            <a:endParaRPr lang="en-US" sz="3200" dirty="0"/>
          </a:p>
          <a:p>
            <a:pPr marL="342900" indent="-342900">
              <a:buFont typeface="+mj-lt"/>
              <a:buAutoNum type="arabicPeriod"/>
            </a:pPr>
            <a:r>
              <a:rPr lang="en-US" sz="3200" dirty="0"/>
              <a:t>Validating requirements with acceptance </a:t>
            </a:r>
            <a:r>
              <a:rPr lang="en-US" sz="3200" dirty="0" smtClean="0"/>
              <a:t>criteria.</a:t>
            </a:r>
            <a:endParaRPr lang="en-US" sz="3200" dirty="0"/>
          </a:p>
          <a:p>
            <a:pPr marL="342900" indent="-342900">
              <a:buFont typeface="+mj-lt"/>
              <a:buAutoNum type="arabicPeriod"/>
            </a:pPr>
            <a:endParaRPr lang="en-US" sz="3200" dirty="0"/>
          </a:p>
        </p:txBody>
      </p:sp>
      <p:sp>
        <p:nvSpPr>
          <p:cNvPr id="2" name="Title 1"/>
          <p:cNvSpPr>
            <a:spLocks noGrp="1"/>
          </p:cNvSpPr>
          <p:nvPr>
            <p:ph type="title"/>
          </p:nvPr>
        </p:nvSpPr>
        <p:spPr>
          <a:xfrm>
            <a:off x="3853114" y="0"/>
            <a:ext cx="5290886" cy="1032060"/>
          </a:xfrm>
        </p:spPr>
        <p:txBody>
          <a:bodyPr>
            <a:noAutofit/>
          </a:bodyPr>
          <a:lstStyle/>
          <a:p>
            <a:r>
              <a:rPr lang="en-US" sz="3200" dirty="0" smtClean="0"/>
              <a:t/>
            </a:r>
            <a:br>
              <a:rPr lang="en-US" sz="3200" dirty="0" smtClean="0"/>
            </a:br>
            <a:r>
              <a:rPr lang="en-US" sz="3200" dirty="0" smtClean="0"/>
              <a:t>Contents</a:t>
            </a:r>
            <a:br>
              <a:rPr lang="en-US" sz="3200" dirty="0" smtClean="0"/>
            </a:br>
            <a:endParaRPr lang="en-US" sz="3200" dirty="0"/>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pic>
        <p:nvPicPr>
          <p:cNvPr id="6" name="Picture 5"/>
          <p:cNvPicPr>
            <a:picLocks noChangeAspect="1"/>
          </p:cNvPicPr>
          <p:nvPr/>
        </p:nvPicPr>
        <p:blipFill>
          <a:blip r:embed="rId2"/>
          <a:stretch>
            <a:fillRect/>
          </a:stretch>
        </p:blipFill>
        <p:spPr>
          <a:xfrm>
            <a:off x="6826827" y="1465355"/>
            <a:ext cx="2057400" cy="2228850"/>
          </a:xfrm>
          <a:prstGeom prst="rect">
            <a:avLst/>
          </a:prstGeom>
        </p:spPr>
      </p:pic>
    </p:spTree>
    <p:extLst>
      <p:ext uri="{BB962C8B-B14F-4D97-AF65-F5344CB8AC3E}">
        <p14:creationId xmlns:p14="http://schemas.microsoft.com/office/powerpoint/2010/main" val="2238106630"/>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39695"/>
          </a:xfrm>
        </p:spPr>
        <p:txBody>
          <a:bodyPr>
            <a:normAutofit/>
          </a:bodyPr>
          <a:lstStyle/>
          <a:p>
            <a:r>
              <a:rPr lang="en-US" sz="3200" dirty="0"/>
              <a:t>Why validate the requirements</a:t>
            </a:r>
            <a:r>
              <a:rPr lang="en-US" sz="3200" dirty="0" smtClean="0"/>
              <a:t>?</a:t>
            </a:r>
            <a:endParaRPr lang="en-US" sz="3200" dirty="0"/>
          </a:p>
        </p:txBody>
      </p:sp>
      <p:pic>
        <p:nvPicPr>
          <p:cNvPr id="4" name="Picture 3"/>
          <p:cNvPicPr>
            <a:picLocks noChangeAspect="1"/>
          </p:cNvPicPr>
          <p:nvPr/>
        </p:nvPicPr>
        <p:blipFill>
          <a:blip r:embed="rId2"/>
          <a:stretch>
            <a:fillRect/>
          </a:stretch>
        </p:blipFill>
        <p:spPr>
          <a:xfrm>
            <a:off x="468118" y="2413965"/>
            <a:ext cx="8374016" cy="3851464"/>
          </a:xfrm>
          <a:prstGeom prst="rect">
            <a:avLst/>
          </a:prstGeom>
        </p:spPr>
      </p:pic>
      <p:sp>
        <p:nvSpPr>
          <p:cNvPr id="3" name="Footer Placeholder 2"/>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
        <p:nvSpPr>
          <p:cNvPr id="6" name="Content Placeholder 2"/>
          <p:cNvSpPr>
            <a:spLocks noGrp="1"/>
          </p:cNvSpPr>
          <p:nvPr>
            <p:ph idx="1"/>
          </p:nvPr>
        </p:nvSpPr>
        <p:spPr>
          <a:xfrm>
            <a:off x="166255" y="1066800"/>
            <a:ext cx="8797635" cy="1256245"/>
          </a:xfrm>
        </p:spPr>
        <p:txBody>
          <a:bodyPr>
            <a:normAutofit fontScale="62500" lnSpcReduction="20000"/>
          </a:bodyPr>
          <a:lstStyle/>
          <a:p>
            <a:r>
              <a:rPr lang="en-US" dirty="0"/>
              <a:t>One study found that it took an average of </a:t>
            </a:r>
            <a:r>
              <a:rPr lang="en-US" dirty="0">
                <a:solidFill>
                  <a:srgbClr val="FF0000"/>
                </a:solidFill>
              </a:rPr>
              <a:t>30</a:t>
            </a:r>
            <a:r>
              <a:rPr lang="en-US" dirty="0"/>
              <a:t> minutes to fix a defect discovered during the requirements phase. In contrast, </a:t>
            </a:r>
            <a:r>
              <a:rPr lang="en-US" dirty="0">
                <a:solidFill>
                  <a:srgbClr val="FF0000"/>
                </a:solidFill>
              </a:rPr>
              <a:t>5 to 17 </a:t>
            </a:r>
            <a:r>
              <a:rPr lang="en-US" dirty="0"/>
              <a:t>hours were needed to correct a defect identified during system </a:t>
            </a:r>
            <a:r>
              <a:rPr lang="en-US" dirty="0" smtClean="0"/>
              <a:t>testing. </a:t>
            </a:r>
          </a:p>
          <a:p>
            <a:r>
              <a:rPr lang="en-US" dirty="0"/>
              <a:t>If you start your test planning and test-case development in parallel with requirements development, you’ll detect many errors shortly after they’re </a:t>
            </a:r>
            <a:r>
              <a:rPr lang="en-US" dirty="0" smtClean="0"/>
              <a:t>introduced.</a:t>
            </a:r>
            <a:endParaRPr lang="en-US" dirty="0"/>
          </a:p>
        </p:txBody>
      </p:sp>
    </p:spTree>
    <p:extLst>
      <p:ext uri="{BB962C8B-B14F-4D97-AF65-F5344CB8AC3E}">
        <p14:creationId xmlns:p14="http://schemas.microsoft.com/office/powerpoint/2010/main" val="813909366"/>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2" y="1155700"/>
            <a:ext cx="8728363" cy="5168900"/>
          </a:xfrm>
        </p:spPr>
        <p:txBody>
          <a:bodyPr>
            <a:normAutofit fontScale="77500" lnSpcReduction="20000"/>
          </a:bodyPr>
          <a:lstStyle/>
          <a:p>
            <a:pPr marL="0" indent="0">
              <a:buNone/>
            </a:pPr>
            <a:r>
              <a:rPr lang="en-US" b="1" dirty="0" smtClean="0">
                <a:solidFill>
                  <a:srgbClr val="003399"/>
                </a:solidFill>
              </a:rPr>
              <a:t>Verification</a:t>
            </a:r>
            <a:r>
              <a:rPr lang="en-US" dirty="0" smtClean="0"/>
              <a:t> </a:t>
            </a:r>
            <a:r>
              <a:rPr lang="en-US" sz="2100" dirty="0" smtClean="0"/>
              <a:t>(</a:t>
            </a:r>
            <a:r>
              <a:rPr lang="en-US" sz="2100" dirty="0" err="1" smtClean="0"/>
              <a:t>kiểm</a:t>
            </a:r>
            <a:r>
              <a:rPr lang="en-US" sz="2100" dirty="0" smtClean="0"/>
              <a:t> </a:t>
            </a:r>
            <a:r>
              <a:rPr lang="en-US" sz="2100" dirty="0" err="1" smtClean="0"/>
              <a:t>tra</a:t>
            </a:r>
            <a:r>
              <a:rPr lang="en-US" sz="2100" dirty="0" smtClean="0"/>
              <a:t>)</a:t>
            </a:r>
            <a:r>
              <a:rPr lang="en-US" dirty="0" smtClean="0"/>
              <a:t> determines </a:t>
            </a:r>
            <a:r>
              <a:rPr lang="en-US" dirty="0"/>
              <a:t>whether the product of some development activity meets its requirements (doing the thing right). </a:t>
            </a:r>
            <a:endParaRPr lang="en-US" dirty="0" smtClean="0"/>
          </a:p>
          <a:p>
            <a:pPr marL="0" indent="0">
              <a:buNone/>
            </a:pPr>
            <a:r>
              <a:rPr lang="en-US" b="1" dirty="0" smtClean="0">
                <a:solidFill>
                  <a:srgbClr val="003399"/>
                </a:solidFill>
              </a:rPr>
              <a:t>Validation</a:t>
            </a:r>
            <a:r>
              <a:rPr lang="en-US" dirty="0" smtClean="0"/>
              <a:t> </a:t>
            </a:r>
            <a:r>
              <a:rPr lang="en-US" sz="2100" dirty="0" smtClean="0"/>
              <a:t>(</a:t>
            </a:r>
            <a:r>
              <a:rPr lang="en-US" sz="2100" dirty="0" err="1" smtClean="0"/>
              <a:t>sự</a:t>
            </a:r>
            <a:r>
              <a:rPr lang="en-US" sz="2100" dirty="0" smtClean="0"/>
              <a:t> </a:t>
            </a:r>
            <a:r>
              <a:rPr lang="en-US" sz="2100" dirty="0" err="1" smtClean="0"/>
              <a:t>thông</a:t>
            </a:r>
            <a:r>
              <a:rPr lang="en-US" sz="2100" dirty="0" smtClean="0"/>
              <a:t> qua) </a:t>
            </a:r>
            <a:r>
              <a:rPr lang="en-US" dirty="0" smtClean="0"/>
              <a:t>assesses </a:t>
            </a:r>
            <a:r>
              <a:rPr lang="en-US" dirty="0"/>
              <a:t>whether a product satisfies customer needs (doing the right thing). </a:t>
            </a:r>
          </a:p>
          <a:p>
            <a:pPr marL="0" indent="0">
              <a:buNone/>
            </a:pPr>
            <a:r>
              <a:rPr lang="en-US" b="1" dirty="0" smtClean="0"/>
              <a:t>Requirements </a:t>
            </a:r>
            <a:r>
              <a:rPr lang="en-US" b="1" dirty="0">
                <a:solidFill>
                  <a:srgbClr val="003399"/>
                </a:solidFill>
              </a:rPr>
              <a:t>validation</a:t>
            </a:r>
            <a:r>
              <a:rPr lang="en-US" b="1" dirty="0"/>
              <a:t> </a:t>
            </a:r>
            <a:r>
              <a:rPr lang="en-US" b="1" dirty="0" smtClean="0"/>
              <a:t>activities:</a:t>
            </a:r>
          </a:p>
          <a:p>
            <a:r>
              <a:rPr lang="en-US" dirty="0" smtClean="0"/>
              <a:t>The </a:t>
            </a:r>
            <a:r>
              <a:rPr lang="en-US" dirty="0"/>
              <a:t>software requirements accurately describe the intended system capabilities and properties that will satisfy the various stakeholders’ </a:t>
            </a:r>
            <a:r>
              <a:rPr lang="en-US" dirty="0" smtClean="0"/>
              <a:t>needs.</a:t>
            </a:r>
          </a:p>
          <a:p>
            <a:r>
              <a:rPr lang="en-US" dirty="0" smtClean="0"/>
              <a:t>The </a:t>
            </a:r>
            <a:r>
              <a:rPr lang="en-US" dirty="0"/>
              <a:t>software requirements are correctly derived from the business requirements, system requirements, business rules, and other sources. </a:t>
            </a:r>
          </a:p>
          <a:p>
            <a:r>
              <a:rPr lang="en-US" dirty="0" smtClean="0"/>
              <a:t>The </a:t>
            </a:r>
            <a:r>
              <a:rPr lang="en-US" dirty="0"/>
              <a:t>requirements are complete, feasible, and verifiable</a:t>
            </a:r>
            <a:r>
              <a:rPr lang="en-US" dirty="0" smtClean="0"/>
              <a:t>.</a:t>
            </a:r>
          </a:p>
          <a:p>
            <a:r>
              <a:rPr lang="en-US" dirty="0" smtClean="0"/>
              <a:t>All </a:t>
            </a:r>
            <a:r>
              <a:rPr lang="en-US" dirty="0"/>
              <a:t>requirements are necessary, and the entire set is sufficient to meet the business </a:t>
            </a:r>
            <a:r>
              <a:rPr lang="en-US" dirty="0" smtClean="0"/>
              <a:t>objectives.</a:t>
            </a:r>
          </a:p>
          <a:p>
            <a:r>
              <a:rPr lang="en-US" dirty="0" smtClean="0"/>
              <a:t>All </a:t>
            </a:r>
            <a:r>
              <a:rPr lang="en-US" dirty="0"/>
              <a:t>requirements representations are consistent with each other. </a:t>
            </a:r>
          </a:p>
          <a:p>
            <a:r>
              <a:rPr lang="en-US" dirty="0" smtClean="0"/>
              <a:t>The </a:t>
            </a:r>
            <a:r>
              <a:rPr lang="en-US" dirty="0"/>
              <a:t>requirements provide an adequate basis to proceed with design and </a:t>
            </a:r>
            <a:r>
              <a:rPr lang="en-US" dirty="0" smtClean="0"/>
              <a:t>construction.</a:t>
            </a:r>
            <a:endParaRPr lang="en-US" dirty="0"/>
          </a:p>
        </p:txBody>
      </p:sp>
      <p:sp>
        <p:nvSpPr>
          <p:cNvPr id="2" name="Title 1"/>
          <p:cNvSpPr>
            <a:spLocks noGrp="1"/>
          </p:cNvSpPr>
          <p:nvPr>
            <p:ph type="title"/>
          </p:nvPr>
        </p:nvSpPr>
        <p:spPr/>
        <p:txBody>
          <a:bodyPr/>
          <a:lstStyle/>
          <a:p>
            <a:r>
              <a:rPr lang="en-US"/>
              <a:t>Validation and verification</a:t>
            </a:r>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3069417462"/>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4" y="1039091"/>
            <a:ext cx="8728362" cy="5349009"/>
          </a:xfrm>
        </p:spPr>
        <p:txBody>
          <a:bodyPr>
            <a:normAutofit fontScale="77500" lnSpcReduction="20000"/>
          </a:bodyPr>
          <a:lstStyle/>
          <a:p>
            <a:r>
              <a:rPr lang="en-US" dirty="0" smtClean="0"/>
              <a:t>Reviewing </a:t>
            </a:r>
            <a:r>
              <a:rPr lang="en-US" dirty="0"/>
              <a:t>requirements is a powerful technique for identifying  ambiguous or unverifiable requirements, requirements that aren’t defined clearly enough for design to begin, and other </a:t>
            </a:r>
            <a:r>
              <a:rPr lang="en-US" dirty="0" smtClean="0"/>
              <a:t>problems.</a:t>
            </a:r>
            <a:endParaRPr lang="en-US" dirty="0" smtClean="0"/>
          </a:p>
          <a:p>
            <a:r>
              <a:rPr lang="en-US" dirty="0"/>
              <a:t> </a:t>
            </a:r>
            <a:r>
              <a:rPr lang="en-US" dirty="0">
                <a:solidFill>
                  <a:srgbClr val="003399"/>
                </a:solidFill>
              </a:rPr>
              <a:t>Informal</a:t>
            </a:r>
            <a:r>
              <a:rPr lang="en-US" dirty="0"/>
              <a:t> review </a:t>
            </a:r>
            <a:r>
              <a:rPr lang="en-US" dirty="0" smtClean="0"/>
              <a:t>approaches:</a:t>
            </a:r>
          </a:p>
          <a:p>
            <a:pPr lvl="1"/>
            <a:r>
              <a:rPr lang="en-US" dirty="0"/>
              <a:t> </a:t>
            </a:r>
            <a:r>
              <a:rPr lang="en-US" dirty="0" smtClean="0"/>
              <a:t>A </a:t>
            </a:r>
            <a:r>
              <a:rPr lang="en-US" dirty="0"/>
              <a:t>peer </a:t>
            </a:r>
            <a:r>
              <a:rPr lang="en-US" i="1" dirty="0" err="1" smtClean="0">
                <a:solidFill>
                  <a:srgbClr val="003399"/>
                </a:solidFill>
              </a:rPr>
              <a:t>deskcheck</a:t>
            </a:r>
            <a:r>
              <a:rPr lang="en-US" dirty="0" smtClean="0"/>
              <a:t>, in </a:t>
            </a:r>
            <a:r>
              <a:rPr lang="en-US" dirty="0"/>
              <a:t>which you ask one colleague to look over your work product.</a:t>
            </a:r>
          </a:p>
          <a:p>
            <a:pPr lvl="1"/>
            <a:r>
              <a:rPr lang="en-US" dirty="0" smtClean="0"/>
              <a:t> </a:t>
            </a:r>
            <a:r>
              <a:rPr lang="en-US" dirty="0"/>
              <a:t>A </a:t>
            </a:r>
            <a:r>
              <a:rPr lang="en-US" i="1" dirty="0" err="1" smtClean="0">
                <a:solidFill>
                  <a:srgbClr val="003399"/>
                </a:solidFill>
              </a:rPr>
              <a:t>passaround</a:t>
            </a:r>
            <a:r>
              <a:rPr lang="en-US" i="1" dirty="0" smtClean="0">
                <a:solidFill>
                  <a:srgbClr val="003399"/>
                </a:solidFill>
              </a:rPr>
              <a:t> </a:t>
            </a:r>
            <a:r>
              <a:rPr lang="en-US" sz="1700" i="1" dirty="0" smtClean="0">
                <a:solidFill>
                  <a:srgbClr val="003399"/>
                </a:solidFill>
              </a:rPr>
              <a:t>(</a:t>
            </a:r>
            <a:r>
              <a:rPr lang="en-US" sz="1700" i="1" dirty="0" err="1" smtClean="0">
                <a:solidFill>
                  <a:srgbClr val="003399"/>
                </a:solidFill>
              </a:rPr>
              <a:t>vượt</a:t>
            </a:r>
            <a:r>
              <a:rPr lang="en-US" sz="1700" i="1" dirty="0" smtClean="0">
                <a:solidFill>
                  <a:srgbClr val="003399"/>
                </a:solidFill>
              </a:rPr>
              <a:t> qua </a:t>
            </a:r>
            <a:r>
              <a:rPr lang="en-US" sz="1700" i="1" dirty="0" err="1" smtClean="0">
                <a:solidFill>
                  <a:srgbClr val="003399"/>
                </a:solidFill>
              </a:rPr>
              <a:t>xung</a:t>
            </a:r>
            <a:r>
              <a:rPr lang="en-US" sz="1700" i="1" dirty="0" smtClean="0">
                <a:solidFill>
                  <a:srgbClr val="003399"/>
                </a:solidFill>
              </a:rPr>
              <a:t> </a:t>
            </a:r>
            <a:r>
              <a:rPr lang="en-US" sz="1700" i="1" dirty="0" err="1" smtClean="0">
                <a:solidFill>
                  <a:srgbClr val="003399"/>
                </a:solidFill>
              </a:rPr>
              <a:t>quanh</a:t>
            </a:r>
            <a:r>
              <a:rPr lang="en-US" sz="1700" i="1" dirty="0" smtClean="0">
                <a:solidFill>
                  <a:srgbClr val="003399"/>
                </a:solidFill>
              </a:rPr>
              <a:t>)</a:t>
            </a:r>
            <a:r>
              <a:rPr lang="en-US" dirty="0" smtClean="0"/>
              <a:t>, in </a:t>
            </a:r>
            <a:r>
              <a:rPr lang="en-US" dirty="0"/>
              <a:t>which you invite several colleagues to examine a deliverable </a:t>
            </a:r>
            <a:r>
              <a:rPr lang="en-US" dirty="0" smtClean="0"/>
              <a:t>concurrently.</a:t>
            </a:r>
            <a:endParaRPr lang="en-US" dirty="0"/>
          </a:p>
          <a:p>
            <a:pPr lvl="1"/>
            <a:r>
              <a:rPr lang="en-US" dirty="0" smtClean="0"/>
              <a:t>A </a:t>
            </a:r>
            <a:r>
              <a:rPr lang="en-US" i="1" dirty="0" smtClean="0">
                <a:solidFill>
                  <a:srgbClr val="003399"/>
                </a:solidFill>
              </a:rPr>
              <a:t>walkthrough </a:t>
            </a:r>
            <a:r>
              <a:rPr lang="en-US" sz="1700" i="1" dirty="0" smtClean="0">
                <a:solidFill>
                  <a:srgbClr val="003399"/>
                </a:solidFill>
              </a:rPr>
              <a:t>(</a:t>
            </a:r>
            <a:r>
              <a:rPr lang="en-US" sz="1700" i="1" dirty="0" err="1" smtClean="0">
                <a:solidFill>
                  <a:srgbClr val="003399"/>
                </a:solidFill>
              </a:rPr>
              <a:t>diễn</a:t>
            </a:r>
            <a:r>
              <a:rPr lang="en-US" sz="1700" i="1" dirty="0" smtClean="0">
                <a:solidFill>
                  <a:srgbClr val="003399"/>
                </a:solidFill>
              </a:rPr>
              <a:t> </a:t>
            </a:r>
            <a:r>
              <a:rPr lang="en-US" sz="1700" i="1" dirty="0" err="1" smtClean="0">
                <a:solidFill>
                  <a:srgbClr val="003399"/>
                </a:solidFill>
              </a:rPr>
              <a:t>tập</a:t>
            </a:r>
            <a:r>
              <a:rPr lang="en-US" sz="1700" i="1" dirty="0" smtClean="0">
                <a:solidFill>
                  <a:srgbClr val="003399"/>
                </a:solidFill>
              </a:rPr>
              <a:t>)</a:t>
            </a:r>
            <a:r>
              <a:rPr lang="en-US" dirty="0" smtClean="0"/>
              <a:t>, </a:t>
            </a:r>
            <a:r>
              <a:rPr lang="en-US" dirty="0"/>
              <a:t>during which the author describes a deliverable and solicits comments on it.</a:t>
            </a:r>
          </a:p>
          <a:p>
            <a:r>
              <a:rPr lang="en-US" dirty="0"/>
              <a:t>The best-established type of </a:t>
            </a:r>
            <a:r>
              <a:rPr lang="en-US" dirty="0">
                <a:solidFill>
                  <a:srgbClr val="003399"/>
                </a:solidFill>
              </a:rPr>
              <a:t>formal</a:t>
            </a:r>
            <a:r>
              <a:rPr lang="en-US" dirty="0"/>
              <a:t> peer review is called an </a:t>
            </a:r>
            <a:r>
              <a:rPr lang="en-US" i="1" dirty="0" smtClean="0">
                <a:solidFill>
                  <a:srgbClr val="C00000"/>
                </a:solidFill>
              </a:rPr>
              <a:t>inspection</a:t>
            </a:r>
            <a:r>
              <a:rPr lang="en-US" i="1" dirty="0" smtClean="0"/>
              <a:t> </a:t>
            </a:r>
            <a:r>
              <a:rPr lang="en-US" sz="1900" i="1" dirty="0" smtClean="0"/>
              <a:t>(thanh </a:t>
            </a:r>
            <a:r>
              <a:rPr lang="en-US" sz="1900" i="1" dirty="0" err="1" smtClean="0"/>
              <a:t>tra</a:t>
            </a:r>
            <a:r>
              <a:rPr lang="en-US" sz="1900" i="1" dirty="0" smtClean="0"/>
              <a:t>)</a:t>
            </a:r>
            <a:r>
              <a:rPr lang="en-US" dirty="0" smtClean="0"/>
              <a:t>. </a:t>
            </a:r>
            <a:r>
              <a:rPr lang="en-US" dirty="0"/>
              <a:t>Inspection of requirements documents is one of the highest-leverage software quality techniques available.</a:t>
            </a:r>
            <a:r>
              <a:rPr lang="en-US" dirty="0" smtClean="0"/>
              <a:t> </a:t>
            </a:r>
          </a:p>
          <a:p>
            <a:r>
              <a:rPr lang="en-US" dirty="0" smtClean="0"/>
              <a:t>There are many types used to review requirements as follows:</a:t>
            </a:r>
          </a:p>
          <a:p>
            <a:pPr lvl="1"/>
            <a:r>
              <a:rPr lang="en-US" dirty="0" smtClean="0"/>
              <a:t>The </a:t>
            </a:r>
            <a:r>
              <a:rPr lang="en-US" dirty="0"/>
              <a:t>inspection </a:t>
            </a:r>
            <a:r>
              <a:rPr lang="en-US" dirty="0" smtClean="0"/>
              <a:t>process</a:t>
            </a:r>
          </a:p>
          <a:p>
            <a:pPr lvl="1"/>
            <a:r>
              <a:rPr lang="en-US" dirty="0" smtClean="0"/>
              <a:t>Defect </a:t>
            </a:r>
            <a:r>
              <a:rPr lang="en-US" dirty="0"/>
              <a:t>checklist </a:t>
            </a:r>
            <a:endParaRPr lang="en-US" dirty="0" smtClean="0"/>
          </a:p>
          <a:p>
            <a:pPr lvl="1"/>
            <a:r>
              <a:rPr lang="en-US" dirty="0"/>
              <a:t>Requirements review tips </a:t>
            </a:r>
            <a:endParaRPr lang="en-US" dirty="0" smtClean="0"/>
          </a:p>
          <a:p>
            <a:pPr lvl="1"/>
            <a:r>
              <a:rPr lang="en-US" dirty="0"/>
              <a:t>Requirements review challenges </a:t>
            </a:r>
            <a:endParaRPr lang="en-US" dirty="0" smtClean="0"/>
          </a:p>
          <a:p>
            <a:endParaRPr lang="en-US" dirty="0"/>
          </a:p>
        </p:txBody>
      </p:sp>
      <p:sp>
        <p:nvSpPr>
          <p:cNvPr id="2" name="Title 1"/>
          <p:cNvSpPr>
            <a:spLocks noGrp="1"/>
          </p:cNvSpPr>
          <p:nvPr>
            <p:ph type="title"/>
          </p:nvPr>
        </p:nvSpPr>
        <p:spPr>
          <a:xfrm>
            <a:off x="2819400" y="27105"/>
            <a:ext cx="6324600" cy="1011986"/>
          </a:xfrm>
        </p:spPr>
        <p:txBody>
          <a:bodyPr>
            <a:normAutofit/>
          </a:bodyPr>
          <a:lstStyle/>
          <a:p>
            <a:r>
              <a:rPr lang="en-US" sz="3200" dirty="0"/>
              <a:t>Reviewing </a:t>
            </a:r>
            <a:r>
              <a:rPr lang="en-US" sz="3200" dirty="0" smtClean="0"/>
              <a:t>requirements</a:t>
            </a:r>
            <a:endParaRPr lang="en-US" sz="3200" dirty="0"/>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89312902"/>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4" y="1039092"/>
            <a:ext cx="8728362" cy="4946072"/>
          </a:xfrm>
        </p:spPr>
        <p:txBody>
          <a:bodyPr>
            <a:normAutofit fontScale="77500" lnSpcReduction="20000"/>
          </a:bodyPr>
          <a:lstStyle/>
          <a:p>
            <a:pPr marL="0" indent="0">
              <a:buNone/>
            </a:pPr>
            <a:r>
              <a:rPr lang="en-US" dirty="0"/>
              <a:t>Inspection is a well-defined multistage process. It involves a small team of participants who carefully examine a work product for defects and improvement opportunities. Inspections serve as a quality gate through which project deliverables must pass before they are baselined. </a:t>
            </a:r>
            <a:endParaRPr lang="en-US" dirty="0" smtClean="0"/>
          </a:p>
          <a:p>
            <a:pPr marL="0" indent="0">
              <a:buNone/>
            </a:pPr>
            <a:r>
              <a:rPr lang="en-US" dirty="0" smtClean="0"/>
              <a:t>There </a:t>
            </a:r>
            <a:r>
              <a:rPr lang="en-US" dirty="0"/>
              <a:t>are several forms of inspection, but any one of them is a powerful quality </a:t>
            </a:r>
            <a:r>
              <a:rPr lang="en-US" dirty="0" smtClean="0"/>
              <a:t>technique.</a:t>
            </a:r>
          </a:p>
          <a:p>
            <a:r>
              <a:rPr lang="en-US" dirty="0" smtClean="0"/>
              <a:t>Participants: </a:t>
            </a:r>
            <a:r>
              <a:rPr lang="en-US" sz="2600" dirty="0"/>
              <a:t>Ensure that you have all of the necessary people in an inspection meeting before proceeding. The participants in an inspection should represent four </a:t>
            </a:r>
            <a:r>
              <a:rPr lang="en-US" sz="2600" dirty="0" smtClean="0"/>
              <a:t>perspectives </a:t>
            </a:r>
            <a:r>
              <a:rPr lang="en-US" sz="1700" dirty="0" smtClean="0"/>
              <a:t>(</a:t>
            </a:r>
            <a:r>
              <a:rPr lang="en-US" sz="1700" dirty="0" err="1" smtClean="0"/>
              <a:t>quan</a:t>
            </a:r>
            <a:r>
              <a:rPr lang="en-US" sz="1700" dirty="0" smtClean="0"/>
              <a:t> </a:t>
            </a:r>
            <a:r>
              <a:rPr lang="en-US" sz="1700" dirty="0" err="1" smtClean="0"/>
              <a:t>điểm</a:t>
            </a:r>
            <a:r>
              <a:rPr lang="en-US" sz="1700" dirty="0" smtClean="0"/>
              <a:t>).</a:t>
            </a:r>
            <a:r>
              <a:rPr lang="en-US" sz="2600" dirty="0" smtClean="0"/>
              <a:t> </a:t>
            </a:r>
            <a:endParaRPr lang="en-US" sz="3000" dirty="0" smtClean="0"/>
          </a:p>
          <a:p>
            <a:pPr lvl="1"/>
            <a:r>
              <a:rPr lang="en-US" dirty="0" smtClean="0"/>
              <a:t>The </a:t>
            </a:r>
            <a:r>
              <a:rPr lang="en-US" dirty="0"/>
              <a:t>author of the work product and perhaps peers of the </a:t>
            </a:r>
            <a:r>
              <a:rPr lang="en-US" dirty="0" smtClean="0"/>
              <a:t>author: </a:t>
            </a:r>
            <a:r>
              <a:rPr lang="en-US" sz="2100" dirty="0" smtClean="0"/>
              <a:t>The BA </a:t>
            </a:r>
            <a:r>
              <a:rPr lang="en-US" sz="2100" dirty="0"/>
              <a:t>who wrote the requirements document provides this </a:t>
            </a:r>
            <a:r>
              <a:rPr lang="en-US" sz="2100" dirty="0" smtClean="0"/>
              <a:t>perspective.</a:t>
            </a:r>
            <a:endParaRPr lang="en-US" dirty="0"/>
          </a:p>
          <a:p>
            <a:pPr lvl="1"/>
            <a:r>
              <a:rPr lang="en-US" dirty="0" smtClean="0"/>
              <a:t>People </a:t>
            </a:r>
            <a:r>
              <a:rPr lang="en-US" dirty="0"/>
              <a:t>who are the sources of information that fed into the item being  </a:t>
            </a:r>
            <a:r>
              <a:rPr lang="en-US" dirty="0" smtClean="0"/>
              <a:t>inspected: </a:t>
            </a:r>
            <a:r>
              <a:rPr lang="en-US" sz="2100" dirty="0" smtClean="0"/>
              <a:t>User representatives or author of a predecessor specification</a:t>
            </a:r>
            <a:r>
              <a:rPr lang="en-US" dirty="0" smtClean="0"/>
              <a:t>.</a:t>
            </a:r>
          </a:p>
          <a:p>
            <a:pPr lvl="1"/>
            <a:r>
              <a:rPr lang="en-US" dirty="0" smtClean="0"/>
              <a:t>People </a:t>
            </a:r>
            <a:r>
              <a:rPr lang="en-US" dirty="0"/>
              <a:t>who will do work based on the item being </a:t>
            </a:r>
            <a:r>
              <a:rPr lang="en-US" dirty="0" smtClean="0"/>
              <a:t>inspected: </a:t>
            </a:r>
            <a:r>
              <a:rPr lang="en-US" sz="2300" dirty="0" smtClean="0"/>
              <a:t>Developer, tester, PM, user documentation writer.</a:t>
            </a:r>
            <a:endParaRPr lang="en-US" dirty="0" smtClean="0"/>
          </a:p>
          <a:p>
            <a:pPr lvl="1"/>
            <a:r>
              <a:rPr lang="en-US" dirty="0" smtClean="0"/>
              <a:t>People </a:t>
            </a:r>
            <a:r>
              <a:rPr lang="en-US" dirty="0"/>
              <a:t>who are responsible for interfacing systems that will be affected by the item being </a:t>
            </a:r>
            <a:r>
              <a:rPr lang="en-US" dirty="0" smtClean="0"/>
              <a:t>inspected</a:t>
            </a:r>
            <a:r>
              <a:rPr lang="en-US" dirty="0"/>
              <a:t>: </a:t>
            </a:r>
            <a:r>
              <a:rPr lang="en-US" sz="2100" dirty="0"/>
              <a:t>These inspectors will look for problems with the external interface </a:t>
            </a:r>
            <a:r>
              <a:rPr lang="en-US" sz="2100" dirty="0" smtClean="0"/>
              <a:t>requirements.</a:t>
            </a:r>
            <a:endParaRPr lang="en-US" dirty="0" smtClean="0"/>
          </a:p>
        </p:txBody>
      </p:sp>
      <p:sp>
        <p:nvSpPr>
          <p:cNvPr id="2" name="Title 1"/>
          <p:cNvSpPr>
            <a:spLocks noGrp="1"/>
          </p:cNvSpPr>
          <p:nvPr>
            <p:ph type="title"/>
          </p:nvPr>
        </p:nvSpPr>
        <p:spPr>
          <a:xfrm>
            <a:off x="2819400" y="27105"/>
            <a:ext cx="6324600" cy="1011986"/>
          </a:xfrm>
        </p:spPr>
        <p:txBody>
          <a:bodyPr>
            <a:normAutofit/>
          </a:bodyPr>
          <a:lstStyle/>
          <a:p>
            <a:r>
              <a:rPr lang="en-US" sz="3200" dirty="0"/>
              <a:t>The inspection process </a:t>
            </a:r>
          </a:p>
        </p:txBody>
      </p:sp>
      <p:sp>
        <p:nvSpPr>
          <p:cNvPr id="4" name="Footer Placeholder 3"/>
          <p:cNvSpPr>
            <a:spLocks noGrp="1"/>
          </p:cNvSpPr>
          <p:nvPr>
            <p:ph type="ftr" sz="quarter" idx="10"/>
          </p:nvPr>
        </p:nvSpPr>
        <p:spPr/>
        <p:txBody>
          <a:bodyPr/>
          <a:lstStyle/>
          <a:p>
            <a:pPr>
              <a:defRPr/>
            </a:pPr>
            <a:r>
              <a:rPr lang="en-US" dirty="0" smtClean="0"/>
              <a:t>Chapter 17: Validating the requirements _ </a:t>
            </a:r>
            <a:r>
              <a:rPr lang="en-US" dirty="0" err="1" smtClean="0"/>
              <a:t>BayHV</a:t>
            </a:r>
            <a:endParaRPr lang="en-US" dirty="0"/>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
        <p:nvSpPr>
          <p:cNvPr id="6" name="TextBox 5"/>
          <p:cNvSpPr txBox="1"/>
          <p:nvPr/>
        </p:nvSpPr>
        <p:spPr>
          <a:xfrm>
            <a:off x="845127" y="5915723"/>
            <a:ext cx="8104909" cy="369332"/>
          </a:xfrm>
          <a:prstGeom prst="rect">
            <a:avLst/>
          </a:prstGeom>
          <a:noFill/>
        </p:spPr>
        <p:txBody>
          <a:bodyPr wrap="square" rtlCol="0">
            <a:spAutoFit/>
          </a:bodyPr>
          <a:lstStyle/>
          <a:p>
            <a:r>
              <a:rPr lang="en-US" i="1" dirty="0" smtClean="0">
                <a:solidFill>
                  <a:srgbClr val="C00000"/>
                </a:solidFill>
              </a:rPr>
              <a:t>Try to limit the team to 7 or fewer inspectors and not include the </a:t>
            </a:r>
            <a:r>
              <a:rPr lang="en-US" i="1" dirty="0" smtClean="0">
                <a:solidFill>
                  <a:srgbClr val="C00000"/>
                </a:solidFill>
              </a:rPr>
              <a:t>author’s </a:t>
            </a:r>
            <a:r>
              <a:rPr lang="en-US" i="1" dirty="0" smtClean="0">
                <a:solidFill>
                  <a:srgbClr val="C00000"/>
                </a:solidFill>
              </a:rPr>
              <a:t>manager.</a:t>
            </a:r>
            <a:endParaRPr lang="en-US" i="1" dirty="0">
              <a:solidFill>
                <a:srgbClr val="C00000"/>
              </a:solidFill>
            </a:endParaRPr>
          </a:p>
        </p:txBody>
      </p:sp>
    </p:spTree>
    <p:extLst>
      <p:ext uri="{BB962C8B-B14F-4D97-AF65-F5344CB8AC3E}">
        <p14:creationId xmlns:p14="http://schemas.microsoft.com/office/powerpoint/2010/main" val="2429378129"/>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4" y="1039091"/>
            <a:ext cx="8728362" cy="5444835"/>
          </a:xfrm>
        </p:spPr>
        <p:txBody>
          <a:bodyPr>
            <a:normAutofit fontScale="92500"/>
          </a:bodyPr>
          <a:lstStyle/>
          <a:p>
            <a:r>
              <a:rPr lang="en-US" dirty="0" smtClean="0"/>
              <a:t>Inspection roles:</a:t>
            </a:r>
            <a:r>
              <a:rPr lang="en-US" dirty="0"/>
              <a:t> </a:t>
            </a:r>
            <a:r>
              <a:rPr lang="en-US" sz="2000" dirty="0"/>
              <a:t>Some of the inspection team members perform the following specific roles during the </a:t>
            </a:r>
            <a:r>
              <a:rPr lang="en-US" sz="2000" dirty="0" smtClean="0"/>
              <a:t>inspection:</a:t>
            </a:r>
            <a:endParaRPr lang="en-US" dirty="0" smtClean="0"/>
          </a:p>
          <a:p>
            <a:pPr lvl="1"/>
            <a:r>
              <a:rPr lang="en-US" dirty="0" smtClean="0"/>
              <a:t>Author: </a:t>
            </a:r>
            <a:r>
              <a:rPr lang="en-US" sz="1800" dirty="0"/>
              <a:t>The author created or maintains the work product being inspected. The author of a requirements document is usually the business analyst who elicited customer needs and wrote the requirements.</a:t>
            </a:r>
            <a:r>
              <a:rPr lang="en-US" dirty="0"/>
              <a:t> </a:t>
            </a:r>
            <a:r>
              <a:rPr lang="en-US" sz="1800" dirty="0"/>
              <a:t>However, the author takes a more passive role during an </a:t>
            </a:r>
            <a:r>
              <a:rPr lang="en-US" sz="1800" dirty="0" smtClean="0"/>
              <a:t>inspection, so he/she can </a:t>
            </a:r>
            <a:r>
              <a:rPr lang="en-US" sz="1800" dirty="0"/>
              <a:t>listen to the comments from other inspectors, respond to—but not debate—their questions, and think. This way the author can often spot </a:t>
            </a:r>
            <a:r>
              <a:rPr lang="en-US" sz="1200" dirty="0" smtClean="0"/>
              <a:t>(</a:t>
            </a:r>
            <a:r>
              <a:rPr lang="en-US" sz="1200" dirty="0" err="1" smtClean="0"/>
              <a:t>phát</a:t>
            </a:r>
            <a:r>
              <a:rPr lang="en-US" sz="1200" dirty="0" smtClean="0"/>
              <a:t> </a:t>
            </a:r>
            <a:r>
              <a:rPr lang="en-US" sz="1200" dirty="0" err="1" smtClean="0"/>
              <a:t>hiện</a:t>
            </a:r>
            <a:r>
              <a:rPr lang="en-US" sz="1200" dirty="0" smtClean="0"/>
              <a:t>)</a:t>
            </a:r>
            <a:r>
              <a:rPr lang="en-US" sz="1800" dirty="0" smtClean="0"/>
              <a:t> errors </a:t>
            </a:r>
            <a:r>
              <a:rPr lang="en-US" sz="1800" dirty="0"/>
              <a:t>that other inspectors don’t see.</a:t>
            </a:r>
            <a:endParaRPr lang="en-US" sz="1800" dirty="0" smtClean="0"/>
          </a:p>
          <a:p>
            <a:pPr lvl="1"/>
            <a:r>
              <a:rPr lang="en-US" dirty="0" smtClean="0"/>
              <a:t>Moderator: </a:t>
            </a:r>
            <a:r>
              <a:rPr lang="en-US" sz="1800" dirty="0"/>
              <a:t>The moderator plans the inspection with the author, coordinates the activities, and facilitates the inspection </a:t>
            </a:r>
            <a:r>
              <a:rPr lang="en-US" sz="1800" dirty="0" smtClean="0"/>
              <a:t>meeting.</a:t>
            </a:r>
            <a:endParaRPr lang="en-US" dirty="0" smtClean="0"/>
          </a:p>
          <a:p>
            <a:pPr lvl="1"/>
            <a:r>
              <a:rPr lang="en-US" dirty="0" smtClean="0"/>
              <a:t>Reader: </a:t>
            </a:r>
            <a:r>
              <a:rPr lang="en-US" sz="1800" dirty="0"/>
              <a:t>One inspector is assigned the role of reader. During the inspection meeting, the reader paraphrases the requirements and model elements being examined one at a time. The other participants then point out potential defects and issues that they see. </a:t>
            </a:r>
            <a:endParaRPr lang="en-US" dirty="0" smtClean="0"/>
          </a:p>
          <a:p>
            <a:pPr lvl="1"/>
            <a:r>
              <a:rPr lang="en-US" dirty="0" smtClean="0"/>
              <a:t>Recorder: </a:t>
            </a:r>
            <a:r>
              <a:rPr lang="en-US" sz="1900" dirty="0"/>
              <a:t>The recorder uses standard forms to document the issues raised and the defects found during the meeting. The recorder should review aloud </a:t>
            </a:r>
            <a:r>
              <a:rPr lang="en-US" sz="1500" dirty="0" smtClean="0"/>
              <a:t>(</a:t>
            </a:r>
            <a:r>
              <a:rPr lang="en-US" sz="1500" dirty="0" err="1" smtClean="0"/>
              <a:t>nói</a:t>
            </a:r>
            <a:r>
              <a:rPr lang="en-US" sz="1500" dirty="0" smtClean="0"/>
              <a:t> to) </a:t>
            </a:r>
            <a:r>
              <a:rPr lang="en-US" sz="1900" dirty="0" smtClean="0"/>
              <a:t>or </a:t>
            </a:r>
            <a:r>
              <a:rPr lang="en-US" sz="1900" dirty="0"/>
              <a:t>visually share (by projecting or sharing in a web conference) what he wrote to confirm its </a:t>
            </a:r>
            <a:r>
              <a:rPr lang="en-US" sz="1900" dirty="0" smtClean="0"/>
              <a:t>accuracy.</a:t>
            </a:r>
            <a:endParaRPr lang="en-US" dirty="0" smtClean="0"/>
          </a:p>
        </p:txBody>
      </p:sp>
      <p:sp>
        <p:nvSpPr>
          <p:cNvPr id="2" name="Title 1"/>
          <p:cNvSpPr>
            <a:spLocks noGrp="1"/>
          </p:cNvSpPr>
          <p:nvPr>
            <p:ph type="title"/>
          </p:nvPr>
        </p:nvSpPr>
        <p:spPr>
          <a:xfrm>
            <a:off x="2819400" y="27105"/>
            <a:ext cx="6324600" cy="1011986"/>
          </a:xfrm>
        </p:spPr>
        <p:txBody>
          <a:bodyPr>
            <a:normAutofit/>
          </a:bodyPr>
          <a:lstStyle/>
          <a:p>
            <a:r>
              <a:rPr lang="en-US" sz="3200" dirty="0"/>
              <a:t>The inspection process </a:t>
            </a:r>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4003964230"/>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4" y="1039092"/>
            <a:ext cx="8728362" cy="5272808"/>
          </a:xfrm>
        </p:spPr>
        <p:txBody>
          <a:bodyPr>
            <a:normAutofit fontScale="85000" lnSpcReduction="20000"/>
          </a:bodyPr>
          <a:lstStyle/>
          <a:p>
            <a:r>
              <a:rPr lang="en-US" dirty="0" smtClean="0"/>
              <a:t>Entry criteria: </a:t>
            </a:r>
            <a:r>
              <a:rPr lang="en-US" dirty="0"/>
              <a:t>You’re ready to inspect a requirements document when it satisfies specific prerequisites. These </a:t>
            </a:r>
            <a:r>
              <a:rPr lang="en-US" i="1" dirty="0">
                <a:solidFill>
                  <a:srgbClr val="003399"/>
                </a:solidFill>
              </a:rPr>
              <a:t>entry criteria </a:t>
            </a:r>
            <a:r>
              <a:rPr lang="en-US" dirty="0"/>
              <a:t>set some clear expectations for authors to follow while preparing for an </a:t>
            </a:r>
            <a:r>
              <a:rPr lang="en-US" dirty="0" smtClean="0"/>
              <a:t>inspection. </a:t>
            </a:r>
            <a:r>
              <a:rPr lang="en-US" dirty="0"/>
              <a:t>The moderator uses the entry criteria as a checklist before deciding to proceed with the inspection. Following are some suggested inspection entry criteria for requirements documents:</a:t>
            </a:r>
            <a:endParaRPr lang="en-US" dirty="0" smtClean="0"/>
          </a:p>
          <a:p>
            <a:pPr lvl="1"/>
            <a:r>
              <a:rPr lang="en-US" dirty="0" smtClean="0"/>
              <a:t>The </a:t>
            </a:r>
            <a:r>
              <a:rPr lang="en-US" dirty="0"/>
              <a:t>document conforms to the standard template and doesn’t have </a:t>
            </a:r>
            <a:r>
              <a:rPr lang="en-US" dirty="0" smtClean="0"/>
              <a:t>obvious </a:t>
            </a:r>
            <a:r>
              <a:rPr lang="en-US" sz="1600" dirty="0" smtClean="0"/>
              <a:t>(</a:t>
            </a:r>
            <a:r>
              <a:rPr lang="en-US" sz="1600" dirty="0" err="1" smtClean="0"/>
              <a:t>ko</a:t>
            </a:r>
            <a:r>
              <a:rPr lang="en-US" sz="1600" dirty="0" smtClean="0"/>
              <a:t> </a:t>
            </a:r>
            <a:r>
              <a:rPr lang="en-US" sz="1600" dirty="0" err="1" smtClean="0"/>
              <a:t>có</a:t>
            </a:r>
            <a:r>
              <a:rPr lang="en-US" sz="1600" dirty="0" smtClean="0"/>
              <a:t> </a:t>
            </a:r>
            <a:r>
              <a:rPr lang="en-US" sz="1600" dirty="0" err="1" smtClean="0"/>
              <a:t>vấn</a:t>
            </a:r>
            <a:r>
              <a:rPr lang="en-US" sz="1600" dirty="0" smtClean="0"/>
              <a:t> </a:t>
            </a:r>
            <a:r>
              <a:rPr lang="en-US" sz="1600" dirty="0" err="1" smtClean="0"/>
              <a:t>đề</a:t>
            </a:r>
            <a:r>
              <a:rPr lang="en-US" sz="1600" dirty="0" smtClean="0"/>
              <a:t> </a:t>
            </a:r>
            <a:r>
              <a:rPr lang="en-US" sz="1600" dirty="0" err="1" smtClean="0"/>
              <a:t>về</a:t>
            </a:r>
            <a:r>
              <a:rPr lang="en-US" sz="1600" dirty="0" smtClean="0"/>
              <a:t>)</a:t>
            </a:r>
            <a:r>
              <a:rPr lang="en-US" dirty="0" smtClean="0"/>
              <a:t> </a:t>
            </a:r>
            <a:r>
              <a:rPr lang="en-US" dirty="0"/>
              <a:t>spelling, grammatical, or formatting </a:t>
            </a:r>
            <a:r>
              <a:rPr lang="en-US" dirty="0" smtClean="0"/>
              <a:t>issues.</a:t>
            </a:r>
          </a:p>
          <a:p>
            <a:pPr lvl="1"/>
            <a:r>
              <a:rPr lang="en-US" dirty="0" smtClean="0"/>
              <a:t>Line </a:t>
            </a:r>
            <a:r>
              <a:rPr lang="en-US" dirty="0"/>
              <a:t>numbers or other unique identifiers are printed on the document to facilitate referring to specific </a:t>
            </a:r>
            <a:r>
              <a:rPr lang="en-US" dirty="0" smtClean="0"/>
              <a:t>locations.</a:t>
            </a:r>
          </a:p>
          <a:p>
            <a:pPr lvl="1"/>
            <a:r>
              <a:rPr lang="en-US" dirty="0" smtClean="0"/>
              <a:t>All </a:t>
            </a:r>
            <a:r>
              <a:rPr lang="en-US" dirty="0"/>
              <a:t>open issues are marked as TBD (to be determined) or accessible in an issue-tracking </a:t>
            </a:r>
            <a:r>
              <a:rPr lang="en-US" dirty="0" smtClean="0"/>
              <a:t>tool.</a:t>
            </a:r>
          </a:p>
          <a:p>
            <a:pPr lvl="1"/>
            <a:r>
              <a:rPr lang="en-US" dirty="0" smtClean="0"/>
              <a:t>The </a:t>
            </a:r>
            <a:r>
              <a:rPr lang="en-US" dirty="0"/>
              <a:t>moderator </a:t>
            </a:r>
            <a:r>
              <a:rPr lang="en-US" dirty="0" smtClean="0"/>
              <a:t>don’t </a:t>
            </a:r>
            <a:r>
              <a:rPr lang="en-US" dirty="0"/>
              <a:t>find more than three major defects in a ten-minute examination of a representative sample of the document.</a:t>
            </a:r>
          </a:p>
          <a:p>
            <a:r>
              <a:rPr lang="en-US" dirty="0" smtClean="0"/>
              <a:t>Inspection stages: </a:t>
            </a:r>
            <a:r>
              <a:rPr lang="en-US" dirty="0"/>
              <a:t>An inspection is a multistep process </a:t>
            </a:r>
            <a:r>
              <a:rPr lang="en-US" dirty="0" smtClean="0"/>
              <a:t>showed in the next slide.</a:t>
            </a:r>
            <a:endParaRPr lang="en-US" dirty="0"/>
          </a:p>
        </p:txBody>
      </p:sp>
      <p:sp>
        <p:nvSpPr>
          <p:cNvPr id="2" name="Title 1"/>
          <p:cNvSpPr>
            <a:spLocks noGrp="1"/>
          </p:cNvSpPr>
          <p:nvPr>
            <p:ph type="title"/>
          </p:nvPr>
        </p:nvSpPr>
        <p:spPr>
          <a:xfrm>
            <a:off x="2819400" y="27105"/>
            <a:ext cx="6324600" cy="1011986"/>
          </a:xfrm>
        </p:spPr>
        <p:txBody>
          <a:bodyPr>
            <a:normAutofit/>
          </a:bodyPr>
          <a:lstStyle/>
          <a:p>
            <a:r>
              <a:rPr lang="en-US" sz="3200" dirty="0"/>
              <a:t>The inspection process </a:t>
            </a:r>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225542449"/>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960320"/>
          </a:xfrm>
        </p:spPr>
        <p:txBody>
          <a:bodyPr>
            <a:noAutofit/>
          </a:bodyPr>
          <a:lstStyle/>
          <a:p>
            <a:r>
              <a:rPr lang="en-US" sz="3200" dirty="0"/>
              <a:t>The inspection </a:t>
            </a:r>
            <a:r>
              <a:rPr lang="en-US" sz="3200" dirty="0" smtClean="0"/>
              <a:t>process: Inspection stages</a:t>
            </a:r>
            <a:endParaRPr lang="en-US" sz="3200" dirty="0"/>
          </a:p>
        </p:txBody>
      </p:sp>
      <p:pic>
        <p:nvPicPr>
          <p:cNvPr id="4" name="Picture 3"/>
          <p:cNvPicPr>
            <a:picLocks noChangeAspect="1"/>
          </p:cNvPicPr>
          <p:nvPr/>
        </p:nvPicPr>
        <p:blipFill>
          <a:blip r:embed="rId2"/>
          <a:stretch>
            <a:fillRect/>
          </a:stretch>
        </p:blipFill>
        <p:spPr>
          <a:xfrm>
            <a:off x="251066" y="1192646"/>
            <a:ext cx="8344527" cy="4914900"/>
          </a:xfrm>
          <a:prstGeom prst="rect">
            <a:avLst/>
          </a:prstGeom>
        </p:spPr>
      </p:pic>
      <p:sp>
        <p:nvSpPr>
          <p:cNvPr id="3" name="Footer Placeholder 2"/>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
        <p:nvSpPr>
          <p:cNvPr id="6" name="TextBox 5"/>
          <p:cNvSpPr txBox="1"/>
          <p:nvPr/>
        </p:nvSpPr>
        <p:spPr>
          <a:xfrm>
            <a:off x="4336905" y="1192646"/>
            <a:ext cx="4543859" cy="830997"/>
          </a:xfrm>
          <a:prstGeom prst="rect">
            <a:avLst/>
          </a:prstGeom>
          <a:noFill/>
        </p:spPr>
        <p:txBody>
          <a:bodyPr wrap="square" rtlCol="0">
            <a:spAutoFit/>
          </a:bodyPr>
          <a:lstStyle/>
          <a:p>
            <a:r>
              <a:rPr lang="en-US" sz="1200" b="1" dirty="0"/>
              <a:t>Planning </a:t>
            </a:r>
            <a:r>
              <a:rPr lang="en-US" sz="1200" dirty="0" smtClean="0"/>
              <a:t>Determine </a:t>
            </a:r>
            <a:r>
              <a:rPr lang="en-US" sz="1200" dirty="0"/>
              <a:t>who should participate, what materials the inspectors should receive prior to the inspection meeting, the total meeting time needed to cover the material, and when the inspection should be </a:t>
            </a:r>
            <a:r>
              <a:rPr lang="en-US" sz="1200" dirty="0" smtClean="0"/>
              <a:t>scheduled,… </a:t>
            </a:r>
            <a:endParaRPr lang="en-US" sz="1200" dirty="0"/>
          </a:p>
        </p:txBody>
      </p:sp>
      <p:sp>
        <p:nvSpPr>
          <p:cNvPr id="7" name="TextBox 6"/>
          <p:cNvSpPr txBox="1"/>
          <p:nvPr/>
        </p:nvSpPr>
        <p:spPr>
          <a:xfrm>
            <a:off x="4308763" y="2035780"/>
            <a:ext cx="4641273" cy="830997"/>
          </a:xfrm>
          <a:prstGeom prst="rect">
            <a:avLst/>
          </a:prstGeom>
          <a:noFill/>
        </p:spPr>
        <p:txBody>
          <a:bodyPr wrap="square" rtlCol="0">
            <a:spAutoFit/>
          </a:bodyPr>
          <a:lstStyle/>
          <a:p>
            <a:r>
              <a:rPr lang="en-US" sz="1200" b="1" dirty="0" smtClean="0"/>
              <a:t>Preparation: </a:t>
            </a:r>
            <a:r>
              <a:rPr lang="en-US" sz="1200" dirty="0" smtClean="0"/>
              <a:t>Before </a:t>
            </a:r>
            <a:r>
              <a:rPr lang="en-US" sz="1200" dirty="0"/>
              <a:t>inspection meeting, the author should share background information with inspectors so they understand the context of the items being inspected and know the author’s objectives for the inspection. </a:t>
            </a:r>
          </a:p>
        </p:txBody>
      </p:sp>
      <p:sp>
        <p:nvSpPr>
          <p:cNvPr id="8" name="TextBox 7"/>
          <p:cNvSpPr txBox="1"/>
          <p:nvPr/>
        </p:nvSpPr>
        <p:spPr>
          <a:xfrm>
            <a:off x="4308763" y="2866777"/>
            <a:ext cx="4641273" cy="830997"/>
          </a:xfrm>
          <a:prstGeom prst="rect">
            <a:avLst/>
          </a:prstGeom>
          <a:noFill/>
        </p:spPr>
        <p:txBody>
          <a:bodyPr wrap="square" rtlCol="0">
            <a:spAutoFit/>
          </a:bodyPr>
          <a:lstStyle/>
          <a:p>
            <a:r>
              <a:rPr lang="en-US" sz="1200" b="1" dirty="0" smtClean="0"/>
              <a:t>Inspection Meeting: </a:t>
            </a:r>
            <a:r>
              <a:rPr lang="en-US" sz="1200" dirty="0" smtClean="0"/>
              <a:t>During </a:t>
            </a:r>
            <a:r>
              <a:rPr lang="en-US" sz="1200" dirty="0"/>
              <a:t>an inspection meeting, the reader leads the other inspectors through the document, describing one requirement at a time in his own words. The inspection meeting shouldn’t last more than about two hours </a:t>
            </a:r>
          </a:p>
        </p:txBody>
      </p:sp>
      <p:sp>
        <p:nvSpPr>
          <p:cNvPr id="9" name="TextBox 8"/>
          <p:cNvSpPr txBox="1"/>
          <p:nvPr/>
        </p:nvSpPr>
        <p:spPr>
          <a:xfrm>
            <a:off x="4267633" y="3709911"/>
            <a:ext cx="4613131" cy="461665"/>
          </a:xfrm>
          <a:prstGeom prst="rect">
            <a:avLst/>
          </a:prstGeom>
          <a:noFill/>
        </p:spPr>
        <p:txBody>
          <a:bodyPr wrap="square" rtlCol="0">
            <a:spAutoFit/>
          </a:bodyPr>
          <a:lstStyle/>
          <a:p>
            <a:r>
              <a:rPr lang="en-US" sz="1200" b="1" dirty="0"/>
              <a:t>Rework </a:t>
            </a:r>
            <a:r>
              <a:rPr lang="en-US" sz="1200" dirty="0" smtClean="0"/>
              <a:t>The </a:t>
            </a:r>
            <a:r>
              <a:rPr lang="en-US" sz="1200" dirty="0"/>
              <a:t>author should plan to spend some time reworking the requirements following the inspection meeting. </a:t>
            </a:r>
          </a:p>
        </p:txBody>
      </p:sp>
      <p:sp>
        <p:nvSpPr>
          <p:cNvPr id="10" name="TextBox 9"/>
          <p:cNvSpPr txBox="1"/>
          <p:nvPr/>
        </p:nvSpPr>
        <p:spPr>
          <a:xfrm>
            <a:off x="6331528" y="4183713"/>
            <a:ext cx="2549236" cy="1015663"/>
          </a:xfrm>
          <a:prstGeom prst="rect">
            <a:avLst/>
          </a:prstGeom>
          <a:noFill/>
        </p:spPr>
        <p:txBody>
          <a:bodyPr wrap="square" rtlCol="0">
            <a:spAutoFit/>
          </a:bodyPr>
          <a:lstStyle/>
          <a:p>
            <a:r>
              <a:rPr lang="en-US" sz="1200" b="1" dirty="0"/>
              <a:t>Follow-up </a:t>
            </a:r>
            <a:r>
              <a:rPr lang="en-US" sz="1200" dirty="0"/>
              <a:t>In this final inspection step, the moderator </a:t>
            </a:r>
            <a:r>
              <a:rPr lang="en-US" sz="1200" dirty="0" smtClean="0"/>
              <a:t>works </a:t>
            </a:r>
            <a:r>
              <a:rPr lang="en-US" sz="1200" dirty="0"/>
              <a:t>with the author to ensure that all open issues were resolved and that errors were corrected properly. </a:t>
            </a:r>
          </a:p>
        </p:txBody>
      </p:sp>
    </p:spTree>
    <p:extLst>
      <p:ext uri="{BB962C8B-B14F-4D97-AF65-F5344CB8AC3E}">
        <p14:creationId xmlns:p14="http://schemas.microsoft.com/office/powerpoint/2010/main" val="3283892677"/>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3374467" cy="5029200"/>
          </a:xfrm>
        </p:spPr>
        <p:txBody>
          <a:bodyPr/>
          <a:lstStyle/>
          <a:p>
            <a:r>
              <a:rPr lang="en-US" dirty="0" smtClean="0"/>
              <a:t>Completeness</a:t>
            </a:r>
          </a:p>
          <a:p>
            <a:r>
              <a:rPr lang="en-US" dirty="0" smtClean="0"/>
              <a:t>Correctness</a:t>
            </a:r>
          </a:p>
          <a:p>
            <a:r>
              <a:rPr lang="en-US" dirty="0" smtClean="0"/>
              <a:t>Quality attributes</a:t>
            </a:r>
          </a:p>
          <a:p>
            <a:r>
              <a:rPr lang="en-US" dirty="0" smtClean="0"/>
              <a:t>Organization and Traceability</a:t>
            </a:r>
          </a:p>
          <a:p>
            <a:r>
              <a:rPr lang="en-US" dirty="0" smtClean="0"/>
              <a:t>Other issues</a:t>
            </a:r>
          </a:p>
          <a:p>
            <a:pPr marL="0" indent="0" algn="ctr">
              <a:buNone/>
            </a:pPr>
            <a:endParaRPr lang="en-US" i="1" dirty="0" smtClean="0">
              <a:solidFill>
                <a:srgbClr val="C00000"/>
              </a:solidFill>
            </a:endParaRPr>
          </a:p>
          <a:p>
            <a:pPr marL="0" indent="0" algn="ctr">
              <a:buNone/>
            </a:pPr>
            <a:r>
              <a:rPr lang="en-US" i="1" dirty="0" smtClean="0">
                <a:solidFill>
                  <a:srgbClr val="C00000"/>
                </a:solidFill>
              </a:rPr>
              <a:t>Read page 339 for more information</a:t>
            </a:r>
          </a:p>
          <a:p>
            <a:pPr marL="0" indent="0">
              <a:buNone/>
            </a:pPr>
            <a:endParaRPr lang="en-US" dirty="0"/>
          </a:p>
        </p:txBody>
      </p:sp>
      <p:sp>
        <p:nvSpPr>
          <p:cNvPr id="2" name="Title 1"/>
          <p:cNvSpPr>
            <a:spLocks noGrp="1"/>
          </p:cNvSpPr>
          <p:nvPr>
            <p:ph type="title"/>
          </p:nvPr>
        </p:nvSpPr>
        <p:spPr>
          <a:xfrm>
            <a:off x="2819400" y="27104"/>
            <a:ext cx="6324600" cy="1115895"/>
          </a:xfrm>
        </p:spPr>
        <p:txBody>
          <a:bodyPr/>
          <a:lstStyle/>
          <a:p>
            <a:r>
              <a:rPr lang="en-US" sz="3200" dirty="0" smtClean="0"/>
              <a:t>Defect checklist</a:t>
            </a:r>
            <a:endParaRPr lang="en-US" sz="3200" dirty="0"/>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pic>
        <p:nvPicPr>
          <p:cNvPr id="6" name="Picture 5"/>
          <p:cNvPicPr>
            <a:picLocks noChangeAspect="1"/>
          </p:cNvPicPr>
          <p:nvPr/>
        </p:nvPicPr>
        <p:blipFill>
          <a:blip r:embed="rId2"/>
          <a:stretch>
            <a:fillRect/>
          </a:stretch>
        </p:blipFill>
        <p:spPr>
          <a:xfrm>
            <a:off x="3740726" y="1103210"/>
            <a:ext cx="5265615" cy="5145887"/>
          </a:xfrm>
          <a:prstGeom prst="rect">
            <a:avLst/>
          </a:prstGeom>
        </p:spPr>
      </p:pic>
    </p:spTree>
    <p:extLst>
      <p:ext uri="{BB962C8B-B14F-4D97-AF65-F5344CB8AC3E}">
        <p14:creationId xmlns:p14="http://schemas.microsoft.com/office/powerpoint/2010/main" val="2072458919"/>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Plan the </a:t>
            </a:r>
            <a:r>
              <a:rPr lang="en-US" dirty="0" smtClean="0"/>
              <a:t>examination: </a:t>
            </a:r>
            <a:r>
              <a:rPr lang="en-US" sz="1800" dirty="0"/>
              <a:t>The consumers of the requirements specification won’t be reading it front-to-back like a book; reviewers don’t have to, either. Invite certain reviewers to focus on specific sections of documents.</a:t>
            </a:r>
            <a:endParaRPr lang="en-US" dirty="0" smtClean="0"/>
          </a:p>
          <a:p>
            <a:r>
              <a:rPr lang="en-US" dirty="0"/>
              <a:t>Start </a:t>
            </a:r>
            <a:r>
              <a:rPr lang="en-US" dirty="0" smtClean="0"/>
              <a:t>early: </a:t>
            </a:r>
            <a:r>
              <a:rPr lang="en-US" sz="1800" dirty="0"/>
              <a:t>Begin reviewing sets of requirements when they are perhaps only 10 percent </a:t>
            </a:r>
            <a:r>
              <a:rPr lang="en-US" sz="1800" dirty="0" smtClean="0"/>
              <a:t>complete</a:t>
            </a:r>
            <a:r>
              <a:rPr lang="en-US" sz="1800" dirty="0"/>
              <a:t>.</a:t>
            </a:r>
            <a:endParaRPr lang="en-US" sz="2400" dirty="0" smtClean="0"/>
          </a:p>
          <a:p>
            <a:r>
              <a:rPr lang="en-US" dirty="0"/>
              <a:t>Allocate sufficient </a:t>
            </a:r>
            <a:r>
              <a:rPr lang="en-US" dirty="0" smtClean="0"/>
              <a:t>time: </a:t>
            </a:r>
            <a:r>
              <a:rPr lang="en-US" sz="1800" dirty="0"/>
              <a:t>Give reviewers sufficient time to perform the reviews, both in terms of actual hours to review (effort) and calendar </a:t>
            </a:r>
            <a:r>
              <a:rPr lang="en-US" sz="1800" dirty="0" smtClean="0"/>
              <a:t>time.</a:t>
            </a:r>
            <a:endParaRPr lang="en-US" dirty="0" smtClean="0"/>
          </a:p>
          <a:p>
            <a:r>
              <a:rPr lang="en-US" dirty="0"/>
              <a:t>Provide </a:t>
            </a:r>
            <a:r>
              <a:rPr lang="en-US" dirty="0" smtClean="0"/>
              <a:t>context: </a:t>
            </a:r>
            <a:r>
              <a:rPr lang="en-US" sz="1800" dirty="0"/>
              <a:t>Give reviewers context for the document and perhaps for the project if they are not all working on the same </a:t>
            </a:r>
            <a:r>
              <a:rPr lang="en-US" sz="1800" dirty="0" smtClean="0"/>
              <a:t>project.</a:t>
            </a:r>
            <a:endParaRPr lang="en-US" dirty="0" smtClean="0"/>
          </a:p>
          <a:p>
            <a:r>
              <a:rPr lang="en-US" dirty="0"/>
              <a:t>Set review </a:t>
            </a:r>
            <a:r>
              <a:rPr lang="en-US" dirty="0" smtClean="0"/>
              <a:t>scope: </a:t>
            </a:r>
            <a:r>
              <a:rPr lang="en-US" sz="1800" dirty="0"/>
              <a:t>Tell reviewers what material to examine, where to focus their attention, and what issues to look for. </a:t>
            </a:r>
            <a:endParaRPr lang="en-US" dirty="0" smtClean="0"/>
          </a:p>
          <a:p>
            <a:r>
              <a:rPr lang="en-US" dirty="0"/>
              <a:t>Limit </a:t>
            </a:r>
            <a:r>
              <a:rPr lang="en-US" dirty="0" smtClean="0"/>
              <a:t>re-reviews: </a:t>
            </a:r>
            <a:r>
              <a:rPr lang="en-US" sz="1900" dirty="0"/>
              <a:t>Don’t ask anyone to review the same material more than three times. He will be tired of looking at it and won’t spot major issues after a third cycle because of “reviewer fatigue</a:t>
            </a:r>
            <a:r>
              <a:rPr lang="en-US" sz="1900" dirty="0" smtClean="0"/>
              <a:t>.”</a:t>
            </a:r>
            <a:endParaRPr lang="en-US" dirty="0" smtClean="0"/>
          </a:p>
          <a:p>
            <a:r>
              <a:rPr lang="en-US" dirty="0"/>
              <a:t>Prioritize review </a:t>
            </a:r>
            <a:r>
              <a:rPr lang="en-US" dirty="0" smtClean="0"/>
              <a:t>areas: </a:t>
            </a:r>
            <a:r>
              <a:rPr lang="en-US" sz="1900" dirty="0"/>
              <a:t>Prioritize for review those portions of the requirements that are of high risk or have functionality that will be used frequently. </a:t>
            </a:r>
            <a:endParaRPr lang="en-US" dirty="0"/>
          </a:p>
        </p:txBody>
      </p:sp>
      <p:sp>
        <p:nvSpPr>
          <p:cNvPr id="2" name="Title 1"/>
          <p:cNvSpPr>
            <a:spLocks noGrp="1"/>
          </p:cNvSpPr>
          <p:nvPr>
            <p:ph type="title"/>
          </p:nvPr>
        </p:nvSpPr>
        <p:spPr>
          <a:xfrm>
            <a:off x="2819400" y="27105"/>
            <a:ext cx="6324600" cy="1115895"/>
          </a:xfrm>
        </p:spPr>
        <p:txBody>
          <a:bodyPr/>
          <a:lstStyle/>
          <a:p>
            <a:r>
              <a:rPr lang="en-US" sz="3200" dirty="0"/>
              <a:t>Requirements review tips</a:t>
            </a:r>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1400181546"/>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pPr>
              <a:spcBef>
                <a:spcPts val="0"/>
              </a:spcBef>
            </a:pPr>
            <a:r>
              <a:rPr lang="en-US" dirty="0"/>
              <a:t>Large requirements </a:t>
            </a:r>
            <a:r>
              <a:rPr lang="en-US" dirty="0" smtClean="0"/>
              <a:t>documents: </a:t>
            </a:r>
            <a:r>
              <a:rPr lang="en-US" sz="1800" dirty="0"/>
              <a:t>The </a:t>
            </a:r>
            <a:r>
              <a:rPr lang="en-US" sz="1800" dirty="0" smtClean="0"/>
              <a:t>prospect </a:t>
            </a:r>
            <a:r>
              <a:rPr lang="en-US" sz="1200" dirty="0" smtClean="0"/>
              <a:t>(</a:t>
            </a:r>
            <a:r>
              <a:rPr lang="en-US" sz="1200" dirty="0" err="1" smtClean="0"/>
              <a:t>triển</a:t>
            </a:r>
            <a:r>
              <a:rPr lang="en-US" sz="1200" dirty="0" smtClean="0"/>
              <a:t> </a:t>
            </a:r>
            <a:r>
              <a:rPr lang="en-US" sz="1200" dirty="0" err="1" smtClean="0"/>
              <a:t>vọng</a:t>
            </a:r>
            <a:r>
              <a:rPr lang="en-US" sz="1200" dirty="0" smtClean="0"/>
              <a:t>)</a:t>
            </a:r>
            <a:r>
              <a:rPr lang="en-US" sz="1800" dirty="0" smtClean="0"/>
              <a:t> </a:t>
            </a:r>
            <a:r>
              <a:rPr lang="en-US" sz="1800" dirty="0"/>
              <a:t>of thoroughly examining a several-hundred-page requirements document is </a:t>
            </a:r>
            <a:r>
              <a:rPr lang="en-US" sz="1800" dirty="0" smtClean="0"/>
              <a:t>daunting </a:t>
            </a:r>
            <a:r>
              <a:rPr lang="en-US" sz="1200" dirty="0" smtClean="0"/>
              <a:t>(</a:t>
            </a:r>
            <a:r>
              <a:rPr lang="en-US" sz="1200" dirty="0" err="1" smtClean="0"/>
              <a:t>khó</a:t>
            </a:r>
            <a:r>
              <a:rPr lang="en-US" sz="1200" dirty="0" smtClean="0"/>
              <a:t> </a:t>
            </a:r>
            <a:r>
              <a:rPr lang="en-US" sz="1200" dirty="0" err="1" smtClean="0"/>
              <a:t>khăn</a:t>
            </a:r>
            <a:r>
              <a:rPr lang="en-US" sz="1200" dirty="0" smtClean="0"/>
              <a:t>)</a:t>
            </a:r>
            <a:r>
              <a:rPr lang="en-US" sz="1800" dirty="0" smtClean="0"/>
              <a:t>.</a:t>
            </a:r>
            <a:r>
              <a:rPr lang="en-US" dirty="0"/>
              <a:t> </a:t>
            </a:r>
            <a:r>
              <a:rPr lang="en-US" sz="1800" dirty="0"/>
              <a:t>To avoid overwhelming the review team, perform incremental reviews throughout requirements </a:t>
            </a:r>
            <a:r>
              <a:rPr lang="en-US" sz="1800" dirty="0" smtClean="0"/>
              <a:t>development. </a:t>
            </a:r>
            <a:endParaRPr lang="en-US" dirty="0" smtClean="0"/>
          </a:p>
          <a:p>
            <a:r>
              <a:rPr lang="en-US" dirty="0"/>
              <a:t>Large inspection </a:t>
            </a:r>
            <a:r>
              <a:rPr lang="en-US" dirty="0" smtClean="0"/>
              <a:t>teams:</a:t>
            </a:r>
          </a:p>
          <a:p>
            <a:pPr lvl="1"/>
            <a:r>
              <a:rPr lang="en-US" sz="1600" dirty="0" smtClean="0"/>
              <a:t>Make </a:t>
            </a:r>
            <a:r>
              <a:rPr lang="en-US" sz="1600" dirty="0"/>
              <a:t>sure every participant is there to find defects, not to be educated or to protect a </a:t>
            </a:r>
            <a:r>
              <a:rPr lang="en-US" sz="1600" dirty="0" smtClean="0"/>
              <a:t>position </a:t>
            </a:r>
            <a:r>
              <a:rPr lang="en-US" sz="1200" dirty="0" smtClean="0"/>
              <a:t>(</a:t>
            </a:r>
            <a:r>
              <a:rPr lang="en-US" sz="1200" dirty="0" err="1" smtClean="0"/>
              <a:t>quan</a:t>
            </a:r>
            <a:r>
              <a:rPr lang="en-US" sz="1200" dirty="0" smtClean="0"/>
              <a:t> </a:t>
            </a:r>
            <a:r>
              <a:rPr lang="en-US" sz="1200" dirty="0" err="1" smtClean="0"/>
              <a:t>điểm</a:t>
            </a:r>
            <a:r>
              <a:rPr lang="en-US" sz="1200" dirty="0" smtClean="0"/>
              <a:t>)</a:t>
            </a:r>
            <a:r>
              <a:rPr lang="en-US" sz="1600" dirty="0" smtClean="0"/>
              <a:t>.</a:t>
            </a:r>
          </a:p>
          <a:p>
            <a:pPr lvl="1"/>
            <a:r>
              <a:rPr lang="en-US" sz="1600" dirty="0" smtClean="0"/>
              <a:t>Understand </a:t>
            </a:r>
            <a:r>
              <a:rPr lang="en-US" sz="1600" dirty="0"/>
              <a:t>which perspective (such as customer, developer, or tester) each inspector represents. </a:t>
            </a:r>
            <a:endParaRPr lang="en-US" sz="1600" dirty="0" smtClean="0"/>
          </a:p>
          <a:p>
            <a:pPr lvl="1"/>
            <a:r>
              <a:rPr lang="en-US" sz="1600" dirty="0" smtClean="0"/>
              <a:t>Establish </a:t>
            </a:r>
            <a:r>
              <a:rPr lang="en-US" sz="1600" dirty="0"/>
              <a:t>several small teams to inspect the requirements in parallel and combine their defect lists, removing any duplicates. </a:t>
            </a:r>
            <a:endParaRPr lang="en-US" sz="1600" dirty="0" smtClean="0"/>
          </a:p>
          <a:p>
            <a:r>
              <a:rPr lang="en-US" dirty="0" smtClean="0"/>
              <a:t>Geographically separated reviewers: </a:t>
            </a:r>
            <a:r>
              <a:rPr lang="en-US" sz="1800" dirty="0" smtClean="0"/>
              <a:t>Using videoconferencing </a:t>
            </a:r>
            <a:r>
              <a:rPr lang="en-US" sz="1800" dirty="0"/>
              <a:t>can be an effective solution. Web conferencing tools allow reviewers to ensure that they are all looking at the same material during the discussion.</a:t>
            </a:r>
            <a:endParaRPr lang="en-US" dirty="0" smtClean="0"/>
          </a:p>
          <a:p>
            <a:r>
              <a:rPr lang="en-US" dirty="0" smtClean="0"/>
              <a:t>Unprepared reviewers: </a:t>
            </a:r>
            <a:r>
              <a:rPr lang="en-US" sz="1900" dirty="0"/>
              <a:t>One of the prerequisites to a formal review meeting is that the participants have examined the material being reviewed ahead of time, individually identifying their initial sets of issues. </a:t>
            </a:r>
            <a:endParaRPr lang="en-US" dirty="0" smtClean="0"/>
          </a:p>
          <a:p>
            <a:endParaRPr lang="en-US" dirty="0"/>
          </a:p>
        </p:txBody>
      </p:sp>
      <p:sp>
        <p:nvSpPr>
          <p:cNvPr id="2" name="Title 1"/>
          <p:cNvSpPr>
            <a:spLocks noGrp="1"/>
          </p:cNvSpPr>
          <p:nvPr>
            <p:ph type="title"/>
          </p:nvPr>
        </p:nvSpPr>
        <p:spPr>
          <a:xfrm>
            <a:off x="2332309" y="6701"/>
            <a:ext cx="6811691" cy="1052161"/>
          </a:xfrm>
        </p:spPr>
        <p:txBody>
          <a:bodyPr/>
          <a:lstStyle/>
          <a:p>
            <a:r>
              <a:rPr lang="en-US" sz="3200" dirty="0"/>
              <a:t>Requirements review challenges</a:t>
            </a:r>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4131884618"/>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27105"/>
            <a:ext cx="6324600" cy="1039695"/>
          </a:xfrm>
        </p:spPr>
        <p:txBody>
          <a:bodyPr>
            <a:normAutofit/>
          </a:bodyPr>
          <a:lstStyle/>
          <a:p>
            <a:r>
              <a:rPr lang="en-US" sz="3200" dirty="0"/>
              <a:t>Testing the </a:t>
            </a:r>
            <a:r>
              <a:rPr lang="en-US" sz="3200" dirty="0" smtClean="0"/>
              <a:t>requirements</a:t>
            </a:r>
            <a:endParaRPr lang="en-US" sz="3200" dirty="0"/>
          </a:p>
        </p:txBody>
      </p:sp>
      <p:pic>
        <p:nvPicPr>
          <p:cNvPr id="4" name="Picture 3"/>
          <p:cNvPicPr>
            <a:picLocks noChangeAspect="1"/>
          </p:cNvPicPr>
          <p:nvPr/>
        </p:nvPicPr>
        <p:blipFill>
          <a:blip r:embed="rId2"/>
          <a:stretch>
            <a:fillRect/>
          </a:stretch>
        </p:blipFill>
        <p:spPr>
          <a:xfrm>
            <a:off x="13855" y="3419186"/>
            <a:ext cx="6054436" cy="2895600"/>
          </a:xfrm>
          <a:prstGeom prst="rect">
            <a:avLst/>
          </a:prstGeom>
        </p:spPr>
      </p:pic>
      <p:sp>
        <p:nvSpPr>
          <p:cNvPr id="3" name="Footer Placeholder 2"/>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
        <p:nvSpPr>
          <p:cNvPr id="6" name="Content Placeholder 2"/>
          <p:cNvSpPr>
            <a:spLocks noGrp="1"/>
          </p:cNvSpPr>
          <p:nvPr>
            <p:ph idx="1"/>
          </p:nvPr>
        </p:nvSpPr>
        <p:spPr>
          <a:xfrm>
            <a:off x="228600" y="1142999"/>
            <a:ext cx="8686800" cy="2276187"/>
          </a:xfrm>
        </p:spPr>
        <p:txBody>
          <a:bodyPr>
            <a:normAutofit fontScale="77500" lnSpcReduction="20000"/>
          </a:bodyPr>
          <a:lstStyle/>
          <a:p>
            <a:r>
              <a:rPr lang="en-US" dirty="0"/>
              <a:t>You can begin deriving conceptual tests from user requirements early in the development </a:t>
            </a:r>
            <a:r>
              <a:rPr lang="en-US" dirty="0" smtClean="0"/>
              <a:t>process. </a:t>
            </a:r>
            <a:r>
              <a:rPr lang="en-US" dirty="0"/>
              <a:t>Use the tests to evaluate functional requirements, analysis models, and </a:t>
            </a:r>
            <a:r>
              <a:rPr lang="en-US" dirty="0" smtClean="0"/>
              <a:t>prototypes. </a:t>
            </a:r>
            <a:r>
              <a:rPr lang="en-US" dirty="0"/>
              <a:t>The tests should cover the normal flow of each use case, alternative flows, and the exceptions you identified during elicitation and </a:t>
            </a:r>
            <a:r>
              <a:rPr lang="en-US" dirty="0" smtClean="0"/>
              <a:t>analysis.</a:t>
            </a:r>
          </a:p>
          <a:p>
            <a:r>
              <a:rPr lang="en-US" dirty="0"/>
              <a:t>Ideally, a BA will write the functional requirements and a tester will write the tests from a common starting point: the user </a:t>
            </a:r>
            <a:r>
              <a:rPr lang="en-US" dirty="0" smtClean="0"/>
              <a:t>requirements.</a:t>
            </a:r>
            <a:endParaRPr lang="en-US" dirty="0"/>
          </a:p>
        </p:txBody>
      </p:sp>
      <p:pic>
        <p:nvPicPr>
          <p:cNvPr id="7" name="Picture 6"/>
          <p:cNvPicPr>
            <a:picLocks noChangeAspect="1"/>
          </p:cNvPicPr>
          <p:nvPr/>
        </p:nvPicPr>
        <p:blipFill>
          <a:blip r:embed="rId3"/>
          <a:stretch>
            <a:fillRect/>
          </a:stretch>
        </p:blipFill>
        <p:spPr>
          <a:xfrm>
            <a:off x="3832271" y="3495385"/>
            <a:ext cx="5152402" cy="2355273"/>
          </a:xfrm>
          <a:prstGeom prst="rect">
            <a:avLst/>
          </a:prstGeom>
        </p:spPr>
      </p:pic>
    </p:spTree>
    <p:extLst>
      <p:ext uri="{BB962C8B-B14F-4D97-AF65-F5344CB8AC3E}">
        <p14:creationId xmlns:p14="http://schemas.microsoft.com/office/powerpoint/2010/main" val="1268880576"/>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a:t>Software developers might believe that they’ve built the perfect product, but the customer is the final </a:t>
            </a:r>
            <a:r>
              <a:rPr lang="en-US" dirty="0" smtClean="0"/>
              <a:t>arbiter </a:t>
            </a:r>
            <a:r>
              <a:rPr lang="en-US" sz="1800" dirty="0" smtClean="0"/>
              <a:t>(</a:t>
            </a:r>
            <a:r>
              <a:rPr lang="en-US" sz="1800" dirty="0" err="1" smtClean="0"/>
              <a:t>trọng</a:t>
            </a:r>
            <a:r>
              <a:rPr lang="en-US" sz="1800" dirty="0" smtClean="0"/>
              <a:t> </a:t>
            </a:r>
            <a:r>
              <a:rPr lang="en-US" sz="1800" dirty="0" err="1" smtClean="0"/>
              <a:t>tài</a:t>
            </a:r>
            <a:r>
              <a:rPr lang="en-US" sz="1800" dirty="0" smtClean="0"/>
              <a:t>)</a:t>
            </a:r>
            <a:r>
              <a:rPr lang="en-US" dirty="0" smtClean="0"/>
              <a:t>. </a:t>
            </a:r>
            <a:r>
              <a:rPr lang="en-US" dirty="0"/>
              <a:t>Customers need to assess whether a system satisfies its predefined </a:t>
            </a:r>
            <a:r>
              <a:rPr lang="en-US" i="1" dirty="0">
                <a:solidFill>
                  <a:srgbClr val="003399"/>
                </a:solidFill>
              </a:rPr>
              <a:t>acceptance criteria</a:t>
            </a:r>
            <a:r>
              <a:rPr lang="en-US" dirty="0" smtClean="0"/>
              <a:t>.</a:t>
            </a:r>
          </a:p>
          <a:p>
            <a:r>
              <a:rPr lang="en-US" dirty="0" smtClean="0"/>
              <a:t>Acceptance criteria: </a:t>
            </a:r>
            <a:r>
              <a:rPr lang="en-US" dirty="0"/>
              <a:t>Working with customers to develop acceptance criteria provides a way to validate both the requirements and the solution </a:t>
            </a:r>
            <a:r>
              <a:rPr lang="en-US" dirty="0" smtClean="0"/>
              <a:t>itself. </a:t>
            </a:r>
            <a:r>
              <a:rPr lang="en-US" dirty="0"/>
              <a:t>If a customer can’t express how she would evaluate the system’s satisfaction of a particular requirement, that requirement is not clear </a:t>
            </a:r>
            <a:r>
              <a:rPr lang="en-US" dirty="0" smtClean="0"/>
              <a:t>enough. </a:t>
            </a:r>
            <a:r>
              <a:rPr lang="en-US" dirty="0"/>
              <a:t>Acceptance criteria could also encompass dimensions such as the </a:t>
            </a:r>
            <a:r>
              <a:rPr lang="en-US" dirty="0" smtClean="0"/>
              <a:t>following:</a:t>
            </a:r>
          </a:p>
          <a:p>
            <a:pPr lvl="1"/>
            <a:r>
              <a:rPr lang="en-US" sz="2800" dirty="0" smtClean="0"/>
              <a:t>Specific </a:t>
            </a:r>
            <a:r>
              <a:rPr lang="en-US" sz="2800" dirty="0"/>
              <a:t>high-priority functionality that must be present and operating properly before the product could be accepted and used. </a:t>
            </a:r>
            <a:endParaRPr lang="en-US" sz="2800" dirty="0" smtClean="0"/>
          </a:p>
          <a:p>
            <a:pPr lvl="1"/>
            <a:r>
              <a:rPr lang="en-US" sz="2800" dirty="0" smtClean="0"/>
              <a:t>Essential </a:t>
            </a:r>
            <a:r>
              <a:rPr lang="en-US" sz="2800" dirty="0"/>
              <a:t>nonfunctional criteria or quality metrics that must be satisfied</a:t>
            </a:r>
            <a:r>
              <a:rPr lang="en-US" sz="2800" dirty="0" smtClean="0"/>
              <a:t>.</a:t>
            </a:r>
          </a:p>
          <a:p>
            <a:pPr lvl="1"/>
            <a:r>
              <a:rPr lang="en-US" sz="2800" dirty="0" smtClean="0"/>
              <a:t>Remaining</a:t>
            </a:r>
            <a:r>
              <a:rPr lang="en-US" sz="1900" dirty="0" smtClean="0"/>
              <a:t> (</a:t>
            </a:r>
            <a:r>
              <a:rPr lang="en-US" sz="1900" dirty="0" err="1" smtClean="0"/>
              <a:t>để</a:t>
            </a:r>
            <a:r>
              <a:rPr lang="en-US" sz="1900" dirty="0" smtClean="0"/>
              <a:t> </a:t>
            </a:r>
            <a:r>
              <a:rPr lang="en-US" sz="1900" dirty="0" err="1" smtClean="0"/>
              <a:t>lại</a:t>
            </a:r>
            <a:r>
              <a:rPr lang="en-US" sz="1900" dirty="0" smtClean="0"/>
              <a:t>) </a:t>
            </a:r>
            <a:r>
              <a:rPr lang="en-US" sz="2800" dirty="0" smtClean="0"/>
              <a:t>open </a:t>
            </a:r>
            <a:r>
              <a:rPr lang="en-US" sz="2800" dirty="0"/>
              <a:t>issues and </a:t>
            </a:r>
            <a:r>
              <a:rPr lang="en-US" sz="2800" dirty="0" smtClean="0"/>
              <a:t>defects - TBD.</a:t>
            </a:r>
          </a:p>
          <a:p>
            <a:pPr lvl="1"/>
            <a:r>
              <a:rPr lang="en-US" sz="2800" dirty="0" smtClean="0"/>
              <a:t>Specific </a:t>
            </a:r>
            <a:r>
              <a:rPr lang="en-US" sz="2800" dirty="0"/>
              <a:t>legal, regulatory, or contractual conditions</a:t>
            </a:r>
            <a:r>
              <a:rPr lang="en-US" sz="2800" dirty="0" smtClean="0"/>
              <a:t>.</a:t>
            </a:r>
            <a:endParaRPr lang="en-US" sz="2800" dirty="0"/>
          </a:p>
        </p:txBody>
      </p:sp>
      <p:sp>
        <p:nvSpPr>
          <p:cNvPr id="2" name="Title 1"/>
          <p:cNvSpPr>
            <a:spLocks noGrp="1"/>
          </p:cNvSpPr>
          <p:nvPr>
            <p:ph type="title"/>
          </p:nvPr>
        </p:nvSpPr>
        <p:spPr>
          <a:xfrm>
            <a:off x="2819400" y="27105"/>
            <a:ext cx="6324600" cy="1115895"/>
          </a:xfrm>
        </p:spPr>
        <p:txBody>
          <a:bodyPr>
            <a:normAutofit/>
          </a:bodyPr>
          <a:lstStyle/>
          <a:p>
            <a:r>
              <a:rPr lang="en-US" sz="3200" dirty="0"/>
              <a:t>Validating requirements with acceptance </a:t>
            </a:r>
            <a:r>
              <a:rPr lang="en-US" sz="3200" dirty="0" smtClean="0"/>
              <a:t>criteria</a:t>
            </a:r>
            <a:endParaRPr lang="en-US" sz="3200" dirty="0"/>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3440693188"/>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Acceptance </a:t>
            </a:r>
            <a:r>
              <a:rPr lang="en-US" dirty="0"/>
              <a:t>tests: </a:t>
            </a:r>
            <a:endParaRPr lang="en-US" dirty="0" smtClean="0"/>
          </a:p>
          <a:p>
            <a:pPr lvl="1"/>
            <a:r>
              <a:rPr lang="en-US" dirty="0" smtClean="0"/>
              <a:t>Acceptance </a:t>
            </a:r>
            <a:r>
              <a:rPr lang="en-US" dirty="0"/>
              <a:t>tests </a:t>
            </a:r>
            <a:r>
              <a:rPr lang="en-US" dirty="0" smtClean="0"/>
              <a:t>constitute </a:t>
            </a:r>
            <a:r>
              <a:rPr lang="en-US" sz="1400" dirty="0" smtClean="0"/>
              <a:t>(</a:t>
            </a:r>
            <a:r>
              <a:rPr lang="en-US" sz="1400" dirty="0" err="1" smtClean="0"/>
              <a:t>là</a:t>
            </a:r>
            <a:r>
              <a:rPr lang="en-US" sz="1400" dirty="0" smtClean="0"/>
              <a:t>) </a:t>
            </a:r>
            <a:r>
              <a:rPr lang="en-US" dirty="0"/>
              <a:t>the largest portion of the acceptance criteria. Creators of acceptance tests should consider the most commonly performed and most important usage scenarios when deciding how to evaluate the software’s acceptability</a:t>
            </a:r>
            <a:r>
              <a:rPr lang="en-US" dirty="0" smtClean="0"/>
              <a:t>.</a:t>
            </a:r>
          </a:p>
          <a:p>
            <a:pPr lvl="1"/>
            <a:r>
              <a:rPr lang="en-US" dirty="0"/>
              <a:t>Focus on testing the normal flows of the use cases and their corresponding exceptions, devoting less </a:t>
            </a:r>
            <a:r>
              <a:rPr lang="en-US" dirty="0" smtClean="0"/>
              <a:t>attention </a:t>
            </a:r>
            <a:r>
              <a:rPr lang="en-US" sz="1600" dirty="0" smtClean="0"/>
              <a:t>(</a:t>
            </a:r>
            <a:r>
              <a:rPr lang="en-US" sz="1600" dirty="0" err="1" smtClean="0"/>
              <a:t>ít</a:t>
            </a:r>
            <a:r>
              <a:rPr lang="en-US" sz="1600" dirty="0" smtClean="0"/>
              <a:t> </a:t>
            </a:r>
            <a:r>
              <a:rPr lang="en-US" sz="1600" dirty="0" err="1" smtClean="0"/>
              <a:t>chú</a:t>
            </a:r>
            <a:r>
              <a:rPr lang="en-US" sz="1600" dirty="0" smtClean="0"/>
              <a:t> ý </a:t>
            </a:r>
            <a:r>
              <a:rPr lang="en-US" sz="1600" dirty="0" err="1" smtClean="0"/>
              <a:t>hơn</a:t>
            </a:r>
            <a:r>
              <a:rPr lang="en-US" sz="1600" dirty="0" smtClean="0"/>
              <a:t>)</a:t>
            </a:r>
            <a:r>
              <a:rPr lang="en-US" dirty="0" smtClean="0"/>
              <a:t> </a:t>
            </a:r>
            <a:r>
              <a:rPr lang="en-US" dirty="0"/>
              <a:t>to the less frequently used alternative flows</a:t>
            </a:r>
            <a:r>
              <a:rPr lang="en-US" dirty="0" smtClean="0"/>
              <a:t>.</a:t>
            </a:r>
          </a:p>
          <a:p>
            <a:pPr lvl="1"/>
            <a:r>
              <a:rPr lang="en-US" dirty="0" smtClean="0"/>
              <a:t>In the agile projects, the </a:t>
            </a:r>
            <a:r>
              <a:rPr lang="en-US" dirty="0"/>
              <a:t>problem with writing </a:t>
            </a:r>
            <a:r>
              <a:rPr lang="en-US" i="1" dirty="0">
                <a:solidFill>
                  <a:srgbClr val="003399"/>
                </a:solidFill>
              </a:rPr>
              <a:t>only</a:t>
            </a:r>
            <a:r>
              <a:rPr lang="en-US" i="1" dirty="0"/>
              <a:t> </a:t>
            </a:r>
            <a:r>
              <a:rPr lang="en-US" dirty="0"/>
              <a:t>acceptance tests is that the requirements exist only in people’s minds. By not documenting and comparing alternate views of requirements—user requirements, functional requirements, analysis models, and tests—you can miss an opportunity to identify errors, inconsistencies, and gaps.</a:t>
            </a:r>
          </a:p>
        </p:txBody>
      </p:sp>
      <p:sp>
        <p:nvSpPr>
          <p:cNvPr id="2" name="Title 1"/>
          <p:cNvSpPr>
            <a:spLocks noGrp="1"/>
          </p:cNvSpPr>
          <p:nvPr>
            <p:ph type="title"/>
          </p:nvPr>
        </p:nvSpPr>
        <p:spPr>
          <a:xfrm>
            <a:off x="2819400" y="27105"/>
            <a:ext cx="6324600" cy="1115895"/>
          </a:xfrm>
        </p:spPr>
        <p:txBody>
          <a:bodyPr>
            <a:normAutofit/>
          </a:bodyPr>
          <a:lstStyle/>
          <a:p>
            <a:r>
              <a:rPr lang="en-US" sz="3200" dirty="0"/>
              <a:t>Validating requirements with acceptance </a:t>
            </a:r>
            <a:r>
              <a:rPr lang="en-US" sz="3200" dirty="0" smtClean="0"/>
              <a:t>criteria</a:t>
            </a:r>
            <a:endParaRPr lang="en-US" sz="3200" dirty="0"/>
          </a:p>
        </p:txBody>
      </p:sp>
      <p:sp>
        <p:nvSpPr>
          <p:cNvPr id="4" name="Footer Placeholder 3"/>
          <p:cNvSpPr>
            <a:spLocks noGrp="1"/>
          </p:cNvSpPr>
          <p:nvPr>
            <p:ph type="ftr" sz="quarter" idx="10"/>
          </p:nvPr>
        </p:nvSpPr>
        <p:spPr/>
        <p:txBody>
          <a:bodyPr/>
          <a:lstStyle/>
          <a:p>
            <a:pPr>
              <a:defRPr/>
            </a:pPr>
            <a:r>
              <a:rPr lang="en-US" smtClean="0"/>
              <a:t>Chapter 17: Validating the requirements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Tree>
    <p:extLst>
      <p:ext uri="{BB962C8B-B14F-4D97-AF65-F5344CB8AC3E}">
        <p14:creationId xmlns:p14="http://schemas.microsoft.com/office/powerpoint/2010/main" val="4113009031"/>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17</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1123468"/>
      </p:ext>
    </p:extLst>
  </p:cSld>
  <p:clrMapOvr>
    <a:masterClrMapping/>
  </p:clrMapOvr>
  <p:transition>
    <p:split orient="vert"/>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4: The business analyst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756726678"/>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1567</TotalTime>
  <Words>2227</Words>
  <Application>Microsoft Office PowerPoint</Application>
  <PresentationFormat>On-screen Show (4:3)</PresentationFormat>
  <Paragraphs>179</Paragraphs>
  <Slides>19</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Tahoma</vt:lpstr>
      <vt:lpstr>1_template</vt:lpstr>
      <vt:lpstr>CHAPTER 17  Validating the requirements</vt:lpstr>
      <vt:lpstr>Review chapter 16</vt:lpstr>
      <vt:lpstr>Objectives</vt:lpstr>
      <vt:lpstr> Contents </vt:lpstr>
      <vt:lpstr>Why validate the requirements?</vt:lpstr>
      <vt:lpstr>Validation and verification</vt:lpstr>
      <vt:lpstr>Reviewing requirements</vt:lpstr>
      <vt:lpstr>The inspection process </vt:lpstr>
      <vt:lpstr>The inspection process </vt:lpstr>
      <vt:lpstr>The inspection process </vt:lpstr>
      <vt:lpstr>The inspection process: Inspection stages</vt:lpstr>
      <vt:lpstr>Defect checklist</vt:lpstr>
      <vt:lpstr>Requirements review tips</vt:lpstr>
      <vt:lpstr>Requirements review challenges</vt:lpstr>
      <vt:lpstr>Testing the requirements</vt:lpstr>
      <vt:lpstr>Validating requirements with acceptance criteria</vt:lpstr>
      <vt:lpstr>Validating requirements with acceptance criteria</vt:lpstr>
      <vt:lpstr>Review chapter 17</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Validating the requirements</dc:title>
  <dc:creator>Huong</dc:creator>
  <cp:lastModifiedBy>Bay Huynh Van (FE FPTU CT)</cp:lastModifiedBy>
  <cp:revision>64</cp:revision>
  <dcterms:created xsi:type="dcterms:W3CDTF">2018-04-24T07:02:22Z</dcterms:created>
  <dcterms:modified xsi:type="dcterms:W3CDTF">2020-03-11T11:14:55Z</dcterms:modified>
</cp:coreProperties>
</file>