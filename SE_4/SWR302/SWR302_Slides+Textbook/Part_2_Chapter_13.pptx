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21"/>
  </p:notesMasterIdLst>
  <p:sldIdLst>
    <p:sldId id="257" r:id="rId2"/>
    <p:sldId id="275" r:id="rId3"/>
    <p:sldId id="258" r:id="rId4"/>
    <p:sldId id="259" r:id="rId5"/>
    <p:sldId id="260" r:id="rId6"/>
    <p:sldId id="267" r:id="rId7"/>
    <p:sldId id="268" r:id="rId8"/>
    <p:sldId id="261" r:id="rId9"/>
    <p:sldId id="269" r:id="rId10"/>
    <p:sldId id="262" r:id="rId11"/>
    <p:sldId id="263" r:id="rId12"/>
    <p:sldId id="264" r:id="rId13"/>
    <p:sldId id="271" r:id="rId14"/>
    <p:sldId id="272" r:id="rId15"/>
    <p:sldId id="270" r:id="rId16"/>
    <p:sldId id="265" r:id="rId17"/>
    <p:sldId id="274" r:id="rId18"/>
    <p:sldId id="273" r:id="rId19"/>
    <p:sldId id="26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0476" autoAdjust="0"/>
  </p:normalViewPr>
  <p:slideViewPr>
    <p:cSldViewPr snapToGrid="0">
      <p:cViewPr varScale="1">
        <p:scale>
          <a:sx n="105" d="100"/>
          <a:sy n="105" d="100"/>
        </p:scale>
        <p:origin x="18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12: A picture is worth 1024 words.</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Modeling </a:t>
          </a:r>
          <a:r>
            <a:rPr lang="en-US" sz="1600" dirty="0" err="1"/>
            <a:t>reqs</a:t>
          </a:r>
          <a:r>
            <a:rPr lang="en-US" sz="1600" dirty="0"/>
            <a:t>.</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600" dirty="0"/>
            <a:t>Useful of pictures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B8979EE1-0B76-49DF-94CB-E21FB2BFFE93}">
      <dgm:prSet phldrT="[Text]" custT="1"/>
      <dgm:spPr/>
      <dgm:t>
        <a:bodyPr/>
        <a:lstStyle/>
        <a:p>
          <a:r>
            <a:rPr lang="en-US" sz="1600" dirty="0"/>
            <a:t>Selecting the right model</a:t>
          </a:r>
        </a:p>
      </dgm:t>
    </dgm:pt>
    <dgm:pt modelId="{465E99B4-164C-4BAE-9F07-11FC02BDF1C0}" type="parTrans" cxnId="{9DABB44F-B42B-443F-9E2F-FFD3DF781252}">
      <dgm:prSet/>
      <dgm:spPr/>
      <dgm:t>
        <a:bodyPr/>
        <a:lstStyle/>
        <a:p>
          <a:endParaRPr lang="en-US"/>
        </a:p>
      </dgm:t>
    </dgm:pt>
    <dgm:pt modelId="{A52399AA-C95C-41D6-976A-0B5DE871750C}" type="sibTrans" cxnId="{9DABB44F-B42B-443F-9E2F-FFD3DF781252}">
      <dgm:prSet/>
      <dgm:spPr/>
      <dgm:t>
        <a:bodyPr/>
        <a:lstStyle/>
        <a:p>
          <a:endParaRPr lang="en-US"/>
        </a:p>
      </dgm:t>
    </dgm:pt>
    <dgm:pt modelId="{2A15E0A6-679D-4670-87FA-4A6A24B0C5FA}">
      <dgm:prSet phldrT="[Text]" custT="1"/>
      <dgm:spPr/>
      <dgm:t>
        <a:bodyPr/>
        <a:lstStyle/>
        <a:p>
          <a:r>
            <a:rPr lang="en-US" sz="1600"/>
            <a:t>Data flow diagrams </a:t>
          </a:r>
          <a:endParaRPr lang="en-US" sz="1600" dirty="0"/>
        </a:p>
      </dgm:t>
    </dgm:pt>
    <dgm:pt modelId="{79CE3C61-BDBE-4EE3-85DF-02AB835E690C}" type="parTrans" cxnId="{CAD7622C-3A66-49C6-AA40-EBE804F4B1EC}">
      <dgm:prSet/>
      <dgm:spPr/>
      <dgm:t>
        <a:bodyPr/>
        <a:lstStyle/>
        <a:p>
          <a:endParaRPr lang="en-US"/>
        </a:p>
      </dgm:t>
    </dgm:pt>
    <dgm:pt modelId="{0A6D3C95-6E4C-4736-9C79-15161B77857F}" type="sibTrans" cxnId="{CAD7622C-3A66-49C6-AA40-EBE804F4B1EC}">
      <dgm:prSet/>
      <dgm:spPr/>
      <dgm:t>
        <a:bodyPr/>
        <a:lstStyle/>
        <a:p>
          <a:endParaRPr lang="en-US"/>
        </a:p>
      </dgm:t>
    </dgm:pt>
    <dgm:pt modelId="{45DD60CF-7661-4446-B163-F8A81B0D7620}">
      <dgm:prSet phldrT="[Text]" custT="1"/>
      <dgm:spPr/>
      <dgm:t>
        <a:bodyPr/>
        <a:lstStyle/>
        <a:p>
          <a:r>
            <a:rPr lang="en-US" sz="1600" dirty="0" err="1"/>
            <a:t>Swimlane</a:t>
          </a:r>
          <a:r>
            <a:rPr lang="en-US" sz="1600" dirty="0"/>
            <a:t> diagrams</a:t>
          </a:r>
        </a:p>
      </dgm:t>
    </dgm:pt>
    <dgm:pt modelId="{567DA506-0355-4684-AE3B-1719C0660E4C}" type="parTrans" cxnId="{1EA575BA-472C-4A7C-A883-423D79DEFBEB}">
      <dgm:prSet/>
      <dgm:spPr/>
      <dgm:t>
        <a:bodyPr/>
        <a:lstStyle/>
        <a:p>
          <a:endParaRPr lang="en-US"/>
        </a:p>
      </dgm:t>
    </dgm:pt>
    <dgm:pt modelId="{4E1BF6CA-B22A-419A-838D-AD30D4B79BB9}" type="sibTrans" cxnId="{1EA575BA-472C-4A7C-A883-423D79DEFBEB}">
      <dgm:prSet/>
      <dgm:spPr/>
      <dgm:t>
        <a:bodyPr/>
        <a:lstStyle/>
        <a:p>
          <a:endParaRPr lang="en-US"/>
        </a:p>
      </dgm:t>
    </dgm:pt>
    <dgm:pt modelId="{0A804072-64C4-46EB-8C50-BCC0509B8F6F}">
      <dgm:prSet phldrT="[Text]" custT="1"/>
      <dgm:spPr/>
      <dgm:t>
        <a:bodyPr/>
        <a:lstStyle/>
        <a:p>
          <a:r>
            <a:rPr lang="en-US" sz="1600" dirty="0"/>
            <a:t>State-transition diagrams</a:t>
          </a:r>
        </a:p>
      </dgm:t>
    </dgm:pt>
    <dgm:pt modelId="{EBA25234-A5F3-49BA-8141-2E86E296AA3F}" type="parTrans" cxnId="{6C9D4AFA-B3F9-40FD-8A8E-90BF6EBC7664}">
      <dgm:prSet/>
      <dgm:spPr/>
      <dgm:t>
        <a:bodyPr/>
        <a:lstStyle/>
        <a:p>
          <a:endParaRPr lang="en-US"/>
        </a:p>
      </dgm:t>
    </dgm:pt>
    <dgm:pt modelId="{31077625-8146-4B4D-9B63-AE0E5FC2BCF1}" type="sibTrans" cxnId="{6C9D4AFA-B3F9-40FD-8A8E-90BF6EBC7664}">
      <dgm:prSet/>
      <dgm:spPr/>
      <dgm:t>
        <a:bodyPr/>
        <a:lstStyle/>
        <a:p>
          <a:endParaRPr lang="en-US"/>
        </a:p>
      </dgm:t>
    </dgm:pt>
    <dgm:pt modelId="{E42062C2-6908-4E2A-BCD8-435812DA13D3}">
      <dgm:prSet phldrT="[Text]" custT="1"/>
      <dgm:spPr/>
      <dgm:t>
        <a:bodyPr/>
        <a:lstStyle/>
        <a:p>
          <a:r>
            <a:rPr lang="en-US" sz="1600" dirty="0"/>
            <a:t>Dialog maps</a:t>
          </a:r>
        </a:p>
      </dgm:t>
    </dgm:pt>
    <dgm:pt modelId="{96744D40-AB9A-4A38-BAB7-B98EC959EBC5}" type="parTrans" cxnId="{F193C74A-8D21-491B-855F-D1FD613847FC}">
      <dgm:prSet/>
      <dgm:spPr/>
      <dgm:t>
        <a:bodyPr/>
        <a:lstStyle/>
        <a:p>
          <a:endParaRPr lang="en-US"/>
        </a:p>
      </dgm:t>
    </dgm:pt>
    <dgm:pt modelId="{8D1384DA-A6C3-42FA-82E1-2B6951ED3890}" type="sibTrans" cxnId="{F193C74A-8D21-491B-855F-D1FD613847FC}">
      <dgm:prSet/>
      <dgm:spPr/>
      <dgm:t>
        <a:bodyPr/>
        <a:lstStyle/>
        <a:p>
          <a:endParaRPr lang="en-US"/>
        </a:p>
      </dgm:t>
    </dgm:pt>
    <dgm:pt modelId="{9B9FE9C8-2437-4822-9686-CEDC4E733572}">
      <dgm:prSet phldrT="[Text]" custT="1"/>
      <dgm:spPr/>
      <dgm:t>
        <a:bodyPr/>
        <a:lstStyle/>
        <a:p>
          <a:r>
            <a:rPr lang="en-US" sz="1600" dirty="0"/>
            <a:t>…</a:t>
          </a:r>
        </a:p>
      </dgm:t>
    </dgm:pt>
    <dgm:pt modelId="{5346E749-B9A4-4FFB-B078-F85D9D8352E6}" type="parTrans" cxnId="{D554EF06-2E28-46C1-89B2-C2317E8C1DE3}">
      <dgm:prSet/>
      <dgm:spPr/>
      <dgm:t>
        <a:bodyPr/>
        <a:lstStyle/>
        <a:p>
          <a:endParaRPr lang="en-US"/>
        </a:p>
      </dgm:t>
    </dgm:pt>
    <dgm:pt modelId="{1DA16604-39CA-489C-9C94-461BC8CDDF08}" type="sibTrans" cxnId="{D554EF06-2E28-46C1-89B2-C2317E8C1DE3}">
      <dgm:prSet/>
      <dgm:spPr/>
      <dgm:t>
        <a:bodyPr/>
        <a:lstStyle/>
        <a:p>
          <a:endParaRPr lang="en-US"/>
        </a:p>
      </dgm:t>
    </dgm:pt>
    <dgm:pt modelId="{FE126ADB-29A9-45D7-85DC-85C1AA1071CD}">
      <dgm:prSet phldrT="[Text]" custT="1"/>
      <dgm:spPr/>
      <dgm:t>
        <a:bodyPr/>
        <a:lstStyle/>
        <a:p>
          <a:r>
            <a:rPr lang="en-US" sz="1600" dirty="0"/>
            <a:t>DFD</a:t>
          </a:r>
        </a:p>
      </dgm:t>
    </dgm:pt>
    <dgm:pt modelId="{ECDEC8D1-B642-4176-B965-50B19D2C2789}" type="parTrans" cxnId="{0B41CD3C-F8AE-4450-9586-39A90A072FC1}">
      <dgm:prSet/>
      <dgm:spPr/>
      <dgm:t>
        <a:bodyPr/>
        <a:lstStyle/>
        <a:p>
          <a:endParaRPr lang="en-US"/>
        </a:p>
      </dgm:t>
    </dgm:pt>
    <dgm:pt modelId="{153DCCE7-0A3E-4980-8457-15B6367146C6}" type="sibTrans" cxnId="{0B41CD3C-F8AE-4450-9586-39A90A072FC1}">
      <dgm:prSet/>
      <dgm:spPr/>
      <dgm:t>
        <a:bodyPr/>
        <a:lstStyle/>
        <a:p>
          <a:endParaRPr lang="en-US"/>
        </a:p>
      </dgm:t>
    </dgm:pt>
    <dgm:pt modelId="{0FC05B3D-E8B6-426B-AC02-A919359018CF}">
      <dgm:prSet phldrT="[Text]" custT="1"/>
      <dgm:spPr/>
      <dgm:t>
        <a:bodyPr/>
        <a:lstStyle/>
        <a:p>
          <a:r>
            <a:rPr lang="en-US" sz="1600" dirty="0" err="1"/>
            <a:t>Swimlane</a:t>
          </a:r>
          <a:r>
            <a:rPr lang="en-US" sz="1600" dirty="0"/>
            <a:t> diagrams</a:t>
          </a:r>
        </a:p>
      </dgm:t>
    </dgm:pt>
    <dgm:pt modelId="{33E3BED2-78CD-4FEB-82C4-208092988394}" type="parTrans" cxnId="{5385AFD7-59DD-4D16-A238-F38F4F3DFE03}">
      <dgm:prSet/>
      <dgm:spPr/>
      <dgm:t>
        <a:bodyPr/>
        <a:lstStyle/>
        <a:p>
          <a:endParaRPr lang="en-US"/>
        </a:p>
      </dgm:t>
    </dgm:pt>
    <dgm:pt modelId="{7A388837-848E-4F92-A802-6A25E7D21D02}" type="sibTrans" cxnId="{5385AFD7-59DD-4D16-A238-F38F4F3DFE03}">
      <dgm:prSet/>
      <dgm:spPr/>
      <dgm:t>
        <a:bodyPr/>
        <a:lstStyle/>
        <a:p>
          <a:endParaRPr lang="en-US"/>
        </a:p>
      </dgm:t>
    </dgm:pt>
    <dgm:pt modelId="{4D8F5F2F-99F9-4D40-8E3A-A289050B1E8E}">
      <dgm:prSet phldrT="[Text]" custT="1"/>
      <dgm:spPr/>
      <dgm:t>
        <a:bodyPr/>
        <a:lstStyle/>
        <a:p>
          <a:r>
            <a:rPr lang="en-US" sz="1600"/>
            <a:t>State-transition diagram </a:t>
          </a:r>
          <a:endParaRPr lang="en-US" sz="1600" dirty="0"/>
        </a:p>
      </dgm:t>
    </dgm:pt>
    <dgm:pt modelId="{59A71FEB-6B1C-4D9A-A938-6999FBF40B7D}" type="parTrans" cxnId="{3D82D9FB-2513-4927-9A9F-32546CB16F10}">
      <dgm:prSet/>
      <dgm:spPr/>
      <dgm:t>
        <a:bodyPr/>
        <a:lstStyle/>
        <a:p>
          <a:endParaRPr lang="en-US"/>
        </a:p>
      </dgm:t>
    </dgm:pt>
    <dgm:pt modelId="{10A60630-3537-4FAE-9E1F-33A7DFF6A431}" type="sibTrans" cxnId="{3D82D9FB-2513-4927-9A9F-32546CB16F10}">
      <dgm:prSet/>
      <dgm:spPr/>
      <dgm:t>
        <a:bodyPr/>
        <a:lstStyle/>
        <a:p>
          <a:endParaRPr lang="en-US"/>
        </a:p>
      </dgm:t>
    </dgm:pt>
    <dgm:pt modelId="{4CAFF814-A520-437F-855A-065A7B2F6104}">
      <dgm:prSet phldrT="[Text]" custT="1"/>
      <dgm:spPr/>
      <dgm:t>
        <a:bodyPr/>
        <a:lstStyle/>
        <a:p>
          <a:r>
            <a:rPr lang="en-US" sz="1600"/>
            <a:t>about UML diagrams</a:t>
          </a:r>
          <a:endParaRPr lang="en-US" sz="1600" dirty="0"/>
        </a:p>
      </dgm:t>
    </dgm:pt>
    <dgm:pt modelId="{F1D61966-5D23-4DFB-BD88-86F1E8CA6728}" type="parTrans" cxnId="{9A70EE89-A943-4CBA-B79A-98EDAE543609}">
      <dgm:prSet/>
      <dgm:spPr/>
      <dgm:t>
        <a:bodyPr/>
        <a:lstStyle/>
        <a:p>
          <a:endParaRPr lang="en-US"/>
        </a:p>
      </dgm:t>
    </dgm:pt>
    <dgm:pt modelId="{34BBE6C8-EACA-4E04-8235-586D115B1EB5}" type="sibTrans" cxnId="{9A70EE89-A943-4CBA-B79A-98EDAE543609}">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13055">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248551">
        <dgm:presLayoutVars>
          <dgm:chPref val="3"/>
        </dgm:presLayoutVars>
      </dgm:prSet>
      <dgm:spPr/>
    </dgm:pt>
    <dgm:pt modelId="{A10B8E6A-AEE1-4C2B-8634-C515AEDBA0E5}" type="pres">
      <dgm:prSet presAssocID="{9286A5EC-F2A9-487D-8BF1-B96EEEFD636B}" presName="rootConnector" presStyleLbl="node2" presStyleIdx="0" presStyleCnt="3"/>
      <dgm:spPr/>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3"/>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3" custScaleX="248551">
        <dgm:presLayoutVars>
          <dgm:chPref val="3"/>
        </dgm:presLayoutVars>
      </dgm:prSet>
      <dgm:spPr/>
    </dgm:pt>
    <dgm:pt modelId="{1999F93D-C5E3-4B58-A38A-C971B5C1871B}" type="pres">
      <dgm:prSet presAssocID="{620DD3EC-BDCD-468B-B566-7FE2B848507E}" presName="rootConnector" presStyleLbl="node2" presStyleIdx="1" presStyleCnt="3"/>
      <dgm:spPr/>
    </dgm:pt>
    <dgm:pt modelId="{4C592C92-3156-443C-BB98-9204DFF01F72}" type="pres">
      <dgm:prSet presAssocID="{620DD3EC-BDCD-468B-B566-7FE2B848507E}" presName="hierChild4" presStyleCnt="0"/>
      <dgm:spPr/>
    </dgm:pt>
    <dgm:pt modelId="{23FA2235-F78F-460F-BCD3-1543BF8B65E6}" type="pres">
      <dgm:prSet presAssocID="{79CE3C61-BDBE-4EE3-85DF-02AB835E690C}" presName="Name37" presStyleLbl="parChTrans1D3" presStyleIdx="0" presStyleCnt="9"/>
      <dgm:spPr/>
    </dgm:pt>
    <dgm:pt modelId="{C529BBDB-778E-436B-9980-6C0E2DF4D242}" type="pres">
      <dgm:prSet presAssocID="{2A15E0A6-679D-4670-87FA-4A6A24B0C5FA}" presName="hierRoot2" presStyleCnt="0">
        <dgm:presLayoutVars>
          <dgm:hierBranch val="init"/>
        </dgm:presLayoutVars>
      </dgm:prSet>
      <dgm:spPr/>
    </dgm:pt>
    <dgm:pt modelId="{2AB2013A-3C94-4B0C-9696-0617D8C3B38C}" type="pres">
      <dgm:prSet presAssocID="{2A15E0A6-679D-4670-87FA-4A6A24B0C5FA}" presName="rootComposite" presStyleCnt="0"/>
      <dgm:spPr/>
    </dgm:pt>
    <dgm:pt modelId="{798E180C-4A57-445D-9705-ABFFD926D250}" type="pres">
      <dgm:prSet presAssocID="{2A15E0A6-679D-4670-87FA-4A6A24B0C5FA}" presName="rootText" presStyleLbl="node3" presStyleIdx="0" presStyleCnt="9" custScaleX="142947">
        <dgm:presLayoutVars>
          <dgm:chPref val="3"/>
        </dgm:presLayoutVars>
      </dgm:prSet>
      <dgm:spPr/>
    </dgm:pt>
    <dgm:pt modelId="{5A8E8795-1C0D-49C6-8A0E-B00208E0B9FF}" type="pres">
      <dgm:prSet presAssocID="{2A15E0A6-679D-4670-87FA-4A6A24B0C5FA}" presName="rootConnector" presStyleLbl="node3" presStyleIdx="0" presStyleCnt="9"/>
      <dgm:spPr/>
    </dgm:pt>
    <dgm:pt modelId="{B466D006-3D19-4F65-89B0-E9D884E241C4}" type="pres">
      <dgm:prSet presAssocID="{2A15E0A6-679D-4670-87FA-4A6A24B0C5FA}" presName="hierChild4" presStyleCnt="0"/>
      <dgm:spPr/>
    </dgm:pt>
    <dgm:pt modelId="{6194AC0E-6EFD-4643-A334-00930D5053FF}" type="pres">
      <dgm:prSet presAssocID="{2A15E0A6-679D-4670-87FA-4A6A24B0C5FA}" presName="hierChild5" presStyleCnt="0"/>
      <dgm:spPr/>
    </dgm:pt>
    <dgm:pt modelId="{0476B843-1D61-4CCA-8740-1CDB0C0DD5B7}" type="pres">
      <dgm:prSet presAssocID="{567DA506-0355-4684-AE3B-1719C0660E4C}" presName="Name37" presStyleLbl="parChTrans1D3" presStyleIdx="1" presStyleCnt="9"/>
      <dgm:spPr/>
    </dgm:pt>
    <dgm:pt modelId="{64201711-BACF-4844-B69A-C67D5C350E7D}" type="pres">
      <dgm:prSet presAssocID="{45DD60CF-7661-4446-B163-F8A81B0D7620}" presName="hierRoot2" presStyleCnt="0">
        <dgm:presLayoutVars>
          <dgm:hierBranch val="init"/>
        </dgm:presLayoutVars>
      </dgm:prSet>
      <dgm:spPr/>
    </dgm:pt>
    <dgm:pt modelId="{7AB055C8-84D1-4B86-A3C6-155524A4593F}" type="pres">
      <dgm:prSet presAssocID="{45DD60CF-7661-4446-B163-F8A81B0D7620}" presName="rootComposite" presStyleCnt="0"/>
      <dgm:spPr/>
    </dgm:pt>
    <dgm:pt modelId="{DC2C27DB-8847-4E51-8F36-3C3F5D643364}" type="pres">
      <dgm:prSet presAssocID="{45DD60CF-7661-4446-B163-F8A81B0D7620}" presName="rootText" presStyleLbl="node3" presStyleIdx="1" presStyleCnt="9" custScaleX="142947">
        <dgm:presLayoutVars>
          <dgm:chPref val="3"/>
        </dgm:presLayoutVars>
      </dgm:prSet>
      <dgm:spPr/>
    </dgm:pt>
    <dgm:pt modelId="{37E8AFF8-6FA7-4AC1-A6C4-9C3C9E71B504}" type="pres">
      <dgm:prSet presAssocID="{45DD60CF-7661-4446-B163-F8A81B0D7620}" presName="rootConnector" presStyleLbl="node3" presStyleIdx="1" presStyleCnt="9"/>
      <dgm:spPr/>
    </dgm:pt>
    <dgm:pt modelId="{491491EF-DC27-4628-B342-20CBCF712628}" type="pres">
      <dgm:prSet presAssocID="{45DD60CF-7661-4446-B163-F8A81B0D7620}" presName="hierChild4" presStyleCnt="0"/>
      <dgm:spPr/>
    </dgm:pt>
    <dgm:pt modelId="{DC3D1544-A0DE-49A0-AF68-D7F713737F22}" type="pres">
      <dgm:prSet presAssocID="{45DD60CF-7661-4446-B163-F8A81B0D7620}" presName="hierChild5" presStyleCnt="0"/>
      <dgm:spPr/>
    </dgm:pt>
    <dgm:pt modelId="{E7E4B7B2-EFA2-4C54-8CA2-E5F72B03B919}" type="pres">
      <dgm:prSet presAssocID="{EBA25234-A5F3-49BA-8141-2E86E296AA3F}" presName="Name37" presStyleLbl="parChTrans1D3" presStyleIdx="2" presStyleCnt="9"/>
      <dgm:spPr/>
    </dgm:pt>
    <dgm:pt modelId="{152D2CC7-A0F1-42F9-85B8-C6CF36C9E25A}" type="pres">
      <dgm:prSet presAssocID="{0A804072-64C4-46EB-8C50-BCC0509B8F6F}" presName="hierRoot2" presStyleCnt="0">
        <dgm:presLayoutVars>
          <dgm:hierBranch val="init"/>
        </dgm:presLayoutVars>
      </dgm:prSet>
      <dgm:spPr/>
    </dgm:pt>
    <dgm:pt modelId="{68B84BDC-5D3D-41A6-A86C-06EB2390F7D8}" type="pres">
      <dgm:prSet presAssocID="{0A804072-64C4-46EB-8C50-BCC0509B8F6F}" presName="rootComposite" presStyleCnt="0"/>
      <dgm:spPr/>
    </dgm:pt>
    <dgm:pt modelId="{766EABB1-D278-4D51-ABE3-29143E9C24B9}" type="pres">
      <dgm:prSet presAssocID="{0A804072-64C4-46EB-8C50-BCC0509B8F6F}" presName="rootText" presStyleLbl="node3" presStyleIdx="2" presStyleCnt="9" custScaleX="142947">
        <dgm:presLayoutVars>
          <dgm:chPref val="3"/>
        </dgm:presLayoutVars>
      </dgm:prSet>
      <dgm:spPr/>
    </dgm:pt>
    <dgm:pt modelId="{05D898B8-E620-48F5-A5ED-D805FE4CEB5D}" type="pres">
      <dgm:prSet presAssocID="{0A804072-64C4-46EB-8C50-BCC0509B8F6F}" presName="rootConnector" presStyleLbl="node3" presStyleIdx="2" presStyleCnt="9"/>
      <dgm:spPr/>
    </dgm:pt>
    <dgm:pt modelId="{35791251-9DFA-4C12-A781-A939A914C8A3}" type="pres">
      <dgm:prSet presAssocID="{0A804072-64C4-46EB-8C50-BCC0509B8F6F}" presName="hierChild4" presStyleCnt="0"/>
      <dgm:spPr/>
    </dgm:pt>
    <dgm:pt modelId="{017D4C47-77AC-4675-9A79-1D14BF53A8A4}" type="pres">
      <dgm:prSet presAssocID="{0A804072-64C4-46EB-8C50-BCC0509B8F6F}" presName="hierChild5" presStyleCnt="0"/>
      <dgm:spPr/>
    </dgm:pt>
    <dgm:pt modelId="{140CEA5F-393A-44D3-AEE5-C58D02ADE719}" type="pres">
      <dgm:prSet presAssocID="{96744D40-AB9A-4A38-BAB7-B98EC959EBC5}" presName="Name37" presStyleLbl="parChTrans1D3" presStyleIdx="3" presStyleCnt="9"/>
      <dgm:spPr/>
    </dgm:pt>
    <dgm:pt modelId="{E7FD81DD-B74E-466E-AE9F-E643165EB18C}" type="pres">
      <dgm:prSet presAssocID="{E42062C2-6908-4E2A-BCD8-435812DA13D3}" presName="hierRoot2" presStyleCnt="0">
        <dgm:presLayoutVars>
          <dgm:hierBranch val="init"/>
        </dgm:presLayoutVars>
      </dgm:prSet>
      <dgm:spPr/>
    </dgm:pt>
    <dgm:pt modelId="{906858FE-278C-46BE-9F01-DAE34FC45F28}" type="pres">
      <dgm:prSet presAssocID="{E42062C2-6908-4E2A-BCD8-435812DA13D3}" presName="rootComposite" presStyleCnt="0"/>
      <dgm:spPr/>
    </dgm:pt>
    <dgm:pt modelId="{2B0C564E-92EF-47AE-914F-696064361304}" type="pres">
      <dgm:prSet presAssocID="{E42062C2-6908-4E2A-BCD8-435812DA13D3}" presName="rootText" presStyleLbl="node3" presStyleIdx="3" presStyleCnt="9" custScaleX="142947">
        <dgm:presLayoutVars>
          <dgm:chPref val="3"/>
        </dgm:presLayoutVars>
      </dgm:prSet>
      <dgm:spPr/>
    </dgm:pt>
    <dgm:pt modelId="{CFE7B7E7-73CE-4704-8FBE-63A1B41EE052}" type="pres">
      <dgm:prSet presAssocID="{E42062C2-6908-4E2A-BCD8-435812DA13D3}" presName="rootConnector" presStyleLbl="node3" presStyleIdx="3" presStyleCnt="9"/>
      <dgm:spPr/>
    </dgm:pt>
    <dgm:pt modelId="{CFD74A17-5F14-4D99-922C-AA6E1CEB94F8}" type="pres">
      <dgm:prSet presAssocID="{E42062C2-6908-4E2A-BCD8-435812DA13D3}" presName="hierChild4" presStyleCnt="0"/>
      <dgm:spPr/>
    </dgm:pt>
    <dgm:pt modelId="{D77563D8-AAD3-420C-B3A0-C8D55F48297A}" type="pres">
      <dgm:prSet presAssocID="{E42062C2-6908-4E2A-BCD8-435812DA13D3}" presName="hierChild5" presStyleCnt="0"/>
      <dgm:spPr/>
    </dgm:pt>
    <dgm:pt modelId="{50F5B6E1-80F4-4C8E-8855-45D70F1DB245}" type="pres">
      <dgm:prSet presAssocID="{5346E749-B9A4-4FFB-B078-F85D9D8352E6}" presName="Name37" presStyleLbl="parChTrans1D3" presStyleIdx="4" presStyleCnt="9"/>
      <dgm:spPr/>
    </dgm:pt>
    <dgm:pt modelId="{D26647B9-2B2C-49A3-A047-3726617432E2}" type="pres">
      <dgm:prSet presAssocID="{9B9FE9C8-2437-4822-9686-CEDC4E733572}" presName="hierRoot2" presStyleCnt="0">
        <dgm:presLayoutVars>
          <dgm:hierBranch val="init"/>
        </dgm:presLayoutVars>
      </dgm:prSet>
      <dgm:spPr/>
    </dgm:pt>
    <dgm:pt modelId="{F36AFA31-5898-45B6-8999-61CB8EC07FA1}" type="pres">
      <dgm:prSet presAssocID="{9B9FE9C8-2437-4822-9686-CEDC4E733572}" presName="rootComposite" presStyleCnt="0"/>
      <dgm:spPr/>
    </dgm:pt>
    <dgm:pt modelId="{2ABCA685-71DE-40B5-96E2-107B3F83F5FB}" type="pres">
      <dgm:prSet presAssocID="{9B9FE9C8-2437-4822-9686-CEDC4E733572}" presName="rootText" presStyleLbl="node3" presStyleIdx="4" presStyleCnt="9" custScaleX="142947">
        <dgm:presLayoutVars>
          <dgm:chPref val="3"/>
        </dgm:presLayoutVars>
      </dgm:prSet>
      <dgm:spPr/>
    </dgm:pt>
    <dgm:pt modelId="{5E0DC92C-FED6-4F74-B385-A527E53CA43B}" type="pres">
      <dgm:prSet presAssocID="{9B9FE9C8-2437-4822-9686-CEDC4E733572}" presName="rootConnector" presStyleLbl="node3" presStyleIdx="4" presStyleCnt="9"/>
      <dgm:spPr/>
    </dgm:pt>
    <dgm:pt modelId="{C8845BAB-F100-48BA-806B-72FC12963CC4}" type="pres">
      <dgm:prSet presAssocID="{9B9FE9C8-2437-4822-9686-CEDC4E733572}" presName="hierChild4" presStyleCnt="0"/>
      <dgm:spPr/>
    </dgm:pt>
    <dgm:pt modelId="{8257BB01-8286-4BF6-A66E-98CDBFBB9F98}" type="pres">
      <dgm:prSet presAssocID="{9B9FE9C8-2437-4822-9686-CEDC4E733572}" presName="hierChild5" presStyleCnt="0"/>
      <dgm:spPr/>
    </dgm:pt>
    <dgm:pt modelId="{3E362709-8DF5-4ED1-BE78-2D67C7F6CD59}" type="pres">
      <dgm:prSet presAssocID="{620DD3EC-BDCD-468B-B566-7FE2B848507E}" presName="hierChild5" presStyleCnt="0"/>
      <dgm:spPr/>
    </dgm:pt>
    <dgm:pt modelId="{F35E2B4E-A03A-4CEC-8313-CD85481B51A2}" type="pres">
      <dgm:prSet presAssocID="{465E99B4-164C-4BAE-9F07-11FC02BDF1C0}" presName="Name37" presStyleLbl="parChTrans1D2" presStyleIdx="2" presStyleCnt="3"/>
      <dgm:spPr/>
    </dgm:pt>
    <dgm:pt modelId="{C14ADC0F-DB14-4D25-B270-993163C4E4BB}" type="pres">
      <dgm:prSet presAssocID="{B8979EE1-0B76-49DF-94CB-E21FB2BFFE93}" presName="hierRoot2" presStyleCnt="0">
        <dgm:presLayoutVars>
          <dgm:hierBranch val="init"/>
        </dgm:presLayoutVars>
      </dgm:prSet>
      <dgm:spPr/>
    </dgm:pt>
    <dgm:pt modelId="{31F1624B-B6B3-4011-8CEE-5A82CECD3631}" type="pres">
      <dgm:prSet presAssocID="{B8979EE1-0B76-49DF-94CB-E21FB2BFFE93}" presName="rootComposite" presStyleCnt="0"/>
      <dgm:spPr/>
    </dgm:pt>
    <dgm:pt modelId="{3974D9EF-2642-4EA6-B022-A6FB2F4B3087}" type="pres">
      <dgm:prSet presAssocID="{B8979EE1-0B76-49DF-94CB-E21FB2BFFE93}" presName="rootText" presStyleLbl="node2" presStyleIdx="2" presStyleCnt="3" custScaleX="217543">
        <dgm:presLayoutVars>
          <dgm:chPref val="3"/>
        </dgm:presLayoutVars>
      </dgm:prSet>
      <dgm:spPr/>
    </dgm:pt>
    <dgm:pt modelId="{3171E5CA-E43A-470A-B942-64771F94AC4C}" type="pres">
      <dgm:prSet presAssocID="{B8979EE1-0B76-49DF-94CB-E21FB2BFFE93}" presName="rootConnector" presStyleLbl="node2" presStyleIdx="2" presStyleCnt="3"/>
      <dgm:spPr/>
    </dgm:pt>
    <dgm:pt modelId="{CBF86D54-ADE7-46C0-AF01-7B3BB5C7EF85}" type="pres">
      <dgm:prSet presAssocID="{B8979EE1-0B76-49DF-94CB-E21FB2BFFE93}" presName="hierChild4" presStyleCnt="0"/>
      <dgm:spPr/>
    </dgm:pt>
    <dgm:pt modelId="{7EE4C09A-4E7C-48C3-B023-D58BEC148888}" type="pres">
      <dgm:prSet presAssocID="{ECDEC8D1-B642-4176-B965-50B19D2C2789}" presName="Name37" presStyleLbl="parChTrans1D3" presStyleIdx="5" presStyleCnt="9"/>
      <dgm:spPr/>
    </dgm:pt>
    <dgm:pt modelId="{E51C4F41-479D-43C9-8F05-3344BB6C8E9F}" type="pres">
      <dgm:prSet presAssocID="{FE126ADB-29A9-45D7-85DC-85C1AA1071CD}" presName="hierRoot2" presStyleCnt="0">
        <dgm:presLayoutVars>
          <dgm:hierBranch val="init"/>
        </dgm:presLayoutVars>
      </dgm:prSet>
      <dgm:spPr/>
    </dgm:pt>
    <dgm:pt modelId="{D28079E7-96FF-4D84-852D-670241F3793F}" type="pres">
      <dgm:prSet presAssocID="{FE126ADB-29A9-45D7-85DC-85C1AA1071CD}" presName="rootComposite" presStyleCnt="0"/>
      <dgm:spPr/>
    </dgm:pt>
    <dgm:pt modelId="{08481336-93DD-4BCB-A9B8-CFA4CFCC429B}" type="pres">
      <dgm:prSet presAssocID="{FE126ADB-29A9-45D7-85DC-85C1AA1071CD}" presName="rootText" presStyleLbl="node3" presStyleIdx="5" presStyleCnt="9" custScaleX="142947">
        <dgm:presLayoutVars>
          <dgm:chPref val="3"/>
        </dgm:presLayoutVars>
      </dgm:prSet>
      <dgm:spPr/>
    </dgm:pt>
    <dgm:pt modelId="{451DCE93-5824-4E71-94AC-5570BA56E7F3}" type="pres">
      <dgm:prSet presAssocID="{FE126ADB-29A9-45D7-85DC-85C1AA1071CD}" presName="rootConnector" presStyleLbl="node3" presStyleIdx="5" presStyleCnt="9"/>
      <dgm:spPr/>
    </dgm:pt>
    <dgm:pt modelId="{A041B5E9-9CB6-4AC4-81CF-BE093CBAF26B}" type="pres">
      <dgm:prSet presAssocID="{FE126ADB-29A9-45D7-85DC-85C1AA1071CD}" presName="hierChild4" presStyleCnt="0"/>
      <dgm:spPr/>
    </dgm:pt>
    <dgm:pt modelId="{35A1933B-A785-4060-929D-BE7D2F83CC56}" type="pres">
      <dgm:prSet presAssocID="{FE126ADB-29A9-45D7-85DC-85C1AA1071CD}" presName="hierChild5" presStyleCnt="0"/>
      <dgm:spPr/>
    </dgm:pt>
    <dgm:pt modelId="{0E3E53D8-EC30-41B0-AA64-C8021BC985E8}" type="pres">
      <dgm:prSet presAssocID="{33E3BED2-78CD-4FEB-82C4-208092988394}" presName="Name37" presStyleLbl="parChTrans1D3" presStyleIdx="6" presStyleCnt="9"/>
      <dgm:spPr/>
    </dgm:pt>
    <dgm:pt modelId="{3CBF8895-2AF6-4F71-AC61-0FAEE2D5257E}" type="pres">
      <dgm:prSet presAssocID="{0FC05B3D-E8B6-426B-AC02-A919359018CF}" presName="hierRoot2" presStyleCnt="0">
        <dgm:presLayoutVars>
          <dgm:hierBranch val="init"/>
        </dgm:presLayoutVars>
      </dgm:prSet>
      <dgm:spPr/>
    </dgm:pt>
    <dgm:pt modelId="{AE35BCB9-CC9F-4A83-897D-02D57BB7C7F3}" type="pres">
      <dgm:prSet presAssocID="{0FC05B3D-E8B6-426B-AC02-A919359018CF}" presName="rootComposite" presStyleCnt="0"/>
      <dgm:spPr/>
    </dgm:pt>
    <dgm:pt modelId="{1C4C34F0-0A9D-4A1C-AF5C-F6EC9E43FFF3}" type="pres">
      <dgm:prSet presAssocID="{0FC05B3D-E8B6-426B-AC02-A919359018CF}" presName="rootText" presStyleLbl="node3" presStyleIdx="6" presStyleCnt="9" custScaleX="142947">
        <dgm:presLayoutVars>
          <dgm:chPref val="3"/>
        </dgm:presLayoutVars>
      </dgm:prSet>
      <dgm:spPr/>
    </dgm:pt>
    <dgm:pt modelId="{0A93BC5C-CD8E-43A5-9E29-48B05AB2B10B}" type="pres">
      <dgm:prSet presAssocID="{0FC05B3D-E8B6-426B-AC02-A919359018CF}" presName="rootConnector" presStyleLbl="node3" presStyleIdx="6" presStyleCnt="9"/>
      <dgm:spPr/>
    </dgm:pt>
    <dgm:pt modelId="{9A91D119-DF9E-420C-AEE8-01FF4890E152}" type="pres">
      <dgm:prSet presAssocID="{0FC05B3D-E8B6-426B-AC02-A919359018CF}" presName="hierChild4" presStyleCnt="0"/>
      <dgm:spPr/>
    </dgm:pt>
    <dgm:pt modelId="{3F165FBB-8E09-4FC3-82A4-DB231332E257}" type="pres">
      <dgm:prSet presAssocID="{0FC05B3D-E8B6-426B-AC02-A919359018CF}" presName="hierChild5" presStyleCnt="0"/>
      <dgm:spPr/>
    </dgm:pt>
    <dgm:pt modelId="{D3A74E0F-C848-43F8-9970-DE79AB5F248F}" type="pres">
      <dgm:prSet presAssocID="{59A71FEB-6B1C-4D9A-A938-6999FBF40B7D}" presName="Name37" presStyleLbl="parChTrans1D3" presStyleIdx="7" presStyleCnt="9"/>
      <dgm:spPr/>
    </dgm:pt>
    <dgm:pt modelId="{C68CE242-83AA-492E-A3F7-47E04B5FCD0A}" type="pres">
      <dgm:prSet presAssocID="{4D8F5F2F-99F9-4D40-8E3A-A289050B1E8E}" presName="hierRoot2" presStyleCnt="0">
        <dgm:presLayoutVars>
          <dgm:hierBranch val="init"/>
        </dgm:presLayoutVars>
      </dgm:prSet>
      <dgm:spPr/>
    </dgm:pt>
    <dgm:pt modelId="{48BCFDFE-DF18-4710-9F76-DE9082343A7A}" type="pres">
      <dgm:prSet presAssocID="{4D8F5F2F-99F9-4D40-8E3A-A289050B1E8E}" presName="rootComposite" presStyleCnt="0"/>
      <dgm:spPr/>
    </dgm:pt>
    <dgm:pt modelId="{1A622963-C4F8-4FD9-83AA-D4FD0D846D72}" type="pres">
      <dgm:prSet presAssocID="{4D8F5F2F-99F9-4D40-8E3A-A289050B1E8E}" presName="rootText" presStyleLbl="node3" presStyleIdx="7" presStyleCnt="9" custScaleX="142947">
        <dgm:presLayoutVars>
          <dgm:chPref val="3"/>
        </dgm:presLayoutVars>
      </dgm:prSet>
      <dgm:spPr/>
    </dgm:pt>
    <dgm:pt modelId="{E4902E9D-3623-4558-98F1-DC0E1A1A39FE}" type="pres">
      <dgm:prSet presAssocID="{4D8F5F2F-99F9-4D40-8E3A-A289050B1E8E}" presName="rootConnector" presStyleLbl="node3" presStyleIdx="7" presStyleCnt="9"/>
      <dgm:spPr/>
    </dgm:pt>
    <dgm:pt modelId="{96C24B56-F73C-4D38-95AF-74213968CB78}" type="pres">
      <dgm:prSet presAssocID="{4D8F5F2F-99F9-4D40-8E3A-A289050B1E8E}" presName="hierChild4" presStyleCnt="0"/>
      <dgm:spPr/>
    </dgm:pt>
    <dgm:pt modelId="{0E95D764-8E22-4089-92A1-CFC6CE52C586}" type="pres">
      <dgm:prSet presAssocID="{4D8F5F2F-99F9-4D40-8E3A-A289050B1E8E}" presName="hierChild5" presStyleCnt="0"/>
      <dgm:spPr/>
    </dgm:pt>
    <dgm:pt modelId="{93E53E1C-0027-48E3-BEC1-BCE504758ACB}" type="pres">
      <dgm:prSet presAssocID="{F1D61966-5D23-4DFB-BD88-86F1E8CA6728}" presName="Name37" presStyleLbl="parChTrans1D3" presStyleIdx="8" presStyleCnt="9"/>
      <dgm:spPr/>
    </dgm:pt>
    <dgm:pt modelId="{D81F4399-EED0-4626-940A-415DC09E53DF}" type="pres">
      <dgm:prSet presAssocID="{4CAFF814-A520-437F-855A-065A7B2F6104}" presName="hierRoot2" presStyleCnt="0">
        <dgm:presLayoutVars>
          <dgm:hierBranch val="init"/>
        </dgm:presLayoutVars>
      </dgm:prSet>
      <dgm:spPr/>
    </dgm:pt>
    <dgm:pt modelId="{29B658EE-A78A-4AC0-92A6-6FC954EF2675}" type="pres">
      <dgm:prSet presAssocID="{4CAFF814-A520-437F-855A-065A7B2F6104}" presName="rootComposite" presStyleCnt="0"/>
      <dgm:spPr/>
    </dgm:pt>
    <dgm:pt modelId="{F7C22BB7-7D3E-4CA2-A783-D6691E4D608A}" type="pres">
      <dgm:prSet presAssocID="{4CAFF814-A520-437F-855A-065A7B2F6104}" presName="rootText" presStyleLbl="node3" presStyleIdx="8" presStyleCnt="9" custScaleX="142947">
        <dgm:presLayoutVars>
          <dgm:chPref val="3"/>
        </dgm:presLayoutVars>
      </dgm:prSet>
      <dgm:spPr/>
    </dgm:pt>
    <dgm:pt modelId="{FC91D028-BB16-4D0D-974E-DC452455E7D3}" type="pres">
      <dgm:prSet presAssocID="{4CAFF814-A520-437F-855A-065A7B2F6104}" presName="rootConnector" presStyleLbl="node3" presStyleIdx="8" presStyleCnt="9"/>
      <dgm:spPr/>
    </dgm:pt>
    <dgm:pt modelId="{DFA978DF-5766-48AD-BCA7-0D778FB9FCEE}" type="pres">
      <dgm:prSet presAssocID="{4CAFF814-A520-437F-855A-065A7B2F6104}" presName="hierChild4" presStyleCnt="0"/>
      <dgm:spPr/>
    </dgm:pt>
    <dgm:pt modelId="{D994DF85-4796-4759-BF65-EE4F34D72AEF}" type="pres">
      <dgm:prSet presAssocID="{4CAFF814-A520-437F-855A-065A7B2F6104}" presName="hierChild5" presStyleCnt="0"/>
      <dgm:spPr/>
    </dgm:pt>
    <dgm:pt modelId="{9F816470-F765-4467-8BFE-055142852E76}" type="pres">
      <dgm:prSet presAssocID="{B8979EE1-0B76-49DF-94CB-E21FB2BFFE93}" presName="hierChild5" presStyleCnt="0"/>
      <dgm:spPr/>
    </dgm:pt>
    <dgm:pt modelId="{96DEF822-DC52-4FFC-82DA-389CD5B29657}" type="pres">
      <dgm:prSet presAssocID="{9E6404DC-1053-49D6-95EE-599A97C88DD3}" presName="hierChild3" presStyleCnt="0"/>
      <dgm:spPr/>
    </dgm:pt>
  </dgm:ptLst>
  <dgm:cxnLst>
    <dgm:cxn modelId="{F71DEF05-0776-4E9C-8242-F6CA5CDAE21D}" type="presOf" srcId="{620DD3EC-BDCD-468B-B566-7FE2B848507E}" destId="{02B28F85-DE51-42FF-859E-1DD3A478F426}" srcOrd="0" destOrd="0" presId="urn:microsoft.com/office/officeart/2005/8/layout/orgChart1"/>
    <dgm:cxn modelId="{D554EF06-2E28-46C1-89B2-C2317E8C1DE3}" srcId="{620DD3EC-BDCD-468B-B566-7FE2B848507E}" destId="{9B9FE9C8-2437-4822-9686-CEDC4E733572}" srcOrd="4" destOrd="0" parTransId="{5346E749-B9A4-4FFB-B078-F85D9D8352E6}" sibTransId="{1DA16604-39CA-489C-9C94-461BC8CDDF08}"/>
    <dgm:cxn modelId="{5B8A430B-346B-461A-AE70-7DC18B1A8E39}" type="presOf" srcId="{0FC05B3D-E8B6-426B-AC02-A919359018CF}" destId="{1C4C34F0-0A9D-4A1C-AF5C-F6EC9E43FFF3}" srcOrd="0" destOrd="0" presId="urn:microsoft.com/office/officeart/2005/8/layout/orgChart1"/>
    <dgm:cxn modelId="{9A82000C-61C9-4099-A3C1-EABEE2470C58}" type="presOf" srcId="{B8979EE1-0B76-49DF-94CB-E21FB2BFFE93}" destId="{3171E5CA-E43A-470A-B942-64771F94AC4C}"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D0EA311B-E52E-4368-ABA2-2521E245827F}" type="presOf" srcId="{9B9FE9C8-2437-4822-9686-CEDC4E733572}" destId="{2ABCA685-71DE-40B5-96E2-107B3F83F5FB}"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8ECA5929-2CC8-4935-912C-A10DF4B6A0ED}" type="presOf" srcId="{33E3BED2-78CD-4FEB-82C4-208092988394}" destId="{0E3E53D8-EC30-41B0-AA64-C8021BC985E8}" srcOrd="0" destOrd="0" presId="urn:microsoft.com/office/officeart/2005/8/layout/orgChart1"/>
    <dgm:cxn modelId="{3EEC9129-A6C6-4F3B-AD90-943B7D334FE1}" type="presOf" srcId="{0A804072-64C4-46EB-8C50-BCC0509B8F6F}" destId="{766EABB1-D278-4D51-ABE3-29143E9C24B9}"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5B5C6E2B-D947-44FC-AFDD-A2172447CA13}" type="presOf" srcId="{465E99B4-164C-4BAE-9F07-11FC02BDF1C0}" destId="{F35E2B4E-A03A-4CEC-8313-CD85481B51A2}" srcOrd="0" destOrd="0" presId="urn:microsoft.com/office/officeart/2005/8/layout/orgChart1"/>
    <dgm:cxn modelId="{CAD7622C-3A66-49C6-AA40-EBE804F4B1EC}" srcId="{620DD3EC-BDCD-468B-B566-7FE2B848507E}" destId="{2A15E0A6-679D-4670-87FA-4A6A24B0C5FA}" srcOrd="0" destOrd="0" parTransId="{79CE3C61-BDBE-4EE3-85DF-02AB835E690C}" sibTransId="{0A6D3C95-6E4C-4736-9C79-15161B77857F}"/>
    <dgm:cxn modelId="{2312F22C-869C-4536-BB25-CB129F6B92EA}" type="presOf" srcId="{45DD60CF-7661-4446-B163-F8A81B0D7620}" destId="{37E8AFF8-6FA7-4AC1-A6C4-9C3C9E71B504}" srcOrd="1" destOrd="0" presId="urn:microsoft.com/office/officeart/2005/8/layout/orgChart1"/>
    <dgm:cxn modelId="{9CB1C82E-357E-430F-AF6E-84CFE1A8D887}" type="presOf" srcId="{79CE3C61-BDBE-4EE3-85DF-02AB835E690C}" destId="{23FA2235-F78F-460F-BCD3-1543BF8B65E6}" srcOrd="0" destOrd="0" presId="urn:microsoft.com/office/officeart/2005/8/layout/orgChart1"/>
    <dgm:cxn modelId="{2470D536-5B29-4C05-BF36-8D956C905FA7}" type="presOf" srcId="{59A71FEB-6B1C-4D9A-A938-6999FBF40B7D}" destId="{D3A74E0F-C848-43F8-9970-DE79AB5F248F}" srcOrd="0" destOrd="0" presId="urn:microsoft.com/office/officeart/2005/8/layout/orgChart1"/>
    <dgm:cxn modelId="{0B41CD3C-F8AE-4450-9586-39A90A072FC1}" srcId="{B8979EE1-0B76-49DF-94CB-E21FB2BFFE93}" destId="{FE126ADB-29A9-45D7-85DC-85C1AA1071CD}" srcOrd="0" destOrd="0" parTransId="{ECDEC8D1-B642-4176-B965-50B19D2C2789}" sibTransId="{153DCCE7-0A3E-4980-8457-15B6367146C6}"/>
    <dgm:cxn modelId="{901CBD47-5174-4659-9B0B-BF4D44F86551}" type="presOf" srcId="{FE126ADB-29A9-45D7-85DC-85C1AA1071CD}" destId="{451DCE93-5824-4E71-94AC-5570BA56E7F3}" srcOrd="1" destOrd="0" presId="urn:microsoft.com/office/officeart/2005/8/layout/orgChart1"/>
    <dgm:cxn modelId="{18C0B248-CAFA-4BE0-8E82-DC067C692D04}" type="presOf" srcId="{620DD3EC-BDCD-468B-B566-7FE2B848507E}" destId="{1999F93D-C5E3-4B58-A38A-C971B5C1871B}" srcOrd="1" destOrd="0" presId="urn:microsoft.com/office/officeart/2005/8/layout/orgChart1"/>
    <dgm:cxn modelId="{015ADE49-C177-44EA-8E43-211022E68D5A}" type="presOf" srcId="{4CAFF814-A520-437F-855A-065A7B2F6104}" destId="{F7C22BB7-7D3E-4CA2-A783-D6691E4D608A}" srcOrd="0" destOrd="0" presId="urn:microsoft.com/office/officeart/2005/8/layout/orgChart1"/>
    <dgm:cxn modelId="{9DCAB64A-91D9-4220-98DB-708134563C31}" type="presOf" srcId="{F0764DAA-254D-4C3C-9708-669D5BF5A337}" destId="{0146BAA9-2B9D-4F2A-B565-A2DCB6505964}" srcOrd="0" destOrd="0" presId="urn:microsoft.com/office/officeart/2005/8/layout/orgChart1"/>
    <dgm:cxn modelId="{F193C74A-8D21-491B-855F-D1FD613847FC}" srcId="{620DD3EC-BDCD-468B-B566-7FE2B848507E}" destId="{E42062C2-6908-4E2A-BCD8-435812DA13D3}" srcOrd="3" destOrd="0" parTransId="{96744D40-AB9A-4A38-BAB7-B98EC959EBC5}" sibTransId="{8D1384DA-A6C3-42FA-82E1-2B6951ED3890}"/>
    <dgm:cxn modelId="{9DABB44F-B42B-443F-9E2F-FFD3DF781252}" srcId="{9E6404DC-1053-49D6-95EE-599A97C88DD3}" destId="{B8979EE1-0B76-49DF-94CB-E21FB2BFFE93}" srcOrd="2" destOrd="0" parTransId="{465E99B4-164C-4BAE-9F07-11FC02BDF1C0}" sibTransId="{A52399AA-C95C-41D6-976A-0B5DE871750C}"/>
    <dgm:cxn modelId="{AC39F653-00D5-4219-8557-1E633AAA0D11}" type="presOf" srcId="{9E6404DC-1053-49D6-95EE-599A97C88DD3}" destId="{C8C73746-D1E9-45A4-A4B2-4DB251C0CC5A}" srcOrd="1" destOrd="0" presId="urn:microsoft.com/office/officeart/2005/8/layout/orgChart1"/>
    <dgm:cxn modelId="{0B672F5B-317E-420F-99CE-2C27B98A15E7}" type="presOf" srcId="{0A804072-64C4-46EB-8C50-BCC0509B8F6F}" destId="{05D898B8-E620-48F5-A5ED-D805FE4CEB5D}" srcOrd="1" destOrd="0" presId="urn:microsoft.com/office/officeart/2005/8/layout/orgChart1"/>
    <dgm:cxn modelId="{34E1025D-8BEF-4575-9E39-4FA2D1E66E87}" type="presOf" srcId="{B8979EE1-0B76-49DF-94CB-E21FB2BFFE93}" destId="{3974D9EF-2642-4EA6-B022-A6FB2F4B3087}" srcOrd="0" destOrd="0" presId="urn:microsoft.com/office/officeart/2005/8/layout/orgChart1"/>
    <dgm:cxn modelId="{1A045063-ED12-4763-AE45-0CCE82FD20C0}" type="presOf" srcId="{567DA506-0355-4684-AE3B-1719C0660E4C}" destId="{0476B843-1D61-4CCA-8740-1CDB0C0DD5B7}"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39F38379-713E-4793-83A6-FB087E05B42F}" type="presOf" srcId="{E42062C2-6908-4E2A-BCD8-435812DA13D3}" destId="{2B0C564E-92EF-47AE-914F-696064361304}" srcOrd="0" destOrd="0" presId="urn:microsoft.com/office/officeart/2005/8/layout/orgChart1"/>
    <dgm:cxn modelId="{ECCB1482-16AC-48BD-94E8-5A330CA72137}" type="presOf" srcId="{EBA25234-A5F3-49BA-8141-2E86E296AA3F}" destId="{E7E4B7B2-EFA2-4C54-8CA2-E5F72B03B919}" srcOrd="0" destOrd="0" presId="urn:microsoft.com/office/officeart/2005/8/layout/orgChart1"/>
    <dgm:cxn modelId="{F9C04084-B9C9-425E-8C90-79AFC82CE37C}" type="presOf" srcId="{45DD60CF-7661-4446-B163-F8A81B0D7620}" destId="{DC2C27DB-8847-4E51-8F36-3C3F5D643364}"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9A70EE89-A943-4CBA-B79A-98EDAE543609}" srcId="{B8979EE1-0B76-49DF-94CB-E21FB2BFFE93}" destId="{4CAFF814-A520-437F-855A-065A7B2F6104}" srcOrd="3" destOrd="0" parTransId="{F1D61966-5D23-4DFB-BD88-86F1E8CA6728}" sibTransId="{34BBE6C8-EACA-4E04-8235-586D115B1EB5}"/>
    <dgm:cxn modelId="{B9D67B8B-3DE9-4CD5-8F0F-3AD06384B7FD}" type="presOf" srcId="{FE126ADB-29A9-45D7-85DC-85C1AA1071CD}" destId="{08481336-93DD-4BCB-A9B8-CFA4CFCC429B}" srcOrd="0" destOrd="0" presId="urn:microsoft.com/office/officeart/2005/8/layout/orgChart1"/>
    <dgm:cxn modelId="{CF40218E-1595-4CFB-B0F6-5B71CAF0CF9F}" type="presOf" srcId="{9B9FE9C8-2437-4822-9686-CEDC4E733572}" destId="{5E0DC92C-FED6-4F74-B385-A527E53CA43B}" srcOrd="1" destOrd="0" presId="urn:microsoft.com/office/officeart/2005/8/layout/orgChart1"/>
    <dgm:cxn modelId="{DDEE42AD-B3A5-47F5-AEDE-762AC9724F4B}" type="presOf" srcId="{E42062C2-6908-4E2A-BCD8-435812DA13D3}" destId="{CFE7B7E7-73CE-4704-8FBE-63A1B41EE052}" srcOrd="1" destOrd="0" presId="urn:microsoft.com/office/officeart/2005/8/layout/orgChart1"/>
    <dgm:cxn modelId="{4753CAB0-DE41-4792-A119-C09187238390}" type="presOf" srcId="{4D8F5F2F-99F9-4D40-8E3A-A289050B1E8E}" destId="{1A622963-C4F8-4FD9-83AA-D4FD0D846D72}" srcOrd="0" destOrd="0" presId="urn:microsoft.com/office/officeart/2005/8/layout/orgChart1"/>
    <dgm:cxn modelId="{5FD714B3-D08D-48FA-BDF7-D8C0F7647D9A}" type="presOf" srcId="{4CAFF814-A520-437F-855A-065A7B2F6104}" destId="{FC91D028-BB16-4D0D-974E-DC452455E7D3}" srcOrd="1" destOrd="0" presId="urn:microsoft.com/office/officeart/2005/8/layout/orgChart1"/>
    <dgm:cxn modelId="{1EA575BA-472C-4A7C-A883-423D79DEFBEB}" srcId="{620DD3EC-BDCD-468B-B566-7FE2B848507E}" destId="{45DD60CF-7661-4446-B163-F8A81B0D7620}" srcOrd="1" destOrd="0" parTransId="{567DA506-0355-4684-AE3B-1719C0660E4C}" sibTransId="{4E1BF6CA-B22A-419A-838D-AD30D4B79BB9}"/>
    <dgm:cxn modelId="{55322DC1-D5BB-4947-91D3-C49D83A86839}" srcId="{9E6404DC-1053-49D6-95EE-599A97C88DD3}" destId="{620DD3EC-BDCD-468B-B566-7FE2B848507E}" srcOrd="1" destOrd="0" parTransId="{F0764DAA-254D-4C3C-9708-669D5BF5A337}" sibTransId="{61B96E30-C56F-4FDE-AA00-908E8835534F}"/>
    <dgm:cxn modelId="{B64039C2-6D55-410E-8FE5-0955D73BDA09}" type="presOf" srcId="{96744D40-AB9A-4A38-BAB7-B98EC959EBC5}" destId="{140CEA5F-393A-44D3-AEE5-C58D02ADE719}" srcOrd="0" destOrd="0" presId="urn:microsoft.com/office/officeart/2005/8/layout/orgChart1"/>
    <dgm:cxn modelId="{616A1ECB-1119-4233-A94A-FB84216B094B}" type="presOf" srcId="{0FC05B3D-E8B6-426B-AC02-A919359018CF}" destId="{0A93BC5C-CD8E-43A5-9E29-48B05AB2B10B}" srcOrd="1" destOrd="0" presId="urn:microsoft.com/office/officeart/2005/8/layout/orgChart1"/>
    <dgm:cxn modelId="{5385AFD7-59DD-4D16-A238-F38F4F3DFE03}" srcId="{B8979EE1-0B76-49DF-94CB-E21FB2BFFE93}" destId="{0FC05B3D-E8B6-426B-AC02-A919359018CF}" srcOrd="1" destOrd="0" parTransId="{33E3BED2-78CD-4FEB-82C4-208092988394}" sibTransId="{7A388837-848E-4F92-A802-6A25E7D21D02}"/>
    <dgm:cxn modelId="{B9FF07D8-D650-4232-9654-09828F81D28E}" type="presOf" srcId="{2A15E0A6-679D-4670-87FA-4A6A24B0C5FA}" destId="{5A8E8795-1C0D-49C6-8A0E-B00208E0B9FF}" srcOrd="1" destOrd="0" presId="urn:microsoft.com/office/officeart/2005/8/layout/orgChart1"/>
    <dgm:cxn modelId="{D7F87DE5-298B-4CC8-A895-95F46C6EB5D8}" type="presOf" srcId="{4D8F5F2F-99F9-4D40-8E3A-A289050B1E8E}" destId="{E4902E9D-3623-4558-98F1-DC0E1A1A39FE}" srcOrd="1" destOrd="0" presId="urn:microsoft.com/office/officeart/2005/8/layout/orgChart1"/>
    <dgm:cxn modelId="{EB3590EB-730D-4E82-B9FA-FE4FED6DCC52}" type="presOf" srcId="{5346E749-B9A4-4FFB-B078-F85D9D8352E6}" destId="{50F5B6E1-80F4-4C8E-8855-45D70F1DB245}"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E5AEB4F6-8BAA-43A2-96B7-67CF06B7E2B1}" type="presOf" srcId="{F1D61966-5D23-4DFB-BD88-86F1E8CA6728}" destId="{93E53E1C-0027-48E3-BEC1-BCE504758ACB}" srcOrd="0" destOrd="0" presId="urn:microsoft.com/office/officeart/2005/8/layout/orgChart1"/>
    <dgm:cxn modelId="{6C9D4AFA-B3F9-40FD-8A8E-90BF6EBC7664}" srcId="{620DD3EC-BDCD-468B-B566-7FE2B848507E}" destId="{0A804072-64C4-46EB-8C50-BCC0509B8F6F}" srcOrd="2" destOrd="0" parTransId="{EBA25234-A5F3-49BA-8141-2E86E296AA3F}" sibTransId="{31077625-8146-4B4D-9B63-AE0E5FC2BCF1}"/>
    <dgm:cxn modelId="{290333FB-7BFF-4A83-83C2-5108B7C966A6}" type="presOf" srcId="{ECDEC8D1-B642-4176-B965-50B19D2C2789}" destId="{7EE4C09A-4E7C-48C3-B023-D58BEC148888}" srcOrd="0" destOrd="0" presId="urn:microsoft.com/office/officeart/2005/8/layout/orgChart1"/>
    <dgm:cxn modelId="{3D82D9FB-2513-4927-9A9F-32546CB16F10}" srcId="{B8979EE1-0B76-49DF-94CB-E21FB2BFFE93}" destId="{4D8F5F2F-99F9-4D40-8E3A-A289050B1E8E}" srcOrd="2" destOrd="0" parTransId="{59A71FEB-6B1C-4D9A-A938-6999FBF40B7D}" sibTransId="{10A60630-3537-4FAE-9E1F-33A7DFF6A431}"/>
    <dgm:cxn modelId="{A58500FC-1795-47DA-B019-7F18BBDB4AC6}" type="presOf" srcId="{2A15E0A6-679D-4670-87FA-4A6A24B0C5FA}" destId="{798E180C-4A57-445D-9705-ABFFD926D250}"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144A9309-94A1-4403-8384-3AA7DF61E691}" type="presParOf" srcId="{AD53A4B1-01E7-41E8-9724-31F3910545A4}" destId="{0146BAA9-2B9D-4F2A-B565-A2DCB6505964}" srcOrd="2" destOrd="0" presId="urn:microsoft.com/office/officeart/2005/8/layout/orgChart1"/>
    <dgm:cxn modelId="{71571555-8901-4681-BFE0-92E9AA6FDDCE}" type="presParOf" srcId="{AD53A4B1-01E7-41E8-9724-31F3910545A4}" destId="{E84706B5-084F-4950-8554-35690A57F381}" srcOrd="3" destOrd="0" presId="urn:microsoft.com/office/officeart/2005/8/layout/orgChart1"/>
    <dgm:cxn modelId="{2CF9BCA0-40CB-4B8C-AE14-14CE7679E49A}" type="presParOf" srcId="{E84706B5-084F-4950-8554-35690A57F381}" destId="{2A614826-E838-4B9F-9FD7-136F010E7C46}" srcOrd="0" destOrd="0" presId="urn:microsoft.com/office/officeart/2005/8/layout/orgChart1"/>
    <dgm:cxn modelId="{CDBF1828-8742-45ED-8BF1-F5B08F902991}" type="presParOf" srcId="{2A614826-E838-4B9F-9FD7-136F010E7C46}" destId="{02B28F85-DE51-42FF-859E-1DD3A478F426}" srcOrd="0" destOrd="0" presId="urn:microsoft.com/office/officeart/2005/8/layout/orgChart1"/>
    <dgm:cxn modelId="{51B8F6B2-530A-47B3-932D-39EF49F91BF0}" type="presParOf" srcId="{2A614826-E838-4B9F-9FD7-136F010E7C46}" destId="{1999F93D-C5E3-4B58-A38A-C971B5C1871B}" srcOrd="1" destOrd="0" presId="urn:microsoft.com/office/officeart/2005/8/layout/orgChart1"/>
    <dgm:cxn modelId="{B8AF6A93-0651-4899-BB88-4C417F90ED09}" type="presParOf" srcId="{E84706B5-084F-4950-8554-35690A57F381}" destId="{4C592C92-3156-443C-BB98-9204DFF01F72}" srcOrd="1" destOrd="0" presId="urn:microsoft.com/office/officeart/2005/8/layout/orgChart1"/>
    <dgm:cxn modelId="{997872A8-68F6-446D-85B4-0A24697AAF2B}" type="presParOf" srcId="{4C592C92-3156-443C-BB98-9204DFF01F72}" destId="{23FA2235-F78F-460F-BCD3-1543BF8B65E6}" srcOrd="0" destOrd="0" presId="urn:microsoft.com/office/officeart/2005/8/layout/orgChart1"/>
    <dgm:cxn modelId="{90E1F789-79C5-4837-B60C-21E1E6E70AE9}" type="presParOf" srcId="{4C592C92-3156-443C-BB98-9204DFF01F72}" destId="{C529BBDB-778E-436B-9980-6C0E2DF4D242}" srcOrd="1" destOrd="0" presId="urn:microsoft.com/office/officeart/2005/8/layout/orgChart1"/>
    <dgm:cxn modelId="{9D4551B6-DB4B-486C-845B-90CBDEA7C241}" type="presParOf" srcId="{C529BBDB-778E-436B-9980-6C0E2DF4D242}" destId="{2AB2013A-3C94-4B0C-9696-0617D8C3B38C}" srcOrd="0" destOrd="0" presId="urn:microsoft.com/office/officeart/2005/8/layout/orgChart1"/>
    <dgm:cxn modelId="{F3ED2579-6216-4F73-B438-0899BF7374A7}" type="presParOf" srcId="{2AB2013A-3C94-4B0C-9696-0617D8C3B38C}" destId="{798E180C-4A57-445D-9705-ABFFD926D250}" srcOrd="0" destOrd="0" presId="urn:microsoft.com/office/officeart/2005/8/layout/orgChart1"/>
    <dgm:cxn modelId="{7820D3AE-9B53-4A34-962D-70B9C2369404}" type="presParOf" srcId="{2AB2013A-3C94-4B0C-9696-0617D8C3B38C}" destId="{5A8E8795-1C0D-49C6-8A0E-B00208E0B9FF}" srcOrd="1" destOrd="0" presId="urn:microsoft.com/office/officeart/2005/8/layout/orgChart1"/>
    <dgm:cxn modelId="{20D7E0E8-4D48-4D65-9AB4-C924B707D547}" type="presParOf" srcId="{C529BBDB-778E-436B-9980-6C0E2DF4D242}" destId="{B466D006-3D19-4F65-89B0-E9D884E241C4}" srcOrd="1" destOrd="0" presId="urn:microsoft.com/office/officeart/2005/8/layout/orgChart1"/>
    <dgm:cxn modelId="{4C24F28C-2CFD-40F3-BF75-4E4E8A28FA9B}" type="presParOf" srcId="{C529BBDB-778E-436B-9980-6C0E2DF4D242}" destId="{6194AC0E-6EFD-4643-A334-00930D5053FF}" srcOrd="2" destOrd="0" presId="urn:microsoft.com/office/officeart/2005/8/layout/orgChart1"/>
    <dgm:cxn modelId="{3DB0FE65-C7D6-427A-8649-68226C48A113}" type="presParOf" srcId="{4C592C92-3156-443C-BB98-9204DFF01F72}" destId="{0476B843-1D61-4CCA-8740-1CDB0C0DD5B7}" srcOrd="2" destOrd="0" presId="urn:microsoft.com/office/officeart/2005/8/layout/orgChart1"/>
    <dgm:cxn modelId="{FE0D2729-4E9A-48ED-A936-EE9BFA7777DB}" type="presParOf" srcId="{4C592C92-3156-443C-BB98-9204DFF01F72}" destId="{64201711-BACF-4844-B69A-C67D5C350E7D}" srcOrd="3" destOrd="0" presId="urn:microsoft.com/office/officeart/2005/8/layout/orgChart1"/>
    <dgm:cxn modelId="{42494D53-BAAF-451F-867C-14E48FDDC675}" type="presParOf" srcId="{64201711-BACF-4844-B69A-C67D5C350E7D}" destId="{7AB055C8-84D1-4B86-A3C6-155524A4593F}" srcOrd="0" destOrd="0" presId="urn:microsoft.com/office/officeart/2005/8/layout/orgChart1"/>
    <dgm:cxn modelId="{1AA1A538-5231-4EEB-B1C8-61DFF4789A55}" type="presParOf" srcId="{7AB055C8-84D1-4B86-A3C6-155524A4593F}" destId="{DC2C27DB-8847-4E51-8F36-3C3F5D643364}" srcOrd="0" destOrd="0" presId="urn:microsoft.com/office/officeart/2005/8/layout/orgChart1"/>
    <dgm:cxn modelId="{136ACB01-3CBF-4B88-A11F-62D70A20C751}" type="presParOf" srcId="{7AB055C8-84D1-4B86-A3C6-155524A4593F}" destId="{37E8AFF8-6FA7-4AC1-A6C4-9C3C9E71B504}" srcOrd="1" destOrd="0" presId="urn:microsoft.com/office/officeart/2005/8/layout/orgChart1"/>
    <dgm:cxn modelId="{8CCB1899-AF87-4AD9-BD24-8DAA4F6B51EB}" type="presParOf" srcId="{64201711-BACF-4844-B69A-C67D5C350E7D}" destId="{491491EF-DC27-4628-B342-20CBCF712628}" srcOrd="1" destOrd="0" presId="urn:microsoft.com/office/officeart/2005/8/layout/orgChart1"/>
    <dgm:cxn modelId="{81D1054D-B0F7-4E2A-966E-EA892849DD8E}" type="presParOf" srcId="{64201711-BACF-4844-B69A-C67D5C350E7D}" destId="{DC3D1544-A0DE-49A0-AF68-D7F713737F22}" srcOrd="2" destOrd="0" presId="urn:microsoft.com/office/officeart/2005/8/layout/orgChart1"/>
    <dgm:cxn modelId="{C47F0D23-0203-4A56-A5A9-3FC51605014C}" type="presParOf" srcId="{4C592C92-3156-443C-BB98-9204DFF01F72}" destId="{E7E4B7B2-EFA2-4C54-8CA2-E5F72B03B919}" srcOrd="4" destOrd="0" presId="urn:microsoft.com/office/officeart/2005/8/layout/orgChart1"/>
    <dgm:cxn modelId="{C2BC90C0-E7A3-40F1-B2BE-0E174460FD2A}" type="presParOf" srcId="{4C592C92-3156-443C-BB98-9204DFF01F72}" destId="{152D2CC7-A0F1-42F9-85B8-C6CF36C9E25A}" srcOrd="5" destOrd="0" presId="urn:microsoft.com/office/officeart/2005/8/layout/orgChart1"/>
    <dgm:cxn modelId="{5BF50D30-3C13-4505-A5E4-B159CFA472D8}" type="presParOf" srcId="{152D2CC7-A0F1-42F9-85B8-C6CF36C9E25A}" destId="{68B84BDC-5D3D-41A6-A86C-06EB2390F7D8}" srcOrd="0" destOrd="0" presId="urn:microsoft.com/office/officeart/2005/8/layout/orgChart1"/>
    <dgm:cxn modelId="{7987EF75-0883-4C0C-8F32-70FE9CB81EAA}" type="presParOf" srcId="{68B84BDC-5D3D-41A6-A86C-06EB2390F7D8}" destId="{766EABB1-D278-4D51-ABE3-29143E9C24B9}" srcOrd="0" destOrd="0" presId="urn:microsoft.com/office/officeart/2005/8/layout/orgChart1"/>
    <dgm:cxn modelId="{AC8D30DB-85A1-47CF-8972-8FBC6DA2CBDE}" type="presParOf" srcId="{68B84BDC-5D3D-41A6-A86C-06EB2390F7D8}" destId="{05D898B8-E620-48F5-A5ED-D805FE4CEB5D}" srcOrd="1" destOrd="0" presId="urn:microsoft.com/office/officeart/2005/8/layout/orgChart1"/>
    <dgm:cxn modelId="{CE2F3D09-DA28-4841-943F-90CEA9246BC5}" type="presParOf" srcId="{152D2CC7-A0F1-42F9-85B8-C6CF36C9E25A}" destId="{35791251-9DFA-4C12-A781-A939A914C8A3}" srcOrd="1" destOrd="0" presId="urn:microsoft.com/office/officeart/2005/8/layout/orgChart1"/>
    <dgm:cxn modelId="{351AF7E0-25A6-4F0A-B190-2FB6B0A2865A}" type="presParOf" srcId="{152D2CC7-A0F1-42F9-85B8-C6CF36C9E25A}" destId="{017D4C47-77AC-4675-9A79-1D14BF53A8A4}" srcOrd="2" destOrd="0" presId="urn:microsoft.com/office/officeart/2005/8/layout/orgChart1"/>
    <dgm:cxn modelId="{CA22B451-D3D6-4040-ADF9-F6970F27D437}" type="presParOf" srcId="{4C592C92-3156-443C-BB98-9204DFF01F72}" destId="{140CEA5F-393A-44D3-AEE5-C58D02ADE719}" srcOrd="6" destOrd="0" presId="urn:microsoft.com/office/officeart/2005/8/layout/orgChart1"/>
    <dgm:cxn modelId="{FB006F1C-4535-4F61-B39D-44EA15CD2E3B}" type="presParOf" srcId="{4C592C92-3156-443C-BB98-9204DFF01F72}" destId="{E7FD81DD-B74E-466E-AE9F-E643165EB18C}" srcOrd="7" destOrd="0" presId="urn:microsoft.com/office/officeart/2005/8/layout/orgChart1"/>
    <dgm:cxn modelId="{789F3A76-D801-4997-850F-227548B466F2}" type="presParOf" srcId="{E7FD81DD-B74E-466E-AE9F-E643165EB18C}" destId="{906858FE-278C-46BE-9F01-DAE34FC45F28}" srcOrd="0" destOrd="0" presId="urn:microsoft.com/office/officeart/2005/8/layout/orgChart1"/>
    <dgm:cxn modelId="{1BDA5515-59D9-45A6-866C-811F856A5C7E}" type="presParOf" srcId="{906858FE-278C-46BE-9F01-DAE34FC45F28}" destId="{2B0C564E-92EF-47AE-914F-696064361304}" srcOrd="0" destOrd="0" presId="urn:microsoft.com/office/officeart/2005/8/layout/orgChart1"/>
    <dgm:cxn modelId="{EA8AC7D3-3A60-477A-8D8B-BE9464E1E50E}" type="presParOf" srcId="{906858FE-278C-46BE-9F01-DAE34FC45F28}" destId="{CFE7B7E7-73CE-4704-8FBE-63A1B41EE052}" srcOrd="1" destOrd="0" presId="urn:microsoft.com/office/officeart/2005/8/layout/orgChart1"/>
    <dgm:cxn modelId="{CEAD761B-60C5-4C75-B3A4-B249350480F1}" type="presParOf" srcId="{E7FD81DD-B74E-466E-AE9F-E643165EB18C}" destId="{CFD74A17-5F14-4D99-922C-AA6E1CEB94F8}" srcOrd="1" destOrd="0" presId="urn:microsoft.com/office/officeart/2005/8/layout/orgChart1"/>
    <dgm:cxn modelId="{D292CC1B-BE13-4700-9A0E-2FAB100378EE}" type="presParOf" srcId="{E7FD81DD-B74E-466E-AE9F-E643165EB18C}" destId="{D77563D8-AAD3-420C-B3A0-C8D55F48297A}" srcOrd="2" destOrd="0" presId="urn:microsoft.com/office/officeart/2005/8/layout/orgChart1"/>
    <dgm:cxn modelId="{5EB839D4-5E1C-42D1-A312-6FE36EF8DA98}" type="presParOf" srcId="{4C592C92-3156-443C-BB98-9204DFF01F72}" destId="{50F5B6E1-80F4-4C8E-8855-45D70F1DB245}" srcOrd="8" destOrd="0" presId="urn:microsoft.com/office/officeart/2005/8/layout/orgChart1"/>
    <dgm:cxn modelId="{2EED477F-D11B-49DD-B7F7-44911FDD2C5E}" type="presParOf" srcId="{4C592C92-3156-443C-BB98-9204DFF01F72}" destId="{D26647B9-2B2C-49A3-A047-3726617432E2}" srcOrd="9" destOrd="0" presId="urn:microsoft.com/office/officeart/2005/8/layout/orgChart1"/>
    <dgm:cxn modelId="{F5A52488-87EC-4A9A-BA34-C758B1E268C6}" type="presParOf" srcId="{D26647B9-2B2C-49A3-A047-3726617432E2}" destId="{F36AFA31-5898-45B6-8999-61CB8EC07FA1}" srcOrd="0" destOrd="0" presId="urn:microsoft.com/office/officeart/2005/8/layout/orgChart1"/>
    <dgm:cxn modelId="{25976A6B-3B46-4B7D-8C3D-FCE201425739}" type="presParOf" srcId="{F36AFA31-5898-45B6-8999-61CB8EC07FA1}" destId="{2ABCA685-71DE-40B5-96E2-107B3F83F5FB}" srcOrd="0" destOrd="0" presId="urn:microsoft.com/office/officeart/2005/8/layout/orgChart1"/>
    <dgm:cxn modelId="{21754770-7FDF-4338-9003-556BF823DBC7}" type="presParOf" srcId="{F36AFA31-5898-45B6-8999-61CB8EC07FA1}" destId="{5E0DC92C-FED6-4F74-B385-A527E53CA43B}" srcOrd="1" destOrd="0" presId="urn:microsoft.com/office/officeart/2005/8/layout/orgChart1"/>
    <dgm:cxn modelId="{42DB9FB2-3D3E-48FD-AB67-CA4DE31FC3C7}" type="presParOf" srcId="{D26647B9-2B2C-49A3-A047-3726617432E2}" destId="{C8845BAB-F100-48BA-806B-72FC12963CC4}" srcOrd="1" destOrd="0" presId="urn:microsoft.com/office/officeart/2005/8/layout/orgChart1"/>
    <dgm:cxn modelId="{507E6E38-C198-4CA1-84EB-78A0805B4D23}" type="presParOf" srcId="{D26647B9-2B2C-49A3-A047-3726617432E2}" destId="{8257BB01-8286-4BF6-A66E-98CDBFBB9F98}" srcOrd="2" destOrd="0" presId="urn:microsoft.com/office/officeart/2005/8/layout/orgChart1"/>
    <dgm:cxn modelId="{E87CFA7E-48C3-4A5F-8CAC-C2268AD8D26F}" type="presParOf" srcId="{E84706B5-084F-4950-8554-35690A57F381}" destId="{3E362709-8DF5-4ED1-BE78-2D67C7F6CD59}" srcOrd="2" destOrd="0" presId="urn:microsoft.com/office/officeart/2005/8/layout/orgChart1"/>
    <dgm:cxn modelId="{AC3D0F31-1133-404E-9D57-FF4C19193432}" type="presParOf" srcId="{AD53A4B1-01E7-41E8-9724-31F3910545A4}" destId="{F35E2B4E-A03A-4CEC-8313-CD85481B51A2}" srcOrd="4" destOrd="0" presId="urn:microsoft.com/office/officeart/2005/8/layout/orgChart1"/>
    <dgm:cxn modelId="{B5F3EABD-8A89-4575-9B88-A81A117426CF}" type="presParOf" srcId="{AD53A4B1-01E7-41E8-9724-31F3910545A4}" destId="{C14ADC0F-DB14-4D25-B270-993163C4E4BB}" srcOrd="5" destOrd="0" presId="urn:microsoft.com/office/officeart/2005/8/layout/orgChart1"/>
    <dgm:cxn modelId="{8C65E99B-083F-4567-99A4-AFB70C8F2EC0}" type="presParOf" srcId="{C14ADC0F-DB14-4D25-B270-993163C4E4BB}" destId="{31F1624B-B6B3-4011-8CEE-5A82CECD3631}" srcOrd="0" destOrd="0" presId="urn:microsoft.com/office/officeart/2005/8/layout/orgChart1"/>
    <dgm:cxn modelId="{1ABFA073-406E-474C-9798-14E42694FED9}" type="presParOf" srcId="{31F1624B-B6B3-4011-8CEE-5A82CECD3631}" destId="{3974D9EF-2642-4EA6-B022-A6FB2F4B3087}" srcOrd="0" destOrd="0" presId="urn:microsoft.com/office/officeart/2005/8/layout/orgChart1"/>
    <dgm:cxn modelId="{2E04EF55-B5F2-434D-A7A6-B5E0297A3000}" type="presParOf" srcId="{31F1624B-B6B3-4011-8CEE-5A82CECD3631}" destId="{3171E5CA-E43A-470A-B942-64771F94AC4C}" srcOrd="1" destOrd="0" presId="urn:microsoft.com/office/officeart/2005/8/layout/orgChart1"/>
    <dgm:cxn modelId="{A0DC1795-8874-4434-BDDC-B350EE54B0ED}" type="presParOf" srcId="{C14ADC0F-DB14-4D25-B270-993163C4E4BB}" destId="{CBF86D54-ADE7-46C0-AF01-7B3BB5C7EF85}" srcOrd="1" destOrd="0" presId="urn:microsoft.com/office/officeart/2005/8/layout/orgChart1"/>
    <dgm:cxn modelId="{3D153DC2-20B5-478D-AD1B-9168272CF66C}" type="presParOf" srcId="{CBF86D54-ADE7-46C0-AF01-7B3BB5C7EF85}" destId="{7EE4C09A-4E7C-48C3-B023-D58BEC148888}" srcOrd="0" destOrd="0" presId="urn:microsoft.com/office/officeart/2005/8/layout/orgChart1"/>
    <dgm:cxn modelId="{392D69A4-CAC0-4EA8-8910-2AADE3C2C44D}" type="presParOf" srcId="{CBF86D54-ADE7-46C0-AF01-7B3BB5C7EF85}" destId="{E51C4F41-479D-43C9-8F05-3344BB6C8E9F}" srcOrd="1" destOrd="0" presId="urn:microsoft.com/office/officeart/2005/8/layout/orgChart1"/>
    <dgm:cxn modelId="{B6F607F1-0B9E-468A-B834-4F4999E7DFF3}" type="presParOf" srcId="{E51C4F41-479D-43C9-8F05-3344BB6C8E9F}" destId="{D28079E7-96FF-4D84-852D-670241F3793F}" srcOrd="0" destOrd="0" presId="urn:microsoft.com/office/officeart/2005/8/layout/orgChart1"/>
    <dgm:cxn modelId="{0DE4CB54-2FFE-452E-A3EB-6ADB0D3D2C5A}" type="presParOf" srcId="{D28079E7-96FF-4D84-852D-670241F3793F}" destId="{08481336-93DD-4BCB-A9B8-CFA4CFCC429B}" srcOrd="0" destOrd="0" presId="urn:microsoft.com/office/officeart/2005/8/layout/orgChart1"/>
    <dgm:cxn modelId="{39C97294-FCEB-4016-8500-33C39BA1D876}" type="presParOf" srcId="{D28079E7-96FF-4D84-852D-670241F3793F}" destId="{451DCE93-5824-4E71-94AC-5570BA56E7F3}" srcOrd="1" destOrd="0" presId="urn:microsoft.com/office/officeart/2005/8/layout/orgChart1"/>
    <dgm:cxn modelId="{A507D240-A7DF-4FB5-8B34-E442798A83C4}" type="presParOf" srcId="{E51C4F41-479D-43C9-8F05-3344BB6C8E9F}" destId="{A041B5E9-9CB6-4AC4-81CF-BE093CBAF26B}" srcOrd="1" destOrd="0" presId="urn:microsoft.com/office/officeart/2005/8/layout/orgChart1"/>
    <dgm:cxn modelId="{1CB2D354-848D-4420-8AC3-FC036CF3C0FA}" type="presParOf" srcId="{E51C4F41-479D-43C9-8F05-3344BB6C8E9F}" destId="{35A1933B-A785-4060-929D-BE7D2F83CC56}" srcOrd="2" destOrd="0" presId="urn:microsoft.com/office/officeart/2005/8/layout/orgChart1"/>
    <dgm:cxn modelId="{F8555A9F-EBF0-42C6-B7DE-D5C03CFF294B}" type="presParOf" srcId="{CBF86D54-ADE7-46C0-AF01-7B3BB5C7EF85}" destId="{0E3E53D8-EC30-41B0-AA64-C8021BC985E8}" srcOrd="2" destOrd="0" presId="urn:microsoft.com/office/officeart/2005/8/layout/orgChart1"/>
    <dgm:cxn modelId="{336D6937-18E3-4C2A-83F4-AAC6930788A7}" type="presParOf" srcId="{CBF86D54-ADE7-46C0-AF01-7B3BB5C7EF85}" destId="{3CBF8895-2AF6-4F71-AC61-0FAEE2D5257E}" srcOrd="3" destOrd="0" presId="urn:microsoft.com/office/officeart/2005/8/layout/orgChart1"/>
    <dgm:cxn modelId="{F0E74D1D-ABCC-4DC8-96E3-AFE72E2FD076}" type="presParOf" srcId="{3CBF8895-2AF6-4F71-AC61-0FAEE2D5257E}" destId="{AE35BCB9-CC9F-4A83-897D-02D57BB7C7F3}" srcOrd="0" destOrd="0" presId="urn:microsoft.com/office/officeart/2005/8/layout/orgChart1"/>
    <dgm:cxn modelId="{774B57EA-E9F6-4E4D-A75F-7B6EA7086055}" type="presParOf" srcId="{AE35BCB9-CC9F-4A83-897D-02D57BB7C7F3}" destId="{1C4C34F0-0A9D-4A1C-AF5C-F6EC9E43FFF3}" srcOrd="0" destOrd="0" presId="urn:microsoft.com/office/officeart/2005/8/layout/orgChart1"/>
    <dgm:cxn modelId="{6F122FC9-6077-43A6-B21B-06834D9DD783}" type="presParOf" srcId="{AE35BCB9-CC9F-4A83-897D-02D57BB7C7F3}" destId="{0A93BC5C-CD8E-43A5-9E29-48B05AB2B10B}" srcOrd="1" destOrd="0" presId="urn:microsoft.com/office/officeart/2005/8/layout/orgChart1"/>
    <dgm:cxn modelId="{0E6383C2-7579-408F-8969-61460656AF5E}" type="presParOf" srcId="{3CBF8895-2AF6-4F71-AC61-0FAEE2D5257E}" destId="{9A91D119-DF9E-420C-AEE8-01FF4890E152}" srcOrd="1" destOrd="0" presId="urn:microsoft.com/office/officeart/2005/8/layout/orgChart1"/>
    <dgm:cxn modelId="{CE2FE081-54A8-4800-ADA3-7A94FC0A299E}" type="presParOf" srcId="{3CBF8895-2AF6-4F71-AC61-0FAEE2D5257E}" destId="{3F165FBB-8E09-4FC3-82A4-DB231332E257}" srcOrd="2" destOrd="0" presId="urn:microsoft.com/office/officeart/2005/8/layout/orgChart1"/>
    <dgm:cxn modelId="{D3968C1A-ADC1-4B21-8918-578564A3B498}" type="presParOf" srcId="{CBF86D54-ADE7-46C0-AF01-7B3BB5C7EF85}" destId="{D3A74E0F-C848-43F8-9970-DE79AB5F248F}" srcOrd="4" destOrd="0" presId="urn:microsoft.com/office/officeart/2005/8/layout/orgChart1"/>
    <dgm:cxn modelId="{24EE9CA7-359A-4E19-9FBC-D61DF6611028}" type="presParOf" srcId="{CBF86D54-ADE7-46C0-AF01-7B3BB5C7EF85}" destId="{C68CE242-83AA-492E-A3F7-47E04B5FCD0A}" srcOrd="5" destOrd="0" presId="urn:microsoft.com/office/officeart/2005/8/layout/orgChart1"/>
    <dgm:cxn modelId="{440B7EFA-91C2-4547-B3B7-60E82A2C5BD5}" type="presParOf" srcId="{C68CE242-83AA-492E-A3F7-47E04B5FCD0A}" destId="{48BCFDFE-DF18-4710-9F76-DE9082343A7A}" srcOrd="0" destOrd="0" presId="urn:microsoft.com/office/officeart/2005/8/layout/orgChart1"/>
    <dgm:cxn modelId="{05648F31-BCE2-4CBF-977E-8D303D4661B4}" type="presParOf" srcId="{48BCFDFE-DF18-4710-9F76-DE9082343A7A}" destId="{1A622963-C4F8-4FD9-83AA-D4FD0D846D72}" srcOrd="0" destOrd="0" presId="urn:microsoft.com/office/officeart/2005/8/layout/orgChart1"/>
    <dgm:cxn modelId="{E5246386-6E0A-4BE9-9D7F-4A0848F0DF4D}" type="presParOf" srcId="{48BCFDFE-DF18-4710-9F76-DE9082343A7A}" destId="{E4902E9D-3623-4558-98F1-DC0E1A1A39FE}" srcOrd="1" destOrd="0" presId="urn:microsoft.com/office/officeart/2005/8/layout/orgChart1"/>
    <dgm:cxn modelId="{CC7878C1-4662-43EC-AEB8-EBE40A6D9341}" type="presParOf" srcId="{C68CE242-83AA-492E-A3F7-47E04B5FCD0A}" destId="{96C24B56-F73C-4D38-95AF-74213968CB78}" srcOrd="1" destOrd="0" presId="urn:microsoft.com/office/officeart/2005/8/layout/orgChart1"/>
    <dgm:cxn modelId="{F89F98F7-EF4B-4974-B3BF-3236B2AF704C}" type="presParOf" srcId="{C68CE242-83AA-492E-A3F7-47E04B5FCD0A}" destId="{0E95D764-8E22-4089-92A1-CFC6CE52C586}" srcOrd="2" destOrd="0" presId="urn:microsoft.com/office/officeart/2005/8/layout/orgChart1"/>
    <dgm:cxn modelId="{F027D5EA-8208-42E3-AC9F-792B0F0C5E5E}" type="presParOf" srcId="{CBF86D54-ADE7-46C0-AF01-7B3BB5C7EF85}" destId="{93E53E1C-0027-48E3-BEC1-BCE504758ACB}" srcOrd="6" destOrd="0" presId="urn:microsoft.com/office/officeart/2005/8/layout/orgChart1"/>
    <dgm:cxn modelId="{1FC41569-73C8-4D9C-9FD9-91BFE093A105}" type="presParOf" srcId="{CBF86D54-ADE7-46C0-AF01-7B3BB5C7EF85}" destId="{D81F4399-EED0-4626-940A-415DC09E53DF}" srcOrd="7" destOrd="0" presId="urn:microsoft.com/office/officeart/2005/8/layout/orgChart1"/>
    <dgm:cxn modelId="{3087EBB3-5036-4000-98F9-DE231722204B}" type="presParOf" srcId="{D81F4399-EED0-4626-940A-415DC09E53DF}" destId="{29B658EE-A78A-4AC0-92A6-6FC954EF2675}" srcOrd="0" destOrd="0" presId="urn:microsoft.com/office/officeart/2005/8/layout/orgChart1"/>
    <dgm:cxn modelId="{E22857D1-DF1B-4AAA-898A-54A1D257F1F2}" type="presParOf" srcId="{29B658EE-A78A-4AC0-92A6-6FC954EF2675}" destId="{F7C22BB7-7D3E-4CA2-A783-D6691E4D608A}" srcOrd="0" destOrd="0" presId="urn:microsoft.com/office/officeart/2005/8/layout/orgChart1"/>
    <dgm:cxn modelId="{D4C9FBD6-00B3-4971-A17D-4D42A89B5F8E}" type="presParOf" srcId="{29B658EE-A78A-4AC0-92A6-6FC954EF2675}" destId="{FC91D028-BB16-4D0D-974E-DC452455E7D3}" srcOrd="1" destOrd="0" presId="urn:microsoft.com/office/officeart/2005/8/layout/orgChart1"/>
    <dgm:cxn modelId="{288B7FB2-F170-4D01-8C6F-D287A411437F}" type="presParOf" srcId="{D81F4399-EED0-4626-940A-415DC09E53DF}" destId="{DFA978DF-5766-48AD-BCA7-0D778FB9FCEE}" srcOrd="1" destOrd="0" presId="urn:microsoft.com/office/officeart/2005/8/layout/orgChart1"/>
    <dgm:cxn modelId="{5020EE9E-02E2-4CB3-8CB1-EE61B73C8764}" type="presParOf" srcId="{D81F4399-EED0-4626-940A-415DC09E53DF}" destId="{D994DF85-4796-4759-BF65-EE4F34D72AEF}" srcOrd="2" destOrd="0" presId="urn:microsoft.com/office/officeart/2005/8/layout/orgChart1"/>
    <dgm:cxn modelId="{22494E1E-5820-45B8-A2F8-D33C28EFBB53}" type="presParOf" srcId="{C14ADC0F-DB14-4D25-B270-993163C4E4BB}" destId="{9F816470-F765-4467-8BFE-055142852E76}"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13</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Dada dictionary</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Data analysis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Modeling data relationship</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B93368D-220F-4F51-922B-E3D40AEF4871}">
      <dgm:prSet phldrT="[Text]" custT="1"/>
      <dgm:spPr/>
      <dgm:t>
        <a:bodyPr/>
        <a:lstStyle/>
        <a:p>
          <a:r>
            <a:rPr lang="en-US" sz="1600" dirty="0"/>
            <a:t>CRUD matrix</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dirty="0"/>
            <a:t>Specifying report</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AD364B6B-599B-471E-B57A-D1AC5D89F0BB}">
      <dgm:prSet phldrT="[Text]" custT="1"/>
      <dgm:spPr/>
      <dgm:t>
        <a:bodyPr/>
        <a:lstStyle/>
        <a:p>
          <a:r>
            <a:rPr lang="en-US" sz="1400" dirty="0"/>
            <a:t>Dashboard reporting</a:t>
          </a:r>
        </a:p>
      </dgm:t>
    </dgm:pt>
    <dgm:pt modelId="{050B7652-B2ED-404E-AA57-5A9109C9C4AD}" type="parTrans" cxnId="{61A9FD26-C8C7-44E2-8540-E0644D82B833}">
      <dgm:prSet/>
      <dgm:spPr/>
      <dgm:t>
        <a:bodyPr/>
        <a:lstStyle/>
        <a:p>
          <a:endParaRPr lang="en-US"/>
        </a:p>
      </dgm:t>
    </dgm:pt>
    <dgm:pt modelId="{07904351-DCD9-4880-84F3-DBF42C6506B5}" type="sibTrans" cxnId="{61A9FD26-C8C7-44E2-8540-E0644D82B833}">
      <dgm:prSet/>
      <dgm:spPr/>
      <dgm:t>
        <a:bodyPr/>
        <a:lstStyle/>
        <a:p>
          <a:endParaRPr lang="en-US"/>
        </a:p>
      </dgm:t>
    </dgm:pt>
    <dgm:pt modelId="{ADFFC400-8BBA-4CA0-97DA-A5239AD7FF83}">
      <dgm:prSet phldrT="[Text]" custT="1"/>
      <dgm:spPr/>
      <dgm:t>
        <a:bodyPr/>
        <a:lstStyle/>
        <a:p>
          <a:r>
            <a:rPr lang="en-US" sz="1400" dirty="0"/>
            <a:t>ERD-Entities relationship diagram</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5"/>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5">
        <dgm:presLayoutVars>
          <dgm:chPref val="3"/>
        </dgm:presLayoutVars>
      </dgm:prSet>
      <dgm:spPr/>
    </dgm:pt>
    <dgm:pt modelId="{A10B8E6A-AEE1-4C2B-8634-C515AEDBA0E5}" type="pres">
      <dgm:prSet presAssocID="{9286A5EC-F2A9-487D-8BF1-B96EEEFD636B}" presName="rootConnector" presStyleLbl="node2" presStyleIdx="0" presStyleCnt="5"/>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2"/>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2">
        <dgm:presLayoutVars>
          <dgm:chPref val="3"/>
        </dgm:presLayoutVars>
      </dgm:prSet>
      <dgm:spPr/>
    </dgm:pt>
    <dgm:pt modelId="{7C494E9C-07EE-4809-A445-329E5D279BED}" type="pres">
      <dgm:prSet presAssocID="{ADFFC400-8BBA-4CA0-97DA-A5239AD7FF83}" presName="rootConnector" presStyleLbl="node3" presStyleIdx="0" presStyleCnt="2"/>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5"/>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5">
        <dgm:presLayoutVars>
          <dgm:chPref val="3"/>
        </dgm:presLayoutVars>
      </dgm:prSet>
      <dgm:spPr/>
    </dgm:pt>
    <dgm:pt modelId="{1999F93D-C5E3-4B58-A38A-C971B5C1871B}" type="pres">
      <dgm:prSet presAssocID="{620DD3EC-BDCD-468B-B566-7FE2B848507E}" presName="rootConnector" presStyleLbl="node2" presStyleIdx="1" presStyleCnt="5"/>
      <dgm:spPr/>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5"/>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5">
        <dgm:presLayoutVars>
          <dgm:chPref val="3"/>
        </dgm:presLayoutVars>
      </dgm:prSet>
      <dgm:spPr/>
    </dgm:pt>
    <dgm:pt modelId="{2B09EB8B-ED69-45F5-BA37-36CF2B0643CF}" type="pres">
      <dgm:prSet presAssocID="{1FDE73C1-1773-4DFF-80D8-CE538843B8D6}" presName="rootConnector" presStyleLbl="node2" presStyleIdx="2" presStyleCnt="5"/>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1" presStyleCnt="2"/>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1" presStyleCnt="2">
        <dgm:presLayoutVars>
          <dgm:chPref val="3"/>
        </dgm:presLayoutVars>
      </dgm:prSet>
      <dgm:spPr/>
    </dgm:pt>
    <dgm:pt modelId="{D2461159-78CB-4A23-999D-2C7EB906725F}" type="pres">
      <dgm:prSet presAssocID="{8B93368D-220F-4F51-922B-E3D40AEF4871}" presName="rootConnector" presStyleLbl="node3" presStyleIdx="1" presStyleCnt="2"/>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5"/>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5">
        <dgm:presLayoutVars>
          <dgm:chPref val="3"/>
        </dgm:presLayoutVars>
      </dgm:prSet>
      <dgm:spPr/>
    </dgm:pt>
    <dgm:pt modelId="{0FE7A504-1A99-42A4-92D2-369E93728B6E}" type="pres">
      <dgm:prSet presAssocID="{A1A03C13-4BED-4BB7-8AFB-BDB236A519FA}" presName="rootConnector" presStyleLbl="node2" presStyleIdx="3" presStyleCnt="5"/>
      <dgm:spPr/>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1C6780BE-0BFA-452E-B23B-840ADD2F1082}" type="pres">
      <dgm:prSet presAssocID="{050B7652-B2ED-404E-AA57-5A9109C9C4AD}" presName="Name37" presStyleLbl="parChTrans1D2" presStyleIdx="4" presStyleCnt="5"/>
      <dgm:spPr/>
    </dgm:pt>
    <dgm:pt modelId="{91542984-1884-4075-85FF-10D3512C3511}" type="pres">
      <dgm:prSet presAssocID="{AD364B6B-599B-471E-B57A-D1AC5D89F0BB}" presName="hierRoot2" presStyleCnt="0">
        <dgm:presLayoutVars>
          <dgm:hierBranch val="init"/>
        </dgm:presLayoutVars>
      </dgm:prSet>
      <dgm:spPr/>
    </dgm:pt>
    <dgm:pt modelId="{2197488C-9BB4-4FE6-913F-95BF99328D53}" type="pres">
      <dgm:prSet presAssocID="{AD364B6B-599B-471E-B57A-D1AC5D89F0BB}" presName="rootComposite" presStyleCnt="0"/>
      <dgm:spPr/>
    </dgm:pt>
    <dgm:pt modelId="{9BB5FF79-6973-4054-99B9-A54F1965A453}" type="pres">
      <dgm:prSet presAssocID="{AD364B6B-599B-471E-B57A-D1AC5D89F0BB}" presName="rootText" presStyleLbl="node2" presStyleIdx="4" presStyleCnt="5">
        <dgm:presLayoutVars>
          <dgm:chPref val="3"/>
        </dgm:presLayoutVars>
      </dgm:prSet>
      <dgm:spPr/>
    </dgm:pt>
    <dgm:pt modelId="{B78A35CA-8616-4084-9244-9BF0A5A39633}" type="pres">
      <dgm:prSet presAssocID="{AD364B6B-599B-471E-B57A-D1AC5D89F0BB}" presName="rootConnector" presStyleLbl="node2" presStyleIdx="4" presStyleCnt="5"/>
      <dgm:spPr/>
    </dgm:pt>
    <dgm:pt modelId="{F4B924C5-04CD-43B1-A77B-46828D59C785}" type="pres">
      <dgm:prSet presAssocID="{AD364B6B-599B-471E-B57A-D1AC5D89F0BB}" presName="hierChild4" presStyleCnt="0"/>
      <dgm:spPr/>
    </dgm:pt>
    <dgm:pt modelId="{0FF70A95-51AF-418C-8B0E-B269569EF317}" type="pres">
      <dgm:prSet presAssocID="{AD364B6B-599B-471E-B57A-D1AC5D89F0BB}" presName="hierChild5" presStyleCnt="0"/>
      <dgm:spPr/>
    </dgm:pt>
    <dgm:pt modelId="{96DEF822-DC52-4FFC-82DA-389CD5B29657}" type="pres">
      <dgm:prSet presAssocID="{9E6404DC-1053-49D6-95EE-599A97C88DD3}" presName="hierChild3" presStyleCnt="0"/>
      <dgm:spPr/>
    </dgm:pt>
  </dgm:ptLst>
  <dgm:cxnLst>
    <dgm:cxn modelId="{F0CF5909-719F-42C5-AA61-EA4592BEB843}" type="presOf" srcId="{AD364B6B-599B-471E-B57A-D1AC5D89F0BB}" destId="{B78A35CA-8616-4084-9244-9BF0A5A39633}" srcOrd="1" destOrd="0" presId="urn:microsoft.com/office/officeart/2005/8/layout/orgChart1"/>
    <dgm:cxn modelId="{73C9670A-0D27-4AAF-B447-A7AD46679F7E}" type="presOf" srcId="{A1A03C13-4BED-4BB7-8AFB-BDB236A519FA}" destId="{E2CE8193-46AF-44C0-B4A1-4402C2A6388E}" srcOrd="0" destOrd="0" presId="urn:microsoft.com/office/officeart/2005/8/layout/orgChart1"/>
    <dgm:cxn modelId="{A6162019-8CD4-4A12-BF91-47DE9FC3623A}" type="presOf" srcId="{FD8FE40B-879F-4F4E-B1C0-B05B7EF61B85}" destId="{B24AC9E0-962C-4E78-A693-CB404F97964B}"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61A9FD26-C8C7-44E2-8540-E0644D82B833}" srcId="{9E6404DC-1053-49D6-95EE-599A97C88DD3}" destId="{AD364B6B-599B-471E-B57A-D1AC5D89F0BB}" srcOrd="4" destOrd="0" parTransId="{050B7652-B2ED-404E-AA57-5A9109C9C4AD}" sibTransId="{07904351-DCD9-4880-84F3-DBF42C6506B5}"/>
    <dgm:cxn modelId="{3371D227-869E-4636-B9B0-BA373BCE5AD6}" srcId="{9E6404DC-1053-49D6-95EE-599A97C88DD3}" destId="{9286A5EC-F2A9-487D-8BF1-B96EEEFD636B}" srcOrd="0" destOrd="0" parTransId="{8CE2CE9A-EBD7-445E-BD99-21666869C1D4}" sibTransId="{D6357A36-116B-440B-A9E1-8EDB3A4D1B88}"/>
    <dgm:cxn modelId="{286E9828-A3BB-444D-A998-B27837355EDF}" type="presOf" srcId="{8B93368D-220F-4F51-922B-E3D40AEF4871}" destId="{AF41A196-D073-444E-BDCD-FC763BCB5F43}" srcOrd="0" destOrd="0" presId="urn:microsoft.com/office/officeart/2005/8/layout/orgChart1"/>
    <dgm:cxn modelId="{85E9F129-FD3C-4B37-8237-A38F3A756CE5}" type="presOf" srcId="{050B7652-B2ED-404E-AA57-5A9109C9C4AD}" destId="{1C6780BE-0BFA-452E-B23B-840ADD2F1082}" srcOrd="0" destOrd="0" presId="urn:microsoft.com/office/officeart/2005/8/layout/orgChart1"/>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AC39F653-00D5-4219-8557-1E633AAA0D11}" type="presOf" srcId="{9E6404DC-1053-49D6-95EE-599A97C88DD3}" destId="{C8C73746-D1E9-45A4-A4B2-4DB251C0CC5A}"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CC4B7466-B981-44E3-8FF7-C492034F99C8}" type="presOf" srcId="{9BFD04D4-D27E-47FD-B17A-0660BE35F1CF}" destId="{0E020EB3-B687-49B5-864A-7775365865B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7EAB966C-D9D5-41D0-93B2-6E7A94027603}" type="presOf" srcId="{8B93368D-220F-4F51-922B-E3D40AEF4871}" destId="{D2461159-78CB-4A23-999D-2C7EB906725F}" srcOrd="1" destOrd="0" presId="urn:microsoft.com/office/officeart/2005/8/layout/orgChart1"/>
    <dgm:cxn modelId="{86C0796D-E0B6-445C-A4B4-80D5BA43F72D}" type="presOf" srcId="{1FDE73C1-1773-4DFF-80D8-CE538843B8D6}" destId="{2B09EB8B-ED69-45F5-BA37-36CF2B0643CF}"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1A46CE7F-A917-4FBF-8C99-90283829C0A5}" type="presOf" srcId="{1FDE73C1-1773-4DFF-80D8-CE538843B8D6}" destId="{03758FE5-334A-46EC-AD76-4289659832B6}"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39D4BBAB-E420-4730-BA4C-FEC9AFAC74F6}" type="presOf" srcId="{ADFFC400-8BBA-4CA0-97DA-A5239AD7FF83}" destId="{ED8B7DF3-7C68-4E1C-A743-283531BE19BD}"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97A6EAB1-DF25-4EA5-B806-EDD1B50240A8}" type="presOf" srcId="{A1A03C13-4BED-4BB7-8AFB-BDB236A519FA}" destId="{0FE7A504-1A99-42A4-92D2-369E93728B6E}"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DF2A62D8-EF4F-4867-BE53-9BC6815F112C}" type="presOf" srcId="{9E18C130-4D81-4BDD-8DE6-22CF9F45E19E}" destId="{62821369-B757-43AF-BF6D-02B9EF83A7FF}" srcOrd="0" destOrd="0" presId="urn:microsoft.com/office/officeart/2005/8/layout/orgChart1"/>
    <dgm:cxn modelId="{5D8E00E0-9552-4EAC-9DC8-D6AAED642315}" srcId="{9E6404DC-1053-49D6-95EE-599A97C88DD3}" destId="{1FDE73C1-1773-4DFF-80D8-CE538843B8D6}" srcOrd="2" destOrd="0" parTransId="{9BFD04D4-D27E-47FD-B17A-0660BE35F1CF}" sibTransId="{43EBF1FA-1DAE-4CFF-8F77-984B40970F7F}"/>
    <dgm:cxn modelId="{1EAD89EE-11AC-458E-AFDE-D65B78D7EF55}" type="presOf" srcId="{9286A5EC-F2A9-487D-8BF1-B96EEEFD636B}" destId="{A10B8E6A-AEE1-4C2B-8634-C515AEDBA0E5}" srcOrd="1" destOrd="0" presId="urn:microsoft.com/office/officeart/2005/8/layout/orgChart1"/>
    <dgm:cxn modelId="{020E18F7-7CAC-4792-B20C-F314BE023283}" type="presOf" srcId="{AD364B6B-599B-471E-B57A-D1AC5D89F0BB}" destId="{9BB5FF79-6973-4054-99B9-A54F1965A45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94B74EC5-0238-48C2-B95F-43CA8159DF69}" type="presParOf" srcId="{AD53A4B1-01E7-41E8-9724-31F3910545A4}" destId="{0E020EB3-B687-49B5-864A-7775365865BE}" srcOrd="4" destOrd="0" presId="urn:microsoft.com/office/officeart/2005/8/layout/orgChart1"/>
    <dgm:cxn modelId="{D0B549FF-5801-4E1A-89E7-24344A5EB9AD}" type="presParOf" srcId="{AD53A4B1-01E7-41E8-9724-31F3910545A4}" destId="{BBAFE3D2-3A5A-4490-A81A-2A8E15028CC9}" srcOrd="5" destOrd="0" presId="urn:microsoft.com/office/officeart/2005/8/layout/orgChart1"/>
    <dgm:cxn modelId="{1CB230E5-C9E8-4D9C-A489-0E3F05701E3A}" type="presParOf" srcId="{BBAFE3D2-3A5A-4490-A81A-2A8E15028CC9}" destId="{5D13AC61-CB0D-439C-A3B7-8B75673646F3}" srcOrd="0" destOrd="0" presId="urn:microsoft.com/office/officeart/2005/8/layout/orgChart1"/>
    <dgm:cxn modelId="{81B880D2-9FD4-4A89-97F5-87A39B9AEFA7}" type="presParOf" srcId="{5D13AC61-CB0D-439C-A3B7-8B75673646F3}" destId="{03758FE5-334A-46EC-AD76-4289659832B6}" srcOrd="0" destOrd="0" presId="urn:microsoft.com/office/officeart/2005/8/layout/orgChart1"/>
    <dgm:cxn modelId="{9BD8690F-C487-4C6A-B1D7-5BB23558C4DB}" type="presParOf" srcId="{5D13AC61-CB0D-439C-A3B7-8B75673646F3}" destId="{2B09EB8B-ED69-45F5-BA37-36CF2B0643CF}" srcOrd="1" destOrd="0" presId="urn:microsoft.com/office/officeart/2005/8/layout/orgChart1"/>
    <dgm:cxn modelId="{6A79E406-27FB-4D79-B620-B01551AA34E8}" type="presParOf" srcId="{BBAFE3D2-3A5A-4490-A81A-2A8E15028CC9}" destId="{1DE9D2D5-FD8E-457B-8509-AF1B11F236B3}" srcOrd="1" destOrd="0" presId="urn:microsoft.com/office/officeart/2005/8/layout/orgChart1"/>
    <dgm:cxn modelId="{9AA2F6E1-BBD8-4AD7-AC38-EAD5AED2371B}" type="presParOf" srcId="{1DE9D2D5-FD8E-457B-8509-AF1B11F236B3}" destId="{B24AC9E0-962C-4E78-A693-CB404F97964B}" srcOrd="0" destOrd="0" presId="urn:microsoft.com/office/officeart/2005/8/layout/orgChart1"/>
    <dgm:cxn modelId="{DA275F05-0BFC-4A51-A3D9-3E164B3CC876}" type="presParOf" srcId="{1DE9D2D5-FD8E-457B-8509-AF1B11F236B3}" destId="{14081BD0-0331-49D1-9132-48E38CC72506}" srcOrd="1" destOrd="0" presId="urn:microsoft.com/office/officeart/2005/8/layout/orgChart1"/>
    <dgm:cxn modelId="{91894A99-937E-4250-945D-97E76F06FDEC}" type="presParOf" srcId="{14081BD0-0331-49D1-9132-48E38CC72506}" destId="{CD57EBD1-6290-48D5-B876-F6B8F3E71B1C}" srcOrd="0" destOrd="0" presId="urn:microsoft.com/office/officeart/2005/8/layout/orgChart1"/>
    <dgm:cxn modelId="{F967BDCC-0E07-438E-8A8E-6EF1FFB5C5EB}" type="presParOf" srcId="{CD57EBD1-6290-48D5-B876-F6B8F3E71B1C}" destId="{AF41A196-D073-444E-BDCD-FC763BCB5F43}" srcOrd="0" destOrd="0" presId="urn:microsoft.com/office/officeart/2005/8/layout/orgChart1"/>
    <dgm:cxn modelId="{A57F7E84-78A5-4475-B36E-47AFF3C94F24}" type="presParOf" srcId="{CD57EBD1-6290-48D5-B876-F6B8F3E71B1C}" destId="{D2461159-78CB-4A23-999D-2C7EB906725F}" srcOrd="1" destOrd="0" presId="urn:microsoft.com/office/officeart/2005/8/layout/orgChart1"/>
    <dgm:cxn modelId="{D1D95D4C-BE77-410E-86B2-9CD3BE248F9C}" type="presParOf" srcId="{14081BD0-0331-49D1-9132-48E38CC72506}" destId="{B7419B15-5138-497F-9E6A-0A8D19A45473}" srcOrd="1" destOrd="0" presId="urn:microsoft.com/office/officeart/2005/8/layout/orgChart1"/>
    <dgm:cxn modelId="{E70E52F5-7D2A-4F5B-A767-42C7F16EF50C}" type="presParOf" srcId="{14081BD0-0331-49D1-9132-48E38CC72506}" destId="{913DBA18-54C7-4B85-987E-75AE9FC67706}" srcOrd="2" destOrd="0" presId="urn:microsoft.com/office/officeart/2005/8/layout/orgChart1"/>
    <dgm:cxn modelId="{6C746DDC-32FE-48E3-BA11-1095D27BC0DB}" type="presParOf" srcId="{BBAFE3D2-3A5A-4490-A81A-2A8E15028CC9}" destId="{D835F695-B50D-418C-A907-0CB512CD6F3C}" srcOrd="2" destOrd="0" presId="urn:microsoft.com/office/officeart/2005/8/layout/orgChart1"/>
    <dgm:cxn modelId="{F7EF19E1-490D-4ADB-A8EF-15E9D56C50C8}" type="presParOf" srcId="{AD53A4B1-01E7-41E8-9724-31F3910545A4}" destId="{62821369-B757-43AF-BF6D-02B9EF83A7FF}" srcOrd="6" destOrd="0" presId="urn:microsoft.com/office/officeart/2005/8/layout/orgChart1"/>
    <dgm:cxn modelId="{F7E54C5D-FDD8-4592-9E3D-49D8CC32008C}" type="presParOf" srcId="{AD53A4B1-01E7-41E8-9724-31F3910545A4}" destId="{739885B7-7422-46AE-AE38-C86EED9C22BF}" srcOrd="7" destOrd="0" presId="urn:microsoft.com/office/officeart/2005/8/layout/orgChart1"/>
    <dgm:cxn modelId="{DA35BD92-6ADF-4D4A-B853-240E7B29522C}" type="presParOf" srcId="{739885B7-7422-46AE-AE38-C86EED9C22BF}" destId="{1BDBFDD5-3230-44FF-B170-FE93CAC5A6B8}" srcOrd="0" destOrd="0" presId="urn:microsoft.com/office/officeart/2005/8/layout/orgChart1"/>
    <dgm:cxn modelId="{73F29BB4-A672-47BF-A744-DFBEDBCD5079}" type="presParOf" srcId="{1BDBFDD5-3230-44FF-B170-FE93CAC5A6B8}" destId="{E2CE8193-46AF-44C0-B4A1-4402C2A6388E}" srcOrd="0" destOrd="0" presId="urn:microsoft.com/office/officeart/2005/8/layout/orgChart1"/>
    <dgm:cxn modelId="{4B5E9D26-4CF1-41B8-A356-947AC2CC8672}" type="presParOf" srcId="{1BDBFDD5-3230-44FF-B170-FE93CAC5A6B8}" destId="{0FE7A504-1A99-42A4-92D2-369E93728B6E}" srcOrd="1" destOrd="0" presId="urn:microsoft.com/office/officeart/2005/8/layout/orgChart1"/>
    <dgm:cxn modelId="{10D27593-B3C4-4354-B9C9-552B475B285E}" type="presParOf" srcId="{739885B7-7422-46AE-AE38-C86EED9C22BF}" destId="{5C832EA0-92EB-4018-A238-AAD0380D7AE1}" srcOrd="1" destOrd="0" presId="urn:microsoft.com/office/officeart/2005/8/layout/orgChart1"/>
    <dgm:cxn modelId="{6F8AF738-9217-4272-A790-814721386095}" type="presParOf" srcId="{739885B7-7422-46AE-AE38-C86EED9C22BF}" destId="{AFF152E2-0280-4325-8B01-B43435B7724D}" srcOrd="2" destOrd="0" presId="urn:microsoft.com/office/officeart/2005/8/layout/orgChart1"/>
    <dgm:cxn modelId="{67AC10A7-5C94-4AD0-83AB-1F8ECD339B07}" type="presParOf" srcId="{AD53A4B1-01E7-41E8-9724-31F3910545A4}" destId="{1C6780BE-0BFA-452E-B23B-840ADD2F1082}" srcOrd="8" destOrd="0" presId="urn:microsoft.com/office/officeart/2005/8/layout/orgChart1"/>
    <dgm:cxn modelId="{48D4F759-8BF1-4D1F-AA3B-59998FF73969}" type="presParOf" srcId="{AD53A4B1-01E7-41E8-9724-31F3910545A4}" destId="{91542984-1884-4075-85FF-10D3512C3511}" srcOrd="9" destOrd="0" presId="urn:microsoft.com/office/officeart/2005/8/layout/orgChart1"/>
    <dgm:cxn modelId="{693E8E9D-E3F9-4E73-A417-75BBB709D97E}" type="presParOf" srcId="{91542984-1884-4075-85FF-10D3512C3511}" destId="{2197488C-9BB4-4FE6-913F-95BF99328D53}" srcOrd="0" destOrd="0" presId="urn:microsoft.com/office/officeart/2005/8/layout/orgChart1"/>
    <dgm:cxn modelId="{DCBCC01F-AC96-4071-B0FD-551183F3799C}" type="presParOf" srcId="{2197488C-9BB4-4FE6-913F-95BF99328D53}" destId="{9BB5FF79-6973-4054-99B9-A54F1965A453}" srcOrd="0" destOrd="0" presId="urn:microsoft.com/office/officeart/2005/8/layout/orgChart1"/>
    <dgm:cxn modelId="{745A0598-378C-4F7C-8A26-FE5153803D59}" type="presParOf" srcId="{2197488C-9BB4-4FE6-913F-95BF99328D53}" destId="{B78A35CA-8616-4084-9244-9BF0A5A39633}" srcOrd="1" destOrd="0" presId="urn:microsoft.com/office/officeart/2005/8/layout/orgChart1"/>
    <dgm:cxn modelId="{268E1F55-B83E-4629-BEBB-656A4A7A4144}" type="presParOf" srcId="{91542984-1884-4075-85FF-10D3512C3511}" destId="{F4B924C5-04CD-43B1-A77B-46828D59C785}" srcOrd="1" destOrd="0" presId="urn:microsoft.com/office/officeart/2005/8/layout/orgChart1"/>
    <dgm:cxn modelId="{135A823D-95EF-4046-B6B0-1338352C3C53}" type="presParOf" srcId="{91542984-1884-4075-85FF-10D3512C3511}" destId="{0FF70A95-51AF-418C-8B0E-B269569EF31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53E1C-0027-48E3-BEC1-BCE504758ACB}">
      <dsp:nvSpPr>
        <dsp:cNvPr id="0" name=""/>
        <dsp:cNvSpPr/>
      </dsp:nvSpPr>
      <dsp:spPr>
        <a:xfrm>
          <a:off x="6334637" y="1322399"/>
          <a:ext cx="355972" cy="2825397"/>
        </a:xfrm>
        <a:custGeom>
          <a:avLst/>
          <a:gdLst/>
          <a:ahLst/>
          <a:cxnLst/>
          <a:rect l="0" t="0" r="0" b="0"/>
          <a:pathLst>
            <a:path>
              <a:moveTo>
                <a:pt x="0" y="0"/>
              </a:moveTo>
              <a:lnTo>
                <a:pt x="0" y="2825397"/>
              </a:lnTo>
              <a:lnTo>
                <a:pt x="355972"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A74E0F-C848-43F8-9970-DE79AB5F248F}">
      <dsp:nvSpPr>
        <dsp:cNvPr id="0" name=""/>
        <dsp:cNvSpPr/>
      </dsp:nvSpPr>
      <dsp:spPr>
        <a:xfrm>
          <a:off x="6334637" y="1322399"/>
          <a:ext cx="355972" cy="2050867"/>
        </a:xfrm>
        <a:custGeom>
          <a:avLst/>
          <a:gdLst/>
          <a:ahLst/>
          <a:cxnLst/>
          <a:rect l="0" t="0" r="0" b="0"/>
          <a:pathLst>
            <a:path>
              <a:moveTo>
                <a:pt x="0" y="0"/>
              </a:moveTo>
              <a:lnTo>
                <a:pt x="0" y="2050867"/>
              </a:lnTo>
              <a:lnTo>
                <a:pt x="355972"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3E53D8-EC30-41B0-AA64-C8021BC985E8}">
      <dsp:nvSpPr>
        <dsp:cNvPr id="0" name=""/>
        <dsp:cNvSpPr/>
      </dsp:nvSpPr>
      <dsp:spPr>
        <a:xfrm>
          <a:off x="6334637" y="1322399"/>
          <a:ext cx="355972" cy="1276337"/>
        </a:xfrm>
        <a:custGeom>
          <a:avLst/>
          <a:gdLst/>
          <a:ahLst/>
          <a:cxnLst/>
          <a:rect l="0" t="0" r="0" b="0"/>
          <a:pathLst>
            <a:path>
              <a:moveTo>
                <a:pt x="0" y="0"/>
              </a:moveTo>
              <a:lnTo>
                <a:pt x="0" y="1276337"/>
              </a:lnTo>
              <a:lnTo>
                <a:pt x="355972"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E4C09A-4E7C-48C3-B023-D58BEC148888}">
      <dsp:nvSpPr>
        <dsp:cNvPr id="0" name=""/>
        <dsp:cNvSpPr/>
      </dsp:nvSpPr>
      <dsp:spPr>
        <a:xfrm>
          <a:off x="6334637" y="1322399"/>
          <a:ext cx="355972" cy="501807"/>
        </a:xfrm>
        <a:custGeom>
          <a:avLst/>
          <a:gdLst/>
          <a:ahLst/>
          <a:cxnLst/>
          <a:rect l="0" t="0" r="0" b="0"/>
          <a:pathLst>
            <a:path>
              <a:moveTo>
                <a:pt x="0" y="0"/>
              </a:moveTo>
              <a:lnTo>
                <a:pt x="0" y="501807"/>
              </a:lnTo>
              <a:lnTo>
                <a:pt x="355972"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5E2B4E-A03A-4CEC-8313-CD85481B51A2}">
      <dsp:nvSpPr>
        <dsp:cNvPr id="0" name=""/>
        <dsp:cNvSpPr/>
      </dsp:nvSpPr>
      <dsp:spPr>
        <a:xfrm>
          <a:off x="4343400" y="547870"/>
          <a:ext cx="2940496" cy="229086"/>
        </a:xfrm>
        <a:custGeom>
          <a:avLst/>
          <a:gdLst/>
          <a:ahLst/>
          <a:cxnLst/>
          <a:rect l="0" t="0" r="0" b="0"/>
          <a:pathLst>
            <a:path>
              <a:moveTo>
                <a:pt x="0" y="0"/>
              </a:moveTo>
              <a:lnTo>
                <a:pt x="0" y="114543"/>
              </a:lnTo>
              <a:lnTo>
                <a:pt x="2940496" y="114543"/>
              </a:lnTo>
              <a:lnTo>
                <a:pt x="2940496"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0F5B6E1-80F4-4C8E-8855-45D70F1DB245}">
      <dsp:nvSpPr>
        <dsp:cNvPr id="0" name=""/>
        <dsp:cNvSpPr/>
      </dsp:nvSpPr>
      <dsp:spPr>
        <a:xfrm>
          <a:off x="3427966" y="1322399"/>
          <a:ext cx="406711" cy="3599926"/>
        </a:xfrm>
        <a:custGeom>
          <a:avLst/>
          <a:gdLst/>
          <a:ahLst/>
          <a:cxnLst/>
          <a:rect l="0" t="0" r="0" b="0"/>
          <a:pathLst>
            <a:path>
              <a:moveTo>
                <a:pt x="0" y="0"/>
              </a:moveTo>
              <a:lnTo>
                <a:pt x="0" y="3599926"/>
              </a:lnTo>
              <a:lnTo>
                <a:pt x="406711" y="35999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0CEA5F-393A-44D3-AEE5-C58D02ADE719}">
      <dsp:nvSpPr>
        <dsp:cNvPr id="0" name=""/>
        <dsp:cNvSpPr/>
      </dsp:nvSpPr>
      <dsp:spPr>
        <a:xfrm>
          <a:off x="3427966" y="1322399"/>
          <a:ext cx="406711" cy="2825397"/>
        </a:xfrm>
        <a:custGeom>
          <a:avLst/>
          <a:gdLst/>
          <a:ahLst/>
          <a:cxnLst/>
          <a:rect l="0" t="0" r="0" b="0"/>
          <a:pathLst>
            <a:path>
              <a:moveTo>
                <a:pt x="0" y="0"/>
              </a:moveTo>
              <a:lnTo>
                <a:pt x="0" y="2825397"/>
              </a:lnTo>
              <a:lnTo>
                <a:pt x="406711" y="28253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E4B7B2-EFA2-4C54-8CA2-E5F72B03B919}">
      <dsp:nvSpPr>
        <dsp:cNvPr id="0" name=""/>
        <dsp:cNvSpPr/>
      </dsp:nvSpPr>
      <dsp:spPr>
        <a:xfrm>
          <a:off x="3427966" y="1322399"/>
          <a:ext cx="406711" cy="2050867"/>
        </a:xfrm>
        <a:custGeom>
          <a:avLst/>
          <a:gdLst/>
          <a:ahLst/>
          <a:cxnLst/>
          <a:rect l="0" t="0" r="0" b="0"/>
          <a:pathLst>
            <a:path>
              <a:moveTo>
                <a:pt x="0" y="0"/>
              </a:moveTo>
              <a:lnTo>
                <a:pt x="0" y="2050867"/>
              </a:lnTo>
              <a:lnTo>
                <a:pt x="406711" y="205086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476B843-1D61-4CCA-8740-1CDB0C0DD5B7}">
      <dsp:nvSpPr>
        <dsp:cNvPr id="0" name=""/>
        <dsp:cNvSpPr/>
      </dsp:nvSpPr>
      <dsp:spPr>
        <a:xfrm>
          <a:off x="3427966" y="1322399"/>
          <a:ext cx="406711" cy="1276337"/>
        </a:xfrm>
        <a:custGeom>
          <a:avLst/>
          <a:gdLst/>
          <a:ahLst/>
          <a:cxnLst/>
          <a:rect l="0" t="0" r="0" b="0"/>
          <a:pathLst>
            <a:path>
              <a:moveTo>
                <a:pt x="0" y="0"/>
              </a:moveTo>
              <a:lnTo>
                <a:pt x="0" y="1276337"/>
              </a:lnTo>
              <a:lnTo>
                <a:pt x="406711" y="127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FA2235-F78F-460F-BCD3-1543BF8B65E6}">
      <dsp:nvSpPr>
        <dsp:cNvPr id="0" name=""/>
        <dsp:cNvSpPr/>
      </dsp:nvSpPr>
      <dsp:spPr>
        <a:xfrm>
          <a:off x="3427966" y="1322399"/>
          <a:ext cx="406711" cy="501807"/>
        </a:xfrm>
        <a:custGeom>
          <a:avLst/>
          <a:gdLst/>
          <a:ahLst/>
          <a:cxnLst/>
          <a:rect l="0" t="0" r="0" b="0"/>
          <a:pathLst>
            <a:path>
              <a:moveTo>
                <a:pt x="0" y="0"/>
              </a:moveTo>
              <a:lnTo>
                <a:pt x="0" y="501807"/>
              </a:lnTo>
              <a:lnTo>
                <a:pt x="406711" y="50180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4343400" y="547870"/>
          <a:ext cx="169131" cy="229086"/>
        </a:xfrm>
        <a:custGeom>
          <a:avLst/>
          <a:gdLst/>
          <a:ahLst/>
          <a:cxnLst/>
          <a:rect l="0" t="0" r="0" b="0"/>
          <a:pathLst>
            <a:path>
              <a:moveTo>
                <a:pt x="0" y="0"/>
              </a:moveTo>
              <a:lnTo>
                <a:pt x="0" y="114543"/>
              </a:lnTo>
              <a:lnTo>
                <a:pt x="169131" y="114543"/>
              </a:lnTo>
              <a:lnTo>
                <a:pt x="169131"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572034" y="547870"/>
          <a:ext cx="2771365" cy="229086"/>
        </a:xfrm>
        <a:custGeom>
          <a:avLst/>
          <a:gdLst/>
          <a:ahLst/>
          <a:cxnLst/>
          <a:rect l="0" t="0" r="0" b="0"/>
          <a:pathLst>
            <a:path>
              <a:moveTo>
                <a:pt x="2771365" y="0"/>
              </a:moveTo>
              <a:lnTo>
                <a:pt x="2771365" y="114543"/>
              </a:lnTo>
              <a:lnTo>
                <a:pt x="0" y="114543"/>
              </a:lnTo>
              <a:lnTo>
                <a:pt x="0" y="22908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635862" y="2426"/>
          <a:ext cx="3415075" cy="545443"/>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12: A picture is worth 1024 words.</a:t>
          </a:r>
        </a:p>
      </dsp:txBody>
      <dsp:txXfrm>
        <a:off x="2635862" y="2426"/>
        <a:ext cx="3415075" cy="545443"/>
      </dsp:txXfrm>
    </dsp:sp>
    <dsp:sp modelId="{C9422C4E-2B02-4D33-A16B-EF7B187ECAB7}">
      <dsp:nvSpPr>
        <dsp:cNvPr id="0" name=""/>
        <dsp:cNvSpPr/>
      </dsp:nvSpPr>
      <dsp:spPr>
        <a:xfrm>
          <a:off x="216329" y="776956"/>
          <a:ext cx="2711410"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Useful of pictures</a:t>
          </a:r>
        </a:p>
      </dsp:txBody>
      <dsp:txXfrm>
        <a:off x="216329" y="776956"/>
        <a:ext cx="2711410" cy="545443"/>
      </dsp:txXfrm>
    </dsp:sp>
    <dsp:sp modelId="{02B28F85-DE51-42FF-859E-1DD3A478F426}">
      <dsp:nvSpPr>
        <dsp:cNvPr id="0" name=""/>
        <dsp:cNvSpPr/>
      </dsp:nvSpPr>
      <dsp:spPr>
        <a:xfrm>
          <a:off x="3156825" y="776956"/>
          <a:ext cx="2711410"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Modeling </a:t>
          </a:r>
          <a:r>
            <a:rPr lang="en-US" sz="1600" kern="1200" dirty="0" err="1"/>
            <a:t>reqs</a:t>
          </a:r>
          <a:r>
            <a:rPr lang="en-US" sz="1600" kern="1200" dirty="0"/>
            <a:t>.</a:t>
          </a:r>
        </a:p>
      </dsp:txBody>
      <dsp:txXfrm>
        <a:off x="3156825" y="776956"/>
        <a:ext cx="2711410" cy="545443"/>
      </dsp:txXfrm>
    </dsp:sp>
    <dsp:sp modelId="{798E180C-4A57-445D-9705-ABFFD926D250}">
      <dsp:nvSpPr>
        <dsp:cNvPr id="0" name=""/>
        <dsp:cNvSpPr/>
      </dsp:nvSpPr>
      <dsp:spPr>
        <a:xfrm>
          <a:off x="3834678" y="1551486"/>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Data flow diagrams </a:t>
          </a:r>
          <a:endParaRPr lang="en-US" sz="1600" kern="1200" dirty="0"/>
        </a:p>
      </dsp:txBody>
      <dsp:txXfrm>
        <a:off x="3834678" y="1551486"/>
        <a:ext cx="1559390" cy="545443"/>
      </dsp:txXfrm>
    </dsp:sp>
    <dsp:sp modelId="{DC2C27DB-8847-4E51-8F36-3C3F5D643364}">
      <dsp:nvSpPr>
        <dsp:cNvPr id="0" name=""/>
        <dsp:cNvSpPr/>
      </dsp:nvSpPr>
      <dsp:spPr>
        <a:xfrm>
          <a:off x="3834678" y="232601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t>Swimlane</a:t>
          </a:r>
          <a:r>
            <a:rPr lang="en-US" sz="1600" kern="1200" dirty="0"/>
            <a:t> diagrams</a:t>
          </a:r>
        </a:p>
      </dsp:txBody>
      <dsp:txXfrm>
        <a:off x="3834678" y="2326015"/>
        <a:ext cx="1559390" cy="545443"/>
      </dsp:txXfrm>
    </dsp:sp>
    <dsp:sp modelId="{766EABB1-D278-4D51-ABE3-29143E9C24B9}">
      <dsp:nvSpPr>
        <dsp:cNvPr id="0" name=""/>
        <dsp:cNvSpPr/>
      </dsp:nvSpPr>
      <dsp:spPr>
        <a:xfrm>
          <a:off x="3834678" y="310054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State-transition diagrams</a:t>
          </a:r>
        </a:p>
      </dsp:txBody>
      <dsp:txXfrm>
        <a:off x="3834678" y="3100545"/>
        <a:ext cx="1559390" cy="545443"/>
      </dsp:txXfrm>
    </dsp:sp>
    <dsp:sp modelId="{2B0C564E-92EF-47AE-914F-696064361304}">
      <dsp:nvSpPr>
        <dsp:cNvPr id="0" name=""/>
        <dsp:cNvSpPr/>
      </dsp:nvSpPr>
      <dsp:spPr>
        <a:xfrm>
          <a:off x="3834678" y="387507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Dialog maps</a:t>
          </a:r>
        </a:p>
      </dsp:txBody>
      <dsp:txXfrm>
        <a:off x="3834678" y="3875075"/>
        <a:ext cx="1559390" cy="545443"/>
      </dsp:txXfrm>
    </dsp:sp>
    <dsp:sp modelId="{2ABCA685-71DE-40B5-96E2-107B3F83F5FB}">
      <dsp:nvSpPr>
        <dsp:cNvPr id="0" name=""/>
        <dsp:cNvSpPr/>
      </dsp:nvSpPr>
      <dsp:spPr>
        <a:xfrm>
          <a:off x="3834678" y="4649604"/>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p>
      </dsp:txBody>
      <dsp:txXfrm>
        <a:off x="3834678" y="4649604"/>
        <a:ext cx="1559390" cy="545443"/>
      </dsp:txXfrm>
    </dsp:sp>
    <dsp:sp modelId="{3974D9EF-2642-4EA6-B022-A6FB2F4B3087}">
      <dsp:nvSpPr>
        <dsp:cNvPr id="0" name=""/>
        <dsp:cNvSpPr/>
      </dsp:nvSpPr>
      <dsp:spPr>
        <a:xfrm>
          <a:off x="6097322" y="776956"/>
          <a:ext cx="2373148" cy="54544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Selecting the right model</a:t>
          </a:r>
        </a:p>
      </dsp:txBody>
      <dsp:txXfrm>
        <a:off x="6097322" y="776956"/>
        <a:ext cx="2373148" cy="545443"/>
      </dsp:txXfrm>
    </dsp:sp>
    <dsp:sp modelId="{08481336-93DD-4BCB-A9B8-CFA4CFCC429B}">
      <dsp:nvSpPr>
        <dsp:cNvPr id="0" name=""/>
        <dsp:cNvSpPr/>
      </dsp:nvSpPr>
      <dsp:spPr>
        <a:xfrm>
          <a:off x="6690609" y="1551486"/>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DFD</a:t>
          </a:r>
        </a:p>
      </dsp:txBody>
      <dsp:txXfrm>
        <a:off x="6690609" y="1551486"/>
        <a:ext cx="1559390" cy="545443"/>
      </dsp:txXfrm>
    </dsp:sp>
    <dsp:sp modelId="{1C4C34F0-0A9D-4A1C-AF5C-F6EC9E43FFF3}">
      <dsp:nvSpPr>
        <dsp:cNvPr id="0" name=""/>
        <dsp:cNvSpPr/>
      </dsp:nvSpPr>
      <dsp:spPr>
        <a:xfrm>
          <a:off x="6690609" y="232601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err="1"/>
            <a:t>Swimlane</a:t>
          </a:r>
          <a:r>
            <a:rPr lang="en-US" sz="1600" kern="1200" dirty="0"/>
            <a:t> diagrams</a:t>
          </a:r>
        </a:p>
      </dsp:txBody>
      <dsp:txXfrm>
        <a:off x="6690609" y="2326015"/>
        <a:ext cx="1559390" cy="545443"/>
      </dsp:txXfrm>
    </dsp:sp>
    <dsp:sp modelId="{1A622963-C4F8-4FD9-83AA-D4FD0D846D72}">
      <dsp:nvSpPr>
        <dsp:cNvPr id="0" name=""/>
        <dsp:cNvSpPr/>
      </dsp:nvSpPr>
      <dsp:spPr>
        <a:xfrm>
          <a:off x="6690609" y="310054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State-transition diagram </a:t>
          </a:r>
          <a:endParaRPr lang="en-US" sz="1600" kern="1200" dirty="0"/>
        </a:p>
      </dsp:txBody>
      <dsp:txXfrm>
        <a:off x="6690609" y="3100545"/>
        <a:ext cx="1559390" cy="545443"/>
      </dsp:txXfrm>
    </dsp:sp>
    <dsp:sp modelId="{F7C22BB7-7D3E-4CA2-A783-D6691E4D608A}">
      <dsp:nvSpPr>
        <dsp:cNvPr id="0" name=""/>
        <dsp:cNvSpPr/>
      </dsp:nvSpPr>
      <dsp:spPr>
        <a:xfrm>
          <a:off x="6690609" y="3875075"/>
          <a:ext cx="1559390" cy="5454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about UML diagrams</a:t>
          </a:r>
          <a:endParaRPr lang="en-US" sz="1600" kern="1200" dirty="0"/>
        </a:p>
      </dsp:txBody>
      <dsp:txXfrm>
        <a:off x="6690609" y="3875075"/>
        <a:ext cx="1559390" cy="5454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6780BE-0BFA-452E-B23B-840ADD2F1082}">
      <dsp:nvSpPr>
        <dsp:cNvPr id="0" name=""/>
        <dsp:cNvSpPr/>
      </dsp:nvSpPr>
      <dsp:spPr>
        <a:xfrm>
          <a:off x="4343400" y="1914620"/>
          <a:ext cx="3599051" cy="312314"/>
        </a:xfrm>
        <a:custGeom>
          <a:avLst/>
          <a:gdLst/>
          <a:ahLst/>
          <a:cxnLst/>
          <a:rect l="0" t="0" r="0" b="0"/>
          <a:pathLst>
            <a:path>
              <a:moveTo>
                <a:pt x="0" y="0"/>
              </a:moveTo>
              <a:lnTo>
                <a:pt x="0" y="156157"/>
              </a:lnTo>
              <a:lnTo>
                <a:pt x="3599051" y="156157"/>
              </a:lnTo>
              <a:lnTo>
                <a:pt x="3599051"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343400" y="1914620"/>
          <a:ext cx="1799525" cy="312314"/>
        </a:xfrm>
        <a:custGeom>
          <a:avLst/>
          <a:gdLst/>
          <a:ahLst/>
          <a:cxnLst/>
          <a:rect l="0" t="0" r="0" b="0"/>
          <a:pathLst>
            <a:path>
              <a:moveTo>
                <a:pt x="0" y="0"/>
              </a:moveTo>
              <a:lnTo>
                <a:pt x="0" y="156157"/>
              </a:lnTo>
              <a:lnTo>
                <a:pt x="1799525" y="156157"/>
              </a:lnTo>
              <a:lnTo>
                <a:pt x="1799525"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3748515" y="2970540"/>
          <a:ext cx="223081" cy="684117"/>
        </a:xfrm>
        <a:custGeom>
          <a:avLst/>
          <a:gdLst/>
          <a:ahLst/>
          <a:cxnLst/>
          <a:rect l="0" t="0" r="0" b="0"/>
          <a:pathLst>
            <a:path>
              <a:moveTo>
                <a:pt x="0" y="0"/>
              </a:moveTo>
              <a:lnTo>
                <a:pt x="0" y="684117"/>
              </a:lnTo>
              <a:lnTo>
                <a:pt x="223081" y="68411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97680" y="1914620"/>
          <a:ext cx="91440" cy="312314"/>
        </a:xfrm>
        <a:custGeom>
          <a:avLst/>
          <a:gdLst/>
          <a:ahLst/>
          <a:cxnLst/>
          <a:rect l="0" t="0" r="0" b="0"/>
          <a:pathLst>
            <a:path>
              <a:moveTo>
                <a:pt x="45720" y="0"/>
              </a:moveTo>
              <a:lnTo>
                <a:pt x="4572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543874" y="1914620"/>
          <a:ext cx="1799525" cy="312314"/>
        </a:xfrm>
        <a:custGeom>
          <a:avLst/>
          <a:gdLst/>
          <a:ahLst/>
          <a:cxnLst/>
          <a:rect l="0" t="0" r="0" b="0"/>
          <a:pathLst>
            <a:path>
              <a:moveTo>
                <a:pt x="1799525" y="0"/>
              </a:moveTo>
              <a:lnTo>
                <a:pt x="1799525" y="156157"/>
              </a:lnTo>
              <a:lnTo>
                <a:pt x="0" y="156157"/>
              </a:lnTo>
              <a:lnTo>
                <a:pt x="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49463" y="2970540"/>
          <a:ext cx="223081" cy="684117"/>
        </a:xfrm>
        <a:custGeom>
          <a:avLst/>
          <a:gdLst/>
          <a:ahLst/>
          <a:cxnLst/>
          <a:rect l="0" t="0" r="0" b="0"/>
          <a:pathLst>
            <a:path>
              <a:moveTo>
                <a:pt x="0" y="0"/>
              </a:moveTo>
              <a:lnTo>
                <a:pt x="0" y="684117"/>
              </a:lnTo>
              <a:lnTo>
                <a:pt x="223081" y="68411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744348" y="1914620"/>
          <a:ext cx="3599051" cy="312314"/>
        </a:xfrm>
        <a:custGeom>
          <a:avLst/>
          <a:gdLst/>
          <a:ahLst/>
          <a:cxnLst/>
          <a:rect l="0" t="0" r="0" b="0"/>
          <a:pathLst>
            <a:path>
              <a:moveTo>
                <a:pt x="3599051" y="0"/>
              </a:moveTo>
              <a:lnTo>
                <a:pt x="3599051" y="156157"/>
              </a:lnTo>
              <a:lnTo>
                <a:pt x="0" y="156157"/>
              </a:lnTo>
              <a:lnTo>
                <a:pt x="0" y="31231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599794" y="1171014"/>
          <a:ext cx="1487211" cy="743605"/>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13</a:t>
          </a:r>
        </a:p>
      </dsp:txBody>
      <dsp:txXfrm>
        <a:off x="3599794" y="1171014"/>
        <a:ext cx="1487211" cy="743605"/>
      </dsp:txXfrm>
    </dsp:sp>
    <dsp:sp modelId="{C9422C4E-2B02-4D33-A16B-EF7B187ECAB7}">
      <dsp:nvSpPr>
        <dsp:cNvPr id="0" name=""/>
        <dsp:cNvSpPr/>
      </dsp:nvSpPr>
      <dsp:spPr>
        <a:xfrm>
          <a:off x="742"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Modeling data relationship</a:t>
          </a:r>
        </a:p>
      </dsp:txBody>
      <dsp:txXfrm>
        <a:off x="742" y="2226934"/>
        <a:ext cx="1487211" cy="743605"/>
      </dsp:txXfrm>
    </dsp:sp>
    <dsp:sp modelId="{ED8B7DF3-7C68-4E1C-A743-283531BE19BD}">
      <dsp:nvSpPr>
        <dsp:cNvPr id="0" name=""/>
        <dsp:cNvSpPr/>
      </dsp:nvSpPr>
      <dsp:spPr>
        <a:xfrm>
          <a:off x="372545" y="3282854"/>
          <a:ext cx="1487211" cy="74360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ERD-Entities relationship diagram</a:t>
          </a:r>
        </a:p>
      </dsp:txBody>
      <dsp:txXfrm>
        <a:off x="372545" y="3282854"/>
        <a:ext cx="1487211" cy="743605"/>
      </dsp:txXfrm>
    </dsp:sp>
    <dsp:sp modelId="{02B28F85-DE51-42FF-859E-1DD3A478F426}">
      <dsp:nvSpPr>
        <dsp:cNvPr id="0" name=""/>
        <dsp:cNvSpPr/>
      </dsp:nvSpPr>
      <dsp:spPr>
        <a:xfrm>
          <a:off x="1800268"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Dada dictionary</a:t>
          </a:r>
        </a:p>
      </dsp:txBody>
      <dsp:txXfrm>
        <a:off x="1800268" y="2226934"/>
        <a:ext cx="1487211" cy="743605"/>
      </dsp:txXfrm>
    </dsp:sp>
    <dsp:sp modelId="{03758FE5-334A-46EC-AD76-4289659832B6}">
      <dsp:nvSpPr>
        <dsp:cNvPr id="0" name=""/>
        <dsp:cNvSpPr/>
      </dsp:nvSpPr>
      <dsp:spPr>
        <a:xfrm>
          <a:off x="3599794"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Data analysis</a:t>
          </a:r>
        </a:p>
      </dsp:txBody>
      <dsp:txXfrm>
        <a:off x="3599794" y="2226934"/>
        <a:ext cx="1487211" cy="743605"/>
      </dsp:txXfrm>
    </dsp:sp>
    <dsp:sp modelId="{AF41A196-D073-444E-BDCD-FC763BCB5F43}">
      <dsp:nvSpPr>
        <dsp:cNvPr id="0" name=""/>
        <dsp:cNvSpPr/>
      </dsp:nvSpPr>
      <dsp:spPr>
        <a:xfrm>
          <a:off x="3971597" y="3282854"/>
          <a:ext cx="1487211" cy="74360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CRUD matrix</a:t>
          </a:r>
        </a:p>
      </dsp:txBody>
      <dsp:txXfrm>
        <a:off x="3971597" y="3282854"/>
        <a:ext cx="1487211" cy="743605"/>
      </dsp:txXfrm>
    </dsp:sp>
    <dsp:sp modelId="{E2CE8193-46AF-44C0-B4A1-4402C2A6388E}">
      <dsp:nvSpPr>
        <dsp:cNvPr id="0" name=""/>
        <dsp:cNvSpPr/>
      </dsp:nvSpPr>
      <dsp:spPr>
        <a:xfrm>
          <a:off x="5399320"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Specifying report</a:t>
          </a:r>
        </a:p>
      </dsp:txBody>
      <dsp:txXfrm>
        <a:off x="5399320" y="2226934"/>
        <a:ext cx="1487211" cy="743605"/>
      </dsp:txXfrm>
    </dsp:sp>
    <dsp:sp modelId="{9BB5FF79-6973-4054-99B9-A54F1965A453}">
      <dsp:nvSpPr>
        <dsp:cNvPr id="0" name=""/>
        <dsp:cNvSpPr/>
      </dsp:nvSpPr>
      <dsp:spPr>
        <a:xfrm>
          <a:off x="7198846" y="2226934"/>
          <a:ext cx="1487211" cy="74360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Dashboard reporting</a:t>
          </a:r>
        </a:p>
      </dsp:txBody>
      <dsp:txXfrm>
        <a:off x="7198846" y="2226934"/>
        <a:ext cx="1487211" cy="74360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3C9CF-100A-4CEF-9AA7-4C612E2CEF0A}" type="datetimeFigureOut">
              <a:rPr lang="en-US" smtClean="0"/>
              <a:t>6/7/21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65B04D-8D27-456D-A20B-6683797F8B2D}" type="slidenum">
              <a:rPr lang="en-US" smtClean="0"/>
              <a:t>‹#›</a:t>
            </a:fld>
            <a:endParaRPr lang="en-US"/>
          </a:p>
        </p:txBody>
      </p:sp>
    </p:spTree>
    <p:extLst>
      <p:ext uri="{BB962C8B-B14F-4D97-AF65-F5344CB8AC3E}">
        <p14:creationId xmlns:p14="http://schemas.microsoft.com/office/powerpoint/2010/main" val="1996768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2756099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200" b="0" i="0" u="none" strike="noStrike" kern="1200" baseline="0" dirty="0">
                <a:solidFill>
                  <a:schemeClr val="tx1"/>
                </a:solidFill>
                <a:latin typeface="+mn-lt"/>
                <a:ea typeface="+mn-ea"/>
                <a:cs typeface="+mn-cs"/>
              </a:rPr>
              <a:t>That implementation view extends or completes the understanding of the system begun during analysis and optimizes its realization in, say, a relational database environment.: </a:t>
            </a:r>
            <a:r>
              <a:rPr lang="vi-VN" sz="1200" b="0" i="0" u="none" strike="noStrike" kern="1200" baseline="0" dirty="0">
                <a:solidFill>
                  <a:schemeClr val="tx1"/>
                </a:solidFill>
                <a:latin typeface="+mn-lt"/>
                <a:ea typeface="+mn-ea"/>
                <a:cs typeface="+mn-cs"/>
              </a:rPr>
              <a:t>Quan điểm triển khai đó mở rộng hoặc hoàn thành sự hiểu biết về hệ thống bắt đầu trong quá trình phân tích và tối ưu hóa việc thực hiện nó trong một môi trường cơ sở dữ liệu quan hệ.</a:t>
            </a:r>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5</a:t>
            </a:fld>
            <a:endParaRPr lang="en-US"/>
          </a:p>
        </p:txBody>
      </p:sp>
    </p:spTree>
    <p:extLst>
      <p:ext uri="{BB962C8B-B14F-4D97-AF65-F5344CB8AC3E}">
        <p14:creationId xmlns:p14="http://schemas.microsoft.com/office/powerpoint/2010/main" val="204723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6</a:t>
            </a:fld>
            <a:endParaRPr lang="en-US"/>
          </a:p>
        </p:txBody>
      </p:sp>
    </p:spTree>
    <p:extLst>
      <p:ext uri="{BB962C8B-B14F-4D97-AF65-F5344CB8AC3E}">
        <p14:creationId xmlns:p14="http://schemas.microsoft.com/office/powerpoint/2010/main" val="3686343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7</a:t>
            </a:fld>
            <a:endParaRPr lang="en-US"/>
          </a:p>
        </p:txBody>
      </p:sp>
    </p:spTree>
    <p:extLst>
      <p:ext uri="{BB962C8B-B14F-4D97-AF65-F5344CB8AC3E}">
        <p14:creationId xmlns:p14="http://schemas.microsoft.com/office/powerpoint/2010/main" val="4052040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sz="1200" b="0" i="0" u="none" strike="noStrike" kern="1200" baseline="0" dirty="0">
                <a:solidFill>
                  <a:schemeClr val="tx1"/>
                </a:solidFill>
                <a:latin typeface="+mn-lt"/>
                <a:ea typeface="+mn-ea"/>
                <a:cs typeface="+mn-cs"/>
              </a:rPr>
              <a:t>The time you invest in creating a data dictionary will be more than repaid by avoiding the mistakes that can result when project participants have different understandings of the data : </a:t>
            </a:r>
            <a:r>
              <a:rPr lang="vi-VN" sz="1200" b="0" i="0" u="none" strike="noStrike" kern="1200" baseline="0" dirty="0">
                <a:solidFill>
                  <a:schemeClr val="tx1"/>
                </a:solidFill>
                <a:latin typeface="+mn-lt"/>
                <a:ea typeface="+mn-ea"/>
                <a:cs typeface="+mn-cs"/>
              </a:rPr>
              <a:t>Thời gian bạn đầu tư vào việc tạo một từ điển dữ liệu sẽ được trả nhiều hơn bằng cách tránh những sai lầm có thể xảy ra khi những người tham gia dự án có những cách hiểu khác nhau về dữ liệu.</a:t>
            </a:r>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8</a:t>
            </a:fld>
            <a:endParaRPr lang="en-US"/>
          </a:p>
        </p:txBody>
      </p:sp>
    </p:spTree>
    <p:extLst>
      <p:ext uri="{BB962C8B-B14F-4D97-AF65-F5344CB8AC3E}">
        <p14:creationId xmlns:p14="http://schemas.microsoft.com/office/powerpoint/2010/main" val="3984510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Should the underlying data of the report be made available to the user for ad hoc reporting?:</a:t>
            </a:r>
            <a:r>
              <a:rPr lang="en-US" baseline="0" dirty="0"/>
              <a:t> </a:t>
            </a:r>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14</a:t>
            </a:fld>
            <a:endParaRPr lang="en-US"/>
          </a:p>
        </p:txBody>
      </p:sp>
    </p:spTree>
    <p:extLst>
      <p:ext uri="{BB962C8B-B14F-4D97-AF65-F5344CB8AC3E}">
        <p14:creationId xmlns:p14="http://schemas.microsoft.com/office/powerpoint/2010/main" val="1807247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16</a:t>
            </a:fld>
            <a:endParaRPr lang="en-US"/>
          </a:p>
        </p:txBody>
      </p:sp>
    </p:spTree>
    <p:extLst>
      <p:ext uri="{BB962C8B-B14F-4D97-AF65-F5344CB8AC3E}">
        <p14:creationId xmlns:p14="http://schemas.microsoft.com/office/powerpoint/2010/main" val="3034109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65B04D-8D27-456D-A20B-6683797F8B2D}" type="slidenum">
              <a:rPr lang="en-US" smtClean="0"/>
              <a:t>17</a:t>
            </a:fld>
            <a:endParaRPr lang="en-US"/>
          </a:p>
        </p:txBody>
      </p:sp>
    </p:spTree>
    <p:extLst>
      <p:ext uri="{BB962C8B-B14F-4D97-AF65-F5344CB8AC3E}">
        <p14:creationId xmlns:p14="http://schemas.microsoft.com/office/powerpoint/2010/main" val="117790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585266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19</a:t>
            </a:fld>
            <a:endParaRPr lang="en-US"/>
          </a:p>
        </p:txBody>
      </p:sp>
    </p:spTree>
    <p:extLst>
      <p:ext uri="{BB962C8B-B14F-4D97-AF65-F5344CB8AC3E}">
        <p14:creationId xmlns:p14="http://schemas.microsoft.com/office/powerpoint/2010/main" val="35446879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3760110"/>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13: Specifying data requirements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4085020"/>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13: Specifying data requirements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3343623"/>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13: Specifying data requirements _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7935013"/>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13: Specifying data requirements _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3780550"/>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13: Specifying data requirements _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96551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07673" y="4253345"/>
            <a:ext cx="6168525" cy="1639668"/>
          </a:xfrm>
        </p:spPr>
        <p:txBody>
          <a:bodyPr>
            <a:noAutofit/>
          </a:bodyPr>
          <a:lstStyle/>
          <a:p>
            <a:r>
              <a:rPr lang="en-US" sz="2400" dirty="0"/>
              <a:t>CHAPTER 13</a:t>
            </a:r>
            <a:br>
              <a:rPr lang="en-US" sz="3600" dirty="0"/>
            </a:br>
            <a:br>
              <a:rPr lang="en-US" sz="3600" dirty="0"/>
            </a:br>
            <a:r>
              <a:rPr lang="en-US" sz="3600" dirty="0"/>
              <a:t>Specifying data requirements</a:t>
            </a:r>
            <a:endParaRPr lang="en-US" sz="3600" i="1" dirty="0"/>
          </a:p>
        </p:txBody>
      </p:sp>
    </p:spTree>
    <p:extLst>
      <p:ext uri="{BB962C8B-B14F-4D97-AF65-F5344CB8AC3E}">
        <p14:creationId xmlns:p14="http://schemas.microsoft.com/office/powerpoint/2010/main" val="2886742991"/>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12</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74976657"/>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9127086"/>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288473"/>
            <a:ext cx="8409709" cy="4336471"/>
          </a:xfrm>
        </p:spPr>
        <p:txBody>
          <a:bodyPr/>
          <a:lstStyle/>
          <a:p>
            <a:r>
              <a:rPr lang="en-US" sz="3200" dirty="0"/>
              <a:t>Student should enhance the ways to explore and represent the data.</a:t>
            </a:r>
          </a:p>
          <a:p>
            <a:r>
              <a:rPr lang="en-US" sz="3200" dirty="0"/>
              <a:t>Student understand the ways to specify any reports or dashboards of application needs to generate.</a:t>
            </a:r>
          </a:p>
        </p:txBody>
      </p:sp>
      <p:sp>
        <p:nvSpPr>
          <p:cNvPr id="2" name="Title 1"/>
          <p:cNvSpPr>
            <a:spLocks noGrp="1"/>
          </p:cNvSpPr>
          <p:nvPr>
            <p:ph type="title"/>
          </p:nvPr>
        </p:nvSpPr>
        <p:spPr/>
        <p:txBody>
          <a:bodyPr/>
          <a:lstStyle/>
          <a:p>
            <a:r>
              <a:rPr lang="en-US" dirty="0"/>
              <a:t>Objectives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200968458"/>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74618"/>
            <a:ext cx="8188036" cy="4461164"/>
          </a:xfrm>
        </p:spPr>
        <p:txBody>
          <a:bodyPr/>
          <a:lstStyle/>
          <a:p>
            <a:pPr marL="342900" indent="-342900">
              <a:buFont typeface="+mj-lt"/>
              <a:buAutoNum type="arabicPeriod"/>
            </a:pPr>
            <a:r>
              <a:rPr lang="en-US" sz="3200" dirty="0"/>
              <a:t>Modeling data relationships</a:t>
            </a:r>
          </a:p>
          <a:p>
            <a:pPr marL="342900" indent="-342900">
              <a:buFont typeface="+mj-lt"/>
              <a:buAutoNum type="arabicPeriod"/>
            </a:pPr>
            <a:r>
              <a:rPr lang="en-US" sz="3200" dirty="0"/>
              <a:t>The data dictionary</a:t>
            </a:r>
          </a:p>
          <a:p>
            <a:pPr marL="342900" indent="-342900">
              <a:buFont typeface="+mj-lt"/>
              <a:buAutoNum type="arabicPeriod"/>
            </a:pPr>
            <a:r>
              <a:rPr lang="en-US" sz="3200" dirty="0"/>
              <a:t>Data analysis</a:t>
            </a:r>
          </a:p>
          <a:p>
            <a:pPr marL="342900" indent="-342900">
              <a:buFont typeface="+mj-lt"/>
              <a:buAutoNum type="arabicPeriod"/>
            </a:pPr>
            <a:r>
              <a:rPr lang="en-US" sz="3200" dirty="0"/>
              <a:t>Specifying reports</a:t>
            </a:r>
          </a:p>
          <a:p>
            <a:pPr marL="342900" indent="-342900">
              <a:buFont typeface="+mj-lt"/>
              <a:buAutoNum type="arabicPeriod"/>
            </a:pPr>
            <a:r>
              <a:rPr lang="en-US" sz="3200" dirty="0"/>
              <a:t>Dashboard reporting</a:t>
            </a:r>
          </a:p>
          <a:p>
            <a:pPr marL="342900" indent="-342900">
              <a:buFont typeface="+mj-lt"/>
              <a:buAutoNum type="arabicPeriod"/>
            </a:pPr>
            <a:endParaRPr lang="en-US" sz="3200" dirty="0"/>
          </a:p>
        </p:txBody>
      </p:sp>
      <p:sp>
        <p:nvSpPr>
          <p:cNvPr id="2" name="Title 1"/>
          <p:cNvSpPr>
            <a:spLocks noGrp="1"/>
          </p:cNvSpPr>
          <p:nvPr>
            <p:ph type="title"/>
          </p:nvPr>
        </p:nvSpPr>
        <p:spPr>
          <a:xfrm>
            <a:off x="3853114" y="11655"/>
            <a:ext cx="5290886" cy="1032060"/>
          </a:xfrm>
        </p:spPr>
        <p:txBody>
          <a:bodyPr>
            <a:noAutofit/>
          </a:bodyPr>
          <a:lstStyle/>
          <a:p>
            <a:br>
              <a:rPr lang="en-US" sz="3200" dirty="0"/>
            </a:br>
            <a:r>
              <a:rPr lang="en-US" sz="3200" dirty="0"/>
              <a:t>Contents</a:t>
            </a:r>
            <a:br>
              <a:rPr lang="en-US" sz="3200" dirty="0"/>
            </a:br>
            <a:endParaRPr lang="en-US" sz="3200" dirty="0"/>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481163012"/>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10000"/>
          </a:bodyPr>
          <a:lstStyle/>
          <a:p>
            <a:r>
              <a:rPr lang="en-US" dirty="0"/>
              <a:t>A commonly used data model is the </a:t>
            </a:r>
            <a:r>
              <a:rPr lang="en-US" i="1" dirty="0"/>
              <a:t>entity-relationship diagram </a:t>
            </a:r>
            <a:r>
              <a:rPr lang="en-US" dirty="0"/>
              <a:t>or ERD. If your ERD represents logical groups of information from the problem domain and their interconnections, you’re using the ERD as a requirements analysis tool.</a:t>
            </a:r>
          </a:p>
          <a:p>
            <a:r>
              <a:rPr lang="en-US" dirty="0"/>
              <a:t>When you create an ERD during design, you’re defining the logical or physical (implementation) structure of the system’s database.</a:t>
            </a:r>
          </a:p>
          <a:p>
            <a:r>
              <a:rPr lang="en-US" dirty="0"/>
              <a:t>That implementation view extends or completes the understanding of the system begun during analysis and optimizes its realization in, say, a relational database environment.</a:t>
            </a:r>
          </a:p>
          <a:p>
            <a:r>
              <a:rPr lang="en-US" i="1" dirty="0">
                <a:solidFill>
                  <a:srgbClr val="003399"/>
                </a:solidFill>
              </a:rPr>
              <a:t>Entities</a:t>
            </a:r>
            <a:r>
              <a:rPr lang="en-US" i="1" dirty="0"/>
              <a:t> </a:t>
            </a:r>
            <a:r>
              <a:rPr lang="en-US" dirty="0"/>
              <a:t>could represent </a:t>
            </a:r>
            <a:r>
              <a:rPr lang="en-US" sz="1900" dirty="0"/>
              <a:t>(</a:t>
            </a:r>
            <a:r>
              <a:rPr lang="en-US" sz="1900" dirty="0" err="1"/>
              <a:t>đại</a:t>
            </a:r>
            <a:r>
              <a:rPr lang="en-US" sz="1900" dirty="0"/>
              <a:t> </a:t>
            </a:r>
            <a:r>
              <a:rPr lang="en-US" sz="1900" dirty="0" err="1"/>
              <a:t>diện</a:t>
            </a:r>
            <a:r>
              <a:rPr lang="en-US" sz="1900" dirty="0"/>
              <a:t>)</a:t>
            </a:r>
            <a:r>
              <a:rPr lang="en-US" dirty="0"/>
              <a:t> physical items (including people) or aggregations of data that are important to the business you’re analyzing or to the system you intend to build. Entities are named as singular nouns and are shown in rectangles in an ERD.</a:t>
            </a:r>
          </a:p>
        </p:txBody>
      </p:sp>
      <p:sp>
        <p:nvSpPr>
          <p:cNvPr id="2" name="Title 1"/>
          <p:cNvSpPr>
            <a:spLocks noGrp="1"/>
          </p:cNvSpPr>
          <p:nvPr>
            <p:ph type="title"/>
          </p:nvPr>
        </p:nvSpPr>
        <p:spPr>
          <a:xfrm>
            <a:off x="2819400" y="27105"/>
            <a:ext cx="6324600" cy="1115895"/>
          </a:xfrm>
        </p:spPr>
        <p:txBody>
          <a:bodyPr>
            <a:normAutofit/>
          </a:bodyPr>
          <a:lstStyle/>
          <a:p>
            <a:r>
              <a:rPr lang="en-US" sz="3200" dirty="0"/>
              <a:t>Modeling data relationships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258569612"/>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2590800" cy="5197475"/>
          </a:xfrm>
        </p:spPr>
        <p:txBody>
          <a:bodyPr>
            <a:normAutofit fontScale="62500" lnSpcReduction="20000"/>
          </a:bodyPr>
          <a:lstStyle/>
          <a:p>
            <a:r>
              <a:rPr lang="en-US" dirty="0"/>
              <a:t>The entities named Chemical Request, Vendor Catalog, and Chemical Stockroom Inventory appeared as data stores in the data flow diagram</a:t>
            </a:r>
          </a:p>
          <a:p>
            <a:r>
              <a:rPr lang="en-US" dirty="0"/>
              <a:t>Other entities represent actors who interact with the system (Requester), physical items that are part of the business operations (Chemical Container).</a:t>
            </a:r>
          </a:p>
          <a:p>
            <a:r>
              <a:rPr lang="en-US" i="1" dirty="0">
                <a:solidFill>
                  <a:srgbClr val="003399"/>
                </a:solidFill>
              </a:rPr>
              <a:t>During physical database design of a relational database, entities normally become tables.</a:t>
            </a:r>
          </a:p>
        </p:txBody>
      </p:sp>
      <p:sp>
        <p:nvSpPr>
          <p:cNvPr id="2" name="Title 1"/>
          <p:cNvSpPr>
            <a:spLocks noGrp="1"/>
          </p:cNvSpPr>
          <p:nvPr>
            <p:ph type="title"/>
          </p:nvPr>
        </p:nvSpPr>
        <p:spPr>
          <a:xfrm>
            <a:off x="2819400" y="27105"/>
            <a:ext cx="6324600" cy="1115895"/>
          </a:xfrm>
        </p:spPr>
        <p:txBody>
          <a:bodyPr>
            <a:normAutofit/>
          </a:bodyPr>
          <a:lstStyle/>
          <a:p>
            <a:r>
              <a:rPr lang="en-US" sz="3200" dirty="0"/>
              <a:t>Modeling data relationships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pic>
        <p:nvPicPr>
          <p:cNvPr id="7" name="Picture 6"/>
          <p:cNvPicPr>
            <a:picLocks noChangeAspect="1"/>
          </p:cNvPicPr>
          <p:nvPr/>
        </p:nvPicPr>
        <p:blipFill>
          <a:blip r:embed="rId3"/>
          <a:stretch>
            <a:fillRect/>
          </a:stretch>
        </p:blipFill>
        <p:spPr>
          <a:xfrm>
            <a:off x="3209577" y="1142999"/>
            <a:ext cx="5934423" cy="5197475"/>
          </a:xfrm>
          <a:prstGeom prst="rect">
            <a:avLst/>
          </a:prstGeom>
        </p:spPr>
      </p:pic>
    </p:spTree>
    <p:extLst>
      <p:ext uri="{BB962C8B-B14F-4D97-AF65-F5344CB8AC3E}">
        <p14:creationId xmlns:p14="http://schemas.microsoft.com/office/powerpoint/2010/main" val="1857976325"/>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79426" cy="4077930"/>
          </a:xfrm>
        </p:spPr>
        <p:txBody>
          <a:bodyPr>
            <a:normAutofit fontScale="85000" lnSpcReduction="20000"/>
          </a:bodyPr>
          <a:lstStyle/>
          <a:p>
            <a:r>
              <a:rPr lang="en-US" dirty="0"/>
              <a:t>Each entity is described by one or more </a:t>
            </a:r>
            <a:r>
              <a:rPr lang="en-US" i="1" dirty="0">
                <a:solidFill>
                  <a:srgbClr val="003399"/>
                </a:solidFill>
              </a:rPr>
              <a:t>attributes</a:t>
            </a:r>
            <a:r>
              <a:rPr lang="en-US" dirty="0"/>
              <a:t>; individual instances of an entity will have different attribute values.</a:t>
            </a:r>
          </a:p>
          <a:p>
            <a:r>
              <a:rPr lang="en-US" dirty="0"/>
              <a:t>The diamonds in the ERD represent </a:t>
            </a:r>
            <a:r>
              <a:rPr lang="en-US" i="1" dirty="0">
                <a:solidFill>
                  <a:srgbClr val="003399"/>
                </a:solidFill>
              </a:rPr>
              <a:t>relationships</a:t>
            </a:r>
            <a:r>
              <a:rPr lang="en-US" dirty="0"/>
              <a:t>, which identify the logical linkages between pairs of entities. Relationships are named in a way that describes the nature of the connection. </a:t>
            </a:r>
          </a:p>
          <a:p>
            <a:pPr lvl="1"/>
            <a:r>
              <a:rPr lang="en-US" dirty="0"/>
              <a:t>For example, the relationship between the Chemical Request and the Requester is a </a:t>
            </a:r>
            <a:r>
              <a:rPr lang="en-US" i="1" dirty="0">
                <a:solidFill>
                  <a:srgbClr val="003399"/>
                </a:solidFill>
              </a:rPr>
              <a:t>placing</a:t>
            </a:r>
            <a:r>
              <a:rPr lang="en-US" i="1" dirty="0"/>
              <a:t> </a:t>
            </a:r>
            <a:r>
              <a:rPr lang="en-US" dirty="0"/>
              <a:t>relationship.</a:t>
            </a:r>
          </a:p>
          <a:p>
            <a:r>
              <a:rPr lang="en-US" dirty="0"/>
              <a:t>The </a:t>
            </a:r>
            <a:r>
              <a:rPr lang="en-US" i="1" dirty="0">
                <a:solidFill>
                  <a:srgbClr val="003399"/>
                </a:solidFill>
              </a:rPr>
              <a:t>cardinality</a:t>
            </a:r>
            <a:r>
              <a:rPr lang="en-US" dirty="0"/>
              <a:t>, or multiplicity, of each relationship is shown with a number or letter on the lines that connect entities and relationships.</a:t>
            </a:r>
          </a:p>
          <a:p>
            <a:pPr lvl="1"/>
            <a:r>
              <a:rPr lang="en-US" dirty="0"/>
              <a:t>Ex: Requester can place multiple requests, there’s a one-to-many relationship between Requester and Chemical Request.</a:t>
            </a:r>
          </a:p>
        </p:txBody>
      </p:sp>
      <p:sp>
        <p:nvSpPr>
          <p:cNvPr id="2" name="Title 1"/>
          <p:cNvSpPr>
            <a:spLocks noGrp="1"/>
          </p:cNvSpPr>
          <p:nvPr>
            <p:ph type="title"/>
          </p:nvPr>
        </p:nvSpPr>
        <p:spPr>
          <a:xfrm>
            <a:off x="2819400" y="27105"/>
            <a:ext cx="6324600" cy="1115895"/>
          </a:xfrm>
        </p:spPr>
        <p:txBody>
          <a:bodyPr>
            <a:normAutofit/>
          </a:bodyPr>
          <a:lstStyle/>
          <a:p>
            <a:r>
              <a:rPr lang="en-US" sz="3200" dirty="0"/>
              <a:t>Modeling data relationships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pic>
        <p:nvPicPr>
          <p:cNvPr id="6" name="Picture 5"/>
          <p:cNvPicPr>
            <a:picLocks noChangeAspect="1"/>
          </p:cNvPicPr>
          <p:nvPr/>
        </p:nvPicPr>
        <p:blipFill>
          <a:blip r:embed="rId3"/>
          <a:stretch>
            <a:fillRect/>
          </a:stretch>
        </p:blipFill>
        <p:spPr>
          <a:xfrm>
            <a:off x="1404628" y="5220930"/>
            <a:ext cx="5925322" cy="986161"/>
          </a:xfrm>
          <a:prstGeom prst="rect">
            <a:avLst/>
          </a:prstGeom>
        </p:spPr>
      </p:pic>
    </p:spTree>
    <p:extLst>
      <p:ext uri="{BB962C8B-B14F-4D97-AF65-F5344CB8AC3E}">
        <p14:creationId xmlns:p14="http://schemas.microsoft.com/office/powerpoint/2010/main" val="1000329728"/>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4571" y="1165901"/>
            <a:ext cx="8761441" cy="5057918"/>
          </a:xfrm>
        </p:spPr>
        <p:txBody>
          <a:bodyPr>
            <a:normAutofit fontScale="85000" lnSpcReduction="20000"/>
          </a:bodyPr>
          <a:lstStyle/>
          <a:p>
            <a:r>
              <a:rPr lang="en-US" dirty="0"/>
              <a:t>A </a:t>
            </a:r>
            <a:r>
              <a:rPr lang="en-US" i="1" dirty="0">
                <a:solidFill>
                  <a:srgbClr val="003399"/>
                </a:solidFill>
              </a:rPr>
              <a:t>data dictionary </a:t>
            </a:r>
            <a:r>
              <a:rPr lang="en-US" dirty="0"/>
              <a:t>is a collection of detailed information about the data entities used in an application. </a:t>
            </a:r>
          </a:p>
          <a:p>
            <a:r>
              <a:rPr lang="en-US" dirty="0"/>
              <a:t>Collecting the information about composition, data types, allowed values, and the like into a shared resource identifies the data validation criteria, helps developers write programs correctly, and minimizes integration problems. </a:t>
            </a:r>
          </a:p>
          <a:p>
            <a:r>
              <a:rPr lang="en-US" dirty="0"/>
              <a:t>The data dictionary feeds into </a:t>
            </a:r>
            <a:r>
              <a:rPr lang="en-US" sz="1900" dirty="0"/>
              <a:t>(</a:t>
            </a:r>
            <a:r>
              <a:rPr lang="en-US" sz="1900" dirty="0" err="1"/>
              <a:t>góp</a:t>
            </a:r>
            <a:r>
              <a:rPr lang="en-US" sz="1900" dirty="0"/>
              <a:t> </a:t>
            </a:r>
            <a:r>
              <a:rPr lang="en-US" sz="1900" dirty="0" err="1"/>
              <a:t>phần</a:t>
            </a:r>
            <a:r>
              <a:rPr lang="en-US" sz="1900" dirty="0"/>
              <a:t>) </a:t>
            </a:r>
            <a:r>
              <a:rPr lang="en-US" dirty="0"/>
              <a:t>design in the form of database schemas, tables, and attributes, which ultimately lead to variable names in programs.</a:t>
            </a:r>
          </a:p>
          <a:p>
            <a:r>
              <a:rPr lang="en-US" dirty="0"/>
              <a:t>The time you invest in creating a data dictionary will be more than repaid by avoiding the mistakes that can result when project participants have different understandings of the data.</a:t>
            </a:r>
          </a:p>
          <a:p>
            <a:r>
              <a:rPr lang="en-US" dirty="0"/>
              <a:t>Maintaining a data dictionary is a serious investment in quality. Data definitions often are reusable across applications, particularly within a product line.</a:t>
            </a:r>
            <a:endParaRPr lang="en-US" sz="2400" dirty="0"/>
          </a:p>
        </p:txBody>
      </p:sp>
      <p:sp>
        <p:nvSpPr>
          <p:cNvPr id="2" name="Title 1"/>
          <p:cNvSpPr>
            <a:spLocks noGrp="1"/>
          </p:cNvSpPr>
          <p:nvPr>
            <p:ph type="title"/>
          </p:nvPr>
        </p:nvSpPr>
        <p:spPr/>
        <p:txBody>
          <a:bodyPr/>
          <a:lstStyle/>
          <a:p>
            <a:r>
              <a:rPr lang="en-US" sz="3200" dirty="0"/>
              <a:t>The data dictionary</a:t>
            </a:r>
          </a:p>
        </p:txBody>
      </p:sp>
      <p:sp>
        <p:nvSpPr>
          <p:cNvPr id="5" name="Footer Placeholder 4"/>
          <p:cNvSpPr>
            <a:spLocks noGrp="1"/>
          </p:cNvSpPr>
          <p:nvPr>
            <p:ph type="ftr" sz="quarter" idx="10"/>
          </p:nvPr>
        </p:nvSpPr>
        <p:spPr/>
        <p:txBody>
          <a:bodyPr/>
          <a:lstStyle/>
          <a:p>
            <a:pPr>
              <a:defRPr/>
            </a:pPr>
            <a:r>
              <a:rPr lang="en-US"/>
              <a:t>Chapter 13: Specifying data requirements _ BayHV</a:t>
            </a:r>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79514988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7484" y="1062662"/>
            <a:ext cx="8760542" cy="957867"/>
          </a:xfrm>
        </p:spPr>
        <p:txBody>
          <a:bodyPr>
            <a:normAutofit fontScale="77500" lnSpcReduction="20000"/>
          </a:bodyPr>
          <a:lstStyle/>
          <a:p>
            <a:r>
              <a:rPr lang="en-US" i="1" dirty="0"/>
              <a:t>Figure 13-4 illustrates a portion of the data dictionary for the Chemical Tracking System. Organize the entries in the data dictionary alphabetically to make it easy for readers to find what they need.</a:t>
            </a:r>
            <a:endParaRPr lang="en-US" sz="2400" i="1" dirty="0"/>
          </a:p>
        </p:txBody>
      </p:sp>
      <p:sp>
        <p:nvSpPr>
          <p:cNvPr id="2" name="Title 1"/>
          <p:cNvSpPr>
            <a:spLocks noGrp="1"/>
          </p:cNvSpPr>
          <p:nvPr>
            <p:ph type="title"/>
          </p:nvPr>
        </p:nvSpPr>
        <p:spPr/>
        <p:txBody>
          <a:bodyPr/>
          <a:lstStyle/>
          <a:p>
            <a:r>
              <a:rPr lang="en-US" sz="3200" dirty="0"/>
              <a:t>The data dictionary</a:t>
            </a:r>
          </a:p>
        </p:txBody>
      </p:sp>
      <p:pic>
        <p:nvPicPr>
          <p:cNvPr id="4" name="Picture 3"/>
          <p:cNvPicPr>
            <a:picLocks noChangeAspect="1"/>
          </p:cNvPicPr>
          <p:nvPr/>
        </p:nvPicPr>
        <p:blipFill>
          <a:blip r:embed="rId2"/>
          <a:stretch>
            <a:fillRect/>
          </a:stretch>
        </p:blipFill>
        <p:spPr>
          <a:xfrm>
            <a:off x="677945" y="1889216"/>
            <a:ext cx="7699620" cy="4348020"/>
          </a:xfrm>
          <a:prstGeom prst="rect">
            <a:avLst/>
          </a:prstGeom>
        </p:spPr>
      </p:pic>
      <p:sp>
        <p:nvSpPr>
          <p:cNvPr id="5" name="Footer Placeholder 4"/>
          <p:cNvSpPr>
            <a:spLocks noGrp="1"/>
          </p:cNvSpPr>
          <p:nvPr>
            <p:ph type="ftr" sz="quarter" idx="10"/>
          </p:nvPr>
        </p:nvSpPr>
        <p:spPr/>
        <p:txBody>
          <a:bodyPr/>
          <a:lstStyle/>
          <a:p>
            <a:pPr>
              <a:defRPr/>
            </a:pPr>
            <a:r>
              <a:rPr lang="en-US"/>
              <a:t>Chapter 13: Specifying data requirements _ BayHV</a:t>
            </a:r>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517860640"/>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1931732"/>
          </a:xfrm>
        </p:spPr>
        <p:txBody>
          <a:bodyPr>
            <a:normAutofit fontScale="77500" lnSpcReduction="20000"/>
          </a:bodyPr>
          <a:lstStyle/>
          <a:p>
            <a:r>
              <a:rPr lang="en-US" dirty="0"/>
              <a:t>A CRUD matrix is a rigorous data analysis technique for detecting missing requirements. </a:t>
            </a:r>
          </a:p>
          <a:p>
            <a:r>
              <a:rPr lang="en-US" i="1" dirty="0"/>
              <a:t>CRUD </a:t>
            </a:r>
            <a:r>
              <a:rPr lang="en-US" dirty="0"/>
              <a:t>stands for </a:t>
            </a:r>
            <a:r>
              <a:rPr lang="en-US" i="1" dirty="0"/>
              <a:t>Create</a:t>
            </a:r>
            <a:r>
              <a:rPr lang="en-US" dirty="0"/>
              <a:t>, </a:t>
            </a:r>
            <a:r>
              <a:rPr lang="en-US" i="1" dirty="0"/>
              <a:t>Read</a:t>
            </a:r>
            <a:r>
              <a:rPr lang="en-US" dirty="0"/>
              <a:t>, </a:t>
            </a:r>
            <a:r>
              <a:rPr lang="en-US" i="1" dirty="0"/>
              <a:t>Update</a:t>
            </a:r>
            <a:r>
              <a:rPr lang="en-US" dirty="0"/>
              <a:t>, and </a:t>
            </a:r>
            <a:r>
              <a:rPr lang="en-US" i="1" dirty="0"/>
              <a:t>Delete</a:t>
            </a:r>
            <a:r>
              <a:rPr lang="en-US" dirty="0"/>
              <a:t>. A CRUD matrix correlates </a:t>
            </a:r>
            <a:r>
              <a:rPr lang="en-US" sz="1800" dirty="0"/>
              <a:t>(</a:t>
            </a:r>
            <a:r>
              <a:rPr lang="en-US" sz="1800" dirty="0" err="1"/>
              <a:t>tương</a:t>
            </a:r>
            <a:r>
              <a:rPr lang="en-US" sz="1800" dirty="0"/>
              <a:t> </a:t>
            </a:r>
            <a:r>
              <a:rPr lang="en-US" sz="1800" dirty="0" err="1"/>
              <a:t>quan</a:t>
            </a:r>
            <a:r>
              <a:rPr lang="en-US" sz="1800" dirty="0"/>
              <a:t>)</a:t>
            </a:r>
            <a:r>
              <a:rPr lang="en-US" dirty="0"/>
              <a:t> system actions with data entities to show where and how each significant data entity is created, read, updated, and deleted.</a:t>
            </a:r>
          </a:p>
          <a:p>
            <a:r>
              <a:rPr lang="en-US" dirty="0"/>
              <a:t>EX:</a:t>
            </a:r>
          </a:p>
        </p:txBody>
      </p:sp>
      <p:sp>
        <p:nvSpPr>
          <p:cNvPr id="2" name="Title 1"/>
          <p:cNvSpPr>
            <a:spLocks noGrp="1"/>
          </p:cNvSpPr>
          <p:nvPr>
            <p:ph type="title"/>
          </p:nvPr>
        </p:nvSpPr>
        <p:spPr/>
        <p:txBody>
          <a:bodyPr/>
          <a:lstStyle/>
          <a:p>
            <a:r>
              <a:rPr lang="en-US" sz="3200" dirty="0"/>
              <a:t>Data analysis</a:t>
            </a:r>
          </a:p>
        </p:txBody>
      </p:sp>
      <p:sp>
        <p:nvSpPr>
          <p:cNvPr id="5" name="Footer Placeholder 4"/>
          <p:cNvSpPr>
            <a:spLocks noGrp="1"/>
          </p:cNvSpPr>
          <p:nvPr>
            <p:ph type="ftr" sz="quarter" idx="10"/>
          </p:nvPr>
        </p:nvSpPr>
        <p:spPr/>
        <p:txBody>
          <a:bodyPr/>
          <a:lstStyle/>
          <a:p>
            <a:pPr>
              <a:defRPr/>
            </a:pPr>
            <a:r>
              <a:rPr lang="en-US"/>
              <a:t>Chapter 13: Specifying data requirements _ BayHV</a:t>
            </a:r>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pic>
        <p:nvPicPr>
          <p:cNvPr id="7" name="Picture 6"/>
          <p:cNvPicPr>
            <a:picLocks noChangeAspect="1"/>
          </p:cNvPicPr>
          <p:nvPr/>
        </p:nvPicPr>
        <p:blipFill>
          <a:blip r:embed="rId2"/>
          <a:stretch>
            <a:fillRect/>
          </a:stretch>
        </p:blipFill>
        <p:spPr>
          <a:xfrm>
            <a:off x="650431" y="3209004"/>
            <a:ext cx="7843138" cy="2997199"/>
          </a:xfrm>
          <a:prstGeom prst="rect">
            <a:avLst/>
          </a:prstGeom>
        </p:spPr>
      </p:pic>
    </p:spTree>
    <p:extLst>
      <p:ext uri="{BB962C8B-B14F-4D97-AF65-F5344CB8AC3E}">
        <p14:creationId xmlns:p14="http://schemas.microsoft.com/office/powerpoint/2010/main" val="39530591"/>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729" y="1165901"/>
            <a:ext cx="8745793" cy="5174574"/>
          </a:xfrm>
        </p:spPr>
        <p:txBody>
          <a:bodyPr>
            <a:normAutofit/>
          </a:bodyPr>
          <a:lstStyle/>
          <a:p>
            <a:r>
              <a:rPr lang="en-US" dirty="0"/>
              <a:t>Many applications generate reports from one or more databases, files, or other information sources. </a:t>
            </a:r>
          </a:p>
          <a:p>
            <a:r>
              <a:rPr lang="en-US" dirty="0"/>
              <a:t>Reports can consist of traditional tabular presentations of rows and columns of data, charts and graphs of all types, or any combination.</a:t>
            </a:r>
          </a:p>
          <a:p>
            <a:r>
              <a:rPr lang="en-US" dirty="0"/>
              <a:t>Exploring the content and format of the reports needed is  an important aspect of requirements development.</a:t>
            </a:r>
          </a:p>
          <a:p>
            <a:r>
              <a:rPr lang="en-US" dirty="0"/>
              <a:t>Report specification straddles </a:t>
            </a:r>
            <a:r>
              <a:rPr lang="en-US" sz="1800" dirty="0"/>
              <a:t>(</a:t>
            </a:r>
            <a:r>
              <a:rPr lang="en-US" sz="1800" dirty="0" err="1"/>
              <a:t>lưỡng</a:t>
            </a:r>
            <a:r>
              <a:rPr lang="en-US" sz="1800" dirty="0"/>
              <a:t> </a:t>
            </a:r>
            <a:r>
              <a:rPr lang="en-US" sz="1800" dirty="0" err="1"/>
              <a:t>lự</a:t>
            </a:r>
            <a:r>
              <a:rPr lang="en-US" sz="1800" dirty="0"/>
              <a:t>)</a:t>
            </a:r>
            <a:r>
              <a:rPr lang="en-US" dirty="0"/>
              <a:t> requirements (what information goes into the report and how it is organized) and design (what the report should look like). </a:t>
            </a:r>
          </a:p>
        </p:txBody>
      </p:sp>
      <p:sp>
        <p:nvSpPr>
          <p:cNvPr id="2" name="Title 1"/>
          <p:cNvSpPr>
            <a:spLocks noGrp="1"/>
          </p:cNvSpPr>
          <p:nvPr>
            <p:ph type="title"/>
          </p:nvPr>
        </p:nvSpPr>
        <p:spPr>
          <a:xfrm>
            <a:off x="2819400" y="27105"/>
            <a:ext cx="6324600" cy="1035557"/>
          </a:xfrm>
        </p:spPr>
        <p:txBody>
          <a:bodyPr>
            <a:normAutofit/>
          </a:bodyPr>
          <a:lstStyle/>
          <a:p>
            <a:r>
              <a:rPr lang="en-US" sz="3200" dirty="0"/>
              <a:t>Specifying reports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598948552"/>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Eliciting reporting requirements: If you’re a BA working with customers on defining reporting requirements for an information system, consider asking questions like the following:</a:t>
            </a:r>
          </a:p>
          <a:p>
            <a:pPr lvl="1"/>
            <a:r>
              <a:rPr lang="en-US" dirty="0"/>
              <a:t>What reports do you currently use? (Some reports from an existing system, or manually generated reports from the business, will need to be replicated in the new system.)</a:t>
            </a:r>
          </a:p>
          <a:p>
            <a:pPr lvl="1"/>
            <a:r>
              <a:rPr lang="en-US" dirty="0"/>
              <a:t>Which existing reports need to be modified? (A new or revised information system project provides an opportunity to update reports that don’t fully meet current needs.)</a:t>
            </a:r>
          </a:p>
          <a:p>
            <a:pPr lvl="1"/>
            <a:r>
              <a:rPr lang="en-US" dirty="0"/>
              <a:t>Which reports are currently generated but are not used? (Perhaps you don’t need to build those into the new system.)</a:t>
            </a:r>
          </a:p>
          <a:p>
            <a:pPr lvl="1"/>
            <a:r>
              <a:rPr lang="en-US" dirty="0"/>
              <a:t>Can you describe any departmental, organizational, or government standards to which reports must conform, such as to provide a consistent look and feel or to comply with a regulation? (Obtain copies of those standards and examples of current reports that meet them.)</a:t>
            </a:r>
          </a:p>
        </p:txBody>
      </p:sp>
      <p:sp>
        <p:nvSpPr>
          <p:cNvPr id="2" name="Title 1"/>
          <p:cNvSpPr>
            <a:spLocks noGrp="1"/>
          </p:cNvSpPr>
          <p:nvPr>
            <p:ph type="title"/>
          </p:nvPr>
        </p:nvSpPr>
        <p:spPr/>
        <p:txBody>
          <a:bodyPr>
            <a:normAutofit/>
          </a:bodyPr>
          <a:lstStyle/>
          <a:p>
            <a:r>
              <a:rPr lang="en-US" sz="3200" dirty="0"/>
              <a:t>Specifying reports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4174282450"/>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Following are some questions to explore for each customer-requested report:</a:t>
            </a:r>
          </a:p>
          <a:p>
            <a:pPr lvl="1"/>
            <a:r>
              <a:rPr lang="en-US" dirty="0"/>
              <a:t>What is the name of the report?</a:t>
            </a:r>
          </a:p>
          <a:p>
            <a:pPr lvl="1"/>
            <a:r>
              <a:rPr lang="en-US" dirty="0"/>
              <a:t>What is the purpose or business intent of the report? </a:t>
            </a:r>
          </a:p>
          <a:p>
            <a:pPr lvl="1"/>
            <a:r>
              <a:rPr lang="en-US" dirty="0"/>
              <a:t>Is the report generated manually? If so, how frequently and by which user classes?</a:t>
            </a:r>
          </a:p>
          <a:p>
            <a:pPr lvl="1"/>
            <a:r>
              <a:rPr lang="en-US" dirty="0"/>
              <a:t>Is the report generated automatically? If so, how frequently and what are the triggering conditions or events?</a:t>
            </a:r>
          </a:p>
          <a:p>
            <a:pPr lvl="1"/>
            <a:r>
              <a:rPr lang="en-US" dirty="0"/>
              <a:t>What are the typical and maximum sizes of the report?</a:t>
            </a:r>
          </a:p>
          <a:p>
            <a:pPr lvl="1"/>
            <a:r>
              <a:rPr lang="en-US" dirty="0"/>
              <a:t>What is the disposition </a:t>
            </a:r>
            <a:r>
              <a:rPr lang="en-US" sz="1600" dirty="0"/>
              <a:t>(</a:t>
            </a:r>
            <a:r>
              <a:rPr lang="en-US" sz="1600" dirty="0" err="1"/>
              <a:t>bố</a:t>
            </a:r>
            <a:r>
              <a:rPr lang="en-US" sz="1600" dirty="0"/>
              <a:t> </a:t>
            </a:r>
            <a:r>
              <a:rPr lang="en-US" sz="1600" dirty="0" err="1"/>
              <a:t>trí</a:t>
            </a:r>
            <a:r>
              <a:rPr lang="en-US" sz="1600" dirty="0"/>
              <a:t>)</a:t>
            </a:r>
            <a:r>
              <a:rPr lang="en-US" dirty="0"/>
              <a:t> of the report after it is generated? Is it displayed on the screen, sent to a recipient, exported to a spreadsheet, or printed automatically? Is it stored or archived somewhere for future retrieval?</a:t>
            </a:r>
          </a:p>
          <a:p>
            <a:pPr lvl="1"/>
            <a:r>
              <a:rPr lang="en-US" dirty="0"/>
              <a:t>Are there security, privacy, or management restrictions that limit the access of the report to specific individuals or user classes, or which restrict the data that can be included in the report depending on who is generating it? Identify any relevant business rules concerning security.</a:t>
            </a:r>
          </a:p>
        </p:txBody>
      </p:sp>
      <p:sp>
        <p:nvSpPr>
          <p:cNvPr id="2" name="Title 1"/>
          <p:cNvSpPr>
            <a:spLocks noGrp="1"/>
          </p:cNvSpPr>
          <p:nvPr>
            <p:ph type="title"/>
          </p:nvPr>
        </p:nvSpPr>
        <p:spPr/>
        <p:txBody>
          <a:bodyPr>
            <a:normAutofit/>
          </a:bodyPr>
          <a:lstStyle/>
          <a:p>
            <a:r>
              <a:rPr lang="en-US" sz="3200" dirty="0"/>
              <a:t>Specifying reports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587788953"/>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following questions will elicit information about the report itself:</a:t>
            </a:r>
          </a:p>
          <a:p>
            <a:pPr lvl="1"/>
            <a:r>
              <a:rPr lang="en-US" dirty="0"/>
              <a:t>What are the sources of the data and the selection criteria for pulling data from the repository?</a:t>
            </a:r>
          </a:p>
          <a:p>
            <a:pPr lvl="1"/>
            <a:r>
              <a:rPr lang="en-US" dirty="0"/>
              <a:t>What parameters are selectable by the user?</a:t>
            </a:r>
          </a:p>
          <a:p>
            <a:pPr lvl="1"/>
            <a:r>
              <a:rPr lang="en-US" dirty="0"/>
              <a:t>What calculations or other data transformations are required?</a:t>
            </a:r>
          </a:p>
          <a:p>
            <a:pPr lvl="1"/>
            <a:r>
              <a:rPr lang="en-US" dirty="0"/>
              <a:t>What are the criteria for sorting, page breaks, and totals?</a:t>
            </a:r>
          </a:p>
          <a:p>
            <a:pPr lvl="1"/>
            <a:r>
              <a:rPr lang="en-US" dirty="0"/>
              <a:t>How should the system respond if no data is returned in response to a query when attempting to generate this report?</a:t>
            </a:r>
          </a:p>
          <a:p>
            <a:pPr lvl="1"/>
            <a:r>
              <a:rPr lang="en-US" dirty="0"/>
              <a:t>Can this report be used as a template for a set of similar reports?</a:t>
            </a:r>
          </a:p>
        </p:txBody>
      </p:sp>
      <p:sp>
        <p:nvSpPr>
          <p:cNvPr id="2" name="Title 1"/>
          <p:cNvSpPr>
            <a:spLocks noGrp="1"/>
          </p:cNvSpPr>
          <p:nvPr>
            <p:ph type="title"/>
          </p:nvPr>
        </p:nvSpPr>
        <p:spPr/>
        <p:txBody>
          <a:bodyPr>
            <a:normAutofit/>
          </a:bodyPr>
          <a:lstStyle/>
          <a:p>
            <a:r>
              <a:rPr lang="en-US" sz="3200" dirty="0"/>
              <a:t>Specifying reports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442794173"/>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Report specification considerations </a:t>
            </a:r>
          </a:p>
          <a:p>
            <a:pPr lvl="1"/>
            <a:r>
              <a:rPr lang="en-US" sz="2400" dirty="0"/>
              <a:t>Consider other variations </a:t>
            </a:r>
          </a:p>
          <a:p>
            <a:pPr lvl="1"/>
            <a:r>
              <a:rPr lang="en-US" sz="2400" dirty="0"/>
              <a:t>Find the data </a:t>
            </a:r>
          </a:p>
          <a:p>
            <a:pPr lvl="1"/>
            <a:r>
              <a:rPr lang="en-US" sz="2400" dirty="0"/>
              <a:t>Anticipate growth </a:t>
            </a:r>
          </a:p>
          <a:p>
            <a:pPr lvl="1"/>
            <a:r>
              <a:rPr lang="en-US" sz="2400" dirty="0"/>
              <a:t>Look for similarities</a:t>
            </a:r>
          </a:p>
          <a:p>
            <a:pPr lvl="1"/>
            <a:r>
              <a:rPr lang="en-US" sz="2400" dirty="0"/>
              <a:t>Distinguish static and dynamic reports </a:t>
            </a:r>
          </a:p>
          <a:p>
            <a:pPr lvl="1"/>
            <a:r>
              <a:rPr lang="en-US" sz="2400" dirty="0"/>
              <a:t>Prototype reports </a:t>
            </a:r>
          </a:p>
          <a:p>
            <a:r>
              <a:rPr lang="en-US" sz="2400" dirty="0"/>
              <a:t>A report specification template: page 255</a:t>
            </a:r>
          </a:p>
        </p:txBody>
      </p:sp>
      <p:sp>
        <p:nvSpPr>
          <p:cNvPr id="2" name="Title 1"/>
          <p:cNvSpPr>
            <a:spLocks noGrp="1"/>
          </p:cNvSpPr>
          <p:nvPr>
            <p:ph type="title"/>
          </p:nvPr>
        </p:nvSpPr>
        <p:spPr/>
        <p:txBody>
          <a:bodyPr>
            <a:normAutofit/>
          </a:bodyPr>
          <a:lstStyle/>
          <a:p>
            <a:r>
              <a:rPr lang="en-US" sz="3200" dirty="0"/>
              <a:t>Specifying reports</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1905352414"/>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219" y="1150374"/>
            <a:ext cx="8686799" cy="5555225"/>
          </a:xfrm>
        </p:spPr>
        <p:txBody>
          <a:bodyPr>
            <a:normAutofit fontScale="77500" lnSpcReduction="20000"/>
          </a:bodyPr>
          <a:lstStyle/>
          <a:p>
            <a:r>
              <a:rPr lang="en-US" sz="2400" dirty="0"/>
              <a:t>A </a:t>
            </a:r>
            <a:r>
              <a:rPr lang="en-US" sz="2400" i="1" dirty="0">
                <a:solidFill>
                  <a:srgbClr val="003399"/>
                </a:solidFill>
              </a:rPr>
              <a:t>dashboard</a:t>
            </a:r>
            <a:r>
              <a:rPr lang="en-US" sz="2400" dirty="0"/>
              <a:t> is a screen display or printed report that uses multiple textual and/or graphical  representations of data to provide a consolidated, multidimensional view of what is going on in an organization or a process.</a:t>
            </a:r>
          </a:p>
          <a:p>
            <a:r>
              <a:rPr lang="en-US" sz="2400" dirty="0"/>
              <a:t>Purpose</a:t>
            </a:r>
          </a:p>
          <a:p>
            <a:pPr lvl="1"/>
            <a:r>
              <a:rPr lang="en-US" sz="2300" dirty="0"/>
              <a:t>pull together information about sales, expenses, key performance indicators (KPIs), and the like. </a:t>
            </a:r>
          </a:p>
          <a:p>
            <a:pPr lvl="1"/>
            <a:r>
              <a:rPr lang="en-US" sz="2300" dirty="0"/>
              <a:t>Stock trading </a:t>
            </a:r>
            <a:r>
              <a:rPr lang="en-US" sz="1400" dirty="0"/>
              <a:t>(</a:t>
            </a:r>
            <a:r>
              <a:rPr lang="en-US" sz="1400" dirty="0" err="1"/>
              <a:t>giao</a:t>
            </a:r>
            <a:r>
              <a:rPr lang="en-US" sz="1400" dirty="0"/>
              <a:t> </a:t>
            </a:r>
            <a:r>
              <a:rPr lang="en-US" sz="1400" dirty="0" err="1"/>
              <a:t>dịch</a:t>
            </a:r>
            <a:r>
              <a:rPr lang="en-US" sz="1400" dirty="0"/>
              <a:t> </a:t>
            </a:r>
            <a:r>
              <a:rPr lang="en-US" sz="1400" dirty="0" err="1"/>
              <a:t>chứng</a:t>
            </a:r>
            <a:r>
              <a:rPr lang="en-US" sz="1400" dirty="0"/>
              <a:t> </a:t>
            </a:r>
            <a:r>
              <a:rPr lang="en-US" sz="1400" dirty="0" err="1"/>
              <a:t>khoán</a:t>
            </a:r>
            <a:r>
              <a:rPr lang="en-US" sz="1400" dirty="0"/>
              <a:t>)</a:t>
            </a:r>
            <a:r>
              <a:rPr lang="en-US" sz="2300" dirty="0"/>
              <a:t> applications display a  bewildering </a:t>
            </a:r>
            <a:r>
              <a:rPr lang="en-US" sz="1400" dirty="0"/>
              <a:t>(</a:t>
            </a:r>
            <a:r>
              <a:rPr lang="en-US" sz="1400" dirty="0" err="1"/>
              <a:t>bối</a:t>
            </a:r>
            <a:r>
              <a:rPr lang="en-US" sz="1400" dirty="0"/>
              <a:t> </a:t>
            </a:r>
            <a:r>
              <a:rPr lang="en-US" sz="1400" dirty="0" err="1"/>
              <a:t>rối</a:t>
            </a:r>
            <a:r>
              <a:rPr lang="en-US" sz="1400" dirty="0"/>
              <a:t>)</a:t>
            </a:r>
            <a:r>
              <a:rPr lang="en-US" sz="2300" dirty="0"/>
              <a:t> (to the novice) array of charts and data that the skilled eye </a:t>
            </a:r>
            <a:r>
              <a:rPr lang="en-US" sz="1400" dirty="0"/>
              <a:t>(con </a:t>
            </a:r>
            <a:r>
              <a:rPr lang="en-US" sz="1400" dirty="0" err="1"/>
              <a:t>mắt</a:t>
            </a:r>
            <a:r>
              <a:rPr lang="en-US" sz="1400" dirty="0"/>
              <a:t> </a:t>
            </a:r>
            <a:r>
              <a:rPr lang="en-US" sz="1400" dirty="0" err="1"/>
              <a:t>nhà</a:t>
            </a:r>
            <a:r>
              <a:rPr lang="en-US" sz="1400" dirty="0"/>
              <a:t> </a:t>
            </a:r>
            <a:r>
              <a:rPr lang="en-US" sz="1400" dirty="0" err="1"/>
              <a:t>nghề</a:t>
            </a:r>
            <a:r>
              <a:rPr lang="en-US" sz="1400" dirty="0"/>
              <a:t>)</a:t>
            </a:r>
            <a:r>
              <a:rPr lang="en-US" sz="2300" dirty="0"/>
              <a:t> can scan and process at a glance </a:t>
            </a:r>
            <a:r>
              <a:rPr lang="en-US" sz="1400" dirty="0"/>
              <a:t>(</a:t>
            </a:r>
            <a:r>
              <a:rPr lang="en-US" sz="1400" dirty="0" err="1"/>
              <a:t>nháy</a:t>
            </a:r>
            <a:r>
              <a:rPr lang="en-US" sz="1400" dirty="0"/>
              <a:t> </a:t>
            </a:r>
            <a:r>
              <a:rPr lang="en-US" sz="1400" dirty="0" err="1"/>
              <a:t>mắt</a:t>
            </a:r>
            <a:r>
              <a:rPr lang="en-US" sz="1400" dirty="0"/>
              <a:t>)</a:t>
            </a:r>
            <a:r>
              <a:rPr lang="en-US" sz="2300" dirty="0"/>
              <a:t>. </a:t>
            </a:r>
            <a:endParaRPr lang="en-US" sz="2400" dirty="0"/>
          </a:p>
          <a:p>
            <a:r>
              <a:rPr lang="en-US" sz="2400" dirty="0"/>
              <a:t>How to build:</a:t>
            </a:r>
          </a:p>
          <a:p>
            <a:pPr lvl="1"/>
            <a:r>
              <a:rPr lang="en-US" sz="2300" dirty="0"/>
              <a:t>Determine what information the dashboard users need for making specific decisions or choices. </a:t>
            </a:r>
          </a:p>
          <a:p>
            <a:pPr lvl="1"/>
            <a:r>
              <a:rPr lang="en-US" sz="2300" dirty="0"/>
              <a:t>Identify the sources of all the data to be presented so you can ensure that the application has access to those feeds </a:t>
            </a:r>
            <a:r>
              <a:rPr lang="en-US" sz="1700" dirty="0"/>
              <a:t>(</a:t>
            </a:r>
            <a:r>
              <a:rPr lang="en-US" sz="1700" dirty="0" err="1"/>
              <a:t>nguồn</a:t>
            </a:r>
            <a:r>
              <a:rPr lang="en-US" sz="1700" dirty="0"/>
              <a:t> </a:t>
            </a:r>
            <a:r>
              <a:rPr lang="en-US" sz="1700" dirty="0" err="1"/>
              <a:t>cấp</a:t>
            </a:r>
            <a:r>
              <a:rPr lang="en-US" sz="1700" dirty="0"/>
              <a:t> </a:t>
            </a:r>
            <a:r>
              <a:rPr lang="en-US" sz="1700" dirty="0" err="1"/>
              <a:t>dữ</a:t>
            </a:r>
            <a:r>
              <a:rPr lang="en-US" sz="1700" dirty="0"/>
              <a:t> </a:t>
            </a:r>
            <a:r>
              <a:rPr lang="en-US" sz="1700" dirty="0" err="1"/>
              <a:t>liệu</a:t>
            </a:r>
            <a:r>
              <a:rPr lang="en-US" sz="1700" dirty="0"/>
              <a:t>) </a:t>
            </a:r>
            <a:r>
              <a:rPr lang="en-US" sz="2300" dirty="0"/>
              <a:t>and you know whether they are static or dynamic.</a:t>
            </a:r>
          </a:p>
          <a:p>
            <a:pPr lvl="1"/>
            <a:r>
              <a:rPr lang="en-US" sz="2300" dirty="0"/>
              <a:t>Choose the most appropriate type of display for each set of related data. Should it appear as a simple table of data, a modifiable spreadsheet containing formulas, blocks of text, bar chart, pie chart, line chart, video display, or one of many other ways to present information?</a:t>
            </a:r>
          </a:p>
          <a:p>
            <a:pPr lvl="1"/>
            <a:r>
              <a:rPr lang="en-US" sz="2300" dirty="0"/>
              <a:t>Determine the optimal layout and relative sizing of the various displays in the dashboard, based on how the user will absorb and apply the information.</a:t>
            </a:r>
          </a:p>
        </p:txBody>
      </p:sp>
      <p:sp>
        <p:nvSpPr>
          <p:cNvPr id="2" name="Title 1"/>
          <p:cNvSpPr>
            <a:spLocks noGrp="1"/>
          </p:cNvSpPr>
          <p:nvPr>
            <p:ph type="title"/>
          </p:nvPr>
        </p:nvSpPr>
        <p:spPr/>
        <p:txBody>
          <a:bodyPr>
            <a:normAutofit/>
          </a:bodyPr>
          <a:lstStyle/>
          <a:p>
            <a:r>
              <a:rPr lang="en-US" sz="3200" dirty="0"/>
              <a:t>Dashboard reporting</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492837508"/>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21" y="5936594"/>
            <a:ext cx="7005233" cy="390383"/>
          </a:xfrm>
        </p:spPr>
        <p:txBody>
          <a:bodyPr>
            <a:normAutofit fontScale="70000" lnSpcReduction="20000"/>
          </a:bodyPr>
          <a:lstStyle/>
          <a:p>
            <a:pPr marL="0" indent="0" algn="ctr">
              <a:buNone/>
            </a:pPr>
            <a:r>
              <a:rPr lang="en-US" i="1" dirty="0"/>
              <a:t>Hypothetical reporting dashboard for a charitable foundation.</a:t>
            </a:r>
            <a:endParaRPr lang="en-US" sz="2300" i="1" dirty="0"/>
          </a:p>
        </p:txBody>
      </p:sp>
      <p:sp>
        <p:nvSpPr>
          <p:cNvPr id="2" name="Title 1"/>
          <p:cNvSpPr>
            <a:spLocks noGrp="1"/>
          </p:cNvSpPr>
          <p:nvPr>
            <p:ph type="title"/>
          </p:nvPr>
        </p:nvSpPr>
        <p:spPr/>
        <p:txBody>
          <a:bodyPr>
            <a:normAutofit/>
          </a:bodyPr>
          <a:lstStyle/>
          <a:p>
            <a:r>
              <a:rPr lang="en-US" sz="3200" dirty="0"/>
              <a:t>Dashboard reporting</a:t>
            </a:r>
          </a:p>
        </p:txBody>
      </p:sp>
      <p:sp>
        <p:nvSpPr>
          <p:cNvPr id="4" name="Footer Placeholder 3"/>
          <p:cNvSpPr>
            <a:spLocks noGrp="1"/>
          </p:cNvSpPr>
          <p:nvPr>
            <p:ph type="ftr" sz="quarter" idx="10"/>
          </p:nvPr>
        </p:nvSpPr>
        <p:spPr/>
        <p:txBody>
          <a:bodyPr/>
          <a:lstStyle/>
          <a:p>
            <a:pPr>
              <a:defRPr/>
            </a:pPr>
            <a:r>
              <a:rPr lang="en-US"/>
              <a:t>Chapter 13: Specifying data requirements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pic>
        <p:nvPicPr>
          <p:cNvPr id="6" name="Picture 5"/>
          <p:cNvPicPr>
            <a:picLocks noChangeAspect="1"/>
          </p:cNvPicPr>
          <p:nvPr/>
        </p:nvPicPr>
        <p:blipFill>
          <a:blip r:embed="rId3"/>
          <a:stretch>
            <a:fillRect/>
          </a:stretch>
        </p:blipFill>
        <p:spPr>
          <a:xfrm>
            <a:off x="728421" y="1150374"/>
            <a:ext cx="7005233" cy="4786220"/>
          </a:xfrm>
          <a:prstGeom prst="rect">
            <a:avLst/>
          </a:prstGeom>
        </p:spPr>
      </p:pic>
    </p:spTree>
    <p:extLst>
      <p:ext uri="{BB962C8B-B14F-4D97-AF65-F5344CB8AC3E}">
        <p14:creationId xmlns:p14="http://schemas.microsoft.com/office/powerpoint/2010/main" val="109328957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13</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59330669"/>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595803406"/>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405</TotalTime>
  <Words>1868</Words>
  <Application>Microsoft Macintosh PowerPoint</Application>
  <PresentationFormat>On-screen Show (4:3)</PresentationFormat>
  <Paragraphs>162</Paragraphs>
  <Slides>19</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Tahoma</vt:lpstr>
      <vt:lpstr>1_template</vt:lpstr>
      <vt:lpstr>CHAPTER 13  Specifying data requirements</vt:lpstr>
      <vt:lpstr>Review chapter 12</vt:lpstr>
      <vt:lpstr>Objectives</vt:lpstr>
      <vt:lpstr> Contents </vt:lpstr>
      <vt:lpstr>Modeling data relationships</vt:lpstr>
      <vt:lpstr>Modeling data relationships</vt:lpstr>
      <vt:lpstr>Modeling data relationships</vt:lpstr>
      <vt:lpstr>The data dictionary</vt:lpstr>
      <vt:lpstr>The data dictionary</vt:lpstr>
      <vt:lpstr>Data analysis</vt:lpstr>
      <vt:lpstr>Specifying reports</vt:lpstr>
      <vt:lpstr>Specifying reports</vt:lpstr>
      <vt:lpstr>Specifying reports</vt:lpstr>
      <vt:lpstr>Specifying reports</vt:lpstr>
      <vt:lpstr>Specifying reports</vt:lpstr>
      <vt:lpstr>Dashboard reporting</vt:lpstr>
      <vt:lpstr>Dashboard reporting</vt:lpstr>
      <vt:lpstr>Review chapter 13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Nguyen Dinh Vinh (FE FPTU CT)</cp:lastModifiedBy>
  <cp:revision>50</cp:revision>
  <dcterms:created xsi:type="dcterms:W3CDTF">2018-04-24T06:50:23Z</dcterms:created>
  <dcterms:modified xsi:type="dcterms:W3CDTF">2021-06-07T06:41:52Z</dcterms:modified>
</cp:coreProperties>
</file>