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1" r:id="rId1"/>
  </p:sldMasterIdLst>
  <p:notesMasterIdLst>
    <p:notesMasterId r:id="rId20"/>
  </p:notesMasterIdLst>
  <p:sldIdLst>
    <p:sldId id="257" r:id="rId2"/>
    <p:sldId id="273" r:id="rId3"/>
    <p:sldId id="258" r:id="rId4"/>
    <p:sldId id="259" r:id="rId5"/>
    <p:sldId id="260" r:id="rId6"/>
    <p:sldId id="265" r:id="rId7"/>
    <p:sldId id="261" r:id="rId8"/>
    <p:sldId id="272" r:id="rId9"/>
    <p:sldId id="266" r:id="rId10"/>
    <p:sldId id="267" r:id="rId11"/>
    <p:sldId id="262" r:id="rId12"/>
    <p:sldId id="268" r:id="rId13"/>
    <p:sldId id="263" r:id="rId14"/>
    <p:sldId id="269" r:id="rId15"/>
    <p:sldId id="270" r:id="rId16"/>
    <p:sldId id="271" r:id="rId17"/>
    <p:sldId id="274" r:id="rId18"/>
    <p:sldId id="26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1" autoAdjust="0"/>
    <p:restoredTop sz="76545" autoAdjust="0"/>
  </p:normalViewPr>
  <p:slideViewPr>
    <p:cSldViewPr snapToGrid="0">
      <p:cViewPr varScale="1">
        <p:scale>
          <a:sx n="56" d="100"/>
          <a:sy n="56" d="100"/>
        </p:scale>
        <p:origin x="18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a:t>
          </a:r>
          <a:r>
            <a:rPr lang="en-US" sz="1600" dirty="0" smtClean="0"/>
            <a:t>10: Document requirements.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SRS – SW Req. Spec.</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Why document?</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2BC47C35-CB2E-4ADA-997E-20AB4D35A222}">
      <dgm:prSet phldrT="[Text]" custT="1"/>
      <dgm:spPr/>
      <dgm:t>
        <a:bodyPr/>
        <a:lstStyle/>
        <a:p>
          <a:r>
            <a:rPr lang="en-US" sz="1600" dirty="0" smtClean="0"/>
            <a:t>Benefits of SRQ</a:t>
          </a:r>
          <a:endParaRPr lang="en-US" sz="1600" dirty="0"/>
        </a:p>
      </dgm:t>
    </dgm:pt>
    <dgm:pt modelId="{53352947-0336-403A-A4B4-89467D459512}" type="parTrans" cxnId="{5EA3EC21-4C2E-4557-90C3-44F68A007575}">
      <dgm:prSet/>
      <dgm:spPr/>
      <dgm:t>
        <a:bodyPr/>
        <a:lstStyle/>
        <a:p>
          <a:endParaRPr lang="en-US"/>
        </a:p>
      </dgm:t>
    </dgm:pt>
    <dgm:pt modelId="{03A1EA09-EFE1-4310-BC77-8BB1F0EA5858}" type="sibTrans" cxnId="{5EA3EC21-4C2E-4557-90C3-44F68A007575}">
      <dgm:prSet/>
      <dgm:spPr/>
      <dgm:t>
        <a:bodyPr/>
        <a:lstStyle/>
        <a:p>
          <a:endParaRPr lang="en-US"/>
        </a:p>
      </dgm:t>
    </dgm:pt>
    <dgm:pt modelId="{AF6C41DE-0FE9-4FE2-8BE9-4215E0A90589}">
      <dgm:prSet phldrT="[Text]" custT="1"/>
      <dgm:spPr/>
      <dgm:t>
        <a:bodyPr/>
        <a:lstStyle/>
        <a:p>
          <a:r>
            <a:rPr lang="en-US" sz="1600" dirty="0" smtClean="0"/>
            <a:t> </a:t>
          </a:r>
          <a:r>
            <a:rPr lang="en-US" sz="1600" dirty="0" smtClean="0"/>
            <a:t>How to organize SRS</a:t>
          </a:r>
          <a:endParaRPr lang="en-US" sz="1600" dirty="0"/>
        </a:p>
      </dgm:t>
    </dgm:pt>
    <dgm:pt modelId="{8E7DC7A7-3675-4E95-A153-8ABEB0FFE8D1}" type="parTrans" cxnId="{B407561B-81B2-4844-BB92-700E2E515551}">
      <dgm:prSet/>
      <dgm:spPr/>
      <dgm:t>
        <a:bodyPr/>
        <a:lstStyle/>
        <a:p>
          <a:endParaRPr lang="en-US"/>
        </a:p>
      </dgm:t>
    </dgm:pt>
    <dgm:pt modelId="{97EE64CF-B61C-4098-8AAA-B86B1D9E9733}" type="sibTrans" cxnId="{B407561B-81B2-4844-BB92-700E2E515551}">
      <dgm:prSet/>
      <dgm:spPr/>
      <dgm:t>
        <a:bodyPr/>
        <a:lstStyle/>
        <a:p>
          <a:endParaRPr lang="en-US"/>
        </a:p>
      </dgm:t>
    </dgm:pt>
    <dgm:pt modelId="{B8979EE1-0B76-49DF-94CB-E21FB2BFFE93}">
      <dgm:prSet phldrT="[Text]" custT="1"/>
      <dgm:spPr/>
      <dgm:t>
        <a:bodyPr/>
        <a:lstStyle/>
        <a:p>
          <a:r>
            <a:rPr lang="en-US" sz="1600" dirty="0" smtClean="0"/>
            <a:t>Dealing with incompleteness</a:t>
          </a:r>
          <a:endParaRPr lang="en-US" sz="1600" dirty="0"/>
        </a:p>
      </dgm:t>
    </dgm:pt>
    <dgm:pt modelId="{465E99B4-164C-4BAE-9F07-11FC02BDF1C0}" type="parTrans" cxnId="{9DABB44F-B42B-443F-9E2F-FFD3DF781252}">
      <dgm:prSet/>
      <dgm:spPr/>
      <dgm:t>
        <a:bodyPr/>
        <a:lstStyle/>
        <a:p>
          <a:endParaRPr lang="en-US"/>
        </a:p>
      </dgm:t>
    </dgm:pt>
    <dgm:pt modelId="{A52399AA-C95C-41D6-976A-0B5DE871750C}" type="sibTrans" cxnId="{9DABB44F-B42B-443F-9E2F-FFD3DF781252}">
      <dgm:prSet/>
      <dgm:spPr/>
      <dgm:t>
        <a:bodyPr/>
        <a:lstStyle/>
        <a:p>
          <a:endParaRPr lang="en-US"/>
        </a:p>
      </dgm:t>
    </dgm:pt>
    <dgm:pt modelId="{AE68B444-C5C7-40B0-9757-3C4195D3D30B}">
      <dgm:prSet phldrT="[Text]" custT="1"/>
      <dgm:spPr/>
      <dgm:t>
        <a:bodyPr/>
        <a:lstStyle/>
        <a:p>
          <a:r>
            <a:rPr lang="en-US" sz="1600" dirty="0" smtClean="0"/>
            <a:t>Spec. in agile projects</a:t>
          </a:r>
          <a:endParaRPr lang="en-US" sz="1600" dirty="0"/>
        </a:p>
      </dgm:t>
    </dgm:pt>
    <dgm:pt modelId="{702A49D8-FD51-4FBF-ABE4-0895861A0593}" type="parTrans" cxnId="{EE9AED94-D7DF-441A-9B62-C8DB1278DD6F}">
      <dgm:prSet/>
      <dgm:spPr/>
      <dgm:t>
        <a:bodyPr/>
        <a:lstStyle/>
        <a:p>
          <a:endParaRPr lang="en-US"/>
        </a:p>
      </dgm:t>
    </dgm:pt>
    <dgm:pt modelId="{55FAD373-F9D9-4891-8E61-4EEA6704E0B6}" type="sibTrans" cxnId="{EE9AED94-D7DF-441A-9B62-C8DB1278DD6F}">
      <dgm:prSet/>
      <dgm:spPr/>
      <dgm:t>
        <a:bodyPr/>
        <a:lstStyle/>
        <a:p>
          <a:endParaRPr lang="en-US"/>
        </a:p>
      </dgm:t>
    </dgm:pt>
    <dgm:pt modelId="{5323ECFE-A439-43DD-86F5-E223F3FF1605}">
      <dgm:prSet phldrT="[Text]" custT="1"/>
      <dgm:spPr/>
      <dgm:t>
        <a:bodyPr/>
        <a:lstStyle/>
        <a:p>
          <a:r>
            <a:rPr lang="en-US" sz="1600" dirty="0" smtClean="0"/>
            <a:t>Template of SRS</a:t>
          </a:r>
          <a:endParaRPr lang="en-US" sz="1600" dirty="0"/>
        </a:p>
      </dgm:t>
    </dgm:pt>
    <dgm:pt modelId="{8669EFF5-36FB-4F26-9073-0BC5CE3F32DD}" type="parTrans" cxnId="{8F71BDBE-4454-420F-AAF0-44167AEE4AE3}">
      <dgm:prSet/>
      <dgm:spPr/>
      <dgm:t>
        <a:bodyPr/>
        <a:lstStyle/>
        <a:p>
          <a:endParaRPr lang="en-US"/>
        </a:p>
      </dgm:t>
    </dgm:pt>
    <dgm:pt modelId="{493CCD4C-09F5-46EC-9CE6-108D35518D99}" type="sibTrans" cxnId="{8F71BDBE-4454-420F-AAF0-44167AEE4AE3}">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911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911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BABFBFB4-78A4-4B16-AD3A-61E896716A3C}" type="pres">
      <dgm:prSet presAssocID="{53352947-0336-403A-A4B4-89467D459512}" presName="Name37" presStyleLbl="parChTrans1D3" presStyleIdx="0" presStyleCnt="3"/>
      <dgm:spPr/>
      <dgm:t>
        <a:bodyPr/>
        <a:lstStyle/>
        <a:p>
          <a:endParaRPr lang="en-US"/>
        </a:p>
      </dgm:t>
    </dgm:pt>
    <dgm:pt modelId="{BA209B51-AF20-42D0-B73C-E23DAC280B0E}" type="pres">
      <dgm:prSet presAssocID="{2BC47C35-CB2E-4ADA-997E-20AB4D35A222}" presName="hierRoot2" presStyleCnt="0">
        <dgm:presLayoutVars>
          <dgm:hierBranch val="init"/>
        </dgm:presLayoutVars>
      </dgm:prSet>
      <dgm:spPr/>
    </dgm:pt>
    <dgm:pt modelId="{6179A435-2294-4E89-9AFD-488B7F3D520A}" type="pres">
      <dgm:prSet presAssocID="{2BC47C35-CB2E-4ADA-997E-20AB4D35A222}" presName="rootComposite" presStyleCnt="0"/>
      <dgm:spPr/>
    </dgm:pt>
    <dgm:pt modelId="{1A87DFD0-A1A5-4AEF-9874-88156CA4976E}" type="pres">
      <dgm:prSet presAssocID="{2BC47C35-CB2E-4ADA-997E-20AB4D35A222}" presName="rootText" presStyleLbl="node3" presStyleIdx="0" presStyleCnt="3" custScaleX="107041">
        <dgm:presLayoutVars>
          <dgm:chPref val="3"/>
        </dgm:presLayoutVars>
      </dgm:prSet>
      <dgm:spPr/>
      <dgm:t>
        <a:bodyPr/>
        <a:lstStyle/>
        <a:p>
          <a:endParaRPr lang="en-US"/>
        </a:p>
      </dgm:t>
    </dgm:pt>
    <dgm:pt modelId="{5F6EAB39-768E-4EF5-A122-D240B2B03279}" type="pres">
      <dgm:prSet presAssocID="{2BC47C35-CB2E-4ADA-997E-20AB4D35A222}" presName="rootConnector" presStyleLbl="node3" presStyleIdx="0" presStyleCnt="3"/>
      <dgm:spPr/>
      <dgm:t>
        <a:bodyPr/>
        <a:lstStyle/>
        <a:p>
          <a:endParaRPr lang="en-US"/>
        </a:p>
      </dgm:t>
    </dgm:pt>
    <dgm:pt modelId="{41C14111-03E5-40B0-B727-819D7A9BEF5B}" type="pres">
      <dgm:prSet presAssocID="{2BC47C35-CB2E-4ADA-997E-20AB4D35A222}" presName="hierChild4" presStyleCnt="0"/>
      <dgm:spPr/>
    </dgm:pt>
    <dgm:pt modelId="{1A74A65C-B44E-4F57-AF52-C2C8A7DB0B53}" type="pres">
      <dgm:prSet presAssocID="{2BC47C35-CB2E-4ADA-997E-20AB4D35A222}" presName="hierChild5" presStyleCnt="0"/>
      <dgm:spPr/>
    </dgm:pt>
    <dgm:pt modelId="{1891E697-DEB2-442F-BDF2-5A9697934126}" type="pres">
      <dgm:prSet presAssocID="{8E7DC7A7-3675-4E95-A153-8ABEB0FFE8D1}" presName="Name37" presStyleLbl="parChTrans1D3" presStyleIdx="1" presStyleCnt="3"/>
      <dgm:spPr/>
      <dgm:t>
        <a:bodyPr/>
        <a:lstStyle/>
        <a:p>
          <a:endParaRPr lang="en-US"/>
        </a:p>
      </dgm:t>
    </dgm:pt>
    <dgm:pt modelId="{47BA5C8E-C2F3-43E7-BA5C-64E91DC65EB3}" type="pres">
      <dgm:prSet presAssocID="{AF6C41DE-0FE9-4FE2-8BE9-4215E0A90589}" presName="hierRoot2" presStyleCnt="0">
        <dgm:presLayoutVars>
          <dgm:hierBranch val="init"/>
        </dgm:presLayoutVars>
      </dgm:prSet>
      <dgm:spPr/>
    </dgm:pt>
    <dgm:pt modelId="{9308229C-1B34-401A-AF79-99FCEC67DA76}" type="pres">
      <dgm:prSet presAssocID="{AF6C41DE-0FE9-4FE2-8BE9-4215E0A90589}" presName="rootComposite" presStyleCnt="0"/>
      <dgm:spPr/>
    </dgm:pt>
    <dgm:pt modelId="{381C7EA2-2B75-4178-AA8A-D217EDCFA36F}" type="pres">
      <dgm:prSet presAssocID="{AF6C41DE-0FE9-4FE2-8BE9-4215E0A90589}" presName="rootText" presStyleLbl="node3" presStyleIdx="1" presStyleCnt="3" custScaleX="99770">
        <dgm:presLayoutVars>
          <dgm:chPref val="3"/>
        </dgm:presLayoutVars>
      </dgm:prSet>
      <dgm:spPr/>
      <dgm:t>
        <a:bodyPr/>
        <a:lstStyle/>
        <a:p>
          <a:endParaRPr lang="en-US"/>
        </a:p>
      </dgm:t>
    </dgm:pt>
    <dgm:pt modelId="{E6A79A9D-7FBA-4C8B-83E1-52C545B782AF}" type="pres">
      <dgm:prSet presAssocID="{AF6C41DE-0FE9-4FE2-8BE9-4215E0A90589}" presName="rootConnector" presStyleLbl="node3" presStyleIdx="1" presStyleCnt="3"/>
      <dgm:spPr/>
      <dgm:t>
        <a:bodyPr/>
        <a:lstStyle/>
        <a:p>
          <a:endParaRPr lang="en-US"/>
        </a:p>
      </dgm:t>
    </dgm:pt>
    <dgm:pt modelId="{8877DBAC-6271-426B-82E5-4D334732C047}" type="pres">
      <dgm:prSet presAssocID="{AF6C41DE-0FE9-4FE2-8BE9-4215E0A90589}" presName="hierChild4" presStyleCnt="0"/>
      <dgm:spPr/>
    </dgm:pt>
    <dgm:pt modelId="{BF715645-1D79-4998-85D3-11D4125E6231}" type="pres">
      <dgm:prSet presAssocID="{AF6C41DE-0FE9-4FE2-8BE9-4215E0A90589}" presName="hierChild5" presStyleCnt="0"/>
      <dgm:spPr/>
    </dgm:pt>
    <dgm:pt modelId="{3E83B12F-F2D0-401E-97A0-DA19B14C1332}" type="pres">
      <dgm:prSet presAssocID="{8669EFF5-36FB-4F26-9073-0BC5CE3F32DD}" presName="Name37" presStyleLbl="parChTrans1D3" presStyleIdx="2" presStyleCnt="3"/>
      <dgm:spPr/>
    </dgm:pt>
    <dgm:pt modelId="{51C91A33-5209-44A6-950F-352ACDC745D2}" type="pres">
      <dgm:prSet presAssocID="{5323ECFE-A439-43DD-86F5-E223F3FF1605}" presName="hierRoot2" presStyleCnt="0">
        <dgm:presLayoutVars>
          <dgm:hierBranch val="init"/>
        </dgm:presLayoutVars>
      </dgm:prSet>
      <dgm:spPr/>
    </dgm:pt>
    <dgm:pt modelId="{351A1CDC-91FF-4E1D-8FA6-7CC2B06C74A3}" type="pres">
      <dgm:prSet presAssocID="{5323ECFE-A439-43DD-86F5-E223F3FF1605}" presName="rootComposite" presStyleCnt="0"/>
      <dgm:spPr/>
    </dgm:pt>
    <dgm:pt modelId="{85A1316D-ED80-4577-B759-788B000317FB}" type="pres">
      <dgm:prSet presAssocID="{5323ECFE-A439-43DD-86F5-E223F3FF1605}" presName="rootText" presStyleLbl="node3" presStyleIdx="2" presStyleCnt="3">
        <dgm:presLayoutVars>
          <dgm:chPref val="3"/>
        </dgm:presLayoutVars>
      </dgm:prSet>
      <dgm:spPr/>
      <dgm:t>
        <a:bodyPr/>
        <a:lstStyle/>
        <a:p>
          <a:endParaRPr lang="en-US"/>
        </a:p>
      </dgm:t>
    </dgm:pt>
    <dgm:pt modelId="{823EE2B5-8CBA-4AE9-814C-6A86F7DE680B}" type="pres">
      <dgm:prSet presAssocID="{5323ECFE-A439-43DD-86F5-E223F3FF1605}" presName="rootConnector" presStyleLbl="node3" presStyleIdx="2" presStyleCnt="3"/>
      <dgm:spPr/>
      <dgm:t>
        <a:bodyPr/>
        <a:lstStyle/>
        <a:p>
          <a:endParaRPr lang="en-US"/>
        </a:p>
      </dgm:t>
    </dgm:pt>
    <dgm:pt modelId="{EDA406CA-A13A-423A-894C-CAD689333595}" type="pres">
      <dgm:prSet presAssocID="{5323ECFE-A439-43DD-86F5-E223F3FF1605}" presName="hierChild4" presStyleCnt="0"/>
      <dgm:spPr/>
    </dgm:pt>
    <dgm:pt modelId="{F4C3AF8A-0B4C-4723-9172-5989FB9508BE}" type="pres">
      <dgm:prSet presAssocID="{5323ECFE-A439-43DD-86F5-E223F3FF1605}" presName="hierChild5" presStyleCnt="0"/>
      <dgm:spPr/>
    </dgm:pt>
    <dgm:pt modelId="{3E362709-8DF5-4ED1-BE78-2D67C7F6CD59}" type="pres">
      <dgm:prSet presAssocID="{620DD3EC-BDCD-468B-B566-7FE2B848507E}" presName="hierChild5" presStyleCnt="0"/>
      <dgm:spPr/>
    </dgm:pt>
    <dgm:pt modelId="{F35E2B4E-A03A-4CEC-8313-CD85481B51A2}" type="pres">
      <dgm:prSet presAssocID="{465E99B4-164C-4BAE-9F07-11FC02BDF1C0}" presName="Name37" presStyleLbl="parChTrans1D2" presStyleIdx="2" presStyleCnt="4"/>
      <dgm:spPr/>
    </dgm:pt>
    <dgm:pt modelId="{C14ADC0F-DB14-4D25-B270-993163C4E4BB}" type="pres">
      <dgm:prSet presAssocID="{B8979EE1-0B76-49DF-94CB-E21FB2BFFE93}" presName="hierRoot2" presStyleCnt="0">
        <dgm:presLayoutVars>
          <dgm:hierBranch val="init"/>
        </dgm:presLayoutVars>
      </dgm:prSet>
      <dgm:spPr/>
    </dgm:pt>
    <dgm:pt modelId="{31F1624B-B6B3-4011-8CEE-5A82CECD3631}" type="pres">
      <dgm:prSet presAssocID="{B8979EE1-0B76-49DF-94CB-E21FB2BFFE93}" presName="rootComposite" presStyleCnt="0"/>
      <dgm:spPr/>
    </dgm:pt>
    <dgm:pt modelId="{3974D9EF-2642-4EA6-B022-A6FB2F4B3087}" type="pres">
      <dgm:prSet presAssocID="{B8979EE1-0B76-49DF-94CB-E21FB2BFFE93}" presName="rootText" presStyleLbl="node2" presStyleIdx="2" presStyleCnt="4">
        <dgm:presLayoutVars>
          <dgm:chPref val="3"/>
        </dgm:presLayoutVars>
      </dgm:prSet>
      <dgm:spPr/>
      <dgm:t>
        <a:bodyPr/>
        <a:lstStyle/>
        <a:p>
          <a:endParaRPr lang="en-US"/>
        </a:p>
      </dgm:t>
    </dgm:pt>
    <dgm:pt modelId="{3171E5CA-E43A-470A-B942-64771F94AC4C}" type="pres">
      <dgm:prSet presAssocID="{B8979EE1-0B76-49DF-94CB-E21FB2BFFE93}" presName="rootConnector" presStyleLbl="node2" presStyleIdx="2" presStyleCnt="4"/>
      <dgm:spPr/>
      <dgm:t>
        <a:bodyPr/>
        <a:lstStyle/>
        <a:p>
          <a:endParaRPr lang="en-US"/>
        </a:p>
      </dgm:t>
    </dgm:pt>
    <dgm:pt modelId="{CBF86D54-ADE7-46C0-AF01-7B3BB5C7EF85}" type="pres">
      <dgm:prSet presAssocID="{B8979EE1-0B76-49DF-94CB-E21FB2BFFE93}" presName="hierChild4" presStyleCnt="0"/>
      <dgm:spPr/>
    </dgm:pt>
    <dgm:pt modelId="{9F816470-F765-4467-8BFE-055142852E76}" type="pres">
      <dgm:prSet presAssocID="{B8979EE1-0B76-49DF-94CB-E21FB2BFFE93}" presName="hierChild5" presStyleCnt="0"/>
      <dgm:spPr/>
    </dgm:pt>
    <dgm:pt modelId="{4DCCC1AE-E3D9-4C8E-95CC-A4A826BA2101}" type="pres">
      <dgm:prSet presAssocID="{702A49D8-FD51-4FBF-ABE4-0895861A0593}" presName="Name37" presStyleLbl="parChTrans1D2" presStyleIdx="3" presStyleCnt="4"/>
      <dgm:spPr/>
    </dgm:pt>
    <dgm:pt modelId="{A83F3CD7-3DA7-4B85-9BBF-6082D0914AC4}" type="pres">
      <dgm:prSet presAssocID="{AE68B444-C5C7-40B0-9757-3C4195D3D30B}" presName="hierRoot2" presStyleCnt="0">
        <dgm:presLayoutVars>
          <dgm:hierBranch val="init"/>
        </dgm:presLayoutVars>
      </dgm:prSet>
      <dgm:spPr/>
    </dgm:pt>
    <dgm:pt modelId="{7AAF9ABC-20DE-4A4D-8954-C771CFD69C51}" type="pres">
      <dgm:prSet presAssocID="{AE68B444-C5C7-40B0-9757-3C4195D3D30B}" presName="rootComposite" presStyleCnt="0"/>
      <dgm:spPr/>
    </dgm:pt>
    <dgm:pt modelId="{4D50568A-99FE-4C2E-B655-0C99B0D5E536}" type="pres">
      <dgm:prSet presAssocID="{AE68B444-C5C7-40B0-9757-3C4195D3D30B}" presName="rootText" presStyleLbl="node2" presStyleIdx="3" presStyleCnt="4">
        <dgm:presLayoutVars>
          <dgm:chPref val="3"/>
        </dgm:presLayoutVars>
      </dgm:prSet>
      <dgm:spPr/>
      <dgm:t>
        <a:bodyPr/>
        <a:lstStyle/>
        <a:p>
          <a:endParaRPr lang="en-US"/>
        </a:p>
      </dgm:t>
    </dgm:pt>
    <dgm:pt modelId="{D03E2185-1F12-4FA5-B160-55D74A823DA1}" type="pres">
      <dgm:prSet presAssocID="{AE68B444-C5C7-40B0-9757-3C4195D3D30B}" presName="rootConnector" presStyleLbl="node2" presStyleIdx="3" presStyleCnt="4"/>
      <dgm:spPr/>
      <dgm:t>
        <a:bodyPr/>
        <a:lstStyle/>
        <a:p>
          <a:endParaRPr lang="en-US"/>
        </a:p>
      </dgm:t>
    </dgm:pt>
    <dgm:pt modelId="{8A245ED3-0C8C-47C0-AAA0-3A08E5157848}" type="pres">
      <dgm:prSet presAssocID="{AE68B444-C5C7-40B0-9757-3C4195D3D30B}" presName="hierChild4" presStyleCnt="0"/>
      <dgm:spPr/>
    </dgm:pt>
    <dgm:pt modelId="{ABC5657C-0A34-4361-B3A8-5A4DD465D133}" type="pres">
      <dgm:prSet presAssocID="{AE68B444-C5C7-40B0-9757-3C4195D3D30B}" presName="hierChild5" presStyleCnt="0"/>
      <dgm:spPr/>
    </dgm:pt>
    <dgm:pt modelId="{96DEF822-DC52-4FFC-82DA-389CD5B29657}" type="pres">
      <dgm:prSet presAssocID="{9E6404DC-1053-49D6-95EE-599A97C88DD3}" presName="hierChild3" presStyleCnt="0"/>
      <dgm:spPr/>
    </dgm:pt>
  </dgm:ptLst>
  <dgm:cxnLst>
    <dgm:cxn modelId="{07AB8472-A651-48C8-9CF2-00815F444309}" type="presOf" srcId="{9E6404DC-1053-49D6-95EE-599A97C88DD3}" destId="{0F3C8968-31FF-46A5-BCB3-A2E771257413}" srcOrd="0" destOrd="0" presId="urn:microsoft.com/office/officeart/2005/8/layout/orgChart1"/>
    <dgm:cxn modelId="{18C0B248-CAFA-4BE0-8E82-DC067C692D04}" type="presOf" srcId="{620DD3EC-BDCD-468B-B566-7FE2B848507E}" destId="{1999F93D-C5E3-4B58-A38A-C971B5C1871B}" srcOrd="1" destOrd="0" presId="urn:microsoft.com/office/officeart/2005/8/layout/orgChart1"/>
    <dgm:cxn modelId="{D0EF4182-6C93-4D26-B294-B111AB1F913F}" type="presOf" srcId="{5323ECFE-A439-43DD-86F5-E223F3FF1605}" destId="{85A1316D-ED80-4577-B759-788B000317FB}"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9AADDF2-FC26-4871-928E-E1FE353466DF}" type="presOf" srcId="{2BC47C35-CB2E-4ADA-997E-20AB4D35A222}" destId="{5F6EAB39-768E-4EF5-A122-D240B2B03279}" srcOrd="1" destOrd="0" presId="urn:microsoft.com/office/officeart/2005/8/layout/orgChart1"/>
    <dgm:cxn modelId="{C4935A74-CE7A-474B-85DA-6D313F70B19D}" type="presOf" srcId="{53352947-0336-403A-A4B4-89467D459512}" destId="{BABFBFB4-78A4-4B16-AD3A-61E896716A3C}"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AC39F653-00D5-4219-8557-1E633AAA0D11}" type="presOf" srcId="{9E6404DC-1053-49D6-95EE-599A97C88DD3}" destId="{C8C73746-D1E9-45A4-A4B2-4DB251C0CC5A}" srcOrd="1" destOrd="0" presId="urn:microsoft.com/office/officeart/2005/8/layout/orgChart1"/>
    <dgm:cxn modelId="{34E1025D-8BEF-4575-9E39-4FA2D1E66E87}" type="presOf" srcId="{B8979EE1-0B76-49DF-94CB-E21FB2BFFE93}" destId="{3974D9EF-2642-4EA6-B022-A6FB2F4B3087}" srcOrd="0" destOrd="0" presId="urn:microsoft.com/office/officeart/2005/8/layout/orgChart1"/>
    <dgm:cxn modelId="{9A82000C-61C9-4099-A3C1-EABEE2470C58}" type="presOf" srcId="{B8979EE1-0B76-49DF-94CB-E21FB2BFFE93}" destId="{3171E5CA-E43A-470A-B942-64771F94AC4C}"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08D54B94-C41F-4B76-96B1-E817440FFAEC}" type="presOf" srcId="{AE68B444-C5C7-40B0-9757-3C4195D3D30B}" destId="{D03E2185-1F12-4FA5-B160-55D74A823DA1}" srcOrd="1" destOrd="0" presId="urn:microsoft.com/office/officeart/2005/8/layout/orgChart1"/>
    <dgm:cxn modelId="{C7B5CF1A-868A-4360-B1B7-09ACAE8ABA4C}" type="presOf" srcId="{AF6C41DE-0FE9-4FE2-8BE9-4215E0A90589}" destId="{E6A79A9D-7FBA-4C8B-83E1-52C545B782AF}" srcOrd="1" destOrd="0" presId="urn:microsoft.com/office/officeart/2005/8/layout/orgChart1"/>
    <dgm:cxn modelId="{8F71BDBE-4454-420F-AAF0-44167AEE4AE3}" srcId="{620DD3EC-BDCD-468B-B566-7FE2B848507E}" destId="{5323ECFE-A439-43DD-86F5-E223F3FF1605}" srcOrd="2" destOrd="0" parTransId="{8669EFF5-36FB-4F26-9073-0BC5CE3F32DD}" sibTransId="{493CCD4C-09F5-46EC-9CE6-108D35518D99}"/>
    <dgm:cxn modelId="{EE9AED94-D7DF-441A-9B62-C8DB1278DD6F}" srcId="{9E6404DC-1053-49D6-95EE-599A97C88DD3}" destId="{AE68B444-C5C7-40B0-9757-3C4195D3D30B}" srcOrd="3" destOrd="0" parTransId="{702A49D8-FD51-4FBF-ABE4-0895861A0593}" sibTransId="{55FAD373-F9D9-4891-8E61-4EEA6704E0B6}"/>
    <dgm:cxn modelId="{5EA19B68-6728-412F-A9A9-320472C7C6E5}" type="presOf" srcId="{AF6C41DE-0FE9-4FE2-8BE9-4215E0A90589}" destId="{381C7EA2-2B75-4178-AA8A-D217EDCFA36F}" srcOrd="0" destOrd="0" presId="urn:microsoft.com/office/officeart/2005/8/layout/orgChart1"/>
    <dgm:cxn modelId="{03ED93F4-6D9A-4E61-B39F-3104048E5745}" type="presOf" srcId="{5323ECFE-A439-43DD-86F5-E223F3FF1605}" destId="{823EE2B5-8CBA-4AE9-814C-6A86F7DE680B}"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F71DEF05-0776-4E9C-8242-F6CA5CDAE21D}" type="presOf" srcId="{620DD3EC-BDCD-468B-B566-7FE2B848507E}" destId="{02B28F85-DE51-42FF-859E-1DD3A478F426}"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33FC4E4D-D279-44F8-B4E6-670B0DBF6C93}" type="presOf" srcId="{8669EFF5-36FB-4F26-9073-0BC5CE3F32DD}" destId="{3E83B12F-F2D0-401E-97A0-DA19B14C1332}" srcOrd="0" destOrd="0" presId="urn:microsoft.com/office/officeart/2005/8/layout/orgChart1"/>
    <dgm:cxn modelId="{35109554-8A4C-4136-A400-BA009FE95FDD}" type="presOf" srcId="{AE68B444-C5C7-40B0-9757-3C4195D3D30B}" destId="{4D50568A-99FE-4C2E-B655-0C99B0D5E536}" srcOrd="0" destOrd="0" presId="urn:microsoft.com/office/officeart/2005/8/layout/orgChart1"/>
    <dgm:cxn modelId="{5B5C6E2B-D947-44FC-AFDD-A2172447CA13}" type="presOf" srcId="{465E99B4-164C-4BAE-9F07-11FC02BDF1C0}" destId="{F35E2B4E-A03A-4CEC-8313-CD85481B51A2}" srcOrd="0" destOrd="0" presId="urn:microsoft.com/office/officeart/2005/8/layout/orgChart1"/>
    <dgm:cxn modelId="{5EA3EC21-4C2E-4557-90C3-44F68A007575}" srcId="{620DD3EC-BDCD-468B-B566-7FE2B848507E}" destId="{2BC47C35-CB2E-4ADA-997E-20AB4D35A222}" srcOrd="0" destOrd="0" parTransId="{53352947-0336-403A-A4B4-89467D459512}" sibTransId="{03A1EA09-EFE1-4310-BC77-8BB1F0EA5858}"/>
    <dgm:cxn modelId="{D58A6A88-4760-4BEC-8A98-05B8C39BBD3D}" type="presOf" srcId="{1A65A4D7-7720-45CB-8279-86EBD3407E97}" destId="{11077618-9302-474C-8482-1BBB83E3AEF1}" srcOrd="0" destOrd="0" presId="urn:microsoft.com/office/officeart/2005/8/layout/orgChart1"/>
    <dgm:cxn modelId="{BD1B582D-90D8-49DA-B936-28F08008BD1B}" type="presOf" srcId="{2BC47C35-CB2E-4ADA-997E-20AB4D35A222}" destId="{1A87DFD0-A1A5-4AEF-9874-88156CA4976E}" srcOrd="0" destOrd="0" presId="urn:microsoft.com/office/officeart/2005/8/layout/orgChart1"/>
    <dgm:cxn modelId="{9DABB44F-B42B-443F-9E2F-FFD3DF781252}" srcId="{9E6404DC-1053-49D6-95EE-599A97C88DD3}" destId="{B8979EE1-0B76-49DF-94CB-E21FB2BFFE93}" srcOrd="2" destOrd="0" parTransId="{465E99B4-164C-4BAE-9F07-11FC02BDF1C0}" sibTransId="{A52399AA-C95C-41D6-976A-0B5DE871750C}"/>
    <dgm:cxn modelId="{2C85AFA9-6848-4AB6-B237-B4EAB99AC28A}" type="presOf" srcId="{702A49D8-FD51-4FBF-ABE4-0895861A0593}" destId="{4DCCC1AE-E3D9-4C8E-95CC-A4A826BA2101}" srcOrd="0" destOrd="0" presId="urn:microsoft.com/office/officeart/2005/8/layout/orgChart1"/>
    <dgm:cxn modelId="{B407561B-81B2-4844-BB92-700E2E515551}" srcId="{620DD3EC-BDCD-468B-B566-7FE2B848507E}" destId="{AF6C41DE-0FE9-4FE2-8BE9-4215E0A90589}" srcOrd="1" destOrd="0" parTransId="{8E7DC7A7-3675-4E95-A153-8ABEB0FFE8D1}" sibTransId="{97EE64CF-B61C-4098-8AAA-B86B1D9E9733}"/>
    <dgm:cxn modelId="{15BB7EBF-7831-4041-A98F-52D4569CB868}" type="presOf" srcId="{8E7DC7A7-3675-4E95-A153-8ABEB0FFE8D1}" destId="{1891E697-DEB2-442F-BDF2-5A969793412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4D91BB93-8A96-4B28-ABD7-E0C5172A8ABF}" type="presParOf" srcId="{4C592C92-3156-443C-BB98-9204DFF01F72}" destId="{BABFBFB4-78A4-4B16-AD3A-61E896716A3C}" srcOrd="0" destOrd="0" presId="urn:microsoft.com/office/officeart/2005/8/layout/orgChart1"/>
    <dgm:cxn modelId="{F17702E9-44E5-41A2-AB97-DEF80E41314D}" type="presParOf" srcId="{4C592C92-3156-443C-BB98-9204DFF01F72}" destId="{BA209B51-AF20-42D0-B73C-E23DAC280B0E}" srcOrd="1" destOrd="0" presId="urn:microsoft.com/office/officeart/2005/8/layout/orgChart1"/>
    <dgm:cxn modelId="{167BE2AE-7ABD-485D-A51D-9A62B95A7DAB}" type="presParOf" srcId="{BA209B51-AF20-42D0-B73C-E23DAC280B0E}" destId="{6179A435-2294-4E89-9AFD-488B7F3D520A}" srcOrd="0" destOrd="0" presId="urn:microsoft.com/office/officeart/2005/8/layout/orgChart1"/>
    <dgm:cxn modelId="{AF05B589-CCF1-425E-8E4E-B089B4C22776}" type="presParOf" srcId="{6179A435-2294-4E89-9AFD-488B7F3D520A}" destId="{1A87DFD0-A1A5-4AEF-9874-88156CA4976E}" srcOrd="0" destOrd="0" presId="urn:microsoft.com/office/officeart/2005/8/layout/orgChart1"/>
    <dgm:cxn modelId="{C8F15CC9-9798-4D55-96FB-0B3E6814CF27}" type="presParOf" srcId="{6179A435-2294-4E89-9AFD-488B7F3D520A}" destId="{5F6EAB39-768E-4EF5-A122-D240B2B03279}" srcOrd="1" destOrd="0" presId="urn:microsoft.com/office/officeart/2005/8/layout/orgChart1"/>
    <dgm:cxn modelId="{CAAF9ACE-C260-468A-A3E4-3053855B58F9}" type="presParOf" srcId="{BA209B51-AF20-42D0-B73C-E23DAC280B0E}" destId="{41C14111-03E5-40B0-B727-819D7A9BEF5B}" srcOrd="1" destOrd="0" presId="urn:microsoft.com/office/officeart/2005/8/layout/orgChart1"/>
    <dgm:cxn modelId="{E6AB5A60-E527-417A-AF75-700D87642E55}" type="presParOf" srcId="{BA209B51-AF20-42D0-B73C-E23DAC280B0E}" destId="{1A74A65C-B44E-4F57-AF52-C2C8A7DB0B53}" srcOrd="2" destOrd="0" presId="urn:microsoft.com/office/officeart/2005/8/layout/orgChart1"/>
    <dgm:cxn modelId="{D3A800B7-4750-40DA-86D4-16AA40D50CD0}" type="presParOf" srcId="{4C592C92-3156-443C-BB98-9204DFF01F72}" destId="{1891E697-DEB2-442F-BDF2-5A9697934126}" srcOrd="2" destOrd="0" presId="urn:microsoft.com/office/officeart/2005/8/layout/orgChart1"/>
    <dgm:cxn modelId="{830F826E-C80E-4FE6-A534-EF1AEF6D039D}" type="presParOf" srcId="{4C592C92-3156-443C-BB98-9204DFF01F72}" destId="{47BA5C8E-C2F3-43E7-BA5C-64E91DC65EB3}" srcOrd="3" destOrd="0" presId="urn:microsoft.com/office/officeart/2005/8/layout/orgChart1"/>
    <dgm:cxn modelId="{C57FBFC5-291B-4334-85F8-999F51C31555}" type="presParOf" srcId="{47BA5C8E-C2F3-43E7-BA5C-64E91DC65EB3}" destId="{9308229C-1B34-401A-AF79-99FCEC67DA76}" srcOrd="0" destOrd="0" presId="urn:microsoft.com/office/officeart/2005/8/layout/orgChart1"/>
    <dgm:cxn modelId="{12DB6058-5D55-4EC1-B5C1-DB4952CEE4D5}" type="presParOf" srcId="{9308229C-1B34-401A-AF79-99FCEC67DA76}" destId="{381C7EA2-2B75-4178-AA8A-D217EDCFA36F}" srcOrd="0" destOrd="0" presId="urn:microsoft.com/office/officeart/2005/8/layout/orgChart1"/>
    <dgm:cxn modelId="{CFD70BAF-650B-4B37-B878-BC378AADECA1}" type="presParOf" srcId="{9308229C-1B34-401A-AF79-99FCEC67DA76}" destId="{E6A79A9D-7FBA-4C8B-83E1-52C545B782AF}" srcOrd="1" destOrd="0" presId="urn:microsoft.com/office/officeart/2005/8/layout/orgChart1"/>
    <dgm:cxn modelId="{591F145B-7D20-460E-BCF7-2C2BDF9980DC}" type="presParOf" srcId="{47BA5C8E-C2F3-43E7-BA5C-64E91DC65EB3}" destId="{8877DBAC-6271-426B-82E5-4D334732C047}" srcOrd="1" destOrd="0" presId="urn:microsoft.com/office/officeart/2005/8/layout/orgChart1"/>
    <dgm:cxn modelId="{72BFE140-8900-40DD-BCEB-B83717EA9B99}" type="presParOf" srcId="{47BA5C8E-C2F3-43E7-BA5C-64E91DC65EB3}" destId="{BF715645-1D79-4998-85D3-11D4125E6231}" srcOrd="2" destOrd="0" presId="urn:microsoft.com/office/officeart/2005/8/layout/orgChart1"/>
    <dgm:cxn modelId="{FCE1E49B-F883-4CC8-98E5-932085D6BE3C}" type="presParOf" srcId="{4C592C92-3156-443C-BB98-9204DFF01F72}" destId="{3E83B12F-F2D0-401E-97A0-DA19B14C1332}" srcOrd="4" destOrd="0" presId="urn:microsoft.com/office/officeart/2005/8/layout/orgChart1"/>
    <dgm:cxn modelId="{7723B77E-DB1C-4467-8718-7B190CC848C0}" type="presParOf" srcId="{4C592C92-3156-443C-BB98-9204DFF01F72}" destId="{51C91A33-5209-44A6-950F-352ACDC745D2}" srcOrd="5" destOrd="0" presId="urn:microsoft.com/office/officeart/2005/8/layout/orgChart1"/>
    <dgm:cxn modelId="{9AB3EF41-12C2-4936-A494-5B9E105DAC55}" type="presParOf" srcId="{51C91A33-5209-44A6-950F-352ACDC745D2}" destId="{351A1CDC-91FF-4E1D-8FA6-7CC2B06C74A3}" srcOrd="0" destOrd="0" presId="urn:microsoft.com/office/officeart/2005/8/layout/orgChart1"/>
    <dgm:cxn modelId="{E7D4E41D-8E81-4B02-B454-A2E77BFF0FC3}" type="presParOf" srcId="{351A1CDC-91FF-4E1D-8FA6-7CC2B06C74A3}" destId="{85A1316D-ED80-4577-B759-788B000317FB}" srcOrd="0" destOrd="0" presId="urn:microsoft.com/office/officeart/2005/8/layout/orgChart1"/>
    <dgm:cxn modelId="{66CB956D-9E52-49F4-8275-5E529E100F39}" type="presParOf" srcId="{351A1CDC-91FF-4E1D-8FA6-7CC2B06C74A3}" destId="{823EE2B5-8CBA-4AE9-814C-6A86F7DE680B}" srcOrd="1" destOrd="0" presId="urn:microsoft.com/office/officeart/2005/8/layout/orgChart1"/>
    <dgm:cxn modelId="{D52BD5BF-239D-4637-858F-73A12C1350FA}" type="presParOf" srcId="{51C91A33-5209-44A6-950F-352ACDC745D2}" destId="{EDA406CA-A13A-423A-894C-CAD689333595}" srcOrd="1" destOrd="0" presId="urn:microsoft.com/office/officeart/2005/8/layout/orgChart1"/>
    <dgm:cxn modelId="{BB781E95-BF23-4818-A592-EFACA73C72C2}" type="presParOf" srcId="{51C91A33-5209-44A6-950F-352ACDC745D2}" destId="{F4C3AF8A-0B4C-4723-9172-5989FB9508BE}"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AC3D0F31-1133-404E-9D57-FF4C19193432}" type="presParOf" srcId="{AD53A4B1-01E7-41E8-9724-31F3910545A4}" destId="{F35E2B4E-A03A-4CEC-8313-CD85481B51A2}" srcOrd="4" destOrd="0" presId="urn:microsoft.com/office/officeart/2005/8/layout/orgChart1"/>
    <dgm:cxn modelId="{B5F3EABD-8A89-4575-9B88-A81A117426CF}" type="presParOf" srcId="{AD53A4B1-01E7-41E8-9724-31F3910545A4}" destId="{C14ADC0F-DB14-4D25-B270-993163C4E4BB}" srcOrd="5" destOrd="0" presId="urn:microsoft.com/office/officeart/2005/8/layout/orgChart1"/>
    <dgm:cxn modelId="{8C65E99B-083F-4567-99A4-AFB70C8F2EC0}" type="presParOf" srcId="{C14ADC0F-DB14-4D25-B270-993163C4E4BB}" destId="{31F1624B-B6B3-4011-8CEE-5A82CECD3631}" srcOrd="0" destOrd="0" presId="urn:microsoft.com/office/officeart/2005/8/layout/orgChart1"/>
    <dgm:cxn modelId="{1ABFA073-406E-474C-9798-14E42694FED9}" type="presParOf" srcId="{31F1624B-B6B3-4011-8CEE-5A82CECD3631}" destId="{3974D9EF-2642-4EA6-B022-A6FB2F4B3087}" srcOrd="0" destOrd="0" presId="urn:microsoft.com/office/officeart/2005/8/layout/orgChart1"/>
    <dgm:cxn modelId="{2E04EF55-B5F2-434D-A7A6-B5E0297A3000}" type="presParOf" srcId="{31F1624B-B6B3-4011-8CEE-5A82CECD3631}" destId="{3171E5CA-E43A-470A-B942-64771F94AC4C}" srcOrd="1" destOrd="0" presId="urn:microsoft.com/office/officeart/2005/8/layout/orgChart1"/>
    <dgm:cxn modelId="{A0DC1795-8874-4434-BDDC-B350EE54B0ED}" type="presParOf" srcId="{C14ADC0F-DB14-4D25-B270-993163C4E4BB}" destId="{CBF86D54-ADE7-46C0-AF01-7B3BB5C7EF85}" srcOrd="1" destOrd="0" presId="urn:microsoft.com/office/officeart/2005/8/layout/orgChart1"/>
    <dgm:cxn modelId="{22494E1E-5820-45B8-A2F8-D33C28EFBB53}" type="presParOf" srcId="{C14ADC0F-DB14-4D25-B270-993163C4E4BB}" destId="{9F816470-F765-4467-8BFE-055142852E76}" srcOrd="2" destOrd="0" presId="urn:microsoft.com/office/officeart/2005/8/layout/orgChart1"/>
    <dgm:cxn modelId="{D28943DD-83B4-47CF-AC1C-B669FD1020D5}" type="presParOf" srcId="{AD53A4B1-01E7-41E8-9724-31F3910545A4}" destId="{4DCCC1AE-E3D9-4C8E-95CC-A4A826BA2101}" srcOrd="6" destOrd="0" presId="urn:microsoft.com/office/officeart/2005/8/layout/orgChart1"/>
    <dgm:cxn modelId="{96F4741D-DF58-46B8-A295-4D23418FFCC0}" type="presParOf" srcId="{AD53A4B1-01E7-41E8-9724-31F3910545A4}" destId="{A83F3CD7-3DA7-4B85-9BBF-6082D0914AC4}" srcOrd="7" destOrd="0" presId="urn:microsoft.com/office/officeart/2005/8/layout/orgChart1"/>
    <dgm:cxn modelId="{3CCEAAD8-5154-412F-94F9-80E8358F4472}" type="presParOf" srcId="{A83F3CD7-3DA7-4B85-9BBF-6082D0914AC4}" destId="{7AAF9ABC-20DE-4A4D-8954-C771CFD69C51}" srcOrd="0" destOrd="0" presId="urn:microsoft.com/office/officeart/2005/8/layout/orgChart1"/>
    <dgm:cxn modelId="{34EB8ACE-FC49-43CE-9258-E60C8EED7F9F}" type="presParOf" srcId="{7AAF9ABC-20DE-4A4D-8954-C771CFD69C51}" destId="{4D50568A-99FE-4C2E-B655-0C99B0D5E536}" srcOrd="0" destOrd="0" presId="urn:microsoft.com/office/officeart/2005/8/layout/orgChart1"/>
    <dgm:cxn modelId="{769CB8E0-AA2E-4599-9F47-32EB57B72461}" type="presParOf" srcId="{7AAF9ABC-20DE-4A4D-8954-C771CFD69C51}" destId="{D03E2185-1F12-4FA5-B160-55D74A823DA1}" srcOrd="1" destOrd="0" presId="urn:microsoft.com/office/officeart/2005/8/layout/orgChart1"/>
    <dgm:cxn modelId="{4A3672B1-8B9D-4F4F-9F3B-3FEA64D030C0}" type="presParOf" srcId="{A83F3CD7-3DA7-4B85-9BBF-6082D0914AC4}" destId="{8A245ED3-0C8C-47C0-AAA0-3A08E5157848}" srcOrd="1" destOrd="0" presId="urn:microsoft.com/office/officeart/2005/8/layout/orgChart1"/>
    <dgm:cxn modelId="{5345FEBA-FE79-4768-836F-BC61D183A151}" type="presParOf" srcId="{A83F3CD7-3DA7-4B85-9BBF-6082D0914AC4}" destId="{ABC5657C-0A34-4361-B3A8-5A4DD465D133}"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a:t>
          </a:r>
          <a:r>
            <a:rPr lang="en-US" sz="1600" dirty="0" smtClean="0"/>
            <a:t>11: Write excellent requirements.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Characteristics of </a:t>
          </a:r>
          <a:r>
            <a:rPr lang="en-US" sz="1600" dirty="0" err="1" smtClean="0"/>
            <a:t>reqs</a:t>
          </a:r>
          <a:r>
            <a:rPr lang="en-US" sz="1600" dirty="0" smtClean="0"/>
            <a:t>. collections</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Characteristics of excellent </a:t>
          </a:r>
          <a:r>
            <a:rPr lang="en-US" sz="1600" dirty="0" err="1" smtClean="0"/>
            <a:t>reqs</a:t>
          </a:r>
          <a:r>
            <a:rPr lang="en-US" sz="1600" dirty="0" smtClean="0"/>
            <a:t>. </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B8979EE1-0B76-49DF-94CB-E21FB2BFFE93}">
      <dgm:prSet phldrT="[Text]" custT="1"/>
      <dgm:spPr/>
      <dgm:t>
        <a:bodyPr/>
        <a:lstStyle/>
        <a:p>
          <a:r>
            <a:rPr lang="en-US" sz="1600" dirty="0" smtClean="0"/>
            <a:t>Guidelines for writing </a:t>
          </a:r>
          <a:r>
            <a:rPr lang="en-US" sz="1600" dirty="0" err="1" smtClean="0"/>
            <a:t>reqs</a:t>
          </a:r>
          <a:r>
            <a:rPr lang="en-US" sz="1600" dirty="0" smtClean="0"/>
            <a:t>.</a:t>
          </a:r>
          <a:endParaRPr lang="en-US" sz="1600" dirty="0"/>
        </a:p>
      </dgm:t>
    </dgm:pt>
    <dgm:pt modelId="{465E99B4-164C-4BAE-9F07-11FC02BDF1C0}" type="parTrans" cxnId="{9DABB44F-B42B-443F-9E2F-FFD3DF781252}">
      <dgm:prSet/>
      <dgm:spPr/>
      <dgm:t>
        <a:bodyPr/>
        <a:lstStyle/>
        <a:p>
          <a:endParaRPr lang="en-US"/>
        </a:p>
      </dgm:t>
    </dgm:pt>
    <dgm:pt modelId="{A52399AA-C95C-41D6-976A-0B5DE871750C}" type="sibTrans" cxnId="{9DABB44F-B42B-443F-9E2F-FFD3DF781252}">
      <dgm:prSet/>
      <dgm:spPr/>
      <dgm:t>
        <a:bodyPr/>
        <a:lstStyle/>
        <a:p>
          <a:endParaRPr lang="en-US"/>
        </a:p>
      </dgm:t>
    </dgm:pt>
    <dgm:pt modelId="{5323ECFE-A439-43DD-86F5-E223F3FF1605}">
      <dgm:prSet phldrT="[Text]" custT="1"/>
      <dgm:spPr/>
      <dgm:t>
        <a:bodyPr/>
        <a:lstStyle/>
        <a:p>
          <a:r>
            <a:rPr lang="en-US" sz="1600" dirty="0" smtClean="0"/>
            <a:t>Complete</a:t>
          </a:r>
          <a:endParaRPr lang="en-US" sz="1600" dirty="0"/>
        </a:p>
      </dgm:t>
    </dgm:pt>
    <dgm:pt modelId="{8669EFF5-36FB-4F26-9073-0BC5CE3F32DD}" type="parTrans" cxnId="{8F71BDBE-4454-420F-AAF0-44167AEE4AE3}">
      <dgm:prSet/>
      <dgm:spPr/>
      <dgm:t>
        <a:bodyPr/>
        <a:lstStyle/>
        <a:p>
          <a:endParaRPr lang="en-US"/>
        </a:p>
      </dgm:t>
    </dgm:pt>
    <dgm:pt modelId="{493CCD4C-09F5-46EC-9CE6-108D35518D99}" type="sibTrans" cxnId="{8F71BDBE-4454-420F-AAF0-44167AEE4AE3}">
      <dgm:prSet/>
      <dgm:spPr/>
      <dgm:t>
        <a:bodyPr/>
        <a:lstStyle/>
        <a:p>
          <a:endParaRPr lang="en-US"/>
        </a:p>
      </dgm:t>
    </dgm:pt>
    <dgm:pt modelId="{AB4314F9-89EF-40CA-9D22-A5DD2F943D02}">
      <dgm:prSet phldrT="[Text]" custT="1"/>
      <dgm:spPr/>
      <dgm:t>
        <a:bodyPr/>
        <a:lstStyle/>
        <a:p>
          <a:r>
            <a:rPr lang="en-US" sz="1600" dirty="0" smtClean="0"/>
            <a:t>Complete</a:t>
          </a:r>
          <a:endParaRPr lang="en-US" sz="1600" dirty="0"/>
        </a:p>
      </dgm:t>
    </dgm:pt>
    <dgm:pt modelId="{CCE38E12-1726-4E98-BBB8-2D82FEE04A40}" type="parTrans" cxnId="{C6DAC0A7-0EC4-4E28-8677-79E67A341141}">
      <dgm:prSet/>
      <dgm:spPr/>
      <dgm:t>
        <a:bodyPr/>
        <a:lstStyle/>
        <a:p>
          <a:endParaRPr lang="en-US"/>
        </a:p>
      </dgm:t>
    </dgm:pt>
    <dgm:pt modelId="{8B5C1FCE-3534-4E23-96E1-1CB9F05D0486}" type="sibTrans" cxnId="{C6DAC0A7-0EC4-4E28-8677-79E67A341141}">
      <dgm:prSet/>
      <dgm:spPr/>
      <dgm:t>
        <a:bodyPr/>
        <a:lstStyle/>
        <a:p>
          <a:endParaRPr lang="en-US"/>
        </a:p>
      </dgm:t>
    </dgm:pt>
    <dgm:pt modelId="{906448A4-7E12-440B-87AF-E8F2EA1217BC}">
      <dgm:prSet phldrT="[Text]" custT="1"/>
      <dgm:spPr/>
      <dgm:t>
        <a:bodyPr/>
        <a:lstStyle/>
        <a:p>
          <a:r>
            <a:rPr lang="en-US" sz="1600" dirty="0" smtClean="0"/>
            <a:t>Correct</a:t>
          </a:r>
          <a:endParaRPr lang="en-US" sz="1600" dirty="0"/>
        </a:p>
      </dgm:t>
    </dgm:pt>
    <dgm:pt modelId="{826F0C0B-927E-47D1-AC5E-AB52109C7EEB}" type="parTrans" cxnId="{FD0CF03D-E447-4E0A-857A-47EDD9145855}">
      <dgm:prSet/>
      <dgm:spPr/>
      <dgm:t>
        <a:bodyPr/>
        <a:lstStyle/>
        <a:p>
          <a:endParaRPr lang="en-US"/>
        </a:p>
      </dgm:t>
    </dgm:pt>
    <dgm:pt modelId="{37134239-8514-4CF0-BB8E-4E6FE2177D27}" type="sibTrans" cxnId="{FD0CF03D-E447-4E0A-857A-47EDD9145855}">
      <dgm:prSet/>
      <dgm:spPr/>
      <dgm:t>
        <a:bodyPr/>
        <a:lstStyle/>
        <a:p>
          <a:endParaRPr lang="en-US"/>
        </a:p>
      </dgm:t>
    </dgm:pt>
    <dgm:pt modelId="{3CE03E00-7020-4ACC-93F6-2A3B92BAB89B}">
      <dgm:prSet phldrT="[Text]" custT="1"/>
      <dgm:spPr/>
      <dgm:t>
        <a:bodyPr/>
        <a:lstStyle/>
        <a:p>
          <a:r>
            <a:rPr lang="en-US" sz="1600" dirty="0" smtClean="0"/>
            <a:t>Feasible</a:t>
          </a:r>
          <a:endParaRPr lang="en-US" sz="1600" dirty="0"/>
        </a:p>
      </dgm:t>
    </dgm:pt>
    <dgm:pt modelId="{41A69999-71D9-4ADF-B831-74E20BD4C1D9}" type="parTrans" cxnId="{2F1A8ECB-B2ED-426D-A2C1-DE5070DFCB4F}">
      <dgm:prSet/>
      <dgm:spPr/>
      <dgm:t>
        <a:bodyPr/>
        <a:lstStyle/>
        <a:p>
          <a:endParaRPr lang="en-US"/>
        </a:p>
      </dgm:t>
    </dgm:pt>
    <dgm:pt modelId="{ED2F577B-0CFA-4A39-8C7D-90C4587A0752}" type="sibTrans" cxnId="{2F1A8ECB-B2ED-426D-A2C1-DE5070DFCB4F}">
      <dgm:prSet/>
      <dgm:spPr/>
      <dgm:t>
        <a:bodyPr/>
        <a:lstStyle/>
        <a:p>
          <a:endParaRPr lang="en-US"/>
        </a:p>
      </dgm:t>
    </dgm:pt>
    <dgm:pt modelId="{D5FF91A9-BC63-4A85-BBF2-F586033F5360}">
      <dgm:prSet phldrT="[Text]" custT="1"/>
      <dgm:spPr/>
      <dgm:t>
        <a:bodyPr/>
        <a:lstStyle/>
        <a:p>
          <a:r>
            <a:rPr lang="en-US" sz="1600" dirty="0" smtClean="0"/>
            <a:t>Necessary</a:t>
          </a:r>
          <a:endParaRPr lang="en-US" sz="1600" dirty="0"/>
        </a:p>
      </dgm:t>
    </dgm:pt>
    <dgm:pt modelId="{F8E1DE71-A4A5-41FF-8BE9-E9A8E1884570}" type="parTrans" cxnId="{31487898-4370-4758-9190-D708027E1F4C}">
      <dgm:prSet/>
      <dgm:spPr/>
      <dgm:t>
        <a:bodyPr/>
        <a:lstStyle/>
        <a:p>
          <a:endParaRPr lang="en-US"/>
        </a:p>
      </dgm:t>
    </dgm:pt>
    <dgm:pt modelId="{749C2BB5-A586-4F7B-A576-872C0C318F0A}" type="sibTrans" cxnId="{31487898-4370-4758-9190-D708027E1F4C}">
      <dgm:prSet/>
      <dgm:spPr/>
      <dgm:t>
        <a:bodyPr/>
        <a:lstStyle/>
        <a:p>
          <a:endParaRPr lang="en-US"/>
        </a:p>
      </dgm:t>
    </dgm:pt>
    <dgm:pt modelId="{64531C03-ED99-47FF-B2B2-EBEB41B040F7}">
      <dgm:prSet phldrT="[Text]" custT="1"/>
      <dgm:spPr/>
      <dgm:t>
        <a:bodyPr/>
        <a:lstStyle/>
        <a:p>
          <a:r>
            <a:rPr lang="en-US" sz="1600" dirty="0" smtClean="0"/>
            <a:t>Prioritized</a:t>
          </a:r>
          <a:endParaRPr lang="en-US" sz="1600" dirty="0"/>
        </a:p>
      </dgm:t>
    </dgm:pt>
    <dgm:pt modelId="{2CE2E0E3-3D6C-4566-940C-2D38C0486DC6}" type="parTrans" cxnId="{FA4130B7-CDBF-4F88-A466-8184793A0405}">
      <dgm:prSet/>
      <dgm:spPr/>
      <dgm:t>
        <a:bodyPr/>
        <a:lstStyle/>
        <a:p>
          <a:endParaRPr lang="en-US"/>
        </a:p>
      </dgm:t>
    </dgm:pt>
    <dgm:pt modelId="{658B43C6-414F-4475-987E-3A725FC6B66A}" type="sibTrans" cxnId="{FA4130B7-CDBF-4F88-A466-8184793A0405}">
      <dgm:prSet/>
      <dgm:spPr/>
      <dgm:t>
        <a:bodyPr/>
        <a:lstStyle/>
        <a:p>
          <a:endParaRPr lang="en-US"/>
        </a:p>
      </dgm:t>
    </dgm:pt>
    <dgm:pt modelId="{7CE26A5C-460F-4AA1-9D0F-D7A7C144ED98}">
      <dgm:prSet phldrT="[Text]" custT="1"/>
      <dgm:spPr/>
      <dgm:t>
        <a:bodyPr/>
        <a:lstStyle/>
        <a:p>
          <a:r>
            <a:rPr lang="en-US" sz="1600" dirty="0" smtClean="0"/>
            <a:t>Unambiguous</a:t>
          </a:r>
          <a:endParaRPr lang="en-US" sz="1600" dirty="0"/>
        </a:p>
      </dgm:t>
    </dgm:pt>
    <dgm:pt modelId="{74B2FC00-B400-4B56-847E-D22D46A236CB}" type="parTrans" cxnId="{357EDFCC-7F42-4751-B530-0D1E457DE5F4}">
      <dgm:prSet/>
      <dgm:spPr/>
      <dgm:t>
        <a:bodyPr/>
        <a:lstStyle/>
        <a:p>
          <a:endParaRPr lang="en-US"/>
        </a:p>
      </dgm:t>
    </dgm:pt>
    <dgm:pt modelId="{CF898098-FEB6-477D-B045-9D365C706A30}" type="sibTrans" cxnId="{357EDFCC-7F42-4751-B530-0D1E457DE5F4}">
      <dgm:prSet/>
      <dgm:spPr/>
      <dgm:t>
        <a:bodyPr/>
        <a:lstStyle/>
        <a:p>
          <a:endParaRPr lang="en-US"/>
        </a:p>
      </dgm:t>
    </dgm:pt>
    <dgm:pt modelId="{00523DF2-D7FE-4162-B728-06CC71732650}">
      <dgm:prSet phldrT="[Text]" custT="1"/>
      <dgm:spPr/>
      <dgm:t>
        <a:bodyPr/>
        <a:lstStyle/>
        <a:p>
          <a:r>
            <a:rPr lang="en-US" sz="1600" dirty="0" smtClean="0"/>
            <a:t>Verifiable</a:t>
          </a:r>
          <a:endParaRPr lang="en-US" sz="1600" dirty="0"/>
        </a:p>
      </dgm:t>
    </dgm:pt>
    <dgm:pt modelId="{7BDCCC7F-C5C4-43DC-AF67-41272542EECF}" type="parTrans" cxnId="{FF0C01CE-9983-445B-ADB2-7A664A527960}">
      <dgm:prSet/>
      <dgm:spPr/>
      <dgm:t>
        <a:bodyPr/>
        <a:lstStyle/>
        <a:p>
          <a:endParaRPr lang="en-US"/>
        </a:p>
      </dgm:t>
    </dgm:pt>
    <dgm:pt modelId="{05476AEB-9C4B-4ECA-BC45-7F89D01B4BC8}" type="sibTrans" cxnId="{FF0C01CE-9983-445B-ADB2-7A664A527960}">
      <dgm:prSet/>
      <dgm:spPr/>
      <dgm:t>
        <a:bodyPr/>
        <a:lstStyle/>
        <a:p>
          <a:endParaRPr lang="en-US"/>
        </a:p>
      </dgm:t>
    </dgm:pt>
    <dgm:pt modelId="{F78B36B6-C3F9-4439-A200-1AEB0E0DBAA9}">
      <dgm:prSet phldrT="[Text]" custT="1"/>
      <dgm:spPr/>
      <dgm:t>
        <a:bodyPr/>
        <a:lstStyle/>
        <a:p>
          <a:r>
            <a:rPr lang="en-US" sz="1600" dirty="0" smtClean="0"/>
            <a:t>Consistent</a:t>
          </a:r>
          <a:endParaRPr lang="en-US" sz="1600" dirty="0"/>
        </a:p>
      </dgm:t>
    </dgm:pt>
    <dgm:pt modelId="{7F2C9D47-5FAA-41C1-87C8-1CB5814445D1}" type="parTrans" cxnId="{90329A16-AD36-4921-B09D-CF60F0B13B8B}">
      <dgm:prSet/>
      <dgm:spPr/>
      <dgm:t>
        <a:bodyPr/>
        <a:lstStyle/>
        <a:p>
          <a:endParaRPr lang="en-US"/>
        </a:p>
      </dgm:t>
    </dgm:pt>
    <dgm:pt modelId="{92CD20BA-43B2-4F9C-8BD6-CA823CF89FE0}" type="sibTrans" cxnId="{90329A16-AD36-4921-B09D-CF60F0B13B8B}">
      <dgm:prSet/>
      <dgm:spPr/>
      <dgm:t>
        <a:bodyPr/>
        <a:lstStyle/>
        <a:p>
          <a:endParaRPr lang="en-US"/>
        </a:p>
      </dgm:t>
    </dgm:pt>
    <dgm:pt modelId="{3AA17282-1753-4B63-97CE-DDD6874FD59A}">
      <dgm:prSet phldrT="[Text]" custT="1"/>
      <dgm:spPr/>
      <dgm:t>
        <a:bodyPr/>
        <a:lstStyle/>
        <a:p>
          <a:r>
            <a:rPr lang="en-US" sz="1600" dirty="0" smtClean="0"/>
            <a:t>Modifiable</a:t>
          </a:r>
          <a:endParaRPr lang="en-US" sz="1600" dirty="0"/>
        </a:p>
      </dgm:t>
    </dgm:pt>
    <dgm:pt modelId="{BC1FE7BA-4D83-4CBC-84C2-9F6A9F230255}" type="parTrans" cxnId="{3AE305AA-2FC9-4984-8146-4C936C59C35B}">
      <dgm:prSet/>
      <dgm:spPr/>
      <dgm:t>
        <a:bodyPr/>
        <a:lstStyle/>
        <a:p>
          <a:endParaRPr lang="en-US"/>
        </a:p>
      </dgm:t>
    </dgm:pt>
    <dgm:pt modelId="{BB320FFB-31CC-48BC-84E1-8210F1C6503C}" type="sibTrans" cxnId="{3AE305AA-2FC9-4984-8146-4C936C59C35B}">
      <dgm:prSet/>
      <dgm:spPr/>
      <dgm:t>
        <a:bodyPr/>
        <a:lstStyle/>
        <a:p>
          <a:endParaRPr lang="en-US"/>
        </a:p>
      </dgm:t>
    </dgm:pt>
    <dgm:pt modelId="{39B0BB3B-4661-4636-A021-B8FD83617152}">
      <dgm:prSet phldrT="[Text]" custT="1"/>
      <dgm:spPr/>
      <dgm:t>
        <a:bodyPr/>
        <a:lstStyle/>
        <a:p>
          <a:r>
            <a:rPr lang="en-US" sz="1600" dirty="0" smtClean="0"/>
            <a:t>Traceable</a:t>
          </a:r>
          <a:endParaRPr lang="en-US" sz="1600" dirty="0"/>
        </a:p>
      </dgm:t>
    </dgm:pt>
    <dgm:pt modelId="{B3BA5601-C616-4CB8-8621-3A6F2446ECD1}" type="parTrans" cxnId="{B943DC54-87D9-49E6-8DBC-E7738D6E7B9B}">
      <dgm:prSet/>
      <dgm:spPr/>
      <dgm:t>
        <a:bodyPr/>
        <a:lstStyle/>
        <a:p>
          <a:endParaRPr lang="en-US"/>
        </a:p>
      </dgm:t>
    </dgm:pt>
    <dgm:pt modelId="{7CABD03F-8520-4738-8E66-0AE43336A040}" type="sibTrans" cxnId="{B943DC54-87D9-49E6-8DBC-E7738D6E7B9B}">
      <dgm:prSet/>
      <dgm:spPr/>
      <dgm:t>
        <a:bodyPr/>
        <a:lstStyle/>
        <a:p>
          <a:endParaRPr lang="en-US"/>
        </a:p>
      </dgm:t>
    </dgm:pt>
    <dgm:pt modelId="{6078D879-48D1-4867-860F-27AA716F7E13}">
      <dgm:prSet phldrT="[Text]" custT="1"/>
      <dgm:spPr/>
      <dgm:t>
        <a:bodyPr/>
        <a:lstStyle/>
        <a:p>
          <a:r>
            <a:rPr lang="en-US" sz="1600" dirty="0" smtClean="0"/>
            <a:t>Clarity and conciseness</a:t>
          </a:r>
          <a:endParaRPr lang="en-US" sz="1600" dirty="0"/>
        </a:p>
      </dgm:t>
    </dgm:pt>
    <dgm:pt modelId="{D6635552-370C-4FD5-A4C4-A1F4527638C8}" type="parTrans" cxnId="{A7D3D15F-A10B-4348-95EA-1AE6A20A3809}">
      <dgm:prSet/>
      <dgm:spPr/>
      <dgm:t>
        <a:bodyPr/>
        <a:lstStyle/>
        <a:p>
          <a:endParaRPr lang="en-US"/>
        </a:p>
      </dgm:t>
    </dgm:pt>
    <dgm:pt modelId="{8DDCDB5C-173E-4BFC-9E6F-EA74DF597B03}" type="sibTrans" cxnId="{A7D3D15F-A10B-4348-95EA-1AE6A20A3809}">
      <dgm:prSet/>
      <dgm:spPr/>
      <dgm:t>
        <a:bodyPr/>
        <a:lstStyle/>
        <a:p>
          <a:endParaRPr lang="en-US"/>
        </a:p>
      </dgm:t>
    </dgm:pt>
    <dgm:pt modelId="{1F4BF269-9776-4FDE-836B-1BFD1FFFEB55}">
      <dgm:prSet phldrT="[Text]" custT="1"/>
      <dgm:spPr/>
      <dgm:t>
        <a:bodyPr/>
        <a:lstStyle/>
        <a:p>
          <a:r>
            <a:rPr lang="en-US" sz="1600" dirty="0" smtClean="0"/>
            <a:t>The keyword “shall”: </a:t>
          </a:r>
          <a:endParaRPr lang="en-US" sz="1600" dirty="0"/>
        </a:p>
      </dgm:t>
    </dgm:pt>
    <dgm:pt modelId="{C3DCF165-BA56-4235-91CF-93C2156C5C2D}" type="parTrans" cxnId="{E57A7F8F-DC04-4DFA-AC97-1AD776A104B3}">
      <dgm:prSet/>
      <dgm:spPr/>
      <dgm:t>
        <a:bodyPr/>
        <a:lstStyle/>
        <a:p>
          <a:endParaRPr lang="en-US"/>
        </a:p>
      </dgm:t>
    </dgm:pt>
    <dgm:pt modelId="{73503808-3A39-4F4C-AF54-F9872A6CBB0E}" type="sibTrans" cxnId="{E57A7F8F-DC04-4DFA-AC97-1AD776A104B3}">
      <dgm:prSet/>
      <dgm:spPr/>
      <dgm:t>
        <a:bodyPr/>
        <a:lstStyle/>
        <a:p>
          <a:endParaRPr lang="en-US"/>
        </a:p>
      </dgm:t>
    </dgm:pt>
    <dgm:pt modelId="{2804CE10-C69E-41B0-9249-EF124685AAD5}">
      <dgm:prSet phldrT="[Text]" custT="1"/>
      <dgm:spPr/>
      <dgm:t>
        <a:bodyPr/>
        <a:lstStyle/>
        <a:p>
          <a:r>
            <a:rPr lang="en-US" sz="1600" dirty="0" smtClean="0"/>
            <a:t>Active voice</a:t>
          </a:r>
          <a:endParaRPr lang="en-US" sz="1600" dirty="0"/>
        </a:p>
      </dgm:t>
    </dgm:pt>
    <dgm:pt modelId="{904E60C2-5867-4A0C-AC7C-C3BEEF1C869C}" type="parTrans" cxnId="{2992CA7D-D465-4871-A2B3-72C0E22348A4}">
      <dgm:prSet/>
      <dgm:spPr/>
      <dgm:t>
        <a:bodyPr/>
        <a:lstStyle/>
        <a:p>
          <a:endParaRPr lang="en-US"/>
        </a:p>
      </dgm:t>
    </dgm:pt>
    <dgm:pt modelId="{A21DE59C-299C-4CF4-8900-C1D1B22A43ED}" type="sibTrans" cxnId="{2992CA7D-D465-4871-A2B3-72C0E22348A4}">
      <dgm:prSet/>
      <dgm:spPr/>
      <dgm:t>
        <a:bodyPr/>
        <a:lstStyle/>
        <a:p>
          <a:endParaRPr lang="en-US"/>
        </a:p>
      </dgm:t>
    </dgm:pt>
    <dgm:pt modelId="{08F5D5F6-8AAD-44C9-8867-06F0865AA980}">
      <dgm:prSet phldrT="[Text]" custT="1"/>
      <dgm:spPr/>
      <dgm:t>
        <a:bodyPr/>
        <a:lstStyle/>
        <a:p>
          <a:r>
            <a:rPr lang="en-US" sz="1600" dirty="0" smtClean="0"/>
            <a:t>Individual requirements</a:t>
          </a:r>
          <a:endParaRPr lang="en-US" sz="1600" dirty="0"/>
        </a:p>
      </dgm:t>
    </dgm:pt>
    <dgm:pt modelId="{2A14B91B-7159-438D-8B88-2A97915F03F8}" type="parTrans" cxnId="{4FF781EB-2EA8-4345-A067-82AF161876F6}">
      <dgm:prSet/>
      <dgm:spPr/>
      <dgm:t>
        <a:bodyPr/>
        <a:lstStyle/>
        <a:p>
          <a:endParaRPr lang="en-US"/>
        </a:p>
      </dgm:t>
    </dgm:pt>
    <dgm:pt modelId="{B45C9B12-1403-48BF-8412-89FB60111149}" type="sibTrans" cxnId="{4FF781EB-2EA8-4345-A067-82AF161876F6}">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3"/>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3" custScaleX="24855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3"/>
      <dgm:spPr/>
      <dgm:t>
        <a:bodyPr/>
        <a:lstStyle/>
        <a:p>
          <a:endParaRPr lang="en-US"/>
        </a:p>
      </dgm:t>
    </dgm:pt>
    <dgm:pt modelId="{C9264EDA-91B6-4FAE-AFE6-AFC29BE66386}" type="pres">
      <dgm:prSet presAssocID="{9286A5EC-F2A9-487D-8BF1-B96EEEFD636B}" presName="hierChild4" presStyleCnt="0"/>
      <dgm:spPr/>
    </dgm:pt>
    <dgm:pt modelId="{2CE3E140-6CAA-4F2F-89BC-3CF14A6A11A7}" type="pres">
      <dgm:prSet presAssocID="{CCE38E12-1726-4E98-BBB8-2D82FEE04A40}" presName="Name37" presStyleLbl="parChTrans1D3" presStyleIdx="0" presStyleCnt="15"/>
      <dgm:spPr/>
    </dgm:pt>
    <dgm:pt modelId="{CFAE3325-6450-402C-9E24-77576E103685}" type="pres">
      <dgm:prSet presAssocID="{AB4314F9-89EF-40CA-9D22-A5DD2F943D02}" presName="hierRoot2" presStyleCnt="0">
        <dgm:presLayoutVars>
          <dgm:hierBranch val="init"/>
        </dgm:presLayoutVars>
      </dgm:prSet>
      <dgm:spPr/>
    </dgm:pt>
    <dgm:pt modelId="{B4BDB0D8-D5E9-4298-A2E4-895877260634}" type="pres">
      <dgm:prSet presAssocID="{AB4314F9-89EF-40CA-9D22-A5DD2F943D02}" presName="rootComposite" presStyleCnt="0"/>
      <dgm:spPr/>
    </dgm:pt>
    <dgm:pt modelId="{3CAC798C-6233-4B90-9D6C-EBCF96A82F66}" type="pres">
      <dgm:prSet presAssocID="{AB4314F9-89EF-40CA-9D22-A5DD2F943D02}" presName="rootText" presStyleLbl="node3" presStyleIdx="0" presStyleCnt="15" custScaleX="156007">
        <dgm:presLayoutVars>
          <dgm:chPref val="3"/>
        </dgm:presLayoutVars>
      </dgm:prSet>
      <dgm:spPr/>
      <dgm:t>
        <a:bodyPr/>
        <a:lstStyle/>
        <a:p>
          <a:endParaRPr lang="en-US"/>
        </a:p>
      </dgm:t>
    </dgm:pt>
    <dgm:pt modelId="{5BCA17CD-0E97-4E88-B736-89B4C4698DF0}" type="pres">
      <dgm:prSet presAssocID="{AB4314F9-89EF-40CA-9D22-A5DD2F943D02}" presName="rootConnector" presStyleLbl="node3" presStyleIdx="0" presStyleCnt="15"/>
      <dgm:spPr/>
      <dgm:t>
        <a:bodyPr/>
        <a:lstStyle/>
        <a:p>
          <a:endParaRPr lang="en-US"/>
        </a:p>
      </dgm:t>
    </dgm:pt>
    <dgm:pt modelId="{7178506E-9F57-45F6-BC9E-EDD1EA0CB973}" type="pres">
      <dgm:prSet presAssocID="{AB4314F9-89EF-40CA-9D22-A5DD2F943D02}" presName="hierChild4" presStyleCnt="0"/>
      <dgm:spPr/>
    </dgm:pt>
    <dgm:pt modelId="{B404708A-9C28-4CB0-AC60-8B77C70B1421}" type="pres">
      <dgm:prSet presAssocID="{AB4314F9-89EF-40CA-9D22-A5DD2F943D02}" presName="hierChild5" presStyleCnt="0"/>
      <dgm:spPr/>
    </dgm:pt>
    <dgm:pt modelId="{654873FB-6A43-42BF-B3EC-A732DD57818A}" type="pres">
      <dgm:prSet presAssocID="{826F0C0B-927E-47D1-AC5E-AB52109C7EEB}" presName="Name37" presStyleLbl="parChTrans1D3" presStyleIdx="1" presStyleCnt="15"/>
      <dgm:spPr/>
    </dgm:pt>
    <dgm:pt modelId="{9F94A013-0649-45B9-A17C-5981D7204CC4}" type="pres">
      <dgm:prSet presAssocID="{906448A4-7E12-440B-87AF-E8F2EA1217BC}" presName="hierRoot2" presStyleCnt="0">
        <dgm:presLayoutVars>
          <dgm:hierBranch val="init"/>
        </dgm:presLayoutVars>
      </dgm:prSet>
      <dgm:spPr/>
    </dgm:pt>
    <dgm:pt modelId="{652071F3-B8DE-4E88-A6FE-84AF6E49BDFD}" type="pres">
      <dgm:prSet presAssocID="{906448A4-7E12-440B-87AF-E8F2EA1217BC}" presName="rootComposite" presStyleCnt="0"/>
      <dgm:spPr/>
    </dgm:pt>
    <dgm:pt modelId="{9D9B531C-5C88-4B53-94BC-3022DA1ED7F6}" type="pres">
      <dgm:prSet presAssocID="{906448A4-7E12-440B-87AF-E8F2EA1217BC}" presName="rootText" presStyleLbl="node3" presStyleIdx="1" presStyleCnt="15" custScaleX="156007">
        <dgm:presLayoutVars>
          <dgm:chPref val="3"/>
        </dgm:presLayoutVars>
      </dgm:prSet>
      <dgm:spPr/>
      <dgm:t>
        <a:bodyPr/>
        <a:lstStyle/>
        <a:p>
          <a:endParaRPr lang="en-US"/>
        </a:p>
      </dgm:t>
    </dgm:pt>
    <dgm:pt modelId="{DAAB61AF-14B8-41F7-8AEE-08B809A71EA5}" type="pres">
      <dgm:prSet presAssocID="{906448A4-7E12-440B-87AF-E8F2EA1217BC}" presName="rootConnector" presStyleLbl="node3" presStyleIdx="1" presStyleCnt="15"/>
      <dgm:spPr/>
      <dgm:t>
        <a:bodyPr/>
        <a:lstStyle/>
        <a:p>
          <a:endParaRPr lang="en-US"/>
        </a:p>
      </dgm:t>
    </dgm:pt>
    <dgm:pt modelId="{EB96F033-595B-4392-86DB-03A1B08C5C39}" type="pres">
      <dgm:prSet presAssocID="{906448A4-7E12-440B-87AF-E8F2EA1217BC}" presName="hierChild4" presStyleCnt="0"/>
      <dgm:spPr/>
    </dgm:pt>
    <dgm:pt modelId="{FA1F73D9-6C95-4F1E-BFE1-7D8472156BF7}" type="pres">
      <dgm:prSet presAssocID="{906448A4-7E12-440B-87AF-E8F2EA1217BC}" presName="hierChild5" presStyleCnt="0"/>
      <dgm:spPr/>
    </dgm:pt>
    <dgm:pt modelId="{7AFD141F-D981-4B40-BB39-ED9AB6B3D0EB}" type="pres">
      <dgm:prSet presAssocID="{41A69999-71D9-4ADF-B831-74E20BD4C1D9}" presName="Name37" presStyleLbl="parChTrans1D3" presStyleIdx="2" presStyleCnt="15"/>
      <dgm:spPr/>
    </dgm:pt>
    <dgm:pt modelId="{1D40D5EE-7F6B-4F11-9DDA-A5060DCB770C}" type="pres">
      <dgm:prSet presAssocID="{3CE03E00-7020-4ACC-93F6-2A3B92BAB89B}" presName="hierRoot2" presStyleCnt="0">
        <dgm:presLayoutVars>
          <dgm:hierBranch val="init"/>
        </dgm:presLayoutVars>
      </dgm:prSet>
      <dgm:spPr/>
    </dgm:pt>
    <dgm:pt modelId="{611D438D-819E-4988-A1F4-1A747A78C893}" type="pres">
      <dgm:prSet presAssocID="{3CE03E00-7020-4ACC-93F6-2A3B92BAB89B}" presName="rootComposite" presStyleCnt="0"/>
      <dgm:spPr/>
    </dgm:pt>
    <dgm:pt modelId="{657282B3-D4FB-4AFA-8CED-80E7FE036EF5}" type="pres">
      <dgm:prSet presAssocID="{3CE03E00-7020-4ACC-93F6-2A3B92BAB89B}" presName="rootText" presStyleLbl="node3" presStyleIdx="2" presStyleCnt="15" custScaleX="156007">
        <dgm:presLayoutVars>
          <dgm:chPref val="3"/>
        </dgm:presLayoutVars>
      </dgm:prSet>
      <dgm:spPr/>
      <dgm:t>
        <a:bodyPr/>
        <a:lstStyle/>
        <a:p>
          <a:endParaRPr lang="en-US"/>
        </a:p>
      </dgm:t>
    </dgm:pt>
    <dgm:pt modelId="{77450FC5-1A0F-4C5A-94F4-C936A2927F3F}" type="pres">
      <dgm:prSet presAssocID="{3CE03E00-7020-4ACC-93F6-2A3B92BAB89B}" presName="rootConnector" presStyleLbl="node3" presStyleIdx="2" presStyleCnt="15"/>
      <dgm:spPr/>
      <dgm:t>
        <a:bodyPr/>
        <a:lstStyle/>
        <a:p>
          <a:endParaRPr lang="en-US"/>
        </a:p>
      </dgm:t>
    </dgm:pt>
    <dgm:pt modelId="{3A772F01-DD00-463B-87C5-AC19D0BC3DA6}" type="pres">
      <dgm:prSet presAssocID="{3CE03E00-7020-4ACC-93F6-2A3B92BAB89B}" presName="hierChild4" presStyleCnt="0"/>
      <dgm:spPr/>
    </dgm:pt>
    <dgm:pt modelId="{D8FBED93-3BC0-40A9-A5B3-244794B578AE}" type="pres">
      <dgm:prSet presAssocID="{3CE03E00-7020-4ACC-93F6-2A3B92BAB89B}" presName="hierChild5" presStyleCnt="0"/>
      <dgm:spPr/>
    </dgm:pt>
    <dgm:pt modelId="{224A573A-36FE-4730-9BDA-F36ACA13F0A2}" type="pres">
      <dgm:prSet presAssocID="{F8E1DE71-A4A5-41FF-8BE9-E9A8E1884570}" presName="Name37" presStyleLbl="parChTrans1D3" presStyleIdx="3" presStyleCnt="15"/>
      <dgm:spPr/>
    </dgm:pt>
    <dgm:pt modelId="{FB46B7EA-1D92-4DA0-9D20-023AA8AB2214}" type="pres">
      <dgm:prSet presAssocID="{D5FF91A9-BC63-4A85-BBF2-F586033F5360}" presName="hierRoot2" presStyleCnt="0">
        <dgm:presLayoutVars>
          <dgm:hierBranch val="init"/>
        </dgm:presLayoutVars>
      </dgm:prSet>
      <dgm:spPr/>
    </dgm:pt>
    <dgm:pt modelId="{29BCC76D-F5CB-4D34-808A-E5A2C651F8D0}" type="pres">
      <dgm:prSet presAssocID="{D5FF91A9-BC63-4A85-BBF2-F586033F5360}" presName="rootComposite" presStyleCnt="0"/>
      <dgm:spPr/>
    </dgm:pt>
    <dgm:pt modelId="{28642D5E-5ADC-4333-9250-17E5E4DE45C5}" type="pres">
      <dgm:prSet presAssocID="{D5FF91A9-BC63-4A85-BBF2-F586033F5360}" presName="rootText" presStyleLbl="node3" presStyleIdx="3" presStyleCnt="15" custScaleX="156007">
        <dgm:presLayoutVars>
          <dgm:chPref val="3"/>
        </dgm:presLayoutVars>
      </dgm:prSet>
      <dgm:spPr/>
      <dgm:t>
        <a:bodyPr/>
        <a:lstStyle/>
        <a:p>
          <a:endParaRPr lang="en-US"/>
        </a:p>
      </dgm:t>
    </dgm:pt>
    <dgm:pt modelId="{C2B22F6C-47A4-4E8A-8A9A-D3071B476B71}" type="pres">
      <dgm:prSet presAssocID="{D5FF91A9-BC63-4A85-BBF2-F586033F5360}" presName="rootConnector" presStyleLbl="node3" presStyleIdx="3" presStyleCnt="15"/>
      <dgm:spPr/>
      <dgm:t>
        <a:bodyPr/>
        <a:lstStyle/>
        <a:p>
          <a:endParaRPr lang="en-US"/>
        </a:p>
      </dgm:t>
    </dgm:pt>
    <dgm:pt modelId="{41E381B9-425F-4F47-AE8A-D745D1382B46}" type="pres">
      <dgm:prSet presAssocID="{D5FF91A9-BC63-4A85-BBF2-F586033F5360}" presName="hierChild4" presStyleCnt="0"/>
      <dgm:spPr/>
    </dgm:pt>
    <dgm:pt modelId="{F84225AA-FCB0-4DD4-B25F-AF73A39F9541}" type="pres">
      <dgm:prSet presAssocID="{D5FF91A9-BC63-4A85-BBF2-F586033F5360}" presName="hierChild5" presStyleCnt="0"/>
      <dgm:spPr/>
    </dgm:pt>
    <dgm:pt modelId="{64277607-9E8D-4464-8DB9-0177332BB7F5}" type="pres">
      <dgm:prSet presAssocID="{2CE2E0E3-3D6C-4566-940C-2D38C0486DC6}" presName="Name37" presStyleLbl="parChTrans1D3" presStyleIdx="4" presStyleCnt="15"/>
      <dgm:spPr/>
    </dgm:pt>
    <dgm:pt modelId="{ABC28699-A01A-4D77-A3FA-77DDEBB308EE}" type="pres">
      <dgm:prSet presAssocID="{64531C03-ED99-47FF-B2B2-EBEB41B040F7}" presName="hierRoot2" presStyleCnt="0">
        <dgm:presLayoutVars>
          <dgm:hierBranch val="init"/>
        </dgm:presLayoutVars>
      </dgm:prSet>
      <dgm:spPr/>
    </dgm:pt>
    <dgm:pt modelId="{2125B6C9-1D05-4D55-8532-58B63A37B29D}" type="pres">
      <dgm:prSet presAssocID="{64531C03-ED99-47FF-B2B2-EBEB41B040F7}" presName="rootComposite" presStyleCnt="0"/>
      <dgm:spPr/>
    </dgm:pt>
    <dgm:pt modelId="{E234FC0A-2E0C-4093-BD58-476620DCA462}" type="pres">
      <dgm:prSet presAssocID="{64531C03-ED99-47FF-B2B2-EBEB41B040F7}" presName="rootText" presStyleLbl="node3" presStyleIdx="4" presStyleCnt="15" custScaleX="156007">
        <dgm:presLayoutVars>
          <dgm:chPref val="3"/>
        </dgm:presLayoutVars>
      </dgm:prSet>
      <dgm:spPr/>
      <dgm:t>
        <a:bodyPr/>
        <a:lstStyle/>
        <a:p>
          <a:endParaRPr lang="en-US"/>
        </a:p>
      </dgm:t>
    </dgm:pt>
    <dgm:pt modelId="{0CEA8DFF-E279-499A-9695-2C2CB8413042}" type="pres">
      <dgm:prSet presAssocID="{64531C03-ED99-47FF-B2B2-EBEB41B040F7}" presName="rootConnector" presStyleLbl="node3" presStyleIdx="4" presStyleCnt="15"/>
      <dgm:spPr/>
      <dgm:t>
        <a:bodyPr/>
        <a:lstStyle/>
        <a:p>
          <a:endParaRPr lang="en-US"/>
        </a:p>
      </dgm:t>
    </dgm:pt>
    <dgm:pt modelId="{2BBE0452-423F-40AD-8545-084249CCF1A5}" type="pres">
      <dgm:prSet presAssocID="{64531C03-ED99-47FF-B2B2-EBEB41B040F7}" presName="hierChild4" presStyleCnt="0"/>
      <dgm:spPr/>
    </dgm:pt>
    <dgm:pt modelId="{EA0CE8BB-837E-49E9-8F61-D649E60DDC91}" type="pres">
      <dgm:prSet presAssocID="{64531C03-ED99-47FF-B2B2-EBEB41B040F7}" presName="hierChild5" presStyleCnt="0"/>
      <dgm:spPr/>
    </dgm:pt>
    <dgm:pt modelId="{2DAE8613-CA75-4B2D-9E96-DEE05012251D}" type="pres">
      <dgm:prSet presAssocID="{74B2FC00-B400-4B56-847E-D22D46A236CB}" presName="Name37" presStyleLbl="parChTrans1D3" presStyleIdx="5" presStyleCnt="15"/>
      <dgm:spPr/>
    </dgm:pt>
    <dgm:pt modelId="{1DBE5DC1-3E89-494C-BCB9-62D16CE71587}" type="pres">
      <dgm:prSet presAssocID="{7CE26A5C-460F-4AA1-9D0F-D7A7C144ED98}" presName="hierRoot2" presStyleCnt="0">
        <dgm:presLayoutVars>
          <dgm:hierBranch val="init"/>
        </dgm:presLayoutVars>
      </dgm:prSet>
      <dgm:spPr/>
    </dgm:pt>
    <dgm:pt modelId="{96AF6F4A-997E-4790-A2D2-3645E3CA3BD4}" type="pres">
      <dgm:prSet presAssocID="{7CE26A5C-460F-4AA1-9D0F-D7A7C144ED98}" presName="rootComposite" presStyleCnt="0"/>
      <dgm:spPr/>
    </dgm:pt>
    <dgm:pt modelId="{01098325-5C02-499C-B4E0-696A0A10964B}" type="pres">
      <dgm:prSet presAssocID="{7CE26A5C-460F-4AA1-9D0F-D7A7C144ED98}" presName="rootText" presStyleLbl="node3" presStyleIdx="5" presStyleCnt="15" custScaleX="156007">
        <dgm:presLayoutVars>
          <dgm:chPref val="3"/>
        </dgm:presLayoutVars>
      </dgm:prSet>
      <dgm:spPr/>
      <dgm:t>
        <a:bodyPr/>
        <a:lstStyle/>
        <a:p>
          <a:endParaRPr lang="en-US"/>
        </a:p>
      </dgm:t>
    </dgm:pt>
    <dgm:pt modelId="{00458DDB-9F72-4B5D-936D-9E0B525F29AB}" type="pres">
      <dgm:prSet presAssocID="{7CE26A5C-460F-4AA1-9D0F-D7A7C144ED98}" presName="rootConnector" presStyleLbl="node3" presStyleIdx="5" presStyleCnt="15"/>
      <dgm:spPr/>
      <dgm:t>
        <a:bodyPr/>
        <a:lstStyle/>
        <a:p>
          <a:endParaRPr lang="en-US"/>
        </a:p>
      </dgm:t>
    </dgm:pt>
    <dgm:pt modelId="{3BC9E318-D528-4F57-B6F7-EC56AF96E0D8}" type="pres">
      <dgm:prSet presAssocID="{7CE26A5C-460F-4AA1-9D0F-D7A7C144ED98}" presName="hierChild4" presStyleCnt="0"/>
      <dgm:spPr/>
    </dgm:pt>
    <dgm:pt modelId="{120DEBDF-1350-406E-8C0B-7EB741DDC60F}" type="pres">
      <dgm:prSet presAssocID="{7CE26A5C-460F-4AA1-9D0F-D7A7C144ED98}" presName="hierChild5" presStyleCnt="0"/>
      <dgm:spPr/>
    </dgm:pt>
    <dgm:pt modelId="{78B5C206-E409-456C-B0BD-58A349196686}" type="pres">
      <dgm:prSet presAssocID="{7BDCCC7F-C5C4-43DC-AF67-41272542EECF}" presName="Name37" presStyleLbl="parChTrans1D3" presStyleIdx="6" presStyleCnt="15"/>
      <dgm:spPr/>
    </dgm:pt>
    <dgm:pt modelId="{A50E9D3A-1DB5-4521-A4DE-DA3ECD7EDAAC}" type="pres">
      <dgm:prSet presAssocID="{00523DF2-D7FE-4162-B728-06CC71732650}" presName="hierRoot2" presStyleCnt="0">
        <dgm:presLayoutVars>
          <dgm:hierBranch val="init"/>
        </dgm:presLayoutVars>
      </dgm:prSet>
      <dgm:spPr/>
    </dgm:pt>
    <dgm:pt modelId="{AFE2B2C3-9A97-4A13-93F5-13BA3E6680D9}" type="pres">
      <dgm:prSet presAssocID="{00523DF2-D7FE-4162-B728-06CC71732650}" presName="rootComposite" presStyleCnt="0"/>
      <dgm:spPr/>
    </dgm:pt>
    <dgm:pt modelId="{5A2149F5-C064-4D64-A17B-C55ACAB70DBB}" type="pres">
      <dgm:prSet presAssocID="{00523DF2-D7FE-4162-B728-06CC71732650}" presName="rootText" presStyleLbl="node3" presStyleIdx="6" presStyleCnt="15" custScaleX="156007">
        <dgm:presLayoutVars>
          <dgm:chPref val="3"/>
        </dgm:presLayoutVars>
      </dgm:prSet>
      <dgm:spPr/>
      <dgm:t>
        <a:bodyPr/>
        <a:lstStyle/>
        <a:p>
          <a:endParaRPr lang="en-US"/>
        </a:p>
      </dgm:t>
    </dgm:pt>
    <dgm:pt modelId="{5015EEAF-64C3-4C46-8ACF-FEF08E34A0FC}" type="pres">
      <dgm:prSet presAssocID="{00523DF2-D7FE-4162-B728-06CC71732650}" presName="rootConnector" presStyleLbl="node3" presStyleIdx="6" presStyleCnt="15"/>
      <dgm:spPr/>
      <dgm:t>
        <a:bodyPr/>
        <a:lstStyle/>
        <a:p>
          <a:endParaRPr lang="en-US"/>
        </a:p>
      </dgm:t>
    </dgm:pt>
    <dgm:pt modelId="{58550081-0221-4AD9-944C-451430B49F51}" type="pres">
      <dgm:prSet presAssocID="{00523DF2-D7FE-4162-B728-06CC71732650}" presName="hierChild4" presStyleCnt="0"/>
      <dgm:spPr/>
    </dgm:pt>
    <dgm:pt modelId="{272A3903-7063-4C3F-BE78-6F5607ADD72A}" type="pres">
      <dgm:prSet presAssocID="{00523DF2-D7FE-4162-B728-06CC71732650}"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3"/>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3" custScaleX="24855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3"/>
      <dgm:spPr/>
      <dgm:t>
        <a:bodyPr/>
        <a:lstStyle/>
        <a:p>
          <a:endParaRPr lang="en-US"/>
        </a:p>
      </dgm:t>
    </dgm:pt>
    <dgm:pt modelId="{4C592C92-3156-443C-BB98-9204DFF01F72}" type="pres">
      <dgm:prSet presAssocID="{620DD3EC-BDCD-468B-B566-7FE2B848507E}" presName="hierChild4" presStyleCnt="0"/>
      <dgm:spPr/>
    </dgm:pt>
    <dgm:pt modelId="{3E83B12F-F2D0-401E-97A0-DA19B14C1332}" type="pres">
      <dgm:prSet presAssocID="{8669EFF5-36FB-4F26-9073-0BC5CE3F32DD}" presName="Name37" presStyleLbl="parChTrans1D3" presStyleIdx="7" presStyleCnt="15"/>
      <dgm:spPr/>
    </dgm:pt>
    <dgm:pt modelId="{51C91A33-5209-44A6-950F-352ACDC745D2}" type="pres">
      <dgm:prSet presAssocID="{5323ECFE-A439-43DD-86F5-E223F3FF1605}" presName="hierRoot2" presStyleCnt="0">
        <dgm:presLayoutVars>
          <dgm:hierBranch val="init"/>
        </dgm:presLayoutVars>
      </dgm:prSet>
      <dgm:spPr/>
    </dgm:pt>
    <dgm:pt modelId="{351A1CDC-91FF-4E1D-8FA6-7CC2B06C74A3}" type="pres">
      <dgm:prSet presAssocID="{5323ECFE-A439-43DD-86F5-E223F3FF1605}" presName="rootComposite" presStyleCnt="0"/>
      <dgm:spPr/>
    </dgm:pt>
    <dgm:pt modelId="{85A1316D-ED80-4577-B759-788B000317FB}" type="pres">
      <dgm:prSet presAssocID="{5323ECFE-A439-43DD-86F5-E223F3FF1605}" presName="rootText" presStyleLbl="node3" presStyleIdx="7" presStyleCnt="15" custScaleX="156007">
        <dgm:presLayoutVars>
          <dgm:chPref val="3"/>
        </dgm:presLayoutVars>
      </dgm:prSet>
      <dgm:spPr/>
      <dgm:t>
        <a:bodyPr/>
        <a:lstStyle/>
        <a:p>
          <a:endParaRPr lang="en-US"/>
        </a:p>
      </dgm:t>
    </dgm:pt>
    <dgm:pt modelId="{823EE2B5-8CBA-4AE9-814C-6A86F7DE680B}" type="pres">
      <dgm:prSet presAssocID="{5323ECFE-A439-43DD-86F5-E223F3FF1605}" presName="rootConnector" presStyleLbl="node3" presStyleIdx="7" presStyleCnt="15"/>
      <dgm:spPr/>
      <dgm:t>
        <a:bodyPr/>
        <a:lstStyle/>
        <a:p>
          <a:endParaRPr lang="en-US"/>
        </a:p>
      </dgm:t>
    </dgm:pt>
    <dgm:pt modelId="{EDA406CA-A13A-423A-894C-CAD689333595}" type="pres">
      <dgm:prSet presAssocID="{5323ECFE-A439-43DD-86F5-E223F3FF1605}" presName="hierChild4" presStyleCnt="0"/>
      <dgm:spPr/>
    </dgm:pt>
    <dgm:pt modelId="{F4C3AF8A-0B4C-4723-9172-5989FB9508BE}" type="pres">
      <dgm:prSet presAssocID="{5323ECFE-A439-43DD-86F5-E223F3FF1605}" presName="hierChild5" presStyleCnt="0"/>
      <dgm:spPr/>
    </dgm:pt>
    <dgm:pt modelId="{C234620B-96CD-41A7-827F-86BBED84F457}" type="pres">
      <dgm:prSet presAssocID="{7F2C9D47-5FAA-41C1-87C8-1CB5814445D1}" presName="Name37" presStyleLbl="parChTrans1D3" presStyleIdx="8" presStyleCnt="15"/>
      <dgm:spPr/>
    </dgm:pt>
    <dgm:pt modelId="{65C41C92-42C1-4709-B42E-D7EBFF480783}" type="pres">
      <dgm:prSet presAssocID="{F78B36B6-C3F9-4439-A200-1AEB0E0DBAA9}" presName="hierRoot2" presStyleCnt="0">
        <dgm:presLayoutVars>
          <dgm:hierBranch val="init"/>
        </dgm:presLayoutVars>
      </dgm:prSet>
      <dgm:spPr/>
    </dgm:pt>
    <dgm:pt modelId="{543EAAE4-A2F9-42DD-B9D4-9C38D70BD5D5}" type="pres">
      <dgm:prSet presAssocID="{F78B36B6-C3F9-4439-A200-1AEB0E0DBAA9}" presName="rootComposite" presStyleCnt="0"/>
      <dgm:spPr/>
    </dgm:pt>
    <dgm:pt modelId="{D40D3D2B-DA3A-487C-BB93-30263B47ED17}" type="pres">
      <dgm:prSet presAssocID="{F78B36B6-C3F9-4439-A200-1AEB0E0DBAA9}" presName="rootText" presStyleLbl="node3" presStyleIdx="8" presStyleCnt="15" custScaleX="156007">
        <dgm:presLayoutVars>
          <dgm:chPref val="3"/>
        </dgm:presLayoutVars>
      </dgm:prSet>
      <dgm:spPr/>
      <dgm:t>
        <a:bodyPr/>
        <a:lstStyle/>
        <a:p>
          <a:endParaRPr lang="en-US"/>
        </a:p>
      </dgm:t>
    </dgm:pt>
    <dgm:pt modelId="{A3663C7C-D1A2-4B80-864A-E75D535CFA53}" type="pres">
      <dgm:prSet presAssocID="{F78B36B6-C3F9-4439-A200-1AEB0E0DBAA9}" presName="rootConnector" presStyleLbl="node3" presStyleIdx="8" presStyleCnt="15"/>
      <dgm:spPr/>
      <dgm:t>
        <a:bodyPr/>
        <a:lstStyle/>
        <a:p>
          <a:endParaRPr lang="en-US"/>
        </a:p>
      </dgm:t>
    </dgm:pt>
    <dgm:pt modelId="{5466336E-F64B-4B08-842E-132DE334A26A}" type="pres">
      <dgm:prSet presAssocID="{F78B36B6-C3F9-4439-A200-1AEB0E0DBAA9}" presName="hierChild4" presStyleCnt="0"/>
      <dgm:spPr/>
    </dgm:pt>
    <dgm:pt modelId="{AEE3AB0B-D45A-40E9-BAA9-0B06B46274E3}" type="pres">
      <dgm:prSet presAssocID="{F78B36B6-C3F9-4439-A200-1AEB0E0DBAA9}" presName="hierChild5" presStyleCnt="0"/>
      <dgm:spPr/>
    </dgm:pt>
    <dgm:pt modelId="{996B8758-AFAB-4F0E-A1EE-C95DF13890DC}" type="pres">
      <dgm:prSet presAssocID="{BC1FE7BA-4D83-4CBC-84C2-9F6A9F230255}" presName="Name37" presStyleLbl="parChTrans1D3" presStyleIdx="9" presStyleCnt="15"/>
      <dgm:spPr/>
    </dgm:pt>
    <dgm:pt modelId="{0FF5AB85-8BC7-4F39-BCC8-70C678312A5C}" type="pres">
      <dgm:prSet presAssocID="{3AA17282-1753-4B63-97CE-DDD6874FD59A}" presName="hierRoot2" presStyleCnt="0">
        <dgm:presLayoutVars>
          <dgm:hierBranch val="init"/>
        </dgm:presLayoutVars>
      </dgm:prSet>
      <dgm:spPr/>
    </dgm:pt>
    <dgm:pt modelId="{17C46BD7-D7DB-4AAD-8661-83DD8BFD6FDB}" type="pres">
      <dgm:prSet presAssocID="{3AA17282-1753-4B63-97CE-DDD6874FD59A}" presName="rootComposite" presStyleCnt="0"/>
      <dgm:spPr/>
    </dgm:pt>
    <dgm:pt modelId="{B31E0076-5429-4328-B58C-D14D9FD3F8DD}" type="pres">
      <dgm:prSet presAssocID="{3AA17282-1753-4B63-97CE-DDD6874FD59A}" presName="rootText" presStyleLbl="node3" presStyleIdx="9" presStyleCnt="15" custScaleX="156007">
        <dgm:presLayoutVars>
          <dgm:chPref val="3"/>
        </dgm:presLayoutVars>
      </dgm:prSet>
      <dgm:spPr/>
      <dgm:t>
        <a:bodyPr/>
        <a:lstStyle/>
        <a:p>
          <a:endParaRPr lang="en-US"/>
        </a:p>
      </dgm:t>
    </dgm:pt>
    <dgm:pt modelId="{142E38A6-77E1-4D14-8832-D7BC17B584AA}" type="pres">
      <dgm:prSet presAssocID="{3AA17282-1753-4B63-97CE-DDD6874FD59A}" presName="rootConnector" presStyleLbl="node3" presStyleIdx="9" presStyleCnt="15"/>
      <dgm:spPr/>
      <dgm:t>
        <a:bodyPr/>
        <a:lstStyle/>
        <a:p>
          <a:endParaRPr lang="en-US"/>
        </a:p>
      </dgm:t>
    </dgm:pt>
    <dgm:pt modelId="{62EFE628-23D2-4227-AB76-544EF160919C}" type="pres">
      <dgm:prSet presAssocID="{3AA17282-1753-4B63-97CE-DDD6874FD59A}" presName="hierChild4" presStyleCnt="0"/>
      <dgm:spPr/>
    </dgm:pt>
    <dgm:pt modelId="{D89FED41-7E14-463E-85C0-55C1BFAD8BCA}" type="pres">
      <dgm:prSet presAssocID="{3AA17282-1753-4B63-97CE-DDD6874FD59A}" presName="hierChild5" presStyleCnt="0"/>
      <dgm:spPr/>
    </dgm:pt>
    <dgm:pt modelId="{42EC9D5E-426D-42B2-8A01-2309463C75EE}" type="pres">
      <dgm:prSet presAssocID="{B3BA5601-C616-4CB8-8621-3A6F2446ECD1}" presName="Name37" presStyleLbl="parChTrans1D3" presStyleIdx="10" presStyleCnt="15"/>
      <dgm:spPr/>
    </dgm:pt>
    <dgm:pt modelId="{E8DC8F8D-4E82-444C-BDDF-F18201338681}" type="pres">
      <dgm:prSet presAssocID="{39B0BB3B-4661-4636-A021-B8FD83617152}" presName="hierRoot2" presStyleCnt="0">
        <dgm:presLayoutVars>
          <dgm:hierBranch val="init"/>
        </dgm:presLayoutVars>
      </dgm:prSet>
      <dgm:spPr/>
    </dgm:pt>
    <dgm:pt modelId="{D8AC8212-6187-41F9-85C4-3411A2366F48}" type="pres">
      <dgm:prSet presAssocID="{39B0BB3B-4661-4636-A021-B8FD83617152}" presName="rootComposite" presStyleCnt="0"/>
      <dgm:spPr/>
    </dgm:pt>
    <dgm:pt modelId="{FD8F6A7D-79AA-4C78-B130-D94B5C166E87}" type="pres">
      <dgm:prSet presAssocID="{39B0BB3B-4661-4636-A021-B8FD83617152}" presName="rootText" presStyleLbl="node3" presStyleIdx="10" presStyleCnt="15" custScaleX="156007">
        <dgm:presLayoutVars>
          <dgm:chPref val="3"/>
        </dgm:presLayoutVars>
      </dgm:prSet>
      <dgm:spPr/>
      <dgm:t>
        <a:bodyPr/>
        <a:lstStyle/>
        <a:p>
          <a:endParaRPr lang="en-US"/>
        </a:p>
      </dgm:t>
    </dgm:pt>
    <dgm:pt modelId="{0FCBD5BE-64A0-4754-ABB8-DA79E3B08279}" type="pres">
      <dgm:prSet presAssocID="{39B0BB3B-4661-4636-A021-B8FD83617152}" presName="rootConnector" presStyleLbl="node3" presStyleIdx="10" presStyleCnt="15"/>
      <dgm:spPr/>
      <dgm:t>
        <a:bodyPr/>
        <a:lstStyle/>
        <a:p>
          <a:endParaRPr lang="en-US"/>
        </a:p>
      </dgm:t>
    </dgm:pt>
    <dgm:pt modelId="{38AB4F6F-ED6F-4D4D-8A70-E65B03731595}" type="pres">
      <dgm:prSet presAssocID="{39B0BB3B-4661-4636-A021-B8FD83617152}" presName="hierChild4" presStyleCnt="0"/>
      <dgm:spPr/>
    </dgm:pt>
    <dgm:pt modelId="{5D25E386-1308-4092-92B8-D7A7BC233A1B}" type="pres">
      <dgm:prSet presAssocID="{39B0BB3B-4661-4636-A021-B8FD83617152}" presName="hierChild5" presStyleCnt="0"/>
      <dgm:spPr/>
    </dgm:pt>
    <dgm:pt modelId="{3E362709-8DF5-4ED1-BE78-2D67C7F6CD59}" type="pres">
      <dgm:prSet presAssocID="{620DD3EC-BDCD-468B-B566-7FE2B848507E}" presName="hierChild5" presStyleCnt="0"/>
      <dgm:spPr/>
    </dgm:pt>
    <dgm:pt modelId="{F35E2B4E-A03A-4CEC-8313-CD85481B51A2}" type="pres">
      <dgm:prSet presAssocID="{465E99B4-164C-4BAE-9F07-11FC02BDF1C0}" presName="Name37" presStyleLbl="parChTrans1D2" presStyleIdx="2" presStyleCnt="3"/>
      <dgm:spPr/>
    </dgm:pt>
    <dgm:pt modelId="{C14ADC0F-DB14-4D25-B270-993163C4E4BB}" type="pres">
      <dgm:prSet presAssocID="{B8979EE1-0B76-49DF-94CB-E21FB2BFFE93}" presName="hierRoot2" presStyleCnt="0">
        <dgm:presLayoutVars>
          <dgm:hierBranch val="init"/>
        </dgm:presLayoutVars>
      </dgm:prSet>
      <dgm:spPr/>
    </dgm:pt>
    <dgm:pt modelId="{31F1624B-B6B3-4011-8CEE-5A82CECD3631}" type="pres">
      <dgm:prSet presAssocID="{B8979EE1-0B76-49DF-94CB-E21FB2BFFE93}" presName="rootComposite" presStyleCnt="0"/>
      <dgm:spPr/>
    </dgm:pt>
    <dgm:pt modelId="{3974D9EF-2642-4EA6-B022-A6FB2F4B3087}" type="pres">
      <dgm:prSet presAssocID="{B8979EE1-0B76-49DF-94CB-E21FB2BFFE93}" presName="rootText" presStyleLbl="node2" presStyleIdx="2" presStyleCnt="3" custScaleX="217543">
        <dgm:presLayoutVars>
          <dgm:chPref val="3"/>
        </dgm:presLayoutVars>
      </dgm:prSet>
      <dgm:spPr/>
      <dgm:t>
        <a:bodyPr/>
        <a:lstStyle/>
        <a:p>
          <a:endParaRPr lang="en-US"/>
        </a:p>
      </dgm:t>
    </dgm:pt>
    <dgm:pt modelId="{3171E5CA-E43A-470A-B942-64771F94AC4C}" type="pres">
      <dgm:prSet presAssocID="{B8979EE1-0B76-49DF-94CB-E21FB2BFFE93}" presName="rootConnector" presStyleLbl="node2" presStyleIdx="2" presStyleCnt="3"/>
      <dgm:spPr/>
      <dgm:t>
        <a:bodyPr/>
        <a:lstStyle/>
        <a:p>
          <a:endParaRPr lang="en-US"/>
        </a:p>
      </dgm:t>
    </dgm:pt>
    <dgm:pt modelId="{CBF86D54-ADE7-46C0-AF01-7B3BB5C7EF85}" type="pres">
      <dgm:prSet presAssocID="{B8979EE1-0B76-49DF-94CB-E21FB2BFFE93}" presName="hierChild4" presStyleCnt="0"/>
      <dgm:spPr/>
    </dgm:pt>
    <dgm:pt modelId="{D6403388-DD22-4A5F-B724-FAF301CA200E}" type="pres">
      <dgm:prSet presAssocID="{D6635552-370C-4FD5-A4C4-A1F4527638C8}" presName="Name37" presStyleLbl="parChTrans1D3" presStyleIdx="11" presStyleCnt="15"/>
      <dgm:spPr/>
    </dgm:pt>
    <dgm:pt modelId="{116D88B0-9930-440B-B639-5EE3621EEAB4}" type="pres">
      <dgm:prSet presAssocID="{6078D879-48D1-4867-860F-27AA716F7E13}" presName="hierRoot2" presStyleCnt="0">
        <dgm:presLayoutVars>
          <dgm:hierBranch val="init"/>
        </dgm:presLayoutVars>
      </dgm:prSet>
      <dgm:spPr/>
    </dgm:pt>
    <dgm:pt modelId="{02848C34-DA22-42C0-BF0F-E1EE1B2A3F7A}" type="pres">
      <dgm:prSet presAssocID="{6078D879-48D1-4867-860F-27AA716F7E13}" presName="rootComposite" presStyleCnt="0"/>
      <dgm:spPr/>
    </dgm:pt>
    <dgm:pt modelId="{66666B8F-37B3-4502-96F6-DA600C8D2357}" type="pres">
      <dgm:prSet presAssocID="{6078D879-48D1-4867-860F-27AA716F7E13}" presName="rootText" presStyleLbl="node3" presStyleIdx="11" presStyleCnt="15" custScaleX="156007">
        <dgm:presLayoutVars>
          <dgm:chPref val="3"/>
        </dgm:presLayoutVars>
      </dgm:prSet>
      <dgm:spPr/>
      <dgm:t>
        <a:bodyPr/>
        <a:lstStyle/>
        <a:p>
          <a:endParaRPr lang="en-US"/>
        </a:p>
      </dgm:t>
    </dgm:pt>
    <dgm:pt modelId="{A698D77F-66DC-43FF-8752-BEABC4E40D42}" type="pres">
      <dgm:prSet presAssocID="{6078D879-48D1-4867-860F-27AA716F7E13}" presName="rootConnector" presStyleLbl="node3" presStyleIdx="11" presStyleCnt="15"/>
      <dgm:spPr/>
      <dgm:t>
        <a:bodyPr/>
        <a:lstStyle/>
        <a:p>
          <a:endParaRPr lang="en-US"/>
        </a:p>
      </dgm:t>
    </dgm:pt>
    <dgm:pt modelId="{00C63A8E-96A3-401F-9A85-7B606B729043}" type="pres">
      <dgm:prSet presAssocID="{6078D879-48D1-4867-860F-27AA716F7E13}" presName="hierChild4" presStyleCnt="0"/>
      <dgm:spPr/>
    </dgm:pt>
    <dgm:pt modelId="{6963C36D-C52E-47D6-BEF8-4DB5A68634CC}" type="pres">
      <dgm:prSet presAssocID="{6078D879-48D1-4867-860F-27AA716F7E13}" presName="hierChild5" presStyleCnt="0"/>
      <dgm:spPr/>
    </dgm:pt>
    <dgm:pt modelId="{54460D34-6C02-43E6-9344-E0D477FE27C6}" type="pres">
      <dgm:prSet presAssocID="{C3DCF165-BA56-4235-91CF-93C2156C5C2D}" presName="Name37" presStyleLbl="parChTrans1D3" presStyleIdx="12" presStyleCnt="15"/>
      <dgm:spPr/>
    </dgm:pt>
    <dgm:pt modelId="{EDCA58D7-514C-44C4-A434-429550678D1A}" type="pres">
      <dgm:prSet presAssocID="{1F4BF269-9776-4FDE-836B-1BFD1FFFEB55}" presName="hierRoot2" presStyleCnt="0">
        <dgm:presLayoutVars>
          <dgm:hierBranch val="init"/>
        </dgm:presLayoutVars>
      </dgm:prSet>
      <dgm:spPr/>
    </dgm:pt>
    <dgm:pt modelId="{34BFE01E-18A6-410A-8DBF-B6FFD612CD5D}" type="pres">
      <dgm:prSet presAssocID="{1F4BF269-9776-4FDE-836B-1BFD1FFFEB55}" presName="rootComposite" presStyleCnt="0"/>
      <dgm:spPr/>
    </dgm:pt>
    <dgm:pt modelId="{FD76D8C5-59C9-4CC8-A630-FA2532A1F2CD}" type="pres">
      <dgm:prSet presAssocID="{1F4BF269-9776-4FDE-836B-1BFD1FFFEB55}" presName="rootText" presStyleLbl="node3" presStyleIdx="12" presStyleCnt="15" custScaleX="156007">
        <dgm:presLayoutVars>
          <dgm:chPref val="3"/>
        </dgm:presLayoutVars>
      </dgm:prSet>
      <dgm:spPr/>
      <dgm:t>
        <a:bodyPr/>
        <a:lstStyle/>
        <a:p>
          <a:endParaRPr lang="en-US"/>
        </a:p>
      </dgm:t>
    </dgm:pt>
    <dgm:pt modelId="{F7A198F9-0BEA-4AF9-9827-7045CFB69E99}" type="pres">
      <dgm:prSet presAssocID="{1F4BF269-9776-4FDE-836B-1BFD1FFFEB55}" presName="rootConnector" presStyleLbl="node3" presStyleIdx="12" presStyleCnt="15"/>
      <dgm:spPr/>
      <dgm:t>
        <a:bodyPr/>
        <a:lstStyle/>
        <a:p>
          <a:endParaRPr lang="en-US"/>
        </a:p>
      </dgm:t>
    </dgm:pt>
    <dgm:pt modelId="{5232CA0C-0AFB-407F-847A-7748CD445ECF}" type="pres">
      <dgm:prSet presAssocID="{1F4BF269-9776-4FDE-836B-1BFD1FFFEB55}" presName="hierChild4" presStyleCnt="0"/>
      <dgm:spPr/>
    </dgm:pt>
    <dgm:pt modelId="{CA37CAC8-8892-428A-91D9-25641F87D7D1}" type="pres">
      <dgm:prSet presAssocID="{1F4BF269-9776-4FDE-836B-1BFD1FFFEB55}" presName="hierChild5" presStyleCnt="0"/>
      <dgm:spPr/>
    </dgm:pt>
    <dgm:pt modelId="{90166678-F7FF-43B2-AE5E-A7A069981C96}" type="pres">
      <dgm:prSet presAssocID="{904E60C2-5867-4A0C-AC7C-C3BEEF1C869C}" presName="Name37" presStyleLbl="parChTrans1D3" presStyleIdx="13" presStyleCnt="15"/>
      <dgm:spPr/>
    </dgm:pt>
    <dgm:pt modelId="{CA74B1BA-5705-40CF-B995-9113BB34BA27}" type="pres">
      <dgm:prSet presAssocID="{2804CE10-C69E-41B0-9249-EF124685AAD5}" presName="hierRoot2" presStyleCnt="0">
        <dgm:presLayoutVars>
          <dgm:hierBranch val="init"/>
        </dgm:presLayoutVars>
      </dgm:prSet>
      <dgm:spPr/>
    </dgm:pt>
    <dgm:pt modelId="{FF680E68-0236-43CD-9DBE-F9E03563302C}" type="pres">
      <dgm:prSet presAssocID="{2804CE10-C69E-41B0-9249-EF124685AAD5}" presName="rootComposite" presStyleCnt="0"/>
      <dgm:spPr/>
    </dgm:pt>
    <dgm:pt modelId="{C2F4AD6A-DBE2-4074-9743-69F74AC3C11B}" type="pres">
      <dgm:prSet presAssocID="{2804CE10-C69E-41B0-9249-EF124685AAD5}" presName="rootText" presStyleLbl="node3" presStyleIdx="13" presStyleCnt="15" custScaleX="156007">
        <dgm:presLayoutVars>
          <dgm:chPref val="3"/>
        </dgm:presLayoutVars>
      </dgm:prSet>
      <dgm:spPr/>
      <dgm:t>
        <a:bodyPr/>
        <a:lstStyle/>
        <a:p>
          <a:endParaRPr lang="en-US"/>
        </a:p>
      </dgm:t>
    </dgm:pt>
    <dgm:pt modelId="{EE3D2AD3-4862-43B7-BDFE-0A09A43AE157}" type="pres">
      <dgm:prSet presAssocID="{2804CE10-C69E-41B0-9249-EF124685AAD5}" presName="rootConnector" presStyleLbl="node3" presStyleIdx="13" presStyleCnt="15"/>
      <dgm:spPr/>
      <dgm:t>
        <a:bodyPr/>
        <a:lstStyle/>
        <a:p>
          <a:endParaRPr lang="en-US"/>
        </a:p>
      </dgm:t>
    </dgm:pt>
    <dgm:pt modelId="{30F8C6D6-AFDD-4B06-831D-8E9761502015}" type="pres">
      <dgm:prSet presAssocID="{2804CE10-C69E-41B0-9249-EF124685AAD5}" presName="hierChild4" presStyleCnt="0"/>
      <dgm:spPr/>
    </dgm:pt>
    <dgm:pt modelId="{F710216C-FDF0-47C3-9298-8B21AD2964BC}" type="pres">
      <dgm:prSet presAssocID="{2804CE10-C69E-41B0-9249-EF124685AAD5}" presName="hierChild5" presStyleCnt="0"/>
      <dgm:spPr/>
    </dgm:pt>
    <dgm:pt modelId="{D8B7A73A-748A-44DD-9F5B-BC43245DD2F8}" type="pres">
      <dgm:prSet presAssocID="{2A14B91B-7159-438D-8B88-2A97915F03F8}" presName="Name37" presStyleLbl="parChTrans1D3" presStyleIdx="14" presStyleCnt="15"/>
      <dgm:spPr/>
    </dgm:pt>
    <dgm:pt modelId="{FB99E6E0-3D25-4344-8DFA-22F9C8A5DF1E}" type="pres">
      <dgm:prSet presAssocID="{08F5D5F6-8AAD-44C9-8867-06F0865AA980}" presName="hierRoot2" presStyleCnt="0">
        <dgm:presLayoutVars>
          <dgm:hierBranch val="init"/>
        </dgm:presLayoutVars>
      </dgm:prSet>
      <dgm:spPr/>
    </dgm:pt>
    <dgm:pt modelId="{3166435A-0729-4281-BB9D-7FCD93176A2C}" type="pres">
      <dgm:prSet presAssocID="{08F5D5F6-8AAD-44C9-8867-06F0865AA980}" presName="rootComposite" presStyleCnt="0"/>
      <dgm:spPr/>
    </dgm:pt>
    <dgm:pt modelId="{850B0851-BC69-41CD-B70C-7D67CE1417FE}" type="pres">
      <dgm:prSet presAssocID="{08F5D5F6-8AAD-44C9-8867-06F0865AA980}" presName="rootText" presStyleLbl="node3" presStyleIdx="14" presStyleCnt="15" custScaleX="156007">
        <dgm:presLayoutVars>
          <dgm:chPref val="3"/>
        </dgm:presLayoutVars>
      </dgm:prSet>
      <dgm:spPr/>
      <dgm:t>
        <a:bodyPr/>
        <a:lstStyle/>
        <a:p>
          <a:endParaRPr lang="en-US"/>
        </a:p>
      </dgm:t>
    </dgm:pt>
    <dgm:pt modelId="{0065F2F8-C066-4F77-A0C6-961C604A8D14}" type="pres">
      <dgm:prSet presAssocID="{08F5D5F6-8AAD-44C9-8867-06F0865AA980}" presName="rootConnector" presStyleLbl="node3" presStyleIdx="14" presStyleCnt="15"/>
      <dgm:spPr/>
      <dgm:t>
        <a:bodyPr/>
        <a:lstStyle/>
        <a:p>
          <a:endParaRPr lang="en-US"/>
        </a:p>
      </dgm:t>
    </dgm:pt>
    <dgm:pt modelId="{0AB14EA8-0AB6-4F42-AED9-200B627E40B3}" type="pres">
      <dgm:prSet presAssocID="{08F5D5F6-8AAD-44C9-8867-06F0865AA980}" presName="hierChild4" presStyleCnt="0"/>
      <dgm:spPr/>
    </dgm:pt>
    <dgm:pt modelId="{7614ABC1-7951-4564-B564-7A9F44FA0593}" type="pres">
      <dgm:prSet presAssocID="{08F5D5F6-8AAD-44C9-8867-06F0865AA980}" presName="hierChild5" presStyleCnt="0"/>
      <dgm:spPr/>
    </dgm:pt>
    <dgm:pt modelId="{9F816470-F765-4467-8BFE-055142852E76}" type="pres">
      <dgm:prSet presAssocID="{B8979EE1-0B76-49DF-94CB-E21FB2BFFE93}" presName="hierChild5" presStyleCnt="0"/>
      <dgm:spPr/>
    </dgm:pt>
    <dgm:pt modelId="{96DEF822-DC52-4FFC-82DA-389CD5B29657}" type="pres">
      <dgm:prSet presAssocID="{9E6404DC-1053-49D6-95EE-599A97C88DD3}" presName="hierChild3" presStyleCnt="0"/>
      <dgm:spPr/>
    </dgm:pt>
  </dgm:ptLst>
  <dgm:cxnLst>
    <dgm:cxn modelId="{8F71BDBE-4454-420F-AAF0-44167AEE4AE3}" srcId="{620DD3EC-BDCD-468B-B566-7FE2B848507E}" destId="{5323ECFE-A439-43DD-86F5-E223F3FF1605}" srcOrd="0" destOrd="0" parTransId="{8669EFF5-36FB-4F26-9073-0BC5CE3F32DD}" sibTransId="{493CCD4C-09F5-46EC-9CE6-108D35518D99}"/>
    <dgm:cxn modelId="{C80127BD-C543-45C3-B2A5-C98945B11548}" type="presOf" srcId="{F8E1DE71-A4A5-41FF-8BE9-E9A8E1884570}" destId="{224A573A-36FE-4730-9BDA-F36ACA13F0A2}" srcOrd="0" destOrd="0" presId="urn:microsoft.com/office/officeart/2005/8/layout/orgChart1"/>
    <dgm:cxn modelId="{EC96FCF7-6DB3-4310-9475-CBBF5492364F}" type="presOf" srcId="{BC1FE7BA-4D83-4CBC-84C2-9F6A9F230255}" destId="{996B8758-AFAB-4F0E-A1EE-C95DF13890DC}" srcOrd="0" destOrd="0" presId="urn:microsoft.com/office/officeart/2005/8/layout/orgChart1"/>
    <dgm:cxn modelId="{4484EBDA-39FA-4E97-A241-FC3B01900979}" type="presOf" srcId="{3AA17282-1753-4B63-97CE-DDD6874FD59A}" destId="{142E38A6-77E1-4D14-8832-D7BC17B584AA}" srcOrd="1" destOrd="0" presId="urn:microsoft.com/office/officeart/2005/8/layout/orgChart1"/>
    <dgm:cxn modelId="{03ED93F4-6D9A-4E61-B39F-3104048E5745}" type="presOf" srcId="{5323ECFE-A439-43DD-86F5-E223F3FF1605}" destId="{823EE2B5-8CBA-4AE9-814C-6A86F7DE680B}" srcOrd="1" destOrd="0" presId="urn:microsoft.com/office/officeart/2005/8/layout/orgChart1"/>
    <dgm:cxn modelId="{4FF781EB-2EA8-4345-A067-82AF161876F6}" srcId="{B8979EE1-0B76-49DF-94CB-E21FB2BFFE93}" destId="{08F5D5F6-8AAD-44C9-8867-06F0865AA980}" srcOrd="3" destOrd="0" parTransId="{2A14B91B-7159-438D-8B88-2A97915F03F8}" sibTransId="{B45C9B12-1403-48BF-8412-89FB60111149}"/>
    <dgm:cxn modelId="{48B66C75-1042-48F1-B286-C3A5488A4F7F}" type="presOf" srcId="{D5FF91A9-BC63-4A85-BBF2-F586033F5360}" destId="{C2B22F6C-47A4-4E8A-8A9A-D3071B476B71}"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B943DC54-87D9-49E6-8DBC-E7738D6E7B9B}" srcId="{620DD3EC-BDCD-468B-B566-7FE2B848507E}" destId="{39B0BB3B-4661-4636-A021-B8FD83617152}" srcOrd="3" destOrd="0" parTransId="{B3BA5601-C616-4CB8-8621-3A6F2446ECD1}" sibTransId="{7CABD03F-8520-4738-8E66-0AE43336A040}"/>
    <dgm:cxn modelId="{2C550363-EB36-4FE5-AF12-71D91A5F6FAF}" type="presOf" srcId="{74B2FC00-B400-4B56-847E-D22D46A236CB}" destId="{2DAE8613-CA75-4B2D-9E96-DEE05012251D}" srcOrd="0" destOrd="0" presId="urn:microsoft.com/office/officeart/2005/8/layout/orgChart1"/>
    <dgm:cxn modelId="{70207A22-9841-40E5-9553-DFE4E25462C2}" type="presOf" srcId="{00523DF2-D7FE-4162-B728-06CC71732650}" destId="{5A2149F5-C064-4D64-A17B-C55ACAB70DBB}" srcOrd="0" destOrd="0" presId="urn:microsoft.com/office/officeart/2005/8/layout/orgChart1"/>
    <dgm:cxn modelId="{E52BD301-7671-43CE-88DB-5A7F21565F5B}" type="presOf" srcId="{64531C03-ED99-47FF-B2B2-EBEB41B040F7}" destId="{E234FC0A-2E0C-4093-BD58-476620DCA462}"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C3EC9348-A428-4D88-8958-14EF10304218}" type="presOf" srcId="{08F5D5F6-8AAD-44C9-8867-06F0865AA980}" destId="{850B0851-BC69-41CD-B70C-7D67CE1417FE}" srcOrd="0" destOrd="0" presId="urn:microsoft.com/office/officeart/2005/8/layout/orgChart1"/>
    <dgm:cxn modelId="{D2C2F23D-DE8A-4443-8062-83D78BE25085}" type="presOf" srcId="{AB4314F9-89EF-40CA-9D22-A5DD2F943D02}" destId="{3CAC798C-6233-4B90-9D6C-EBCF96A82F6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DAD2A218-7301-4CFE-A844-32A1E39B291F}" type="presOf" srcId="{7BDCCC7F-C5C4-43DC-AF67-41272542EECF}" destId="{78B5C206-E409-456C-B0BD-58A349196686}"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C6DAC0A7-0EC4-4E28-8677-79E67A341141}" srcId="{9286A5EC-F2A9-487D-8BF1-B96EEEFD636B}" destId="{AB4314F9-89EF-40CA-9D22-A5DD2F943D02}" srcOrd="0" destOrd="0" parTransId="{CCE38E12-1726-4E98-BBB8-2D82FEE04A40}" sibTransId="{8B5C1FCE-3534-4E23-96E1-1CB9F05D0486}"/>
    <dgm:cxn modelId="{2992CA7D-D465-4871-A2B3-72C0E22348A4}" srcId="{B8979EE1-0B76-49DF-94CB-E21FB2BFFE93}" destId="{2804CE10-C69E-41B0-9249-EF124685AAD5}" srcOrd="2" destOrd="0" parTransId="{904E60C2-5867-4A0C-AC7C-C3BEEF1C869C}" sibTransId="{A21DE59C-299C-4CF4-8900-C1D1B22A43ED}"/>
    <dgm:cxn modelId="{D0EF4182-6C93-4D26-B294-B111AB1F913F}" type="presOf" srcId="{5323ECFE-A439-43DD-86F5-E223F3FF1605}" destId="{85A1316D-ED80-4577-B759-788B000317FB}" srcOrd="0" destOrd="0" presId="urn:microsoft.com/office/officeart/2005/8/layout/orgChart1"/>
    <dgm:cxn modelId="{2F1A8ECB-B2ED-426D-A2C1-DE5070DFCB4F}" srcId="{9286A5EC-F2A9-487D-8BF1-B96EEEFD636B}" destId="{3CE03E00-7020-4ACC-93F6-2A3B92BAB89B}" srcOrd="2" destOrd="0" parTransId="{41A69999-71D9-4ADF-B831-74E20BD4C1D9}" sibTransId="{ED2F577B-0CFA-4A39-8C7D-90C4587A0752}"/>
    <dgm:cxn modelId="{18C0B248-CAFA-4BE0-8E82-DC067C692D04}" type="presOf" srcId="{620DD3EC-BDCD-468B-B566-7FE2B848507E}" destId="{1999F93D-C5E3-4B58-A38A-C971B5C1871B}" srcOrd="1" destOrd="0" presId="urn:microsoft.com/office/officeart/2005/8/layout/orgChart1"/>
    <dgm:cxn modelId="{498383AA-9A06-4784-AD2A-C4DFFE3B9AF3}" type="presOf" srcId="{7CE26A5C-460F-4AA1-9D0F-D7A7C144ED98}" destId="{01098325-5C02-499C-B4E0-696A0A10964B}" srcOrd="0" destOrd="0" presId="urn:microsoft.com/office/officeart/2005/8/layout/orgChart1"/>
    <dgm:cxn modelId="{31487898-4370-4758-9190-D708027E1F4C}" srcId="{9286A5EC-F2A9-487D-8BF1-B96EEEFD636B}" destId="{D5FF91A9-BC63-4A85-BBF2-F586033F5360}" srcOrd="3" destOrd="0" parTransId="{F8E1DE71-A4A5-41FF-8BE9-E9A8E1884570}" sibTransId="{749C2BB5-A586-4F7B-A576-872C0C318F0A}"/>
    <dgm:cxn modelId="{7D9C1D7C-4D0D-4391-A574-D0C46B3AC631}" type="presOf" srcId="{39B0BB3B-4661-4636-A021-B8FD83617152}" destId="{0FCBD5BE-64A0-4754-ABB8-DA79E3B08279}"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F71DEF05-0776-4E9C-8242-F6CA5CDAE21D}" type="presOf" srcId="{620DD3EC-BDCD-468B-B566-7FE2B848507E}" destId="{02B28F85-DE51-42FF-859E-1DD3A478F426}"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D125915B-B65D-457E-A82D-634BD810A910}" type="presOf" srcId="{CCE38E12-1726-4E98-BBB8-2D82FEE04A40}" destId="{2CE3E140-6CAA-4F2F-89BC-3CF14A6A11A7}" srcOrd="0" destOrd="0" presId="urn:microsoft.com/office/officeart/2005/8/layout/orgChart1"/>
    <dgm:cxn modelId="{81D64172-A5C2-4F8F-A0A8-9CFFBFF0EA36}" type="presOf" srcId="{00523DF2-D7FE-4162-B728-06CC71732650}" destId="{5015EEAF-64C3-4C46-8ACF-FEF08E34A0FC}" srcOrd="1" destOrd="0" presId="urn:microsoft.com/office/officeart/2005/8/layout/orgChart1"/>
    <dgm:cxn modelId="{9DABB44F-B42B-443F-9E2F-FFD3DF781252}" srcId="{9E6404DC-1053-49D6-95EE-599A97C88DD3}" destId="{B8979EE1-0B76-49DF-94CB-E21FB2BFFE93}" srcOrd="2" destOrd="0" parTransId="{465E99B4-164C-4BAE-9F07-11FC02BDF1C0}" sibTransId="{A52399AA-C95C-41D6-976A-0B5DE871750C}"/>
    <dgm:cxn modelId="{5B5C6E2B-D947-44FC-AFDD-A2172447CA13}" type="presOf" srcId="{465E99B4-164C-4BAE-9F07-11FC02BDF1C0}" destId="{F35E2B4E-A03A-4CEC-8313-CD85481B51A2}" srcOrd="0" destOrd="0" presId="urn:microsoft.com/office/officeart/2005/8/layout/orgChart1"/>
    <dgm:cxn modelId="{3C887E5A-43E8-4B88-A686-E9A2EA7A89AB}" type="presOf" srcId="{AB4314F9-89EF-40CA-9D22-A5DD2F943D02}" destId="{5BCA17CD-0E97-4E88-B736-89B4C4698DF0}" srcOrd="1" destOrd="0" presId="urn:microsoft.com/office/officeart/2005/8/layout/orgChart1"/>
    <dgm:cxn modelId="{E87E82F9-3176-44BD-8DE9-7B313D36B8B1}" type="presOf" srcId="{904E60C2-5867-4A0C-AC7C-C3BEEF1C869C}" destId="{90166678-F7FF-43B2-AE5E-A7A069981C96}" srcOrd="0" destOrd="0" presId="urn:microsoft.com/office/officeart/2005/8/layout/orgChart1"/>
    <dgm:cxn modelId="{FA4130B7-CDBF-4F88-A466-8184793A0405}" srcId="{9286A5EC-F2A9-487D-8BF1-B96EEEFD636B}" destId="{64531C03-ED99-47FF-B2B2-EBEB41B040F7}" srcOrd="4" destOrd="0" parTransId="{2CE2E0E3-3D6C-4566-940C-2D38C0486DC6}" sibTransId="{658B43C6-414F-4475-987E-3A725FC6B66A}"/>
    <dgm:cxn modelId="{5C11C8C1-FF1E-44D5-BF81-3EB000608647}" type="presOf" srcId="{906448A4-7E12-440B-87AF-E8F2EA1217BC}" destId="{DAAB61AF-14B8-41F7-8AEE-08B809A71EA5}" srcOrd="1" destOrd="0" presId="urn:microsoft.com/office/officeart/2005/8/layout/orgChart1"/>
    <dgm:cxn modelId="{7BD7B23A-E1A1-4BB7-9AC7-C344D7F0EA1F}" type="presOf" srcId="{D6635552-370C-4FD5-A4C4-A1F4527638C8}" destId="{D6403388-DD22-4A5F-B724-FAF301CA200E}"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25ACCD89-7DB7-4034-A3DC-CE84CE42415C}" type="presOf" srcId="{C3DCF165-BA56-4235-91CF-93C2156C5C2D}" destId="{54460D34-6C02-43E6-9344-E0D477FE27C6}" srcOrd="0" destOrd="0" presId="urn:microsoft.com/office/officeart/2005/8/layout/orgChart1"/>
    <dgm:cxn modelId="{58B2339F-5050-44D7-9A73-4A2071DA9383}" type="presOf" srcId="{6078D879-48D1-4867-860F-27AA716F7E13}" destId="{66666B8F-37B3-4502-96F6-DA600C8D2357}" srcOrd="0" destOrd="0" presId="urn:microsoft.com/office/officeart/2005/8/layout/orgChart1"/>
    <dgm:cxn modelId="{F49DEBDE-F243-4D0C-BD03-BF4AF8E84250}" type="presOf" srcId="{826F0C0B-927E-47D1-AC5E-AB52109C7EEB}" destId="{654873FB-6A43-42BF-B3EC-A732DD57818A}" srcOrd="0" destOrd="0" presId="urn:microsoft.com/office/officeart/2005/8/layout/orgChart1"/>
    <dgm:cxn modelId="{BE16EF7C-65DC-4402-928B-C5AE15F870EE}" type="presOf" srcId="{41A69999-71D9-4ADF-B831-74E20BD4C1D9}" destId="{7AFD141F-D981-4B40-BB39-ED9AB6B3D0EB}" srcOrd="0" destOrd="0" presId="urn:microsoft.com/office/officeart/2005/8/layout/orgChart1"/>
    <dgm:cxn modelId="{2157376B-5A90-49B5-BA5B-2095F89BDFAA}" type="presOf" srcId="{2A14B91B-7159-438D-8B88-2A97915F03F8}" destId="{D8B7A73A-748A-44DD-9F5B-BC43245DD2F8}" srcOrd="0" destOrd="0" presId="urn:microsoft.com/office/officeart/2005/8/layout/orgChart1"/>
    <dgm:cxn modelId="{90329A16-AD36-4921-B09D-CF60F0B13B8B}" srcId="{620DD3EC-BDCD-468B-B566-7FE2B848507E}" destId="{F78B36B6-C3F9-4439-A200-1AEB0E0DBAA9}" srcOrd="1" destOrd="0" parTransId="{7F2C9D47-5FAA-41C1-87C8-1CB5814445D1}" sibTransId="{92CD20BA-43B2-4F9C-8BD6-CA823CF89FE0}"/>
    <dgm:cxn modelId="{79949285-A8D0-47E4-BB64-B4E610B80A90}" type="presOf" srcId="{2CE2E0E3-3D6C-4566-940C-2D38C0486DC6}" destId="{64277607-9E8D-4464-8DB9-0177332BB7F5}" srcOrd="0" destOrd="0" presId="urn:microsoft.com/office/officeart/2005/8/layout/orgChart1"/>
    <dgm:cxn modelId="{879933A5-C5C7-48C2-AF38-2AA13FB11BAE}" type="presOf" srcId="{39B0BB3B-4661-4636-A021-B8FD83617152}" destId="{FD8F6A7D-79AA-4C78-B130-D94B5C166E87}" srcOrd="0" destOrd="0" presId="urn:microsoft.com/office/officeart/2005/8/layout/orgChart1"/>
    <dgm:cxn modelId="{357EDFCC-7F42-4751-B530-0D1E457DE5F4}" srcId="{9286A5EC-F2A9-487D-8BF1-B96EEEFD636B}" destId="{7CE26A5C-460F-4AA1-9D0F-D7A7C144ED98}" srcOrd="5" destOrd="0" parTransId="{74B2FC00-B400-4B56-847E-D22D46A236CB}" sibTransId="{CF898098-FEB6-477D-B045-9D365C706A30}"/>
    <dgm:cxn modelId="{C8C14DD7-DCE4-4866-A7C2-A23CB7D9E072}" type="presOf" srcId="{7CE26A5C-460F-4AA1-9D0F-D7A7C144ED98}" destId="{00458DDB-9F72-4B5D-936D-9E0B525F29AB}" srcOrd="1" destOrd="0" presId="urn:microsoft.com/office/officeart/2005/8/layout/orgChart1"/>
    <dgm:cxn modelId="{42438E51-B11A-4F72-AD16-4A4934B69474}" type="presOf" srcId="{3AA17282-1753-4B63-97CE-DDD6874FD59A}" destId="{B31E0076-5429-4328-B58C-D14D9FD3F8DD}" srcOrd="0" destOrd="0" presId="urn:microsoft.com/office/officeart/2005/8/layout/orgChart1"/>
    <dgm:cxn modelId="{EF700929-D23D-4EF1-9E32-180BC7DCA27F}" type="presOf" srcId="{3CE03E00-7020-4ACC-93F6-2A3B92BAB89B}" destId="{657282B3-D4FB-4AFA-8CED-80E7FE036EF5}" srcOrd="0" destOrd="0" presId="urn:microsoft.com/office/officeart/2005/8/layout/orgChart1"/>
    <dgm:cxn modelId="{4DB18F8D-7717-4786-94A1-410326CE8302}" type="presOf" srcId="{3CE03E00-7020-4ACC-93F6-2A3B92BAB89B}" destId="{77450FC5-1A0F-4C5A-94F4-C936A2927F3F}" srcOrd="1" destOrd="0" presId="urn:microsoft.com/office/officeart/2005/8/layout/orgChart1"/>
    <dgm:cxn modelId="{E582C3CD-AEAF-42BC-8A2C-590454992E75}" type="presOf" srcId="{906448A4-7E12-440B-87AF-E8F2EA1217BC}" destId="{9D9B531C-5C88-4B53-94BC-3022DA1ED7F6}" srcOrd="0" destOrd="0" presId="urn:microsoft.com/office/officeart/2005/8/layout/orgChart1"/>
    <dgm:cxn modelId="{A7D3D15F-A10B-4348-95EA-1AE6A20A3809}" srcId="{B8979EE1-0B76-49DF-94CB-E21FB2BFFE93}" destId="{6078D879-48D1-4867-860F-27AA716F7E13}" srcOrd="0" destOrd="0" parTransId="{D6635552-370C-4FD5-A4C4-A1F4527638C8}" sibTransId="{8DDCDB5C-173E-4BFC-9E6F-EA74DF597B03}"/>
    <dgm:cxn modelId="{07AB8472-A651-48C8-9CF2-00815F444309}" type="presOf" srcId="{9E6404DC-1053-49D6-95EE-599A97C88DD3}" destId="{0F3C8968-31FF-46A5-BCB3-A2E771257413}" srcOrd="0" destOrd="0" presId="urn:microsoft.com/office/officeart/2005/8/layout/orgChart1"/>
    <dgm:cxn modelId="{0E693773-F59F-43B8-9893-4D0E2AE9189F}" type="presOf" srcId="{1F4BF269-9776-4FDE-836B-1BFD1FFFEB55}" destId="{FD76D8C5-59C9-4CC8-A630-FA2532A1F2CD}" srcOrd="0"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9DF49C2C-582E-414B-B59B-84C1FE8F200E}" type="presOf" srcId="{F78B36B6-C3F9-4439-A200-1AEB0E0DBAA9}" destId="{A3663C7C-D1A2-4B80-864A-E75D535CFA53}" srcOrd="1" destOrd="0" presId="urn:microsoft.com/office/officeart/2005/8/layout/orgChart1"/>
    <dgm:cxn modelId="{34E1025D-8BEF-4575-9E39-4FA2D1E66E87}" type="presOf" srcId="{B8979EE1-0B76-49DF-94CB-E21FB2BFFE93}" destId="{3974D9EF-2642-4EA6-B022-A6FB2F4B3087}" srcOrd="0" destOrd="0" presId="urn:microsoft.com/office/officeart/2005/8/layout/orgChart1"/>
    <dgm:cxn modelId="{E7158667-8582-4C2D-9FB8-D0648B8BB3A5}" type="presOf" srcId="{D5FF91A9-BC63-4A85-BBF2-F586033F5360}" destId="{28642D5E-5ADC-4333-9250-17E5E4DE45C5}" srcOrd="0" destOrd="0" presId="urn:microsoft.com/office/officeart/2005/8/layout/orgChart1"/>
    <dgm:cxn modelId="{D06E9E51-9359-44A3-8714-70EADCED0589}" type="presOf" srcId="{6078D879-48D1-4867-860F-27AA716F7E13}" destId="{A698D77F-66DC-43FF-8752-BEABC4E40D42}" srcOrd="1" destOrd="0" presId="urn:microsoft.com/office/officeart/2005/8/layout/orgChart1"/>
    <dgm:cxn modelId="{780C0CB3-4E07-463A-9AD2-CD361D153CB2}" type="presOf" srcId="{64531C03-ED99-47FF-B2B2-EBEB41B040F7}" destId="{0CEA8DFF-E279-499A-9695-2C2CB8413042}" srcOrd="1" destOrd="0" presId="urn:microsoft.com/office/officeart/2005/8/layout/orgChart1"/>
    <dgm:cxn modelId="{FF0C01CE-9983-445B-ADB2-7A664A527960}" srcId="{9286A5EC-F2A9-487D-8BF1-B96EEEFD636B}" destId="{00523DF2-D7FE-4162-B728-06CC71732650}" srcOrd="6" destOrd="0" parTransId="{7BDCCC7F-C5C4-43DC-AF67-41272542EECF}" sibTransId="{05476AEB-9C4B-4ECA-BC45-7F89D01B4BC8}"/>
    <dgm:cxn modelId="{FD0CF03D-E447-4E0A-857A-47EDD9145855}" srcId="{9286A5EC-F2A9-487D-8BF1-B96EEEFD636B}" destId="{906448A4-7E12-440B-87AF-E8F2EA1217BC}" srcOrd="1" destOrd="0" parTransId="{826F0C0B-927E-47D1-AC5E-AB52109C7EEB}" sibTransId="{37134239-8514-4CF0-BB8E-4E6FE2177D27}"/>
    <dgm:cxn modelId="{66C0A0C4-B1CE-4B22-99E4-8E69278EBDD5}" type="presOf" srcId="{B3BA5601-C616-4CB8-8621-3A6F2446ECD1}" destId="{42EC9D5E-426D-42B2-8A01-2309463C75EE}" srcOrd="0" destOrd="0" presId="urn:microsoft.com/office/officeart/2005/8/layout/orgChart1"/>
    <dgm:cxn modelId="{33FC4E4D-D279-44F8-B4E6-670B0DBF6C93}" type="presOf" srcId="{8669EFF5-36FB-4F26-9073-0BC5CE3F32DD}" destId="{3E83B12F-F2D0-401E-97A0-DA19B14C1332}" srcOrd="0" destOrd="0" presId="urn:microsoft.com/office/officeart/2005/8/layout/orgChart1"/>
    <dgm:cxn modelId="{3AE305AA-2FC9-4984-8146-4C936C59C35B}" srcId="{620DD3EC-BDCD-468B-B566-7FE2B848507E}" destId="{3AA17282-1753-4B63-97CE-DDD6874FD59A}" srcOrd="2" destOrd="0" parTransId="{BC1FE7BA-4D83-4CBC-84C2-9F6A9F230255}" sibTransId="{BB320FFB-31CC-48BC-84E1-8210F1C6503C}"/>
    <dgm:cxn modelId="{E57A7F8F-DC04-4DFA-AC97-1AD776A104B3}" srcId="{B8979EE1-0B76-49DF-94CB-E21FB2BFFE93}" destId="{1F4BF269-9776-4FDE-836B-1BFD1FFFEB55}" srcOrd="1" destOrd="0" parTransId="{C3DCF165-BA56-4235-91CF-93C2156C5C2D}" sibTransId="{73503808-3A39-4F4C-AF54-F9872A6CBB0E}"/>
    <dgm:cxn modelId="{B4CF2B12-F24F-4BF8-A3DD-43D81EC3767D}" type="presOf" srcId="{2804CE10-C69E-41B0-9249-EF124685AAD5}" destId="{EE3D2AD3-4862-43B7-BDFE-0A09A43AE157}" srcOrd="1" destOrd="0" presId="urn:microsoft.com/office/officeart/2005/8/layout/orgChart1"/>
    <dgm:cxn modelId="{B8F67EF3-85F4-4BBF-A9D2-50C93FD123A4}" type="presOf" srcId="{F78B36B6-C3F9-4439-A200-1AEB0E0DBAA9}" destId="{D40D3D2B-DA3A-487C-BB93-30263B47ED17}"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8A6AE29B-9BAB-4C0A-9D4E-CAF45400750C}" type="presOf" srcId="{2804CE10-C69E-41B0-9249-EF124685AAD5}" destId="{C2F4AD6A-DBE2-4074-9743-69F74AC3C11B}" srcOrd="0" destOrd="0" presId="urn:microsoft.com/office/officeart/2005/8/layout/orgChart1"/>
    <dgm:cxn modelId="{9A82000C-61C9-4099-A3C1-EABEE2470C58}" type="presOf" srcId="{B8979EE1-0B76-49DF-94CB-E21FB2BFFE93}" destId="{3171E5CA-E43A-470A-B942-64771F94AC4C}" srcOrd="1" destOrd="0" presId="urn:microsoft.com/office/officeart/2005/8/layout/orgChart1"/>
    <dgm:cxn modelId="{CFCB5916-B269-4BC3-96A4-C455A55BAD40}" type="presOf" srcId="{7F2C9D47-5FAA-41C1-87C8-1CB5814445D1}" destId="{C234620B-96CD-41A7-827F-86BBED84F457}" srcOrd="0" destOrd="0" presId="urn:microsoft.com/office/officeart/2005/8/layout/orgChart1"/>
    <dgm:cxn modelId="{B0DB3260-E0E6-4DF5-B426-0071C6FE7467}" type="presOf" srcId="{08F5D5F6-8AAD-44C9-8867-06F0865AA980}" destId="{0065F2F8-C066-4F77-A0C6-961C604A8D14}" srcOrd="1" destOrd="0" presId="urn:microsoft.com/office/officeart/2005/8/layout/orgChart1"/>
    <dgm:cxn modelId="{A7BF0A27-3563-477C-B92F-EC853370B2F8}" type="presOf" srcId="{1F4BF269-9776-4FDE-836B-1BFD1FFFEB55}" destId="{F7A198F9-0BEA-4AF9-9827-7045CFB69E99}"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E39054CD-E81D-40A9-A8CD-11372FEA8F7D}" type="presParOf" srcId="{C9264EDA-91B6-4FAE-AFE6-AFC29BE66386}" destId="{2CE3E140-6CAA-4F2F-89BC-3CF14A6A11A7}" srcOrd="0" destOrd="0" presId="urn:microsoft.com/office/officeart/2005/8/layout/orgChart1"/>
    <dgm:cxn modelId="{06755A76-7183-48DC-ACF6-37331D820E0E}" type="presParOf" srcId="{C9264EDA-91B6-4FAE-AFE6-AFC29BE66386}" destId="{CFAE3325-6450-402C-9E24-77576E103685}" srcOrd="1" destOrd="0" presId="urn:microsoft.com/office/officeart/2005/8/layout/orgChart1"/>
    <dgm:cxn modelId="{F57A35AD-0931-4ABE-A248-2D95E02BEE68}" type="presParOf" srcId="{CFAE3325-6450-402C-9E24-77576E103685}" destId="{B4BDB0D8-D5E9-4298-A2E4-895877260634}" srcOrd="0" destOrd="0" presId="urn:microsoft.com/office/officeart/2005/8/layout/orgChart1"/>
    <dgm:cxn modelId="{56B0AFB9-FDBB-49DC-BD63-273769CE8166}" type="presParOf" srcId="{B4BDB0D8-D5E9-4298-A2E4-895877260634}" destId="{3CAC798C-6233-4B90-9D6C-EBCF96A82F66}" srcOrd="0" destOrd="0" presId="urn:microsoft.com/office/officeart/2005/8/layout/orgChart1"/>
    <dgm:cxn modelId="{F767297D-C172-481A-8FC5-01F3200BF7DE}" type="presParOf" srcId="{B4BDB0D8-D5E9-4298-A2E4-895877260634}" destId="{5BCA17CD-0E97-4E88-B736-89B4C4698DF0}" srcOrd="1" destOrd="0" presId="urn:microsoft.com/office/officeart/2005/8/layout/orgChart1"/>
    <dgm:cxn modelId="{C5F4986C-E634-4B63-A81D-BBDD050D9BBA}" type="presParOf" srcId="{CFAE3325-6450-402C-9E24-77576E103685}" destId="{7178506E-9F57-45F6-BC9E-EDD1EA0CB973}" srcOrd="1" destOrd="0" presId="urn:microsoft.com/office/officeart/2005/8/layout/orgChart1"/>
    <dgm:cxn modelId="{C46A6CB2-97C4-4FE2-B423-84C9816D0931}" type="presParOf" srcId="{CFAE3325-6450-402C-9E24-77576E103685}" destId="{B404708A-9C28-4CB0-AC60-8B77C70B1421}" srcOrd="2" destOrd="0" presId="urn:microsoft.com/office/officeart/2005/8/layout/orgChart1"/>
    <dgm:cxn modelId="{CF103C50-AF00-4A97-86D3-ACC0AF070611}" type="presParOf" srcId="{C9264EDA-91B6-4FAE-AFE6-AFC29BE66386}" destId="{654873FB-6A43-42BF-B3EC-A732DD57818A}" srcOrd="2" destOrd="0" presId="urn:microsoft.com/office/officeart/2005/8/layout/orgChart1"/>
    <dgm:cxn modelId="{6DA9BA5A-5330-463B-B745-C70508D35894}" type="presParOf" srcId="{C9264EDA-91B6-4FAE-AFE6-AFC29BE66386}" destId="{9F94A013-0649-45B9-A17C-5981D7204CC4}" srcOrd="3" destOrd="0" presId="urn:microsoft.com/office/officeart/2005/8/layout/orgChart1"/>
    <dgm:cxn modelId="{37AD0734-71A3-4CB6-B7EF-9AC4BC823872}" type="presParOf" srcId="{9F94A013-0649-45B9-A17C-5981D7204CC4}" destId="{652071F3-B8DE-4E88-A6FE-84AF6E49BDFD}" srcOrd="0" destOrd="0" presId="urn:microsoft.com/office/officeart/2005/8/layout/orgChart1"/>
    <dgm:cxn modelId="{157341C6-BF60-4BA3-95E5-F3274BA0FAE2}" type="presParOf" srcId="{652071F3-B8DE-4E88-A6FE-84AF6E49BDFD}" destId="{9D9B531C-5C88-4B53-94BC-3022DA1ED7F6}" srcOrd="0" destOrd="0" presId="urn:microsoft.com/office/officeart/2005/8/layout/orgChart1"/>
    <dgm:cxn modelId="{1BD3BAFD-F698-4369-918B-8F50D430AE27}" type="presParOf" srcId="{652071F3-B8DE-4E88-A6FE-84AF6E49BDFD}" destId="{DAAB61AF-14B8-41F7-8AEE-08B809A71EA5}" srcOrd="1" destOrd="0" presId="urn:microsoft.com/office/officeart/2005/8/layout/orgChart1"/>
    <dgm:cxn modelId="{4E7F798B-C6CA-4790-9DD9-DC9BC5CF0A28}" type="presParOf" srcId="{9F94A013-0649-45B9-A17C-5981D7204CC4}" destId="{EB96F033-595B-4392-86DB-03A1B08C5C39}" srcOrd="1" destOrd="0" presId="urn:microsoft.com/office/officeart/2005/8/layout/orgChart1"/>
    <dgm:cxn modelId="{B51E34A0-4AE7-4116-B653-451B3EFC80E0}" type="presParOf" srcId="{9F94A013-0649-45B9-A17C-5981D7204CC4}" destId="{FA1F73D9-6C95-4F1E-BFE1-7D8472156BF7}" srcOrd="2" destOrd="0" presId="urn:microsoft.com/office/officeart/2005/8/layout/orgChart1"/>
    <dgm:cxn modelId="{6C8DC115-4D9F-4A64-A930-D8C6E87C1E6E}" type="presParOf" srcId="{C9264EDA-91B6-4FAE-AFE6-AFC29BE66386}" destId="{7AFD141F-D981-4B40-BB39-ED9AB6B3D0EB}" srcOrd="4" destOrd="0" presId="urn:microsoft.com/office/officeart/2005/8/layout/orgChart1"/>
    <dgm:cxn modelId="{5F7C27DE-30AD-4CE6-96ED-ED8513B75103}" type="presParOf" srcId="{C9264EDA-91B6-4FAE-AFE6-AFC29BE66386}" destId="{1D40D5EE-7F6B-4F11-9DDA-A5060DCB770C}" srcOrd="5" destOrd="0" presId="urn:microsoft.com/office/officeart/2005/8/layout/orgChart1"/>
    <dgm:cxn modelId="{7B0FC904-D7E6-479C-AD2D-350B7B620C63}" type="presParOf" srcId="{1D40D5EE-7F6B-4F11-9DDA-A5060DCB770C}" destId="{611D438D-819E-4988-A1F4-1A747A78C893}" srcOrd="0" destOrd="0" presId="urn:microsoft.com/office/officeart/2005/8/layout/orgChart1"/>
    <dgm:cxn modelId="{5A126250-E864-4D1E-9757-EDB17405FAE0}" type="presParOf" srcId="{611D438D-819E-4988-A1F4-1A747A78C893}" destId="{657282B3-D4FB-4AFA-8CED-80E7FE036EF5}" srcOrd="0" destOrd="0" presId="urn:microsoft.com/office/officeart/2005/8/layout/orgChart1"/>
    <dgm:cxn modelId="{E4E77688-18CB-406A-A5A5-2482DC61E256}" type="presParOf" srcId="{611D438D-819E-4988-A1F4-1A747A78C893}" destId="{77450FC5-1A0F-4C5A-94F4-C936A2927F3F}" srcOrd="1" destOrd="0" presId="urn:microsoft.com/office/officeart/2005/8/layout/orgChart1"/>
    <dgm:cxn modelId="{8CCF01AE-18A6-46DE-8991-92261EB4E8E3}" type="presParOf" srcId="{1D40D5EE-7F6B-4F11-9DDA-A5060DCB770C}" destId="{3A772F01-DD00-463B-87C5-AC19D0BC3DA6}" srcOrd="1" destOrd="0" presId="urn:microsoft.com/office/officeart/2005/8/layout/orgChart1"/>
    <dgm:cxn modelId="{3A6E373E-78C3-413E-964F-2DDA61FD2977}" type="presParOf" srcId="{1D40D5EE-7F6B-4F11-9DDA-A5060DCB770C}" destId="{D8FBED93-3BC0-40A9-A5B3-244794B578AE}" srcOrd="2" destOrd="0" presId="urn:microsoft.com/office/officeart/2005/8/layout/orgChart1"/>
    <dgm:cxn modelId="{88D81C90-EEB7-42DA-B442-14B57B81E406}" type="presParOf" srcId="{C9264EDA-91B6-4FAE-AFE6-AFC29BE66386}" destId="{224A573A-36FE-4730-9BDA-F36ACA13F0A2}" srcOrd="6" destOrd="0" presId="urn:microsoft.com/office/officeart/2005/8/layout/orgChart1"/>
    <dgm:cxn modelId="{A50C9C2C-C2F5-4608-8462-AB58A265DEBC}" type="presParOf" srcId="{C9264EDA-91B6-4FAE-AFE6-AFC29BE66386}" destId="{FB46B7EA-1D92-4DA0-9D20-023AA8AB2214}" srcOrd="7" destOrd="0" presId="urn:microsoft.com/office/officeart/2005/8/layout/orgChart1"/>
    <dgm:cxn modelId="{D744F1C8-73B3-44CF-B4F7-4FC7AFE3A8C7}" type="presParOf" srcId="{FB46B7EA-1D92-4DA0-9D20-023AA8AB2214}" destId="{29BCC76D-F5CB-4D34-808A-E5A2C651F8D0}" srcOrd="0" destOrd="0" presId="urn:microsoft.com/office/officeart/2005/8/layout/orgChart1"/>
    <dgm:cxn modelId="{3F0F7FF4-A28F-4C62-BA19-188F5AE12BC9}" type="presParOf" srcId="{29BCC76D-F5CB-4D34-808A-E5A2C651F8D0}" destId="{28642D5E-5ADC-4333-9250-17E5E4DE45C5}" srcOrd="0" destOrd="0" presId="urn:microsoft.com/office/officeart/2005/8/layout/orgChart1"/>
    <dgm:cxn modelId="{1F7B7722-DC0E-4F9B-92AA-4BA24F54580E}" type="presParOf" srcId="{29BCC76D-F5CB-4D34-808A-E5A2C651F8D0}" destId="{C2B22F6C-47A4-4E8A-8A9A-D3071B476B71}" srcOrd="1" destOrd="0" presId="urn:microsoft.com/office/officeart/2005/8/layout/orgChart1"/>
    <dgm:cxn modelId="{7C1117E5-8985-4B07-9764-A7865EC9BED1}" type="presParOf" srcId="{FB46B7EA-1D92-4DA0-9D20-023AA8AB2214}" destId="{41E381B9-425F-4F47-AE8A-D745D1382B46}" srcOrd="1" destOrd="0" presId="urn:microsoft.com/office/officeart/2005/8/layout/orgChart1"/>
    <dgm:cxn modelId="{D70363F5-0731-409C-A642-891B6DE994E2}" type="presParOf" srcId="{FB46B7EA-1D92-4DA0-9D20-023AA8AB2214}" destId="{F84225AA-FCB0-4DD4-B25F-AF73A39F9541}" srcOrd="2" destOrd="0" presId="urn:microsoft.com/office/officeart/2005/8/layout/orgChart1"/>
    <dgm:cxn modelId="{815322A1-5D1B-4A4A-A613-077612340518}" type="presParOf" srcId="{C9264EDA-91B6-4FAE-AFE6-AFC29BE66386}" destId="{64277607-9E8D-4464-8DB9-0177332BB7F5}" srcOrd="8" destOrd="0" presId="urn:microsoft.com/office/officeart/2005/8/layout/orgChart1"/>
    <dgm:cxn modelId="{4CE9BEC7-5BAA-4349-8BEA-7FFDBB3768BB}" type="presParOf" srcId="{C9264EDA-91B6-4FAE-AFE6-AFC29BE66386}" destId="{ABC28699-A01A-4D77-A3FA-77DDEBB308EE}" srcOrd="9" destOrd="0" presId="urn:microsoft.com/office/officeart/2005/8/layout/orgChart1"/>
    <dgm:cxn modelId="{E022397A-5B12-4155-9E95-52FF621DE073}" type="presParOf" srcId="{ABC28699-A01A-4D77-A3FA-77DDEBB308EE}" destId="{2125B6C9-1D05-4D55-8532-58B63A37B29D}" srcOrd="0" destOrd="0" presId="urn:microsoft.com/office/officeart/2005/8/layout/orgChart1"/>
    <dgm:cxn modelId="{4B30C563-C035-4176-8009-FF2349B0096D}" type="presParOf" srcId="{2125B6C9-1D05-4D55-8532-58B63A37B29D}" destId="{E234FC0A-2E0C-4093-BD58-476620DCA462}" srcOrd="0" destOrd="0" presId="urn:microsoft.com/office/officeart/2005/8/layout/orgChart1"/>
    <dgm:cxn modelId="{8F4D4F44-D313-416E-AA50-AB02A06E5FBC}" type="presParOf" srcId="{2125B6C9-1D05-4D55-8532-58B63A37B29D}" destId="{0CEA8DFF-E279-499A-9695-2C2CB8413042}" srcOrd="1" destOrd="0" presId="urn:microsoft.com/office/officeart/2005/8/layout/orgChart1"/>
    <dgm:cxn modelId="{20475A4B-B1AD-44CD-9115-E23CEAE375AB}" type="presParOf" srcId="{ABC28699-A01A-4D77-A3FA-77DDEBB308EE}" destId="{2BBE0452-423F-40AD-8545-084249CCF1A5}" srcOrd="1" destOrd="0" presId="urn:microsoft.com/office/officeart/2005/8/layout/orgChart1"/>
    <dgm:cxn modelId="{E0A052D7-936D-464A-83FF-AB24C3883959}" type="presParOf" srcId="{ABC28699-A01A-4D77-A3FA-77DDEBB308EE}" destId="{EA0CE8BB-837E-49E9-8F61-D649E60DDC91}" srcOrd="2" destOrd="0" presId="urn:microsoft.com/office/officeart/2005/8/layout/orgChart1"/>
    <dgm:cxn modelId="{6F67BA0A-9D12-4BFA-AABB-6A5FAF7393AE}" type="presParOf" srcId="{C9264EDA-91B6-4FAE-AFE6-AFC29BE66386}" destId="{2DAE8613-CA75-4B2D-9E96-DEE05012251D}" srcOrd="10" destOrd="0" presId="urn:microsoft.com/office/officeart/2005/8/layout/orgChart1"/>
    <dgm:cxn modelId="{6E80D9FD-C11D-4160-BDCF-79F391E25A66}" type="presParOf" srcId="{C9264EDA-91B6-4FAE-AFE6-AFC29BE66386}" destId="{1DBE5DC1-3E89-494C-BCB9-62D16CE71587}" srcOrd="11" destOrd="0" presId="urn:microsoft.com/office/officeart/2005/8/layout/orgChart1"/>
    <dgm:cxn modelId="{A1BA15E4-54BF-40DF-B53B-25D8BAB28C3C}" type="presParOf" srcId="{1DBE5DC1-3E89-494C-BCB9-62D16CE71587}" destId="{96AF6F4A-997E-4790-A2D2-3645E3CA3BD4}" srcOrd="0" destOrd="0" presId="urn:microsoft.com/office/officeart/2005/8/layout/orgChart1"/>
    <dgm:cxn modelId="{160B502E-C117-409A-AA40-50FE53A44A75}" type="presParOf" srcId="{96AF6F4A-997E-4790-A2D2-3645E3CA3BD4}" destId="{01098325-5C02-499C-B4E0-696A0A10964B}" srcOrd="0" destOrd="0" presId="urn:microsoft.com/office/officeart/2005/8/layout/orgChart1"/>
    <dgm:cxn modelId="{CE021D12-C1B9-4E4B-9987-0D5D92AB11FB}" type="presParOf" srcId="{96AF6F4A-997E-4790-A2D2-3645E3CA3BD4}" destId="{00458DDB-9F72-4B5D-936D-9E0B525F29AB}" srcOrd="1" destOrd="0" presId="urn:microsoft.com/office/officeart/2005/8/layout/orgChart1"/>
    <dgm:cxn modelId="{8967D568-1B44-49A4-B49C-64EA6D1E7C97}" type="presParOf" srcId="{1DBE5DC1-3E89-494C-BCB9-62D16CE71587}" destId="{3BC9E318-D528-4F57-B6F7-EC56AF96E0D8}" srcOrd="1" destOrd="0" presId="urn:microsoft.com/office/officeart/2005/8/layout/orgChart1"/>
    <dgm:cxn modelId="{B4AABE1E-3697-434F-A005-C4475BC22A54}" type="presParOf" srcId="{1DBE5DC1-3E89-494C-BCB9-62D16CE71587}" destId="{120DEBDF-1350-406E-8C0B-7EB741DDC60F}" srcOrd="2" destOrd="0" presId="urn:microsoft.com/office/officeart/2005/8/layout/orgChart1"/>
    <dgm:cxn modelId="{302A06AF-7F42-427B-9492-FF91D262BED8}" type="presParOf" srcId="{C9264EDA-91B6-4FAE-AFE6-AFC29BE66386}" destId="{78B5C206-E409-456C-B0BD-58A349196686}" srcOrd="12" destOrd="0" presId="urn:microsoft.com/office/officeart/2005/8/layout/orgChart1"/>
    <dgm:cxn modelId="{42F51BA6-CA86-42F6-97D9-9101ED8CE484}" type="presParOf" srcId="{C9264EDA-91B6-4FAE-AFE6-AFC29BE66386}" destId="{A50E9D3A-1DB5-4521-A4DE-DA3ECD7EDAAC}" srcOrd="13" destOrd="0" presId="urn:microsoft.com/office/officeart/2005/8/layout/orgChart1"/>
    <dgm:cxn modelId="{02683710-14B7-4AAF-BDC0-FFC070F9EF4E}" type="presParOf" srcId="{A50E9D3A-1DB5-4521-A4DE-DA3ECD7EDAAC}" destId="{AFE2B2C3-9A97-4A13-93F5-13BA3E6680D9}" srcOrd="0" destOrd="0" presId="urn:microsoft.com/office/officeart/2005/8/layout/orgChart1"/>
    <dgm:cxn modelId="{1BE3D7FE-CDD5-46AB-AD6E-AE04BDB136AC}" type="presParOf" srcId="{AFE2B2C3-9A97-4A13-93F5-13BA3E6680D9}" destId="{5A2149F5-C064-4D64-A17B-C55ACAB70DBB}" srcOrd="0" destOrd="0" presId="urn:microsoft.com/office/officeart/2005/8/layout/orgChart1"/>
    <dgm:cxn modelId="{3DAB2B1A-856E-41AA-B90D-591B3E3A61F7}" type="presParOf" srcId="{AFE2B2C3-9A97-4A13-93F5-13BA3E6680D9}" destId="{5015EEAF-64C3-4C46-8ACF-FEF08E34A0FC}" srcOrd="1" destOrd="0" presId="urn:microsoft.com/office/officeart/2005/8/layout/orgChart1"/>
    <dgm:cxn modelId="{DE81C29B-493C-4C72-8FF5-CFB1E2F6EEF1}" type="presParOf" srcId="{A50E9D3A-1DB5-4521-A4DE-DA3ECD7EDAAC}" destId="{58550081-0221-4AD9-944C-451430B49F51}" srcOrd="1" destOrd="0" presId="urn:microsoft.com/office/officeart/2005/8/layout/orgChart1"/>
    <dgm:cxn modelId="{E412252D-5F9D-442C-ADF7-9AF09C7702E3}" type="presParOf" srcId="{A50E9D3A-1DB5-4521-A4DE-DA3ECD7EDAAC}" destId="{272A3903-7063-4C3F-BE78-6F5607ADD72A}"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FCE1E49B-F883-4CC8-98E5-932085D6BE3C}" type="presParOf" srcId="{4C592C92-3156-443C-BB98-9204DFF01F72}" destId="{3E83B12F-F2D0-401E-97A0-DA19B14C1332}" srcOrd="0" destOrd="0" presId="urn:microsoft.com/office/officeart/2005/8/layout/orgChart1"/>
    <dgm:cxn modelId="{7723B77E-DB1C-4467-8718-7B190CC848C0}" type="presParOf" srcId="{4C592C92-3156-443C-BB98-9204DFF01F72}" destId="{51C91A33-5209-44A6-950F-352ACDC745D2}" srcOrd="1" destOrd="0" presId="urn:microsoft.com/office/officeart/2005/8/layout/orgChart1"/>
    <dgm:cxn modelId="{9AB3EF41-12C2-4936-A494-5B9E105DAC55}" type="presParOf" srcId="{51C91A33-5209-44A6-950F-352ACDC745D2}" destId="{351A1CDC-91FF-4E1D-8FA6-7CC2B06C74A3}" srcOrd="0" destOrd="0" presId="urn:microsoft.com/office/officeart/2005/8/layout/orgChart1"/>
    <dgm:cxn modelId="{E7D4E41D-8E81-4B02-B454-A2E77BFF0FC3}" type="presParOf" srcId="{351A1CDC-91FF-4E1D-8FA6-7CC2B06C74A3}" destId="{85A1316D-ED80-4577-B759-788B000317FB}" srcOrd="0" destOrd="0" presId="urn:microsoft.com/office/officeart/2005/8/layout/orgChart1"/>
    <dgm:cxn modelId="{66CB956D-9E52-49F4-8275-5E529E100F39}" type="presParOf" srcId="{351A1CDC-91FF-4E1D-8FA6-7CC2B06C74A3}" destId="{823EE2B5-8CBA-4AE9-814C-6A86F7DE680B}" srcOrd="1" destOrd="0" presId="urn:microsoft.com/office/officeart/2005/8/layout/orgChart1"/>
    <dgm:cxn modelId="{D52BD5BF-239D-4637-858F-73A12C1350FA}" type="presParOf" srcId="{51C91A33-5209-44A6-950F-352ACDC745D2}" destId="{EDA406CA-A13A-423A-894C-CAD689333595}" srcOrd="1" destOrd="0" presId="urn:microsoft.com/office/officeart/2005/8/layout/orgChart1"/>
    <dgm:cxn modelId="{BB781E95-BF23-4818-A592-EFACA73C72C2}" type="presParOf" srcId="{51C91A33-5209-44A6-950F-352ACDC745D2}" destId="{F4C3AF8A-0B4C-4723-9172-5989FB9508BE}" srcOrd="2" destOrd="0" presId="urn:microsoft.com/office/officeart/2005/8/layout/orgChart1"/>
    <dgm:cxn modelId="{D6BAB073-E6B2-4240-865C-58A04FB79F07}" type="presParOf" srcId="{4C592C92-3156-443C-BB98-9204DFF01F72}" destId="{C234620B-96CD-41A7-827F-86BBED84F457}" srcOrd="2" destOrd="0" presId="urn:microsoft.com/office/officeart/2005/8/layout/orgChart1"/>
    <dgm:cxn modelId="{422C26C2-40B4-44BE-8428-0A902F5DD1A6}" type="presParOf" srcId="{4C592C92-3156-443C-BB98-9204DFF01F72}" destId="{65C41C92-42C1-4709-B42E-D7EBFF480783}" srcOrd="3" destOrd="0" presId="urn:microsoft.com/office/officeart/2005/8/layout/orgChart1"/>
    <dgm:cxn modelId="{96975C7A-FAE7-46A0-A045-396AE82342C7}" type="presParOf" srcId="{65C41C92-42C1-4709-B42E-D7EBFF480783}" destId="{543EAAE4-A2F9-42DD-B9D4-9C38D70BD5D5}" srcOrd="0" destOrd="0" presId="urn:microsoft.com/office/officeart/2005/8/layout/orgChart1"/>
    <dgm:cxn modelId="{4B23342F-B144-490F-9522-BEA784AEC5E8}" type="presParOf" srcId="{543EAAE4-A2F9-42DD-B9D4-9C38D70BD5D5}" destId="{D40D3D2B-DA3A-487C-BB93-30263B47ED17}" srcOrd="0" destOrd="0" presId="urn:microsoft.com/office/officeart/2005/8/layout/orgChart1"/>
    <dgm:cxn modelId="{52BC4D43-1F0C-4592-95B8-28E23B28AF1D}" type="presParOf" srcId="{543EAAE4-A2F9-42DD-B9D4-9C38D70BD5D5}" destId="{A3663C7C-D1A2-4B80-864A-E75D535CFA53}" srcOrd="1" destOrd="0" presId="urn:microsoft.com/office/officeart/2005/8/layout/orgChart1"/>
    <dgm:cxn modelId="{E0FE8FC1-37C8-4170-A8C7-0F16A0D0D1E0}" type="presParOf" srcId="{65C41C92-42C1-4709-B42E-D7EBFF480783}" destId="{5466336E-F64B-4B08-842E-132DE334A26A}" srcOrd="1" destOrd="0" presId="urn:microsoft.com/office/officeart/2005/8/layout/orgChart1"/>
    <dgm:cxn modelId="{633E2A1F-03D6-43CC-A43B-1831D49D5787}" type="presParOf" srcId="{65C41C92-42C1-4709-B42E-D7EBFF480783}" destId="{AEE3AB0B-D45A-40E9-BAA9-0B06B46274E3}" srcOrd="2" destOrd="0" presId="urn:microsoft.com/office/officeart/2005/8/layout/orgChart1"/>
    <dgm:cxn modelId="{C8F41F64-9BBC-4CD3-915B-22A6577FA127}" type="presParOf" srcId="{4C592C92-3156-443C-BB98-9204DFF01F72}" destId="{996B8758-AFAB-4F0E-A1EE-C95DF13890DC}" srcOrd="4" destOrd="0" presId="urn:microsoft.com/office/officeart/2005/8/layout/orgChart1"/>
    <dgm:cxn modelId="{9B0FAFE4-658F-4902-AC2A-56146CE6D1F6}" type="presParOf" srcId="{4C592C92-3156-443C-BB98-9204DFF01F72}" destId="{0FF5AB85-8BC7-4F39-BCC8-70C678312A5C}" srcOrd="5" destOrd="0" presId="urn:microsoft.com/office/officeart/2005/8/layout/orgChart1"/>
    <dgm:cxn modelId="{F2C0063E-8EDC-4BB1-BC14-ADA161E36EA2}" type="presParOf" srcId="{0FF5AB85-8BC7-4F39-BCC8-70C678312A5C}" destId="{17C46BD7-D7DB-4AAD-8661-83DD8BFD6FDB}" srcOrd="0" destOrd="0" presId="urn:microsoft.com/office/officeart/2005/8/layout/orgChart1"/>
    <dgm:cxn modelId="{7558FCDD-5F20-4239-A6E2-62E0DBE793EC}" type="presParOf" srcId="{17C46BD7-D7DB-4AAD-8661-83DD8BFD6FDB}" destId="{B31E0076-5429-4328-B58C-D14D9FD3F8DD}" srcOrd="0" destOrd="0" presId="urn:microsoft.com/office/officeart/2005/8/layout/orgChart1"/>
    <dgm:cxn modelId="{7316FD83-6298-4327-95E2-88BF87A58B8D}" type="presParOf" srcId="{17C46BD7-D7DB-4AAD-8661-83DD8BFD6FDB}" destId="{142E38A6-77E1-4D14-8832-D7BC17B584AA}" srcOrd="1" destOrd="0" presId="urn:microsoft.com/office/officeart/2005/8/layout/orgChart1"/>
    <dgm:cxn modelId="{70BF7DAA-7F70-443A-BADE-BE278FC9772B}" type="presParOf" srcId="{0FF5AB85-8BC7-4F39-BCC8-70C678312A5C}" destId="{62EFE628-23D2-4227-AB76-544EF160919C}" srcOrd="1" destOrd="0" presId="urn:microsoft.com/office/officeart/2005/8/layout/orgChart1"/>
    <dgm:cxn modelId="{7FB862BE-E841-40CE-86B2-E79CFA9E12C4}" type="presParOf" srcId="{0FF5AB85-8BC7-4F39-BCC8-70C678312A5C}" destId="{D89FED41-7E14-463E-85C0-55C1BFAD8BCA}" srcOrd="2" destOrd="0" presId="urn:microsoft.com/office/officeart/2005/8/layout/orgChart1"/>
    <dgm:cxn modelId="{D7B776B1-675D-4F83-932D-321A6693C365}" type="presParOf" srcId="{4C592C92-3156-443C-BB98-9204DFF01F72}" destId="{42EC9D5E-426D-42B2-8A01-2309463C75EE}" srcOrd="6" destOrd="0" presId="urn:microsoft.com/office/officeart/2005/8/layout/orgChart1"/>
    <dgm:cxn modelId="{761973A4-E506-439D-9233-0150C698598E}" type="presParOf" srcId="{4C592C92-3156-443C-BB98-9204DFF01F72}" destId="{E8DC8F8D-4E82-444C-BDDF-F18201338681}" srcOrd="7" destOrd="0" presId="urn:microsoft.com/office/officeart/2005/8/layout/orgChart1"/>
    <dgm:cxn modelId="{ACC0940D-B767-4298-8346-24161C86DFE1}" type="presParOf" srcId="{E8DC8F8D-4E82-444C-BDDF-F18201338681}" destId="{D8AC8212-6187-41F9-85C4-3411A2366F48}" srcOrd="0" destOrd="0" presId="urn:microsoft.com/office/officeart/2005/8/layout/orgChart1"/>
    <dgm:cxn modelId="{3B1D062F-F102-4302-BA91-01F67A6E99E7}" type="presParOf" srcId="{D8AC8212-6187-41F9-85C4-3411A2366F48}" destId="{FD8F6A7D-79AA-4C78-B130-D94B5C166E87}" srcOrd="0" destOrd="0" presId="urn:microsoft.com/office/officeart/2005/8/layout/orgChart1"/>
    <dgm:cxn modelId="{D4A8A2FE-99F3-425E-B85A-AD91541C19A6}" type="presParOf" srcId="{D8AC8212-6187-41F9-85C4-3411A2366F48}" destId="{0FCBD5BE-64A0-4754-ABB8-DA79E3B08279}" srcOrd="1" destOrd="0" presId="urn:microsoft.com/office/officeart/2005/8/layout/orgChart1"/>
    <dgm:cxn modelId="{039D5311-E00F-4401-AD21-633839BE2CBA}" type="presParOf" srcId="{E8DC8F8D-4E82-444C-BDDF-F18201338681}" destId="{38AB4F6F-ED6F-4D4D-8A70-E65B03731595}" srcOrd="1" destOrd="0" presId="urn:microsoft.com/office/officeart/2005/8/layout/orgChart1"/>
    <dgm:cxn modelId="{CAC03453-76D0-43BA-87D9-D048D0CA8F1B}" type="presParOf" srcId="{E8DC8F8D-4E82-444C-BDDF-F18201338681}" destId="{5D25E386-1308-4092-92B8-D7A7BC233A1B}"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AC3D0F31-1133-404E-9D57-FF4C19193432}" type="presParOf" srcId="{AD53A4B1-01E7-41E8-9724-31F3910545A4}" destId="{F35E2B4E-A03A-4CEC-8313-CD85481B51A2}" srcOrd="4" destOrd="0" presId="urn:microsoft.com/office/officeart/2005/8/layout/orgChart1"/>
    <dgm:cxn modelId="{B5F3EABD-8A89-4575-9B88-A81A117426CF}" type="presParOf" srcId="{AD53A4B1-01E7-41E8-9724-31F3910545A4}" destId="{C14ADC0F-DB14-4D25-B270-993163C4E4BB}" srcOrd="5" destOrd="0" presId="urn:microsoft.com/office/officeart/2005/8/layout/orgChart1"/>
    <dgm:cxn modelId="{8C65E99B-083F-4567-99A4-AFB70C8F2EC0}" type="presParOf" srcId="{C14ADC0F-DB14-4D25-B270-993163C4E4BB}" destId="{31F1624B-B6B3-4011-8CEE-5A82CECD3631}" srcOrd="0" destOrd="0" presId="urn:microsoft.com/office/officeart/2005/8/layout/orgChart1"/>
    <dgm:cxn modelId="{1ABFA073-406E-474C-9798-14E42694FED9}" type="presParOf" srcId="{31F1624B-B6B3-4011-8CEE-5A82CECD3631}" destId="{3974D9EF-2642-4EA6-B022-A6FB2F4B3087}" srcOrd="0" destOrd="0" presId="urn:microsoft.com/office/officeart/2005/8/layout/orgChart1"/>
    <dgm:cxn modelId="{2E04EF55-B5F2-434D-A7A6-B5E0297A3000}" type="presParOf" srcId="{31F1624B-B6B3-4011-8CEE-5A82CECD3631}" destId="{3171E5CA-E43A-470A-B942-64771F94AC4C}" srcOrd="1" destOrd="0" presId="urn:microsoft.com/office/officeart/2005/8/layout/orgChart1"/>
    <dgm:cxn modelId="{A0DC1795-8874-4434-BDDC-B350EE54B0ED}" type="presParOf" srcId="{C14ADC0F-DB14-4D25-B270-993163C4E4BB}" destId="{CBF86D54-ADE7-46C0-AF01-7B3BB5C7EF85}" srcOrd="1" destOrd="0" presId="urn:microsoft.com/office/officeart/2005/8/layout/orgChart1"/>
    <dgm:cxn modelId="{D35FAA1D-4513-4A94-9910-21CA3B8760A9}" type="presParOf" srcId="{CBF86D54-ADE7-46C0-AF01-7B3BB5C7EF85}" destId="{D6403388-DD22-4A5F-B724-FAF301CA200E}" srcOrd="0" destOrd="0" presId="urn:microsoft.com/office/officeart/2005/8/layout/orgChart1"/>
    <dgm:cxn modelId="{28CB8F81-1803-4E2B-81B2-E424522150EF}" type="presParOf" srcId="{CBF86D54-ADE7-46C0-AF01-7B3BB5C7EF85}" destId="{116D88B0-9930-440B-B639-5EE3621EEAB4}" srcOrd="1" destOrd="0" presId="urn:microsoft.com/office/officeart/2005/8/layout/orgChart1"/>
    <dgm:cxn modelId="{533FB0F9-4A4C-4D76-8221-7179B88E9905}" type="presParOf" srcId="{116D88B0-9930-440B-B639-5EE3621EEAB4}" destId="{02848C34-DA22-42C0-BF0F-E1EE1B2A3F7A}" srcOrd="0" destOrd="0" presId="urn:microsoft.com/office/officeart/2005/8/layout/orgChart1"/>
    <dgm:cxn modelId="{41D19496-B486-40FA-91AA-A65D4D8BFE0D}" type="presParOf" srcId="{02848C34-DA22-42C0-BF0F-E1EE1B2A3F7A}" destId="{66666B8F-37B3-4502-96F6-DA600C8D2357}" srcOrd="0" destOrd="0" presId="urn:microsoft.com/office/officeart/2005/8/layout/orgChart1"/>
    <dgm:cxn modelId="{D482F6AB-3352-4C95-B721-0356A1EC16F4}" type="presParOf" srcId="{02848C34-DA22-42C0-BF0F-E1EE1B2A3F7A}" destId="{A698D77F-66DC-43FF-8752-BEABC4E40D42}" srcOrd="1" destOrd="0" presId="urn:microsoft.com/office/officeart/2005/8/layout/orgChart1"/>
    <dgm:cxn modelId="{38F27AE6-EFA5-4C05-9097-252BA3BEA79A}" type="presParOf" srcId="{116D88B0-9930-440B-B639-5EE3621EEAB4}" destId="{00C63A8E-96A3-401F-9A85-7B606B729043}" srcOrd="1" destOrd="0" presId="urn:microsoft.com/office/officeart/2005/8/layout/orgChart1"/>
    <dgm:cxn modelId="{3F3474FD-7C60-4B10-9722-376A06B6D3B1}" type="presParOf" srcId="{116D88B0-9930-440B-B639-5EE3621EEAB4}" destId="{6963C36D-C52E-47D6-BEF8-4DB5A68634CC}" srcOrd="2" destOrd="0" presId="urn:microsoft.com/office/officeart/2005/8/layout/orgChart1"/>
    <dgm:cxn modelId="{A161146E-D9A4-46C7-8D93-8D61FB89A8AA}" type="presParOf" srcId="{CBF86D54-ADE7-46C0-AF01-7B3BB5C7EF85}" destId="{54460D34-6C02-43E6-9344-E0D477FE27C6}" srcOrd="2" destOrd="0" presId="urn:microsoft.com/office/officeart/2005/8/layout/orgChart1"/>
    <dgm:cxn modelId="{D0322598-8CFE-4DE5-9F61-5DEC44CA6DFA}" type="presParOf" srcId="{CBF86D54-ADE7-46C0-AF01-7B3BB5C7EF85}" destId="{EDCA58D7-514C-44C4-A434-429550678D1A}" srcOrd="3" destOrd="0" presId="urn:microsoft.com/office/officeart/2005/8/layout/orgChart1"/>
    <dgm:cxn modelId="{844551A1-7DE0-40D8-A4AC-3C67F85BA489}" type="presParOf" srcId="{EDCA58D7-514C-44C4-A434-429550678D1A}" destId="{34BFE01E-18A6-410A-8DBF-B6FFD612CD5D}" srcOrd="0" destOrd="0" presId="urn:microsoft.com/office/officeart/2005/8/layout/orgChart1"/>
    <dgm:cxn modelId="{C9A03A94-880D-48E3-A03E-952F2B9F9263}" type="presParOf" srcId="{34BFE01E-18A6-410A-8DBF-B6FFD612CD5D}" destId="{FD76D8C5-59C9-4CC8-A630-FA2532A1F2CD}" srcOrd="0" destOrd="0" presId="urn:microsoft.com/office/officeart/2005/8/layout/orgChart1"/>
    <dgm:cxn modelId="{C0119FB1-8678-46D6-AA37-6B62C676D15F}" type="presParOf" srcId="{34BFE01E-18A6-410A-8DBF-B6FFD612CD5D}" destId="{F7A198F9-0BEA-4AF9-9827-7045CFB69E99}" srcOrd="1" destOrd="0" presId="urn:microsoft.com/office/officeart/2005/8/layout/orgChart1"/>
    <dgm:cxn modelId="{A4BE4B58-3C98-40E3-AE02-2696CC146B31}" type="presParOf" srcId="{EDCA58D7-514C-44C4-A434-429550678D1A}" destId="{5232CA0C-0AFB-407F-847A-7748CD445ECF}" srcOrd="1" destOrd="0" presId="urn:microsoft.com/office/officeart/2005/8/layout/orgChart1"/>
    <dgm:cxn modelId="{0145B8E1-8E98-42A4-8DD8-900ABADC9771}" type="presParOf" srcId="{EDCA58D7-514C-44C4-A434-429550678D1A}" destId="{CA37CAC8-8892-428A-91D9-25641F87D7D1}" srcOrd="2" destOrd="0" presId="urn:microsoft.com/office/officeart/2005/8/layout/orgChart1"/>
    <dgm:cxn modelId="{1531B7D2-F8ED-457C-8713-C10C756BDAAA}" type="presParOf" srcId="{CBF86D54-ADE7-46C0-AF01-7B3BB5C7EF85}" destId="{90166678-F7FF-43B2-AE5E-A7A069981C96}" srcOrd="4" destOrd="0" presId="urn:microsoft.com/office/officeart/2005/8/layout/orgChart1"/>
    <dgm:cxn modelId="{32690ECC-123F-467E-A461-7B26691DB839}" type="presParOf" srcId="{CBF86D54-ADE7-46C0-AF01-7B3BB5C7EF85}" destId="{CA74B1BA-5705-40CF-B995-9113BB34BA27}" srcOrd="5" destOrd="0" presId="urn:microsoft.com/office/officeart/2005/8/layout/orgChart1"/>
    <dgm:cxn modelId="{16A006DD-891C-494B-8F62-66938A856BC5}" type="presParOf" srcId="{CA74B1BA-5705-40CF-B995-9113BB34BA27}" destId="{FF680E68-0236-43CD-9DBE-F9E03563302C}" srcOrd="0" destOrd="0" presId="urn:microsoft.com/office/officeart/2005/8/layout/orgChart1"/>
    <dgm:cxn modelId="{E07DB474-BEC2-4E71-86E8-ADC865ACC32C}" type="presParOf" srcId="{FF680E68-0236-43CD-9DBE-F9E03563302C}" destId="{C2F4AD6A-DBE2-4074-9743-69F74AC3C11B}" srcOrd="0" destOrd="0" presId="urn:microsoft.com/office/officeart/2005/8/layout/orgChart1"/>
    <dgm:cxn modelId="{62FBDEE5-EBE7-46AF-9FF9-9B2239E995E9}" type="presParOf" srcId="{FF680E68-0236-43CD-9DBE-F9E03563302C}" destId="{EE3D2AD3-4862-43B7-BDFE-0A09A43AE157}" srcOrd="1" destOrd="0" presId="urn:microsoft.com/office/officeart/2005/8/layout/orgChart1"/>
    <dgm:cxn modelId="{84865246-0470-4CDC-BC47-6C67A4C6DB85}" type="presParOf" srcId="{CA74B1BA-5705-40CF-B995-9113BB34BA27}" destId="{30F8C6D6-AFDD-4B06-831D-8E9761502015}" srcOrd="1" destOrd="0" presId="urn:microsoft.com/office/officeart/2005/8/layout/orgChart1"/>
    <dgm:cxn modelId="{45B5B64C-D489-4761-8C9B-A13B555DA913}" type="presParOf" srcId="{CA74B1BA-5705-40CF-B995-9113BB34BA27}" destId="{F710216C-FDF0-47C3-9298-8B21AD2964BC}" srcOrd="2" destOrd="0" presId="urn:microsoft.com/office/officeart/2005/8/layout/orgChart1"/>
    <dgm:cxn modelId="{9BD59E26-6514-4288-867B-EA63C94990C6}" type="presParOf" srcId="{CBF86D54-ADE7-46C0-AF01-7B3BB5C7EF85}" destId="{D8B7A73A-748A-44DD-9F5B-BC43245DD2F8}" srcOrd="6" destOrd="0" presId="urn:microsoft.com/office/officeart/2005/8/layout/orgChart1"/>
    <dgm:cxn modelId="{1C298598-D53F-4E17-B175-390790D9EC7F}" type="presParOf" srcId="{CBF86D54-ADE7-46C0-AF01-7B3BB5C7EF85}" destId="{FB99E6E0-3D25-4344-8DFA-22F9C8A5DF1E}" srcOrd="7" destOrd="0" presId="urn:microsoft.com/office/officeart/2005/8/layout/orgChart1"/>
    <dgm:cxn modelId="{B867103A-C162-45A3-8BB6-32E7EE3F5F2D}" type="presParOf" srcId="{FB99E6E0-3D25-4344-8DFA-22F9C8A5DF1E}" destId="{3166435A-0729-4281-BB9D-7FCD93176A2C}" srcOrd="0" destOrd="0" presId="urn:microsoft.com/office/officeart/2005/8/layout/orgChart1"/>
    <dgm:cxn modelId="{EC0713E0-F259-4133-A933-505C9293637A}" type="presParOf" srcId="{3166435A-0729-4281-BB9D-7FCD93176A2C}" destId="{850B0851-BC69-41CD-B70C-7D67CE1417FE}" srcOrd="0" destOrd="0" presId="urn:microsoft.com/office/officeart/2005/8/layout/orgChart1"/>
    <dgm:cxn modelId="{8062F6C5-F98D-4C25-8EE4-AB87DC2B3965}" type="presParOf" srcId="{3166435A-0729-4281-BB9D-7FCD93176A2C}" destId="{0065F2F8-C066-4F77-A0C6-961C604A8D14}" srcOrd="1" destOrd="0" presId="urn:microsoft.com/office/officeart/2005/8/layout/orgChart1"/>
    <dgm:cxn modelId="{82957078-8DC1-4033-A855-C94E549F7536}" type="presParOf" srcId="{FB99E6E0-3D25-4344-8DFA-22F9C8A5DF1E}" destId="{0AB14EA8-0AB6-4F42-AED9-200B627E40B3}" srcOrd="1" destOrd="0" presId="urn:microsoft.com/office/officeart/2005/8/layout/orgChart1"/>
    <dgm:cxn modelId="{32925463-CA89-4DDA-8CDE-F6E8CC6D04C1}" type="presParOf" srcId="{FB99E6E0-3D25-4344-8DFA-22F9C8A5DF1E}" destId="{7614ABC1-7951-4564-B564-7A9F44FA0593}" srcOrd="2" destOrd="0" presId="urn:microsoft.com/office/officeart/2005/8/layout/orgChart1"/>
    <dgm:cxn modelId="{22494E1E-5820-45B8-A2F8-D33C28EFBB53}" type="presParOf" srcId="{C14ADC0F-DB14-4D25-B270-993163C4E4BB}" destId="{9F816470-F765-4467-8BFE-055142852E76}"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CC1AE-E3D9-4C8E-95CC-A4A826BA2101}">
      <dsp:nvSpPr>
        <dsp:cNvPr id="0" name=""/>
        <dsp:cNvSpPr/>
      </dsp:nvSpPr>
      <dsp:spPr>
        <a:xfrm>
          <a:off x="4343400" y="790463"/>
          <a:ext cx="3564170" cy="324562"/>
        </a:xfrm>
        <a:custGeom>
          <a:avLst/>
          <a:gdLst/>
          <a:ahLst/>
          <a:cxnLst/>
          <a:rect l="0" t="0" r="0" b="0"/>
          <a:pathLst>
            <a:path>
              <a:moveTo>
                <a:pt x="0" y="0"/>
              </a:moveTo>
              <a:lnTo>
                <a:pt x="0" y="162281"/>
              </a:lnTo>
              <a:lnTo>
                <a:pt x="3564170" y="162281"/>
              </a:lnTo>
              <a:lnTo>
                <a:pt x="3564170" y="3245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5E2B4E-A03A-4CEC-8313-CD85481B51A2}">
      <dsp:nvSpPr>
        <dsp:cNvPr id="0" name=""/>
        <dsp:cNvSpPr/>
      </dsp:nvSpPr>
      <dsp:spPr>
        <a:xfrm>
          <a:off x="4343400" y="790463"/>
          <a:ext cx="1694074" cy="324562"/>
        </a:xfrm>
        <a:custGeom>
          <a:avLst/>
          <a:gdLst/>
          <a:ahLst/>
          <a:cxnLst/>
          <a:rect l="0" t="0" r="0" b="0"/>
          <a:pathLst>
            <a:path>
              <a:moveTo>
                <a:pt x="0" y="0"/>
              </a:moveTo>
              <a:lnTo>
                <a:pt x="0" y="162281"/>
              </a:lnTo>
              <a:lnTo>
                <a:pt x="1694074" y="162281"/>
              </a:lnTo>
              <a:lnTo>
                <a:pt x="1694074" y="3245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83B12F-F2D0-401E-97A0-DA19B14C1332}">
      <dsp:nvSpPr>
        <dsp:cNvPr id="0" name=""/>
        <dsp:cNvSpPr/>
      </dsp:nvSpPr>
      <dsp:spPr>
        <a:xfrm>
          <a:off x="2866041" y="1887792"/>
          <a:ext cx="345684" cy="2905603"/>
        </a:xfrm>
        <a:custGeom>
          <a:avLst/>
          <a:gdLst/>
          <a:ahLst/>
          <a:cxnLst/>
          <a:rect l="0" t="0" r="0" b="0"/>
          <a:pathLst>
            <a:path>
              <a:moveTo>
                <a:pt x="0" y="0"/>
              </a:moveTo>
              <a:lnTo>
                <a:pt x="0" y="2905603"/>
              </a:lnTo>
              <a:lnTo>
                <a:pt x="345684" y="290560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91E697-DEB2-442F-BDF2-5A9697934126}">
      <dsp:nvSpPr>
        <dsp:cNvPr id="0" name=""/>
        <dsp:cNvSpPr/>
      </dsp:nvSpPr>
      <dsp:spPr>
        <a:xfrm>
          <a:off x="2866041" y="1887792"/>
          <a:ext cx="345684" cy="1808274"/>
        </a:xfrm>
        <a:custGeom>
          <a:avLst/>
          <a:gdLst/>
          <a:ahLst/>
          <a:cxnLst/>
          <a:rect l="0" t="0" r="0" b="0"/>
          <a:pathLst>
            <a:path>
              <a:moveTo>
                <a:pt x="0" y="0"/>
              </a:moveTo>
              <a:lnTo>
                <a:pt x="0" y="1808274"/>
              </a:lnTo>
              <a:lnTo>
                <a:pt x="345684" y="180827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FBFB4-78A4-4B16-AD3A-61E896716A3C}">
      <dsp:nvSpPr>
        <dsp:cNvPr id="0" name=""/>
        <dsp:cNvSpPr/>
      </dsp:nvSpPr>
      <dsp:spPr>
        <a:xfrm>
          <a:off x="2866041" y="1887792"/>
          <a:ext cx="345684" cy="710945"/>
        </a:xfrm>
        <a:custGeom>
          <a:avLst/>
          <a:gdLst/>
          <a:ahLst/>
          <a:cxnLst/>
          <a:rect l="0" t="0" r="0" b="0"/>
          <a:pathLst>
            <a:path>
              <a:moveTo>
                <a:pt x="0" y="0"/>
              </a:moveTo>
              <a:lnTo>
                <a:pt x="0" y="710945"/>
              </a:lnTo>
              <a:lnTo>
                <a:pt x="345684" y="71094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787865" y="790463"/>
          <a:ext cx="555534" cy="324562"/>
        </a:xfrm>
        <a:custGeom>
          <a:avLst/>
          <a:gdLst/>
          <a:ahLst/>
          <a:cxnLst/>
          <a:rect l="0" t="0" r="0" b="0"/>
          <a:pathLst>
            <a:path>
              <a:moveTo>
                <a:pt x="555534" y="0"/>
              </a:moveTo>
              <a:lnTo>
                <a:pt x="555534" y="162281"/>
              </a:lnTo>
              <a:lnTo>
                <a:pt x="0" y="162281"/>
              </a:lnTo>
              <a:lnTo>
                <a:pt x="0" y="3245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158743" y="790463"/>
          <a:ext cx="3184656" cy="324562"/>
        </a:xfrm>
        <a:custGeom>
          <a:avLst/>
          <a:gdLst/>
          <a:ahLst/>
          <a:cxnLst/>
          <a:rect l="0" t="0" r="0" b="0"/>
          <a:pathLst>
            <a:path>
              <a:moveTo>
                <a:pt x="3184656" y="0"/>
              </a:moveTo>
              <a:lnTo>
                <a:pt x="3184656" y="162281"/>
              </a:lnTo>
              <a:lnTo>
                <a:pt x="0" y="162281"/>
              </a:lnTo>
              <a:lnTo>
                <a:pt x="0" y="3245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1924214" y="17696"/>
          <a:ext cx="4838370" cy="77276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a:t>
          </a:r>
          <a:r>
            <a:rPr lang="en-US" sz="1600" kern="1200" dirty="0" smtClean="0"/>
            <a:t>10: Document requirements.</a:t>
          </a:r>
          <a:endParaRPr lang="en-US" sz="1600" kern="1200" dirty="0"/>
        </a:p>
      </dsp:txBody>
      <dsp:txXfrm>
        <a:off x="1924214" y="17696"/>
        <a:ext cx="4838370" cy="772766"/>
      </dsp:txXfrm>
    </dsp:sp>
    <dsp:sp modelId="{C9422C4E-2B02-4D33-A16B-EF7B187ECAB7}">
      <dsp:nvSpPr>
        <dsp:cNvPr id="0" name=""/>
        <dsp:cNvSpPr/>
      </dsp:nvSpPr>
      <dsp:spPr>
        <a:xfrm>
          <a:off x="6462" y="1115025"/>
          <a:ext cx="2304560" cy="772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Why document?</a:t>
          </a:r>
          <a:endParaRPr lang="en-US" sz="1600" kern="1200" dirty="0"/>
        </a:p>
      </dsp:txBody>
      <dsp:txXfrm>
        <a:off x="6462" y="1115025"/>
        <a:ext cx="2304560" cy="772766"/>
      </dsp:txXfrm>
    </dsp:sp>
    <dsp:sp modelId="{02B28F85-DE51-42FF-859E-1DD3A478F426}">
      <dsp:nvSpPr>
        <dsp:cNvPr id="0" name=""/>
        <dsp:cNvSpPr/>
      </dsp:nvSpPr>
      <dsp:spPr>
        <a:xfrm>
          <a:off x="2635585" y="1115025"/>
          <a:ext cx="2304560" cy="772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SRS – SW Req. Spec.</a:t>
          </a:r>
          <a:endParaRPr lang="en-US" sz="1600" kern="1200" dirty="0"/>
        </a:p>
      </dsp:txBody>
      <dsp:txXfrm>
        <a:off x="2635585" y="1115025"/>
        <a:ext cx="2304560" cy="772766"/>
      </dsp:txXfrm>
    </dsp:sp>
    <dsp:sp modelId="{1A87DFD0-A1A5-4AEF-9874-88156CA4976E}">
      <dsp:nvSpPr>
        <dsp:cNvPr id="0" name=""/>
        <dsp:cNvSpPr/>
      </dsp:nvSpPr>
      <dsp:spPr>
        <a:xfrm>
          <a:off x="3211725" y="2212354"/>
          <a:ext cx="1654354" cy="7727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Benefits of SRQ</a:t>
          </a:r>
          <a:endParaRPr lang="en-US" sz="1600" kern="1200" dirty="0"/>
        </a:p>
      </dsp:txBody>
      <dsp:txXfrm>
        <a:off x="3211725" y="2212354"/>
        <a:ext cx="1654354" cy="772766"/>
      </dsp:txXfrm>
    </dsp:sp>
    <dsp:sp modelId="{381C7EA2-2B75-4178-AA8A-D217EDCFA36F}">
      <dsp:nvSpPr>
        <dsp:cNvPr id="0" name=""/>
        <dsp:cNvSpPr/>
      </dsp:nvSpPr>
      <dsp:spPr>
        <a:xfrm>
          <a:off x="3211725" y="3309682"/>
          <a:ext cx="1541978" cy="7727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 </a:t>
          </a:r>
          <a:r>
            <a:rPr lang="en-US" sz="1600" kern="1200" dirty="0" smtClean="0"/>
            <a:t>How to organize SRS</a:t>
          </a:r>
          <a:endParaRPr lang="en-US" sz="1600" kern="1200" dirty="0"/>
        </a:p>
      </dsp:txBody>
      <dsp:txXfrm>
        <a:off x="3211725" y="3309682"/>
        <a:ext cx="1541978" cy="772766"/>
      </dsp:txXfrm>
    </dsp:sp>
    <dsp:sp modelId="{85A1316D-ED80-4577-B759-788B000317FB}">
      <dsp:nvSpPr>
        <dsp:cNvPr id="0" name=""/>
        <dsp:cNvSpPr/>
      </dsp:nvSpPr>
      <dsp:spPr>
        <a:xfrm>
          <a:off x="3211725" y="4407011"/>
          <a:ext cx="1545533" cy="7727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Template of SRS</a:t>
          </a:r>
          <a:endParaRPr lang="en-US" sz="1600" kern="1200" dirty="0"/>
        </a:p>
      </dsp:txBody>
      <dsp:txXfrm>
        <a:off x="3211725" y="4407011"/>
        <a:ext cx="1545533" cy="772766"/>
      </dsp:txXfrm>
    </dsp:sp>
    <dsp:sp modelId="{3974D9EF-2642-4EA6-B022-A6FB2F4B3087}">
      <dsp:nvSpPr>
        <dsp:cNvPr id="0" name=""/>
        <dsp:cNvSpPr/>
      </dsp:nvSpPr>
      <dsp:spPr>
        <a:xfrm>
          <a:off x="5264708" y="1115025"/>
          <a:ext cx="1545533" cy="772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Dealing with incompleteness</a:t>
          </a:r>
          <a:endParaRPr lang="en-US" sz="1600" kern="1200" dirty="0"/>
        </a:p>
      </dsp:txBody>
      <dsp:txXfrm>
        <a:off x="5264708" y="1115025"/>
        <a:ext cx="1545533" cy="772766"/>
      </dsp:txXfrm>
    </dsp:sp>
    <dsp:sp modelId="{4D50568A-99FE-4C2E-B655-0C99B0D5E536}">
      <dsp:nvSpPr>
        <dsp:cNvPr id="0" name=""/>
        <dsp:cNvSpPr/>
      </dsp:nvSpPr>
      <dsp:spPr>
        <a:xfrm>
          <a:off x="7134803" y="1115025"/>
          <a:ext cx="1545533" cy="772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Spec. in agile projects</a:t>
          </a:r>
          <a:endParaRPr lang="en-US" sz="1600" kern="1200" dirty="0"/>
        </a:p>
      </dsp:txBody>
      <dsp:txXfrm>
        <a:off x="7134803" y="1115025"/>
        <a:ext cx="1545533" cy="7727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7A73A-748A-44DD-9F5B-BC43245DD2F8}">
      <dsp:nvSpPr>
        <dsp:cNvPr id="0" name=""/>
        <dsp:cNvSpPr/>
      </dsp:nvSpPr>
      <dsp:spPr>
        <a:xfrm>
          <a:off x="5877354" y="1018846"/>
          <a:ext cx="274224" cy="2176551"/>
        </a:xfrm>
        <a:custGeom>
          <a:avLst/>
          <a:gdLst/>
          <a:ahLst/>
          <a:cxnLst/>
          <a:rect l="0" t="0" r="0" b="0"/>
          <a:pathLst>
            <a:path>
              <a:moveTo>
                <a:pt x="0" y="0"/>
              </a:moveTo>
              <a:lnTo>
                <a:pt x="0" y="2176551"/>
              </a:lnTo>
              <a:lnTo>
                <a:pt x="274224" y="21765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166678-F7FF-43B2-AE5E-A7A069981C96}">
      <dsp:nvSpPr>
        <dsp:cNvPr id="0" name=""/>
        <dsp:cNvSpPr/>
      </dsp:nvSpPr>
      <dsp:spPr>
        <a:xfrm>
          <a:off x="5877354" y="1018846"/>
          <a:ext cx="274224" cy="1579890"/>
        </a:xfrm>
        <a:custGeom>
          <a:avLst/>
          <a:gdLst/>
          <a:ahLst/>
          <a:cxnLst/>
          <a:rect l="0" t="0" r="0" b="0"/>
          <a:pathLst>
            <a:path>
              <a:moveTo>
                <a:pt x="0" y="0"/>
              </a:moveTo>
              <a:lnTo>
                <a:pt x="0" y="1579890"/>
              </a:lnTo>
              <a:lnTo>
                <a:pt x="274224" y="157989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460D34-6C02-43E6-9344-E0D477FE27C6}">
      <dsp:nvSpPr>
        <dsp:cNvPr id="0" name=""/>
        <dsp:cNvSpPr/>
      </dsp:nvSpPr>
      <dsp:spPr>
        <a:xfrm>
          <a:off x="5877354" y="1018846"/>
          <a:ext cx="274224" cy="983229"/>
        </a:xfrm>
        <a:custGeom>
          <a:avLst/>
          <a:gdLst/>
          <a:ahLst/>
          <a:cxnLst/>
          <a:rect l="0" t="0" r="0" b="0"/>
          <a:pathLst>
            <a:path>
              <a:moveTo>
                <a:pt x="0" y="0"/>
              </a:moveTo>
              <a:lnTo>
                <a:pt x="0" y="983229"/>
              </a:lnTo>
              <a:lnTo>
                <a:pt x="274224" y="983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403388-DD22-4A5F-B724-FAF301CA200E}">
      <dsp:nvSpPr>
        <dsp:cNvPr id="0" name=""/>
        <dsp:cNvSpPr/>
      </dsp:nvSpPr>
      <dsp:spPr>
        <a:xfrm>
          <a:off x="5877354" y="1018846"/>
          <a:ext cx="274224" cy="386568"/>
        </a:xfrm>
        <a:custGeom>
          <a:avLst/>
          <a:gdLst/>
          <a:ahLst/>
          <a:cxnLst/>
          <a:rect l="0" t="0" r="0" b="0"/>
          <a:pathLst>
            <a:path>
              <a:moveTo>
                <a:pt x="0" y="0"/>
              </a:moveTo>
              <a:lnTo>
                <a:pt x="0" y="386568"/>
              </a:lnTo>
              <a:lnTo>
                <a:pt x="274224" y="38656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5E2B4E-A03A-4CEC-8313-CD85481B51A2}">
      <dsp:nvSpPr>
        <dsp:cNvPr id="0" name=""/>
        <dsp:cNvSpPr/>
      </dsp:nvSpPr>
      <dsp:spPr>
        <a:xfrm>
          <a:off x="4343400" y="422186"/>
          <a:ext cx="2265218" cy="176477"/>
        </a:xfrm>
        <a:custGeom>
          <a:avLst/>
          <a:gdLst/>
          <a:ahLst/>
          <a:cxnLst/>
          <a:rect l="0" t="0" r="0" b="0"/>
          <a:pathLst>
            <a:path>
              <a:moveTo>
                <a:pt x="0" y="0"/>
              </a:moveTo>
              <a:lnTo>
                <a:pt x="0" y="88238"/>
              </a:lnTo>
              <a:lnTo>
                <a:pt x="2265218" y="88238"/>
              </a:lnTo>
              <a:lnTo>
                <a:pt x="2265218" y="17647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EC9D5E-426D-42B2-8A01-2309463C75EE}">
      <dsp:nvSpPr>
        <dsp:cNvPr id="0" name=""/>
        <dsp:cNvSpPr/>
      </dsp:nvSpPr>
      <dsp:spPr>
        <a:xfrm>
          <a:off x="3638194" y="1018846"/>
          <a:ext cx="313311" cy="2176551"/>
        </a:xfrm>
        <a:custGeom>
          <a:avLst/>
          <a:gdLst/>
          <a:ahLst/>
          <a:cxnLst/>
          <a:rect l="0" t="0" r="0" b="0"/>
          <a:pathLst>
            <a:path>
              <a:moveTo>
                <a:pt x="0" y="0"/>
              </a:moveTo>
              <a:lnTo>
                <a:pt x="0" y="2176551"/>
              </a:lnTo>
              <a:lnTo>
                <a:pt x="313311" y="21765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6B8758-AFAB-4F0E-A1EE-C95DF13890DC}">
      <dsp:nvSpPr>
        <dsp:cNvPr id="0" name=""/>
        <dsp:cNvSpPr/>
      </dsp:nvSpPr>
      <dsp:spPr>
        <a:xfrm>
          <a:off x="3638194" y="1018846"/>
          <a:ext cx="313311" cy="1579890"/>
        </a:xfrm>
        <a:custGeom>
          <a:avLst/>
          <a:gdLst/>
          <a:ahLst/>
          <a:cxnLst/>
          <a:rect l="0" t="0" r="0" b="0"/>
          <a:pathLst>
            <a:path>
              <a:moveTo>
                <a:pt x="0" y="0"/>
              </a:moveTo>
              <a:lnTo>
                <a:pt x="0" y="1579890"/>
              </a:lnTo>
              <a:lnTo>
                <a:pt x="313311" y="157989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34620B-96CD-41A7-827F-86BBED84F457}">
      <dsp:nvSpPr>
        <dsp:cNvPr id="0" name=""/>
        <dsp:cNvSpPr/>
      </dsp:nvSpPr>
      <dsp:spPr>
        <a:xfrm>
          <a:off x="3638194" y="1018846"/>
          <a:ext cx="313311" cy="983229"/>
        </a:xfrm>
        <a:custGeom>
          <a:avLst/>
          <a:gdLst/>
          <a:ahLst/>
          <a:cxnLst/>
          <a:rect l="0" t="0" r="0" b="0"/>
          <a:pathLst>
            <a:path>
              <a:moveTo>
                <a:pt x="0" y="0"/>
              </a:moveTo>
              <a:lnTo>
                <a:pt x="0" y="983229"/>
              </a:lnTo>
              <a:lnTo>
                <a:pt x="313311" y="983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83B12F-F2D0-401E-97A0-DA19B14C1332}">
      <dsp:nvSpPr>
        <dsp:cNvPr id="0" name=""/>
        <dsp:cNvSpPr/>
      </dsp:nvSpPr>
      <dsp:spPr>
        <a:xfrm>
          <a:off x="3638194" y="1018846"/>
          <a:ext cx="313311" cy="386568"/>
        </a:xfrm>
        <a:custGeom>
          <a:avLst/>
          <a:gdLst/>
          <a:ahLst/>
          <a:cxnLst/>
          <a:rect l="0" t="0" r="0" b="0"/>
          <a:pathLst>
            <a:path>
              <a:moveTo>
                <a:pt x="0" y="0"/>
              </a:moveTo>
              <a:lnTo>
                <a:pt x="0" y="386568"/>
              </a:lnTo>
              <a:lnTo>
                <a:pt x="313311" y="38656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4343400" y="422186"/>
          <a:ext cx="130290" cy="176477"/>
        </a:xfrm>
        <a:custGeom>
          <a:avLst/>
          <a:gdLst/>
          <a:ahLst/>
          <a:cxnLst/>
          <a:rect l="0" t="0" r="0" b="0"/>
          <a:pathLst>
            <a:path>
              <a:moveTo>
                <a:pt x="0" y="0"/>
              </a:moveTo>
              <a:lnTo>
                <a:pt x="0" y="88238"/>
              </a:lnTo>
              <a:lnTo>
                <a:pt x="130290" y="88238"/>
              </a:lnTo>
              <a:lnTo>
                <a:pt x="130290" y="17647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B5C206-E409-456C-B0BD-58A349196686}">
      <dsp:nvSpPr>
        <dsp:cNvPr id="0" name=""/>
        <dsp:cNvSpPr/>
      </dsp:nvSpPr>
      <dsp:spPr>
        <a:xfrm>
          <a:off x="1372975" y="1018846"/>
          <a:ext cx="313311" cy="3966533"/>
        </a:xfrm>
        <a:custGeom>
          <a:avLst/>
          <a:gdLst/>
          <a:ahLst/>
          <a:cxnLst/>
          <a:rect l="0" t="0" r="0" b="0"/>
          <a:pathLst>
            <a:path>
              <a:moveTo>
                <a:pt x="0" y="0"/>
              </a:moveTo>
              <a:lnTo>
                <a:pt x="0" y="3966533"/>
              </a:lnTo>
              <a:lnTo>
                <a:pt x="313311" y="396653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AE8613-CA75-4B2D-9E96-DEE05012251D}">
      <dsp:nvSpPr>
        <dsp:cNvPr id="0" name=""/>
        <dsp:cNvSpPr/>
      </dsp:nvSpPr>
      <dsp:spPr>
        <a:xfrm>
          <a:off x="1372975" y="1018846"/>
          <a:ext cx="313311" cy="3369872"/>
        </a:xfrm>
        <a:custGeom>
          <a:avLst/>
          <a:gdLst/>
          <a:ahLst/>
          <a:cxnLst/>
          <a:rect l="0" t="0" r="0" b="0"/>
          <a:pathLst>
            <a:path>
              <a:moveTo>
                <a:pt x="0" y="0"/>
              </a:moveTo>
              <a:lnTo>
                <a:pt x="0" y="3369872"/>
              </a:lnTo>
              <a:lnTo>
                <a:pt x="313311" y="336987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277607-9E8D-4464-8DB9-0177332BB7F5}">
      <dsp:nvSpPr>
        <dsp:cNvPr id="0" name=""/>
        <dsp:cNvSpPr/>
      </dsp:nvSpPr>
      <dsp:spPr>
        <a:xfrm>
          <a:off x="1372975" y="1018846"/>
          <a:ext cx="313311" cy="2773212"/>
        </a:xfrm>
        <a:custGeom>
          <a:avLst/>
          <a:gdLst/>
          <a:ahLst/>
          <a:cxnLst/>
          <a:rect l="0" t="0" r="0" b="0"/>
          <a:pathLst>
            <a:path>
              <a:moveTo>
                <a:pt x="0" y="0"/>
              </a:moveTo>
              <a:lnTo>
                <a:pt x="0" y="2773212"/>
              </a:lnTo>
              <a:lnTo>
                <a:pt x="313311" y="27732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4A573A-36FE-4730-9BDA-F36ACA13F0A2}">
      <dsp:nvSpPr>
        <dsp:cNvPr id="0" name=""/>
        <dsp:cNvSpPr/>
      </dsp:nvSpPr>
      <dsp:spPr>
        <a:xfrm>
          <a:off x="1372975" y="1018846"/>
          <a:ext cx="313311" cy="2176551"/>
        </a:xfrm>
        <a:custGeom>
          <a:avLst/>
          <a:gdLst/>
          <a:ahLst/>
          <a:cxnLst/>
          <a:rect l="0" t="0" r="0" b="0"/>
          <a:pathLst>
            <a:path>
              <a:moveTo>
                <a:pt x="0" y="0"/>
              </a:moveTo>
              <a:lnTo>
                <a:pt x="0" y="2176551"/>
              </a:lnTo>
              <a:lnTo>
                <a:pt x="313311" y="21765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FD141F-D981-4B40-BB39-ED9AB6B3D0EB}">
      <dsp:nvSpPr>
        <dsp:cNvPr id="0" name=""/>
        <dsp:cNvSpPr/>
      </dsp:nvSpPr>
      <dsp:spPr>
        <a:xfrm>
          <a:off x="1372975" y="1018846"/>
          <a:ext cx="313311" cy="1579890"/>
        </a:xfrm>
        <a:custGeom>
          <a:avLst/>
          <a:gdLst/>
          <a:ahLst/>
          <a:cxnLst/>
          <a:rect l="0" t="0" r="0" b="0"/>
          <a:pathLst>
            <a:path>
              <a:moveTo>
                <a:pt x="0" y="0"/>
              </a:moveTo>
              <a:lnTo>
                <a:pt x="0" y="1579890"/>
              </a:lnTo>
              <a:lnTo>
                <a:pt x="313311" y="157989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4873FB-6A43-42BF-B3EC-A732DD57818A}">
      <dsp:nvSpPr>
        <dsp:cNvPr id="0" name=""/>
        <dsp:cNvSpPr/>
      </dsp:nvSpPr>
      <dsp:spPr>
        <a:xfrm>
          <a:off x="1372975" y="1018846"/>
          <a:ext cx="313311" cy="983229"/>
        </a:xfrm>
        <a:custGeom>
          <a:avLst/>
          <a:gdLst/>
          <a:ahLst/>
          <a:cxnLst/>
          <a:rect l="0" t="0" r="0" b="0"/>
          <a:pathLst>
            <a:path>
              <a:moveTo>
                <a:pt x="0" y="0"/>
              </a:moveTo>
              <a:lnTo>
                <a:pt x="0" y="983229"/>
              </a:lnTo>
              <a:lnTo>
                <a:pt x="313311" y="983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E3E140-6CAA-4F2F-89BC-3CF14A6A11A7}">
      <dsp:nvSpPr>
        <dsp:cNvPr id="0" name=""/>
        <dsp:cNvSpPr/>
      </dsp:nvSpPr>
      <dsp:spPr>
        <a:xfrm>
          <a:off x="1372975" y="1018846"/>
          <a:ext cx="313311" cy="386568"/>
        </a:xfrm>
        <a:custGeom>
          <a:avLst/>
          <a:gdLst/>
          <a:ahLst/>
          <a:cxnLst/>
          <a:rect l="0" t="0" r="0" b="0"/>
          <a:pathLst>
            <a:path>
              <a:moveTo>
                <a:pt x="0" y="0"/>
              </a:moveTo>
              <a:lnTo>
                <a:pt x="0" y="386568"/>
              </a:lnTo>
              <a:lnTo>
                <a:pt x="313311" y="38656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2208472" y="422186"/>
          <a:ext cx="2134927" cy="176477"/>
        </a:xfrm>
        <a:custGeom>
          <a:avLst/>
          <a:gdLst/>
          <a:ahLst/>
          <a:cxnLst/>
          <a:rect l="0" t="0" r="0" b="0"/>
          <a:pathLst>
            <a:path>
              <a:moveTo>
                <a:pt x="2134927" y="0"/>
              </a:moveTo>
              <a:lnTo>
                <a:pt x="2134927" y="88238"/>
              </a:lnTo>
              <a:lnTo>
                <a:pt x="0" y="88238"/>
              </a:lnTo>
              <a:lnTo>
                <a:pt x="0" y="17647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027994" y="2002"/>
          <a:ext cx="2630811" cy="420183"/>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a:t>
          </a:r>
          <a:r>
            <a:rPr lang="en-US" sz="1600" kern="1200" dirty="0" smtClean="0"/>
            <a:t>11: Write excellent requirements.</a:t>
          </a:r>
          <a:endParaRPr lang="en-US" sz="1600" kern="1200" dirty="0"/>
        </a:p>
      </dsp:txBody>
      <dsp:txXfrm>
        <a:off x="3027994" y="2002"/>
        <a:ext cx="2630811" cy="420183"/>
      </dsp:txXfrm>
    </dsp:sp>
    <dsp:sp modelId="{C9422C4E-2B02-4D33-A16B-EF7B187ECAB7}">
      <dsp:nvSpPr>
        <dsp:cNvPr id="0" name=""/>
        <dsp:cNvSpPr/>
      </dsp:nvSpPr>
      <dsp:spPr>
        <a:xfrm>
          <a:off x="1164101" y="598663"/>
          <a:ext cx="2088741" cy="42018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Characteristics of excellent </a:t>
          </a:r>
          <a:r>
            <a:rPr lang="en-US" sz="1600" kern="1200" dirty="0" err="1" smtClean="0"/>
            <a:t>reqs</a:t>
          </a:r>
          <a:r>
            <a:rPr lang="en-US" sz="1600" kern="1200" dirty="0" smtClean="0"/>
            <a:t>. </a:t>
          </a:r>
          <a:endParaRPr lang="en-US" sz="1600" kern="1200" dirty="0"/>
        </a:p>
      </dsp:txBody>
      <dsp:txXfrm>
        <a:off x="1164101" y="598663"/>
        <a:ext cx="2088741" cy="420183"/>
      </dsp:txXfrm>
    </dsp:sp>
    <dsp:sp modelId="{3CAC798C-6233-4B90-9D6C-EBCF96A82F66}">
      <dsp:nvSpPr>
        <dsp:cNvPr id="0" name=""/>
        <dsp:cNvSpPr/>
      </dsp:nvSpPr>
      <dsp:spPr>
        <a:xfrm>
          <a:off x="1686286" y="119532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Complete</a:t>
          </a:r>
          <a:endParaRPr lang="en-US" sz="1600" kern="1200" dirty="0"/>
        </a:p>
      </dsp:txBody>
      <dsp:txXfrm>
        <a:off x="1686286" y="1195324"/>
        <a:ext cx="1311031" cy="420183"/>
      </dsp:txXfrm>
    </dsp:sp>
    <dsp:sp modelId="{9D9B531C-5C88-4B53-94BC-3022DA1ED7F6}">
      <dsp:nvSpPr>
        <dsp:cNvPr id="0" name=""/>
        <dsp:cNvSpPr/>
      </dsp:nvSpPr>
      <dsp:spPr>
        <a:xfrm>
          <a:off x="1686286" y="179198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Correct</a:t>
          </a:r>
          <a:endParaRPr lang="en-US" sz="1600" kern="1200" dirty="0"/>
        </a:p>
      </dsp:txBody>
      <dsp:txXfrm>
        <a:off x="1686286" y="1791984"/>
        <a:ext cx="1311031" cy="420183"/>
      </dsp:txXfrm>
    </dsp:sp>
    <dsp:sp modelId="{657282B3-D4FB-4AFA-8CED-80E7FE036EF5}">
      <dsp:nvSpPr>
        <dsp:cNvPr id="0" name=""/>
        <dsp:cNvSpPr/>
      </dsp:nvSpPr>
      <dsp:spPr>
        <a:xfrm>
          <a:off x="1686286" y="2388645"/>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Feasible</a:t>
          </a:r>
          <a:endParaRPr lang="en-US" sz="1600" kern="1200" dirty="0"/>
        </a:p>
      </dsp:txBody>
      <dsp:txXfrm>
        <a:off x="1686286" y="2388645"/>
        <a:ext cx="1311031" cy="420183"/>
      </dsp:txXfrm>
    </dsp:sp>
    <dsp:sp modelId="{28642D5E-5ADC-4333-9250-17E5E4DE45C5}">
      <dsp:nvSpPr>
        <dsp:cNvPr id="0" name=""/>
        <dsp:cNvSpPr/>
      </dsp:nvSpPr>
      <dsp:spPr>
        <a:xfrm>
          <a:off x="1686286" y="2985306"/>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Necessary</a:t>
          </a:r>
          <a:endParaRPr lang="en-US" sz="1600" kern="1200" dirty="0"/>
        </a:p>
      </dsp:txBody>
      <dsp:txXfrm>
        <a:off x="1686286" y="2985306"/>
        <a:ext cx="1311031" cy="420183"/>
      </dsp:txXfrm>
    </dsp:sp>
    <dsp:sp modelId="{E234FC0A-2E0C-4093-BD58-476620DCA462}">
      <dsp:nvSpPr>
        <dsp:cNvPr id="0" name=""/>
        <dsp:cNvSpPr/>
      </dsp:nvSpPr>
      <dsp:spPr>
        <a:xfrm>
          <a:off x="1686286" y="3581967"/>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Prioritized</a:t>
          </a:r>
          <a:endParaRPr lang="en-US" sz="1600" kern="1200" dirty="0"/>
        </a:p>
      </dsp:txBody>
      <dsp:txXfrm>
        <a:off x="1686286" y="3581967"/>
        <a:ext cx="1311031" cy="420183"/>
      </dsp:txXfrm>
    </dsp:sp>
    <dsp:sp modelId="{01098325-5C02-499C-B4E0-696A0A10964B}">
      <dsp:nvSpPr>
        <dsp:cNvPr id="0" name=""/>
        <dsp:cNvSpPr/>
      </dsp:nvSpPr>
      <dsp:spPr>
        <a:xfrm>
          <a:off x="1686286" y="4178628"/>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Unambiguous</a:t>
          </a:r>
          <a:endParaRPr lang="en-US" sz="1600" kern="1200" dirty="0"/>
        </a:p>
      </dsp:txBody>
      <dsp:txXfrm>
        <a:off x="1686286" y="4178628"/>
        <a:ext cx="1311031" cy="420183"/>
      </dsp:txXfrm>
    </dsp:sp>
    <dsp:sp modelId="{5A2149F5-C064-4D64-A17B-C55ACAB70DBB}">
      <dsp:nvSpPr>
        <dsp:cNvPr id="0" name=""/>
        <dsp:cNvSpPr/>
      </dsp:nvSpPr>
      <dsp:spPr>
        <a:xfrm>
          <a:off x="1686286" y="4775288"/>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Verifiable</a:t>
          </a:r>
          <a:endParaRPr lang="en-US" sz="1600" kern="1200" dirty="0"/>
        </a:p>
      </dsp:txBody>
      <dsp:txXfrm>
        <a:off x="1686286" y="4775288"/>
        <a:ext cx="1311031" cy="420183"/>
      </dsp:txXfrm>
    </dsp:sp>
    <dsp:sp modelId="{02B28F85-DE51-42FF-859E-1DD3A478F426}">
      <dsp:nvSpPr>
        <dsp:cNvPr id="0" name=""/>
        <dsp:cNvSpPr/>
      </dsp:nvSpPr>
      <dsp:spPr>
        <a:xfrm>
          <a:off x="3429319" y="598663"/>
          <a:ext cx="2088741" cy="42018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Characteristics of </a:t>
          </a:r>
          <a:r>
            <a:rPr lang="en-US" sz="1600" kern="1200" dirty="0" err="1" smtClean="0"/>
            <a:t>reqs</a:t>
          </a:r>
          <a:r>
            <a:rPr lang="en-US" sz="1600" kern="1200" dirty="0" smtClean="0"/>
            <a:t>. collections</a:t>
          </a:r>
          <a:endParaRPr lang="en-US" sz="1600" kern="1200" dirty="0"/>
        </a:p>
      </dsp:txBody>
      <dsp:txXfrm>
        <a:off x="3429319" y="598663"/>
        <a:ext cx="2088741" cy="420183"/>
      </dsp:txXfrm>
    </dsp:sp>
    <dsp:sp modelId="{85A1316D-ED80-4577-B759-788B000317FB}">
      <dsp:nvSpPr>
        <dsp:cNvPr id="0" name=""/>
        <dsp:cNvSpPr/>
      </dsp:nvSpPr>
      <dsp:spPr>
        <a:xfrm>
          <a:off x="3951505" y="119532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Complete</a:t>
          </a:r>
          <a:endParaRPr lang="en-US" sz="1600" kern="1200" dirty="0"/>
        </a:p>
      </dsp:txBody>
      <dsp:txXfrm>
        <a:off x="3951505" y="1195324"/>
        <a:ext cx="1311031" cy="420183"/>
      </dsp:txXfrm>
    </dsp:sp>
    <dsp:sp modelId="{D40D3D2B-DA3A-487C-BB93-30263B47ED17}">
      <dsp:nvSpPr>
        <dsp:cNvPr id="0" name=""/>
        <dsp:cNvSpPr/>
      </dsp:nvSpPr>
      <dsp:spPr>
        <a:xfrm>
          <a:off x="3951505" y="179198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Consistent</a:t>
          </a:r>
          <a:endParaRPr lang="en-US" sz="1600" kern="1200" dirty="0"/>
        </a:p>
      </dsp:txBody>
      <dsp:txXfrm>
        <a:off x="3951505" y="1791984"/>
        <a:ext cx="1311031" cy="420183"/>
      </dsp:txXfrm>
    </dsp:sp>
    <dsp:sp modelId="{B31E0076-5429-4328-B58C-D14D9FD3F8DD}">
      <dsp:nvSpPr>
        <dsp:cNvPr id="0" name=""/>
        <dsp:cNvSpPr/>
      </dsp:nvSpPr>
      <dsp:spPr>
        <a:xfrm>
          <a:off x="3951505" y="2388645"/>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Modifiable</a:t>
          </a:r>
          <a:endParaRPr lang="en-US" sz="1600" kern="1200" dirty="0"/>
        </a:p>
      </dsp:txBody>
      <dsp:txXfrm>
        <a:off x="3951505" y="2388645"/>
        <a:ext cx="1311031" cy="420183"/>
      </dsp:txXfrm>
    </dsp:sp>
    <dsp:sp modelId="{FD8F6A7D-79AA-4C78-B130-D94B5C166E87}">
      <dsp:nvSpPr>
        <dsp:cNvPr id="0" name=""/>
        <dsp:cNvSpPr/>
      </dsp:nvSpPr>
      <dsp:spPr>
        <a:xfrm>
          <a:off x="3951505" y="2985306"/>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Traceable</a:t>
          </a:r>
          <a:endParaRPr lang="en-US" sz="1600" kern="1200" dirty="0"/>
        </a:p>
      </dsp:txBody>
      <dsp:txXfrm>
        <a:off x="3951505" y="2985306"/>
        <a:ext cx="1311031" cy="420183"/>
      </dsp:txXfrm>
    </dsp:sp>
    <dsp:sp modelId="{3974D9EF-2642-4EA6-B022-A6FB2F4B3087}">
      <dsp:nvSpPr>
        <dsp:cNvPr id="0" name=""/>
        <dsp:cNvSpPr/>
      </dsp:nvSpPr>
      <dsp:spPr>
        <a:xfrm>
          <a:off x="5694538" y="598663"/>
          <a:ext cx="1828160" cy="42018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Guidelines for writing </a:t>
          </a:r>
          <a:r>
            <a:rPr lang="en-US" sz="1600" kern="1200" dirty="0" err="1" smtClean="0"/>
            <a:t>reqs</a:t>
          </a:r>
          <a:r>
            <a:rPr lang="en-US" sz="1600" kern="1200" dirty="0" smtClean="0"/>
            <a:t>.</a:t>
          </a:r>
          <a:endParaRPr lang="en-US" sz="1600" kern="1200" dirty="0"/>
        </a:p>
      </dsp:txBody>
      <dsp:txXfrm>
        <a:off x="5694538" y="598663"/>
        <a:ext cx="1828160" cy="420183"/>
      </dsp:txXfrm>
    </dsp:sp>
    <dsp:sp modelId="{66666B8F-37B3-4502-96F6-DA600C8D2357}">
      <dsp:nvSpPr>
        <dsp:cNvPr id="0" name=""/>
        <dsp:cNvSpPr/>
      </dsp:nvSpPr>
      <dsp:spPr>
        <a:xfrm>
          <a:off x="6151578" y="119532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Clarity and conciseness</a:t>
          </a:r>
          <a:endParaRPr lang="en-US" sz="1600" kern="1200" dirty="0"/>
        </a:p>
      </dsp:txBody>
      <dsp:txXfrm>
        <a:off x="6151578" y="1195324"/>
        <a:ext cx="1311031" cy="420183"/>
      </dsp:txXfrm>
    </dsp:sp>
    <dsp:sp modelId="{FD76D8C5-59C9-4CC8-A630-FA2532A1F2CD}">
      <dsp:nvSpPr>
        <dsp:cNvPr id="0" name=""/>
        <dsp:cNvSpPr/>
      </dsp:nvSpPr>
      <dsp:spPr>
        <a:xfrm>
          <a:off x="6151578" y="179198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The keyword “shall”: </a:t>
          </a:r>
          <a:endParaRPr lang="en-US" sz="1600" kern="1200" dirty="0"/>
        </a:p>
      </dsp:txBody>
      <dsp:txXfrm>
        <a:off x="6151578" y="1791984"/>
        <a:ext cx="1311031" cy="420183"/>
      </dsp:txXfrm>
    </dsp:sp>
    <dsp:sp modelId="{C2F4AD6A-DBE2-4074-9743-69F74AC3C11B}">
      <dsp:nvSpPr>
        <dsp:cNvPr id="0" name=""/>
        <dsp:cNvSpPr/>
      </dsp:nvSpPr>
      <dsp:spPr>
        <a:xfrm>
          <a:off x="6151578" y="2388645"/>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Active voice</a:t>
          </a:r>
          <a:endParaRPr lang="en-US" sz="1600" kern="1200" dirty="0"/>
        </a:p>
      </dsp:txBody>
      <dsp:txXfrm>
        <a:off x="6151578" y="2388645"/>
        <a:ext cx="1311031" cy="420183"/>
      </dsp:txXfrm>
    </dsp:sp>
    <dsp:sp modelId="{850B0851-BC69-41CD-B70C-7D67CE1417FE}">
      <dsp:nvSpPr>
        <dsp:cNvPr id="0" name=""/>
        <dsp:cNvSpPr/>
      </dsp:nvSpPr>
      <dsp:spPr>
        <a:xfrm>
          <a:off x="6151578" y="2985306"/>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Individual requirements</a:t>
          </a:r>
          <a:endParaRPr lang="en-US" sz="1600" kern="1200" dirty="0"/>
        </a:p>
      </dsp:txBody>
      <dsp:txXfrm>
        <a:off x="6151578" y="2985306"/>
        <a:ext cx="1311031" cy="42018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6B2070-BF5B-4C24-9957-A3AF12633DE9}" type="datetimeFigureOut">
              <a:rPr lang="en-US" smtClean="0"/>
              <a:t>02/03/2020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B20067-4FE1-4F74-9DB5-0F2A79369997}" type="slidenum">
              <a:rPr lang="en-US" smtClean="0"/>
              <a:t>‹#›</a:t>
            </a:fld>
            <a:endParaRPr lang="en-US"/>
          </a:p>
        </p:txBody>
      </p:sp>
    </p:spTree>
    <p:extLst>
      <p:ext uri="{BB962C8B-B14F-4D97-AF65-F5344CB8AC3E}">
        <p14:creationId xmlns:p14="http://schemas.microsoft.com/office/powerpoint/2010/main" val="2276784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606752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dirty="0" smtClean="0"/>
              <a:t>Student could rewrite any requirements that don’t measure up: </a:t>
            </a:r>
            <a:r>
              <a:rPr lang="vi-VN" sz="1200" dirty="0" smtClean="0"/>
              <a:t>Học sinh có thể viết lại bất kỳ yêu cầu nào không đo lường được.</a:t>
            </a:r>
            <a:endParaRPr lang="en-US" sz="1200" dirty="0" smtClean="0"/>
          </a:p>
          <a:p>
            <a:pPr marL="171450" indent="-171450">
              <a:buFontTx/>
              <a:buChar char="-"/>
            </a:pPr>
            <a:r>
              <a:rPr lang="en-US" sz="1200" dirty="0" smtClean="0"/>
              <a:t>Student could look for conflicts between different requirements in the specification, for  missing requirements, and for missing sections of the SRS: </a:t>
            </a:r>
            <a:r>
              <a:rPr lang="en-US" sz="1200" dirty="0" err="1" smtClean="0"/>
              <a:t>Học</a:t>
            </a:r>
            <a:r>
              <a:rPr lang="en-US" sz="1200" dirty="0" smtClean="0"/>
              <a:t> sinh </a:t>
            </a:r>
            <a:r>
              <a:rPr lang="en-US" sz="1200" dirty="0" err="1" smtClean="0"/>
              <a:t>có</a:t>
            </a:r>
            <a:r>
              <a:rPr lang="en-US" sz="1200" dirty="0" smtClean="0"/>
              <a:t> </a:t>
            </a:r>
            <a:r>
              <a:rPr lang="en-US" sz="1200" dirty="0" err="1" smtClean="0"/>
              <a:t>thể</a:t>
            </a:r>
            <a:r>
              <a:rPr lang="en-US" sz="1200" dirty="0" smtClean="0"/>
              <a:t> </a:t>
            </a:r>
            <a:r>
              <a:rPr lang="en-US" sz="1200" dirty="0" err="1" smtClean="0"/>
              <a:t>tìm</a:t>
            </a:r>
            <a:r>
              <a:rPr lang="en-US" sz="1200" dirty="0" smtClean="0"/>
              <a:t> </a:t>
            </a:r>
            <a:r>
              <a:rPr lang="en-US" sz="1200" dirty="0" err="1" smtClean="0"/>
              <a:t>kiếm</a:t>
            </a:r>
            <a:r>
              <a:rPr lang="en-US" sz="1200" dirty="0" smtClean="0"/>
              <a:t> </a:t>
            </a:r>
            <a:r>
              <a:rPr lang="en-US" sz="1200" dirty="0" err="1" smtClean="0"/>
              <a:t>xung</a:t>
            </a:r>
            <a:r>
              <a:rPr lang="en-US" sz="1200" dirty="0" smtClean="0"/>
              <a:t> </a:t>
            </a:r>
            <a:r>
              <a:rPr lang="en-US" sz="1200" dirty="0" err="1" smtClean="0"/>
              <a:t>đột</a:t>
            </a:r>
            <a:r>
              <a:rPr lang="en-US" sz="1200" dirty="0" smtClean="0"/>
              <a:t> </a:t>
            </a:r>
            <a:r>
              <a:rPr lang="en-US" sz="1200" dirty="0" err="1" smtClean="0"/>
              <a:t>giữa</a:t>
            </a:r>
            <a:r>
              <a:rPr lang="en-US" sz="1200" dirty="0" smtClean="0"/>
              <a:t> </a:t>
            </a:r>
            <a:r>
              <a:rPr lang="en-US" sz="1200" dirty="0" err="1" smtClean="0"/>
              <a:t>các</a:t>
            </a:r>
            <a:r>
              <a:rPr lang="en-US" sz="1200" dirty="0" smtClean="0"/>
              <a:t> </a:t>
            </a:r>
            <a:r>
              <a:rPr lang="en-US" sz="1200" dirty="0" err="1" smtClean="0"/>
              <a:t>yêu</a:t>
            </a:r>
            <a:r>
              <a:rPr lang="en-US" sz="1200" dirty="0" smtClean="0"/>
              <a:t> </a:t>
            </a:r>
            <a:r>
              <a:rPr lang="en-US" sz="1200" dirty="0" err="1" smtClean="0"/>
              <a:t>cầu</a:t>
            </a:r>
            <a:r>
              <a:rPr lang="en-US" sz="1200" dirty="0" smtClean="0"/>
              <a:t> </a:t>
            </a:r>
            <a:r>
              <a:rPr lang="en-US" sz="1200" dirty="0" err="1" smtClean="0"/>
              <a:t>khác</a:t>
            </a:r>
            <a:r>
              <a:rPr lang="en-US" sz="1200" dirty="0" smtClean="0"/>
              <a:t> </a:t>
            </a:r>
            <a:r>
              <a:rPr lang="en-US" sz="1200" dirty="0" err="1" smtClean="0"/>
              <a:t>nhau</a:t>
            </a:r>
            <a:r>
              <a:rPr lang="en-US" sz="1200" dirty="0" smtClean="0"/>
              <a:t> </a:t>
            </a:r>
            <a:r>
              <a:rPr lang="en-US" sz="1200" dirty="0" err="1" smtClean="0"/>
              <a:t>trong</a:t>
            </a:r>
            <a:r>
              <a:rPr lang="en-US" sz="1200" dirty="0" smtClean="0"/>
              <a:t> </a:t>
            </a:r>
            <a:r>
              <a:rPr lang="en-US" sz="1200" dirty="0" err="1" smtClean="0"/>
              <a:t>đặc</a:t>
            </a:r>
            <a:r>
              <a:rPr lang="en-US" sz="1200" dirty="0" smtClean="0"/>
              <a:t> </a:t>
            </a:r>
            <a:r>
              <a:rPr lang="en-US" sz="1200" dirty="0" err="1" smtClean="0"/>
              <a:t>điểm</a:t>
            </a:r>
            <a:r>
              <a:rPr lang="en-US" sz="1200" dirty="0" smtClean="0"/>
              <a:t> </a:t>
            </a:r>
            <a:r>
              <a:rPr lang="en-US" sz="1200" dirty="0" err="1" smtClean="0"/>
              <a:t>kỹ</a:t>
            </a:r>
            <a:r>
              <a:rPr lang="en-US" sz="1200" dirty="0" smtClean="0"/>
              <a:t> </a:t>
            </a:r>
            <a:r>
              <a:rPr lang="en-US" sz="1200" dirty="0" err="1" smtClean="0"/>
              <a:t>thuật</a:t>
            </a:r>
            <a:r>
              <a:rPr lang="en-US" sz="1200" dirty="0" smtClean="0"/>
              <a:t>, </a:t>
            </a:r>
            <a:r>
              <a:rPr lang="en-US" sz="1200" dirty="0" err="1" smtClean="0"/>
              <a:t>cho</a:t>
            </a:r>
            <a:r>
              <a:rPr lang="en-US" sz="1200" dirty="0" smtClean="0"/>
              <a:t> </a:t>
            </a:r>
            <a:r>
              <a:rPr lang="en-US" sz="1200" dirty="0" err="1" smtClean="0"/>
              <a:t>các</a:t>
            </a:r>
            <a:r>
              <a:rPr lang="en-US" sz="1200" dirty="0" smtClean="0"/>
              <a:t> </a:t>
            </a:r>
            <a:r>
              <a:rPr lang="en-US" sz="1200" dirty="0" err="1" smtClean="0"/>
              <a:t>yêu</a:t>
            </a:r>
            <a:r>
              <a:rPr lang="en-US" sz="1200" dirty="0" smtClean="0"/>
              <a:t> </a:t>
            </a:r>
            <a:r>
              <a:rPr lang="en-US" sz="1200" dirty="0" err="1" smtClean="0"/>
              <a:t>cầu</a:t>
            </a:r>
            <a:r>
              <a:rPr lang="en-US" sz="1200" dirty="0" smtClean="0"/>
              <a:t> </a:t>
            </a:r>
            <a:r>
              <a:rPr lang="en-US" sz="1200" dirty="0" err="1" smtClean="0"/>
              <a:t>bị</a:t>
            </a:r>
            <a:r>
              <a:rPr lang="en-US" sz="1200" dirty="0" smtClean="0"/>
              <a:t> </a:t>
            </a:r>
            <a:r>
              <a:rPr lang="en-US" sz="1200" dirty="0" err="1" smtClean="0"/>
              <a:t>thiếu</a:t>
            </a:r>
            <a:r>
              <a:rPr lang="en-US" sz="1200" dirty="0" smtClean="0"/>
              <a:t> </a:t>
            </a:r>
            <a:r>
              <a:rPr lang="en-US" sz="1200" dirty="0" err="1" smtClean="0"/>
              <a:t>và</a:t>
            </a:r>
            <a:r>
              <a:rPr lang="en-US" sz="1200" dirty="0" smtClean="0"/>
              <a:t> </a:t>
            </a:r>
            <a:r>
              <a:rPr lang="en-US" sz="1200" dirty="0" err="1" smtClean="0"/>
              <a:t>cho</a:t>
            </a:r>
            <a:r>
              <a:rPr lang="en-US" sz="1200" dirty="0" smtClean="0"/>
              <a:t> </a:t>
            </a:r>
            <a:r>
              <a:rPr lang="en-US" sz="1200" dirty="0" err="1" smtClean="0"/>
              <a:t>các</a:t>
            </a:r>
            <a:r>
              <a:rPr lang="en-US" sz="1200" dirty="0" smtClean="0"/>
              <a:t> </a:t>
            </a:r>
            <a:r>
              <a:rPr lang="en-US" sz="1200" dirty="0" err="1" smtClean="0"/>
              <a:t>phần</a:t>
            </a:r>
            <a:r>
              <a:rPr lang="en-US" sz="1200" dirty="0" smtClean="0"/>
              <a:t> </a:t>
            </a:r>
            <a:r>
              <a:rPr lang="en-US" sz="1200" dirty="0" err="1" smtClean="0"/>
              <a:t>còn</a:t>
            </a:r>
            <a:r>
              <a:rPr lang="en-US" sz="1200" dirty="0" smtClean="0"/>
              <a:t> </a:t>
            </a:r>
            <a:r>
              <a:rPr lang="en-US" sz="1200" dirty="0" err="1" smtClean="0"/>
              <a:t>thiếu</a:t>
            </a:r>
            <a:r>
              <a:rPr lang="en-US" sz="1200" dirty="0" smtClean="0"/>
              <a:t> </a:t>
            </a:r>
            <a:r>
              <a:rPr lang="en-US" sz="1200" dirty="0" err="1" smtClean="0"/>
              <a:t>của</a:t>
            </a:r>
            <a:r>
              <a:rPr lang="en-US" sz="1200" dirty="0" smtClean="0"/>
              <a:t> SRS.</a:t>
            </a:r>
            <a:endParaRPr lang="en-US" dirty="0"/>
          </a:p>
        </p:txBody>
      </p:sp>
      <p:sp>
        <p:nvSpPr>
          <p:cNvPr id="4" name="Slide Number Placeholder 3"/>
          <p:cNvSpPr>
            <a:spLocks noGrp="1"/>
          </p:cNvSpPr>
          <p:nvPr>
            <p:ph type="sldNum" sz="quarter" idx="10"/>
          </p:nvPr>
        </p:nvSpPr>
        <p:spPr/>
        <p:txBody>
          <a:bodyPr/>
          <a:lstStyle/>
          <a:p>
            <a:fld id="{D5B20067-4FE1-4F74-9DB5-0F2A79369997}" type="slidenum">
              <a:rPr lang="en-US" smtClean="0"/>
              <a:t>3</a:t>
            </a:fld>
            <a:endParaRPr lang="en-US"/>
          </a:p>
        </p:txBody>
      </p:sp>
    </p:spTree>
    <p:extLst>
      <p:ext uri="{BB962C8B-B14F-4D97-AF65-F5344CB8AC3E}">
        <p14:creationId xmlns:p14="http://schemas.microsoft.com/office/powerpoint/2010/main" val="127192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Complete: </a:t>
            </a:r>
            <a:r>
              <a:rPr lang="en-US" dirty="0" err="1" smtClean="0"/>
              <a:t>Giải</a:t>
            </a:r>
            <a:r>
              <a:rPr lang="en-US" baseline="0" dirty="0" smtClean="0"/>
              <a:t> </a:t>
            </a:r>
            <a:r>
              <a:rPr lang="en-US" baseline="0" dirty="0" err="1" smtClean="0"/>
              <a:t>thích</a:t>
            </a:r>
            <a:r>
              <a:rPr lang="en-US" baseline="0" dirty="0" smtClean="0"/>
              <a:t> </a:t>
            </a:r>
            <a:r>
              <a:rPr lang="en-US" baseline="0" dirty="0" err="1" smtClean="0"/>
              <a:t>thêm</a:t>
            </a:r>
            <a:r>
              <a:rPr lang="en-US" baseline="0" dirty="0" smtClean="0"/>
              <a:t> </a:t>
            </a:r>
            <a:r>
              <a:rPr lang="en-US" baseline="0" dirty="0" err="1" smtClean="0"/>
              <a:t>từ</a:t>
            </a:r>
            <a:r>
              <a:rPr lang="en-US" baseline="0" dirty="0" smtClean="0"/>
              <a:t> TBD (To be determine) </a:t>
            </a:r>
            <a:r>
              <a:rPr lang="en-US" baseline="0" dirty="0" err="1" smtClean="0"/>
              <a:t>là</a:t>
            </a:r>
            <a:r>
              <a:rPr lang="en-US" baseline="0" dirty="0" smtClean="0"/>
              <a:t> </a:t>
            </a:r>
            <a:r>
              <a:rPr lang="en-US" baseline="0" dirty="0" err="1" smtClean="0"/>
              <a:t>những</a:t>
            </a:r>
            <a:r>
              <a:rPr lang="en-US" baseline="0" dirty="0" smtClean="0"/>
              <a:t> requirement </a:t>
            </a:r>
            <a:r>
              <a:rPr lang="en-US" baseline="0" dirty="0" err="1" smtClean="0"/>
              <a:t>chưa</a:t>
            </a:r>
            <a:r>
              <a:rPr lang="en-US" baseline="0" dirty="0" smtClean="0"/>
              <a:t> </a:t>
            </a:r>
            <a:r>
              <a:rPr lang="en-US" baseline="0" dirty="0" err="1" smtClean="0"/>
              <a:t>chắc</a:t>
            </a:r>
            <a:r>
              <a:rPr lang="en-US" baseline="0" dirty="0" smtClean="0"/>
              <a:t> </a:t>
            </a:r>
            <a:r>
              <a:rPr lang="en-US" baseline="0" dirty="0" err="1" smtClean="0"/>
              <a:t>chắn</a:t>
            </a:r>
            <a:r>
              <a:rPr lang="en-US" baseline="0" dirty="0" smtClean="0"/>
              <a:t>, </a:t>
            </a:r>
            <a:r>
              <a:rPr lang="en-US" baseline="0" dirty="0" err="1" smtClean="0"/>
              <a:t>cần</a:t>
            </a:r>
            <a:r>
              <a:rPr lang="en-US" baseline="0" dirty="0" smtClean="0"/>
              <a:t> </a:t>
            </a:r>
            <a:r>
              <a:rPr lang="en-US" baseline="0" dirty="0" err="1" smtClean="0"/>
              <a:t>xem</a:t>
            </a:r>
            <a:r>
              <a:rPr lang="en-US" baseline="0" dirty="0" smtClean="0"/>
              <a:t> </a:t>
            </a:r>
            <a:r>
              <a:rPr lang="en-US" baseline="0" dirty="0" err="1" smtClean="0"/>
              <a:t>xét</a:t>
            </a:r>
            <a:r>
              <a:rPr lang="en-US" baseline="0" dirty="0" smtClean="0"/>
              <a:t> </a:t>
            </a:r>
            <a:r>
              <a:rPr lang="en-US" baseline="0" dirty="0" err="1" smtClean="0"/>
              <a:t>lại</a:t>
            </a:r>
            <a:r>
              <a:rPr lang="en-US" baseline="0" dirty="0" smtClean="0"/>
              <a:t>, </a:t>
            </a:r>
            <a:r>
              <a:rPr lang="en-US" baseline="0" dirty="0" err="1" smtClean="0"/>
              <a:t>cần</a:t>
            </a:r>
            <a:r>
              <a:rPr lang="en-US" baseline="0" dirty="0" smtClean="0"/>
              <a:t> </a:t>
            </a:r>
            <a:r>
              <a:rPr lang="en-US" baseline="0" dirty="0" err="1" smtClean="0"/>
              <a:t>đánh</a:t>
            </a:r>
            <a:r>
              <a:rPr lang="en-US" baseline="0" dirty="0" smtClean="0"/>
              <a:t> </a:t>
            </a:r>
            <a:r>
              <a:rPr lang="en-US" baseline="0" dirty="0" err="1" smtClean="0"/>
              <a:t>dấu</a:t>
            </a:r>
            <a:r>
              <a:rPr lang="en-US" baseline="0" dirty="0" smtClean="0"/>
              <a:t> </a:t>
            </a:r>
            <a:r>
              <a:rPr lang="en-US" baseline="0" dirty="0" err="1" smtClean="0"/>
              <a:t>hoặc</a:t>
            </a:r>
            <a:r>
              <a:rPr lang="en-US" baseline="0" dirty="0" smtClean="0"/>
              <a:t> </a:t>
            </a:r>
            <a:r>
              <a:rPr lang="en-US" baseline="0" dirty="0" err="1" smtClean="0"/>
              <a:t>đưa</a:t>
            </a:r>
            <a:r>
              <a:rPr lang="en-US" baseline="0" dirty="0" smtClean="0"/>
              <a:t> </a:t>
            </a:r>
            <a:r>
              <a:rPr lang="en-US" baseline="0" dirty="0" err="1" smtClean="0"/>
              <a:t>vào</a:t>
            </a:r>
            <a:r>
              <a:rPr lang="en-US" baseline="0" dirty="0" smtClean="0"/>
              <a:t> </a:t>
            </a:r>
            <a:r>
              <a:rPr lang="en-US" baseline="0" dirty="0" err="1" smtClean="0"/>
              <a:t>sổ</a:t>
            </a:r>
            <a:r>
              <a:rPr lang="en-US" baseline="0" dirty="0" smtClean="0"/>
              <a:t> </a:t>
            </a:r>
            <a:r>
              <a:rPr lang="en-US" baseline="0" dirty="0" err="1" smtClean="0"/>
              <a:t>theo</a:t>
            </a:r>
            <a:r>
              <a:rPr lang="en-US" baseline="0" dirty="0" smtClean="0"/>
              <a:t> </a:t>
            </a:r>
            <a:r>
              <a:rPr lang="en-US" baseline="0" dirty="0" err="1" smtClean="0"/>
              <a:t>dõi</a:t>
            </a:r>
            <a:r>
              <a:rPr lang="en-US" baseline="0" dirty="0" smtClean="0"/>
              <a:t> (issue-tracking system) </a:t>
            </a:r>
            <a:r>
              <a:rPr lang="en-US" baseline="0" dirty="0" err="1" smtClean="0"/>
              <a:t>để</a:t>
            </a:r>
            <a:r>
              <a:rPr lang="en-US" baseline="0" dirty="0" smtClean="0"/>
              <a:t> </a:t>
            </a:r>
            <a:r>
              <a:rPr lang="en-US" baseline="0" dirty="0" err="1" smtClean="0"/>
              <a:t>nhớ</a:t>
            </a:r>
            <a:r>
              <a:rPr lang="en-US" baseline="0" dirty="0" smtClean="0"/>
              <a:t> </a:t>
            </a:r>
            <a:r>
              <a:rPr lang="en-US" baseline="0" dirty="0" err="1" smtClean="0"/>
              <a:t>xử</a:t>
            </a:r>
            <a:r>
              <a:rPr lang="en-US" baseline="0" dirty="0" smtClean="0"/>
              <a:t> lý.</a:t>
            </a:r>
          </a:p>
          <a:p>
            <a:pPr marL="171450" indent="-171450">
              <a:buFontTx/>
              <a:buChar char="-"/>
            </a:pPr>
            <a:r>
              <a:rPr lang="en-US" sz="1200" dirty="0" smtClean="0"/>
              <a:t>Prioritize biz requirements accordance to which are most important to achieving the desired value: </a:t>
            </a:r>
            <a:r>
              <a:rPr lang="en-US" sz="1200" dirty="0" err="1" smtClean="0"/>
              <a:t>Xếp</a:t>
            </a:r>
            <a:r>
              <a:rPr lang="en-US" sz="1200" baseline="0" dirty="0" smtClean="0"/>
              <a:t> </a:t>
            </a:r>
            <a:r>
              <a:rPr lang="vi-VN" sz="1200" dirty="0" smtClean="0"/>
              <a:t>Ưu tiên các yêu cầu kinh doanh theo đó là quan trọng nhất để đạt được giá trị mong muốn</a:t>
            </a:r>
            <a:endParaRPr lang="en-US" sz="1200" dirty="0" smtClean="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1600" dirty="0" smtClean="0"/>
              <a:t>Natural language is prone to 2 types of ambiguity</a:t>
            </a:r>
            <a:r>
              <a:rPr lang="vi-VN" sz="1200" dirty="0" smtClean="0"/>
              <a:t>.</a:t>
            </a:r>
            <a:r>
              <a:rPr lang="en-US" sz="1200" dirty="0" smtClean="0"/>
              <a:t>: </a:t>
            </a:r>
            <a:r>
              <a:rPr lang="vi-VN" sz="1200" dirty="0" smtClean="0"/>
              <a:t>Ngôn ngữ tự nhiên dễ </a:t>
            </a:r>
            <a:r>
              <a:rPr lang="en-US" sz="1200" dirty="0" err="1" smtClean="0"/>
              <a:t>dẫn</a:t>
            </a:r>
            <a:r>
              <a:rPr lang="en-US" sz="1200" baseline="0" dirty="0" smtClean="0"/>
              <a:t> </a:t>
            </a:r>
            <a:r>
              <a:rPr lang="en-US" sz="1200" baseline="0" dirty="0" err="1" smtClean="0"/>
              <a:t>đến</a:t>
            </a:r>
            <a:r>
              <a:rPr lang="vi-VN" sz="1200" dirty="0" smtClean="0"/>
              <a:t> 2 loại mơ hồ.</a:t>
            </a:r>
            <a:endParaRPr lang="en-US" sz="1200" dirty="0" smtClean="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That’s when different people read the requirement and come up with different to each of them.:</a:t>
            </a:r>
            <a:r>
              <a:rPr lang="en-US" sz="1200" baseline="0" dirty="0" smtClean="0"/>
              <a:t> </a:t>
            </a:r>
            <a:r>
              <a:rPr lang="vi-VN" sz="1200" baseline="0" dirty="0" smtClean="0"/>
              <a:t>Điều đó khi những người khác nhau đọc yêu cầu và đưa ra khác nhau cho mỗi người trong số họ.</a:t>
            </a:r>
            <a:endParaRPr lang="en-US" sz="1600" dirty="0" smtClean="0"/>
          </a:p>
        </p:txBody>
      </p:sp>
      <p:sp>
        <p:nvSpPr>
          <p:cNvPr id="4" name="Slide Number Placeholder 3"/>
          <p:cNvSpPr>
            <a:spLocks noGrp="1"/>
          </p:cNvSpPr>
          <p:nvPr>
            <p:ph type="sldNum" sz="quarter" idx="10"/>
          </p:nvPr>
        </p:nvSpPr>
        <p:spPr/>
        <p:txBody>
          <a:bodyPr/>
          <a:lstStyle/>
          <a:p>
            <a:fld id="{D5B20067-4FE1-4F74-9DB5-0F2A79369997}" type="slidenum">
              <a:rPr lang="en-US" smtClean="0"/>
              <a:t>5</a:t>
            </a:fld>
            <a:endParaRPr lang="en-US"/>
          </a:p>
        </p:txBody>
      </p:sp>
    </p:spTree>
    <p:extLst>
      <p:ext uri="{BB962C8B-B14F-4D97-AF65-F5344CB8AC3E}">
        <p14:creationId xmlns:p14="http://schemas.microsoft.com/office/powerpoint/2010/main" val="293783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dirty="0" smtClean="0"/>
              <a:t>You can always rewrite a requirement, but you should maintain a history of changes made to each requirement, especially after they are baselined.</a:t>
            </a:r>
            <a:r>
              <a:rPr lang="en-US" sz="1200" dirty="0" smtClean="0"/>
              <a:t>:</a:t>
            </a:r>
            <a:r>
              <a:rPr lang="en-US" sz="1200" baseline="0" dirty="0" smtClean="0"/>
              <a:t> </a:t>
            </a:r>
            <a:r>
              <a:rPr lang="vi-VN" sz="1200" baseline="0" dirty="0" smtClean="0"/>
              <a:t>Bạn luôn có thể viết lại một yêu cầu, nhưng bạn nên duy trì lịch sử thay đổi được thực hiện cho từng yêu cầu, đặc biệt là sau khi chúng được đặt cơ sở.</a:t>
            </a:r>
            <a:endParaRPr lang="en-US" sz="1200" baseline="0" dirty="0" smtClean="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A traceable requirement can be linked both backward to its origin and forward to derived requirements, design elements, code that implements it, and test that verify its implementation.:</a:t>
            </a:r>
            <a:r>
              <a:rPr lang="en-US" sz="1200" baseline="0" dirty="0" smtClean="0"/>
              <a:t> </a:t>
            </a:r>
            <a:r>
              <a:rPr lang="vi-VN" sz="1200" baseline="0" dirty="0" smtClean="0"/>
              <a:t>Một yêu cầu có thể theo </a:t>
            </a:r>
            <a:r>
              <a:rPr lang="en-US" sz="1200" baseline="0" dirty="0" err="1" smtClean="0"/>
              <a:t>vết</a:t>
            </a:r>
            <a:r>
              <a:rPr lang="vi-VN" sz="1200" baseline="0" dirty="0" smtClean="0"/>
              <a:t> có thể được liên kết cả về phía </a:t>
            </a:r>
            <a:r>
              <a:rPr lang="en-US" sz="1200" baseline="0" dirty="0" err="1" smtClean="0"/>
              <a:t>trước</a:t>
            </a:r>
            <a:r>
              <a:rPr lang="vi-VN" sz="1200" baseline="0" dirty="0" smtClean="0"/>
              <a:t> với nguồn gốc của nó và </a:t>
            </a:r>
            <a:r>
              <a:rPr lang="en-US" sz="1200" baseline="0" dirty="0" err="1" smtClean="0"/>
              <a:t>phía</a:t>
            </a:r>
            <a:r>
              <a:rPr lang="en-US" sz="1200" baseline="0" dirty="0" smtClean="0"/>
              <a:t> </a:t>
            </a:r>
            <a:r>
              <a:rPr lang="en-US" sz="1200" baseline="0" dirty="0" err="1" smtClean="0"/>
              <a:t>sau</a:t>
            </a:r>
            <a:r>
              <a:rPr lang="en-US" sz="1200" baseline="0" dirty="0" smtClean="0"/>
              <a:t> </a:t>
            </a:r>
            <a:r>
              <a:rPr lang="en-US" sz="1200" baseline="0" dirty="0" err="1" smtClean="0"/>
              <a:t>để</a:t>
            </a:r>
            <a:r>
              <a:rPr lang="en-US" sz="1200" baseline="0" dirty="0" smtClean="0"/>
              <a:t> </a:t>
            </a:r>
            <a:r>
              <a:rPr lang="vi-VN" sz="1200" baseline="0" dirty="0" smtClean="0"/>
              <a:t>chuyển </a:t>
            </a:r>
            <a:r>
              <a:rPr lang="en-US" sz="1200" baseline="0" dirty="0" err="1" smtClean="0"/>
              <a:t>thànbh</a:t>
            </a:r>
            <a:r>
              <a:rPr lang="vi-VN" sz="1200" baseline="0" dirty="0" smtClean="0"/>
              <a:t> các yếu tố thiết kế, mã thực hiện nó và kiểm tra xác minh việc thực hiện của nó.</a:t>
            </a:r>
            <a:endParaRPr lang="en-US" dirty="0" smtClean="0"/>
          </a:p>
        </p:txBody>
      </p:sp>
      <p:sp>
        <p:nvSpPr>
          <p:cNvPr id="4" name="Slide Number Placeholder 3"/>
          <p:cNvSpPr>
            <a:spLocks noGrp="1"/>
          </p:cNvSpPr>
          <p:nvPr>
            <p:ph type="sldNum" sz="quarter" idx="10"/>
          </p:nvPr>
        </p:nvSpPr>
        <p:spPr/>
        <p:txBody>
          <a:bodyPr/>
          <a:lstStyle/>
          <a:p>
            <a:fld id="{D5B20067-4FE1-4F74-9DB5-0F2A79369997}" type="slidenum">
              <a:rPr lang="en-US" smtClean="0"/>
              <a:t>6</a:t>
            </a:fld>
            <a:endParaRPr lang="en-US"/>
          </a:p>
        </p:txBody>
      </p:sp>
    </p:spTree>
    <p:extLst>
      <p:ext uri="{BB962C8B-B14F-4D97-AF65-F5344CB8AC3E}">
        <p14:creationId xmlns:p14="http://schemas.microsoft.com/office/powerpoint/2010/main" val="2006902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VD </a:t>
            </a:r>
            <a:r>
              <a:rPr lang="en-US" dirty="0" err="1" smtClean="0"/>
              <a:t>cho</a:t>
            </a:r>
            <a:r>
              <a:rPr lang="en-US" dirty="0" smtClean="0"/>
              <a:t> individual requirements:</a:t>
            </a:r>
          </a:p>
          <a:p>
            <a:pPr marL="0" indent="0">
              <a:buFontTx/>
              <a:buNone/>
            </a:pPr>
            <a:r>
              <a:rPr lang="en-US" dirty="0" smtClean="0"/>
              <a:t>The Buyer's credit card on file shall be charged for payment, unless the credit card has expired. </a:t>
            </a:r>
            <a:r>
              <a:rPr lang="vi-VN" dirty="0" smtClean="0"/>
              <a:t>Thẻ tín dụng của Người mua trong hồ sơ sẽ bị tính phí thanh toán, trừ khi thẻ tín dụng đã hết hạn.</a:t>
            </a:r>
            <a:endParaRPr lang="en-US" dirty="0" smtClean="0"/>
          </a:p>
          <a:p>
            <a:pPr marL="0" indent="0">
              <a:buFontTx/>
              <a:buNone/>
            </a:pPr>
            <a:endParaRPr lang="en-US" dirty="0" smtClean="0"/>
          </a:p>
          <a:p>
            <a:pPr marL="0" indent="0">
              <a:buFontTx/>
              <a:buNone/>
            </a:pPr>
            <a:r>
              <a:rPr lang="en-US" dirty="0" err="1" smtClean="0"/>
              <a:t>Chuyển</a:t>
            </a:r>
            <a:r>
              <a:rPr lang="en-US" baseline="0" dirty="0" smtClean="0"/>
              <a:t> </a:t>
            </a:r>
            <a:r>
              <a:rPr lang="en-US" baseline="0" dirty="0" err="1" smtClean="0"/>
              <a:t>thành</a:t>
            </a:r>
            <a:r>
              <a:rPr lang="en-US" baseline="0" dirty="0" smtClean="0"/>
              <a:t> 2 requirement </a:t>
            </a:r>
            <a:r>
              <a:rPr lang="en-US" baseline="0" dirty="0" err="1" smtClean="0"/>
              <a:t>đơn</a:t>
            </a:r>
            <a:r>
              <a:rPr lang="en-US" baseline="0" dirty="0" smtClean="0"/>
              <a:t>:</a:t>
            </a:r>
          </a:p>
          <a:p>
            <a:pPr marL="0" indent="0">
              <a:buFontTx/>
              <a:buNone/>
            </a:pPr>
            <a:r>
              <a:rPr lang="en-US" dirty="0" smtClean="0"/>
              <a:t>If the Buyer's credit card on file is active, the system shall charge the  payment to this card. </a:t>
            </a:r>
            <a:r>
              <a:rPr lang="vi-VN" dirty="0" smtClean="0"/>
              <a:t>Nếu thẻ tín dụng của Người mua trong hồ sơ đang hoạt động, hệ thống sẽ tính phí thanh toán cho thẻ này.</a:t>
            </a:r>
            <a:endParaRPr lang="en-US" dirty="0" smtClean="0"/>
          </a:p>
          <a:p>
            <a:pPr marL="0" indent="0">
              <a:buFontTx/>
              <a:buNone/>
            </a:pPr>
            <a:endParaRPr lang="en-US" dirty="0" smtClean="0"/>
          </a:p>
          <a:p>
            <a:pPr marL="0" indent="0">
              <a:buFontTx/>
              <a:buNone/>
            </a:pPr>
            <a:r>
              <a:rPr lang="en-US" dirty="0" err="1" smtClean="0"/>
              <a:t>Và</a:t>
            </a:r>
            <a:endParaRPr lang="en-US" baseline="0" dirty="0" smtClean="0"/>
          </a:p>
          <a:p>
            <a:pPr marL="0" indent="0">
              <a:buFontTx/>
              <a:buNone/>
            </a:pPr>
            <a:r>
              <a:rPr lang="en-US" dirty="0" smtClean="0"/>
              <a:t>If the Buyer's credit card on file has expired, the system shall allow the Buyer to either update the current credit card information or enter a new credit card for payment.: </a:t>
            </a:r>
            <a:r>
              <a:rPr lang="vi-VN" dirty="0" smtClean="0"/>
              <a:t>Nếu thẻ tín dụng của Người mua trong hồ sơ đã hết hạn, hệ thống sẽ cho phép Người mua cập nhật thông tin thẻ tín dụng hiện tại hoặc nhập thẻ tín dụng mới để thanh toán.</a:t>
            </a:r>
            <a:endParaRPr lang="en-US" dirty="0" smtClean="0"/>
          </a:p>
        </p:txBody>
      </p:sp>
      <p:sp>
        <p:nvSpPr>
          <p:cNvPr id="4" name="Slide Number Placeholder 3"/>
          <p:cNvSpPr>
            <a:spLocks noGrp="1"/>
          </p:cNvSpPr>
          <p:nvPr>
            <p:ph type="sldNum" sz="quarter" idx="10"/>
          </p:nvPr>
        </p:nvSpPr>
        <p:spPr/>
        <p:txBody>
          <a:bodyPr/>
          <a:lstStyle/>
          <a:p>
            <a:fld id="{D5B20067-4FE1-4F74-9DB5-0F2A79369997}" type="slidenum">
              <a:rPr lang="en-US" smtClean="0"/>
              <a:t>7</a:t>
            </a:fld>
            <a:endParaRPr lang="en-US"/>
          </a:p>
        </p:txBody>
      </p:sp>
    </p:spTree>
    <p:extLst>
      <p:ext uri="{BB962C8B-B14F-4D97-AF65-F5344CB8AC3E}">
        <p14:creationId xmlns:p14="http://schemas.microsoft.com/office/powerpoint/2010/main" val="3609957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VD </a:t>
            </a:r>
            <a:r>
              <a:rPr lang="en-US" dirty="0" err="1" smtClean="0"/>
              <a:t>cho</a:t>
            </a:r>
            <a:r>
              <a:rPr lang="en-US" dirty="0" smtClean="0"/>
              <a:t> individual requirements:</a:t>
            </a:r>
          </a:p>
          <a:p>
            <a:pPr marL="0" indent="0">
              <a:buFontTx/>
              <a:buNone/>
            </a:pPr>
            <a:r>
              <a:rPr lang="en-US" dirty="0" smtClean="0"/>
              <a:t>The Buyer's credit card on file shall be charged for payment, unless the credit card has expired. </a:t>
            </a:r>
            <a:r>
              <a:rPr lang="vi-VN" dirty="0" smtClean="0"/>
              <a:t>Thẻ tín dụng của Người mua trong hồ sơ sẽ bị tính phí thanh toán, trừ khi thẻ tín dụng đã hết hạn.</a:t>
            </a:r>
            <a:endParaRPr lang="en-US" dirty="0" smtClean="0"/>
          </a:p>
          <a:p>
            <a:pPr marL="0" indent="0">
              <a:buFontTx/>
              <a:buNone/>
            </a:pPr>
            <a:endParaRPr lang="en-US" dirty="0" smtClean="0"/>
          </a:p>
          <a:p>
            <a:pPr marL="0" indent="0">
              <a:buFontTx/>
              <a:buNone/>
            </a:pPr>
            <a:r>
              <a:rPr lang="en-US" dirty="0" err="1" smtClean="0"/>
              <a:t>Chuyển</a:t>
            </a:r>
            <a:r>
              <a:rPr lang="en-US" baseline="0" dirty="0" smtClean="0"/>
              <a:t> </a:t>
            </a:r>
            <a:r>
              <a:rPr lang="en-US" baseline="0" dirty="0" err="1" smtClean="0"/>
              <a:t>thành</a:t>
            </a:r>
            <a:r>
              <a:rPr lang="en-US" baseline="0" dirty="0" smtClean="0"/>
              <a:t> 2 requirement </a:t>
            </a:r>
            <a:r>
              <a:rPr lang="en-US" baseline="0" dirty="0" err="1" smtClean="0"/>
              <a:t>đơn</a:t>
            </a:r>
            <a:r>
              <a:rPr lang="en-US" baseline="0" dirty="0" smtClean="0"/>
              <a:t>:</a:t>
            </a:r>
          </a:p>
          <a:p>
            <a:pPr marL="0" indent="0">
              <a:buFontTx/>
              <a:buNone/>
            </a:pPr>
            <a:r>
              <a:rPr lang="en-US" dirty="0" smtClean="0"/>
              <a:t>If the Buyer's credit card on file is active, the system shall charge the  payment to this card. </a:t>
            </a:r>
            <a:r>
              <a:rPr lang="vi-VN" dirty="0" smtClean="0"/>
              <a:t>Nếu thẻ tín dụng của Người mua trong hồ sơ đang hoạt động, hệ thống sẽ tính phí thanh toán cho thẻ này.</a:t>
            </a:r>
            <a:endParaRPr lang="en-US" dirty="0" smtClean="0"/>
          </a:p>
          <a:p>
            <a:pPr marL="0" indent="0">
              <a:buFontTx/>
              <a:buNone/>
            </a:pPr>
            <a:endParaRPr lang="en-US" dirty="0" smtClean="0"/>
          </a:p>
          <a:p>
            <a:pPr marL="0" indent="0">
              <a:buFontTx/>
              <a:buNone/>
            </a:pPr>
            <a:r>
              <a:rPr lang="en-US" dirty="0" err="1" smtClean="0"/>
              <a:t>Và</a:t>
            </a:r>
            <a:endParaRPr lang="en-US" baseline="0" dirty="0" smtClean="0"/>
          </a:p>
          <a:p>
            <a:pPr marL="0" indent="0">
              <a:buFontTx/>
              <a:buNone/>
            </a:pPr>
            <a:r>
              <a:rPr lang="en-US" dirty="0" smtClean="0"/>
              <a:t>If the Buyer's credit card on file has expired, the system shall allow the Buyer to either update the current credit card information or enter a new credit card for payment.: </a:t>
            </a:r>
            <a:r>
              <a:rPr lang="vi-VN" dirty="0" smtClean="0"/>
              <a:t>Nếu thẻ tín dụng của Người mua trong hồ sơ đã hết hạn, hệ thống sẽ cho phép Người mua cập nhật thông tin thẻ tín dụng hiện tại hoặc nhập thẻ tín dụng mới để thanh toán.</a:t>
            </a:r>
            <a:endParaRPr lang="en-US" dirty="0" smtClean="0"/>
          </a:p>
        </p:txBody>
      </p:sp>
      <p:sp>
        <p:nvSpPr>
          <p:cNvPr id="4" name="Slide Number Placeholder 3"/>
          <p:cNvSpPr>
            <a:spLocks noGrp="1"/>
          </p:cNvSpPr>
          <p:nvPr>
            <p:ph type="sldNum" sz="quarter" idx="10"/>
          </p:nvPr>
        </p:nvSpPr>
        <p:spPr/>
        <p:txBody>
          <a:bodyPr/>
          <a:lstStyle/>
          <a:p>
            <a:fld id="{D5B20067-4FE1-4F74-9DB5-0F2A79369997}" type="slidenum">
              <a:rPr lang="en-US" smtClean="0"/>
              <a:t>8</a:t>
            </a:fld>
            <a:endParaRPr lang="en-US"/>
          </a:p>
        </p:txBody>
      </p:sp>
    </p:spTree>
    <p:extLst>
      <p:ext uri="{BB962C8B-B14F-4D97-AF65-F5344CB8AC3E}">
        <p14:creationId xmlns:p14="http://schemas.microsoft.com/office/powerpoint/2010/main" val="184834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An important part of requirement analysis is to decompose a high-level requirement into sufficient detail to clarify it and flesh it out.:</a:t>
            </a:r>
            <a:r>
              <a:rPr lang="en-US" baseline="0" dirty="0" smtClean="0"/>
              <a:t> </a:t>
            </a:r>
            <a:r>
              <a:rPr lang="en-US" baseline="0" dirty="0" err="1" smtClean="0"/>
              <a:t>Một</a:t>
            </a:r>
            <a:r>
              <a:rPr lang="en-US" baseline="0" dirty="0" smtClean="0"/>
              <a:t> </a:t>
            </a:r>
            <a:r>
              <a:rPr lang="en-US" baseline="0" dirty="0" err="1" smtClean="0"/>
              <a:t>phần</a:t>
            </a:r>
            <a:r>
              <a:rPr lang="en-US" baseline="0" dirty="0" smtClean="0"/>
              <a:t> </a:t>
            </a:r>
            <a:r>
              <a:rPr lang="en-US" baseline="0" dirty="0" err="1" smtClean="0"/>
              <a:t>quan</a:t>
            </a:r>
            <a:r>
              <a:rPr lang="en-US" baseline="0" dirty="0" smtClean="0"/>
              <a:t> </a:t>
            </a:r>
            <a:r>
              <a:rPr lang="en-US" baseline="0" dirty="0" err="1" smtClean="0"/>
              <a:t>trọng</a:t>
            </a:r>
            <a:r>
              <a:rPr lang="en-US" baseline="0" dirty="0" smtClean="0"/>
              <a:t> </a:t>
            </a:r>
            <a:r>
              <a:rPr lang="en-US" baseline="0" dirty="0" err="1" smtClean="0"/>
              <a:t>của</a:t>
            </a:r>
            <a:r>
              <a:rPr lang="en-US" baseline="0" dirty="0" smtClean="0"/>
              <a:t> </a:t>
            </a:r>
            <a:r>
              <a:rPr lang="en-US" baseline="0" dirty="0" err="1" smtClean="0"/>
              <a:t>phân</a:t>
            </a:r>
            <a:r>
              <a:rPr lang="en-US" baseline="0" dirty="0" smtClean="0"/>
              <a:t> </a:t>
            </a:r>
            <a:r>
              <a:rPr lang="en-US" baseline="0" dirty="0" err="1" smtClean="0"/>
              <a:t>tích</a:t>
            </a:r>
            <a:r>
              <a:rPr lang="en-US" baseline="0" dirty="0" smtClean="0"/>
              <a:t> </a:t>
            </a:r>
            <a:r>
              <a:rPr lang="en-US" baseline="0" dirty="0" err="1" smtClean="0"/>
              <a:t>yêu</a:t>
            </a:r>
            <a:r>
              <a:rPr lang="en-US" baseline="0" dirty="0" smtClean="0"/>
              <a:t> </a:t>
            </a:r>
            <a:r>
              <a:rPr lang="en-US" baseline="0" dirty="0" err="1" smtClean="0"/>
              <a:t>cầu</a:t>
            </a:r>
            <a:r>
              <a:rPr lang="en-US" baseline="0" dirty="0" smtClean="0"/>
              <a:t> </a:t>
            </a:r>
            <a:r>
              <a:rPr lang="en-US" baseline="0" dirty="0" err="1" smtClean="0"/>
              <a:t>là</a:t>
            </a:r>
            <a:r>
              <a:rPr lang="en-US" baseline="0" dirty="0" smtClean="0"/>
              <a:t> </a:t>
            </a:r>
            <a:r>
              <a:rPr lang="en-US" baseline="0" dirty="0" err="1" smtClean="0"/>
              <a:t>phân</a:t>
            </a:r>
            <a:r>
              <a:rPr lang="en-US" baseline="0" dirty="0" smtClean="0"/>
              <a:t> </a:t>
            </a:r>
            <a:r>
              <a:rPr lang="en-US" baseline="0" dirty="0" err="1" smtClean="0"/>
              <a:t>tách</a:t>
            </a:r>
            <a:r>
              <a:rPr lang="en-US" baseline="0" dirty="0" smtClean="0"/>
              <a:t> </a:t>
            </a:r>
            <a:r>
              <a:rPr lang="en-US" baseline="0" dirty="0" err="1" smtClean="0"/>
              <a:t>một</a:t>
            </a:r>
            <a:r>
              <a:rPr lang="en-US" baseline="0" dirty="0" smtClean="0"/>
              <a:t> </a:t>
            </a:r>
            <a:r>
              <a:rPr lang="en-US" baseline="0" dirty="0" err="1" smtClean="0"/>
              <a:t>yêu</a:t>
            </a:r>
            <a:r>
              <a:rPr lang="en-US" baseline="0" dirty="0" smtClean="0"/>
              <a:t> </a:t>
            </a:r>
            <a:r>
              <a:rPr lang="en-US" baseline="0" dirty="0" err="1" smtClean="0"/>
              <a:t>cầu</a:t>
            </a:r>
            <a:r>
              <a:rPr lang="en-US" baseline="0" dirty="0" smtClean="0"/>
              <a:t> </a:t>
            </a:r>
            <a:r>
              <a:rPr lang="en-US" baseline="0" dirty="0" err="1" smtClean="0"/>
              <a:t>cấp</a:t>
            </a:r>
            <a:r>
              <a:rPr lang="en-US" baseline="0" dirty="0" smtClean="0"/>
              <a:t> </a:t>
            </a:r>
            <a:r>
              <a:rPr lang="en-US" baseline="0" dirty="0" err="1" smtClean="0"/>
              <a:t>cao</a:t>
            </a:r>
            <a:r>
              <a:rPr lang="en-US" baseline="0" dirty="0" smtClean="0"/>
              <a:t> </a:t>
            </a:r>
            <a:r>
              <a:rPr lang="en-US" baseline="0" dirty="0" err="1" smtClean="0"/>
              <a:t>thành</a:t>
            </a:r>
            <a:r>
              <a:rPr lang="en-US" baseline="0" dirty="0" smtClean="0"/>
              <a:t> </a:t>
            </a:r>
            <a:r>
              <a:rPr lang="en-US" baseline="0" dirty="0" err="1" smtClean="0"/>
              <a:t>đủ</a:t>
            </a:r>
            <a:r>
              <a:rPr lang="en-US" baseline="0" dirty="0" smtClean="0"/>
              <a:t> chi </a:t>
            </a:r>
            <a:r>
              <a:rPr lang="en-US" baseline="0" dirty="0" err="1" smtClean="0"/>
              <a:t>tiết</a:t>
            </a:r>
            <a:r>
              <a:rPr lang="en-US" baseline="0" dirty="0" smtClean="0"/>
              <a:t> </a:t>
            </a:r>
            <a:r>
              <a:rPr lang="en-US" baseline="0" dirty="0" err="1" smtClean="0"/>
              <a:t>để</a:t>
            </a:r>
            <a:r>
              <a:rPr lang="en-US" baseline="0" dirty="0" smtClean="0"/>
              <a:t> </a:t>
            </a:r>
            <a:r>
              <a:rPr lang="en-US" baseline="0" dirty="0" err="1" smtClean="0"/>
              <a:t>làm</a:t>
            </a:r>
            <a:r>
              <a:rPr lang="en-US" baseline="0" dirty="0" smtClean="0"/>
              <a:t> </a:t>
            </a:r>
            <a:r>
              <a:rPr lang="en-US" baseline="0" dirty="0" err="1" smtClean="0"/>
              <a:t>rõ</a:t>
            </a:r>
            <a:r>
              <a:rPr lang="en-US" baseline="0" dirty="0" smtClean="0"/>
              <a:t> </a:t>
            </a:r>
            <a:r>
              <a:rPr lang="en-US" baseline="0" dirty="0" err="1" smtClean="0"/>
              <a:t>và</a:t>
            </a:r>
            <a:r>
              <a:rPr lang="en-US" baseline="0" dirty="0" smtClean="0"/>
              <a:t> </a:t>
            </a:r>
            <a:r>
              <a:rPr lang="en-US" baseline="0" dirty="0" err="1" smtClean="0"/>
              <a:t>giải</a:t>
            </a:r>
            <a:r>
              <a:rPr lang="en-US" baseline="0" dirty="0" smtClean="0"/>
              <a:t> </a:t>
            </a:r>
            <a:r>
              <a:rPr lang="en-US" baseline="0" dirty="0" err="1" smtClean="0"/>
              <a:t>quyết</a:t>
            </a:r>
            <a:r>
              <a:rPr lang="en-US" baseline="0" dirty="0" smtClean="0"/>
              <a:t> </a:t>
            </a:r>
            <a:r>
              <a:rPr lang="en-US" baseline="0" dirty="0" err="1" smtClean="0"/>
              <a:t>nó</a:t>
            </a:r>
            <a:r>
              <a:rPr lang="en-US" baseline="0" dirty="0" smtClean="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The count of testable requirements has even been proposed as a metric for software product size.: </a:t>
            </a:r>
            <a:r>
              <a:rPr lang="vi-VN" dirty="0" smtClean="0"/>
              <a:t>Số lượng các yêu cầu kiểm t</a:t>
            </a:r>
            <a:r>
              <a:rPr lang="en-US" dirty="0" err="1" smtClean="0"/>
              <a:t>hử</a:t>
            </a:r>
            <a:r>
              <a:rPr lang="en-US" baseline="0" dirty="0" smtClean="0"/>
              <a:t> </a:t>
            </a:r>
            <a:r>
              <a:rPr lang="vi-VN" dirty="0" smtClean="0"/>
              <a:t> thậm chí đã được đề xuất như một thước đo cho kích thước sản phẩm phần mềm.</a:t>
            </a:r>
            <a:endParaRPr lang="en-US" dirty="0" smtClean="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If you can think of a small number of related test cases to verify that a requirement was correctly implemented, it's probably at an appropriate granularity.: </a:t>
            </a:r>
            <a:r>
              <a:rPr lang="vi-VN" dirty="0" smtClean="0"/>
              <a:t>Nếu bạn có thể nghĩ ra một số lượng nhỏ các trường hợp </a:t>
            </a:r>
            <a:r>
              <a:rPr lang="en-US" dirty="0" err="1" smtClean="0"/>
              <a:t>kiểm</a:t>
            </a:r>
            <a:r>
              <a:rPr lang="en-US" baseline="0" dirty="0" smtClean="0"/>
              <a:t> </a:t>
            </a:r>
            <a:r>
              <a:rPr lang="vi-VN" dirty="0" smtClean="0"/>
              <a:t>thử liên quan để xác minh rằng một yêu cầu đã được thực hiện chính xác, thì đó có thể là ở mức độ chi tiết phù hợp.</a:t>
            </a:r>
            <a:endParaRPr lang="en-US" dirty="0" smtClean="0"/>
          </a:p>
        </p:txBody>
      </p:sp>
      <p:sp>
        <p:nvSpPr>
          <p:cNvPr id="4" name="Slide Number Placeholder 3"/>
          <p:cNvSpPr>
            <a:spLocks noGrp="1"/>
          </p:cNvSpPr>
          <p:nvPr>
            <p:ph type="sldNum" sz="quarter" idx="10"/>
          </p:nvPr>
        </p:nvSpPr>
        <p:spPr/>
        <p:txBody>
          <a:bodyPr/>
          <a:lstStyle/>
          <a:p>
            <a:fld id="{D5B20067-4FE1-4F74-9DB5-0F2A79369997}" type="slidenum">
              <a:rPr lang="en-US" smtClean="0"/>
              <a:t>9</a:t>
            </a:fld>
            <a:endParaRPr lang="en-US"/>
          </a:p>
        </p:txBody>
      </p:sp>
    </p:spTree>
    <p:extLst>
      <p:ext uri="{BB962C8B-B14F-4D97-AF65-F5344CB8AC3E}">
        <p14:creationId xmlns:p14="http://schemas.microsoft.com/office/powerpoint/2010/main" val="4223057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1" indent="-171450" algn="l" defTabSz="914400" rtl="0" eaLnBrk="1" fontAlgn="auto" latinLnBrk="0" hangingPunct="1">
              <a:lnSpc>
                <a:spcPct val="100000"/>
              </a:lnSpc>
              <a:spcBef>
                <a:spcPts val="0"/>
              </a:spcBef>
              <a:spcAft>
                <a:spcPts val="0"/>
              </a:spcAft>
              <a:buClrTx/>
              <a:buSzTx/>
              <a:buFontTx/>
              <a:buChar char="-"/>
              <a:tabLst/>
              <a:defRPr/>
            </a:pPr>
            <a:endParaRPr lang="en-US" dirty="0" smtClean="0"/>
          </a:p>
        </p:txBody>
      </p:sp>
      <p:sp>
        <p:nvSpPr>
          <p:cNvPr id="4" name="Slide Number Placeholder 3"/>
          <p:cNvSpPr>
            <a:spLocks noGrp="1"/>
          </p:cNvSpPr>
          <p:nvPr>
            <p:ph type="sldNum" sz="quarter" idx="10"/>
          </p:nvPr>
        </p:nvSpPr>
        <p:spPr/>
        <p:txBody>
          <a:bodyPr/>
          <a:lstStyle/>
          <a:p>
            <a:fld id="{D5B20067-4FE1-4F74-9DB5-0F2A79369997}" type="slidenum">
              <a:rPr lang="en-US" smtClean="0"/>
              <a:t>10</a:t>
            </a:fld>
            <a:endParaRPr lang="en-US"/>
          </a:p>
        </p:txBody>
      </p:sp>
    </p:spTree>
    <p:extLst>
      <p:ext uri="{BB962C8B-B14F-4D97-AF65-F5344CB8AC3E}">
        <p14:creationId xmlns:p14="http://schemas.microsoft.com/office/powerpoint/2010/main" val="3656379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2" indent="-285750" algn="l" defTabSz="914400" rtl="0" eaLnBrk="1" fontAlgn="auto" latinLnBrk="0" hangingPunct="1">
              <a:lnSpc>
                <a:spcPct val="100000"/>
              </a:lnSpc>
              <a:spcBef>
                <a:spcPts val="0"/>
              </a:spcBef>
              <a:spcAft>
                <a:spcPts val="0"/>
              </a:spcAft>
              <a:buClrTx/>
              <a:buSzTx/>
              <a:buFontTx/>
              <a:buChar char="-"/>
              <a:tabLst/>
              <a:defRPr/>
            </a:pPr>
            <a:r>
              <a:rPr lang="en-US" sz="1600" i="1" dirty="0" smtClean="0"/>
              <a:t>The system shall provide automated information collection of license key data for a mass release from the Delivery/Fulfillment Team.</a:t>
            </a:r>
            <a:r>
              <a:rPr lang="en-US" sz="1200" i="0" dirty="0" smtClean="0"/>
              <a:t>:</a:t>
            </a:r>
            <a:r>
              <a:rPr lang="en-US" sz="1200" i="0" baseline="0" dirty="0" smtClean="0"/>
              <a:t> </a:t>
            </a:r>
            <a:r>
              <a:rPr lang="en-US" sz="1200" i="0" baseline="0" dirty="0" err="1" smtClean="0"/>
              <a:t>Hệ</a:t>
            </a:r>
            <a:r>
              <a:rPr lang="en-US" sz="1200" i="0" baseline="0" dirty="0" smtClean="0"/>
              <a:t> </a:t>
            </a:r>
            <a:r>
              <a:rPr lang="en-US" sz="1200" i="0" baseline="0" dirty="0" err="1" smtClean="0"/>
              <a:t>thống</a:t>
            </a:r>
            <a:r>
              <a:rPr lang="en-US" sz="1200" i="0" baseline="0" dirty="0" smtClean="0"/>
              <a:t> </a:t>
            </a:r>
            <a:r>
              <a:rPr lang="en-US" sz="1200" i="0" baseline="0" dirty="0" err="1" smtClean="0"/>
              <a:t>sẽ</a:t>
            </a:r>
            <a:r>
              <a:rPr lang="en-US" sz="1200" i="0" baseline="0" dirty="0" smtClean="0"/>
              <a:t> </a:t>
            </a:r>
            <a:r>
              <a:rPr lang="en-US" sz="1200" i="0" baseline="0" dirty="0" err="1" smtClean="0"/>
              <a:t>cung</a:t>
            </a:r>
            <a:r>
              <a:rPr lang="en-US" sz="1200" i="0" baseline="0" dirty="0" smtClean="0"/>
              <a:t> </a:t>
            </a:r>
            <a:r>
              <a:rPr lang="en-US" sz="1200" i="0" baseline="0" dirty="0" err="1" smtClean="0"/>
              <a:t>cấp</a:t>
            </a:r>
            <a:r>
              <a:rPr lang="en-US" sz="1200" i="0" baseline="0" dirty="0" smtClean="0"/>
              <a:t> </a:t>
            </a:r>
            <a:r>
              <a:rPr lang="en-US" sz="1200" i="0" baseline="0" dirty="0" err="1" smtClean="0"/>
              <a:t>việc</a:t>
            </a:r>
            <a:r>
              <a:rPr lang="en-US" sz="1200" i="0" baseline="0" dirty="0" smtClean="0"/>
              <a:t> </a:t>
            </a:r>
            <a:r>
              <a:rPr lang="en-US" sz="1200" i="0" baseline="0" dirty="0" err="1" smtClean="0"/>
              <a:t>thu</a:t>
            </a:r>
            <a:r>
              <a:rPr lang="en-US" sz="1200" i="0" baseline="0" dirty="0" smtClean="0"/>
              <a:t> </a:t>
            </a:r>
            <a:r>
              <a:rPr lang="en-US" sz="1200" i="0" baseline="0" dirty="0" err="1" smtClean="0"/>
              <a:t>thập</a:t>
            </a:r>
            <a:r>
              <a:rPr lang="en-US" sz="1200" i="0" baseline="0" dirty="0" smtClean="0"/>
              <a:t> </a:t>
            </a:r>
            <a:r>
              <a:rPr lang="en-US" sz="1200" i="0" baseline="0" dirty="0" err="1" smtClean="0"/>
              <a:t>thông</a:t>
            </a:r>
            <a:r>
              <a:rPr lang="en-US" sz="1200" i="0" baseline="0" dirty="0" smtClean="0"/>
              <a:t> tin </a:t>
            </a:r>
            <a:r>
              <a:rPr lang="en-US" sz="1200" i="0" baseline="0" dirty="0" err="1" smtClean="0"/>
              <a:t>tự</a:t>
            </a:r>
            <a:r>
              <a:rPr lang="en-US" sz="1200" i="0" baseline="0" dirty="0" smtClean="0"/>
              <a:t> </a:t>
            </a:r>
            <a:r>
              <a:rPr lang="en-US" sz="1200" i="0" baseline="0" dirty="0" err="1" smtClean="0"/>
              <a:t>động</a:t>
            </a:r>
            <a:r>
              <a:rPr lang="en-US" sz="1200" i="0" baseline="0" dirty="0" smtClean="0"/>
              <a:t> </a:t>
            </a:r>
            <a:r>
              <a:rPr lang="en-US" sz="1200" i="0" baseline="0" dirty="0" err="1" smtClean="0"/>
              <a:t>của</a:t>
            </a:r>
            <a:r>
              <a:rPr lang="en-US" sz="1200" i="0" baseline="0" dirty="0" smtClean="0"/>
              <a:t> </a:t>
            </a:r>
            <a:r>
              <a:rPr lang="en-US" sz="1200" i="0" baseline="0" dirty="0" err="1" smtClean="0"/>
              <a:t>dữ</a:t>
            </a:r>
            <a:r>
              <a:rPr lang="en-US" sz="1200" i="0" baseline="0" dirty="0" smtClean="0"/>
              <a:t> </a:t>
            </a:r>
            <a:r>
              <a:rPr lang="en-US" sz="1200" i="0" baseline="0" dirty="0" err="1" smtClean="0"/>
              <a:t>liệu</a:t>
            </a:r>
            <a:r>
              <a:rPr lang="en-US" sz="1200" i="0" baseline="0" dirty="0" smtClean="0"/>
              <a:t> </a:t>
            </a:r>
            <a:r>
              <a:rPr lang="en-US" sz="1200" i="0" baseline="0" dirty="0" err="1" smtClean="0"/>
              <a:t>khóa</a:t>
            </a:r>
            <a:r>
              <a:rPr lang="en-US" sz="1200" i="0" baseline="0" dirty="0" smtClean="0"/>
              <a:t> </a:t>
            </a:r>
            <a:r>
              <a:rPr lang="en-US" sz="1200" i="0" baseline="0" dirty="0" err="1" smtClean="0"/>
              <a:t>giấy</a:t>
            </a:r>
            <a:r>
              <a:rPr lang="en-US" sz="1200" i="0" baseline="0" dirty="0" smtClean="0"/>
              <a:t> </a:t>
            </a:r>
            <a:r>
              <a:rPr lang="en-US" sz="1200" i="0" baseline="0" dirty="0" err="1" smtClean="0"/>
              <a:t>phép</a:t>
            </a:r>
            <a:r>
              <a:rPr lang="en-US" sz="1200" i="0" baseline="0" dirty="0" smtClean="0"/>
              <a:t> </a:t>
            </a:r>
            <a:r>
              <a:rPr lang="en-US" sz="1200" i="0" baseline="0" dirty="0" err="1" smtClean="0"/>
              <a:t>để</a:t>
            </a:r>
            <a:r>
              <a:rPr lang="en-US" sz="1200" i="0" baseline="0" dirty="0" smtClean="0"/>
              <a:t> </a:t>
            </a:r>
            <a:r>
              <a:rPr lang="en-US" sz="1200" i="0" baseline="0" dirty="0" err="1" smtClean="0"/>
              <a:t>phát</a:t>
            </a:r>
            <a:r>
              <a:rPr lang="en-US" sz="1200" i="0" baseline="0" dirty="0" smtClean="0"/>
              <a:t> </a:t>
            </a:r>
            <a:r>
              <a:rPr lang="en-US" sz="1200" i="0" baseline="0" dirty="0" err="1" smtClean="0"/>
              <a:t>hành</a:t>
            </a:r>
            <a:r>
              <a:rPr lang="en-US" sz="1200" i="0" baseline="0" dirty="0" smtClean="0"/>
              <a:t> </a:t>
            </a:r>
            <a:r>
              <a:rPr lang="en-US" sz="1200" i="0" baseline="0" dirty="0" err="1" smtClean="0"/>
              <a:t>hàng</a:t>
            </a:r>
            <a:r>
              <a:rPr lang="en-US" sz="1200" i="0" baseline="0" dirty="0" smtClean="0"/>
              <a:t> </a:t>
            </a:r>
            <a:r>
              <a:rPr lang="en-US" sz="1200" i="0" baseline="0" dirty="0" err="1" smtClean="0"/>
              <a:t>loạt</a:t>
            </a:r>
            <a:r>
              <a:rPr lang="en-US" sz="1200" i="0" baseline="0" dirty="0" smtClean="0"/>
              <a:t> </a:t>
            </a:r>
            <a:r>
              <a:rPr lang="en-US" sz="1200" i="0" baseline="0" dirty="0" err="1" smtClean="0"/>
              <a:t>từ</a:t>
            </a:r>
            <a:r>
              <a:rPr lang="en-US" sz="1200" i="0" baseline="0" dirty="0" smtClean="0"/>
              <a:t> </a:t>
            </a:r>
            <a:r>
              <a:rPr lang="en-US" sz="1200" i="0" baseline="0" dirty="0" err="1" smtClean="0"/>
              <a:t>Nhóm</a:t>
            </a:r>
            <a:r>
              <a:rPr lang="en-US" sz="1200" i="0" baseline="0" dirty="0" smtClean="0"/>
              <a:t> </a:t>
            </a:r>
            <a:r>
              <a:rPr lang="en-US" sz="1200" i="0" baseline="0" dirty="0" err="1" smtClean="0"/>
              <a:t>Giao</a:t>
            </a:r>
            <a:r>
              <a:rPr lang="en-US" sz="1200" i="0" baseline="0" dirty="0" smtClean="0"/>
              <a:t> </a:t>
            </a:r>
            <a:r>
              <a:rPr lang="en-US" sz="1200" i="0" baseline="0" dirty="0" err="1" smtClean="0"/>
              <a:t>hàng</a:t>
            </a:r>
            <a:r>
              <a:rPr lang="en-US" sz="1200" i="0" baseline="0" dirty="0" smtClean="0"/>
              <a:t> / Hoàn </a:t>
            </a:r>
            <a:r>
              <a:rPr lang="en-US" sz="1200" i="0" baseline="0" dirty="0" err="1" smtClean="0"/>
              <a:t>thành</a:t>
            </a:r>
            <a:r>
              <a:rPr lang="en-US" sz="1200" i="0" baseline="0" dirty="0" smtClean="0"/>
              <a:t>.</a:t>
            </a:r>
          </a:p>
          <a:p>
            <a:pPr marL="285750" marR="0" lvl="2" indent="-285750" algn="l" defTabSz="914400" rtl="0" eaLnBrk="1" fontAlgn="auto" latinLnBrk="0" hangingPunct="1">
              <a:lnSpc>
                <a:spcPct val="100000"/>
              </a:lnSpc>
              <a:spcBef>
                <a:spcPts val="0"/>
              </a:spcBef>
              <a:spcAft>
                <a:spcPts val="0"/>
              </a:spcAft>
              <a:buClrTx/>
              <a:buSzTx/>
              <a:buFontTx/>
              <a:buChar char="-"/>
              <a:tabLst/>
              <a:defRPr/>
            </a:pPr>
            <a:r>
              <a:rPr lang="en-US" sz="1600" i="1" dirty="0" smtClean="0"/>
              <a:t>Vacation request of up to 5 days do not require approval. Vacation requests of 5 to 10 days require supervisor approval. Vacation request of 10 days or longer require management approval.:</a:t>
            </a:r>
            <a:r>
              <a:rPr lang="en-US" sz="1600" i="1" baseline="0" dirty="0" smtClean="0"/>
              <a:t> </a:t>
            </a:r>
            <a:r>
              <a:rPr lang="vi-VN" sz="1600" i="1" baseline="0" dirty="0" smtClean="0"/>
              <a:t>Yêu cầu nghỉ phép tối đa 5 ngày không yêu cầu phê duyệt. Yêu cầu nghỉ phép từ 5 đến 10 ngày yêu cầu sự chấp thuận của người giám sát. Yêu cầu nghỉ phép 10 ngày hoặc lâu hơn yêu cầu phê duyệt quản lý.</a:t>
            </a:r>
            <a:endParaRPr lang="en-US" sz="1600" i="1" baseline="0" dirty="0" smtClean="0"/>
          </a:p>
          <a:p>
            <a:pPr marL="285750" marR="0" lvl="2" indent="-285750" algn="l" defTabSz="914400" rtl="0" eaLnBrk="1" fontAlgn="auto" latinLnBrk="0" hangingPunct="1">
              <a:lnSpc>
                <a:spcPct val="100000"/>
              </a:lnSpc>
              <a:spcBef>
                <a:spcPts val="0"/>
              </a:spcBef>
              <a:spcAft>
                <a:spcPts val="0"/>
              </a:spcAft>
              <a:buClrTx/>
              <a:buSzTx/>
              <a:buFontTx/>
              <a:buChar char="-"/>
              <a:tabLst/>
              <a:defRPr/>
            </a:pPr>
            <a:r>
              <a:rPr lang="en-US" sz="1600" i="1" dirty="0" smtClean="0"/>
              <a:t>Prevent the user from activating the contract if the contract is not in balance: </a:t>
            </a:r>
            <a:r>
              <a:rPr lang="vi-VN" sz="1600" i="1" dirty="0" smtClean="0"/>
              <a:t>Ngăn người dùng kích hoạt hợp đồng nếu hợp đồng không cân bằng.</a:t>
            </a:r>
            <a:endParaRPr lang="en-US" sz="1600" i="1" dirty="0" smtClean="0"/>
          </a:p>
          <a:p>
            <a:pPr marL="285750" marR="0" lvl="2" indent="-285750" algn="l" defTabSz="914400" rtl="0" eaLnBrk="1" fontAlgn="auto" latinLnBrk="0" hangingPunct="1">
              <a:lnSpc>
                <a:spcPct val="100000"/>
              </a:lnSpc>
              <a:spcBef>
                <a:spcPts val="0"/>
              </a:spcBef>
              <a:spcAft>
                <a:spcPts val="0"/>
              </a:spcAft>
              <a:buClrTx/>
              <a:buSzTx/>
              <a:buFontTx/>
              <a:buChar char="-"/>
              <a:tabLst/>
              <a:defRPr/>
            </a:pPr>
            <a:r>
              <a:rPr lang="en-US" sz="1600" i="1" dirty="0" smtClean="0">
                <a:sym typeface="Wingdings" panose="05000000000000000000" pitchFamily="2" charset="2"/>
              </a:rPr>
              <a:t>The system shall allow the user to activate the contract only if the contract is in balance.:</a:t>
            </a:r>
            <a:r>
              <a:rPr lang="en-US" sz="1600" i="1" baseline="0" dirty="0" smtClean="0">
                <a:sym typeface="Wingdings" panose="05000000000000000000" pitchFamily="2" charset="2"/>
              </a:rPr>
              <a:t> </a:t>
            </a:r>
            <a:r>
              <a:rPr lang="vi-VN" sz="1600" i="1" baseline="0" dirty="0" smtClean="0">
                <a:sym typeface="Wingdings" panose="05000000000000000000" pitchFamily="2" charset="2"/>
              </a:rPr>
              <a:t>Hệ thống sẽ cho phép người dùng kích hoạt hợp đồng chỉ khi hợp đồng cân bằng.</a:t>
            </a:r>
            <a:endParaRPr lang="vi-VN" sz="1600" i="1" baseline="0" dirty="0" smtClean="0"/>
          </a:p>
          <a:p>
            <a:pPr marL="285750" marR="0" lvl="2" indent="-285750" algn="l" defTabSz="914400" rtl="0" eaLnBrk="1" fontAlgn="auto" latinLnBrk="0" hangingPunct="1">
              <a:lnSpc>
                <a:spcPct val="100000"/>
              </a:lnSpc>
              <a:spcBef>
                <a:spcPts val="0"/>
              </a:spcBef>
              <a:spcAft>
                <a:spcPts val="0"/>
              </a:spcAft>
              <a:buClrTx/>
              <a:buSzTx/>
              <a:buFontTx/>
              <a:buChar char="-"/>
              <a:tabLst/>
              <a:defRPr/>
            </a:pPr>
            <a:endParaRPr lang="en-US" sz="1600" i="1" dirty="0" smtClean="0"/>
          </a:p>
        </p:txBody>
      </p:sp>
      <p:sp>
        <p:nvSpPr>
          <p:cNvPr id="4" name="Slide Number Placeholder 3"/>
          <p:cNvSpPr>
            <a:spLocks noGrp="1"/>
          </p:cNvSpPr>
          <p:nvPr>
            <p:ph type="sldNum" sz="quarter" idx="10"/>
          </p:nvPr>
        </p:nvSpPr>
        <p:spPr/>
        <p:txBody>
          <a:bodyPr/>
          <a:lstStyle/>
          <a:p>
            <a:fld id="{D5B20067-4FE1-4F74-9DB5-0F2A79369997}" type="slidenum">
              <a:rPr lang="en-US" smtClean="0"/>
              <a:t>11</a:t>
            </a:fld>
            <a:endParaRPr lang="en-US"/>
          </a:p>
        </p:txBody>
      </p:sp>
    </p:spTree>
    <p:extLst>
      <p:ext uri="{BB962C8B-B14F-4D97-AF65-F5344CB8AC3E}">
        <p14:creationId xmlns:p14="http://schemas.microsoft.com/office/powerpoint/2010/main" val="2100446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i="1" dirty="0" smtClean="0"/>
              <a:t>The user must be able to save the contract at any point during manual contract setup.: </a:t>
            </a:r>
            <a:r>
              <a:rPr lang="vi-VN" sz="1200" i="1" dirty="0" smtClean="0"/>
              <a:t>Người dùng phải có khả năng lưu hợp đồng tại bất kỳ thời điểm nào trong quá trình thiết lập hợp đồng thủ công.</a:t>
            </a:r>
            <a:endParaRPr lang="en-US" sz="1200" i="1" dirty="0" smtClean="0"/>
          </a:p>
          <a:p>
            <a:pPr marL="171450" indent="-171450">
              <a:buFontTx/>
              <a:buChar char="-"/>
            </a:pPr>
            <a:r>
              <a:rPr lang="en-US" sz="1200" i="1" dirty="0" smtClean="0"/>
              <a:t>If the Premium plan is not selected and proof of insurance is not provided, the customer should automatically default into the Basic plan.: </a:t>
            </a:r>
            <a:r>
              <a:rPr lang="vi-VN" sz="1200" i="1" dirty="0" smtClean="0"/>
              <a:t>Nếu gói Premium không được chọn và bằng chứng bảo hiểm không được cung cấp, khách hàng sẽ tự động mặc định vào gói Cơ bản.</a:t>
            </a:r>
            <a:endParaRPr lang="en-US" dirty="0"/>
          </a:p>
        </p:txBody>
      </p:sp>
      <p:sp>
        <p:nvSpPr>
          <p:cNvPr id="4" name="Slide Number Placeholder 3"/>
          <p:cNvSpPr>
            <a:spLocks noGrp="1"/>
          </p:cNvSpPr>
          <p:nvPr>
            <p:ph type="sldNum" sz="quarter" idx="10"/>
          </p:nvPr>
        </p:nvSpPr>
        <p:spPr/>
        <p:txBody>
          <a:bodyPr/>
          <a:lstStyle/>
          <a:p>
            <a:fld id="{D5B20067-4FE1-4F74-9DB5-0F2A79369997}" type="slidenum">
              <a:rPr lang="en-US" smtClean="0"/>
              <a:t>12</a:t>
            </a:fld>
            <a:endParaRPr lang="en-US"/>
          </a:p>
        </p:txBody>
      </p:sp>
    </p:spTree>
    <p:extLst>
      <p:ext uri="{BB962C8B-B14F-4D97-AF65-F5344CB8AC3E}">
        <p14:creationId xmlns:p14="http://schemas.microsoft.com/office/powerpoint/2010/main" val="95000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Hệ thống phải kiểm tra sự không nhất quán trong dữ liệu tài khoản giữa </a:t>
            </a:r>
            <a:r>
              <a:rPr lang="en-US" sz="1200" i="1" dirty="0" smtClean="0"/>
              <a:t>Active Account Log  </a:t>
            </a:r>
            <a:r>
              <a:rPr lang="vi-VN" dirty="0" smtClean="0"/>
              <a:t>và kho lưu trữ </a:t>
            </a:r>
            <a:r>
              <a:rPr lang="en-US" sz="1200" i="1" smtClean="0"/>
              <a:t>Account Manager</a:t>
            </a:r>
            <a:r>
              <a:rPr lang="vi-VN" smtClean="0"/>
              <a:t>. </a:t>
            </a:r>
            <a:r>
              <a:rPr lang="en-US" dirty="0" smtClean="0"/>
              <a:t>Tính</a:t>
            </a:r>
            <a:r>
              <a:rPr lang="en-US" baseline="0" dirty="0" smtClean="0"/>
              <a:t> l</a:t>
            </a:r>
            <a:r>
              <a:rPr lang="vi-VN" dirty="0" smtClean="0"/>
              <a:t>ogic được sử dụng để tạo ra </a:t>
            </a:r>
            <a:r>
              <a:rPr lang="en-US" dirty="0" err="1" smtClean="0"/>
              <a:t>những</a:t>
            </a:r>
            <a:r>
              <a:rPr lang="vi-VN" dirty="0" smtClean="0"/>
              <a:t> so sánh này phải dựa trên </a:t>
            </a:r>
            <a:r>
              <a:rPr lang="en-US" dirty="0" err="1" smtClean="0"/>
              <a:t>tính</a:t>
            </a:r>
            <a:r>
              <a:rPr lang="en-US" baseline="0" dirty="0" smtClean="0"/>
              <a:t> </a:t>
            </a:r>
            <a:r>
              <a:rPr lang="vi-VN" dirty="0" smtClean="0"/>
              <a:t>logic trong công cụ kiểm tra tính nhất quán hiện có. Nói cách khác, </a:t>
            </a:r>
            <a:r>
              <a:rPr lang="en-US" dirty="0" err="1" smtClean="0"/>
              <a:t>đoạn</a:t>
            </a:r>
            <a:r>
              <a:rPr lang="en-US" baseline="0" dirty="0" smtClean="0"/>
              <a:t> </a:t>
            </a:r>
            <a:r>
              <a:rPr lang="vi-VN" dirty="0" smtClean="0"/>
              <a:t>mã mới </a:t>
            </a:r>
            <a:r>
              <a:rPr lang="en-US" dirty="0" smtClean="0"/>
              <a:t>(</a:t>
            </a:r>
            <a:r>
              <a:rPr lang="en-US" dirty="0" err="1" smtClean="0"/>
              <a:t>chương</a:t>
            </a:r>
            <a:r>
              <a:rPr lang="en-US" baseline="0" dirty="0" smtClean="0"/>
              <a:t> </a:t>
            </a:r>
            <a:r>
              <a:rPr lang="en-US" baseline="0" dirty="0" err="1" smtClean="0"/>
              <a:t>trình</a:t>
            </a:r>
            <a:r>
              <a:rPr lang="en-US" baseline="0" dirty="0" smtClean="0"/>
              <a:t> </a:t>
            </a:r>
            <a:r>
              <a:rPr lang="en-US" baseline="0" dirty="0" err="1" smtClean="0"/>
              <a:t>viết</a:t>
            </a:r>
            <a:r>
              <a:rPr lang="en-US" baseline="0" dirty="0" smtClean="0"/>
              <a:t> </a:t>
            </a:r>
            <a:r>
              <a:rPr lang="en-US" baseline="0" dirty="0" err="1" smtClean="0"/>
              <a:t>lại</a:t>
            </a:r>
            <a:r>
              <a:rPr lang="en-US" baseline="0" dirty="0" smtClean="0"/>
              <a:t>) </a:t>
            </a:r>
            <a:r>
              <a:rPr lang="vi-VN" dirty="0" smtClean="0"/>
              <a:t>không cần phải được phát triển từ đầu. Các nhà phát triển nên sử dụng </a:t>
            </a:r>
            <a:r>
              <a:rPr lang="en-US" dirty="0" err="1" smtClean="0"/>
              <a:t>đoạn</a:t>
            </a:r>
            <a:r>
              <a:rPr lang="en-US" baseline="0" dirty="0" smtClean="0"/>
              <a:t> </a:t>
            </a:r>
            <a:r>
              <a:rPr lang="vi-VN" dirty="0" smtClean="0"/>
              <a:t>mã kiểm tra tính nhất quán hiện tại làm nền tảng. Tuy nhiên, logic bổ sung phải được thêm vào để xác định cơ sở dữ liệu nào là nguồn có thẩm quyền. Chức năng mới sẽ bao gồm ghi dữ liệu vào các bảng giữ để </a:t>
            </a:r>
            <a:r>
              <a:rPr lang="en-US" dirty="0" err="1" smtClean="0"/>
              <a:t>chỉ</a:t>
            </a:r>
            <a:r>
              <a:rPr lang="en-US" baseline="0" dirty="0" smtClean="0"/>
              <a:t> </a:t>
            </a:r>
            <a:r>
              <a:rPr lang="en-US" baseline="0" dirty="0" err="1" smtClean="0"/>
              <a:t>ra</a:t>
            </a:r>
            <a:r>
              <a:rPr lang="en-US" baseline="0" dirty="0" smtClean="0"/>
              <a:t> </a:t>
            </a:r>
            <a:r>
              <a:rPr lang="vi-VN" dirty="0" smtClean="0"/>
              <a:t>cách </a:t>
            </a:r>
            <a:r>
              <a:rPr lang="en-US" dirty="0" err="1" smtClean="0"/>
              <a:t>thức</a:t>
            </a:r>
            <a:r>
              <a:rPr lang="en-US" baseline="0" dirty="0" smtClean="0"/>
              <a:t> </a:t>
            </a:r>
            <a:r>
              <a:rPr lang="vi-VN" dirty="0" smtClean="0"/>
              <a:t>/ </a:t>
            </a:r>
            <a:r>
              <a:rPr lang="en-US" dirty="0" err="1" smtClean="0"/>
              <a:t>cái</a:t>
            </a:r>
            <a:r>
              <a:rPr lang="en-US" baseline="0" dirty="0" smtClean="0"/>
              <a:t> </a:t>
            </a:r>
            <a:r>
              <a:rPr lang="vi-VN" dirty="0" smtClean="0"/>
              <a:t>nơi giải quyết sự không nhất quán. Ngoài ra, </a:t>
            </a:r>
            <a:r>
              <a:rPr lang="en-US" dirty="0" err="1" smtClean="0"/>
              <a:t>đoạn</a:t>
            </a:r>
            <a:r>
              <a:rPr lang="en-US" baseline="0" dirty="0" smtClean="0"/>
              <a:t> </a:t>
            </a:r>
            <a:r>
              <a:rPr lang="vi-VN" dirty="0" smtClean="0"/>
              <a:t>mã cũng nên kiểm tra các ngoại lệ đối với cơ sở dữ liệu công cụ bảo mật. Thông báo email tự động phải được gửi đến </a:t>
            </a:r>
            <a:r>
              <a:rPr lang="en-US" sz="1200" i="1" dirty="0" smtClean="0"/>
              <a:t>Security Compliance Team </a:t>
            </a:r>
            <a:r>
              <a:rPr lang="vi-VN" dirty="0" smtClean="0"/>
              <a:t>bất cứ khi nào tìm thấy sự khác biệt.</a:t>
            </a:r>
            <a:endParaRPr lang="en-US" dirty="0"/>
          </a:p>
        </p:txBody>
      </p:sp>
      <p:sp>
        <p:nvSpPr>
          <p:cNvPr id="4" name="Slide Number Placeholder 3"/>
          <p:cNvSpPr>
            <a:spLocks noGrp="1"/>
          </p:cNvSpPr>
          <p:nvPr>
            <p:ph type="sldNum" sz="quarter" idx="10"/>
          </p:nvPr>
        </p:nvSpPr>
        <p:spPr/>
        <p:txBody>
          <a:bodyPr/>
          <a:lstStyle/>
          <a:p>
            <a:fld id="{D5B20067-4FE1-4F74-9DB5-0F2A79369997}" type="slidenum">
              <a:rPr lang="en-US" smtClean="0"/>
              <a:t>14</a:t>
            </a:fld>
            <a:endParaRPr lang="en-US"/>
          </a:p>
        </p:txBody>
      </p:sp>
    </p:spTree>
    <p:extLst>
      <p:ext uri="{BB962C8B-B14F-4D97-AF65-F5344CB8AC3E}">
        <p14:creationId xmlns:p14="http://schemas.microsoft.com/office/powerpoint/2010/main" val="364427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B20067-4FE1-4F74-9DB5-0F2A79369997}" type="slidenum">
              <a:rPr lang="en-US" smtClean="0"/>
              <a:t>15</a:t>
            </a:fld>
            <a:endParaRPr lang="en-US"/>
          </a:p>
        </p:txBody>
      </p:sp>
    </p:spTree>
    <p:extLst>
      <p:ext uri="{BB962C8B-B14F-4D97-AF65-F5344CB8AC3E}">
        <p14:creationId xmlns:p14="http://schemas.microsoft.com/office/powerpoint/2010/main" val="17540202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B20067-4FE1-4F74-9DB5-0F2A79369997}" type="slidenum">
              <a:rPr lang="en-US" smtClean="0"/>
              <a:t>16</a:t>
            </a:fld>
            <a:endParaRPr lang="en-US"/>
          </a:p>
        </p:txBody>
      </p:sp>
    </p:spTree>
    <p:extLst>
      <p:ext uri="{BB962C8B-B14F-4D97-AF65-F5344CB8AC3E}">
        <p14:creationId xmlns:p14="http://schemas.microsoft.com/office/powerpoint/2010/main" val="3526728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17</a:t>
            </a:fld>
            <a:endParaRPr lang="en-US"/>
          </a:p>
        </p:txBody>
      </p:sp>
    </p:spTree>
    <p:extLst>
      <p:ext uri="{BB962C8B-B14F-4D97-AF65-F5344CB8AC3E}">
        <p14:creationId xmlns:p14="http://schemas.microsoft.com/office/powerpoint/2010/main" val="2289587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18</a:t>
            </a:fld>
            <a:endParaRPr lang="en-US"/>
          </a:p>
        </p:txBody>
      </p:sp>
    </p:spTree>
    <p:extLst>
      <p:ext uri="{BB962C8B-B14F-4D97-AF65-F5344CB8AC3E}">
        <p14:creationId xmlns:p14="http://schemas.microsoft.com/office/powerpoint/2010/main" val="23842564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4334293"/>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11: Writing excellent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3694754"/>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11: Writing excellent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5595671"/>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11: Writing excellent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30433628"/>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11: Writing excellent requirements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4403194"/>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11: Writing excellent requirements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184512"/>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3381" y="3865418"/>
            <a:ext cx="6761017" cy="2024646"/>
          </a:xfrm>
        </p:spPr>
        <p:txBody>
          <a:bodyPr>
            <a:noAutofit/>
          </a:bodyPr>
          <a:lstStyle/>
          <a:p>
            <a:r>
              <a:rPr lang="en-US" dirty="0"/>
              <a:t>CHAPTER </a:t>
            </a:r>
            <a:r>
              <a:rPr lang="en-US" dirty="0" smtClean="0"/>
              <a:t>11</a:t>
            </a:r>
            <a:br>
              <a:rPr lang="en-US" dirty="0" smtClean="0"/>
            </a:br>
            <a:r>
              <a:rPr lang="en-US" sz="3600" dirty="0"/>
              <a:t/>
            </a:r>
            <a:br>
              <a:rPr lang="en-US" sz="3600" dirty="0"/>
            </a:br>
            <a:r>
              <a:rPr lang="en-US" sz="3600" dirty="0"/>
              <a:t>Writing excellent </a:t>
            </a:r>
            <a:r>
              <a:rPr lang="en-US" sz="3600" dirty="0" smtClean="0"/>
              <a:t>requirements</a:t>
            </a:r>
            <a:endParaRPr lang="en-US" sz="3600" i="1" dirty="0"/>
          </a:p>
        </p:txBody>
      </p:sp>
    </p:spTree>
    <p:extLst>
      <p:ext uri="{BB962C8B-B14F-4D97-AF65-F5344CB8AC3E}">
        <p14:creationId xmlns:p14="http://schemas.microsoft.com/office/powerpoint/2010/main" val="2415574331"/>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a:t>
            </a:r>
            <a:r>
              <a:rPr lang="en-US" sz="3200" dirty="0" smtClean="0"/>
              <a:t>10</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96423707"/>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8001977"/>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545" y="1122219"/>
            <a:ext cx="8783782" cy="5218256"/>
          </a:xfrm>
        </p:spPr>
        <p:txBody>
          <a:bodyPr>
            <a:noAutofit/>
          </a:bodyPr>
          <a:lstStyle/>
          <a:p>
            <a:r>
              <a:rPr lang="en-US" sz="2600" dirty="0" smtClean="0"/>
              <a:t>Student could determine </a:t>
            </a:r>
            <a:r>
              <a:rPr lang="en-US" sz="2600" dirty="0"/>
              <a:t>if more or less detail is needed in specific areas and how best to represent those requirements. </a:t>
            </a:r>
            <a:endParaRPr lang="en-US" sz="2600" dirty="0" smtClean="0"/>
          </a:p>
          <a:p>
            <a:r>
              <a:rPr lang="en-US" sz="2600" dirty="0" smtClean="0"/>
              <a:t>Student could examine </a:t>
            </a:r>
            <a:r>
              <a:rPr lang="en-US" sz="2600" dirty="0"/>
              <a:t>a page of functional requirements from </a:t>
            </a:r>
            <a:r>
              <a:rPr lang="en-US" sz="2600" dirty="0" smtClean="0"/>
              <a:t>requirements of  student’s project to </a:t>
            </a:r>
            <a:r>
              <a:rPr lang="en-US" sz="2600" dirty="0"/>
              <a:t>see whether each statement exhibits the characteristics of excellent </a:t>
            </a:r>
            <a:r>
              <a:rPr lang="en-US" sz="2600" dirty="0" smtClean="0"/>
              <a:t>requirements.</a:t>
            </a:r>
          </a:p>
          <a:p>
            <a:r>
              <a:rPr lang="en-US" sz="2600" dirty="0" smtClean="0"/>
              <a:t>Student could rewrite </a:t>
            </a:r>
            <a:r>
              <a:rPr lang="en-US" sz="2600" dirty="0"/>
              <a:t>any requirements that don’t measure </a:t>
            </a:r>
            <a:r>
              <a:rPr lang="en-US" sz="2600" dirty="0" smtClean="0"/>
              <a:t>up.</a:t>
            </a:r>
          </a:p>
          <a:p>
            <a:r>
              <a:rPr lang="en-US" sz="2600" dirty="0" smtClean="0"/>
              <a:t>Student could look </a:t>
            </a:r>
            <a:r>
              <a:rPr lang="en-US" sz="2600" dirty="0"/>
              <a:t>for conflicts between different requirements in the specification, for  missing requirements, and for missing sections of the SRS. </a:t>
            </a:r>
          </a:p>
        </p:txBody>
      </p:sp>
      <p:sp>
        <p:nvSpPr>
          <p:cNvPr id="2" name="Title 1"/>
          <p:cNvSpPr>
            <a:spLocks noGrp="1"/>
          </p:cNvSpPr>
          <p:nvPr>
            <p:ph type="title"/>
          </p:nvPr>
        </p:nvSpPr>
        <p:spPr>
          <a:xfrm>
            <a:off x="2819400" y="27105"/>
            <a:ext cx="6324600" cy="1079239"/>
          </a:xfrm>
        </p:spPr>
        <p:txBody>
          <a:bodyPr/>
          <a:lstStyle/>
          <a:p>
            <a:r>
              <a:rPr lang="en-US" sz="3200" dirty="0" smtClean="0"/>
              <a:t>Objectives</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4090280911"/>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3801"/>
            <a:ext cx="7869382" cy="4033702"/>
          </a:xfrm>
        </p:spPr>
        <p:txBody>
          <a:bodyPr/>
          <a:lstStyle/>
          <a:p>
            <a:pPr marL="342900" indent="-342900">
              <a:buFont typeface="+mj-lt"/>
              <a:buAutoNum type="arabicPeriod"/>
            </a:pPr>
            <a:r>
              <a:rPr lang="en-US" sz="3200" dirty="0"/>
              <a:t>Characteristics of excellent </a:t>
            </a:r>
            <a:r>
              <a:rPr lang="en-US" sz="3200" dirty="0" smtClean="0"/>
              <a:t>requirements</a:t>
            </a:r>
          </a:p>
          <a:p>
            <a:pPr marL="342900" indent="-342900">
              <a:buFont typeface="+mj-lt"/>
              <a:buAutoNum type="arabicPeriod"/>
            </a:pPr>
            <a:r>
              <a:rPr lang="en-US" sz="3200" dirty="0"/>
              <a:t>Guidelines for writing requirements</a:t>
            </a:r>
          </a:p>
          <a:p>
            <a:pPr marL="342900" indent="-342900">
              <a:buFont typeface="+mj-lt"/>
              <a:buAutoNum type="arabicPeriod"/>
            </a:pPr>
            <a:r>
              <a:rPr lang="en-US" sz="3200" dirty="0"/>
              <a:t>Sample requirements, before and after</a:t>
            </a:r>
          </a:p>
          <a:p>
            <a:pPr marL="342900" indent="-342900">
              <a:buFont typeface="+mj-lt"/>
              <a:buAutoNum type="arabicPeriod"/>
            </a:pPr>
            <a:endParaRPr lang="en-US" sz="3200" dirty="0" smtClean="0"/>
          </a:p>
          <a:p>
            <a:pPr marL="342900" indent="-342900">
              <a:buFont typeface="+mj-lt"/>
              <a:buAutoNum type="arabicPeriod"/>
            </a:pPr>
            <a:endParaRPr lang="en-US" sz="3200" dirty="0"/>
          </a:p>
          <a:p>
            <a:pPr marL="342900" indent="-342900">
              <a:buFont typeface="+mj-lt"/>
              <a:buAutoNum type="arabicPeriod"/>
            </a:pPr>
            <a:endParaRPr lang="en-US" sz="3200" dirty="0"/>
          </a:p>
          <a:p>
            <a:pPr marL="342900" indent="-342900">
              <a:buFont typeface="+mj-lt"/>
              <a:buAutoNum type="arabicPeriod"/>
            </a:pPr>
            <a:endParaRPr lang="en-US" sz="3200" dirty="0"/>
          </a:p>
        </p:txBody>
      </p:sp>
      <p:sp>
        <p:nvSpPr>
          <p:cNvPr id="2" name="Title 1"/>
          <p:cNvSpPr>
            <a:spLocks noGrp="1"/>
          </p:cNvSpPr>
          <p:nvPr>
            <p:ph type="title"/>
          </p:nvPr>
        </p:nvSpPr>
        <p:spPr>
          <a:xfrm>
            <a:off x="3853114" y="0"/>
            <a:ext cx="5290886" cy="1032060"/>
          </a:xfrm>
        </p:spPr>
        <p:txBody>
          <a:bodyPr>
            <a:noAutofit/>
          </a:bodyPr>
          <a:lstStyle/>
          <a:p>
            <a:r>
              <a:rPr lang="en-US" sz="3200" dirty="0" smtClean="0"/>
              <a:t/>
            </a:r>
            <a:br>
              <a:rPr lang="en-US" sz="3200" dirty="0" smtClean="0"/>
            </a:br>
            <a:r>
              <a:rPr lang="en-US" sz="3200" dirty="0" smtClean="0"/>
              <a:t>Contents</a:t>
            </a:r>
            <a:br>
              <a:rPr lang="en-US" sz="3200" dirty="0" smtClean="0"/>
            </a:b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1978617047"/>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527" y="1052161"/>
            <a:ext cx="8802007" cy="5315953"/>
          </a:xfrm>
        </p:spPr>
        <p:txBody>
          <a:bodyPr>
            <a:normAutofit/>
          </a:bodyPr>
          <a:lstStyle/>
          <a:p>
            <a:r>
              <a:rPr lang="en-US" sz="2800" dirty="0"/>
              <a:t>Characteristics of requirement statements </a:t>
            </a:r>
            <a:endParaRPr lang="en-US" sz="2800" dirty="0" smtClean="0"/>
          </a:p>
          <a:p>
            <a:pPr lvl="1"/>
            <a:r>
              <a:rPr lang="en-US" sz="2000" dirty="0" smtClean="0"/>
              <a:t>Complete: </a:t>
            </a:r>
            <a:r>
              <a:rPr lang="en-US" sz="1600" dirty="0" smtClean="0"/>
              <a:t>Each requirement must contain all the info necessary for reader to understand it.</a:t>
            </a:r>
            <a:endParaRPr lang="en-US" sz="2000" dirty="0" smtClean="0"/>
          </a:p>
          <a:p>
            <a:pPr lvl="1"/>
            <a:r>
              <a:rPr lang="en-US" sz="2000" dirty="0" smtClean="0"/>
              <a:t>Correct: </a:t>
            </a:r>
            <a:r>
              <a:rPr lang="en-US" sz="1600" dirty="0" smtClean="0"/>
              <a:t>Each requirement must accurately describe a capability that will meet some stakeholder’s needs and must clearly describe the functionality to be built.</a:t>
            </a:r>
            <a:endParaRPr lang="en-US" sz="2000" dirty="0" smtClean="0"/>
          </a:p>
          <a:p>
            <a:pPr lvl="1"/>
            <a:r>
              <a:rPr lang="en-US" sz="2000" dirty="0" smtClean="0"/>
              <a:t>Feasible: </a:t>
            </a:r>
            <a:r>
              <a:rPr lang="en-US" sz="1600" dirty="0" smtClean="0"/>
              <a:t>It must be possible to implement each requirement within the known capabilities and limitations of the system and its operating environment, as well as within project constraints of time, budget, and staff.</a:t>
            </a:r>
            <a:endParaRPr lang="en-US" sz="2000" dirty="0" smtClean="0"/>
          </a:p>
          <a:p>
            <a:pPr lvl="1"/>
            <a:r>
              <a:rPr lang="en-US" sz="2000" dirty="0" smtClean="0"/>
              <a:t>Necessary:</a:t>
            </a:r>
            <a:r>
              <a:rPr lang="en-US" sz="1600" dirty="0" smtClean="0"/>
              <a:t> Each requirement should describes a capability that provides stakeholders with the anticipated biz value, differentiates the product in the marketplace, or is required for conformance to an external standard, policy, or regulation.</a:t>
            </a:r>
            <a:endParaRPr lang="en-US" sz="2000" dirty="0" smtClean="0"/>
          </a:p>
          <a:p>
            <a:pPr lvl="1"/>
            <a:r>
              <a:rPr lang="en-US" sz="2000" dirty="0" smtClean="0"/>
              <a:t>Prioritized: </a:t>
            </a:r>
            <a:r>
              <a:rPr lang="en-US" sz="1600" dirty="0" smtClean="0"/>
              <a:t>Prioritize biz requirements accordance to which are most important to achieving the desired value. Requirements prioritization should be a collaborative activity involving multiple stakeholders perspectives.</a:t>
            </a:r>
            <a:endParaRPr lang="en-US" sz="2000" dirty="0" smtClean="0"/>
          </a:p>
          <a:p>
            <a:pPr lvl="1"/>
            <a:r>
              <a:rPr lang="en-US" sz="2000" dirty="0" smtClean="0"/>
              <a:t>Unambiguous: </a:t>
            </a:r>
            <a:r>
              <a:rPr lang="en-US" sz="1600" dirty="0" smtClean="0"/>
              <a:t>That’s when different people read the requirement and come up with different to each of them.</a:t>
            </a:r>
            <a:endParaRPr lang="en-US" sz="2000" dirty="0" smtClean="0"/>
          </a:p>
          <a:p>
            <a:pPr lvl="1"/>
            <a:r>
              <a:rPr lang="en-US" sz="2000" dirty="0" smtClean="0"/>
              <a:t>Verifiable: </a:t>
            </a:r>
            <a:r>
              <a:rPr lang="en-US" sz="1600" dirty="0" smtClean="0"/>
              <a:t>Can a tester devise tests (</a:t>
            </a:r>
            <a:r>
              <a:rPr lang="en-US" sz="1600" dirty="0" err="1" smtClean="0"/>
              <a:t>đặt</a:t>
            </a:r>
            <a:r>
              <a:rPr lang="en-US" sz="1600" dirty="0" smtClean="0"/>
              <a:t> KH test) or other verification approaches to determine whether each requirement is properly implemented?</a:t>
            </a:r>
            <a:endParaRPr lang="en-US" sz="2000" dirty="0" smtClean="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
        <p:nvSpPr>
          <p:cNvPr id="2" name="Title 1"/>
          <p:cNvSpPr>
            <a:spLocks noGrp="1"/>
          </p:cNvSpPr>
          <p:nvPr>
            <p:ph type="title"/>
          </p:nvPr>
        </p:nvSpPr>
        <p:spPr>
          <a:xfrm>
            <a:off x="2225843" y="0"/>
            <a:ext cx="6811691" cy="1052161"/>
          </a:xfrm>
        </p:spPr>
        <p:txBody>
          <a:bodyPr>
            <a:noAutofit/>
          </a:bodyPr>
          <a:lstStyle/>
          <a:p>
            <a:r>
              <a:rPr lang="en-US" sz="3200" dirty="0"/>
              <a:t>Characteristics of </a:t>
            </a:r>
            <a:r>
              <a:rPr lang="en-US" sz="3200" dirty="0" smtClean="0"/>
              <a:t/>
            </a:r>
            <a:br>
              <a:rPr lang="en-US" sz="3200" dirty="0" smtClean="0"/>
            </a:br>
            <a:r>
              <a:rPr lang="en-US" sz="3200" dirty="0" smtClean="0"/>
              <a:t>excellent requirements</a:t>
            </a:r>
            <a:endParaRPr lang="en-US" sz="3200" dirty="0"/>
          </a:p>
        </p:txBody>
      </p:sp>
    </p:spTree>
    <p:extLst>
      <p:ext uri="{BB962C8B-B14F-4D97-AF65-F5344CB8AC3E}">
        <p14:creationId xmlns:p14="http://schemas.microsoft.com/office/powerpoint/2010/main" val="2231251843"/>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527" y="1181100"/>
            <a:ext cx="8667841" cy="5092700"/>
          </a:xfrm>
        </p:spPr>
        <p:txBody>
          <a:bodyPr>
            <a:normAutofit fontScale="92500"/>
          </a:bodyPr>
          <a:lstStyle/>
          <a:p>
            <a:r>
              <a:rPr lang="en-US" sz="2800" dirty="0" smtClean="0"/>
              <a:t>Characteristics </a:t>
            </a:r>
            <a:r>
              <a:rPr lang="en-US" sz="2800" dirty="0"/>
              <a:t>of requirements </a:t>
            </a:r>
            <a:r>
              <a:rPr lang="en-US" sz="2800" dirty="0" smtClean="0"/>
              <a:t>collections: Sets of requirements that are grouped into baseline for a specific release or iteration. </a:t>
            </a:r>
          </a:p>
          <a:p>
            <a:pPr lvl="1"/>
            <a:r>
              <a:rPr lang="en-US" dirty="0" smtClean="0"/>
              <a:t>Complete: </a:t>
            </a:r>
            <a:r>
              <a:rPr lang="en-US" sz="2000" dirty="0" smtClean="0"/>
              <a:t>No requirement or necessary information should be absent. In practice, you’ll never document every single requirement for any system.</a:t>
            </a:r>
          </a:p>
          <a:p>
            <a:pPr lvl="1"/>
            <a:r>
              <a:rPr lang="en-US" dirty="0" smtClean="0"/>
              <a:t>Consistent: </a:t>
            </a:r>
            <a:r>
              <a:rPr lang="en-US" sz="2000" dirty="0" smtClean="0"/>
              <a:t>Consistent requirements don’t conflict with other requirements of the same type or with higher-level biz, user, or system requirements.</a:t>
            </a:r>
            <a:endParaRPr lang="en-US" dirty="0" smtClean="0"/>
          </a:p>
          <a:p>
            <a:pPr lvl="1"/>
            <a:r>
              <a:rPr lang="en-US" dirty="0" smtClean="0"/>
              <a:t>Modifiable:</a:t>
            </a:r>
            <a:r>
              <a:rPr lang="en-US" sz="2000" dirty="0" smtClean="0"/>
              <a:t> You can always rewrite a requirement, but you should maintain a history of changes made to each requirement, especially after they are baselined.</a:t>
            </a:r>
            <a:endParaRPr lang="en-US" dirty="0" smtClean="0"/>
          </a:p>
          <a:p>
            <a:pPr lvl="1"/>
            <a:r>
              <a:rPr lang="en-US" dirty="0" smtClean="0"/>
              <a:t>Traceable:</a:t>
            </a:r>
            <a:r>
              <a:rPr lang="en-US" sz="2000" dirty="0" smtClean="0"/>
              <a:t> A traceable requirement can be linked both backward to its origin and forward to derived requirements, design elements, code that implements it, and test that verify its implementation. Traceable requirements are uniquely labeled with persistent identifiers.</a:t>
            </a:r>
            <a:endParaRPr lang="en-US" dirty="0"/>
          </a:p>
          <a:p>
            <a:pPr lvl="1"/>
            <a:endParaRPr lang="en-US" sz="20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
        <p:nvSpPr>
          <p:cNvPr id="2" name="Title 1"/>
          <p:cNvSpPr>
            <a:spLocks noGrp="1"/>
          </p:cNvSpPr>
          <p:nvPr>
            <p:ph type="title"/>
          </p:nvPr>
        </p:nvSpPr>
        <p:spPr>
          <a:xfrm>
            <a:off x="2225843" y="0"/>
            <a:ext cx="6811691" cy="1052161"/>
          </a:xfrm>
        </p:spPr>
        <p:txBody>
          <a:bodyPr>
            <a:noAutofit/>
          </a:bodyPr>
          <a:lstStyle/>
          <a:p>
            <a:r>
              <a:rPr lang="en-US" sz="3200" dirty="0"/>
              <a:t>Characteristics of </a:t>
            </a:r>
            <a:r>
              <a:rPr lang="en-US" sz="3200" dirty="0" smtClean="0"/>
              <a:t/>
            </a:r>
            <a:br>
              <a:rPr lang="en-US" sz="3200" dirty="0" smtClean="0"/>
            </a:br>
            <a:r>
              <a:rPr lang="en-US" sz="3200" dirty="0" smtClean="0"/>
              <a:t>excellent requirements</a:t>
            </a:r>
            <a:endParaRPr lang="en-US" sz="3200" dirty="0"/>
          </a:p>
        </p:txBody>
      </p:sp>
    </p:spTree>
    <p:extLst>
      <p:ext uri="{BB962C8B-B14F-4D97-AF65-F5344CB8AC3E}">
        <p14:creationId xmlns:p14="http://schemas.microsoft.com/office/powerpoint/2010/main" val="1773715883"/>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547" y="1123950"/>
            <a:ext cx="8710864" cy="5162550"/>
          </a:xfrm>
        </p:spPr>
        <p:txBody>
          <a:bodyPr>
            <a:normAutofit/>
          </a:bodyPr>
          <a:lstStyle/>
          <a:p>
            <a:r>
              <a:rPr lang="en-US" sz="2400" dirty="0"/>
              <a:t>System or user </a:t>
            </a:r>
            <a:r>
              <a:rPr lang="en-US" sz="2400" dirty="0" smtClean="0"/>
              <a:t>perspective: </a:t>
            </a:r>
            <a:r>
              <a:rPr lang="en-US" sz="2000" dirty="0" smtClean="0"/>
              <a:t>You can write functional requirements from the perspective (</a:t>
            </a:r>
            <a:r>
              <a:rPr lang="en-US" sz="2000" dirty="0" err="1" smtClean="0"/>
              <a:t>quan</a:t>
            </a:r>
            <a:r>
              <a:rPr lang="en-US" sz="2000" dirty="0" smtClean="0"/>
              <a:t> </a:t>
            </a:r>
            <a:r>
              <a:rPr lang="en-US" sz="2000" dirty="0" err="1" smtClean="0"/>
              <a:t>điểm</a:t>
            </a:r>
            <a:r>
              <a:rPr lang="en-US" sz="2000" dirty="0" smtClean="0"/>
              <a:t>) of either something the system does or something the user can do.</a:t>
            </a:r>
          </a:p>
          <a:p>
            <a:r>
              <a:rPr lang="en-US" sz="2400" dirty="0"/>
              <a:t>Writing </a:t>
            </a:r>
            <a:r>
              <a:rPr lang="en-US" sz="2400" dirty="0" smtClean="0"/>
              <a:t>style: </a:t>
            </a:r>
            <a:r>
              <a:rPr lang="en-US" sz="2000" dirty="0" smtClean="0"/>
              <a:t>Being easy to read and understand is an essential element of well-written requirements</a:t>
            </a:r>
          </a:p>
          <a:p>
            <a:pPr lvl="1"/>
            <a:r>
              <a:rPr lang="en-US" sz="1800" dirty="0"/>
              <a:t>Clarity and </a:t>
            </a:r>
            <a:r>
              <a:rPr lang="en-US" sz="1800" dirty="0" smtClean="0"/>
              <a:t>conciseness: Write requirements in complete sentences using proper grammar, spelling, and punctuation. Keep sentences and paragraphs sort and direct, avoiding jargon. Define specialized terms in a glossary.</a:t>
            </a:r>
          </a:p>
          <a:p>
            <a:pPr lvl="1"/>
            <a:r>
              <a:rPr lang="en-US" sz="1800" dirty="0"/>
              <a:t>The keyword “shall</a:t>
            </a:r>
            <a:r>
              <a:rPr lang="en-US" sz="1800" dirty="0" smtClean="0"/>
              <a:t>”: In general, the BAs often use “shall” in writing requirements. Because author use “shall” to indicate a requirements and “will” to denote (</a:t>
            </a:r>
            <a:r>
              <a:rPr lang="en-US" sz="1800" dirty="0" err="1" smtClean="0"/>
              <a:t>bao</a:t>
            </a:r>
            <a:r>
              <a:rPr lang="en-US" sz="1800" dirty="0" smtClean="0"/>
              <a:t> </a:t>
            </a:r>
            <a:r>
              <a:rPr lang="en-US" sz="1800" dirty="0" err="1" smtClean="0"/>
              <a:t>hàm</a:t>
            </a:r>
            <a:r>
              <a:rPr lang="en-US" sz="1800" dirty="0" smtClean="0"/>
              <a:t>) a design expectation.</a:t>
            </a:r>
          </a:p>
          <a:p>
            <a:pPr lvl="1"/>
            <a:r>
              <a:rPr lang="en-US" sz="1800" dirty="0"/>
              <a:t>Active </a:t>
            </a:r>
            <a:r>
              <a:rPr lang="en-US" sz="1800" dirty="0" smtClean="0"/>
              <a:t>voice: Write in the active voice to make it clear what entity is taking the action described.</a:t>
            </a:r>
          </a:p>
          <a:p>
            <a:pPr lvl="1"/>
            <a:r>
              <a:rPr lang="en-US" sz="1800" dirty="0"/>
              <a:t>Individual </a:t>
            </a:r>
            <a:r>
              <a:rPr lang="en-US" sz="1800" dirty="0" smtClean="0"/>
              <a:t>requirements: Avoid writing long narrative paragraphs (</a:t>
            </a:r>
            <a:r>
              <a:rPr lang="en-US" sz="1800" dirty="0" err="1" smtClean="0"/>
              <a:t>đoạn</a:t>
            </a:r>
            <a:r>
              <a:rPr lang="en-US" sz="1800" dirty="0" smtClean="0"/>
              <a:t> </a:t>
            </a:r>
            <a:r>
              <a:rPr lang="en-US" sz="1800" dirty="0" err="1" smtClean="0"/>
              <a:t>văn</a:t>
            </a:r>
            <a:r>
              <a:rPr lang="en-US" sz="1800" dirty="0" smtClean="0"/>
              <a:t> </a:t>
            </a:r>
            <a:r>
              <a:rPr lang="en-US" sz="1800" dirty="0" err="1" smtClean="0"/>
              <a:t>dài</a:t>
            </a:r>
            <a:r>
              <a:rPr lang="en-US" sz="1800" dirty="0" smtClean="0"/>
              <a:t> </a:t>
            </a:r>
            <a:r>
              <a:rPr lang="en-US" sz="1800" dirty="0" err="1" smtClean="0"/>
              <a:t>dòng</a:t>
            </a:r>
            <a:r>
              <a:rPr lang="en-US" sz="1800" dirty="0" smtClean="0"/>
              <a:t>) that contain multiple requirements. In this case, split the sentence into separate requirements.</a:t>
            </a:r>
          </a:p>
        </p:txBody>
      </p:sp>
      <p:sp>
        <p:nvSpPr>
          <p:cNvPr id="2" name="Title 1"/>
          <p:cNvSpPr>
            <a:spLocks noGrp="1"/>
          </p:cNvSpPr>
          <p:nvPr>
            <p:ph type="title"/>
          </p:nvPr>
        </p:nvSpPr>
        <p:spPr>
          <a:xfrm>
            <a:off x="2819400" y="27105"/>
            <a:ext cx="6324600" cy="1096845"/>
          </a:xfrm>
        </p:spPr>
        <p:txBody>
          <a:bodyPr>
            <a:normAutofit/>
          </a:bodyPr>
          <a:lstStyle/>
          <a:p>
            <a:r>
              <a:rPr lang="en-US" sz="3200" dirty="0"/>
              <a:t>Guidelines for writing </a:t>
            </a:r>
            <a:r>
              <a:rPr lang="en-US" sz="3200" dirty="0" smtClean="0"/>
              <a:t>requirements</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1340265541"/>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547" y="1123950"/>
            <a:ext cx="8710864" cy="5162550"/>
          </a:xfrm>
        </p:spPr>
        <p:txBody>
          <a:bodyPr>
            <a:normAutofit/>
          </a:bodyPr>
          <a:lstStyle/>
          <a:p>
            <a:pPr marL="0" indent="0" algn="ctr">
              <a:buNone/>
            </a:pPr>
            <a:r>
              <a:rPr lang="en-US" i="1" dirty="0" smtClean="0"/>
              <a:t>“The </a:t>
            </a:r>
            <a:r>
              <a:rPr lang="en-US" i="1" dirty="0"/>
              <a:t>Buyer's credit card on file shall </a:t>
            </a:r>
            <a:r>
              <a:rPr lang="en-US" i="1" u="sng" dirty="0">
                <a:solidFill>
                  <a:srgbClr val="003399"/>
                </a:solidFill>
              </a:rPr>
              <a:t>be charged </a:t>
            </a:r>
            <a:r>
              <a:rPr lang="en-US" i="1" dirty="0"/>
              <a:t>for payment, </a:t>
            </a:r>
            <a:r>
              <a:rPr lang="en-US" i="1" u="sng" dirty="0">
                <a:solidFill>
                  <a:srgbClr val="003399"/>
                </a:solidFill>
              </a:rPr>
              <a:t>unless</a:t>
            </a:r>
            <a:r>
              <a:rPr lang="en-US" i="1" dirty="0"/>
              <a:t> the credit card has expired</a:t>
            </a:r>
            <a:r>
              <a:rPr lang="en-US" i="1" dirty="0" smtClean="0"/>
              <a:t>.” </a:t>
            </a:r>
          </a:p>
          <a:p>
            <a:pPr marL="0" indent="0" algn="ctr">
              <a:buNone/>
            </a:pPr>
            <a:r>
              <a:rPr lang="en-US" b="1" i="1" dirty="0" err="1" smtClean="0">
                <a:solidFill>
                  <a:srgbClr val="C00000"/>
                </a:solidFill>
              </a:rPr>
              <a:t>Chuyển</a:t>
            </a:r>
            <a:r>
              <a:rPr lang="en-US" b="1" i="1" dirty="0" smtClean="0">
                <a:solidFill>
                  <a:srgbClr val="C00000"/>
                </a:solidFill>
              </a:rPr>
              <a:t> </a:t>
            </a:r>
            <a:r>
              <a:rPr lang="en-US" b="1" i="1" dirty="0" err="1" smtClean="0">
                <a:solidFill>
                  <a:srgbClr val="C00000"/>
                </a:solidFill>
              </a:rPr>
              <a:t>thành</a:t>
            </a:r>
            <a:r>
              <a:rPr lang="en-US" b="1" i="1" dirty="0" smtClean="0">
                <a:solidFill>
                  <a:srgbClr val="C00000"/>
                </a:solidFill>
              </a:rPr>
              <a:t> 2 requirements </a:t>
            </a:r>
            <a:r>
              <a:rPr lang="en-US" b="1" i="1" dirty="0" err="1" smtClean="0">
                <a:solidFill>
                  <a:srgbClr val="C00000"/>
                </a:solidFill>
              </a:rPr>
              <a:t>đơn</a:t>
            </a:r>
            <a:r>
              <a:rPr lang="en-US" b="1" i="1" dirty="0" smtClean="0">
                <a:solidFill>
                  <a:srgbClr val="C00000"/>
                </a:solidFill>
              </a:rPr>
              <a:t>:</a:t>
            </a:r>
            <a:endParaRPr lang="en-US" b="1" i="1" dirty="0">
              <a:solidFill>
                <a:srgbClr val="C00000"/>
              </a:solidFill>
            </a:endParaRPr>
          </a:p>
          <a:p>
            <a:pPr marL="0" indent="0" algn="l">
              <a:buNone/>
            </a:pPr>
            <a:endParaRPr lang="en-US" i="1" dirty="0" smtClean="0">
              <a:solidFill>
                <a:srgbClr val="003399"/>
              </a:solidFill>
            </a:endParaRPr>
          </a:p>
          <a:p>
            <a:pPr marL="0" indent="0" algn="l">
              <a:buNone/>
            </a:pPr>
            <a:r>
              <a:rPr lang="en-US" i="1" dirty="0" smtClean="0">
                <a:solidFill>
                  <a:srgbClr val="003399"/>
                </a:solidFill>
              </a:rPr>
              <a:t>“If </a:t>
            </a:r>
            <a:r>
              <a:rPr lang="en-US" i="1" dirty="0">
                <a:solidFill>
                  <a:srgbClr val="003399"/>
                </a:solidFill>
              </a:rPr>
              <a:t>the Buyer's credit card on file is active, the system shall charge </a:t>
            </a:r>
            <a:r>
              <a:rPr lang="en-US" i="1" dirty="0" smtClean="0">
                <a:solidFill>
                  <a:srgbClr val="003399"/>
                </a:solidFill>
              </a:rPr>
              <a:t>the  </a:t>
            </a:r>
            <a:r>
              <a:rPr lang="en-US" i="1" dirty="0">
                <a:solidFill>
                  <a:srgbClr val="003399"/>
                </a:solidFill>
              </a:rPr>
              <a:t>payment to this card</a:t>
            </a:r>
            <a:r>
              <a:rPr lang="en-US" i="1" dirty="0" smtClean="0">
                <a:solidFill>
                  <a:srgbClr val="003399"/>
                </a:solidFill>
              </a:rPr>
              <a:t>.”</a:t>
            </a:r>
          </a:p>
          <a:p>
            <a:pPr marL="0" indent="0" algn="l">
              <a:buNone/>
            </a:pPr>
            <a:r>
              <a:rPr lang="en-US" i="1" dirty="0" err="1" smtClean="0">
                <a:solidFill>
                  <a:srgbClr val="C00000"/>
                </a:solidFill>
              </a:rPr>
              <a:t>Và</a:t>
            </a:r>
            <a:endParaRPr lang="en-US" i="1" dirty="0" smtClean="0">
              <a:solidFill>
                <a:srgbClr val="C00000"/>
              </a:solidFill>
            </a:endParaRPr>
          </a:p>
          <a:p>
            <a:pPr marL="0" indent="0" algn="l">
              <a:buNone/>
            </a:pPr>
            <a:r>
              <a:rPr lang="en-US" i="1" dirty="0" smtClean="0">
                <a:solidFill>
                  <a:srgbClr val="003399"/>
                </a:solidFill>
              </a:rPr>
              <a:t>“If </a:t>
            </a:r>
            <a:r>
              <a:rPr lang="en-US" i="1" dirty="0">
                <a:solidFill>
                  <a:srgbClr val="003399"/>
                </a:solidFill>
              </a:rPr>
              <a:t>the Buyer's credit card on file has expired, the system shall allow the Buyer to either update the current credit card information or enter a new credit card for </a:t>
            </a:r>
            <a:r>
              <a:rPr lang="en-US" i="1" dirty="0" smtClean="0">
                <a:solidFill>
                  <a:srgbClr val="003399"/>
                </a:solidFill>
              </a:rPr>
              <a:t>payment.”</a:t>
            </a:r>
          </a:p>
        </p:txBody>
      </p:sp>
      <p:sp>
        <p:nvSpPr>
          <p:cNvPr id="2" name="Title 1"/>
          <p:cNvSpPr>
            <a:spLocks noGrp="1"/>
          </p:cNvSpPr>
          <p:nvPr>
            <p:ph type="title"/>
          </p:nvPr>
        </p:nvSpPr>
        <p:spPr>
          <a:xfrm>
            <a:off x="2819400" y="27105"/>
            <a:ext cx="6324600" cy="1096845"/>
          </a:xfrm>
        </p:spPr>
        <p:txBody>
          <a:bodyPr>
            <a:normAutofit/>
          </a:bodyPr>
          <a:lstStyle/>
          <a:p>
            <a:r>
              <a:rPr lang="en-US" sz="3200" dirty="0" smtClean="0"/>
              <a:t>EX for individual requirements</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3926972600"/>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547" y="1123950"/>
            <a:ext cx="8710864" cy="5162550"/>
          </a:xfrm>
        </p:spPr>
        <p:txBody>
          <a:bodyPr>
            <a:normAutofit/>
          </a:bodyPr>
          <a:lstStyle/>
          <a:p>
            <a:r>
              <a:rPr lang="en-US" dirty="0" smtClean="0"/>
              <a:t>Level </a:t>
            </a:r>
            <a:r>
              <a:rPr lang="en-US" dirty="0"/>
              <a:t>of </a:t>
            </a:r>
            <a:r>
              <a:rPr lang="en-US" dirty="0" smtClean="0"/>
              <a:t>detail: </a:t>
            </a:r>
            <a:r>
              <a:rPr lang="en-US" sz="2400" dirty="0" smtClean="0"/>
              <a:t>Requirements need to be specified at a level of precision that provides developers and testers with just enough information to properly implement them.</a:t>
            </a:r>
          </a:p>
          <a:p>
            <a:pPr lvl="1"/>
            <a:r>
              <a:rPr lang="en-US" dirty="0"/>
              <a:t>Appropriate </a:t>
            </a:r>
            <a:r>
              <a:rPr lang="en-US" dirty="0" smtClean="0"/>
              <a:t>detail: </a:t>
            </a:r>
            <a:r>
              <a:rPr lang="en-US" sz="2000" dirty="0" smtClean="0"/>
              <a:t>An important part of requirement analysis is to decompose a high-level requirement into sufficient detail to clarify it and flesh it out (</a:t>
            </a:r>
            <a:r>
              <a:rPr lang="en-US" sz="2000" dirty="0" err="1" smtClean="0"/>
              <a:t>giải</a:t>
            </a:r>
            <a:r>
              <a:rPr lang="en-US" sz="2000" dirty="0" smtClean="0"/>
              <a:t> </a:t>
            </a:r>
            <a:r>
              <a:rPr lang="en-US" sz="2000" dirty="0" err="1" smtClean="0"/>
              <a:t>quyết</a:t>
            </a:r>
            <a:r>
              <a:rPr lang="en-US" sz="2000" dirty="0" smtClean="0"/>
              <a:t> </a:t>
            </a:r>
            <a:r>
              <a:rPr lang="en-US" sz="2000" dirty="0" err="1" smtClean="0"/>
              <a:t>nó</a:t>
            </a:r>
            <a:r>
              <a:rPr lang="en-US" sz="2000" dirty="0" smtClean="0"/>
              <a:t>). The fewer the opportunities for ongoing discussion about requirements issues, the more specifics you need to record in the requirements set.</a:t>
            </a:r>
          </a:p>
          <a:p>
            <a:pPr lvl="1"/>
            <a:r>
              <a:rPr lang="en-US" dirty="0"/>
              <a:t>Consistent </a:t>
            </a:r>
            <a:r>
              <a:rPr lang="en-US" dirty="0" smtClean="0"/>
              <a:t>granularity</a:t>
            </a:r>
            <a:r>
              <a:rPr lang="en-US" sz="1800" dirty="0" smtClean="0"/>
              <a:t> (</a:t>
            </a:r>
            <a:r>
              <a:rPr lang="en-US" sz="1800" dirty="0" err="1" smtClean="0"/>
              <a:t>độ</a:t>
            </a:r>
            <a:r>
              <a:rPr lang="en-US" sz="1800" dirty="0" smtClean="0"/>
              <a:t> chi </a:t>
            </a:r>
            <a:r>
              <a:rPr lang="en-US" sz="1800" dirty="0" err="1" smtClean="0"/>
              <a:t>tiết</a:t>
            </a:r>
            <a:r>
              <a:rPr lang="en-US" sz="1800" dirty="0" smtClean="0"/>
              <a:t> </a:t>
            </a:r>
            <a:r>
              <a:rPr lang="en-US" sz="1800" dirty="0" err="1" smtClean="0"/>
              <a:t>nhất</a:t>
            </a:r>
            <a:r>
              <a:rPr lang="en-US" sz="1800" dirty="0" smtClean="0"/>
              <a:t> </a:t>
            </a:r>
            <a:r>
              <a:rPr lang="en-US" sz="1800" dirty="0" err="1" smtClean="0"/>
              <a:t>quán</a:t>
            </a:r>
            <a:r>
              <a:rPr lang="en-US" sz="1800" dirty="0" smtClean="0"/>
              <a:t>)</a:t>
            </a:r>
            <a:r>
              <a:rPr lang="en-US" dirty="0" smtClean="0"/>
              <a:t>:</a:t>
            </a:r>
          </a:p>
          <a:p>
            <a:pPr lvl="2"/>
            <a:r>
              <a:rPr lang="en-US" i="1" dirty="0" smtClean="0"/>
              <a:t>EX1: The system shall interpret the keystroke combination </a:t>
            </a:r>
            <a:r>
              <a:rPr lang="en-US" i="1" dirty="0" err="1" smtClean="0"/>
              <a:t>Ctrl+S</a:t>
            </a:r>
            <a:r>
              <a:rPr lang="en-US" i="1" dirty="0" smtClean="0"/>
              <a:t> as File Save</a:t>
            </a:r>
          </a:p>
          <a:p>
            <a:pPr lvl="2"/>
            <a:r>
              <a:rPr lang="en-US" i="1" dirty="0" smtClean="0"/>
              <a:t>EX2: </a:t>
            </a:r>
            <a:r>
              <a:rPr lang="en-US" i="1" dirty="0"/>
              <a:t>The system shall interpret the keystroke combination </a:t>
            </a:r>
            <a:r>
              <a:rPr lang="en-US" i="1" dirty="0" err="1" smtClean="0"/>
              <a:t>Ctrl+P</a:t>
            </a:r>
            <a:r>
              <a:rPr lang="en-US" i="1" dirty="0" smtClean="0"/>
              <a:t> </a:t>
            </a:r>
            <a:r>
              <a:rPr lang="en-US" i="1" dirty="0"/>
              <a:t>as File </a:t>
            </a:r>
            <a:r>
              <a:rPr lang="en-US" i="1" dirty="0" smtClean="0"/>
              <a:t>Print</a:t>
            </a:r>
          </a:p>
        </p:txBody>
      </p:sp>
      <p:sp>
        <p:nvSpPr>
          <p:cNvPr id="2" name="Title 1"/>
          <p:cNvSpPr>
            <a:spLocks noGrp="1"/>
          </p:cNvSpPr>
          <p:nvPr>
            <p:ph type="title"/>
          </p:nvPr>
        </p:nvSpPr>
        <p:spPr>
          <a:xfrm>
            <a:off x="2819400" y="27105"/>
            <a:ext cx="6324600" cy="1096845"/>
          </a:xfrm>
        </p:spPr>
        <p:txBody>
          <a:bodyPr>
            <a:normAutofit/>
          </a:bodyPr>
          <a:lstStyle/>
          <a:p>
            <a:r>
              <a:rPr lang="en-US" sz="3200" dirty="0"/>
              <a:t>Guidelines for writing </a:t>
            </a:r>
            <a:r>
              <a:rPr lang="en-US" sz="3200" dirty="0" smtClean="0"/>
              <a:t>requirements</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3424346512"/>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547" y="1123951"/>
            <a:ext cx="8710864" cy="1996574"/>
          </a:xfrm>
        </p:spPr>
        <p:txBody>
          <a:bodyPr>
            <a:normAutofit fontScale="77500" lnSpcReduction="20000"/>
          </a:bodyPr>
          <a:lstStyle/>
          <a:p>
            <a:r>
              <a:rPr lang="en-US" dirty="0" smtClean="0"/>
              <a:t>Representation techniques: Some alternatives to the natural language requirements that we’re used to are lists, tables, visual analysis models, charts, mathematical formulas, photographs, sound clips, and video clips.</a:t>
            </a:r>
          </a:p>
          <a:p>
            <a:pPr lvl="1"/>
            <a:r>
              <a:rPr lang="en-US" dirty="0" smtClean="0"/>
              <a:t>Sample: </a:t>
            </a:r>
            <a:r>
              <a:rPr lang="en-US" i="1" dirty="0" smtClean="0"/>
              <a:t>The Text Editor shall able to parse &lt;format&gt; documents that define &lt;jurisdiction&gt; laws.</a:t>
            </a:r>
            <a:endParaRPr lang="en-US" dirty="0" smtClean="0"/>
          </a:p>
          <a:p>
            <a:pPr lvl="1"/>
            <a:r>
              <a:rPr lang="en-US" dirty="0" smtClean="0"/>
              <a:t>Table 11-1 Requirements for parsing documents</a:t>
            </a:r>
          </a:p>
        </p:txBody>
      </p:sp>
      <p:sp>
        <p:nvSpPr>
          <p:cNvPr id="2" name="Title 1"/>
          <p:cNvSpPr>
            <a:spLocks noGrp="1"/>
          </p:cNvSpPr>
          <p:nvPr>
            <p:ph type="title"/>
          </p:nvPr>
        </p:nvSpPr>
        <p:spPr>
          <a:xfrm>
            <a:off x="2819400" y="27105"/>
            <a:ext cx="6324600" cy="1096845"/>
          </a:xfrm>
        </p:spPr>
        <p:txBody>
          <a:bodyPr>
            <a:normAutofit/>
          </a:bodyPr>
          <a:lstStyle/>
          <a:p>
            <a:r>
              <a:rPr lang="en-US" sz="3200" dirty="0"/>
              <a:t>Guidelines for writing </a:t>
            </a:r>
            <a:r>
              <a:rPr lang="en-US" sz="3200" dirty="0" smtClean="0"/>
              <a:t>requirements</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167852158"/>
              </p:ext>
            </p:extLst>
          </p:nvPr>
        </p:nvGraphicFramePr>
        <p:xfrm>
          <a:off x="1046747" y="3120525"/>
          <a:ext cx="7587916" cy="1676400"/>
        </p:xfrm>
        <a:graphic>
          <a:graphicData uri="http://schemas.openxmlformats.org/drawingml/2006/table">
            <a:tbl>
              <a:tblPr firstRow="1" bandRow="1">
                <a:tableStyleId>{5C22544A-7EE6-4342-B048-85BDC9FD1C3A}</a:tableStyleId>
              </a:tblPr>
              <a:tblGrid>
                <a:gridCol w="1896979">
                  <a:extLst>
                    <a:ext uri="{9D8B030D-6E8A-4147-A177-3AD203B41FA5}">
                      <a16:colId xmlns:a16="http://schemas.microsoft.com/office/drawing/2014/main" val="2880629492"/>
                    </a:ext>
                  </a:extLst>
                </a:gridCol>
                <a:gridCol w="1896979">
                  <a:extLst>
                    <a:ext uri="{9D8B030D-6E8A-4147-A177-3AD203B41FA5}">
                      <a16:colId xmlns:a16="http://schemas.microsoft.com/office/drawing/2014/main" val="2775149848"/>
                    </a:ext>
                  </a:extLst>
                </a:gridCol>
                <a:gridCol w="1896979">
                  <a:extLst>
                    <a:ext uri="{9D8B030D-6E8A-4147-A177-3AD203B41FA5}">
                      <a16:colId xmlns:a16="http://schemas.microsoft.com/office/drawing/2014/main" val="2439175237"/>
                    </a:ext>
                  </a:extLst>
                </a:gridCol>
                <a:gridCol w="1896979">
                  <a:extLst>
                    <a:ext uri="{9D8B030D-6E8A-4147-A177-3AD203B41FA5}">
                      <a16:colId xmlns:a16="http://schemas.microsoft.com/office/drawing/2014/main" val="3523284631"/>
                    </a:ext>
                  </a:extLst>
                </a:gridCol>
              </a:tblGrid>
              <a:tr h="320407">
                <a:tc>
                  <a:txBody>
                    <a:bodyPr/>
                    <a:lstStyle/>
                    <a:p>
                      <a:r>
                        <a:rPr lang="en-US" sz="1600" dirty="0" smtClean="0"/>
                        <a:t>Jurisdiction</a:t>
                      </a:r>
                      <a:endParaRPr lang="en-US" sz="1600" dirty="0"/>
                    </a:p>
                  </a:txBody>
                  <a:tcPr/>
                </a:tc>
                <a:tc>
                  <a:txBody>
                    <a:bodyPr/>
                    <a:lstStyle/>
                    <a:p>
                      <a:r>
                        <a:rPr lang="en-US" sz="1600" dirty="0" smtClean="0"/>
                        <a:t>Tagged format</a:t>
                      </a:r>
                      <a:endParaRPr lang="en-US" sz="1600" dirty="0"/>
                    </a:p>
                  </a:txBody>
                  <a:tcPr/>
                </a:tc>
                <a:tc>
                  <a:txBody>
                    <a:bodyPr/>
                    <a:lstStyle/>
                    <a:p>
                      <a:r>
                        <a:rPr lang="en-US" sz="1600" dirty="0" smtClean="0"/>
                        <a:t>Untagged format</a:t>
                      </a:r>
                      <a:endParaRPr lang="en-US" sz="1600" dirty="0"/>
                    </a:p>
                  </a:txBody>
                  <a:tcPr/>
                </a:tc>
                <a:tc>
                  <a:txBody>
                    <a:bodyPr/>
                    <a:lstStyle/>
                    <a:p>
                      <a:r>
                        <a:rPr lang="en-US" sz="1600" dirty="0" smtClean="0"/>
                        <a:t>ASCII</a:t>
                      </a:r>
                      <a:r>
                        <a:rPr lang="en-US" sz="1600" baseline="0" dirty="0" smtClean="0"/>
                        <a:t> format</a:t>
                      </a:r>
                      <a:endParaRPr lang="en-US" sz="1600" dirty="0"/>
                    </a:p>
                  </a:txBody>
                  <a:tcPr/>
                </a:tc>
                <a:extLst>
                  <a:ext uri="{0D108BD9-81ED-4DB2-BD59-A6C34878D82A}">
                    <a16:rowId xmlns:a16="http://schemas.microsoft.com/office/drawing/2014/main" val="483115951"/>
                  </a:ext>
                </a:extLst>
              </a:tr>
              <a:tr h="320407">
                <a:tc>
                  <a:txBody>
                    <a:bodyPr/>
                    <a:lstStyle/>
                    <a:p>
                      <a:r>
                        <a:rPr lang="en-US" sz="1600" dirty="0" smtClean="0"/>
                        <a:t>Federal</a:t>
                      </a:r>
                      <a:endParaRPr lang="en-US" sz="1600" dirty="0"/>
                    </a:p>
                  </a:txBody>
                  <a:tcPr/>
                </a:tc>
                <a:tc>
                  <a:txBody>
                    <a:bodyPr/>
                    <a:lstStyle/>
                    <a:p>
                      <a:r>
                        <a:rPr lang="en-US" sz="1600" dirty="0" smtClean="0"/>
                        <a:t>.1</a:t>
                      </a:r>
                      <a:endParaRPr lang="en-US" sz="1600" dirty="0"/>
                    </a:p>
                  </a:txBody>
                  <a:tcPr/>
                </a:tc>
                <a:tc>
                  <a:txBody>
                    <a:bodyPr/>
                    <a:lstStyle/>
                    <a:p>
                      <a:r>
                        <a:rPr lang="en-US" sz="1600" dirty="0" smtClean="0"/>
                        <a:t>.2</a:t>
                      </a:r>
                      <a:endParaRPr lang="en-US" sz="1600" dirty="0"/>
                    </a:p>
                  </a:txBody>
                  <a:tcPr/>
                </a:tc>
                <a:tc>
                  <a:txBody>
                    <a:bodyPr/>
                    <a:lstStyle/>
                    <a:p>
                      <a:r>
                        <a:rPr lang="en-US" sz="1600" dirty="0" smtClean="0"/>
                        <a:t>.3</a:t>
                      </a:r>
                      <a:endParaRPr lang="en-US" sz="1600" dirty="0"/>
                    </a:p>
                  </a:txBody>
                  <a:tcPr/>
                </a:tc>
                <a:extLst>
                  <a:ext uri="{0D108BD9-81ED-4DB2-BD59-A6C34878D82A}">
                    <a16:rowId xmlns:a16="http://schemas.microsoft.com/office/drawing/2014/main" val="2286456016"/>
                  </a:ext>
                </a:extLst>
              </a:tr>
              <a:tr h="320407">
                <a:tc>
                  <a:txBody>
                    <a:bodyPr/>
                    <a:lstStyle/>
                    <a:p>
                      <a:r>
                        <a:rPr lang="en-US" sz="1600" dirty="0" smtClean="0"/>
                        <a:t>State</a:t>
                      </a:r>
                      <a:endParaRPr lang="en-US" sz="1600" dirty="0"/>
                    </a:p>
                  </a:txBody>
                  <a:tcPr/>
                </a:tc>
                <a:tc>
                  <a:txBody>
                    <a:bodyPr/>
                    <a:lstStyle/>
                    <a:p>
                      <a:r>
                        <a:rPr lang="en-US" sz="1600" dirty="0" smtClean="0"/>
                        <a:t>.4</a:t>
                      </a:r>
                      <a:endParaRPr lang="en-US" sz="1600" dirty="0"/>
                    </a:p>
                  </a:txBody>
                  <a:tcPr/>
                </a:tc>
                <a:tc>
                  <a:txBody>
                    <a:bodyPr/>
                    <a:lstStyle/>
                    <a:p>
                      <a:r>
                        <a:rPr lang="en-US" sz="1600" dirty="0" smtClean="0"/>
                        <a:t>.5</a:t>
                      </a:r>
                      <a:endParaRPr lang="en-US" sz="1600" dirty="0"/>
                    </a:p>
                  </a:txBody>
                  <a:tcPr/>
                </a:tc>
                <a:tc>
                  <a:txBody>
                    <a:bodyPr/>
                    <a:lstStyle/>
                    <a:p>
                      <a:r>
                        <a:rPr lang="en-US" sz="1600" dirty="0" smtClean="0"/>
                        <a:t>.6</a:t>
                      </a:r>
                      <a:endParaRPr lang="en-US" sz="1600" dirty="0"/>
                    </a:p>
                  </a:txBody>
                  <a:tcPr/>
                </a:tc>
                <a:extLst>
                  <a:ext uri="{0D108BD9-81ED-4DB2-BD59-A6C34878D82A}">
                    <a16:rowId xmlns:a16="http://schemas.microsoft.com/office/drawing/2014/main" val="3945718396"/>
                  </a:ext>
                </a:extLst>
              </a:tr>
              <a:tr h="320407">
                <a:tc>
                  <a:txBody>
                    <a:bodyPr/>
                    <a:lstStyle/>
                    <a:p>
                      <a:r>
                        <a:rPr lang="en-US" sz="1600" dirty="0" smtClean="0"/>
                        <a:t>Territorial</a:t>
                      </a:r>
                      <a:endParaRPr lang="en-US" sz="1600" dirty="0"/>
                    </a:p>
                  </a:txBody>
                  <a:tcPr/>
                </a:tc>
                <a:tc>
                  <a:txBody>
                    <a:bodyPr/>
                    <a:lstStyle/>
                    <a:p>
                      <a:r>
                        <a:rPr lang="en-US" sz="1600" dirty="0" smtClean="0"/>
                        <a:t>.7</a:t>
                      </a:r>
                      <a:endParaRPr lang="en-US" sz="1600" dirty="0"/>
                    </a:p>
                  </a:txBody>
                  <a:tcPr/>
                </a:tc>
                <a:tc>
                  <a:txBody>
                    <a:bodyPr/>
                    <a:lstStyle/>
                    <a:p>
                      <a:r>
                        <a:rPr lang="en-US" sz="1600" dirty="0" smtClean="0"/>
                        <a:t>#N/A</a:t>
                      </a:r>
                      <a:endParaRPr lang="en-US" sz="1600" dirty="0"/>
                    </a:p>
                  </a:txBody>
                  <a:tcPr/>
                </a:tc>
                <a:tc>
                  <a:txBody>
                    <a:bodyPr/>
                    <a:lstStyle/>
                    <a:p>
                      <a:r>
                        <a:rPr lang="en-US" sz="1600" dirty="0" smtClean="0"/>
                        <a:t>.8</a:t>
                      </a:r>
                      <a:endParaRPr lang="en-US" sz="1600" dirty="0"/>
                    </a:p>
                  </a:txBody>
                  <a:tcPr/>
                </a:tc>
                <a:extLst>
                  <a:ext uri="{0D108BD9-81ED-4DB2-BD59-A6C34878D82A}">
                    <a16:rowId xmlns:a16="http://schemas.microsoft.com/office/drawing/2014/main" val="3969907458"/>
                  </a:ext>
                </a:extLst>
              </a:tr>
              <a:tr h="320407">
                <a:tc>
                  <a:txBody>
                    <a:bodyPr/>
                    <a:lstStyle/>
                    <a:p>
                      <a:r>
                        <a:rPr lang="en-US" sz="1600" dirty="0" smtClean="0"/>
                        <a:t>International</a:t>
                      </a:r>
                      <a:endParaRPr lang="en-US" sz="1600" dirty="0"/>
                    </a:p>
                  </a:txBody>
                  <a:tcPr/>
                </a:tc>
                <a:tc>
                  <a:txBody>
                    <a:bodyPr/>
                    <a:lstStyle/>
                    <a:p>
                      <a:r>
                        <a:rPr lang="en-US" sz="1600" dirty="0" smtClean="0"/>
                        <a:t>.9</a:t>
                      </a:r>
                      <a:endParaRPr lang="en-US" sz="1600" dirty="0"/>
                    </a:p>
                  </a:txBody>
                  <a:tcPr/>
                </a:tc>
                <a:tc>
                  <a:txBody>
                    <a:bodyPr/>
                    <a:lstStyle/>
                    <a:p>
                      <a:r>
                        <a:rPr lang="en-US" sz="1600" dirty="0" smtClean="0"/>
                        <a:t>.10</a:t>
                      </a:r>
                      <a:endParaRPr lang="en-US" sz="1600" dirty="0"/>
                    </a:p>
                  </a:txBody>
                  <a:tcPr/>
                </a:tc>
                <a:tc>
                  <a:txBody>
                    <a:bodyPr/>
                    <a:lstStyle/>
                    <a:p>
                      <a:r>
                        <a:rPr lang="en-US" sz="1600" dirty="0" smtClean="0"/>
                        <a:t>.11</a:t>
                      </a:r>
                      <a:endParaRPr lang="en-US" sz="1600" dirty="0"/>
                    </a:p>
                  </a:txBody>
                  <a:tcPr/>
                </a:tc>
                <a:extLst>
                  <a:ext uri="{0D108BD9-81ED-4DB2-BD59-A6C34878D82A}">
                    <a16:rowId xmlns:a16="http://schemas.microsoft.com/office/drawing/2014/main" val="1169212587"/>
                  </a:ext>
                </a:extLst>
              </a:tr>
            </a:tbl>
          </a:graphicData>
        </a:graphic>
      </p:graphicFrame>
      <p:sp>
        <p:nvSpPr>
          <p:cNvPr id="7" name="Content Placeholder 2"/>
          <p:cNvSpPr txBox="1">
            <a:spLocks/>
          </p:cNvSpPr>
          <p:nvPr/>
        </p:nvSpPr>
        <p:spPr bwMode="auto">
          <a:xfrm>
            <a:off x="208547" y="4785394"/>
            <a:ext cx="8710864" cy="15550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a:bodyPr>
          <a:lstStyle>
            <a:lvl1pPr marL="342900" indent="-342900" algn="just"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n-US" dirty="0" smtClean="0"/>
              <a:t>EX1: </a:t>
            </a:r>
            <a:r>
              <a:rPr lang="en-US" b="1" i="1" dirty="0" err="1" smtClean="0"/>
              <a:t>Editor.DocFormat</a:t>
            </a:r>
            <a:r>
              <a:rPr lang="en-US" b="1" i="1" dirty="0" smtClean="0"/>
              <a:t> </a:t>
            </a:r>
            <a:r>
              <a:rPr lang="en-US" sz="2000" i="1" dirty="0" smtClean="0"/>
              <a:t>The Text Editor shall be able to parse documents in several formats that define laws in jurisdictions </a:t>
            </a:r>
            <a:r>
              <a:rPr lang="en-US" sz="1300" i="1" dirty="0" smtClean="0"/>
              <a:t>(</a:t>
            </a:r>
            <a:r>
              <a:rPr lang="en-US" sz="1300" i="1" dirty="0" err="1" smtClean="0"/>
              <a:t>quyền</a:t>
            </a:r>
            <a:r>
              <a:rPr lang="en-US" sz="1300" i="1" dirty="0" smtClean="0"/>
              <a:t> </a:t>
            </a:r>
            <a:r>
              <a:rPr lang="en-US" sz="1300" i="1" dirty="0" err="1" smtClean="0"/>
              <a:t>pháp</a:t>
            </a:r>
            <a:r>
              <a:rPr lang="en-US" sz="1300" i="1" dirty="0" smtClean="0"/>
              <a:t> lý)</a:t>
            </a:r>
            <a:r>
              <a:rPr lang="en-US" sz="2000" i="1" dirty="0" smtClean="0"/>
              <a:t> shown in table 11-1.</a:t>
            </a:r>
          </a:p>
          <a:p>
            <a:pPr lvl="1"/>
            <a:r>
              <a:rPr lang="en-US" dirty="0" smtClean="0"/>
              <a:t>EX2: </a:t>
            </a:r>
            <a:r>
              <a:rPr lang="en-US" b="1" i="1" dirty="0" smtClean="0"/>
              <a:t>Editor.DocFormat.</a:t>
            </a:r>
            <a:r>
              <a:rPr lang="en-US" b="1" i="1" dirty="0" smtClean="0">
                <a:solidFill>
                  <a:srgbClr val="C00000"/>
                </a:solidFill>
              </a:rPr>
              <a:t>3</a:t>
            </a:r>
            <a:r>
              <a:rPr lang="en-US" b="1" i="1" dirty="0" smtClean="0"/>
              <a:t> </a:t>
            </a:r>
            <a:r>
              <a:rPr lang="en-US" i="1" dirty="0"/>
              <a:t>The Text Editor shall be able to parse </a:t>
            </a:r>
            <a:r>
              <a:rPr lang="en-US" i="1" dirty="0" smtClean="0">
                <a:solidFill>
                  <a:srgbClr val="C00000"/>
                </a:solidFill>
              </a:rPr>
              <a:t>ASCII</a:t>
            </a:r>
            <a:r>
              <a:rPr lang="en-US" i="1" dirty="0" smtClean="0"/>
              <a:t> documents that define </a:t>
            </a:r>
            <a:r>
              <a:rPr lang="en-US" i="1" dirty="0" smtClean="0">
                <a:solidFill>
                  <a:srgbClr val="C00000"/>
                </a:solidFill>
              </a:rPr>
              <a:t>federal</a:t>
            </a:r>
            <a:r>
              <a:rPr lang="en-US" i="1" dirty="0" smtClean="0"/>
              <a:t> laws.</a:t>
            </a:r>
            <a:endParaRPr lang="en-US" i="1" dirty="0"/>
          </a:p>
        </p:txBody>
      </p:sp>
    </p:spTree>
    <p:extLst>
      <p:ext uri="{BB962C8B-B14F-4D97-AF65-F5344CB8AC3E}">
        <p14:creationId xmlns:p14="http://schemas.microsoft.com/office/powerpoint/2010/main" val="2071980677"/>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rmAutofit fontScale="92500" lnSpcReduction="20000"/>
          </a:bodyPr>
          <a:lstStyle/>
          <a:p>
            <a:r>
              <a:rPr lang="en-US" sz="2400" dirty="0"/>
              <a:t>Avoiding </a:t>
            </a:r>
            <a:r>
              <a:rPr lang="en-US" sz="2400" dirty="0" smtClean="0"/>
              <a:t>ambiguity: Requirements quality is in the eye of the reader, not the author! The requirements are written crystal clear, free from ambiguities and other problems.</a:t>
            </a:r>
            <a:endParaRPr lang="en-US" sz="2400" dirty="0"/>
          </a:p>
          <a:p>
            <a:pPr lvl="1"/>
            <a:r>
              <a:rPr lang="en-US" sz="2000" dirty="0"/>
              <a:t>Fuzzy </a:t>
            </a:r>
            <a:r>
              <a:rPr lang="en-US" sz="2000" dirty="0" smtClean="0"/>
              <a:t>words: Use terms consistently and as defined in the glossary. Watch out (</a:t>
            </a:r>
            <a:r>
              <a:rPr lang="en-US" sz="2000" dirty="0" err="1" smtClean="0"/>
              <a:t>coi</a:t>
            </a:r>
            <a:r>
              <a:rPr lang="en-US" sz="2000" dirty="0" smtClean="0"/>
              <a:t> </a:t>
            </a:r>
            <a:r>
              <a:rPr lang="en-US" sz="2000" dirty="0" err="1" smtClean="0"/>
              <a:t>chừng</a:t>
            </a:r>
            <a:r>
              <a:rPr lang="en-US" sz="2000" dirty="0" smtClean="0"/>
              <a:t>) for synonyms and near-synonyms. Avoid words like </a:t>
            </a:r>
            <a:r>
              <a:rPr lang="en-US" sz="2000" i="1" dirty="0" smtClean="0"/>
              <a:t>reasonably, appropriately, generally, usually, friendly, quickly,…</a:t>
            </a:r>
            <a:r>
              <a:rPr lang="en-US" sz="2000" dirty="0" smtClean="0"/>
              <a:t>. </a:t>
            </a:r>
            <a:r>
              <a:rPr lang="en-US" sz="2000" i="1" dirty="0" smtClean="0">
                <a:solidFill>
                  <a:srgbClr val="FF0000"/>
                </a:solidFill>
              </a:rPr>
              <a:t>Read page 214 in your textbook.</a:t>
            </a:r>
            <a:endParaRPr lang="en-US" sz="2000" dirty="0" smtClean="0">
              <a:solidFill>
                <a:srgbClr val="FF0000"/>
              </a:solidFill>
            </a:endParaRPr>
          </a:p>
          <a:p>
            <a:pPr lvl="1"/>
            <a:r>
              <a:rPr lang="en-US" sz="2000" dirty="0" smtClean="0"/>
              <a:t>The </a:t>
            </a:r>
            <a:r>
              <a:rPr lang="en-US" sz="2000" dirty="0"/>
              <a:t>A/B </a:t>
            </a:r>
            <a:r>
              <a:rPr lang="en-US" sz="2000" dirty="0" smtClean="0"/>
              <a:t>construct:</a:t>
            </a:r>
          </a:p>
          <a:p>
            <a:pPr lvl="2"/>
            <a:r>
              <a:rPr lang="en-US" sz="1600" dirty="0" smtClean="0"/>
              <a:t>EX: </a:t>
            </a:r>
            <a:r>
              <a:rPr lang="en-US" sz="1600" i="1" dirty="0" smtClean="0"/>
              <a:t>The system shall provide automated information collection of license key data for a mass release from the Delivery/Fulfillment Team.</a:t>
            </a:r>
          </a:p>
          <a:p>
            <a:pPr lvl="2"/>
            <a:r>
              <a:rPr lang="en-US" sz="1600" i="1" dirty="0" smtClean="0"/>
              <a:t>Explanation: The name of team is Delivery/Fulfillment; Delivery and Fulfillment are synonyms; Some projects call Delivery Team, and other call Fulfillment Team;… </a:t>
            </a:r>
            <a:endParaRPr lang="en-US" sz="1600" dirty="0" smtClean="0"/>
          </a:p>
          <a:p>
            <a:pPr lvl="1"/>
            <a:r>
              <a:rPr lang="en-US" sz="2000" dirty="0" smtClean="0"/>
              <a:t>Boundary values:</a:t>
            </a:r>
          </a:p>
          <a:p>
            <a:pPr lvl="2"/>
            <a:r>
              <a:rPr lang="en-US" sz="1600" i="1" dirty="0" smtClean="0"/>
              <a:t>EX: Vacation request of up to 5 days do not require approval. Vacation requests of 5 to 10 days require supervisor approval. Vacation request of 10 days or longer require management approval.</a:t>
            </a:r>
          </a:p>
          <a:p>
            <a:pPr lvl="1"/>
            <a:r>
              <a:rPr lang="en-US" sz="2000" dirty="0" smtClean="0"/>
              <a:t>Negative requirements: Requirement that say what the system </a:t>
            </a:r>
            <a:r>
              <a:rPr lang="en-US" sz="2000" i="1" dirty="0" smtClean="0"/>
              <a:t>will no </a:t>
            </a:r>
            <a:r>
              <a:rPr lang="en-US" sz="2000" dirty="0" smtClean="0"/>
              <a:t>do rather than </a:t>
            </a:r>
            <a:r>
              <a:rPr lang="en-US" sz="2000" i="1" dirty="0" smtClean="0"/>
              <a:t>will </a:t>
            </a:r>
            <a:r>
              <a:rPr lang="en-US" sz="2000" dirty="0" smtClean="0"/>
              <a:t>do. How do you implement a don’t-do-this requirement?</a:t>
            </a:r>
          </a:p>
          <a:p>
            <a:pPr lvl="2"/>
            <a:r>
              <a:rPr lang="en-US" sz="1600" i="1" dirty="0" smtClean="0"/>
              <a:t>EX: Prevent the user from activating the contract if the contract is not in balance.</a:t>
            </a:r>
          </a:p>
          <a:p>
            <a:pPr lvl="2"/>
            <a:r>
              <a:rPr lang="en-US" sz="1600" i="1" dirty="0" smtClean="0">
                <a:sym typeface="Wingdings" panose="05000000000000000000" pitchFamily="2" charset="2"/>
              </a:rPr>
              <a:t> </a:t>
            </a:r>
            <a:r>
              <a:rPr lang="en-US" sz="1600" i="1" dirty="0" smtClean="0">
                <a:solidFill>
                  <a:srgbClr val="003399"/>
                </a:solidFill>
                <a:sym typeface="Wingdings" panose="05000000000000000000" pitchFamily="2" charset="2"/>
              </a:rPr>
              <a:t>The system shall allow the user to activate the contract only if the contract is in balance.</a:t>
            </a:r>
            <a:endParaRPr lang="en-US" sz="1600" i="1" dirty="0" smtClean="0">
              <a:solidFill>
                <a:srgbClr val="003399"/>
              </a:solidFill>
            </a:endParaRPr>
          </a:p>
        </p:txBody>
      </p:sp>
      <p:sp>
        <p:nvSpPr>
          <p:cNvPr id="2" name="Title 1"/>
          <p:cNvSpPr>
            <a:spLocks noGrp="1"/>
          </p:cNvSpPr>
          <p:nvPr>
            <p:ph type="title"/>
          </p:nvPr>
        </p:nvSpPr>
        <p:spPr/>
        <p:txBody>
          <a:bodyPr/>
          <a:lstStyle/>
          <a:p>
            <a:r>
              <a:rPr lang="en-US"/>
              <a:t>Guidelines for writing requirements</a:t>
            </a:r>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2182633425"/>
      </p:ext>
    </p:extLst>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10000"/>
          </a:bodyPr>
          <a:lstStyle/>
          <a:p>
            <a:r>
              <a:rPr lang="en-US" sz="2400" dirty="0" smtClean="0"/>
              <a:t>Avoiding </a:t>
            </a:r>
            <a:r>
              <a:rPr lang="en-US" sz="2400" dirty="0"/>
              <a:t>incompleteness </a:t>
            </a:r>
            <a:endParaRPr lang="en-US" sz="2400" dirty="0" smtClean="0"/>
          </a:p>
          <a:p>
            <a:pPr lvl="1"/>
            <a:r>
              <a:rPr lang="en-US" sz="2000" dirty="0" smtClean="0"/>
              <a:t>Symmetry </a:t>
            </a:r>
            <a:r>
              <a:rPr lang="en-US" sz="1500" dirty="0" smtClean="0"/>
              <a:t>(</a:t>
            </a:r>
            <a:r>
              <a:rPr lang="en-US" sz="1500" dirty="0" err="1" smtClean="0"/>
              <a:t>đối</a:t>
            </a:r>
            <a:r>
              <a:rPr lang="en-US" sz="1500" dirty="0" smtClean="0"/>
              <a:t> </a:t>
            </a:r>
            <a:r>
              <a:rPr lang="en-US" sz="1500" dirty="0" err="1" smtClean="0"/>
              <a:t>xứng</a:t>
            </a:r>
            <a:r>
              <a:rPr lang="en-US" sz="1500" dirty="0" smtClean="0"/>
              <a:t>): </a:t>
            </a:r>
            <a:r>
              <a:rPr lang="en-US" sz="2000" dirty="0" smtClean="0"/>
              <a:t>Symmetrical operations are a common source of missing requirements.</a:t>
            </a:r>
          </a:p>
          <a:p>
            <a:pPr lvl="2"/>
            <a:r>
              <a:rPr lang="en-US" sz="1600" i="1" dirty="0" smtClean="0"/>
              <a:t>EX: The user must be able to save the contract at any point during manual contract setup.</a:t>
            </a:r>
          </a:p>
          <a:p>
            <a:pPr lvl="2"/>
            <a:r>
              <a:rPr lang="en-US" sz="1600" i="1" dirty="0" smtClean="0"/>
              <a:t>Explanation: </a:t>
            </a:r>
            <a:r>
              <a:rPr lang="en-US" sz="1600" dirty="0" smtClean="0"/>
              <a:t>The </a:t>
            </a:r>
            <a:r>
              <a:rPr lang="en-US" sz="1600" dirty="0"/>
              <a:t>system </a:t>
            </a:r>
            <a:r>
              <a:rPr lang="en-US" sz="1600" dirty="0" smtClean="0"/>
              <a:t>can’t </a:t>
            </a:r>
            <a:r>
              <a:rPr lang="en-US" sz="1600" dirty="0"/>
              <a:t>validate the data entries in the incomplete contract.</a:t>
            </a:r>
            <a:endParaRPr lang="en-US" sz="1600" dirty="0" smtClean="0"/>
          </a:p>
          <a:p>
            <a:pPr lvl="1"/>
            <a:r>
              <a:rPr lang="en-US" sz="2000" dirty="0"/>
              <a:t>Complex </a:t>
            </a:r>
            <a:r>
              <a:rPr lang="en-US" sz="2000" dirty="0" smtClean="0"/>
              <a:t>logic: Compound logical expressions often leave certain combinations of decision values undefined.</a:t>
            </a:r>
          </a:p>
          <a:p>
            <a:pPr lvl="2"/>
            <a:r>
              <a:rPr lang="en-US" sz="1600" i="1" dirty="0" smtClean="0"/>
              <a:t>EX: If the Premium plan is not selected and proof of insurance is not provided, the customer should automatically default into the Basic plan.</a:t>
            </a:r>
          </a:p>
          <a:p>
            <a:pPr lvl="2"/>
            <a:r>
              <a:rPr lang="en-US" sz="1600" i="1" dirty="0"/>
              <a:t>E</a:t>
            </a:r>
            <a:r>
              <a:rPr lang="en-US" sz="1600" i="1" dirty="0" smtClean="0"/>
              <a:t>xplanation: There are 3 possibilities: </a:t>
            </a:r>
            <a:r>
              <a:rPr lang="en-US" sz="1600" dirty="0" smtClean="0"/>
              <a:t>The Premium plan is selected and proof of insurance is not provided; </a:t>
            </a:r>
            <a:r>
              <a:rPr lang="en-US" sz="1600" dirty="0">
                <a:solidFill>
                  <a:srgbClr val="003399"/>
                </a:solidFill>
              </a:rPr>
              <a:t>The Premium plan is selected and proof of insurance is </a:t>
            </a:r>
            <a:r>
              <a:rPr lang="en-US" sz="1600" dirty="0" smtClean="0">
                <a:solidFill>
                  <a:srgbClr val="003399"/>
                </a:solidFill>
              </a:rPr>
              <a:t>provided;</a:t>
            </a:r>
            <a:r>
              <a:rPr lang="en-US" sz="1600" dirty="0"/>
              <a:t> The Premium plan is </a:t>
            </a:r>
            <a:r>
              <a:rPr lang="en-US" sz="1600" dirty="0" smtClean="0"/>
              <a:t>not selected </a:t>
            </a:r>
            <a:r>
              <a:rPr lang="en-US" sz="1600" dirty="0"/>
              <a:t>and proof of insurance is </a:t>
            </a:r>
            <a:r>
              <a:rPr lang="en-US" sz="1600" dirty="0" smtClean="0"/>
              <a:t>provided;</a:t>
            </a:r>
          </a:p>
          <a:p>
            <a:pPr marL="914400" lvl="2" indent="0">
              <a:buNone/>
            </a:pPr>
            <a:r>
              <a:rPr lang="en-US" sz="1600" dirty="0" smtClean="0">
                <a:sym typeface="Wingdings" panose="05000000000000000000" pitchFamily="2" charset="2"/>
              </a:rPr>
              <a:t> In this case it’s better to using decision tree or decision tables.</a:t>
            </a:r>
            <a:endParaRPr lang="en-US" sz="1600" dirty="0" smtClean="0"/>
          </a:p>
          <a:p>
            <a:pPr lvl="1"/>
            <a:r>
              <a:rPr lang="en-US" sz="2000" dirty="0"/>
              <a:t>Missing </a:t>
            </a:r>
            <a:r>
              <a:rPr lang="en-US" sz="2000" dirty="0" smtClean="0"/>
              <a:t>exceptions:</a:t>
            </a:r>
          </a:p>
          <a:p>
            <a:pPr lvl="2"/>
            <a:r>
              <a:rPr lang="en-US" sz="1600" i="1" dirty="0" smtClean="0"/>
              <a:t>EX: If the user is working in an existing file and chooses to save the file, the system shall save it with the same name.</a:t>
            </a:r>
          </a:p>
          <a:p>
            <a:pPr lvl="2"/>
            <a:r>
              <a:rPr lang="en-US" sz="1600" i="1" dirty="0" smtClean="0"/>
              <a:t>Explanation: </a:t>
            </a:r>
            <a:r>
              <a:rPr lang="en-US" sz="1600" dirty="0" smtClean="0"/>
              <a:t>This requirement doesn’t indicate what the system do if it’s unable to save the file with the same name.</a:t>
            </a:r>
          </a:p>
          <a:p>
            <a:pPr marL="914400" lvl="2" indent="0">
              <a:buNone/>
            </a:pPr>
            <a:r>
              <a:rPr lang="en-US" sz="1600" dirty="0" smtClean="0">
                <a:sym typeface="Wingdings" panose="05000000000000000000" pitchFamily="2" charset="2"/>
              </a:rPr>
              <a:t></a:t>
            </a:r>
            <a:r>
              <a:rPr lang="en-US" sz="1600" i="1" dirty="0" smtClean="0">
                <a:sym typeface="Wingdings" panose="05000000000000000000" pitchFamily="2" charset="2"/>
              </a:rPr>
              <a:t> If the system is unable to save a file using the same name, the system shall give the user the option to save it with a different name or to cancel the save operation.</a:t>
            </a:r>
            <a:endParaRPr lang="en-US" sz="1600" dirty="0"/>
          </a:p>
        </p:txBody>
      </p:sp>
      <p:sp>
        <p:nvSpPr>
          <p:cNvPr id="2" name="Title 1"/>
          <p:cNvSpPr>
            <a:spLocks noGrp="1"/>
          </p:cNvSpPr>
          <p:nvPr>
            <p:ph type="title"/>
          </p:nvPr>
        </p:nvSpPr>
        <p:spPr/>
        <p:txBody>
          <a:bodyPr/>
          <a:lstStyle/>
          <a:p>
            <a:r>
              <a:rPr lang="en-US"/>
              <a:t>Guidelines for writing requirements</a:t>
            </a:r>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1530540943"/>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dirty="0" smtClean="0"/>
              <a:t>The groups read carefully 3 examples from page 218 to page 219 for more information about the writing requirements’ skills.</a:t>
            </a:r>
          </a:p>
          <a:p>
            <a:pPr marL="0" indent="0">
              <a:buNone/>
            </a:pPr>
            <a:endParaRPr lang="en-US" sz="2400" dirty="0" smtClean="0"/>
          </a:p>
          <a:p>
            <a:r>
              <a:rPr lang="en-US" sz="2400" b="1" dirty="0"/>
              <a:t>Example 1 </a:t>
            </a:r>
            <a:r>
              <a:rPr lang="en-US" sz="2400" i="1" dirty="0"/>
              <a:t>The Background Task Manager shall provide status messages at regular intervals not less than every 60 seconds</a:t>
            </a:r>
            <a:r>
              <a:rPr lang="en-US" sz="2400" i="1" dirty="0" smtClean="0"/>
              <a:t>.</a:t>
            </a:r>
          </a:p>
          <a:p>
            <a:r>
              <a:rPr lang="en-US" sz="2400" b="1" dirty="0"/>
              <a:t>Example 2 </a:t>
            </a:r>
            <a:r>
              <a:rPr lang="en-US" sz="2400" i="1" dirty="0"/>
              <a:t>Corporate project charge numbers should be validated online against the master corporate charge number list, if possible</a:t>
            </a:r>
            <a:r>
              <a:rPr lang="en-US" sz="2400" i="1" dirty="0" smtClean="0"/>
              <a:t>.</a:t>
            </a:r>
          </a:p>
          <a:p>
            <a:r>
              <a:rPr lang="en-US" sz="2400" b="1" dirty="0"/>
              <a:t>Example 3 </a:t>
            </a:r>
            <a:r>
              <a:rPr lang="en-US" sz="2400" i="1" dirty="0"/>
              <a:t>The device tester shall allow the user to easily connect additional components, including a pulse generator, a voltmeter, a capacitance meter, and custom probe cards</a:t>
            </a:r>
            <a:r>
              <a:rPr lang="en-US" sz="2400" i="1" dirty="0" smtClean="0"/>
              <a:t>.</a:t>
            </a:r>
          </a:p>
          <a:p>
            <a:endParaRPr lang="en-US" sz="2400" dirty="0"/>
          </a:p>
        </p:txBody>
      </p:sp>
      <p:sp>
        <p:nvSpPr>
          <p:cNvPr id="2" name="Title 1"/>
          <p:cNvSpPr>
            <a:spLocks noGrp="1"/>
          </p:cNvSpPr>
          <p:nvPr>
            <p:ph type="title"/>
          </p:nvPr>
        </p:nvSpPr>
        <p:spPr/>
        <p:txBody>
          <a:bodyPr>
            <a:noAutofit/>
          </a:bodyPr>
          <a:lstStyle/>
          <a:p>
            <a:r>
              <a:rPr lang="en-US" sz="3200" dirty="0"/>
              <a:t>Sample requirements, before and </a:t>
            </a:r>
            <a:r>
              <a:rPr lang="en-US" sz="3200" dirty="0" smtClean="0"/>
              <a:t>after</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3287335853"/>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lstStyle/>
          <a:p>
            <a:r>
              <a:rPr lang="en-US" sz="2400" dirty="0" smtClean="0"/>
              <a:t>Read carefully the following requirement:</a:t>
            </a:r>
          </a:p>
          <a:p>
            <a:pPr marL="0" indent="0">
              <a:buNone/>
            </a:pPr>
            <a:r>
              <a:rPr lang="en-US" sz="2400" b="1" dirty="0" smtClean="0"/>
              <a:t>“</a:t>
            </a:r>
            <a:r>
              <a:rPr lang="en-US" sz="2400" i="1" dirty="0" smtClean="0"/>
              <a:t>The </a:t>
            </a:r>
            <a:r>
              <a:rPr lang="en-US" sz="2400" i="1" dirty="0"/>
              <a:t>system must check for inconsistencies in account data between the Active Account Log and the Account Manager archive. The logic that is used to generate these comparisons should be based on the logic in the existing consistency checker tool. In other words, the new code does not need to be developed from scratch. The developers should utilize the current consistency checker code as the foundation. However, additional logic must be added to identify which database is the authoritative source. The new functionality will include writing data to holding tables to indicate how/where to resolve inconsistencies. Additionally, the code should also check for exception scenarios against the security tools database. Automated email alerts should be sent to the Security Compliance Team whenever discrepancies are found</a:t>
            </a:r>
            <a:r>
              <a:rPr lang="en-US" sz="2400" i="1" dirty="0" smtClean="0"/>
              <a:t>.”</a:t>
            </a:r>
            <a:endParaRPr lang="en-US" sz="2000" i="1" dirty="0" smtClean="0"/>
          </a:p>
          <a:p>
            <a:endParaRPr lang="en-US" sz="2000" dirty="0"/>
          </a:p>
        </p:txBody>
      </p:sp>
      <p:sp>
        <p:nvSpPr>
          <p:cNvPr id="2" name="Title 1"/>
          <p:cNvSpPr>
            <a:spLocks noGrp="1"/>
          </p:cNvSpPr>
          <p:nvPr>
            <p:ph type="title"/>
          </p:nvPr>
        </p:nvSpPr>
        <p:spPr/>
        <p:txBody>
          <a:bodyPr>
            <a:noAutofit/>
          </a:bodyPr>
          <a:lstStyle/>
          <a:p>
            <a:r>
              <a:rPr lang="en-US" sz="3200" dirty="0" smtClean="0"/>
              <a:t>Teamwork</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2482934764"/>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rmAutofit fontScale="85000" lnSpcReduction="20000"/>
          </a:bodyPr>
          <a:lstStyle/>
          <a:p>
            <a:r>
              <a:rPr lang="en-US" sz="2400" dirty="0" smtClean="0"/>
              <a:t>Read carefully the following guidelines:</a:t>
            </a:r>
          </a:p>
          <a:p>
            <a:pPr lvl="1"/>
            <a:r>
              <a:rPr lang="en-US" dirty="0" smtClean="0"/>
              <a:t>There </a:t>
            </a:r>
            <a:r>
              <a:rPr lang="en-US" dirty="0"/>
              <a:t>are numerous requirements in here that should be split out </a:t>
            </a:r>
            <a:r>
              <a:rPr lang="en-US" dirty="0" smtClean="0"/>
              <a:t>individually.</a:t>
            </a:r>
          </a:p>
          <a:p>
            <a:pPr lvl="1"/>
            <a:r>
              <a:rPr lang="en-US" dirty="0" smtClean="0"/>
              <a:t>If </a:t>
            </a:r>
            <a:r>
              <a:rPr lang="en-US" dirty="0"/>
              <a:t>the comparison logic is “based on” logic in the existing consistency checker tool, exactly what portion of the code can be reused and how does it need to be changed? What functions are different between the new system and the existing tool? What “additional logic” must be added? How exactly can the system determine “which database is the authoritative source</a:t>
            </a:r>
            <a:r>
              <a:rPr lang="en-US" dirty="0" smtClean="0"/>
              <a:t>”?</a:t>
            </a:r>
          </a:p>
          <a:p>
            <a:pPr lvl="1"/>
            <a:r>
              <a:rPr lang="en-US" dirty="0" smtClean="0"/>
              <a:t>The </a:t>
            </a:r>
            <a:r>
              <a:rPr lang="en-US" dirty="0"/>
              <a:t>new functionality “includes” writing data to holding tables; is that all, or is other functionality “included” that isn’t explicitly </a:t>
            </a:r>
            <a:r>
              <a:rPr lang="en-US" dirty="0" smtClean="0"/>
              <a:t>stated?</a:t>
            </a:r>
          </a:p>
          <a:p>
            <a:pPr lvl="1"/>
            <a:r>
              <a:rPr lang="en-US" dirty="0" smtClean="0"/>
              <a:t>Clarify </a:t>
            </a:r>
            <a:r>
              <a:rPr lang="en-US" dirty="0"/>
              <a:t>what “how/where” means when resolving inconsistencies</a:t>
            </a:r>
            <a:r>
              <a:rPr lang="en-US" dirty="0" smtClean="0"/>
              <a:t>.</a:t>
            </a:r>
          </a:p>
          <a:p>
            <a:pPr lvl="1"/>
            <a:r>
              <a:rPr lang="en-US" dirty="0" smtClean="0"/>
              <a:t>“</a:t>
            </a:r>
            <a:r>
              <a:rPr lang="en-US" dirty="0"/>
              <a:t>Should” is used in several </a:t>
            </a:r>
            <a:r>
              <a:rPr lang="en-US" dirty="0" smtClean="0"/>
              <a:t>places.</a:t>
            </a:r>
          </a:p>
          <a:p>
            <a:pPr lvl="1"/>
            <a:r>
              <a:rPr lang="en-US" dirty="0" smtClean="0"/>
              <a:t>What’s </a:t>
            </a:r>
            <a:r>
              <a:rPr lang="en-US" dirty="0"/>
              <a:t>the relationship between an “exception scenario” and a “discrepancy”? If they’re synonyms, pick one term and stick with it. A glossary might clarify whether these are the same or how they are </a:t>
            </a:r>
            <a:r>
              <a:rPr lang="en-US" dirty="0" smtClean="0"/>
              <a:t>related.</a:t>
            </a:r>
          </a:p>
          <a:p>
            <a:pPr lvl="1"/>
            <a:r>
              <a:rPr lang="en-US" dirty="0" smtClean="0"/>
              <a:t>What </a:t>
            </a:r>
            <a:r>
              <a:rPr lang="en-US" dirty="0"/>
              <a:t>information should the system send to the Security Compliance Team when it detects a discrepancy</a:t>
            </a:r>
            <a:r>
              <a:rPr lang="en-US" dirty="0" smtClean="0"/>
              <a:t>?</a:t>
            </a:r>
            <a:endParaRPr lang="en-US" dirty="0"/>
          </a:p>
        </p:txBody>
      </p:sp>
      <p:sp>
        <p:nvSpPr>
          <p:cNvPr id="2" name="Title 1"/>
          <p:cNvSpPr>
            <a:spLocks noGrp="1"/>
          </p:cNvSpPr>
          <p:nvPr>
            <p:ph type="title"/>
          </p:nvPr>
        </p:nvSpPr>
        <p:spPr/>
        <p:txBody>
          <a:bodyPr>
            <a:noAutofit/>
          </a:bodyPr>
          <a:lstStyle/>
          <a:p>
            <a:r>
              <a:rPr lang="en-US" sz="3200" dirty="0" smtClean="0"/>
              <a:t>Teamwork</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1033175832"/>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rmAutofit/>
          </a:bodyPr>
          <a:lstStyle/>
          <a:p>
            <a:r>
              <a:rPr lang="en-US" sz="2400" dirty="0" smtClean="0"/>
              <a:t>Your group’s tasks:</a:t>
            </a:r>
          </a:p>
          <a:p>
            <a:pPr lvl="1"/>
            <a:r>
              <a:rPr lang="en-US" dirty="0" smtClean="0"/>
              <a:t>Rewrite the above requirements.</a:t>
            </a:r>
          </a:p>
          <a:p>
            <a:pPr lvl="1"/>
            <a:r>
              <a:rPr lang="en-US" dirty="0" smtClean="0"/>
              <a:t>Save in the document (.doc).</a:t>
            </a:r>
          </a:p>
          <a:p>
            <a:pPr lvl="1"/>
            <a:r>
              <a:rPr lang="en-US" dirty="0" smtClean="0"/>
              <a:t>Submit it via my email.</a:t>
            </a:r>
          </a:p>
          <a:p>
            <a:pPr lvl="1"/>
            <a:r>
              <a:rPr lang="en-US" dirty="0" smtClean="0"/>
              <a:t>Deadline: 20:00 PM tomorrow.</a:t>
            </a:r>
            <a:endParaRPr lang="en-US" dirty="0"/>
          </a:p>
        </p:txBody>
      </p:sp>
      <p:sp>
        <p:nvSpPr>
          <p:cNvPr id="2" name="Title 1"/>
          <p:cNvSpPr>
            <a:spLocks noGrp="1"/>
          </p:cNvSpPr>
          <p:nvPr>
            <p:ph type="title"/>
          </p:nvPr>
        </p:nvSpPr>
        <p:spPr/>
        <p:txBody>
          <a:bodyPr>
            <a:noAutofit/>
          </a:bodyPr>
          <a:lstStyle/>
          <a:p>
            <a:r>
              <a:rPr lang="en-US" sz="3200" dirty="0" smtClean="0"/>
              <a:t>Teamwork</a:t>
            </a:r>
            <a:endParaRPr lang="en-US" sz="3200" dirty="0"/>
          </a:p>
        </p:txBody>
      </p:sp>
      <p:sp>
        <p:nvSpPr>
          <p:cNvPr id="4" name="Footer Placeholder 3"/>
          <p:cNvSpPr>
            <a:spLocks noGrp="1"/>
          </p:cNvSpPr>
          <p:nvPr>
            <p:ph type="ftr" sz="quarter" idx="10"/>
          </p:nvPr>
        </p:nvSpPr>
        <p:spPr/>
        <p:txBody>
          <a:bodyPr/>
          <a:lstStyle/>
          <a:p>
            <a:pPr>
              <a:defRPr/>
            </a:pPr>
            <a:r>
              <a:rPr lang="en-US" smtClean="0"/>
              <a:t>Chapter 11: Writing excellent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738531335"/>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a:t>
            </a:r>
            <a:r>
              <a:rPr lang="en-US" sz="3200" dirty="0" smtClean="0"/>
              <a:t>11</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04898521"/>
      </p:ext>
    </p:extLst>
  </p:cSld>
  <p:clrMapOvr>
    <a:masterClrMapping/>
  </p:clrMapOvr>
  <p:transition>
    <p:split orient="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1046790377"/>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1737</TotalTime>
  <Words>3553</Words>
  <Application>Microsoft Office PowerPoint</Application>
  <PresentationFormat>On-screen Show (4:3)</PresentationFormat>
  <Paragraphs>234</Paragraphs>
  <Slides>18</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Tahoma</vt:lpstr>
      <vt:lpstr>Wingdings</vt:lpstr>
      <vt:lpstr>1_template</vt:lpstr>
      <vt:lpstr>CHAPTER 11  Writing excellent requirements</vt:lpstr>
      <vt:lpstr>Review chapter 10</vt:lpstr>
      <vt:lpstr>Objectives</vt:lpstr>
      <vt:lpstr> Contents </vt:lpstr>
      <vt:lpstr>Characteristics of  excellent requirements</vt:lpstr>
      <vt:lpstr>Characteristics of  excellent requirements</vt:lpstr>
      <vt:lpstr>Guidelines for writing requirements</vt:lpstr>
      <vt:lpstr>EX for individual requirements</vt:lpstr>
      <vt:lpstr>Guidelines for writing requirements</vt:lpstr>
      <vt:lpstr>Guidelines for writing requirements</vt:lpstr>
      <vt:lpstr>Guidelines for writing requirements</vt:lpstr>
      <vt:lpstr>Guidelines for writing requirements</vt:lpstr>
      <vt:lpstr>Sample requirements, before and after</vt:lpstr>
      <vt:lpstr>Teamwork</vt:lpstr>
      <vt:lpstr>Teamwork</vt:lpstr>
      <vt:lpstr>Teamwork</vt:lpstr>
      <vt:lpstr>Review chapter 11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Writing excellent requirements</dc:title>
  <dc:creator>Huong</dc:creator>
  <cp:lastModifiedBy>Huynh Bay</cp:lastModifiedBy>
  <cp:revision>81</cp:revision>
  <dcterms:created xsi:type="dcterms:W3CDTF">2018-04-24T06:42:42Z</dcterms:created>
  <dcterms:modified xsi:type="dcterms:W3CDTF">2020-03-02T09:45:56Z</dcterms:modified>
</cp:coreProperties>
</file>