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58" r:id="rId1"/>
  </p:sldMasterIdLst>
  <p:notesMasterIdLst>
    <p:notesMasterId r:id="rId17"/>
  </p:notesMasterIdLst>
  <p:sldIdLst>
    <p:sldId id="285" r:id="rId2"/>
    <p:sldId id="299" r:id="rId3"/>
    <p:sldId id="286" r:id="rId4"/>
    <p:sldId id="287" r:id="rId5"/>
    <p:sldId id="288" r:id="rId6"/>
    <p:sldId id="301" r:id="rId7"/>
    <p:sldId id="300" r:id="rId8"/>
    <p:sldId id="302" r:id="rId9"/>
    <p:sldId id="303" r:id="rId10"/>
    <p:sldId id="289" r:id="rId11"/>
    <p:sldId id="290" r:id="rId12"/>
    <p:sldId id="304" r:id="rId13"/>
    <p:sldId id="291" r:id="rId14"/>
    <p:sldId id="305" r:id="rId15"/>
    <p:sldId id="298"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533EA35F-3531-4F3C-98F9-2B6908BBAB7B}">
          <p14:sldIdLst>
            <p14:sldId id="285"/>
            <p14:sldId id="299"/>
            <p14:sldId id="286"/>
            <p14:sldId id="287"/>
            <p14:sldId id="288"/>
            <p14:sldId id="301"/>
            <p14:sldId id="300"/>
            <p14:sldId id="302"/>
            <p14:sldId id="303"/>
            <p14:sldId id="289"/>
            <p14:sldId id="290"/>
            <p14:sldId id="304"/>
            <p14:sldId id="291"/>
            <p14:sldId id="305"/>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13" autoAdjust="0"/>
    <p:restoredTop sz="89643" autoAdjust="0"/>
  </p:normalViewPr>
  <p:slideViewPr>
    <p:cSldViewPr snapToGrid="0">
      <p:cViewPr varScale="1">
        <p:scale>
          <a:sx n="65" d="100"/>
          <a:sy n="65" d="100"/>
        </p:scale>
        <p:origin x="15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21 – Enhancement and replacement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smtClean="0"/>
            <a:t>Requirements techniques </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smtClean="0"/>
            <a:t>What is enhancement and replacement project</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1F903EBE-540A-403B-AE13-6A09126352BD}">
      <dgm:prSet phldrT="[Text]" custT="1"/>
      <dgm:spPr/>
      <dgm:t>
        <a:bodyPr/>
        <a:lstStyle/>
        <a:p>
          <a:r>
            <a:rPr lang="en-US" sz="1200" dirty="0" smtClean="0"/>
            <a:t>Prioritizing by using biz objectives</a:t>
          </a:r>
          <a:endParaRPr lang="en-US" sz="1200" dirty="0"/>
        </a:p>
      </dgm:t>
    </dgm:pt>
    <dgm:pt modelId="{248E9311-DF61-4B0E-BD57-16AE2D707A60}" type="parTrans" cxnId="{3AA2732E-E1F3-4BD5-9990-5D30D82B08ED}">
      <dgm:prSet/>
      <dgm:spPr/>
      <dgm:t>
        <a:bodyPr/>
        <a:lstStyle/>
        <a:p>
          <a:endParaRPr lang="en-US"/>
        </a:p>
      </dgm:t>
    </dgm:pt>
    <dgm:pt modelId="{BB52F0E9-3899-452E-BFB9-D8344A4C6147}" type="sibTrans" cxnId="{3AA2732E-E1F3-4BD5-9990-5D30D82B08ED}">
      <dgm:prSet/>
      <dgm:spPr/>
      <dgm:t>
        <a:bodyPr/>
        <a:lstStyle/>
        <a:p>
          <a:endParaRPr lang="en-US"/>
        </a:p>
      </dgm:t>
    </dgm:pt>
    <dgm:pt modelId="{F142DEDA-3202-4A6E-A872-744A36211997}">
      <dgm:prSet phldrT="[Text]" custT="1"/>
      <dgm:spPr/>
      <dgm:t>
        <a:bodyPr/>
        <a:lstStyle/>
        <a:p>
          <a:r>
            <a:rPr lang="en-US" sz="1200" dirty="0" smtClean="0"/>
            <a:t>Enhancement projects</a:t>
          </a:r>
          <a:endParaRPr lang="en-US" sz="1200" dirty="0"/>
        </a:p>
      </dgm:t>
    </dgm:pt>
    <dgm:pt modelId="{588037F0-0B1A-4D72-81EB-CAFA026AEFB7}" type="parTrans" cxnId="{EEDD1D35-51A4-4EFC-BEC5-0B8F238E57D2}">
      <dgm:prSet/>
      <dgm:spPr/>
      <dgm:t>
        <a:bodyPr/>
        <a:lstStyle/>
        <a:p>
          <a:endParaRPr lang="en-US"/>
        </a:p>
      </dgm:t>
    </dgm:pt>
    <dgm:pt modelId="{90D5C085-E7FD-409C-B728-A036C61691D1}" type="sibTrans" cxnId="{EEDD1D35-51A4-4EFC-BEC5-0B8F238E57D2}">
      <dgm:prSet/>
      <dgm:spPr/>
      <dgm:t>
        <a:bodyPr/>
        <a:lstStyle/>
        <a:p>
          <a:endParaRPr lang="en-US"/>
        </a:p>
      </dgm:t>
    </dgm:pt>
    <dgm:pt modelId="{1947618A-5736-4E7D-A7B1-0535566E666C}">
      <dgm:prSet phldrT="[Text]" custT="1"/>
      <dgm:spPr/>
      <dgm:t>
        <a:bodyPr/>
        <a:lstStyle/>
        <a:p>
          <a:r>
            <a:rPr lang="en-US" sz="1200" dirty="0" smtClean="0"/>
            <a:t>Replacement projects</a:t>
          </a:r>
          <a:endParaRPr lang="en-US" sz="1200" dirty="0"/>
        </a:p>
      </dgm:t>
    </dgm:pt>
    <dgm:pt modelId="{3C73C88C-ADAC-4E8D-8259-4FBC3819D296}" type="parTrans" cxnId="{48FB7E41-4DCE-49A7-8A59-30799E27CFF1}">
      <dgm:prSet/>
      <dgm:spPr/>
      <dgm:t>
        <a:bodyPr/>
        <a:lstStyle/>
        <a:p>
          <a:endParaRPr lang="en-US"/>
        </a:p>
      </dgm:t>
    </dgm:pt>
    <dgm:pt modelId="{4AA8505F-D096-4A68-B858-481E0AB908C1}" type="sibTrans" cxnId="{48FB7E41-4DCE-49A7-8A59-30799E27CFF1}">
      <dgm:prSet/>
      <dgm:spPr/>
      <dgm:t>
        <a:bodyPr/>
        <a:lstStyle/>
        <a:p>
          <a:endParaRPr lang="en-US"/>
        </a:p>
      </dgm:t>
    </dgm:pt>
    <dgm:pt modelId="{68F0BB4A-4CA0-4481-8397-108E86A12DA4}">
      <dgm:prSet phldrT="[Text]" custT="1"/>
      <dgm:spPr/>
      <dgm:t>
        <a:bodyPr/>
        <a:lstStyle/>
        <a:p>
          <a:r>
            <a:rPr lang="en-US" sz="1200" dirty="0" smtClean="0"/>
            <a:t>Mind the gap</a:t>
          </a:r>
          <a:endParaRPr lang="en-US" sz="1200" dirty="0"/>
        </a:p>
      </dgm:t>
    </dgm:pt>
    <dgm:pt modelId="{ED5ECDE6-7B87-4768-B1AE-20C55CA1EA8F}" type="parTrans" cxnId="{4C35333B-E2CE-49B4-8E8B-065145550125}">
      <dgm:prSet/>
      <dgm:spPr/>
      <dgm:t>
        <a:bodyPr/>
        <a:lstStyle/>
        <a:p>
          <a:endParaRPr lang="en-US"/>
        </a:p>
      </dgm:t>
    </dgm:pt>
    <dgm:pt modelId="{A0B2EC27-08AF-4A70-911E-D73503EF8DD4}" type="sibTrans" cxnId="{4C35333B-E2CE-49B4-8E8B-065145550125}">
      <dgm:prSet/>
      <dgm:spPr/>
      <dgm:t>
        <a:bodyPr/>
        <a:lstStyle/>
        <a:p>
          <a:endParaRPr lang="en-US"/>
        </a:p>
      </dgm:t>
    </dgm:pt>
    <dgm:pt modelId="{C23EE67C-7F77-47BA-A8B3-6493565ADACA}">
      <dgm:prSet phldrT="[Text]" custT="1"/>
      <dgm:spPr/>
      <dgm:t>
        <a:bodyPr/>
        <a:lstStyle/>
        <a:p>
          <a:r>
            <a:rPr lang="en-US" sz="1200" dirty="0" smtClean="0"/>
            <a:t>When old </a:t>
          </a:r>
          <a:r>
            <a:rPr lang="en-US" sz="1200" dirty="0" err="1" smtClean="0"/>
            <a:t>reqs</a:t>
          </a:r>
          <a:r>
            <a:rPr lang="en-US" sz="1200" dirty="0" smtClean="0"/>
            <a:t>. don’t exist</a:t>
          </a:r>
          <a:endParaRPr lang="en-US" sz="1200" dirty="0"/>
        </a:p>
      </dgm:t>
    </dgm:pt>
    <dgm:pt modelId="{97ECD7F0-AF08-4202-8F6B-6035FCFA351C}" type="parTrans" cxnId="{1EC82FDF-DEB7-4D50-9C29-27BC7BD7F60F}">
      <dgm:prSet/>
      <dgm:spPr/>
      <dgm:t>
        <a:bodyPr/>
        <a:lstStyle/>
        <a:p>
          <a:endParaRPr lang="en-US"/>
        </a:p>
      </dgm:t>
    </dgm:pt>
    <dgm:pt modelId="{81688764-0848-43B4-A2D6-8E904026A524}" type="sibTrans" cxnId="{1EC82FDF-DEB7-4D50-9C29-27BC7BD7F60F}">
      <dgm:prSet/>
      <dgm:spPr/>
      <dgm:t>
        <a:bodyPr/>
        <a:lstStyle/>
        <a:p>
          <a:endParaRPr lang="en-US"/>
        </a:p>
      </dgm:t>
    </dgm:pt>
    <dgm:pt modelId="{0394B78F-9F6A-46F9-8192-B5368C603428}">
      <dgm:prSet phldrT="[Text]" custT="1"/>
      <dgm:spPr/>
      <dgm:t>
        <a:bodyPr/>
        <a:lstStyle/>
        <a:p>
          <a:r>
            <a:rPr lang="en-US" sz="1200" smtClean="0"/>
            <a:t>Maintaining </a:t>
          </a:r>
          <a:r>
            <a:rPr lang="en-US" sz="1200" dirty="0" smtClean="0"/>
            <a:t>performance levels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0E0C420F-E415-4DE1-A76A-2CE41E8B1A57}">
      <dgm:prSet phldrT="[Text]" custT="1"/>
      <dgm:spPr/>
      <dgm:t>
        <a:bodyPr/>
        <a:lstStyle/>
        <a:p>
          <a:r>
            <a:rPr lang="en-US" sz="1200" dirty="0" smtClean="0"/>
            <a:t>Which </a:t>
          </a:r>
          <a:r>
            <a:rPr lang="en-US" sz="1200" dirty="0" err="1" smtClean="0"/>
            <a:t>reqs</a:t>
          </a:r>
          <a:r>
            <a:rPr lang="en-US" sz="1200" dirty="0" smtClean="0"/>
            <a:t>. should you specify?</a:t>
          </a:r>
          <a:endParaRPr lang="en-US" sz="1200" dirty="0"/>
        </a:p>
      </dgm:t>
    </dgm:pt>
    <dgm:pt modelId="{79AD4D35-91EB-4DB6-A13B-DE436158891D}" type="parTrans" cxnId="{38F54E08-7154-4E49-99E5-D24D98090A59}">
      <dgm:prSet/>
      <dgm:spPr/>
      <dgm:t>
        <a:bodyPr/>
        <a:lstStyle/>
        <a:p>
          <a:endParaRPr lang="en-US"/>
        </a:p>
      </dgm:t>
    </dgm:pt>
    <dgm:pt modelId="{EFE48ADF-17C8-4360-8B44-05FA1FAA82C4}" type="sibTrans" cxnId="{38F54E08-7154-4E49-99E5-D24D98090A59}">
      <dgm:prSet/>
      <dgm:spPr/>
      <dgm:t>
        <a:bodyPr/>
        <a:lstStyle/>
        <a:p>
          <a:endParaRPr lang="en-US"/>
        </a:p>
      </dgm:t>
    </dgm:pt>
    <dgm:pt modelId="{D21AA50B-6F47-4522-9EC2-1DCF65D1D4AF}">
      <dgm:prSet phldrT="[Text]" custT="1"/>
      <dgm:spPr/>
      <dgm:t>
        <a:bodyPr/>
        <a:lstStyle/>
        <a:p>
          <a:r>
            <a:rPr lang="en-US" sz="1200" dirty="0" smtClean="0"/>
            <a:t>How to discover the </a:t>
          </a:r>
          <a:r>
            <a:rPr lang="en-US" sz="1200" dirty="0" err="1" smtClean="0"/>
            <a:t>reqs</a:t>
          </a:r>
          <a:r>
            <a:rPr lang="en-US" sz="1200" dirty="0" smtClean="0"/>
            <a:t>. of an existing system</a:t>
          </a:r>
          <a:endParaRPr lang="en-US" sz="1200" dirty="0"/>
        </a:p>
      </dgm:t>
    </dgm:pt>
    <dgm:pt modelId="{43109AA1-FEEE-4F25-AE73-32BDAA3045E7}" type="parTrans" cxnId="{025F3CB9-CB65-4128-947E-9B6C6492BF1A}">
      <dgm:prSet/>
      <dgm:spPr/>
      <dgm:t>
        <a:bodyPr/>
        <a:lstStyle/>
        <a:p>
          <a:endParaRPr lang="en-US"/>
        </a:p>
      </dgm:t>
    </dgm:pt>
    <dgm:pt modelId="{CECDADA7-D3E7-4A39-A783-CD0194524D5E}" type="sibTrans" cxnId="{025F3CB9-CB65-4128-947E-9B6C6492BF1A}">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1570"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06A5B176-3147-4D45-9EF8-CF91B612166F}" type="pres">
      <dgm:prSet presAssocID="{588037F0-0B1A-4D72-81EB-CAFA026AEFB7}" presName="Name37" presStyleLbl="parChTrans1D3" presStyleIdx="0" presStyleCnt="6"/>
      <dgm:spPr/>
      <dgm:t>
        <a:bodyPr/>
        <a:lstStyle/>
        <a:p>
          <a:endParaRPr lang="en-US"/>
        </a:p>
      </dgm:t>
    </dgm:pt>
    <dgm:pt modelId="{A1823CA7-FCBA-4115-A337-66BE02B03547}" type="pres">
      <dgm:prSet presAssocID="{F142DEDA-3202-4A6E-A872-744A36211997}" presName="hierRoot2" presStyleCnt="0">
        <dgm:presLayoutVars>
          <dgm:hierBranch val="init"/>
        </dgm:presLayoutVars>
      </dgm:prSet>
      <dgm:spPr/>
    </dgm:pt>
    <dgm:pt modelId="{80E2B167-EDC3-4945-9077-5283EEF70EE4}" type="pres">
      <dgm:prSet presAssocID="{F142DEDA-3202-4A6E-A872-744A36211997}" presName="rootComposite" presStyleCnt="0"/>
      <dgm:spPr/>
    </dgm:pt>
    <dgm:pt modelId="{28A90088-1D74-4647-BC3B-F17F2E584608}" type="pres">
      <dgm:prSet presAssocID="{F142DEDA-3202-4A6E-A872-744A36211997}" presName="rootText" presStyleLbl="node3" presStyleIdx="0" presStyleCnt="6" custScaleX="144924" custLinFactNeighborY="3462">
        <dgm:presLayoutVars>
          <dgm:chPref val="3"/>
        </dgm:presLayoutVars>
      </dgm:prSet>
      <dgm:spPr/>
      <dgm:t>
        <a:bodyPr/>
        <a:lstStyle/>
        <a:p>
          <a:endParaRPr lang="en-US"/>
        </a:p>
      </dgm:t>
    </dgm:pt>
    <dgm:pt modelId="{D62CADF8-24AE-4E16-B362-DFB8C42A8D00}" type="pres">
      <dgm:prSet presAssocID="{F142DEDA-3202-4A6E-A872-744A36211997}" presName="rootConnector" presStyleLbl="node3" presStyleIdx="0" presStyleCnt="6"/>
      <dgm:spPr/>
      <dgm:t>
        <a:bodyPr/>
        <a:lstStyle/>
        <a:p>
          <a:endParaRPr lang="en-US"/>
        </a:p>
      </dgm:t>
    </dgm:pt>
    <dgm:pt modelId="{D2D25354-BC15-441D-9C43-4E22F84DF7E3}" type="pres">
      <dgm:prSet presAssocID="{F142DEDA-3202-4A6E-A872-744A36211997}" presName="hierChild4" presStyleCnt="0"/>
      <dgm:spPr/>
    </dgm:pt>
    <dgm:pt modelId="{42C6C630-1192-4F5E-B919-40B53C299E86}" type="pres">
      <dgm:prSet presAssocID="{F142DEDA-3202-4A6E-A872-744A36211997}" presName="hierChild5" presStyleCnt="0"/>
      <dgm:spPr/>
    </dgm:pt>
    <dgm:pt modelId="{22A06763-7CD0-41E0-8047-44C9999C84AA}" type="pres">
      <dgm:prSet presAssocID="{3C73C88C-ADAC-4E8D-8259-4FBC3819D296}" presName="Name37" presStyleLbl="parChTrans1D3" presStyleIdx="1" presStyleCnt="6"/>
      <dgm:spPr/>
      <dgm:t>
        <a:bodyPr/>
        <a:lstStyle/>
        <a:p>
          <a:endParaRPr lang="en-US"/>
        </a:p>
      </dgm:t>
    </dgm:pt>
    <dgm:pt modelId="{EBCD387B-99F5-420E-AC68-BB5DDA55274F}" type="pres">
      <dgm:prSet presAssocID="{1947618A-5736-4E7D-A7B1-0535566E666C}" presName="hierRoot2" presStyleCnt="0">
        <dgm:presLayoutVars>
          <dgm:hierBranch val="init"/>
        </dgm:presLayoutVars>
      </dgm:prSet>
      <dgm:spPr/>
    </dgm:pt>
    <dgm:pt modelId="{1FCE71FC-8197-4D43-AEA9-42AE00FBE624}" type="pres">
      <dgm:prSet presAssocID="{1947618A-5736-4E7D-A7B1-0535566E666C}" presName="rootComposite" presStyleCnt="0"/>
      <dgm:spPr/>
    </dgm:pt>
    <dgm:pt modelId="{EF3A83E1-5846-4AE9-8B47-6582C37CA326}" type="pres">
      <dgm:prSet presAssocID="{1947618A-5736-4E7D-A7B1-0535566E666C}" presName="rootText" presStyleLbl="node3" presStyleIdx="1" presStyleCnt="6" custScaleX="144924">
        <dgm:presLayoutVars>
          <dgm:chPref val="3"/>
        </dgm:presLayoutVars>
      </dgm:prSet>
      <dgm:spPr/>
      <dgm:t>
        <a:bodyPr/>
        <a:lstStyle/>
        <a:p>
          <a:endParaRPr lang="en-US"/>
        </a:p>
      </dgm:t>
    </dgm:pt>
    <dgm:pt modelId="{3FADC6AF-5D4B-418A-9301-DABA5E048E22}" type="pres">
      <dgm:prSet presAssocID="{1947618A-5736-4E7D-A7B1-0535566E666C}" presName="rootConnector" presStyleLbl="node3" presStyleIdx="1" presStyleCnt="6"/>
      <dgm:spPr/>
      <dgm:t>
        <a:bodyPr/>
        <a:lstStyle/>
        <a:p>
          <a:endParaRPr lang="en-US"/>
        </a:p>
      </dgm:t>
    </dgm:pt>
    <dgm:pt modelId="{AC56E703-D854-4DBA-8A21-3B81398E67CB}" type="pres">
      <dgm:prSet presAssocID="{1947618A-5736-4E7D-A7B1-0535566E666C}" presName="hierChild4" presStyleCnt="0"/>
      <dgm:spPr/>
    </dgm:pt>
    <dgm:pt modelId="{578E88AA-3D50-4523-B7AE-4BD9067055A6}" type="pres">
      <dgm:prSet presAssocID="{1947618A-5736-4E7D-A7B1-0535566E666C}" presName="hierChild5"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1570"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3E362709-8DF5-4ED1-BE78-2D67C7F6CD59}" type="pres">
      <dgm:prSet presAssocID="{620DD3EC-BDCD-468B-B566-7FE2B848507E}" presName="hierChild5" presStyleCnt="0"/>
      <dgm:spPr/>
    </dgm:pt>
    <dgm:pt modelId="{76E33A9D-9480-40FB-A4DF-EE1E2E7E401E}" type="pres">
      <dgm:prSet presAssocID="{248E9311-DF61-4B0E-BD57-16AE2D707A60}" presName="Name37" presStyleLbl="parChTrans1D2" presStyleIdx="2" presStyleCnt="4"/>
      <dgm:spPr/>
      <dgm:t>
        <a:bodyPr/>
        <a:lstStyle/>
        <a:p>
          <a:endParaRPr lang="en-US"/>
        </a:p>
      </dgm:t>
    </dgm:pt>
    <dgm:pt modelId="{04B8EA4A-11CB-4AF7-85D7-32F9AD439CB7}" type="pres">
      <dgm:prSet presAssocID="{1F903EBE-540A-403B-AE13-6A09126352BD}" presName="hierRoot2" presStyleCnt="0">
        <dgm:presLayoutVars>
          <dgm:hierBranch val="init"/>
        </dgm:presLayoutVars>
      </dgm:prSet>
      <dgm:spPr/>
    </dgm:pt>
    <dgm:pt modelId="{D50DA092-4409-4311-BEA8-2E2A816EFE92}" type="pres">
      <dgm:prSet presAssocID="{1F903EBE-540A-403B-AE13-6A09126352BD}" presName="rootComposite" presStyleCnt="0"/>
      <dgm:spPr/>
    </dgm:pt>
    <dgm:pt modelId="{B4DA07B5-29B3-4442-A69E-055EEC652BE8}" type="pres">
      <dgm:prSet presAssocID="{1F903EBE-540A-403B-AE13-6A09126352BD}" presName="rootText" presStyleLbl="node2" presStyleIdx="2" presStyleCnt="4" custScaleX="157460" custScaleY="112796" custLinFactNeighborY="3462">
        <dgm:presLayoutVars>
          <dgm:chPref val="3"/>
        </dgm:presLayoutVars>
      </dgm:prSet>
      <dgm:spPr/>
      <dgm:t>
        <a:bodyPr/>
        <a:lstStyle/>
        <a:p>
          <a:endParaRPr lang="en-US"/>
        </a:p>
      </dgm:t>
    </dgm:pt>
    <dgm:pt modelId="{746FE1B3-37E8-4050-B0B7-5668D5D7D118}" type="pres">
      <dgm:prSet presAssocID="{1F903EBE-540A-403B-AE13-6A09126352BD}" presName="rootConnector" presStyleLbl="node2" presStyleIdx="2" presStyleCnt="4"/>
      <dgm:spPr/>
      <dgm:t>
        <a:bodyPr/>
        <a:lstStyle/>
        <a:p>
          <a:endParaRPr lang="en-US"/>
        </a:p>
      </dgm:t>
    </dgm:pt>
    <dgm:pt modelId="{CA531930-87B7-4E2B-AA93-B0ECAA52CC09}" type="pres">
      <dgm:prSet presAssocID="{1F903EBE-540A-403B-AE13-6A09126352BD}" presName="hierChild4" presStyleCnt="0"/>
      <dgm:spPr/>
    </dgm:pt>
    <dgm:pt modelId="{0207D2DC-D98D-48DB-A444-1B3BB3C111EF}" type="pres">
      <dgm:prSet presAssocID="{ED5ECDE6-7B87-4768-B1AE-20C55CA1EA8F}" presName="Name37" presStyleLbl="parChTrans1D3" presStyleIdx="2" presStyleCnt="6"/>
      <dgm:spPr/>
      <dgm:t>
        <a:bodyPr/>
        <a:lstStyle/>
        <a:p>
          <a:endParaRPr lang="en-US"/>
        </a:p>
      </dgm:t>
    </dgm:pt>
    <dgm:pt modelId="{BBE3DE01-9991-4932-A682-9EC9E0F8B3A7}" type="pres">
      <dgm:prSet presAssocID="{68F0BB4A-4CA0-4481-8397-108E86A12DA4}" presName="hierRoot2" presStyleCnt="0">
        <dgm:presLayoutVars>
          <dgm:hierBranch val="init"/>
        </dgm:presLayoutVars>
      </dgm:prSet>
      <dgm:spPr/>
    </dgm:pt>
    <dgm:pt modelId="{5E3199D1-526C-4B6E-923B-A4820FFCC213}" type="pres">
      <dgm:prSet presAssocID="{68F0BB4A-4CA0-4481-8397-108E86A12DA4}" presName="rootComposite" presStyleCnt="0"/>
      <dgm:spPr/>
    </dgm:pt>
    <dgm:pt modelId="{B3DA1D68-D7FF-4520-90A3-C4A2EA0D76C0}" type="pres">
      <dgm:prSet presAssocID="{68F0BB4A-4CA0-4481-8397-108E86A12DA4}" presName="rootText" presStyleLbl="node3" presStyleIdx="2" presStyleCnt="6" custScaleX="143635">
        <dgm:presLayoutVars>
          <dgm:chPref val="3"/>
        </dgm:presLayoutVars>
      </dgm:prSet>
      <dgm:spPr/>
      <dgm:t>
        <a:bodyPr/>
        <a:lstStyle/>
        <a:p>
          <a:endParaRPr lang="en-US"/>
        </a:p>
      </dgm:t>
    </dgm:pt>
    <dgm:pt modelId="{D0721C6D-93AC-4B26-927C-A61DADEBA9AA}" type="pres">
      <dgm:prSet presAssocID="{68F0BB4A-4CA0-4481-8397-108E86A12DA4}" presName="rootConnector" presStyleLbl="node3" presStyleIdx="2" presStyleCnt="6"/>
      <dgm:spPr/>
      <dgm:t>
        <a:bodyPr/>
        <a:lstStyle/>
        <a:p>
          <a:endParaRPr lang="en-US"/>
        </a:p>
      </dgm:t>
    </dgm:pt>
    <dgm:pt modelId="{0334F3E5-204D-4D93-AC17-5BC4150447BF}" type="pres">
      <dgm:prSet presAssocID="{68F0BB4A-4CA0-4481-8397-108E86A12DA4}" presName="hierChild4" presStyleCnt="0"/>
      <dgm:spPr/>
    </dgm:pt>
    <dgm:pt modelId="{5E7EC9AB-EEE2-4013-9B1F-D917B34504FA}" type="pres">
      <dgm:prSet presAssocID="{68F0BB4A-4CA0-4481-8397-108E86A12DA4}" presName="hierChild5" presStyleCnt="0"/>
      <dgm:spPr/>
    </dgm:pt>
    <dgm:pt modelId="{D2613D50-256B-4B68-8FAD-AE3AD5188EA2}" type="pres">
      <dgm:prSet presAssocID="{D652C70C-8554-4301-869A-D02E3BDCCF9C}" presName="Name37" presStyleLbl="parChTrans1D3" presStyleIdx="3" presStyleCnt="6"/>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3" presStyleIdx="3" presStyleCnt="6" custScaleX="144924">
        <dgm:presLayoutVars>
          <dgm:chPref val="3"/>
        </dgm:presLayoutVars>
      </dgm:prSet>
      <dgm:spPr/>
      <dgm:t>
        <a:bodyPr/>
        <a:lstStyle/>
        <a:p>
          <a:endParaRPr lang="en-US"/>
        </a:p>
      </dgm:t>
    </dgm:pt>
    <dgm:pt modelId="{57960999-4B07-4944-ABC8-DDEA0942E4F6}" type="pres">
      <dgm:prSet presAssocID="{0394B78F-9F6A-46F9-8192-B5368C603428}" presName="rootConnector" presStyleLbl="node3" presStyleIdx="3" presStyleCnt="6"/>
      <dgm:spPr/>
      <dgm:t>
        <a:bodyPr/>
        <a:lstStyle/>
        <a:p>
          <a:endParaRPr lang="en-US"/>
        </a:p>
      </dgm:t>
    </dgm:pt>
    <dgm:pt modelId="{2D9C1C89-9263-4701-B340-9B49C74F3097}" type="pres">
      <dgm:prSet presAssocID="{0394B78F-9F6A-46F9-8192-B5368C603428}" presName="hierChild4" presStyleCnt="0"/>
      <dgm:spPr/>
    </dgm:pt>
    <dgm:pt modelId="{D3616EBE-629E-42F5-9173-EB1C4DD37B67}" type="pres">
      <dgm:prSet presAssocID="{0394B78F-9F6A-46F9-8192-B5368C603428}" presName="hierChild5" presStyleCnt="0"/>
      <dgm:spPr/>
    </dgm:pt>
    <dgm:pt modelId="{E9A486E8-3FB6-41A6-BD46-32EB689AD74B}" type="pres">
      <dgm:prSet presAssocID="{1F903EBE-540A-403B-AE13-6A09126352BD}" presName="hierChild5" presStyleCnt="0"/>
      <dgm:spPr/>
    </dgm:pt>
    <dgm:pt modelId="{E176ACEC-BD58-4170-B91A-1AA1D1DF77F0}" type="pres">
      <dgm:prSet presAssocID="{97ECD7F0-AF08-4202-8F6B-6035FCFA351C}" presName="Name37" presStyleLbl="parChTrans1D2" presStyleIdx="3" presStyleCnt="4"/>
      <dgm:spPr/>
      <dgm:t>
        <a:bodyPr/>
        <a:lstStyle/>
        <a:p>
          <a:endParaRPr lang="en-US"/>
        </a:p>
      </dgm:t>
    </dgm:pt>
    <dgm:pt modelId="{ECD4CC19-881A-44A6-9474-785CC0C059F4}" type="pres">
      <dgm:prSet presAssocID="{C23EE67C-7F77-47BA-A8B3-6493565ADACA}" presName="hierRoot2" presStyleCnt="0">
        <dgm:presLayoutVars>
          <dgm:hierBranch val="init"/>
        </dgm:presLayoutVars>
      </dgm:prSet>
      <dgm:spPr/>
    </dgm:pt>
    <dgm:pt modelId="{D3FBA0E9-F095-447B-899D-12FE1ACDB26A}" type="pres">
      <dgm:prSet presAssocID="{C23EE67C-7F77-47BA-A8B3-6493565ADACA}" presName="rootComposite" presStyleCnt="0"/>
      <dgm:spPr/>
    </dgm:pt>
    <dgm:pt modelId="{606E0F95-4779-4D9A-B606-9ABA993A565C}" type="pres">
      <dgm:prSet presAssocID="{C23EE67C-7F77-47BA-A8B3-6493565ADACA}" presName="rootText" presStyleLbl="node2" presStyleIdx="3" presStyleCnt="4" custScaleX="153598" custScaleY="124183">
        <dgm:presLayoutVars>
          <dgm:chPref val="3"/>
        </dgm:presLayoutVars>
      </dgm:prSet>
      <dgm:spPr/>
      <dgm:t>
        <a:bodyPr/>
        <a:lstStyle/>
        <a:p>
          <a:endParaRPr lang="en-US"/>
        </a:p>
      </dgm:t>
    </dgm:pt>
    <dgm:pt modelId="{D644AF87-ADF0-487B-AC77-4BAD17472D87}" type="pres">
      <dgm:prSet presAssocID="{C23EE67C-7F77-47BA-A8B3-6493565ADACA}" presName="rootConnector" presStyleLbl="node2" presStyleIdx="3" presStyleCnt="4"/>
      <dgm:spPr/>
      <dgm:t>
        <a:bodyPr/>
        <a:lstStyle/>
        <a:p>
          <a:endParaRPr lang="en-US"/>
        </a:p>
      </dgm:t>
    </dgm:pt>
    <dgm:pt modelId="{E8843230-B658-467E-ABDF-26AE593B8491}" type="pres">
      <dgm:prSet presAssocID="{C23EE67C-7F77-47BA-A8B3-6493565ADACA}" presName="hierChild4" presStyleCnt="0"/>
      <dgm:spPr/>
    </dgm:pt>
    <dgm:pt modelId="{556416A1-EB7E-4C36-B767-DC0126358F47}" type="pres">
      <dgm:prSet presAssocID="{79AD4D35-91EB-4DB6-A13B-DE436158891D}" presName="Name37" presStyleLbl="parChTrans1D3" presStyleIdx="4" presStyleCnt="6"/>
      <dgm:spPr/>
      <dgm:t>
        <a:bodyPr/>
        <a:lstStyle/>
        <a:p>
          <a:endParaRPr lang="en-US"/>
        </a:p>
      </dgm:t>
    </dgm:pt>
    <dgm:pt modelId="{46B081C6-75AD-40F6-822E-B0D1F9AAD110}" type="pres">
      <dgm:prSet presAssocID="{0E0C420F-E415-4DE1-A76A-2CE41E8B1A57}" presName="hierRoot2" presStyleCnt="0">
        <dgm:presLayoutVars>
          <dgm:hierBranch val="init"/>
        </dgm:presLayoutVars>
      </dgm:prSet>
      <dgm:spPr/>
    </dgm:pt>
    <dgm:pt modelId="{2372A345-6B92-4C74-AFE0-6F6E57D20ACB}" type="pres">
      <dgm:prSet presAssocID="{0E0C420F-E415-4DE1-A76A-2CE41E8B1A57}" presName="rootComposite" presStyleCnt="0"/>
      <dgm:spPr/>
    </dgm:pt>
    <dgm:pt modelId="{67C5AE12-E1AF-4A0A-AA6A-A1C64D87D781}" type="pres">
      <dgm:prSet presAssocID="{0E0C420F-E415-4DE1-A76A-2CE41E8B1A57}" presName="rootText" presStyleLbl="node3" presStyleIdx="4" presStyleCnt="6" custScaleX="144924">
        <dgm:presLayoutVars>
          <dgm:chPref val="3"/>
        </dgm:presLayoutVars>
      </dgm:prSet>
      <dgm:spPr/>
      <dgm:t>
        <a:bodyPr/>
        <a:lstStyle/>
        <a:p>
          <a:endParaRPr lang="en-US"/>
        </a:p>
      </dgm:t>
    </dgm:pt>
    <dgm:pt modelId="{562BA969-8EA9-4E83-BF39-5DC33A77ACD4}" type="pres">
      <dgm:prSet presAssocID="{0E0C420F-E415-4DE1-A76A-2CE41E8B1A57}" presName="rootConnector" presStyleLbl="node3" presStyleIdx="4" presStyleCnt="6"/>
      <dgm:spPr/>
      <dgm:t>
        <a:bodyPr/>
        <a:lstStyle/>
        <a:p>
          <a:endParaRPr lang="en-US"/>
        </a:p>
      </dgm:t>
    </dgm:pt>
    <dgm:pt modelId="{91BA20E3-CD76-41E6-A555-E0AFA4AA408B}" type="pres">
      <dgm:prSet presAssocID="{0E0C420F-E415-4DE1-A76A-2CE41E8B1A57}" presName="hierChild4" presStyleCnt="0"/>
      <dgm:spPr/>
    </dgm:pt>
    <dgm:pt modelId="{EF5621FA-AB05-4B18-B5E8-57945E951C58}" type="pres">
      <dgm:prSet presAssocID="{0E0C420F-E415-4DE1-A76A-2CE41E8B1A57}" presName="hierChild5" presStyleCnt="0"/>
      <dgm:spPr/>
    </dgm:pt>
    <dgm:pt modelId="{E4DDB36F-2927-4491-9CDB-13A7789A09B4}" type="pres">
      <dgm:prSet presAssocID="{43109AA1-FEEE-4F25-AE73-32BDAA3045E7}" presName="Name37" presStyleLbl="parChTrans1D3" presStyleIdx="5" presStyleCnt="6"/>
      <dgm:spPr/>
      <dgm:t>
        <a:bodyPr/>
        <a:lstStyle/>
        <a:p>
          <a:endParaRPr lang="en-US"/>
        </a:p>
      </dgm:t>
    </dgm:pt>
    <dgm:pt modelId="{7646EF8C-1DAA-47DB-8A8D-D0DE218958B2}" type="pres">
      <dgm:prSet presAssocID="{D21AA50B-6F47-4522-9EC2-1DCF65D1D4AF}" presName="hierRoot2" presStyleCnt="0">
        <dgm:presLayoutVars>
          <dgm:hierBranch val="init"/>
        </dgm:presLayoutVars>
      </dgm:prSet>
      <dgm:spPr/>
    </dgm:pt>
    <dgm:pt modelId="{FED87233-B1FC-46E6-B2BB-75782D2DC335}" type="pres">
      <dgm:prSet presAssocID="{D21AA50B-6F47-4522-9EC2-1DCF65D1D4AF}" presName="rootComposite" presStyleCnt="0"/>
      <dgm:spPr/>
    </dgm:pt>
    <dgm:pt modelId="{1183AAC3-0F66-4BAC-8068-2D182E1C064A}" type="pres">
      <dgm:prSet presAssocID="{D21AA50B-6F47-4522-9EC2-1DCF65D1D4AF}" presName="rootText" presStyleLbl="node3" presStyleIdx="5" presStyleCnt="6" custScaleX="144924">
        <dgm:presLayoutVars>
          <dgm:chPref val="3"/>
        </dgm:presLayoutVars>
      </dgm:prSet>
      <dgm:spPr/>
      <dgm:t>
        <a:bodyPr/>
        <a:lstStyle/>
        <a:p>
          <a:endParaRPr lang="en-US"/>
        </a:p>
      </dgm:t>
    </dgm:pt>
    <dgm:pt modelId="{27806D9B-9587-4C75-8FB4-F16C2760781A}" type="pres">
      <dgm:prSet presAssocID="{D21AA50B-6F47-4522-9EC2-1DCF65D1D4AF}" presName="rootConnector" presStyleLbl="node3" presStyleIdx="5" presStyleCnt="6"/>
      <dgm:spPr/>
      <dgm:t>
        <a:bodyPr/>
        <a:lstStyle/>
        <a:p>
          <a:endParaRPr lang="en-US"/>
        </a:p>
      </dgm:t>
    </dgm:pt>
    <dgm:pt modelId="{B0EB7AD5-A550-4863-9F99-1527BDE85833}" type="pres">
      <dgm:prSet presAssocID="{D21AA50B-6F47-4522-9EC2-1DCF65D1D4AF}" presName="hierChild4" presStyleCnt="0"/>
      <dgm:spPr/>
    </dgm:pt>
    <dgm:pt modelId="{10ED4CD1-BBA9-4E42-BDB7-C436FB09E616}" type="pres">
      <dgm:prSet presAssocID="{D21AA50B-6F47-4522-9EC2-1DCF65D1D4AF}" presName="hierChild5" presStyleCnt="0"/>
      <dgm:spPr/>
    </dgm:pt>
    <dgm:pt modelId="{328AA022-D844-486A-A579-E33311A2ACB8}" type="pres">
      <dgm:prSet presAssocID="{C23EE67C-7F77-47BA-A8B3-6493565ADACA}" presName="hierChild5" presStyleCnt="0"/>
      <dgm:spPr/>
    </dgm:pt>
    <dgm:pt modelId="{96DEF822-DC52-4FFC-82DA-389CD5B29657}" type="pres">
      <dgm:prSet presAssocID="{9E6404DC-1053-49D6-95EE-599A97C88DD3}" presName="hierChild3" presStyleCnt="0"/>
      <dgm:spPr/>
    </dgm:pt>
  </dgm:ptLst>
  <dgm:cxnLst>
    <dgm:cxn modelId="{8749021B-2268-44B1-AD84-B0921B253255}" type="presOf" srcId="{9286A5EC-F2A9-487D-8BF1-B96EEEFD636B}" destId="{C9422C4E-2B02-4D33-A16B-EF7B187ECAB7}"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5E7B5BD3-D5C7-4329-8C95-CB1074033A3D}" type="presOf" srcId="{1F903EBE-540A-403B-AE13-6A09126352BD}" destId="{B4DA07B5-29B3-4442-A69E-055EEC652BE8}" srcOrd="0" destOrd="0" presId="urn:microsoft.com/office/officeart/2005/8/layout/orgChart1"/>
    <dgm:cxn modelId="{38F54E08-7154-4E49-99E5-D24D98090A59}" srcId="{C23EE67C-7F77-47BA-A8B3-6493565ADACA}" destId="{0E0C420F-E415-4DE1-A76A-2CE41E8B1A57}" srcOrd="0" destOrd="0" parTransId="{79AD4D35-91EB-4DB6-A13B-DE436158891D}" sibTransId="{EFE48ADF-17C8-4360-8B44-05FA1FAA82C4}"/>
    <dgm:cxn modelId="{5F7DB5C3-B355-4F57-8A7E-F3CD6853FA97}" type="presOf" srcId="{ED5ECDE6-7B87-4768-B1AE-20C55CA1EA8F}" destId="{0207D2DC-D98D-48DB-A444-1B3BB3C111EF}" srcOrd="0" destOrd="0" presId="urn:microsoft.com/office/officeart/2005/8/layout/orgChart1"/>
    <dgm:cxn modelId="{B5ABC604-1326-4694-B54C-E5E593D5B4D3}" srcId="{1F903EBE-540A-403B-AE13-6A09126352BD}" destId="{0394B78F-9F6A-46F9-8192-B5368C603428}" srcOrd="1" destOrd="0" parTransId="{D652C70C-8554-4301-869A-D02E3BDCCF9C}" sibTransId="{4FD2C2F4-D20F-4955-BB38-134D0C8C3F3C}"/>
    <dgm:cxn modelId="{2A7A2E8B-4E91-4769-93B9-65EF55884A61}" type="presOf" srcId="{1947618A-5736-4E7D-A7B1-0535566E666C}" destId="{EF3A83E1-5846-4AE9-8B47-6582C37CA326}" srcOrd="0" destOrd="0" presId="urn:microsoft.com/office/officeart/2005/8/layout/orgChart1"/>
    <dgm:cxn modelId="{E02EA1F9-1612-4512-A3FC-DB19B79AC42C}" type="presOf" srcId="{588037F0-0B1A-4D72-81EB-CAFA026AEFB7}" destId="{06A5B176-3147-4D45-9EF8-CF91B612166F}" srcOrd="0" destOrd="0" presId="urn:microsoft.com/office/officeart/2005/8/layout/orgChart1"/>
    <dgm:cxn modelId="{BEBE0C71-0B11-4F2C-83E1-8A421F99012C}" type="presOf" srcId="{79AD4D35-91EB-4DB6-A13B-DE436158891D}" destId="{556416A1-EB7E-4C36-B767-DC0126358F47}" srcOrd="0" destOrd="0" presId="urn:microsoft.com/office/officeart/2005/8/layout/orgChart1"/>
    <dgm:cxn modelId="{594EFC9C-86FE-4516-B023-357FF7555D19}" type="presOf" srcId="{0E0C420F-E415-4DE1-A76A-2CE41E8B1A57}" destId="{562BA969-8EA9-4E83-BF39-5DC33A77ACD4}" srcOrd="1" destOrd="0" presId="urn:microsoft.com/office/officeart/2005/8/layout/orgChart1"/>
    <dgm:cxn modelId="{4C35333B-E2CE-49B4-8E8B-065145550125}" srcId="{1F903EBE-540A-403B-AE13-6A09126352BD}" destId="{68F0BB4A-4CA0-4481-8397-108E86A12DA4}" srcOrd="0" destOrd="0" parTransId="{ED5ECDE6-7B87-4768-B1AE-20C55CA1EA8F}" sibTransId="{A0B2EC27-08AF-4A70-911E-D73503EF8DD4}"/>
    <dgm:cxn modelId="{EEDD1D35-51A4-4EFC-BEC5-0B8F238E57D2}" srcId="{9286A5EC-F2A9-487D-8BF1-B96EEEFD636B}" destId="{F142DEDA-3202-4A6E-A872-744A36211997}" srcOrd="0" destOrd="0" parTransId="{588037F0-0B1A-4D72-81EB-CAFA026AEFB7}" sibTransId="{90D5C085-E7FD-409C-B728-A036C61691D1}"/>
    <dgm:cxn modelId="{0889C6DA-DE3D-4EEE-8208-B33A7D302002}" type="presOf" srcId="{3C73C88C-ADAC-4E8D-8259-4FBC3819D296}" destId="{22A06763-7CD0-41E0-8047-44C9999C84AA}" srcOrd="0" destOrd="0" presId="urn:microsoft.com/office/officeart/2005/8/layout/orgChart1"/>
    <dgm:cxn modelId="{6642CCA2-4878-44B3-8B07-8E7CD09647F0}" type="presOf" srcId="{C23EE67C-7F77-47BA-A8B3-6493565ADACA}" destId="{606E0F95-4779-4D9A-B606-9ABA993A565C}" srcOrd="0"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35BA6A19-C82C-4D32-8D6F-0E90A0267519}" type="presOf" srcId="{F142DEDA-3202-4A6E-A872-744A36211997}" destId="{28A90088-1D74-4647-BC3B-F17F2E584608}"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48FB7E41-4DCE-49A7-8A59-30799E27CFF1}" srcId="{9286A5EC-F2A9-487D-8BF1-B96EEEFD636B}" destId="{1947618A-5736-4E7D-A7B1-0535566E666C}" srcOrd="1" destOrd="0" parTransId="{3C73C88C-ADAC-4E8D-8259-4FBC3819D296}" sibTransId="{4AA8505F-D096-4A68-B858-481E0AB908C1}"/>
    <dgm:cxn modelId="{2DB93E03-5AA9-4DD5-8A22-7A025B2DC121}" type="presOf" srcId="{D652C70C-8554-4301-869A-D02E3BDCCF9C}" destId="{D2613D50-256B-4B68-8FAD-AE3AD5188EA2}"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9AF4068-3DE4-490A-9264-0F12B60591B8}" type="presOf" srcId="{F0764DAA-254D-4C3C-9708-669D5BF5A337}" destId="{0146BAA9-2B9D-4F2A-B565-A2DCB6505964}" srcOrd="0" destOrd="0" presId="urn:microsoft.com/office/officeart/2005/8/layout/orgChart1"/>
    <dgm:cxn modelId="{B8E5222C-DCED-48D0-BAA8-950F084BCDAB}" type="presOf" srcId="{97ECD7F0-AF08-4202-8F6B-6035FCFA351C}" destId="{E176ACEC-BD58-4170-B91A-1AA1D1DF77F0}" srcOrd="0" destOrd="0" presId="urn:microsoft.com/office/officeart/2005/8/layout/orgChart1"/>
    <dgm:cxn modelId="{5317F623-2ED8-4710-AC15-800675E39B10}" type="presOf" srcId="{248E9311-DF61-4B0E-BD57-16AE2D707A60}" destId="{76E33A9D-9480-40FB-A4DF-EE1E2E7E401E}" srcOrd="0" destOrd="0" presId="urn:microsoft.com/office/officeart/2005/8/layout/orgChart1"/>
    <dgm:cxn modelId="{A80424CF-40A3-4F70-8A0B-EDC28243426F}" type="presOf" srcId="{D21AA50B-6F47-4522-9EC2-1DCF65D1D4AF}" destId="{1183AAC3-0F66-4BAC-8068-2D182E1C064A}" srcOrd="0" destOrd="0" presId="urn:microsoft.com/office/officeart/2005/8/layout/orgChart1"/>
    <dgm:cxn modelId="{025F3CB9-CB65-4128-947E-9B6C6492BF1A}" srcId="{C23EE67C-7F77-47BA-A8B3-6493565ADACA}" destId="{D21AA50B-6F47-4522-9EC2-1DCF65D1D4AF}" srcOrd="1" destOrd="0" parTransId="{43109AA1-FEEE-4F25-AE73-32BDAA3045E7}" sibTransId="{CECDADA7-D3E7-4A39-A783-CD0194524D5E}"/>
    <dgm:cxn modelId="{FB87CBE7-A783-49FA-9FDC-C388EA88CADE}" type="presOf" srcId="{F142DEDA-3202-4A6E-A872-744A36211997}" destId="{D62CADF8-24AE-4E16-B362-DFB8C42A8D00}" srcOrd="1" destOrd="0" presId="urn:microsoft.com/office/officeart/2005/8/layout/orgChart1"/>
    <dgm:cxn modelId="{CB41D076-54B8-4DC1-949C-ACBED0BFBB39}" type="presOf" srcId="{43109AA1-FEEE-4F25-AE73-32BDAA3045E7}" destId="{E4DDB36F-2927-4491-9CDB-13A7789A09B4}" srcOrd="0" destOrd="0" presId="urn:microsoft.com/office/officeart/2005/8/layout/orgChart1"/>
    <dgm:cxn modelId="{D5051094-61BC-42D3-BB85-5E5FB0D22CFE}" type="presOf" srcId="{1F903EBE-540A-403B-AE13-6A09126352BD}" destId="{746FE1B3-37E8-4050-B0B7-5668D5D7D118}" srcOrd="1" destOrd="0" presId="urn:microsoft.com/office/officeart/2005/8/layout/orgChart1"/>
    <dgm:cxn modelId="{1EC82FDF-DEB7-4D50-9C29-27BC7BD7F60F}" srcId="{9E6404DC-1053-49D6-95EE-599A97C88DD3}" destId="{C23EE67C-7F77-47BA-A8B3-6493565ADACA}" srcOrd="3" destOrd="0" parTransId="{97ECD7F0-AF08-4202-8F6B-6035FCFA351C}" sibTransId="{81688764-0848-43B4-A2D6-8E904026A524}"/>
    <dgm:cxn modelId="{400FF442-4627-4086-BA56-FE8CD6D12D61}" type="presOf" srcId="{0E0C420F-E415-4DE1-A76A-2CE41E8B1A57}" destId="{67C5AE12-E1AF-4A0A-AA6A-A1C64D87D781}"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9DDF1B8C-24A5-40F0-AD24-728574A30894}" type="presOf" srcId="{0394B78F-9F6A-46F9-8192-B5368C603428}" destId="{57960999-4B07-4944-ABC8-DDEA0942E4F6}" srcOrd="1" destOrd="0" presId="urn:microsoft.com/office/officeart/2005/8/layout/orgChart1"/>
    <dgm:cxn modelId="{3AA2732E-E1F3-4BD5-9990-5D30D82B08ED}" srcId="{9E6404DC-1053-49D6-95EE-599A97C88DD3}" destId="{1F903EBE-540A-403B-AE13-6A09126352BD}" srcOrd="2" destOrd="0" parTransId="{248E9311-DF61-4B0E-BD57-16AE2D707A60}" sibTransId="{BB52F0E9-3899-452E-BFB9-D8344A4C6147}"/>
    <dgm:cxn modelId="{9752C8B1-4851-486E-8BD3-4D299AC170C5}" type="presOf" srcId="{620DD3EC-BDCD-468B-B566-7FE2B848507E}" destId="{02B28F85-DE51-42FF-859E-1DD3A478F426}" srcOrd="0" destOrd="0" presId="urn:microsoft.com/office/officeart/2005/8/layout/orgChart1"/>
    <dgm:cxn modelId="{C6049956-7336-4081-81A6-7DCD9A0A0EF0}" type="presOf" srcId="{1947618A-5736-4E7D-A7B1-0535566E666C}" destId="{3FADC6AF-5D4B-418A-9301-DABA5E048E22}" srcOrd="1" destOrd="0" presId="urn:microsoft.com/office/officeart/2005/8/layout/orgChart1"/>
    <dgm:cxn modelId="{8EC2A9D1-3DF1-4895-BBD2-94732DC9E3D1}" type="presOf" srcId="{C23EE67C-7F77-47BA-A8B3-6493565ADACA}" destId="{D644AF87-ADF0-487B-AC77-4BAD17472D87}" srcOrd="1" destOrd="0" presId="urn:microsoft.com/office/officeart/2005/8/layout/orgChart1"/>
    <dgm:cxn modelId="{CF57A01B-FD0C-416E-9076-D98F011A8F75}" type="presOf" srcId="{0394B78F-9F6A-46F9-8192-B5368C603428}" destId="{81981569-26A3-407E-B3D1-78BFB78884B6}" srcOrd="0" destOrd="0" presId="urn:microsoft.com/office/officeart/2005/8/layout/orgChart1"/>
    <dgm:cxn modelId="{55322DC1-D5BB-4947-91D3-C49D83A86839}" srcId="{9E6404DC-1053-49D6-95EE-599A97C88DD3}" destId="{620DD3EC-BDCD-468B-B566-7FE2B848507E}" srcOrd="1" destOrd="0" parTransId="{F0764DAA-254D-4C3C-9708-669D5BF5A337}" sibTransId="{61B96E30-C56F-4FDE-AA00-908E8835534F}"/>
    <dgm:cxn modelId="{7359E945-01BA-4E16-B972-28F6D00360AA}" type="presOf" srcId="{68F0BB4A-4CA0-4481-8397-108E86A12DA4}" destId="{D0721C6D-93AC-4B26-927C-A61DADEBA9AA}" srcOrd="1" destOrd="0" presId="urn:microsoft.com/office/officeart/2005/8/layout/orgChart1"/>
    <dgm:cxn modelId="{3371D227-869E-4636-B9B0-BA373BCE5AD6}" srcId="{9E6404DC-1053-49D6-95EE-599A97C88DD3}" destId="{9286A5EC-F2A9-487D-8BF1-B96EEEFD636B}" srcOrd="0" destOrd="0" parTransId="{8CE2CE9A-EBD7-445E-BD99-21666869C1D4}" sibTransId="{D6357A36-116B-440B-A9E1-8EDB3A4D1B88}"/>
    <dgm:cxn modelId="{884C4DEA-A29D-4416-9103-F85108CE2F55}" type="presOf" srcId="{68F0BB4A-4CA0-4481-8397-108E86A12DA4}" destId="{B3DA1D68-D7FF-4520-90A3-C4A2EA0D76C0}" srcOrd="0" destOrd="0" presId="urn:microsoft.com/office/officeart/2005/8/layout/orgChart1"/>
    <dgm:cxn modelId="{616C0C0E-787B-46CE-AEED-2F33BD6550D4}" type="presOf" srcId="{D21AA50B-6F47-4522-9EC2-1DCF65D1D4AF}" destId="{27806D9B-9587-4C75-8FB4-F16C2760781A}" srcOrd="1" destOrd="0" presId="urn:microsoft.com/office/officeart/2005/8/layout/orgChart1"/>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67495CB3-FF0D-437B-A75F-D818BF677556}" type="presParOf" srcId="{C9264EDA-91B6-4FAE-AFE6-AFC29BE66386}" destId="{06A5B176-3147-4D45-9EF8-CF91B612166F}" srcOrd="0" destOrd="0" presId="urn:microsoft.com/office/officeart/2005/8/layout/orgChart1"/>
    <dgm:cxn modelId="{41338C89-1E6D-49CB-AA27-377383737EC7}" type="presParOf" srcId="{C9264EDA-91B6-4FAE-AFE6-AFC29BE66386}" destId="{A1823CA7-FCBA-4115-A337-66BE02B03547}" srcOrd="1" destOrd="0" presId="urn:microsoft.com/office/officeart/2005/8/layout/orgChart1"/>
    <dgm:cxn modelId="{CA65C1DA-4730-4949-B129-ECBC45F854A2}" type="presParOf" srcId="{A1823CA7-FCBA-4115-A337-66BE02B03547}" destId="{80E2B167-EDC3-4945-9077-5283EEF70EE4}" srcOrd="0" destOrd="0" presId="urn:microsoft.com/office/officeart/2005/8/layout/orgChart1"/>
    <dgm:cxn modelId="{04FAEB99-2DE4-4EA9-A7A2-78ABF19A7527}" type="presParOf" srcId="{80E2B167-EDC3-4945-9077-5283EEF70EE4}" destId="{28A90088-1D74-4647-BC3B-F17F2E584608}" srcOrd="0" destOrd="0" presId="urn:microsoft.com/office/officeart/2005/8/layout/orgChart1"/>
    <dgm:cxn modelId="{A4952F88-F6B7-489A-9049-87D4F65F9DBC}" type="presParOf" srcId="{80E2B167-EDC3-4945-9077-5283EEF70EE4}" destId="{D62CADF8-24AE-4E16-B362-DFB8C42A8D00}" srcOrd="1" destOrd="0" presId="urn:microsoft.com/office/officeart/2005/8/layout/orgChart1"/>
    <dgm:cxn modelId="{9143A6CF-7648-4C1D-9813-A5ACFD9FA4A5}" type="presParOf" srcId="{A1823CA7-FCBA-4115-A337-66BE02B03547}" destId="{D2D25354-BC15-441D-9C43-4E22F84DF7E3}" srcOrd="1" destOrd="0" presId="urn:microsoft.com/office/officeart/2005/8/layout/orgChart1"/>
    <dgm:cxn modelId="{70289677-024D-4C85-A511-A5EEA95E9AE4}" type="presParOf" srcId="{A1823CA7-FCBA-4115-A337-66BE02B03547}" destId="{42C6C630-1192-4F5E-B919-40B53C299E86}" srcOrd="2" destOrd="0" presId="urn:microsoft.com/office/officeart/2005/8/layout/orgChart1"/>
    <dgm:cxn modelId="{0213BD88-CC4A-423F-B2CA-EC0EB11F5F5E}" type="presParOf" srcId="{C9264EDA-91B6-4FAE-AFE6-AFC29BE66386}" destId="{22A06763-7CD0-41E0-8047-44C9999C84AA}" srcOrd="2" destOrd="0" presId="urn:microsoft.com/office/officeart/2005/8/layout/orgChart1"/>
    <dgm:cxn modelId="{AAFCFB26-61CE-45AA-8DA7-BE3C44890855}" type="presParOf" srcId="{C9264EDA-91B6-4FAE-AFE6-AFC29BE66386}" destId="{EBCD387B-99F5-420E-AC68-BB5DDA55274F}" srcOrd="3" destOrd="0" presId="urn:microsoft.com/office/officeart/2005/8/layout/orgChart1"/>
    <dgm:cxn modelId="{4B7EA589-DE0F-4FF9-A09D-C14F9966DCC3}" type="presParOf" srcId="{EBCD387B-99F5-420E-AC68-BB5DDA55274F}" destId="{1FCE71FC-8197-4D43-AEA9-42AE00FBE624}" srcOrd="0" destOrd="0" presId="urn:microsoft.com/office/officeart/2005/8/layout/orgChart1"/>
    <dgm:cxn modelId="{5EBD661D-FFB5-4F13-8C2A-B9576821D9D8}" type="presParOf" srcId="{1FCE71FC-8197-4D43-AEA9-42AE00FBE624}" destId="{EF3A83E1-5846-4AE9-8B47-6582C37CA326}" srcOrd="0" destOrd="0" presId="urn:microsoft.com/office/officeart/2005/8/layout/orgChart1"/>
    <dgm:cxn modelId="{BC151465-B34A-4D30-9F19-902583914513}" type="presParOf" srcId="{1FCE71FC-8197-4D43-AEA9-42AE00FBE624}" destId="{3FADC6AF-5D4B-418A-9301-DABA5E048E22}" srcOrd="1" destOrd="0" presId="urn:microsoft.com/office/officeart/2005/8/layout/orgChart1"/>
    <dgm:cxn modelId="{E0E7DC59-395E-46D7-986C-9986C927AB0B}" type="presParOf" srcId="{EBCD387B-99F5-420E-AC68-BB5DDA55274F}" destId="{AC56E703-D854-4DBA-8A21-3B81398E67CB}" srcOrd="1" destOrd="0" presId="urn:microsoft.com/office/officeart/2005/8/layout/orgChart1"/>
    <dgm:cxn modelId="{EF9B5A66-E7F9-4885-95D7-3B62711ABF10}" type="presParOf" srcId="{EBCD387B-99F5-420E-AC68-BB5DDA55274F}" destId="{578E88AA-3D50-4523-B7AE-4BD9067055A6}" srcOrd="2"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6CC3BE2E-6341-4D85-8C50-DB6F4AE9054F}" type="presParOf" srcId="{AD53A4B1-01E7-41E8-9724-31F3910545A4}" destId="{76E33A9D-9480-40FB-A4DF-EE1E2E7E401E}" srcOrd="4" destOrd="0" presId="urn:microsoft.com/office/officeart/2005/8/layout/orgChart1"/>
    <dgm:cxn modelId="{585DBA3C-ACC4-45C1-9FB2-8B105C53EE23}" type="presParOf" srcId="{AD53A4B1-01E7-41E8-9724-31F3910545A4}" destId="{04B8EA4A-11CB-4AF7-85D7-32F9AD439CB7}" srcOrd="5" destOrd="0" presId="urn:microsoft.com/office/officeart/2005/8/layout/orgChart1"/>
    <dgm:cxn modelId="{03078144-71FF-41AF-B2F5-D9170C4727C6}" type="presParOf" srcId="{04B8EA4A-11CB-4AF7-85D7-32F9AD439CB7}" destId="{D50DA092-4409-4311-BEA8-2E2A816EFE92}" srcOrd="0" destOrd="0" presId="urn:microsoft.com/office/officeart/2005/8/layout/orgChart1"/>
    <dgm:cxn modelId="{D9059D2A-13BB-4731-9A4E-33395DE86C02}" type="presParOf" srcId="{D50DA092-4409-4311-BEA8-2E2A816EFE92}" destId="{B4DA07B5-29B3-4442-A69E-055EEC652BE8}" srcOrd="0" destOrd="0" presId="urn:microsoft.com/office/officeart/2005/8/layout/orgChart1"/>
    <dgm:cxn modelId="{B4283941-C237-4A2C-B7F5-0E103A041C53}" type="presParOf" srcId="{D50DA092-4409-4311-BEA8-2E2A816EFE92}" destId="{746FE1B3-37E8-4050-B0B7-5668D5D7D118}" srcOrd="1" destOrd="0" presId="urn:microsoft.com/office/officeart/2005/8/layout/orgChart1"/>
    <dgm:cxn modelId="{2FE68761-EDC8-4060-8254-1CB626B40AE7}" type="presParOf" srcId="{04B8EA4A-11CB-4AF7-85D7-32F9AD439CB7}" destId="{CA531930-87B7-4E2B-AA93-B0ECAA52CC09}" srcOrd="1" destOrd="0" presId="urn:microsoft.com/office/officeart/2005/8/layout/orgChart1"/>
    <dgm:cxn modelId="{CF4BB83F-FE9B-48E2-A8D8-090B5557435A}" type="presParOf" srcId="{CA531930-87B7-4E2B-AA93-B0ECAA52CC09}" destId="{0207D2DC-D98D-48DB-A444-1B3BB3C111EF}" srcOrd="0" destOrd="0" presId="urn:microsoft.com/office/officeart/2005/8/layout/orgChart1"/>
    <dgm:cxn modelId="{3F396A0E-75CE-46FA-BD3C-C0DF6FC54A5D}" type="presParOf" srcId="{CA531930-87B7-4E2B-AA93-B0ECAA52CC09}" destId="{BBE3DE01-9991-4932-A682-9EC9E0F8B3A7}" srcOrd="1" destOrd="0" presId="urn:microsoft.com/office/officeart/2005/8/layout/orgChart1"/>
    <dgm:cxn modelId="{F5AE0C0C-4802-47F6-9498-ADA8C8F80482}" type="presParOf" srcId="{BBE3DE01-9991-4932-A682-9EC9E0F8B3A7}" destId="{5E3199D1-526C-4B6E-923B-A4820FFCC213}" srcOrd="0" destOrd="0" presId="urn:microsoft.com/office/officeart/2005/8/layout/orgChart1"/>
    <dgm:cxn modelId="{0ADAAE34-7EF2-49A2-8901-63D33FCF8D05}" type="presParOf" srcId="{5E3199D1-526C-4B6E-923B-A4820FFCC213}" destId="{B3DA1D68-D7FF-4520-90A3-C4A2EA0D76C0}" srcOrd="0" destOrd="0" presId="urn:microsoft.com/office/officeart/2005/8/layout/orgChart1"/>
    <dgm:cxn modelId="{A9655755-3253-4208-93B4-1CDFA1DCC4D8}" type="presParOf" srcId="{5E3199D1-526C-4B6E-923B-A4820FFCC213}" destId="{D0721C6D-93AC-4B26-927C-A61DADEBA9AA}" srcOrd="1" destOrd="0" presId="urn:microsoft.com/office/officeart/2005/8/layout/orgChart1"/>
    <dgm:cxn modelId="{7FDBC081-3838-498A-A2D4-4CE8D0A14470}" type="presParOf" srcId="{BBE3DE01-9991-4932-A682-9EC9E0F8B3A7}" destId="{0334F3E5-204D-4D93-AC17-5BC4150447BF}" srcOrd="1" destOrd="0" presId="urn:microsoft.com/office/officeart/2005/8/layout/orgChart1"/>
    <dgm:cxn modelId="{D30AE842-4FF6-49E6-AD3B-6BC329FF5B6C}" type="presParOf" srcId="{BBE3DE01-9991-4932-A682-9EC9E0F8B3A7}" destId="{5E7EC9AB-EEE2-4013-9B1F-D917B34504FA}" srcOrd="2" destOrd="0" presId="urn:microsoft.com/office/officeart/2005/8/layout/orgChart1"/>
    <dgm:cxn modelId="{DBB64D55-16F1-4F97-8B62-DF9C2E4DCE6A}" type="presParOf" srcId="{CA531930-87B7-4E2B-AA93-B0ECAA52CC09}" destId="{D2613D50-256B-4B68-8FAD-AE3AD5188EA2}" srcOrd="2" destOrd="0" presId="urn:microsoft.com/office/officeart/2005/8/layout/orgChart1"/>
    <dgm:cxn modelId="{BE9D8A4D-6C89-4E5F-B56C-15E2A4FEBDF1}" type="presParOf" srcId="{CA531930-87B7-4E2B-AA93-B0ECAA52CC09}" destId="{6E9A1A80-60AA-46BF-B8BC-994A37D7A065}" srcOrd="3" destOrd="0" presId="urn:microsoft.com/office/officeart/2005/8/layout/orgChart1"/>
    <dgm:cxn modelId="{54CBCB0D-277D-489B-96E7-A71114BBD0B0}" type="presParOf" srcId="{6E9A1A80-60AA-46BF-B8BC-994A37D7A065}" destId="{EB2AB012-BDB3-4569-91E2-8399DDCEDEF5}" srcOrd="0" destOrd="0" presId="urn:microsoft.com/office/officeart/2005/8/layout/orgChart1"/>
    <dgm:cxn modelId="{4C60F413-F69F-403E-A135-3BC7A4D8041E}" type="presParOf" srcId="{EB2AB012-BDB3-4569-91E2-8399DDCEDEF5}" destId="{81981569-26A3-407E-B3D1-78BFB78884B6}" srcOrd="0" destOrd="0" presId="urn:microsoft.com/office/officeart/2005/8/layout/orgChart1"/>
    <dgm:cxn modelId="{E429CDD7-98F8-4EFA-9334-E02E57713231}" type="presParOf" srcId="{EB2AB012-BDB3-4569-91E2-8399DDCEDEF5}" destId="{57960999-4B07-4944-ABC8-DDEA0942E4F6}" srcOrd="1" destOrd="0" presId="urn:microsoft.com/office/officeart/2005/8/layout/orgChart1"/>
    <dgm:cxn modelId="{C04AF80D-8634-4E4A-98DC-FCE8C38209C9}" type="presParOf" srcId="{6E9A1A80-60AA-46BF-B8BC-994A37D7A065}" destId="{2D9C1C89-9263-4701-B340-9B49C74F3097}" srcOrd="1" destOrd="0" presId="urn:microsoft.com/office/officeart/2005/8/layout/orgChart1"/>
    <dgm:cxn modelId="{15BE5C62-D3DA-465A-A68D-85C6BB948DBC}" type="presParOf" srcId="{6E9A1A80-60AA-46BF-B8BC-994A37D7A065}" destId="{D3616EBE-629E-42F5-9173-EB1C4DD37B67}" srcOrd="2" destOrd="0" presId="urn:microsoft.com/office/officeart/2005/8/layout/orgChart1"/>
    <dgm:cxn modelId="{795949FC-8F07-4E46-B32F-80D968212F71}" type="presParOf" srcId="{04B8EA4A-11CB-4AF7-85D7-32F9AD439CB7}" destId="{E9A486E8-3FB6-41A6-BD46-32EB689AD74B}" srcOrd="2" destOrd="0" presId="urn:microsoft.com/office/officeart/2005/8/layout/orgChart1"/>
    <dgm:cxn modelId="{27CEEFC8-CEF7-4804-B31D-9B2AA5B35413}" type="presParOf" srcId="{AD53A4B1-01E7-41E8-9724-31F3910545A4}" destId="{E176ACEC-BD58-4170-B91A-1AA1D1DF77F0}" srcOrd="6" destOrd="0" presId="urn:microsoft.com/office/officeart/2005/8/layout/orgChart1"/>
    <dgm:cxn modelId="{148F40BC-DB25-4622-BF13-45E4D08006B7}" type="presParOf" srcId="{AD53A4B1-01E7-41E8-9724-31F3910545A4}" destId="{ECD4CC19-881A-44A6-9474-785CC0C059F4}" srcOrd="7" destOrd="0" presId="urn:microsoft.com/office/officeart/2005/8/layout/orgChart1"/>
    <dgm:cxn modelId="{E4ED6127-47B4-4152-AD14-BD7D3932A91E}" type="presParOf" srcId="{ECD4CC19-881A-44A6-9474-785CC0C059F4}" destId="{D3FBA0E9-F095-447B-899D-12FE1ACDB26A}" srcOrd="0" destOrd="0" presId="urn:microsoft.com/office/officeart/2005/8/layout/orgChart1"/>
    <dgm:cxn modelId="{A77409DC-A981-44A0-856C-292F7368969C}" type="presParOf" srcId="{D3FBA0E9-F095-447B-899D-12FE1ACDB26A}" destId="{606E0F95-4779-4D9A-B606-9ABA993A565C}" srcOrd="0" destOrd="0" presId="urn:microsoft.com/office/officeart/2005/8/layout/orgChart1"/>
    <dgm:cxn modelId="{AFA928B5-B87F-41AC-AE5B-0BE0E8AF035A}" type="presParOf" srcId="{D3FBA0E9-F095-447B-899D-12FE1ACDB26A}" destId="{D644AF87-ADF0-487B-AC77-4BAD17472D87}" srcOrd="1" destOrd="0" presId="urn:microsoft.com/office/officeart/2005/8/layout/orgChart1"/>
    <dgm:cxn modelId="{6578C414-91AA-40DD-9F8F-F94FFA4D5D03}" type="presParOf" srcId="{ECD4CC19-881A-44A6-9474-785CC0C059F4}" destId="{E8843230-B658-467E-ABDF-26AE593B8491}" srcOrd="1" destOrd="0" presId="urn:microsoft.com/office/officeart/2005/8/layout/orgChart1"/>
    <dgm:cxn modelId="{1F77D2ED-C6A4-4323-98B3-E50B4E3EDBFA}" type="presParOf" srcId="{E8843230-B658-467E-ABDF-26AE593B8491}" destId="{556416A1-EB7E-4C36-B767-DC0126358F47}" srcOrd="0" destOrd="0" presId="urn:microsoft.com/office/officeart/2005/8/layout/orgChart1"/>
    <dgm:cxn modelId="{4621342C-ECD0-48DC-B0DB-84D3F4C9D2BB}" type="presParOf" srcId="{E8843230-B658-467E-ABDF-26AE593B8491}" destId="{46B081C6-75AD-40F6-822E-B0D1F9AAD110}" srcOrd="1" destOrd="0" presId="urn:microsoft.com/office/officeart/2005/8/layout/orgChart1"/>
    <dgm:cxn modelId="{F7201233-BB38-473D-A0B7-B7E2933D3607}" type="presParOf" srcId="{46B081C6-75AD-40F6-822E-B0D1F9AAD110}" destId="{2372A345-6B92-4C74-AFE0-6F6E57D20ACB}" srcOrd="0" destOrd="0" presId="urn:microsoft.com/office/officeart/2005/8/layout/orgChart1"/>
    <dgm:cxn modelId="{F160AEC3-CFE7-4B40-8124-A5495B676A1A}" type="presParOf" srcId="{2372A345-6B92-4C74-AFE0-6F6E57D20ACB}" destId="{67C5AE12-E1AF-4A0A-AA6A-A1C64D87D781}" srcOrd="0" destOrd="0" presId="urn:microsoft.com/office/officeart/2005/8/layout/orgChart1"/>
    <dgm:cxn modelId="{A1FAE342-A990-44FE-B406-6454C807FE61}" type="presParOf" srcId="{2372A345-6B92-4C74-AFE0-6F6E57D20ACB}" destId="{562BA969-8EA9-4E83-BF39-5DC33A77ACD4}" srcOrd="1" destOrd="0" presId="urn:microsoft.com/office/officeart/2005/8/layout/orgChart1"/>
    <dgm:cxn modelId="{46C9B24F-6636-4A52-B70E-754205B18616}" type="presParOf" srcId="{46B081C6-75AD-40F6-822E-B0D1F9AAD110}" destId="{91BA20E3-CD76-41E6-A555-E0AFA4AA408B}" srcOrd="1" destOrd="0" presId="urn:microsoft.com/office/officeart/2005/8/layout/orgChart1"/>
    <dgm:cxn modelId="{22128016-DD0F-4D8A-91BA-FCB88CCDC7D5}" type="presParOf" srcId="{46B081C6-75AD-40F6-822E-B0D1F9AAD110}" destId="{EF5621FA-AB05-4B18-B5E8-57945E951C58}" srcOrd="2" destOrd="0" presId="urn:microsoft.com/office/officeart/2005/8/layout/orgChart1"/>
    <dgm:cxn modelId="{1C2D0C45-6464-4677-89EE-FD58DD816D71}" type="presParOf" srcId="{E8843230-B658-467E-ABDF-26AE593B8491}" destId="{E4DDB36F-2927-4491-9CDB-13A7789A09B4}" srcOrd="2" destOrd="0" presId="urn:microsoft.com/office/officeart/2005/8/layout/orgChart1"/>
    <dgm:cxn modelId="{73CB1E07-B40E-45D1-ADDE-5161EF84716B}" type="presParOf" srcId="{E8843230-B658-467E-ABDF-26AE593B8491}" destId="{7646EF8C-1DAA-47DB-8A8D-D0DE218958B2}" srcOrd="3" destOrd="0" presId="urn:microsoft.com/office/officeart/2005/8/layout/orgChart1"/>
    <dgm:cxn modelId="{10B5F334-BC62-4EBC-B278-393A63051ED0}" type="presParOf" srcId="{7646EF8C-1DAA-47DB-8A8D-D0DE218958B2}" destId="{FED87233-B1FC-46E6-B2BB-75782D2DC335}" srcOrd="0" destOrd="0" presId="urn:microsoft.com/office/officeart/2005/8/layout/orgChart1"/>
    <dgm:cxn modelId="{FD4C1781-3FF9-4D1B-B4E3-89E0B2AB73B8}" type="presParOf" srcId="{FED87233-B1FC-46E6-B2BB-75782D2DC335}" destId="{1183AAC3-0F66-4BAC-8068-2D182E1C064A}" srcOrd="0" destOrd="0" presId="urn:microsoft.com/office/officeart/2005/8/layout/orgChart1"/>
    <dgm:cxn modelId="{5B482416-7DB9-4E30-88C4-0EBEF8A5CEB8}" type="presParOf" srcId="{FED87233-B1FC-46E6-B2BB-75782D2DC335}" destId="{27806D9B-9587-4C75-8FB4-F16C2760781A}" srcOrd="1" destOrd="0" presId="urn:microsoft.com/office/officeart/2005/8/layout/orgChart1"/>
    <dgm:cxn modelId="{9FF591B9-AF37-4CDE-8DFE-1C055A060EE5}" type="presParOf" srcId="{7646EF8C-1DAA-47DB-8A8D-D0DE218958B2}" destId="{B0EB7AD5-A550-4863-9F99-1527BDE85833}" srcOrd="1" destOrd="0" presId="urn:microsoft.com/office/officeart/2005/8/layout/orgChart1"/>
    <dgm:cxn modelId="{66EAA1C2-C9FD-4BB1-B8D3-4AD8AEFB729E}" type="presParOf" srcId="{7646EF8C-1DAA-47DB-8A8D-D0DE218958B2}" destId="{10ED4CD1-BBA9-4E42-BDB7-C436FB09E616}" srcOrd="2" destOrd="0" presId="urn:microsoft.com/office/officeart/2005/8/layout/orgChart1"/>
    <dgm:cxn modelId="{977AA8EB-59FA-44CF-8F96-9B3DB32153E9}" type="presParOf" srcId="{ECD4CC19-881A-44A6-9474-785CC0C059F4}" destId="{328AA022-D844-486A-A579-E33311A2ACB8}"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65A4D7-7720-45CB-8279-86EBD3407E97}" type="doc">
      <dgm:prSet loTypeId="urn:microsoft.com/office/officeart/2005/8/layout/orgChart1" loCatId="hierarchy" qsTypeId="urn:microsoft.com/office/officeart/2005/8/quickstyle/simple3" qsCatId="simple" csTypeId="urn:microsoft.com/office/officeart/2005/8/colors/colorful2" csCatId="colorful" phldr="1"/>
      <dgm:spPr/>
      <dgm:t>
        <a:bodyPr/>
        <a:lstStyle/>
        <a:p>
          <a:endParaRPr lang="en-US"/>
        </a:p>
      </dgm:t>
    </dgm:pt>
    <dgm:pt modelId="{9E6404DC-1053-49D6-95EE-599A97C88DD3}">
      <dgm:prSet phldrT="[Text]" custT="1"/>
      <dgm:spPr/>
      <dgm:t>
        <a:bodyPr/>
        <a:lstStyle/>
        <a:p>
          <a:r>
            <a:rPr lang="en-US" sz="1600" dirty="0" smtClean="0"/>
            <a:t>Chapter 22 – Packaged solutions  projects</a:t>
          </a:r>
          <a:endParaRPr lang="en-US" sz="1600" dirty="0"/>
        </a:p>
      </dgm:t>
    </dgm:pt>
    <dgm:pt modelId="{541DED35-EA1D-4B2B-8573-F418430E3EF8}" type="parTrans" cxnId="{4CA9C32A-C8CD-40F1-AFCB-D726CB5C7F3F}">
      <dgm:prSet/>
      <dgm:spPr/>
      <dgm:t>
        <a:bodyPr/>
        <a:lstStyle/>
        <a:p>
          <a:endParaRPr lang="en-US"/>
        </a:p>
      </dgm:t>
    </dgm:pt>
    <dgm:pt modelId="{8EA0B31F-0422-4926-B862-5636855C8DF2}" type="sibTrans" cxnId="{4CA9C32A-C8CD-40F1-AFCB-D726CB5C7F3F}">
      <dgm:prSet/>
      <dgm:spPr/>
      <dgm:t>
        <a:bodyPr/>
        <a:lstStyle/>
        <a:p>
          <a:endParaRPr lang="en-US"/>
        </a:p>
      </dgm:t>
    </dgm:pt>
    <dgm:pt modelId="{620DD3EC-BDCD-468B-B566-7FE2B848507E}">
      <dgm:prSet phldrT="[Text]" custT="1"/>
      <dgm:spPr/>
      <dgm:t>
        <a:bodyPr/>
        <a:lstStyle/>
        <a:p>
          <a:r>
            <a:rPr lang="en-US" sz="1200" dirty="0" err="1" smtClean="0"/>
            <a:t>Reqs</a:t>
          </a:r>
          <a:r>
            <a:rPr lang="en-US" sz="1200" dirty="0" smtClean="0"/>
            <a:t>. for selecting packaged solutions</a:t>
          </a:r>
          <a:endParaRPr lang="en-US" sz="1200" dirty="0"/>
        </a:p>
      </dgm:t>
    </dgm:pt>
    <dgm:pt modelId="{F0764DAA-254D-4C3C-9708-669D5BF5A337}" type="parTrans" cxnId="{55322DC1-D5BB-4947-91D3-C49D83A86839}">
      <dgm:prSet/>
      <dgm:spPr/>
      <dgm:t>
        <a:bodyPr/>
        <a:lstStyle/>
        <a:p>
          <a:endParaRPr lang="en-US"/>
        </a:p>
      </dgm:t>
    </dgm:pt>
    <dgm:pt modelId="{61B96E30-C56F-4FDE-AA00-908E8835534F}" type="sibTrans" cxnId="{55322DC1-D5BB-4947-91D3-C49D83A86839}">
      <dgm:prSet/>
      <dgm:spPr/>
      <dgm:t>
        <a:bodyPr/>
        <a:lstStyle/>
        <a:p>
          <a:endParaRPr lang="en-US"/>
        </a:p>
      </dgm:t>
    </dgm:pt>
    <dgm:pt modelId="{9286A5EC-F2A9-487D-8BF1-B96EEEFD636B}">
      <dgm:prSet phldrT="[Text]" custT="1"/>
      <dgm:spPr/>
      <dgm:t>
        <a:bodyPr/>
        <a:lstStyle/>
        <a:p>
          <a:r>
            <a:rPr lang="en-US" sz="1200" smtClean="0"/>
            <a:t>Packaged solutions</a:t>
          </a:r>
          <a:endParaRPr lang="en-US" sz="1200" dirty="0"/>
        </a:p>
      </dgm:t>
    </dgm:pt>
    <dgm:pt modelId="{D6357A36-116B-440B-A9E1-8EDB3A4D1B88}" type="sibTrans" cxnId="{3371D227-869E-4636-B9B0-BA373BCE5AD6}">
      <dgm:prSet/>
      <dgm:spPr/>
      <dgm:t>
        <a:bodyPr/>
        <a:lstStyle/>
        <a:p>
          <a:endParaRPr lang="en-US"/>
        </a:p>
      </dgm:t>
    </dgm:pt>
    <dgm:pt modelId="{8CE2CE9A-EBD7-445E-BD99-21666869C1D4}" type="parTrans" cxnId="{3371D227-869E-4636-B9B0-BA373BCE5AD6}">
      <dgm:prSet/>
      <dgm:spPr/>
      <dgm:t>
        <a:bodyPr/>
        <a:lstStyle/>
        <a:p>
          <a:endParaRPr lang="en-US"/>
        </a:p>
      </dgm:t>
    </dgm:pt>
    <dgm:pt modelId="{0394B78F-9F6A-46F9-8192-B5368C603428}">
      <dgm:prSet phldrT="[Text]" custT="1"/>
      <dgm:spPr/>
      <dgm:t>
        <a:bodyPr/>
        <a:lstStyle/>
        <a:p>
          <a:r>
            <a:rPr lang="en-US" sz="1200" dirty="0" err="1" smtClean="0"/>
            <a:t>Reqs</a:t>
          </a:r>
          <a:r>
            <a:rPr lang="en-US" sz="1200" dirty="0" smtClean="0"/>
            <a:t>. for implementing packaged solutions</a:t>
          </a:r>
          <a:endParaRPr lang="en-US" sz="1200" dirty="0"/>
        </a:p>
      </dgm:t>
    </dgm:pt>
    <dgm:pt modelId="{D652C70C-8554-4301-869A-D02E3BDCCF9C}" type="parTrans" cxnId="{B5ABC604-1326-4694-B54C-E5E593D5B4D3}">
      <dgm:prSet/>
      <dgm:spPr/>
      <dgm:t>
        <a:bodyPr/>
        <a:lstStyle/>
        <a:p>
          <a:endParaRPr lang="en-US"/>
        </a:p>
      </dgm:t>
    </dgm:pt>
    <dgm:pt modelId="{4FD2C2F4-D20F-4955-BB38-134D0C8C3F3C}" type="sibTrans" cxnId="{B5ABC604-1326-4694-B54C-E5E593D5B4D3}">
      <dgm:prSet/>
      <dgm:spPr/>
      <dgm:t>
        <a:bodyPr/>
        <a:lstStyle/>
        <a:p>
          <a:endParaRPr lang="en-US"/>
        </a:p>
      </dgm:t>
    </dgm:pt>
    <dgm:pt modelId="{D21AA50B-6F47-4522-9EC2-1DCF65D1D4AF}">
      <dgm:prSet phldrT="[Text]" custT="1"/>
      <dgm:spPr/>
      <dgm:t>
        <a:bodyPr/>
        <a:lstStyle/>
        <a:p>
          <a:r>
            <a:rPr lang="en-US" sz="1200" dirty="0" smtClean="0"/>
            <a:t>Configuration requirements</a:t>
          </a:r>
          <a:endParaRPr lang="en-US" sz="1200" dirty="0"/>
        </a:p>
      </dgm:t>
    </dgm:pt>
    <dgm:pt modelId="{43109AA1-FEEE-4F25-AE73-32BDAA3045E7}" type="parTrans" cxnId="{025F3CB9-CB65-4128-947E-9B6C6492BF1A}">
      <dgm:prSet/>
      <dgm:spPr/>
      <dgm:t>
        <a:bodyPr/>
        <a:lstStyle/>
        <a:p>
          <a:endParaRPr lang="en-US"/>
        </a:p>
      </dgm:t>
    </dgm:pt>
    <dgm:pt modelId="{CECDADA7-D3E7-4A39-A783-CD0194524D5E}" type="sibTrans" cxnId="{025F3CB9-CB65-4128-947E-9B6C6492BF1A}">
      <dgm:prSet/>
      <dgm:spPr/>
      <dgm:t>
        <a:bodyPr/>
        <a:lstStyle/>
        <a:p>
          <a:endParaRPr lang="en-US"/>
        </a:p>
      </dgm:t>
    </dgm:pt>
    <dgm:pt modelId="{6D2BC0AE-F643-4057-B2EB-0652F58B33B9}">
      <dgm:prSet phldrT="[Text]" custT="1"/>
      <dgm:spPr/>
      <dgm:t>
        <a:bodyPr/>
        <a:lstStyle/>
        <a:p>
          <a:r>
            <a:rPr lang="en-US" sz="1200" smtClean="0"/>
            <a:t>Developing user requirements</a:t>
          </a:r>
          <a:endParaRPr lang="en-US" sz="1200" dirty="0"/>
        </a:p>
      </dgm:t>
    </dgm:pt>
    <dgm:pt modelId="{C088B613-79B3-481F-9BB2-FDCE0903B149}" type="parTrans" cxnId="{ECE11D79-1514-47E5-9803-75E3B6B33B00}">
      <dgm:prSet/>
      <dgm:spPr/>
      <dgm:t>
        <a:bodyPr/>
        <a:lstStyle/>
        <a:p>
          <a:endParaRPr lang="en-US"/>
        </a:p>
      </dgm:t>
    </dgm:pt>
    <dgm:pt modelId="{DFE859E1-1BA2-420F-9875-6D2EB22C59B3}" type="sibTrans" cxnId="{ECE11D79-1514-47E5-9803-75E3B6B33B00}">
      <dgm:prSet/>
      <dgm:spPr/>
      <dgm:t>
        <a:bodyPr/>
        <a:lstStyle/>
        <a:p>
          <a:endParaRPr lang="en-US"/>
        </a:p>
      </dgm:t>
    </dgm:pt>
    <dgm:pt modelId="{4C1AE607-8879-40FA-8B91-8EA53E5C21A0}">
      <dgm:prSet phldrT="[Text]" custT="1"/>
      <dgm:spPr/>
      <dgm:t>
        <a:bodyPr/>
        <a:lstStyle/>
        <a:p>
          <a:r>
            <a:rPr lang="en-US" sz="1200" smtClean="0"/>
            <a:t>Considering business rules</a:t>
          </a:r>
          <a:endParaRPr lang="en-US" sz="1200" dirty="0"/>
        </a:p>
      </dgm:t>
    </dgm:pt>
    <dgm:pt modelId="{92C4C6DD-83B2-4FF9-8A58-98BADCE3D1F3}" type="parTrans" cxnId="{D8EBBDD4-5DC6-4745-8954-351FE4E324F7}">
      <dgm:prSet/>
      <dgm:spPr/>
      <dgm:t>
        <a:bodyPr/>
        <a:lstStyle/>
        <a:p>
          <a:endParaRPr lang="en-US"/>
        </a:p>
      </dgm:t>
    </dgm:pt>
    <dgm:pt modelId="{32B79AEB-AF5F-4C43-A7E4-A850E738C596}" type="sibTrans" cxnId="{D8EBBDD4-5DC6-4745-8954-351FE4E324F7}">
      <dgm:prSet/>
      <dgm:spPr/>
      <dgm:t>
        <a:bodyPr/>
        <a:lstStyle/>
        <a:p>
          <a:endParaRPr lang="en-US"/>
        </a:p>
      </dgm:t>
    </dgm:pt>
    <dgm:pt modelId="{9F33D48B-E7E6-4734-B111-D038DA53DCF0}">
      <dgm:prSet phldrT="[Text]" custT="1"/>
      <dgm:spPr/>
      <dgm:t>
        <a:bodyPr/>
        <a:lstStyle/>
        <a:p>
          <a:r>
            <a:rPr lang="en-US" sz="1200" smtClean="0"/>
            <a:t>Identifying data needs</a:t>
          </a:r>
          <a:endParaRPr lang="en-US" sz="1200" dirty="0"/>
        </a:p>
      </dgm:t>
    </dgm:pt>
    <dgm:pt modelId="{44DE1422-B0E2-44D9-A12C-8CBB858B0FB9}" type="parTrans" cxnId="{33B9148F-7818-4777-8EFC-0F9ADC8AD329}">
      <dgm:prSet/>
      <dgm:spPr/>
      <dgm:t>
        <a:bodyPr/>
        <a:lstStyle/>
        <a:p>
          <a:endParaRPr lang="en-US"/>
        </a:p>
      </dgm:t>
    </dgm:pt>
    <dgm:pt modelId="{DA5AF2D9-4AB7-4A8D-B5A9-DCE98DFCEFC2}" type="sibTrans" cxnId="{33B9148F-7818-4777-8EFC-0F9ADC8AD329}">
      <dgm:prSet/>
      <dgm:spPr/>
      <dgm:t>
        <a:bodyPr/>
        <a:lstStyle/>
        <a:p>
          <a:endParaRPr lang="en-US"/>
        </a:p>
      </dgm:t>
    </dgm:pt>
    <dgm:pt modelId="{07F9E660-D2DB-43F7-9A8C-4C267D76FC7B}">
      <dgm:prSet phldrT="[Text]" custT="1"/>
      <dgm:spPr/>
      <dgm:t>
        <a:bodyPr/>
        <a:lstStyle/>
        <a:p>
          <a:r>
            <a:rPr lang="en-US" sz="1200" smtClean="0"/>
            <a:t>Defining quality requirements</a:t>
          </a:r>
          <a:endParaRPr lang="en-US" sz="1200" dirty="0"/>
        </a:p>
      </dgm:t>
    </dgm:pt>
    <dgm:pt modelId="{2E2BF1EF-6475-4A13-9BDF-0E3CDD9FFAD6}" type="parTrans" cxnId="{1FBABB12-B82A-4B95-92A0-A5B217D3B32B}">
      <dgm:prSet/>
      <dgm:spPr/>
      <dgm:t>
        <a:bodyPr/>
        <a:lstStyle/>
        <a:p>
          <a:endParaRPr lang="en-US"/>
        </a:p>
      </dgm:t>
    </dgm:pt>
    <dgm:pt modelId="{104537B6-9A05-4FA2-B974-D8A70D5D9B30}" type="sibTrans" cxnId="{1FBABB12-B82A-4B95-92A0-A5B217D3B32B}">
      <dgm:prSet/>
      <dgm:spPr/>
      <dgm:t>
        <a:bodyPr/>
        <a:lstStyle/>
        <a:p>
          <a:endParaRPr lang="en-US"/>
        </a:p>
      </dgm:t>
    </dgm:pt>
    <dgm:pt modelId="{0B0BE489-18FC-4AB8-89F0-E5B83E82DEE3}">
      <dgm:prSet phldrT="[Text]" custT="1"/>
      <dgm:spPr/>
      <dgm:t>
        <a:bodyPr/>
        <a:lstStyle/>
        <a:p>
          <a:r>
            <a:rPr lang="en-US" sz="1200" dirty="0" smtClean="0"/>
            <a:t>Evaluating solutions</a:t>
          </a:r>
          <a:endParaRPr lang="en-US" sz="1200" dirty="0"/>
        </a:p>
      </dgm:t>
    </dgm:pt>
    <dgm:pt modelId="{D790EDC8-DBC7-47D9-AD8D-E7CE4F48BB0A}" type="parTrans" cxnId="{6954F8C0-BCB4-46A0-969C-D1E8639FAFCB}">
      <dgm:prSet/>
      <dgm:spPr/>
      <dgm:t>
        <a:bodyPr/>
        <a:lstStyle/>
        <a:p>
          <a:endParaRPr lang="en-US"/>
        </a:p>
      </dgm:t>
    </dgm:pt>
    <dgm:pt modelId="{B707AAE7-D88C-41C7-9B1B-D8B970E4AED3}" type="sibTrans" cxnId="{6954F8C0-BCB4-46A0-969C-D1E8639FAFCB}">
      <dgm:prSet/>
      <dgm:spPr/>
      <dgm:t>
        <a:bodyPr/>
        <a:lstStyle/>
        <a:p>
          <a:endParaRPr lang="en-US"/>
        </a:p>
      </dgm:t>
    </dgm:pt>
    <dgm:pt modelId="{CD238030-BE61-429B-BC31-AA581994ED20}">
      <dgm:prSet phldrT="[Text]" custT="1"/>
      <dgm:spPr/>
      <dgm:t>
        <a:bodyPr/>
        <a:lstStyle/>
        <a:p>
          <a:r>
            <a:rPr lang="en-US" sz="1200" smtClean="0"/>
            <a:t>Integration requirements</a:t>
          </a:r>
          <a:endParaRPr lang="en-US" sz="1200" dirty="0"/>
        </a:p>
      </dgm:t>
    </dgm:pt>
    <dgm:pt modelId="{A4934C3B-E7BB-4C9F-B6A5-35E854F1F036}" type="parTrans" cxnId="{2CA94709-4116-4AED-A38A-4357D2903CB1}">
      <dgm:prSet/>
      <dgm:spPr/>
      <dgm:t>
        <a:bodyPr/>
        <a:lstStyle/>
        <a:p>
          <a:endParaRPr lang="en-US"/>
        </a:p>
      </dgm:t>
    </dgm:pt>
    <dgm:pt modelId="{1A9C2A3B-AC15-4B2A-9824-6398550F7B5E}" type="sibTrans" cxnId="{2CA94709-4116-4AED-A38A-4357D2903CB1}">
      <dgm:prSet/>
      <dgm:spPr/>
      <dgm:t>
        <a:bodyPr/>
        <a:lstStyle/>
        <a:p>
          <a:endParaRPr lang="en-US"/>
        </a:p>
      </dgm:t>
    </dgm:pt>
    <dgm:pt modelId="{92DECB80-8FA5-418C-8E7F-B874C97CE7B9}">
      <dgm:prSet phldrT="[Text]" custT="1"/>
      <dgm:spPr/>
      <dgm:t>
        <a:bodyPr/>
        <a:lstStyle/>
        <a:p>
          <a:r>
            <a:rPr lang="en-US" sz="1200" smtClean="0"/>
            <a:t>Extension requirements</a:t>
          </a:r>
          <a:endParaRPr lang="en-US" sz="1200" dirty="0"/>
        </a:p>
      </dgm:t>
    </dgm:pt>
    <dgm:pt modelId="{9717FDF0-B947-4AA7-AE95-C83BEC23C8DC}" type="parTrans" cxnId="{56F377E1-06DE-41F0-8ACD-53B33239B090}">
      <dgm:prSet/>
      <dgm:spPr/>
      <dgm:t>
        <a:bodyPr/>
        <a:lstStyle/>
        <a:p>
          <a:endParaRPr lang="en-US"/>
        </a:p>
      </dgm:t>
    </dgm:pt>
    <dgm:pt modelId="{DF9391C1-0987-43DF-B161-9E5EFEEE5624}" type="sibTrans" cxnId="{56F377E1-06DE-41F0-8ACD-53B33239B090}">
      <dgm:prSet/>
      <dgm:spPr/>
      <dgm:t>
        <a:bodyPr/>
        <a:lstStyle/>
        <a:p>
          <a:endParaRPr lang="en-US"/>
        </a:p>
      </dgm:t>
    </dgm:pt>
    <dgm:pt modelId="{71A60468-E9B4-45C7-9155-EF96BF5A2ECF}">
      <dgm:prSet phldrT="[Text]" custT="1"/>
      <dgm:spPr/>
      <dgm:t>
        <a:bodyPr/>
        <a:lstStyle/>
        <a:p>
          <a:r>
            <a:rPr lang="en-US" sz="1200" smtClean="0"/>
            <a:t>Data requirements</a:t>
          </a:r>
          <a:endParaRPr lang="en-US" sz="1200" dirty="0"/>
        </a:p>
      </dgm:t>
    </dgm:pt>
    <dgm:pt modelId="{E83F16D7-96B8-4E10-B193-066AA005CDEF}" type="parTrans" cxnId="{7C338F74-3453-4349-9878-15FEB8963D18}">
      <dgm:prSet/>
      <dgm:spPr/>
      <dgm:t>
        <a:bodyPr/>
        <a:lstStyle/>
        <a:p>
          <a:endParaRPr lang="en-US"/>
        </a:p>
      </dgm:t>
    </dgm:pt>
    <dgm:pt modelId="{408E91AC-B283-4305-9B19-5C44C06F86B4}" type="sibTrans" cxnId="{7C338F74-3453-4349-9878-15FEB8963D18}">
      <dgm:prSet/>
      <dgm:spPr/>
      <dgm:t>
        <a:bodyPr/>
        <a:lstStyle/>
        <a:p>
          <a:endParaRPr lang="en-US"/>
        </a:p>
      </dgm:t>
    </dgm:pt>
    <dgm:pt modelId="{CC2C2642-7B8D-405E-977E-5B233DC1A602}">
      <dgm:prSet phldrT="[Text]" custT="1"/>
      <dgm:spPr/>
      <dgm:t>
        <a:bodyPr/>
        <a:lstStyle/>
        <a:p>
          <a:r>
            <a:rPr lang="en-US" sz="1200" smtClean="0"/>
            <a:t>Business process changes</a:t>
          </a:r>
          <a:endParaRPr lang="en-US" sz="1200" dirty="0"/>
        </a:p>
      </dgm:t>
    </dgm:pt>
    <dgm:pt modelId="{6511FAC8-39AD-4810-9213-8D8499F667C4}" type="parTrans" cxnId="{7B058A5F-598B-4A8D-B6C4-EF89AA39841C}">
      <dgm:prSet/>
      <dgm:spPr/>
      <dgm:t>
        <a:bodyPr/>
        <a:lstStyle/>
        <a:p>
          <a:endParaRPr lang="en-US"/>
        </a:p>
      </dgm:t>
    </dgm:pt>
    <dgm:pt modelId="{8A229553-5869-442D-A853-2BF4A2EDB13B}" type="sibTrans" cxnId="{7B058A5F-598B-4A8D-B6C4-EF89AA39841C}">
      <dgm:prSet/>
      <dgm:spPr/>
      <dgm:t>
        <a:bodyPr/>
        <a:lstStyle/>
        <a:p>
          <a:endParaRPr lang="en-US"/>
        </a:p>
      </dgm:t>
    </dgm:pt>
    <dgm:pt modelId="{9EE25B3F-6716-41DA-954C-BBFE7824A41A}">
      <dgm:prSet phldrT="[Text]" custT="1"/>
      <dgm:spPr/>
      <dgm:t>
        <a:bodyPr/>
        <a:lstStyle/>
        <a:p>
          <a:r>
            <a:rPr lang="en-US" sz="1200" dirty="0" smtClean="0"/>
            <a:t>Challenges with packaged solutions</a:t>
          </a:r>
          <a:endParaRPr lang="en-US" sz="1200" dirty="0"/>
        </a:p>
      </dgm:t>
    </dgm:pt>
    <dgm:pt modelId="{6C8F1E6B-5504-4471-834B-C3499A04DA76}" type="parTrans" cxnId="{FEDC9EFD-95C1-4984-A3F0-A73A7A7881CD}">
      <dgm:prSet/>
      <dgm:spPr/>
      <dgm:t>
        <a:bodyPr/>
        <a:lstStyle/>
        <a:p>
          <a:endParaRPr lang="en-US"/>
        </a:p>
      </dgm:t>
    </dgm:pt>
    <dgm:pt modelId="{D73843DF-DA6A-4800-A97F-5B03944F3739}" type="sibTrans" cxnId="{FEDC9EFD-95C1-4984-A3F0-A73A7A7881CD}">
      <dgm:prSet/>
      <dgm:spPr/>
      <dgm:t>
        <a:bodyPr/>
        <a:lstStyle/>
        <a:p>
          <a:endParaRPr lang="en-US"/>
        </a:p>
      </dgm:t>
    </dgm:pt>
    <dgm:pt modelId="{E5AF94A0-976E-4874-A9E9-851A50F36576}">
      <dgm:prSet phldrT="[Text]" custT="1"/>
      <dgm:spPr/>
      <dgm:t>
        <a:bodyPr/>
        <a:lstStyle/>
        <a:p>
          <a:r>
            <a:rPr lang="en-US" sz="1200" smtClean="0"/>
            <a:t>Too many candidates</a:t>
          </a:r>
          <a:endParaRPr lang="en-US" sz="1200" dirty="0"/>
        </a:p>
      </dgm:t>
    </dgm:pt>
    <dgm:pt modelId="{609F915B-CBFB-4714-B368-734C4E572A66}" type="parTrans" cxnId="{CF5D52F4-2EC7-4220-9B13-6B28D9D13C04}">
      <dgm:prSet/>
      <dgm:spPr/>
      <dgm:t>
        <a:bodyPr/>
        <a:lstStyle/>
        <a:p>
          <a:endParaRPr lang="en-US"/>
        </a:p>
      </dgm:t>
    </dgm:pt>
    <dgm:pt modelId="{7E245E00-A8C8-4C3E-9ECD-A13C7090CA47}" type="sibTrans" cxnId="{CF5D52F4-2EC7-4220-9B13-6B28D9D13C04}">
      <dgm:prSet/>
      <dgm:spPr/>
      <dgm:t>
        <a:bodyPr/>
        <a:lstStyle/>
        <a:p>
          <a:endParaRPr lang="en-US"/>
        </a:p>
      </dgm:t>
    </dgm:pt>
    <dgm:pt modelId="{E98ADCDD-B768-493B-B339-4071BA6DB8EA}">
      <dgm:prSet phldrT="[Text]" custT="1"/>
      <dgm:spPr/>
      <dgm:t>
        <a:bodyPr/>
        <a:lstStyle/>
        <a:p>
          <a:r>
            <a:rPr lang="en-US" sz="1200" smtClean="0"/>
            <a:t>Too many evaluation criteria</a:t>
          </a:r>
          <a:endParaRPr lang="en-US" sz="1200" dirty="0"/>
        </a:p>
      </dgm:t>
    </dgm:pt>
    <dgm:pt modelId="{2D5A58FF-3922-44CE-ADB1-3288EB15CAD0}" type="parTrans" cxnId="{A55F5D5C-BCEA-4CEE-9FBC-7C79469DA9B0}">
      <dgm:prSet/>
      <dgm:spPr/>
      <dgm:t>
        <a:bodyPr/>
        <a:lstStyle/>
        <a:p>
          <a:endParaRPr lang="en-US"/>
        </a:p>
      </dgm:t>
    </dgm:pt>
    <dgm:pt modelId="{833FD86F-E7F8-4A9E-923F-5E0AFFF5730B}" type="sibTrans" cxnId="{A55F5D5C-BCEA-4CEE-9FBC-7C79469DA9B0}">
      <dgm:prSet/>
      <dgm:spPr/>
      <dgm:t>
        <a:bodyPr/>
        <a:lstStyle/>
        <a:p>
          <a:endParaRPr lang="en-US"/>
        </a:p>
      </dgm:t>
    </dgm:pt>
    <dgm:pt modelId="{A66D862F-8270-4E7D-A374-01F6D6FE4D35}">
      <dgm:prSet phldrT="[Text]" custT="1"/>
      <dgm:spPr/>
      <dgm:t>
        <a:bodyPr/>
        <a:lstStyle/>
        <a:p>
          <a:r>
            <a:rPr lang="en-US" sz="1200" smtClean="0"/>
            <a:t>Vendor misrepresents package capabilities</a:t>
          </a:r>
          <a:endParaRPr lang="en-US" sz="1200" dirty="0"/>
        </a:p>
      </dgm:t>
    </dgm:pt>
    <dgm:pt modelId="{B5EA4E2A-8019-427A-B2DE-9F9875B0D3CB}" type="parTrans" cxnId="{0A920F40-A95E-4DA0-A7FC-B78ED87E5706}">
      <dgm:prSet/>
      <dgm:spPr/>
      <dgm:t>
        <a:bodyPr/>
        <a:lstStyle/>
        <a:p>
          <a:endParaRPr lang="en-US"/>
        </a:p>
      </dgm:t>
    </dgm:pt>
    <dgm:pt modelId="{084C70F3-2883-46E4-81CF-A3AB29867B78}" type="sibTrans" cxnId="{0A920F40-A95E-4DA0-A7FC-B78ED87E5706}">
      <dgm:prSet/>
      <dgm:spPr/>
      <dgm:t>
        <a:bodyPr/>
        <a:lstStyle/>
        <a:p>
          <a:endParaRPr lang="en-US"/>
        </a:p>
      </dgm:t>
    </dgm:pt>
    <dgm:pt modelId="{2F2F5BDA-B019-4A99-8BAE-D975F3115D55}">
      <dgm:prSet phldrT="[Text]" custT="1"/>
      <dgm:spPr/>
      <dgm:t>
        <a:bodyPr/>
        <a:lstStyle/>
        <a:p>
          <a:r>
            <a:rPr lang="en-US" sz="1200" smtClean="0"/>
            <a:t>Incorrect solution expectations</a:t>
          </a:r>
          <a:endParaRPr lang="en-US" sz="1200" dirty="0"/>
        </a:p>
      </dgm:t>
    </dgm:pt>
    <dgm:pt modelId="{171803E2-285D-459C-BDB9-4F094FA202BC}" type="parTrans" cxnId="{F3EA8CBC-E5F0-40C1-B163-731C2B8EE8CA}">
      <dgm:prSet/>
      <dgm:spPr/>
      <dgm:t>
        <a:bodyPr/>
        <a:lstStyle/>
        <a:p>
          <a:endParaRPr lang="en-US"/>
        </a:p>
      </dgm:t>
    </dgm:pt>
    <dgm:pt modelId="{3E8BF2EE-550A-47C5-8892-46280A131BD9}" type="sibTrans" cxnId="{F3EA8CBC-E5F0-40C1-B163-731C2B8EE8CA}">
      <dgm:prSet/>
      <dgm:spPr/>
      <dgm:t>
        <a:bodyPr/>
        <a:lstStyle/>
        <a:p>
          <a:endParaRPr lang="en-US"/>
        </a:p>
      </dgm:t>
    </dgm:pt>
    <dgm:pt modelId="{EFE930DC-C39D-4BB4-A43C-070706FBB87B}">
      <dgm:prSet phldrT="[Text]" custT="1"/>
      <dgm:spPr/>
      <dgm:t>
        <a:bodyPr/>
        <a:lstStyle/>
        <a:p>
          <a:r>
            <a:rPr lang="en-US" sz="1200" smtClean="0"/>
            <a:t>Users reject the solution</a:t>
          </a:r>
          <a:endParaRPr lang="en-US" sz="1200" dirty="0"/>
        </a:p>
      </dgm:t>
    </dgm:pt>
    <dgm:pt modelId="{DE80B57A-6476-47BD-BED2-991CDA1EAAC4}" type="parTrans" cxnId="{3D471D07-17B2-4455-B4B6-11DC73CAE03D}">
      <dgm:prSet/>
      <dgm:spPr/>
      <dgm:t>
        <a:bodyPr/>
        <a:lstStyle/>
        <a:p>
          <a:endParaRPr lang="en-US"/>
        </a:p>
      </dgm:t>
    </dgm:pt>
    <dgm:pt modelId="{3160CF97-4513-4072-9896-7EF1472DA845}" type="sibTrans" cxnId="{3D471D07-17B2-4455-B4B6-11DC73CAE03D}">
      <dgm:prSet/>
      <dgm:spPr/>
      <dgm:t>
        <a:bodyPr/>
        <a:lstStyle/>
        <a:p>
          <a:endParaRPr lang="en-US"/>
        </a:p>
      </dgm:t>
    </dgm:pt>
    <dgm:pt modelId="{11077618-9302-474C-8482-1BBB83E3AEF1}" type="pres">
      <dgm:prSet presAssocID="{1A65A4D7-7720-45CB-8279-86EBD3407E97}" presName="hierChild1" presStyleCnt="0">
        <dgm:presLayoutVars>
          <dgm:orgChart val="1"/>
          <dgm:chPref val="1"/>
          <dgm:dir/>
          <dgm:animOne val="branch"/>
          <dgm:animLvl val="lvl"/>
          <dgm:resizeHandles/>
        </dgm:presLayoutVars>
      </dgm:prSet>
      <dgm:spPr/>
      <dgm:t>
        <a:bodyPr/>
        <a:lstStyle/>
        <a:p>
          <a:endParaRPr lang="en-US"/>
        </a:p>
      </dgm:t>
    </dgm:pt>
    <dgm:pt modelId="{38ED7B2E-63E5-438D-91CD-EFA6DE9BBF61}" type="pres">
      <dgm:prSet presAssocID="{9E6404DC-1053-49D6-95EE-599A97C88DD3}" presName="hierRoot1" presStyleCnt="0">
        <dgm:presLayoutVars>
          <dgm:hierBranch val="init"/>
        </dgm:presLayoutVars>
      </dgm:prSet>
      <dgm:spPr/>
    </dgm:pt>
    <dgm:pt modelId="{ADCB6C6D-2F95-4AD5-B3EB-BEA9A3239732}" type="pres">
      <dgm:prSet presAssocID="{9E6404DC-1053-49D6-95EE-599A97C88DD3}" presName="rootComposite1" presStyleCnt="0"/>
      <dgm:spPr/>
    </dgm:pt>
    <dgm:pt modelId="{0F3C8968-31FF-46A5-BCB3-A2E771257413}" type="pres">
      <dgm:prSet presAssocID="{9E6404DC-1053-49D6-95EE-599A97C88DD3}" presName="rootText1" presStyleLbl="node0" presStyleIdx="0" presStyleCnt="1" custScaleX="379549" custScaleY="153424" custLinFactNeighborX="-4584" custLinFactNeighborY="-38509">
        <dgm:presLayoutVars>
          <dgm:chPref val="3"/>
        </dgm:presLayoutVars>
      </dgm:prSet>
      <dgm:spPr/>
      <dgm:t>
        <a:bodyPr/>
        <a:lstStyle/>
        <a:p>
          <a:endParaRPr lang="en-US"/>
        </a:p>
      </dgm:t>
    </dgm:pt>
    <dgm:pt modelId="{C8C73746-D1E9-45A4-A4B2-4DB251C0CC5A}" type="pres">
      <dgm:prSet presAssocID="{9E6404DC-1053-49D6-95EE-599A97C88DD3}" presName="rootConnector1" presStyleLbl="node1" presStyleIdx="0" presStyleCnt="0"/>
      <dgm:spPr/>
      <dgm:t>
        <a:bodyPr/>
        <a:lstStyle/>
        <a:p>
          <a:endParaRPr lang="en-US"/>
        </a:p>
      </dgm:t>
    </dgm:pt>
    <dgm:pt modelId="{AD53A4B1-01E7-41E8-9724-31F3910545A4}" type="pres">
      <dgm:prSet presAssocID="{9E6404DC-1053-49D6-95EE-599A97C88DD3}" presName="hierChild2" presStyleCnt="0"/>
      <dgm:spPr/>
    </dgm:pt>
    <dgm:pt modelId="{7B4371B5-9FE0-4A41-B872-D27DD755166A}" type="pres">
      <dgm:prSet presAssocID="{8CE2CE9A-EBD7-445E-BD99-21666869C1D4}" presName="Name37" presStyleLbl="parChTrans1D2" presStyleIdx="0" presStyleCnt="4"/>
      <dgm:spPr/>
      <dgm:t>
        <a:bodyPr/>
        <a:lstStyle/>
        <a:p>
          <a:endParaRPr lang="en-US"/>
        </a:p>
      </dgm:t>
    </dgm:pt>
    <dgm:pt modelId="{ED726A71-3CEE-43E5-B36E-E99BBF451E5B}" type="pres">
      <dgm:prSet presAssocID="{9286A5EC-F2A9-487D-8BF1-B96EEEFD636B}" presName="hierRoot2" presStyleCnt="0">
        <dgm:presLayoutVars>
          <dgm:hierBranch val="init"/>
        </dgm:presLayoutVars>
      </dgm:prSet>
      <dgm:spPr/>
    </dgm:pt>
    <dgm:pt modelId="{82B2FC70-3C15-48D4-B101-71C09EFE19F9}" type="pres">
      <dgm:prSet presAssocID="{9286A5EC-F2A9-487D-8BF1-B96EEEFD636B}" presName="rootComposite" presStyleCnt="0"/>
      <dgm:spPr/>
    </dgm:pt>
    <dgm:pt modelId="{C9422C4E-2B02-4D33-A16B-EF7B187ECAB7}" type="pres">
      <dgm:prSet presAssocID="{9286A5EC-F2A9-487D-8BF1-B96EEEFD636B}" presName="rootText" presStyleLbl="node2" presStyleIdx="0" presStyleCnt="4" custScaleX="141570" custScaleY="107464" custLinFactNeighborX="4006" custLinFactNeighborY="10813">
        <dgm:presLayoutVars>
          <dgm:chPref val="3"/>
        </dgm:presLayoutVars>
      </dgm:prSet>
      <dgm:spPr/>
      <dgm:t>
        <a:bodyPr/>
        <a:lstStyle/>
        <a:p>
          <a:endParaRPr lang="en-US"/>
        </a:p>
      </dgm:t>
    </dgm:pt>
    <dgm:pt modelId="{A10B8E6A-AEE1-4C2B-8634-C515AEDBA0E5}" type="pres">
      <dgm:prSet presAssocID="{9286A5EC-F2A9-487D-8BF1-B96EEEFD636B}" presName="rootConnector" presStyleLbl="node2" presStyleIdx="0" presStyleCnt="4"/>
      <dgm:spPr/>
      <dgm:t>
        <a:bodyPr/>
        <a:lstStyle/>
        <a:p>
          <a:endParaRPr lang="en-US"/>
        </a:p>
      </dgm:t>
    </dgm:pt>
    <dgm:pt modelId="{C9264EDA-91B6-4FAE-AFE6-AFC29BE66386}" type="pres">
      <dgm:prSet presAssocID="{9286A5EC-F2A9-487D-8BF1-B96EEEFD636B}" presName="hierChild4" presStyleCnt="0"/>
      <dgm:spPr/>
    </dgm:pt>
    <dgm:pt modelId="{C5C54053-3A12-46C3-BAAB-BDE4C3102748}" type="pres">
      <dgm:prSet presAssocID="{9286A5EC-F2A9-487D-8BF1-B96EEEFD636B}" presName="hierChild5" presStyleCnt="0"/>
      <dgm:spPr/>
    </dgm:pt>
    <dgm:pt modelId="{0146BAA9-2B9D-4F2A-B565-A2DCB6505964}" type="pres">
      <dgm:prSet presAssocID="{F0764DAA-254D-4C3C-9708-669D5BF5A337}" presName="Name37" presStyleLbl="parChTrans1D2" presStyleIdx="1" presStyleCnt="4"/>
      <dgm:spPr/>
      <dgm:t>
        <a:bodyPr/>
        <a:lstStyle/>
        <a:p>
          <a:endParaRPr lang="en-US"/>
        </a:p>
      </dgm:t>
    </dgm:pt>
    <dgm:pt modelId="{E84706B5-084F-4950-8554-35690A57F381}" type="pres">
      <dgm:prSet presAssocID="{620DD3EC-BDCD-468B-B566-7FE2B848507E}" presName="hierRoot2" presStyleCnt="0">
        <dgm:presLayoutVars>
          <dgm:hierBranch val="init"/>
        </dgm:presLayoutVars>
      </dgm:prSet>
      <dgm:spPr/>
    </dgm:pt>
    <dgm:pt modelId="{2A614826-E838-4B9F-9FD7-136F010E7C46}" type="pres">
      <dgm:prSet presAssocID="{620DD3EC-BDCD-468B-B566-7FE2B848507E}" presName="rootComposite" presStyleCnt="0"/>
      <dgm:spPr/>
    </dgm:pt>
    <dgm:pt modelId="{02B28F85-DE51-42FF-859E-1DD3A478F426}" type="pres">
      <dgm:prSet presAssocID="{620DD3EC-BDCD-468B-B566-7FE2B848507E}" presName="rootText" presStyleLbl="node2" presStyleIdx="1" presStyleCnt="4" custScaleX="141570" custScaleY="107464" custLinFactNeighborX="4006" custLinFactNeighborY="10813">
        <dgm:presLayoutVars>
          <dgm:chPref val="3"/>
        </dgm:presLayoutVars>
      </dgm:prSet>
      <dgm:spPr/>
      <dgm:t>
        <a:bodyPr/>
        <a:lstStyle/>
        <a:p>
          <a:endParaRPr lang="en-US"/>
        </a:p>
      </dgm:t>
    </dgm:pt>
    <dgm:pt modelId="{1999F93D-C5E3-4B58-A38A-C971B5C1871B}" type="pres">
      <dgm:prSet presAssocID="{620DD3EC-BDCD-468B-B566-7FE2B848507E}" presName="rootConnector" presStyleLbl="node2" presStyleIdx="1" presStyleCnt="4"/>
      <dgm:spPr/>
      <dgm:t>
        <a:bodyPr/>
        <a:lstStyle/>
        <a:p>
          <a:endParaRPr lang="en-US"/>
        </a:p>
      </dgm:t>
    </dgm:pt>
    <dgm:pt modelId="{4C592C92-3156-443C-BB98-9204DFF01F72}" type="pres">
      <dgm:prSet presAssocID="{620DD3EC-BDCD-468B-B566-7FE2B848507E}" presName="hierChild4" presStyleCnt="0"/>
      <dgm:spPr/>
    </dgm:pt>
    <dgm:pt modelId="{ECF9C54A-2C83-410A-9F29-C05C7AEBD84A}" type="pres">
      <dgm:prSet presAssocID="{C088B613-79B3-481F-9BB2-FDCE0903B149}" presName="Name37" presStyleLbl="parChTrans1D3" presStyleIdx="0" presStyleCnt="15"/>
      <dgm:spPr/>
      <dgm:t>
        <a:bodyPr/>
        <a:lstStyle/>
        <a:p>
          <a:endParaRPr lang="en-US"/>
        </a:p>
      </dgm:t>
    </dgm:pt>
    <dgm:pt modelId="{A242C717-EE65-4806-BDCB-A67EF3805705}" type="pres">
      <dgm:prSet presAssocID="{6D2BC0AE-F643-4057-B2EB-0652F58B33B9}" presName="hierRoot2" presStyleCnt="0">
        <dgm:presLayoutVars>
          <dgm:hierBranch val="init"/>
        </dgm:presLayoutVars>
      </dgm:prSet>
      <dgm:spPr/>
    </dgm:pt>
    <dgm:pt modelId="{095996C5-D51A-456A-A14C-244672EC407D}" type="pres">
      <dgm:prSet presAssocID="{6D2BC0AE-F643-4057-B2EB-0652F58B33B9}" presName="rootComposite" presStyleCnt="0"/>
      <dgm:spPr/>
    </dgm:pt>
    <dgm:pt modelId="{5BA97E7E-24F2-4FA4-9202-039963B311C6}" type="pres">
      <dgm:prSet presAssocID="{6D2BC0AE-F643-4057-B2EB-0652F58B33B9}" presName="rootText" presStyleLbl="node3" presStyleIdx="0" presStyleCnt="15" custScaleX="126225">
        <dgm:presLayoutVars>
          <dgm:chPref val="3"/>
        </dgm:presLayoutVars>
      </dgm:prSet>
      <dgm:spPr/>
      <dgm:t>
        <a:bodyPr/>
        <a:lstStyle/>
        <a:p>
          <a:endParaRPr lang="en-US"/>
        </a:p>
      </dgm:t>
    </dgm:pt>
    <dgm:pt modelId="{30840B12-FDD6-4FB0-95BC-31888415C497}" type="pres">
      <dgm:prSet presAssocID="{6D2BC0AE-F643-4057-B2EB-0652F58B33B9}" presName="rootConnector" presStyleLbl="node3" presStyleIdx="0" presStyleCnt="15"/>
      <dgm:spPr/>
      <dgm:t>
        <a:bodyPr/>
        <a:lstStyle/>
        <a:p>
          <a:endParaRPr lang="en-US"/>
        </a:p>
      </dgm:t>
    </dgm:pt>
    <dgm:pt modelId="{177DECE0-6A04-4F8E-9FD0-7909410FCA71}" type="pres">
      <dgm:prSet presAssocID="{6D2BC0AE-F643-4057-B2EB-0652F58B33B9}" presName="hierChild4" presStyleCnt="0"/>
      <dgm:spPr/>
    </dgm:pt>
    <dgm:pt modelId="{A43BD4DB-D782-4C73-A443-3CECA4908496}" type="pres">
      <dgm:prSet presAssocID="{6D2BC0AE-F643-4057-B2EB-0652F58B33B9}" presName="hierChild5" presStyleCnt="0"/>
      <dgm:spPr/>
    </dgm:pt>
    <dgm:pt modelId="{E2503A55-8B94-42A2-BE23-0D46DDA997A6}" type="pres">
      <dgm:prSet presAssocID="{92C4C6DD-83B2-4FF9-8A58-98BADCE3D1F3}" presName="Name37" presStyleLbl="parChTrans1D3" presStyleIdx="1" presStyleCnt="15"/>
      <dgm:spPr/>
      <dgm:t>
        <a:bodyPr/>
        <a:lstStyle/>
        <a:p>
          <a:endParaRPr lang="en-US"/>
        </a:p>
      </dgm:t>
    </dgm:pt>
    <dgm:pt modelId="{6E6F8AF4-88E3-4B32-A16E-3E1F1181A773}" type="pres">
      <dgm:prSet presAssocID="{4C1AE607-8879-40FA-8B91-8EA53E5C21A0}" presName="hierRoot2" presStyleCnt="0">
        <dgm:presLayoutVars>
          <dgm:hierBranch val="init"/>
        </dgm:presLayoutVars>
      </dgm:prSet>
      <dgm:spPr/>
    </dgm:pt>
    <dgm:pt modelId="{E0DB4BBE-08E2-4D54-BBFF-795A9F5D5CEA}" type="pres">
      <dgm:prSet presAssocID="{4C1AE607-8879-40FA-8B91-8EA53E5C21A0}" presName="rootComposite" presStyleCnt="0"/>
      <dgm:spPr/>
    </dgm:pt>
    <dgm:pt modelId="{DD7A0499-20AE-4143-B649-E608EB75D9ED}" type="pres">
      <dgm:prSet presAssocID="{4C1AE607-8879-40FA-8B91-8EA53E5C21A0}" presName="rootText" presStyleLbl="node3" presStyleIdx="1" presStyleCnt="15" custScaleX="126225">
        <dgm:presLayoutVars>
          <dgm:chPref val="3"/>
        </dgm:presLayoutVars>
      </dgm:prSet>
      <dgm:spPr/>
      <dgm:t>
        <a:bodyPr/>
        <a:lstStyle/>
        <a:p>
          <a:endParaRPr lang="en-US"/>
        </a:p>
      </dgm:t>
    </dgm:pt>
    <dgm:pt modelId="{8B0ACD13-27E4-48E7-B928-B914FC05AC0D}" type="pres">
      <dgm:prSet presAssocID="{4C1AE607-8879-40FA-8B91-8EA53E5C21A0}" presName="rootConnector" presStyleLbl="node3" presStyleIdx="1" presStyleCnt="15"/>
      <dgm:spPr/>
      <dgm:t>
        <a:bodyPr/>
        <a:lstStyle/>
        <a:p>
          <a:endParaRPr lang="en-US"/>
        </a:p>
      </dgm:t>
    </dgm:pt>
    <dgm:pt modelId="{65F3555D-BBA6-4BC7-B52D-A2ABAA62C4B7}" type="pres">
      <dgm:prSet presAssocID="{4C1AE607-8879-40FA-8B91-8EA53E5C21A0}" presName="hierChild4" presStyleCnt="0"/>
      <dgm:spPr/>
    </dgm:pt>
    <dgm:pt modelId="{4119D1CA-5EB3-459F-8C7B-FF908B6A1E96}" type="pres">
      <dgm:prSet presAssocID="{4C1AE607-8879-40FA-8B91-8EA53E5C21A0}" presName="hierChild5" presStyleCnt="0"/>
      <dgm:spPr/>
    </dgm:pt>
    <dgm:pt modelId="{58FA5A4F-3D9B-4BF0-88F7-A1EFDA90868F}" type="pres">
      <dgm:prSet presAssocID="{44DE1422-B0E2-44D9-A12C-8CBB858B0FB9}" presName="Name37" presStyleLbl="parChTrans1D3" presStyleIdx="2" presStyleCnt="15"/>
      <dgm:spPr/>
      <dgm:t>
        <a:bodyPr/>
        <a:lstStyle/>
        <a:p>
          <a:endParaRPr lang="en-US"/>
        </a:p>
      </dgm:t>
    </dgm:pt>
    <dgm:pt modelId="{B58257FD-3CFD-4C62-8C06-F9EDF3963AE8}" type="pres">
      <dgm:prSet presAssocID="{9F33D48B-E7E6-4734-B111-D038DA53DCF0}" presName="hierRoot2" presStyleCnt="0">
        <dgm:presLayoutVars>
          <dgm:hierBranch val="init"/>
        </dgm:presLayoutVars>
      </dgm:prSet>
      <dgm:spPr/>
    </dgm:pt>
    <dgm:pt modelId="{8AAC398F-1036-425F-BFDF-33C83FAE9D85}" type="pres">
      <dgm:prSet presAssocID="{9F33D48B-E7E6-4734-B111-D038DA53DCF0}" presName="rootComposite" presStyleCnt="0"/>
      <dgm:spPr/>
    </dgm:pt>
    <dgm:pt modelId="{5B534664-C654-4015-A448-05FF63AD7820}" type="pres">
      <dgm:prSet presAssocID="{9F33D48B-E7E6-4734-B111-D038DA53DCF0}" presName="rootText" presStyleLbl="node3" presStyleIdx="2" presStyleCnt="15" custScaleX="126225">
        <dgm:presLayoutVars>
          <dgm:chPref val="3"/>
        </dgm:presLayoutVars>
      </dgm:prSet>
      <dgm:spPr/>
      <dgm:t>
        <a:bodyPr/>
        <a:lstStyle/>
        <a:p>
          <a:endParaRPr lang="en-US"/>
        </a:p>
      </dgm:t>
    </dgm:pt>
    <dgm:pt modelId="{BD2A5398-9306-4C30-899F-5165B007346B}" type="pres">
      <dgm:prSet presAssocID="{9F33D48B-E7E6-4734-B111-D038DA53DCF0}" presName="rootConnector" presStyleLbl="node3" presStyleIdx="2" presStyleCnt="15"/>
      <dgm:spPr/>
      <dgm:t>
        <a:bodyPr/>
        <a:lstStyle/>
        <a:p>
          <a:endParaRPr lang="en-US"/>
        </a:p>
      </dgm:t>
    </dgm:pt>
    <dgm:pt modelId="{8B4EC3DC-FC2C-41CE-AF10-CF770D7CAD42}" type="pres">
      <dgm:prSet presAssocID="{9F33D48B-E7E6-4734-B111-D038DA53DCF0}" presName="hierChild4" presStyleCnt="0"/>
      <dgm:spPr/>
    </dgm:pt>
    <dgm:pt modelId="{C323DC3C-D9F0-4DAC-8791-D123AB23E18B}" type="pres">
      <dgm:prSet presAssocID="{9F33D48B-E7E6-4734-B111-D038DA53DCF0}" presName="hierChild5" presStyleCnt="0"/>
      <dgm:spPr/>
    </dgm:pt>
    <dgm:pt modelId="{7D2D8082-4008-45FF-B552-9FCD60B1CAC7}" type="pres">
      <dgm:prSet presAssocID="{2E2BF1EF-6475-4A13-9BDF-0E3CDD9FFAD6}" presName="Name37" presStyleLbl="parChTrans1D3" presStyleIdx="3" presStyleCnt="15"/>
      <dgm:spPr/>
      <dgm:t>
        <a:bodyPr/>
        <a:lstStyle/>
        <a:p>
          <a:endParaRPr lang="en-US"/>
        </a:p>
      </dgm:t>
    </dgm:pt>
    <dgm:pt modelId="{D23C3A23-EDE0-4FE4-9E7C-8676284EEB33}" type="pres">
      <dgm:prSet presAssocID="{07F9E660-D2DB-43F7-9A8C-4C267D76FC7B}" presName="hierRoot2" presStyleCnt="0">
        <dgm:presLayoutVars>
          <dgm:hierBranch val="init"/>
        </dgm:presLayoutVars>
      </dgm:prSet>
      <dgm:spPr/>
    </dgm:pt>
    <dgm:pt modelId="{63F94172-9B88-4D7B-8D51-E8FA9D84399B}" type="pres">
      <dgm:prSet presAssocID="{07F9E660-D2DB-43F7-9A8C-4C267D76FC7B}" presName="rootComposite" presStyleCnt="0"/>
      <dgm:spPr/>
    </dgm:pt>
    <dgm:pt modelId="{D4F92C83-C494-4443-A085-6CFEA13539D2}" type="pres">
      <dgm:prSet presAssocID="{07F9E660-D2DB-43F7-9A8C-4C267D76FC7B}" presName="rootText" presStyleLbl="node3" presStyleIdx="3" presStyleCnt="15" custScaleX="126225">
        <dgm:presLayoutVars>
          <dgm:chPref val="3"/>
        </dgm:presLayoutVars>
      </dgm:prSet>
      <dgm:spPr/>
      <dgm:t>
        <a:bodyPr/>
        <a:lstStyle/>
        <a:p>
          <a:endParaRPr lang="en-US"/>
        </a:p>
      </dgm:t>
    </dgm:pt>
    <dgm:pt modelId="{A6F8B0F6-A1DB-4F4C-815E-4CB3D7D4B798}" type="pres">
      <dgm:prSet presAssocID="{07F9E660-D2DB-43F7-9A8C-4C267D76FC7B}" presName="rootConnector" presStyleLbl="node3" presStyleIdx="3" presStyleCnt="15"/>
      <dgm:spPr/>
      <dgm:t>
        <a:bodyPr/>
        <a:lstStyle/>
        <a:p>
          <a:endParaRPr lang="en-US"/>
        </a:p>
      </dgm:t>
    </dgm:pt>
    <dgm:pt modelId="{E62E1CE2-7BEB-43F2-86E2-8D7036E35584}" type="pres">
      <dgm:prSet presAssocID="{07F9E660-D2DB-43F7-9A8C-4C267D76FC7B}" presName="hierChild4" presStyleCnt="0"/>
      <dgm:spPr/>
    </dgm:pt>
    <dgm:pt modelId="{5528CE9C-4915-4C57-9196-ACE0FF786F7B}" type="pres">
      <dgm:prSet presAssocID="{07F9E660-D2DB-43F7-9A8C-4C267D76FC7B}" presName="hierChild5" presStyleCnt="0"/>
      <dgm:spPr/>
    </dgm:pt>
    <dgm:pt modelId="{270151AE-D139-40DF-A603-F0B3F7DDDC4D}" type="pres">
      <dgm:prSet presAssocID="{D790EDC8-DBC7-47D9-AD8D-E7CE4F48BB0A}" presName="Name37" presStyleLbl="parChTrans1D3" presStyleIdx="4" presStyleCnt="15"/>
      <dgm:spPr/>
      <dgm:t>
        <a:bodyPr/>
        <a:lstStyle/>
        <a:p>
          <a:endParaRPr lang="en-US"/>
        </a:p>
      </dgm:t>
    </dgm:pt>
    <dgm:pt modelId="{5E7476B3-AD7E-4825-A023-25C6BDFD35CA}" type="pres">
      <dgm:prSet presAssocID="{0B0BE489-18FC-4AB8-89F0-E5B83E82DEE3}" presName="hierRoot2" presStyleCnt="0">
        <dgm:presLayoutVars>
          <dgm:hierBranch val="init"/>
        </dgm:presLayoutVars>
      </dgm:prSet>
      <dgm:spPr/>
    </dgm:pt>
    <dgm:pt modelId="{132C54E8-DB97-4D17-8179-D1BC98F5D07C}" type="pres">
      <dgm:prSet presAssocID="{0B0BE489-18FC-4AB8-89F0-E5B83E82DEE3}" presName="rootComposite" presStyleCnt="0"/>
      <dgm:spPr/>
    </dgm:pt>
    <dgm:pt modelId="{F3605272-BB3C-482A-BD0E-4FF39B81FDEE}" type="pres">
      <dgm:prSet presAssocID="{0B0BE489-18FC-4AB8-89F0-E5B83E82DEE3}" presName="rootText" presStyleLbl="node3" presStyleIdx="4" presStyleCnt="15" custScaleX="126225">
        <dgm:presLayoutVars>
          <dgm:chPref val="3"/>
        </dgm:presLayoutVars>
      </dgm:prSet>
      <dgm:spPr/>
      <dgm:t>
        <a:bodyPr/>
        <a:lstStyle/>
        <a:p>
          <a:endParaRPr lang="en-US"/>
        </a:p>
      </dgm:t>
    </dgm:pt>
    <dgm:pt modelId="{80D30C1D-7614-46E9-A72C-A8C7C4CE7688}" type="pres">
      <dgm:prSet presAssocID="{0B0BE489-18FC-4AB8-89F0-E5B83E82DEE3}" presName="rootConnector" presStyleLbl="node3" presStyleIdx="4" presStyleCnt="15"/>
      <dgm:spPr/>
      <dgm:t>
        <a:bodyPr/>
        <a:lstStyle/>
        <a:p>
          <a:endParaRPr lang="en-US"/>
        </a:p>
      </dgm:t>
    </dgm:pt>
    <dgm:pt modelId="{52A2A06A-EC5A-449C-89CB-5D43FB38563B}" type="pres">
      <dgm:prSet presAssocID="{0B0BE489-18FC-4AB8-89F0-E5B83E82DEE3}" presName="hierChild4" presStyleCnt="0"/>
      <dgm:spPr/>
    </dgm:pt>
    <dgm:pt modelId="{642F05A1-9B99-45A9-95F7-36FBF693468C}" type="pres">
      <dgm:prSet presAssocID="{0B0BE489-18FC-4AB8-89F0-E5B83E82DEE3}" presName="hierChild5" presStyleCnt="0"/>
      <dgm:spPr/>
    </dgm:pt>
    <dgm:pt modelId="{3E362709-8DF5-4ED1-BE78-2D67C7F6CD59}" type="pres">
      <dgm:prSet presAssocID="{620DD3EC-BDCD-468B-B566-7FE2B848507E}" presName="hierChild5" presStyleCnt="0"/>
      <dgm:spPr/>
    </dgm:pt>
    <dgm:pt modelId="{D2613D50-256B-4B68-8FAD-AE3AD5188EA2}" type="pres">
      <dgm:prSet presAssocID="{D652C70C-8554-4301-869A-D02E3BDCCF9C}" presName="Name37" presStyleLbl="parChTrans1D2" presStyleIdx="2" presStyleCnt="4"/>
      <dgm:spPr/>
      <dgm:t>
        <a:bodyPr/>
        <a:lstStyle/>
        <a:p>
          <a:endParaRPr lang="en-US"/>
        </a:p>
      </dgm:t>
    </dgm:pt>
    <dgm:pt modelId="{6E9A1A80-60AA-46BF-B8BC-994A37D7A065}" type="pres">
      <dgm:prSet presAssocID="{0394B78F-9F6A-46F9-8192-B5368C603428}" presName="hierRoot2" presStyleCnt="0">
        <dgm:presLayoutVars>
          <dgm:hierBranch val="init"/>
        </dgm:presLayoutVars>
      </dgm:prSet>
      <dgm:spPr/>
    </dgm:pt>
    <dgm:pt modelId="{EB2AB012-BDB3-4569-91E2-8399DDCEDEF5}" type="pres">
      <dgm:prSet presAssocID="{0394B78F-9F6A-46F9-8192-B5368C603428}" presName="rootComposite" presStyleCnt="0"/>
      <dgm:spPr/>
    </dgm:pt>
    <dgm:pt modelId="{81981569-26A3-407E-B3D1-78BFB78884B6}" type="pres">
      <dgm:prSet presAssocID="{0394B78F-9F6A-46F9-8192-B5368C603428}" presName="rootText" presStyleLbl="node2" presStyleIdx="2" presStyleCnt="4" custScaleX="144924" custLinFactNeighborY="11318">
        <dgm:presLayoutVars>
          <dgm:chPref val="3"/>
        </dgm:presLayoutVars>
      </dgm:prSet>
      <dgm:spPr/>
      <dgm:t>
        <a:bodyPr/>
        <a:lstStyle/>
        <a:p>
          <a:endParaRPr lang="en-US"/>
        </a:p>
      </dgm:t>
    </dgm:pt>
    <dgm:pt modelId="{57960999-4B07-4944-ABC8-DDEA0942E4F6}" type="pres">
      <dgm:prSet presAssocID="{0394B78F-9F6A-46F9-8192-B5368C603428}" presName="rootConnector" presStyleLbl="node2" presStyleIdx="2" presStyleCnt="4"/>
      <dgm:spPr/>
      <dgm:t>
        <a:bodyPr/>
        <a:lstStyle/>
        <a:p>
          <a:endParaRPr lang="en-US"/>
        </a:p>
      </dgm:t>
    </dgm:pt>
    <dgm:pt modelId="{2D9C1C89-9263-4701-B340-9B49C74F3097}" type="pres">
      <dgm:prSet presAssocID="{0394B78F-9F6A-46F9-8192-B5368C603428}" presName="hierChild4" presStyleCnt="0"/>
      <dgm:spPr/>
    </dgm:pt>
    <dgm:pt modelId="{E4DDB36F-2927-4491-9CDB-13A7789A09B4}" type="pres">
      <dgm:prSet presAssocID="{43109AA1-FEEE-4F25-AE73-32BDAA3045E7}" presName="Name37" presStyleLbl="parChTrans1D3" presStyleIdx="5" presStyleCnt="15"/>
      <dgm:spPr/>
      <dgm:t>
        <a:bodyPr/>
        <a:lstStyle/>
        <a:p>
          <a:endParaRPr lang="en-US"/>
        </a:p>
      </dgm:t>
    </dgm:pt>
    <dgm:pt modelId="{7646EF8C-1DAA-47DB-8A8D-D0DE218958B2}" type="pres">
      <dgm:prSet presAssocID="{D21AA50B-6F47-4522-9EC2-1DCF65D1D4AF}" presName="hierRoot2" presStyleCnt="0">
        <dgm:presLayoutVars>
          <dgm:hierBranch val="init"/>
        </dgm:presLayoutVars>
      </dgm:prSet>
      <dgm:spPr/>
    </dgm:pt>
    <dgm:pt modelId="{FED87233-B1FC-46E6-B2BB-75782D2DC335}" type="pres">
      <dgm:prSet presAssocID="{D21AA50B-6F47-4522-9EC2-1DCF65D1D4AF}" presName="rootComposite" presStyleCnt="0"/>
      <dgm:spPr/>
    </dgm:pt>
    <dgm:pt modelId="{1183AAC3-0F66-4BAC-8068-2D182E1C064A}" type="pres">
      <dgm:prSet presAssocID="{D21AA50B-6F47-4522-9EC2-1DCF65D1D4AF}" presName="rootText" presStyleLbl="node3" presStyleIdx="5" presStyleCnt="15" custScaleX="116142">
        <dgm:presLayoutVars>
          <dgm:chPref val="3"/>
        </dgm:presLayoutVars>
      </dgm:prSet>
      <dgm:spPr/>
      <dgm:t>
        <a:bodyPr/>
        <a:lstStyle/>
        <a:p>
          <a:endParaRPr lang="en-US"/>
        </a:p>
      </dgm:t>
    </dgm:pt>
    <dgm:pt modelId="{27806D9B-9587-4C75-8FB4-F16C2760781A}" type="pres">
      <dgm:prSet presAssocID="{D21AA50B-6F47-4522-9EC2-1DCF65D1D4AF}" presName="rootConnector" presStyleLbl="node3" presStyleIdx="5" presStyleCnt="15"/>
      <dgm:spPr/>
      <dgm:t>
        <a:bodyPr/>
        <a:lstStyle/>
        <a:p>
          <a:endParaRPr lang="en-US"/>
        </a:p>
      </dgm:t>
    </dgm:pt>
    <dgm:pt modelId="{B0EB7AD5-A550-4863-9F99-1527BDE85833}" type="pres">
      <dgm:prSet presAssocID="{D21AA50B-6F47-4522-9EC2-1DCF65D1D4AF}" presName="hierChild4" presStyleCnt="0"/>
      <dgm:spPr/>
    </dgm:pt>
    <dgm:pt modelId="{10ED4CD1-BBA9-4E42-BDB7-C436FB09E616}" type="pres">
      <dgm:prSet presAssocID="{D21AA50B-6F47-4522-9EC2-1DCF65D1D4AF}" presName="hierChild5" presStyleCnt="0"/>
      <dgm:spPr/>
    </dgm:pt>
    <dgm:pt modelId="{1B4EDDC6-D7B4-4258-9A0D-7219544EB8E5}" type="pres">
      <dgm:prSet presAssocID="{A4934C3B-E7BB-4C9F-B6A5-35E854F1F036}" presName="Name37" presStyleLbl="parChTrans1D3" presStyleIdx="6" presStyleCnt="15"/>
      <dgm:spPr/>
      <dgm:t>
        <a:bodyPr/>
        <a:lstStyle/>
        <a:p>
          <a:endParaRPr lang="en-US"/>
        </a:p>
      </dgm:t>
    </dgm:pt>
    <dgm:pt modelId="{05997A6C-96F3-4094-AFAE-FEEF1D8D89FC}" type="pres">
      <dgm:prSet presAssocID="{CD238030-BE61-429B-BC31-AA581994ED20}" presName="hierRoot2" presStyleCnt="0">
        <dgm:presLayoutVars>
          <dgm:hierBranch val="init"/>
        </dgm:presLayoutVars>
      </dgm:prSet>
      <dgm:spPr/>
    </dgm:pt>
    <dgm:pt modelId="{1B18672A-077D-4043-882D-26B82518CA8D}" type="pres">
      <dgm:prSet presAssocID="{CD238030-BE61-429B-BC31-AA581994ED20}" presName="rootComposite" presStyleCnt="0"/>
      <dgm:spPr/>
    </dgm:pt>
    <dgm:pt modelId="{E963361F-17BA-4178-ADC4-A9ABEB4CCE1D}" type="pres">
      <dgm:prSet presAssocID="{CD238030-BE61-429B-BC31-AA581994ED20}" presName="rootText" presStyleLbl="node3" presStyleIdx="6" presStyleCnt="15" custScaleX="126225">
        <dgm:presLayoutVars>
          <dgm:chPref val="3"/>
        </dgm:presLayoutVars>
      </dgm:prSet>
      <dgm:spPr/>
      <dgm:t>
        <a:bodyPr/>
        <a:lstStyle/>
        <a:p>
          <a:endParaRPr lang="en-US"/>
        </a:p>
      </dgm:t>
    </dgm:pt>
    <dgm:pt modelId="{C2840598-6AE8-498A-999F-F17CF44139D6}" type="pres">
      <dgm:prSet presAssocID="{CD238030-BE61-429B-BC31-AA581994ED20}" presName="rootConnector" presStyleLbl="node3" presStyleIdx="6" presStyleCnt="15"/>
      <dgm:spPr/>
      <dgm:t>
        <a:bodyPr/>
        <a:lstStyle/>
        <a:p>
          <a:endParaRPr lang="en-US"/>
        </a:p>
      </dgm:t>
    </dgm:pt>
    <dgm:pt modelId="{DCE763F2-C023-4A2F-95B4-4B4AE42FC5FD}" type="pres">
      <dgm:prSet presAssocID="{CD238030-BE61-429B-BC31-AA581994ED20}" presName="hierChild4" presStyleCnt="0"/>
      <dgm:spPr/>
    </dgm:pt>
    <dgm:pt modelId="{303F4A0E-2546-421B-91D8-7E76BCF009CB}" type="pres">
      <dgm:prSet presAssocID="{CD238030-BE61-429B-BC31-AA581994ED20}" presName="hierChild5" presStyleCnt="0"/>
      <dgm:spPr/>
    </dgm:pt>
    <dgm:pt modelId="{3FC7B790-F506-48AE-9CEC-8DC9624B5FC7}" type="pres">
      <dgm:prSet presAssocID="{9717FDF0-B947-4AA7-AE95-C83BEC23C8DC}" presName="Name37" presStyleLbl="parChTrans1D3" presStyleIdx="7" presStyleCnt="15"/>
      <dgm:spPr/>
      <dgm:t>
        <a:bodyPr/>
        <a:lstStyle/>
        <a:p>
          <a:endParaRPr lang="en-US"/>
        </a:p>
      </dgm:t>
    </dgm:pt>
    <dgm:pt modelId="{CF8FC8C7-BD0F-469F-BE85-ACD639AC335D}" type="pres">
      <dgm:prSet presAssocID="{92DECB80-8FA5-418C-8E7F-B874C97CE7B9}" presName="hierRoot2" presStyleCnt="0">
        <dgm:presLayoutVars>
          <dgm:hierBranch val="init"/>
        </dgm:presLayoutVars>
      </dgm:prSet>
      <dgm:spPr/>
    </dgm:pt>
    <dgm:pt modelId="{EFEAFCEA-3BB8-45BC-AE07-15A6D793A262}" type="pres">
      <dgm:prSet presAssocID="{92DECB80-8FA5-418C-8E7F-B874C97CE7B9}" presName="rootComposite" presStyleCnt="0"/>
      <dgm:spPr/>
    </dgm:pt>
    <dgm:pt modelId="{CD57C727-46B0-4C5B-8556-85AE694552F7}" type="pres">
      <dgm:prSet presAssocID="{92DECB80-8FA5-418C-8E7F-B874C97CE7B9}" presName="rootText" presStyleLbl="node3" presStyleIdx="7" presStyleCnt="15" custScaleX="126225">
        <dgm:presLayoutVars>
          <dgm:chPref val="3"/>
        </dgm:presLayoutVars>
      </dgm:prSet>
      <dgm:spPr/>
      <dgm:t>
        <a:bodyPr/>
        <a:lstStyle/>
        <a:p>
          <a:endParaRPr lang="en-US"/>
        </a:p>
      </dgm:t>
    </dgm:pt>
    <dgm:pt modelId="{BA808FED-5B4B-4317-80F4-2DF5CD93B76C}" type="pres">
      <dgm:prSet presAssocID="{92DECB80-8FA5-418C-8E7F-B874C97CE7B9}" presName="rootConnector" presStyleLbl="node3" presStyleIdx="7" presStyleCnt="15"/>
      <dgm:spPr/>
      <dgm:t>
        <a:bodyPr/>
        <a:lstStyle/>
        <a:p>
          <a:endParaRPr lang="en-US"/>
        </a:p>
      </dgm:t>
    </dgm:pt>
    <dgm:pt modelId="{BF05207F-C7AB-46A8-B0BC-EB41FDDD1C8C}" type="pres">
      <dgm:prSet presAssocID="{92DECB80-8FA5-418C-8E7F-B874C97CE7B9}" presName="hierChild4" presStyleCnt="0"/>
      <dgm:spPr/>
    </dgm:pt>
    <dgm:pt modelId="{EDAB3B9A-0584-4098-8741-A593A88BB6B8}" type="pres">
      <dgm:prSet presAssocID="{92DECB80-8FA5-418C-8E7F-B874C97CE7B9}" presName="hierChild5" presStyleCnt="0"/>
      <dgm:spPr/>
    </dgm:pt>
    <dgm:pt modelId="{ABB377B0-0814-4A7E-9B42-6263920DD1B5}" type="pres">
      <dgm:prSet presAssocID="{E83F16D7-96B8-4E10-B193-066AA005CDEF}" presName="Name37" presStyleLbl="parChTrans1D3" presStyleIdx="8" presStyleCnt="15"/>
      <dgm:spPr/>
      <dgm:t>
        <a:bodyPr/>
        <a:lstStyle/>
        <a:p>
          <a:endParaRPr lang="en-US"/>
        </a:p>
      </dgm:t>
    </dgm:pt>
    <dgm:pt modelId="{ED08F63B-F343-4864-AE47-E1247F3ADD48}" type="pres">
      <dgm:prSet presAssocID="{71A60468-E9B4-45C7-9155-EF96BF5A2ECF}" presName="hierRoot2" presStyleCnt="0">
        <dgm:presLayoutVars>
          <dgm:hierBranch val="init"/>
        </dgm:presLayoutVars>
      </dgm:prSet>
      <dgm:spPr/>
    </dgm:pt>
    <dgm:pt modelId="{F0F0AC43-609D-4C55-93BB-8F80D2A6C4C1}" type="pres">
      <dgm:prSet presAssocID="{71A60468-E9B4-45C7-9155-EF96BF5A2ECF}" presName="rootComposite" presStyleCnt="0"/>
      <dgm:spPr/>
    </dgm:pt>
    <dgm:pt modelId="{D781F0C4-A73F-4573-B965-28A145D9A574}" type="pres">
      <dgm:prSet presAssocID="{71A60468-E9B4-45C7-9155-EF96BF5A2ECF}" presName="rootText" presStyleLbl="node3" presStyleIdx="8" presStyleCnt="15" custScaleX="126225">
        <dgm:presLayoutVars>
          <dgm:chPref val="3"/>
        </dgm:presLayoutVars>
      </dgm:prSet>
      <dgm:spPr/>
      <dgm:t>
        <a:bodyPr/>
        <a:lstStyle/>
        <a:p>
          <a:endParaRPr lang="en-US"/>
        </a:p>
      </dgm:t>
    </dgm:pt>
    <dgm:pt modelId="{034CA3C4-ED49-40C2-A5D6-7201B428A436}" type="pres">
      <dgm:prSet presAssocID="{71A60468-E9B4-45C7-9155-EF96BF5A2ECF}" presName="rootConnector" presStyleLbl="node3" presStyleIdx="8" presStyleCnt="15"/>
      <dgm:spPr/>
      <dgm:t>
        <a:bodyPr/>
        <a:lstStyle/>
        <a:p>
          <a:endParaRPr lang="en-US"/>
        </a:p>
      </dgm:t>
    </dgm:pt>
    <dgm:pt modelId="{085E7EB4-C6E9-4754-980E-0698CA0ACF84}" type="pres">
      <dgm:prSet presAssocID="{71A60468-E9B4-45C7-9155-EF96BF5A2ECF}" presName="hierChild4" presStyleCnt="0"/>
      <dgm:spPr/>
    </dgm:pt>
    <dgm:pt modelId="{21F39044-EE6C-490B-A9B5-774AB2EC29D3}" type="pres">
      <dgm:prSet presAssocID="{71A60468-E9B4-45C7-9155-EF96BF5A2ECF}" presName="hierChild5" presStyleCnt="0"/>
      <dgm:spPr/>
    </dgm:pt>
    <dgm:pt modelId="{3CE08DA5-6EDF-4A71-BEDE-62EF431B68EE}" type="pres">
      <dgm:prSet presAssocID="{6511FAC8-39AD-4810-9213-8D8499F667C4}" presName="Name37" presStyleLbl="parChTrans1D3" presStyleIdx="9" presStyleCnt="15"/>
      <dgm:spPr/>
      <dgm:t>
        <a:bodyPr/>
        <a:lstStyle/>
        <a:p>
          <a:endParaRPr lang="en-US"/>
        </a:p>
      </dgm:t>
    </dgm:pt>
    <dgm:pt modelId="{2938CA2E-10A7-4CD4-B4A4-8A00EAB1E9DB}" type="pres">
      <dgm:prSet presAssocID="{CC2C2642-7B8D-405E-977E-5B233DC1A602}" presName="hierRoot2" presStyleCnt="0">
        <dgm:presLayoutVars>
          <dgm:hierBranch val="init"/>
        </dgm:presLayoutVars>
      </dgm:prSet>
      <dgm:spPr/>
    </dgm:pt>
    <dgm:pt modelId="{D094AE31-42EC-4A2D-82FC-B3E7A3F4B380}" type="pres">
      <dgm:prSet presAssocID="{CC2C2642-7B8D-405E-977E-5B233DC1A602}" presName="rootComposite" presStyleCnt="0"/>
      <dgm:spPr/>
    </dgm:pt>
    <dgm:pt modelId="{567AD2E2-544C-4658-A5F8-F07E07FE2F47}" type="pres">
      <dgm:prSet presAssocID="{CC2C2642-7B8D-405E-977E-5B233DC1A602}" presName="rootText" presStyleLbl="node3" presStyleIdx="9" presStyleCnt="15" custScaleX="126225">
        <dgm:presLayoutVars>
          <dgm:chPref val="3"/>
        </dgm:presLayoutVars>
      </dgm:prSet>
      <dgm:spPr/>
      <dgm:t>
        <a:bodyPr/>
        <a:lstStyle/>
        <a:p>
          <a:endParaRPr lang="en-US"/>
        </a:p>
      </dgm:t>
    </dgm:pt>
    <dgm:pt modelId="{44448893-3F43-4EBD-83D5-4100DDDB1FC9}" type="pres">
      <dgm:prSet presAssocID="{CC2C2642-7B8D-405E-977E-5B233DC1A602}" presName="rootConnector" presStyleLbl="node3" presStyleIdx="9" presStyleCnt="15"/>
      <dgm:spPr/>
      <dgm:t>
        <a:bodyPr/>
        <a:lstStyle/>
        <a:p>
          <a:endParaRPr lang="en-US"/>
        </a:p>
      </dgm:t>
    </dgm:pt>
    <dgm:pt modelId="{3F8B2CB7-8C4B-4431-9F38-18F9CA643EB9}" type="pres">
      <dgm:prSet presAssocID="{CC2C2642-7B8D-405E-977E-5B233DC1A602}" presName="hierChild4" presStyleCnt="0"/>
      <dgm:spPr/>
    </dgm:pt>
    <dgm:pt modelId="{877467E1-4C24-4F18-92FA-7C940C478AFE}" type="pres">
      <dgm:prSet presAssocID="{CC2C2642-7B8D-405E-977E-5B233DC1A602}" presName="hierChild5" presStyleCnt="0"/>
      <dgm:spPr/>
    </dgm:pt>
    <dgm:pt modelId="{D3616EBE-629E-42F5-9173-EB1C4DD37B67}" type="pres">
      <dgm:prSet presAssocID="{0394B78F-9F6A-46F9-8192-B5368C603428}" presName="hierChild5" presStyleCnt="0"/>
      <dgm:spPr/>
    </dgm:pt>
    <dgm:pt modelId="{E7BE8E11-BA35-4BE7-BF14-F201237C7DC2}" type="pres">
      <dgm:prSet presAssocID="{6C8F1E6B-5504-4471-834B-C3499A04DA76}" presName="Name37" presStyleLbl="parChTrans1D2" presStyleIdx="3" presStyleCnt="4"/>
      <dgm:spPr/>
      <dgm:t>
        <a:bodyPr/>
        <a:lstStyle/>
        <a:p>
          <a:endParaRPr lang="en-US"/>
        </a:p>
      </dgm:t>
    </dgm:pt>
    <dgm:pt modelId="{172911F4-E6C8-4A91-AA12-BA32DB5426BA}" type="pres">
      <dgm:prSet presAssocID="{9EE25B3F-6716-41DA-954C-BBFE7824A41A}" presName="hierRoot2" presStyleCnt="0">
        <dgm:presLayoutVars>
          <dgm:hierBranch val="init"/>
        </dgm:presLayoutVars>
      </dgm:prSet>
      <dgm:spPr/>
    </dgm:pt>
    <dgm:pt modelId="{3D33D6F9-2667-4B6C-9009-C9CDFA149917}" type="pres">
      <dgm:prSet presAssocID="{9EE25B3F-6716-41DA-954C-BBFE7824A41A}" presName="rootComposite" presStyleCnt="0"/>
      <dgm:spPr/>
    </dgm:pt>
    <dgm:pt modelId="{2DB07147-8917-4D17-87A6-7CE141502E2D}" type="pres">
      <dgm:prSet presAssocID="{9EE25B3F-6716-41DA-954C-BBFE7824A41A}" presName="rootText" presStyleLbl="node2" presStyleIdx="3" presStyleCnt="4" custScaleX="140202" custLinFactNeighborY="11318">
        <dgm:presLayoutVars>
          <dgm:chPref val="3"/>
        </dgm:presLayoutVars>
      </dgm:prSet>
      <dgm:spPr/>
      <dgm:t>
        <a:bodyPr/>
        <a:lstStyle/>
        <a:p>
          <a:endParaRPr lang="en-US"/>
        </a:p>
      </dgm:t>
    </dgm:pt>
    <dgm:pt modelId="{9FAAD8B8-5F89-40A3-98B4-6DF747434BFA}" type="pres">
      <dgm:prSet presAssocID="{9EE25B3F-6716-41DA-954C-BBFE7824A41A}" presName="rootConnector" presStyleLbl="node2" presStyleIdx="3" presStyleCnt="4"/>
      <dgm:spPr/>
      <dgm:t>
        <a:bodyPr/>
        <a:lstStyle/>
        <a:p>
          <a:endParaRPr lang="en-US"/>
        </a:p>
      </dgm:t>
    </dgm:pt>
    <dgm:pt modelId="{CAF090E9-7DBA-4035-8D59-138B1B4CA2F2}" type="pres">
      <dgm:prSet presAssocID="{9EE25B3F-6716-41DA-954C-BBFE7824A41A}" presName="hierChild4" presStyleCnt="0"/>
      <dgm:spPr/>
    </dgm:pt>
    <dgm:pt modelId="{AD216CD2-6CE1-4365-9C5D-D083867D00F1}" type="pres">
      <dgm:prSet presAssocID="{609F915B-CBFB-4714-B368-734C4E572A66}" presName="Name37" presStyleLbl="parChTrans1D3" presStyleIdx="10" presStyleCnt="15"/>
      <dgm:spPr/>
      <dgm:t>
        <a:bodyPr/>
        <a:lstStyle/>
        <a:p>
          <a:endParaRPr lang="en-US"/>
        </a:p>
      </dgm:t>
    </dgm:pt>
    <dgm:pt modelId="{6D8B85EA-AC97-482C-B47A-BA22690E02E3}" type="pres">
      <dgm:prSet presAssocID="{E5AF94A0-976E-4874-A9E9-851A50F36576}" presName="hierRoot2" presStyleCnt="0">
        <dgm:presLayoutVars>
          <dgm:hierBranch val="init"/>
        </dgm:presLayoutVars>
      </dgm:prSet>
      <dgm:spPr/>
    </dgm:pt>
    <dgm:pt modelId="{D0788024-B797-48AF-89D1-B86B0A669D28}" type="pres">
      <dgm:prSet presAssocID="{E5AF94A0-976E-4874-A9E9-851A50F36576}" presName="rootComposite" presStyleCnt="0"/>
      <dgm:spPr/>
    </dgm:pt>
    <dgm:pt modelId="{EDF68361-C1C1-4ADC-86CD-BDC3426B8108}" type="pres">
      <dgm:prSet presAssocID="{E5AF94A0-976E-4874-A9E9-851A50F36576}" presName="rootText" presStyleLbl="node3" presStyleIdx="10" presStyleCnt="15" custScaleX="126225">
        <dgm:presLayoutVars>
          <dgm:chPref val="3"/>
        </dgm:presLayoutVars>
      </dgm:prSet>
      <dgm:spPr/>
      <dgm:t>
        <a:bodyPr/>
        <a:lstStyle/>
        <a:p>
          <a:endParaRPr lang="en-US"/>
        </a:p>
      </dgm:t>
    </dgm:pt>
    <dgm:pt modelId="{9142CFA1-6118-4DD7-9477-6D3937B20C5B}" type="pres">
      <dgm:prSet presAssocID="{E5AF94A0-976E-4874-A9E9-851A50F36576}" presName="rootConnector" presStyleLbl="node3" presStyleIdx="10" presStyleCnt="15"/>
      <dgm:spPr/>
      <dgm:t>
        <a:bodyPr/>
        <a:lstStyle/>
        <a:p>
          <a:endParaRPr lang="en-US"/>
        </a:p>
      </dgm:t>
    </dgm:pt>
    <dgm:pt modelId="{F96C5ECB-0A19-4D36-BDA8-A96365805EF2}" type="pres">
      <dgm:prSet presAssocID="{E5AF94A0-976E-4874-A9E9-851A50F36576}" presName="hierChild4" presStyleCnt="0"/>
      <dgm:spPr/>
    </dgm:pt>
    <dgm:pt modelId="{9879B076-DAF0-4802-B651-7D5D1E5915A7}" type="pres">
      <dgm:prSet presAssocID="{E5AF94A0-976E-4874-A9E9-851A50F36576}" presName="hierChild5" presStyleCnt="0"/>
      <dgm:spPr/>
    </dgm:pt>
    <dgm:pt modelId="{478063D6-324B-4F23-A88A-3CBC6697E2F1}" type="pres">
      <dgm:prSet presAssocID="{2D5A58FF-3922-44CE-ADB1-3288EB15CAD0}" presName="Name37" presStyleLbl="parChTrans1D3" presStyleIdx="11" presStyleCnt="15"/>
      <dgm:spPr/>
      <dgm:t>
        <a:bodyPr/>
        <a:lstStyle/>
        <a:p>
          <a:endParaRPr lang="en-US"/>
        </a:p>
      </dgm:t>
    </dgm:pt>
    <dgm:pt modelId="{E87A05A4-E78B-4D09-A66D-FE5A9667DCF9}" type="pres">
      <dgm:prSet presAssocID="{E98ADCDD-B768-493B-B339-4071BA6DB8EA}" presName="hierRoot2" presStyleCnt="0">
        <dgm:presLayoutVars>
          <dgm:hierBranch val="init"/>
        </dgm:presLayoutVars>
      </dgm:prSet>
      <dgm:spPr/>
    </dgm:pt>
    <dgm:pt modelId="{098784D4-7F63-468C-BB14-77C59D379DE7}" type="pres">
      <dgm:prSet presAssocID="{E98ADCDD-B768-493B-B339-4071BA6DB8EA}" presName="rootComposite" presStyleCnt="0"/>
      <dgm:spPr/>
    </dgm:pt>
    <dgm:pt modelId="{55AA89B8-C9AF-4BB0-BF4E-3057AD707FF2}" type="pres">
      <dgm:prSet presAssocID="{E98ADCDD-B768-493B-B339-4071BA6DB8EA}" presName="rootText" presStyleLbl="node3" presStyleIdx="11" presStyleCnt="15" custScaleX="126225">
        <dgm:presLayoutVars>
          <dgm:chPref val="3"/>
        </dgm:presLayoutVars>
      </dgm:prSet>
      <dgm:spPr/>
      <dgm:t>
        <a:bodyPr/>
        <a:lstStyle/>
        <a:p>
          <a:endParaRPr lang="en-US"/>
        </a:p>
      </dgm:t>
    </dgm:pt>
    <dgm:pt modelId="{CDFA930D-9F9C-4C41-9B3A-E79C8486EDCF}" type="pres">
      <dgm:prSet presAssocID="{E98ADCDD-B768-493B-B339-4071BA6DB8EA}" presName="rootConnector" presStyleLbl="node3" presStyleIdx="11" presStyleCnt="15"/>
      <dgm:spPr/>
      <dgm:t>
        <a:bodyPr/>
        <a:lstStyle/>
        <a:p>
          <a:endParaRPr lang="en-US"/>
        </a:p>
      </dgm:t>
    </dgm:pt>
    <dgm:pt modelId="{D862BE28-BE03-4BF6-8159-FB92F548EF87}" type="pres">
      <dgm:prSet presAssocID="{E98ADCDD-B768-493B-B339-4071BA6DB8EA}" presName="hierChild4" presStyleCnt="0"/>
      <dgm:spPr/>
    </dgm:pt>
    <dgm:pt modelId="{9CE3BDFB-54CC-4320-80BE-B3E5B221BB7A}" type="pres">
      <dgm:prSet presAssocID="{E98ADCDD-B768-493B-B339-4071BA6DB8EA}" presName="hierChild5" presStyleCnt="0"/>
      <dgm:spPr/>
    </dgm:pt>
    <dgm:pt modelId="{81A2BF25-9202-4C14-A49D-8625DF74628C}" type="pres">
      <dgm:prSet presAssocID="{B5EA4E2A-8019-427A-B2DE-9F9875B0D3CB}" presName="Name37" presStyleLbl="parChTrans1D3" presStyleIdx="12" presStyleCnt="15"/>
      <dgm:spPr/>
      <dgm:t>
        <a:bodyPr/>
        <a:lstStyle/>
        <a:p>
          <a:endParaRPr lang="en-US"/>
        </a:p>
      </dgm:t>
    </dgm:pt>
    <dgm:pt modelId="{ED75E138-57B7-4B1B-BB24-F52EF20A3508}" type="pres">
      <dgm:prSet presAssocID="{A66D862F-8270-4E7D-A374-01F6D6FE4D35}" presName="hierRoot2" presStyleCnt="0">
        <dgm:presLayoutVars>
          <dgm:hierBranch val="init"/>
        </dgm:presLayoutVars>
      </dgm:prSet>
      <dgm:spPr/>
    </dgm:pt>
    <dgm:pt modelId="{FDE5887D-899E-40BA-97B5-0F7A101A664B}" type="pres">
      <dgm:prSet presAssocID="{A66D862F-8270-4E7D-A374-01F6D6FE4D35}" presName="rootComposite" presStyleCnt="0"/>
      <dgm:spPr/>
    </dgm:pt>
    <dgm:pt modelId="{68A9F295-9725-433E-A981-262E5855EB7A}" type="pres">
      <dgm:prSet presAssocID="{A66D862F-8270-4E7D-A374-01F6D6FE4D35}" presName="rootText" presStyleLbl="node3" presStyleIdx="12" presStyleCnt="15" custScaleX="126225">
        <dgm:presLayoutVars>
          <dgm:chPref val="3"/>
        </dgm:presLayoutVars>
      </dgm:prSet>
      <dgm:spPr/>
      <dgm:t>
        <a:bodyPr/>
        <a:lstStyle/>
        <a:p>
          <a:endParaRPr lang="en-US"/>
        </a:p>
      </dgm:t>
    </dgm:pt>
    <dgm:pt modelId="{02CAD2CD-6131-4870-8E50-E34D406848B7}" type="pres">
      <dgm:prSet presAssocID="{A66D862F-8270-4E7D-A374-01F6D6FE4D35}" presName="rootConnector" presStyleLbl="node3" presStyleIdx="12" presStyleCnt="15"/>
      <dgm:spPr/>
      <dgm:t>
        <a:bodyPr/>
        <a:lstStyle/>
        <a:p>
          <a:endParaRPr lang="en-US"/>
        </a:p>
      </dgm:t>
    </dgm:pt>
    <dgm:pt modelId="{9051792E-FC8A-459B-BEC7-99FD067F1768}" type="pres">
      <dgm:prSet presAssocID="{A66D862F-8270-4E7D-A374-01F6D6FE4D35}" presName="hierChild4" presStyleCnt="0"/>
      <dgm:spPr/>
    </dgm:pt>
    <dgm:pt modelId="{EA917A82-7FBC-4A6A-919F-B2C3EE2C6DFE}" type="pres">
      <dgm:prSet presAssocID="{A66D862F-8270-4E7D-A374-01F6D6FE4D35}" presName="hierChild5" presStyleCnt="0"/>
      <dgm:spPr/>
    </dgm:pt>
    <dgm:pt modelId="{2CBB69F2-4758-4764-AAE6-F2055263CF6A}" type="pres">
      <dgm:prSet presAssocID="{171803E2-285D-459C-BDB9-4F094FA202BC}" presName="Name37" presStyleLbl="parChTrans1D3" presStyleIdx="13" presStyleCnt="15"/>
      <dgm:spPr/>
      <dgm:t>
        <a:bodyPr/>
        <a:lstStyle/>
        <a:p>
          <a:endParaRPr lang="en-US"/>
        </a:p>
      </dgm:t>
    </dgm:pt>
    <dgm:pt modelId="{8FA3AADB-2D13-4CFD-9F65-7A282E798CA6}" type="pres">
      <dgm:prSet presAssocID="{2F2F5BDA-B019-4A99-8BAE-D975F3115D55}" presName="hierRoot2" presStyleCnt="0">
        <dgm:presLayoutVars>
          <dgm:hierBranch val="init"/>
        </dgm:presLayoutVars>
      </dgm:prSet>
      <dgm:spPr/>
    </dgm:pt>
    <dgm:pt modelId="{AB1E364A-BD68-4A6B-B22D-8310F209606F}" type="pres">
      <dgm:prSet presAssocID="{2F2F5BDA-B019-4A99-8BAE-D975F3115D55}" presName="rootComposite" presStyleCnt="0"/>
      <dgm:spPr/>
    </dgm:pt>
    <dgm:pt modelId="{78F0936E-0E2E-47D5-BC07-1D8E647FC20E}" type="pres">
      <dgm:prSet presAssocID="{2F2F5BDA-B019-4A99-8BAE-D975F3115D55}" presName="rootText" presStyleLbl="node3" presStyleIdx="13" presStyleCnt="15" custScaleX="126225">
        <dgm:presLayoutVars>
          <dgm:chPref val="3"/>
        </dgm:presLayoutVars>
      </dgm:prSet>
      <dgm:spPr/>
      <dgm:t>
        <a:bodyPr/>
        <a:lstStyle/>
        <a:p>
          <a:endParaRPr lang="en-US"/>
        </a:p>
      </dgm:t>
    </dgm:pt>
    <dgm:pt modelId="{9F4ADAD6-01F7-4BAE-9CB3-BE8887D19E1E}" type="pres">
      <dgm:prSet presAssocID="{2F2F5BDA-B019-4A99-8BAE-D975F3115D55}" presName="rootConnector" presStyleLbl="node3" presStyleIdx="13" presStyleCnt="15"/>
      <dgm:spPr/>
      <dgm:t>
        <a:bodyPr/>
        <a:lstStyle/>
        <a:p>
          <a:endParaRPr lang="en-US"/>
        </a:p>
      </dgm:t>
    </dgm:pt>
    <dgm:pt modelId="{0A7EECB3-8FF0-44EA-A89D-F2BDAB4DBD2C}" type="pres">
      <dgm:prSet presAssocID="{2F2F5BDA-B019-4A99-8BAE-D975F3115D55}" presName="hierChild4" presStyleCnt="0"/>
      <dgm:spPr/>
    </dgm:pt>
    <dgm:pt modelId="{05E5DA62-16E2-4889-BE25-30502F823B81}" type="pres">
      <dgm:prSet presAssocID="{2F2F5BDA-B019-4A99-8BAE-D975F3115D55}" presName="hierChild5" presStyleCnt="0"/>
      <dgm:spPr/>
    </dgm:pt>
    <dgm:pt modelId="{5C46F5B2-1F9B-4D7C-B21B-BE2D49F421E9}" type="pres">
      <dgm:prSet presAssocID="{DE80B57A-6476-47BD-BED2-991CDA1EAAC4}" presName="Name37" presStyleLbl="parChTrans1D3" presStyleIdx="14" presStyleCnt="15"/>
      <dgm:spPr/>
      <dgm:t>
        <a:bodyPr/>
        <a:lstStyle/>
        <a:p>
          <a:endParaRPr lang="en-US"/>
        </a:p>
      </dgm:t>
    </dgm:pt>
    <dgm:pt modelId="{3A27AF53-9179-4583-B0C2-A426245B4DE7}" type="pres">
      <dgm:prSet presAssocID="{EFE930DC-C39D-4BB4-A43C-070706FBB87B}" presName="hierRoot2" presStyleCnt="0">
        <dgm:presLayoutVars>
          <dgm:hierBranch val="init"/>
        </dgm:presLayoutVars>
      </dgm:prSet>
      <dgm:spPr/>
    </dgm:pt>
    <dgm:pt modelId="{186E0BC4-7756-4456-A8FE-FFCB9AB69734}" type="pres">
      <dgm:prSet presAssocID="{EFE930DC-C39D-4BB4-A43C-070706FBB87B}" presName="rootComposite" presStyleCnt="0"/>
      <dgm:spPr/>
    </dgm:pt>
    <dgm:pt modelId="{184DC869-536A-4D17-AECC-0E56A1EEC7FA}" type="pres">
      <dgm:prSet presAssocID="{EFE930DC-C39D-4BB4-A43C-070706FBB87B}" presName="rootText" presStyleLbl="node3" presStyleIdx="14" presStyleCnt="15" custScaleX="126225">
        <dgm:presLayoutVars>
          <dgm:chPref val="3"/>
        </dgm:presLayoutVars>
      </dgm:prSet>
      <dgm:spPr/>
      <dgm:t>
        <a:bodyPr/>
        <a:lstStyle/>
        <a:p>
          <a:endParaRPr lang="en-US"/>
        </a:p>
      </dgm:t>
    </dgm:pt>
    <dgm:pt modelId="{9F10A599-B080-432B-B8E0-ACCC096D7A75}" type="pres">
      <dgm:prSet presAssocID="{EFE930DC-C39D-4BB4-A43C-070706FBB87B}" presName="rootConnector" presStyleLbl="node3" presStyleIdx="14" presStyleCnt="15"/>
      <dgm:spPr/>
      <dgm:t>
        <a:bodyPr/>
        <a:lstStyle/>
        <a:p>
          <a:endParaRPr lang="en-US"/>
        </a:p>
      </dgm:t>
    </dgm:pt>
    <dgm:pt modelId="{D52C8A45-F47C-4D05-93AA-2E6317C2CC31}" type="pres">
      <dgm:prSet presAssocID="{EFE930DC-C39D-4BB4-A43C-070706FBB87B}" presName="hierChild4" presStyleCnt="0"/>
      <dgm:spPr/>
    </dgm:pt>
    <dgm:pt modelId="{0516710B-0A56-41E2-9541-358999635CB9}" type="pres">
      <dgm:prSet presAssocID="{EFE930DC-C39D-4BB4-A43C-070706FBB87B}" presName="hierChild5" presStyleCnt="0"/>
      <dgm:spPr/>
    </dgm:pt>
    <dgm:pt modelId="{FAEF950E-35E3-44F3-86A8-59D3E2D451EA}" type="pres">
      <dgm:prSet presAssocID="{9EE25B3F-6716-41DA-954C-BBFE7824A41A}" presName="hierChild5" presStyleCnt="0"/>
      <dgm:spPr/>
    </dgm:pt>
    <dgm:pt modelId="{96DEF822-DC52-4FFC-82DA-389CD5B29657}" type="pres">
      <dgm:prSet presAssocID="{9E6404DC-1053-49D6-95EE-599A97C88DD3}" presName="hierChild3" presStyleCnt="0"/>
      <dgm:spPr/>
    </dgm:pt>
  </dgm:ptLst>
  <dgm:cxnLst>
    <dgm:cxn modelId="{586619E3-A7C6-4227-B1EB-9D52818D5F4D}" type="presOf" srcId="{609F915B-CBFB-4714-B368-734C4E572A66}" destId="{AD216CD2-6CE1-4365-9C5D-D083867D00F1}" srcOrd="0" destOrd="0" presId="urn:microsoft.com/office/officeart/2005/8/layout/orgChart1"/>
    <dgm:cxn modelId="{B62B6E01-770A-49CC-88B9-BF879CE354F7}" type="presOf" srcId="{DE80B57A-6476-47BD-BED2-991CDA1EAAC4}" destId="{5C46F5B2-1F9B-4D7C-B21B-BE2D49F421E9}" srcOrd="0" destOrd="0" presId="urn:microsoft.com/office/officeart/2005/8/layout/orgChart1"/>
    <dgm:cxn modelId="{BF27460C-DE11-4D46-B11E-79298C3C8A80}" type="presOf" srcId="{71A60468-E9B4-45C7-9155-EF96BF5A2ECF}" destId="{034CA3C4-ED49-40C2-A5D6-7201B428A436}" srcOrd="1" destOrd="0" presId="urn:microsoft.com/office/officeart/2005/8/layout/orgChart1"/>
    <dgm:cxn modelId="{33B9148F-7818-4777-8EFC-0F9ADC8AD329}" srcId="{620DD3EC-BDCD-468B-B566-7FE2B848507E}" destId="{9F33D48B-E7E6-4734-B111-D038DA53DCF0}" srcOrd="2" destOrd="0" parTransId="{44DE1422-B0E2-44D9-A12C-8CBB858B0FB9}" sibTransId="{DA5AF2D9-4AB7-4A8D-B5A9-DCE98DFCEFC2}"/>
    <dgm:cxn modelId="{72FE195A-BD17-4A0C-9951-C86D9A14D65D}" type="presOf" srcId="{9F33D48B-E7E6-4734-B111-D038DA53DCF0}" destId="{BD2A5398-9306-4C30-899F-5165B007346B}" srcOrd="1" destOrd="0" presId="urn:microsoft.com/office/officeart/2005/8/layout/orgChart1"/>
    <dgm:cxn modelId="{1EAD89EE-11AC-458E-AFDE-D65B78D7EF55}" type="presOf" srcId="{9286A5EC-F2A9-487D-8BF1-B96EEEFD636B}" destId="{A10B8E6A-AEE1-4C2B-8634-C515AEDBA0E5}" srcOrd="1" destOrd="0" presId="urn:microsoft.com/office/officeart/2005/8/layout/orgChart1"/>
    <dgm:cxn modelId="{ECE11D79-1514-47E5-9803-75E3B6B33B00}" srcId="{620DD3EC-BDCD-468B-B566-7FE2B848507E}" destId="{6D2BC0AE-F643-4057-B2EB-0652F58B33B9}" srcOrd="0" destOrd="0" parTransId="{C088B613-79B3-481F-9BB2-FDCE0903B149}" sibTransId="{DFE859E1-1BA2-420F-9875-6D2EB22C59B3}"/>
    <dgm:cxn modelId="{1FBABB12-B82A-4B95-92A0-A5B217D3B32B}" srcId="{620DD3EC-BDCD-468B-B566-7FE2B848507E}" destId="{07F9E660-D2DB-43F7-9A8C-4C267D76FC7B}" srcOrd="3" destOrd="0" parTransId="{2E2BF1EF-6475-4A13-9BDF-0E3CDD9FFAD6}" sibTransId="{104537B6-9A05-4FA2-B974-D8A70D5D9B30}"/>
    <dgm:cxn modelId="{3371D227-869E-4636-B9B0-BA373BCE5AD6}" srcId="{9E6404DC-1053-49D6-95EE-599A97C88DD3}" destId="{9286A5EC-F2A9-487D-8BF1-B96EEEFD636B}" srcOrd="0" destOrd="0" parTransId="{8CE2CE9A-EBD7-445E-BD99-21666869C1D4}" sibTransId="{D6357A36-116B-440B-A9E1-8EDB3A4D1B88}"/>
    <dgm:cxn modelId="{005AE5D0-768A-4EF7-8003-C470A1F14959}" type="presOf" srcId="{6D2BC0AE-F643-4057-B2EB-0652F58B33B9}" destId="{30840B12-FDD6-4FB0-95BC-31888415C497}" srcOrd="1" destOrd="0" presId="urn:microsoft.com/office/officeart/2005/8/layout/orgChart1"/>
    <dgm:cxn modelId="{FEDC9EFD-95C1-4984-A3F0-A73A7A7881CD}" srcId="{9E6404DC-1053-49D6-95EE-599A97C88DD3}" destId="{9EE25B3F-6716-41DA-954C-BBFE7824A41A}" srcOrd="3" destOrd="0" parTransId="{6C8F1E6B-5504-4471-834B-C3499A04DA76}" sibTransId="{D73843DF-DA6A-4800-A97F-5B03944F3739}"/>
    <dgm:cxn modelId="{19AF4068-3DE4-490A-9264-0F12B60591B8}" type="presOf" srcId="{F0764DAA-254D-4C3C-9708-669D5BF5A337}" destId="{0146BAA9-2B9D-4F2A-B565-A2DCB6505964}" srcOrd="0" destOrd="0" presId="urn:microsoft.com/office/officeart/2005/8/layout/orgChart1"/>
    <dgm:cxn modelId="{54A75129-DA76-40BD-8BC1-0F4ED5AB4AB1}" type="presOf" srcId="{E5AF94A0-976E-4874-A9E9-851A50F36576}" destId="{EDF68361-C1C1-4ADC-86CD-BDC3426B8108}" srcOrd="0" destOrd="0" presId="urn:microsoft.com/office/officeart/2005/8/layout/orgChart1"/>
    <dgm:cxn modelId="{C7C78122-FF83-4DEB-A379-FC79FF3B3A2A}" type="presOf" srcId="{8CE2CE9A-EBD7-445E-BD99-21666869C1D4}" destId="{7B4371B5-9FE0-4A41-B872-D27DD755166A}" srcOrd="0" destOrd="0" presId="urn:microsoft.com/office/officeart/2005/8/layout/orgChart1"/>
    <dgm:cxn modelId="{56F377E1-06DE-41F0-8ACD-53B33239B090}" srcId="{0394B78F-9F6A-46F9-8192-B5368C603428}" destId="{92DECB80-8FA5-418C-8E7F-B874C97CE7B9}" srcOrd="2" destOrd="0" parTransId="{9717FDF0-B947-4AA7-AE95-C83BEC23C8DC}" sibTransId="{DF9391C1-0987-43DF-B161-9E5EFEEE5624}"/>
    <dgm:cxn modelId="{2CA94709-4116-4AED-A38A-4357D2903CB1}" srcId="{0394B78F-9F6A-46F9-8192-B5368C603428}" destId="{CD238030-BE61-429B-BC31-AA581994ED20}" srcOrd="1" destOrd="0" parTransId="{A4934C3B-E7BB-4C9F-B6A5-35E854F1F036}" sibTransId="{1A9C2A3B-AC15-4B2A-9824-6398550F7B5E}"/>
    <dgm:cxn modelId="{0DBF5DB1-DFA3-46D1-8E1F-1BF3C83DC774}" type="presOf" srcId="{D652C70C-8554-4301-869A-D02E3BDCCF9C}" destId="{D2613D50-256B-4B68-8FAD-AE3AD5188EA2}" srcOrd="0" destOrd="0" presId="urn:microsoft.com/office/officeart/2005/8/layout/orgChart1"/>
    <dgm:cxn modelId="{AC39F653-00D5-4219-8557-1E633AAA0D11}" type="presOf" srcId="{9E6404DC-1053-49D6-95EE-599A97C88DD3}" destId="{C8C73746-D1E9-45A4-A4B2-4DB251C0CC5A}" srcOrd="1" destOrd="0" presId="urn:microsoft.com/office/officeart/2005/8/layout/orgChart1"/>
    <dgm:cxn modelId="{A55F5D5C-BCEA-4CEE-9FBC-7C79469DA9B0}" srcId="{9EE25B3F-6716-41DA-954C-BBFE7824A41A}" destId="{E98ADCDD-B768-493B-B339-4071BA6DB8EA}" srcOrd="1" destOrd="0" parTransId="{2D5A58FF-3922-44CE-ADB1-3288EB15CAD0}" sibTransId="{833FD86F-E7F8-4A9E-923F-5E0AFFF5730B}"/>
    <dgm:cxn modelId="{A162CE61-2C69-4A00-AC12-C662458B33AA}" type="presOf" srcId="{CD238030-BE61-429B-BC31-AA581994ED20}" destId="{C2840598-6AE8-498A-999F-F17CF44139D6}" srcOrd="1" destOrd="0" presId="urn:microsoft.com/office/officeart/2005/8/layout/orgChart1"/>
    <dgm:cxn modelId="{C7F61B0B-78F5-4859-9C78-507446FD9B1E}" type="presOf" srcId="{43109AA1-FEEE-4F25-AE73-32BDAA3045E7}" destId="{E4DDB36F-2927-4491-9CDB-13A7789A09B4}" srcOrd="0" destOrd="0" presId="urn:microsoft.com/office/officeart/2005/8/layout/orgChart1"/>
    <dgm:cxn modelId="{F07A12DC-59F1-4D8B-AC0D-213D476CC43E}" type="presOf" srcId="{92DECB80-8FA5-418C-8E7F-B874C97CE7B9}" destId="{CD57C727-46B0-4C5B-8556-85AE694552F7}" srcOrd="0" destOrd="0" presId="urn:microsoft.com/office/officeart/2005/8/layout/orgChart1"/>
    <dgm:cxn modelId="{D58A6A88-4760-4BEC-8A98-05B8C39BBD3D}" type="presOf" srcId="{1A65A4D7-7720-45CB-8279-86EBD3407E97}" destId="{11077618-9302-474C-8482-1BBB83E3AEF1}" srcOrd="0" destOrd="0" presId="urn:microsoft.com/office/officeart/2005/8/layout/orgChart1"/>
    <dgm:cxn modelId="{2CDB3806-4CB8-474E-B706-94234065B310}" type="presOf" srcId="{E98ADCDD-B768-493B-B339-4071BA6DB8EA}" destId="{55AA89B8-C9AF-4BB0-BF4E-3057AD707FF2}" srcOrd="0" destOrd="0" presId="urn:microsoft.com/office/officeart/2005/8/layout/orgChart1"/>
    <dgm:cxn modelId="{209264E8-5F9E-4FB0-BFD9-90C2C0D48434}" type="presOf" srcId="{A4934C3B-E7BB-4C9F-B6A5-35E854F1F036}" destId="{1B4EDDC6-D7B4-4258-9A0D-7219544EB8E5}" srcOrd="0" destOrd="0" presId="urn:microsoft.com/office/officeart/2005/8/layout/orgChart1"/>
    <dgm:cxn modelId="{D8EBBDD4-5DC6-4745-8954-351FE4E324F7}" srcId="{620DD3EC-BDCD-468B-B566-7FE2B848507E}" destId="{4C1AE607-8879-40FA-8B91-8EA53E5C21A0}" srcOrd="1" destOrd="0" parTransId="{92C4C6DD-83B2-4FF9-8A58-98BADCE3D1F3}" sibTransId="{32B79AEB-AF5F-4C43-A7E4-A850E738C596}"/>
    <dgm:cxn modelId="{55322DC1-D5BB-4947-91D3-C49D83A86839}" srcId="{9E6404DC-1053-49D6-95EE-599A97C88DD3}" destId="{620DD3EC-BDCD-468B-B566-7FE2B848507E}" srcOrd="1" destOrd="0" parTransId="{F0764DAA-254D-4C3C-9708-669D5BF5A337}" sibTransId="{61B96E30-C56F-4FDE-AA00-908E8835534F}"/>
    <dgm:cxn modelId="{025F3CB9-CB65-4128-947E-9B6C6492BF1A}" srcId="{0394B78F-9F6A-46F9-8192-B5368C603428}" destId="{D21AA50B-6F47-4522-9EC2-1DCF65D1D4AF}" srcOrd="0" destOrd="0" parTransId="{43109AA1-FEEE-4F25-AE73-32BDAA3045E7}" sibTransId="{CECDADA7-D3E7-4A39-A783-CD0194524D5E}"/>
    <dgm:cxn modelId="{E70CD6A6-EF45-4417-9C5E-A0E4695A045D}" type="presOf" srcId="{A66D862F-8270-4E7D-A374-01F6D6FE4D35}" destId="{02CAD2CD-6131-4870-8E50-E34D406848B7}" srcOrd="1" destOrd="0" presId="urn:microsoft.com/office/officeart/2005/8/layout/orgChart1"/>
    <dgm:cxn modelId="{8749021B-2268-44B1-AD84-B0921B253255}" type="presOf" srcId="{9286A5EC-F2A9-487D-8BF1-B96EEEFD636B}" destId="{C9422C4E-2B02-4D33-A16B-EF7B187ECAB7}" srcOrd="0" destOrd="0" presId="urn:microsoft.com/office/officeart/2005/8/layout/orgChart1"/>
    <dgm:cxn modelId="{3D471D07-17B2-4455-B4B6-11DC73CAE03D}" srcId="{9EE25B3F-6716-41DA-954C-BBFE7824A41A}" destId="{EFE930DC-C39D-4BB4-A43C-070706FBB87B}" srcOrd="4" destOrd="0" parTransId="{DE80B57A-6476-47BD-BED2-991CDA1EAAC4}" sibTransId="{3160CF97-4513-4072-9896-7EF1472DA845}"/>
    <dgm:cxn modelId="{D15BB872-FDAC-49E2-AEE5-BD69C017B6DE}" type="presOf" srcId="{E83F16D7-96B8-4E10-B193-066AA005CDEF}" destId="{ABB377B0-0814-4A7E-9B42-6263920DD1B5}" srcOrd="0" destOrd="0" presId="urn:microsoft.com/office/officeart/2005/8/layout/orgChart1"/>
    <dgm:cxn modelId="{B7D8EF39-3247-4568-A41F-0FA81535CC4E}" type="presOf" srcId="{B5EA4E2A-8019-427A-B2DE-9F9875B0D3CB}" destId="{81A2BF25-9202-4C14-A49D-8625DF74628C}" srcOrd="0" destOrd="0" presId="urn:microsoft.com/office/officeart/2005/8/layout/orgChart1"/>
    <dgm:cxn modelId="{CFDE4681-20E6-41C7-A104-BDB96D047C5D}" type="presOf" srcId="{171803E2-285D-459C-BDB9-4F094FA202BC}" destId="{2CBB69F2-4758-4764-AAE6-F2055263CF6A}" srcOrd="0" destOrd="0" presId="urn:microsoft.com/office/officeart/2005/8/layout/orgChart1"/>
    <dgm:cxn modelId="{4207DC96-F0A6-4BA6-A56E-A1B3A7D58C07}" type="presOf" srcId="{620DD3EC-BDCD-468B-B566-7FE2B848507E}" destId="{1999F93D-C5E3-4B58-A38A-C971B5C1871B}" srcOrd="1" destOrd="0" presId="urn:microsoft.com/office/officeart/2005/8/layout/orgChart1"/>
    <dgm:cxn modelId="{3224EC18-7927-4AB9-AAC4-9D34DF12BFDE}" type="presOf" srcId="{2F2F5BDA-B019-4A99-8BAE-D975F3115D55}" destId="{9F4ADAD6-01F7-4BAE-9CB3-BE8887D19E1E}" srcOrd="1" destOrd="0" presId="urn:microsoft.com/office/officeart/2005/8/layout/orgChart1"/>
    <dgm:cxn modelId="{D2E421E9-122F-4D89-91E2-44E0AFAC163F}" type="presOf" srcId="{44DE1422-B0E2-44D9-A12C-8CBB858B0FB9}" destId="{58FA5A4F-3D9B-4BF0-88F7-A1EFDA90868F}" srcOrd="0" destOrd="0" presId="urn:microsoft.com/office/officeart/2005/8/layout/orgChart1"/>
    <dgm:cxn modelId="{A1BC0BD6-EDC1-4E6D-804D-7853A832E76F}" type="presOf" srcId="{EFE930DC-C39D-4BB4-A43C-070706FBB87B}" destId="{9F10A599-B080-432B-B8E0-ACCC096D7A75}" srcOrd="1" destOrd="0" presId="urn:microsoft.com/office/officeart/2005/8/layout/orgChart1"/>
    <dgm:cxn modelId="{F3EA8CBC-E5F0-40C1-B163-731C2B8EE8CA}" srcId="{9EE25B3F-6716-41DA-954C-BBFE7824A41A}" destId="{2F2F5BDA-B019-4A99-8BAE-D975F3115D55}" srcOrd="3" destOrd="0" parTransId="{171803E2-285D-459C-BDB9-4F094FA202BC}" sibTransId="{3E8BF2EE-550A-47C5-8892-46280A131BD9}"/>
    <dgm:cxn modelId="{D8656CE8-FB66-4DBD-9CBE-28A2C44BA800}" type="presOf" srcId="{0B0BE489-18FC-4AB8-89F0-E5B83E82DEE3}" destId="{80D30C1D-7614-46E9-A72C-A8C7C4CE7688}" srcOrd="1" destOrd="0" presId="urn:microsoft.com/office/officeart/2005/8/layout/orgChart1"/>
    <dgm:cxn modelId="{A2E7CA46-EA9F-4E6F-A8E9-564FDFB5C8E5}" type="presOf" srcId="{71A60468-E9B4-45C7-9155-EF96BF5A2ECF}" destId="{D781F0C4-A73F-4573-B965-28A145D9A574}" srcOrd="0" destOrd="0" presId="urn:microsoft.com/office/officeart/2005/8/layout/orgChart1"/>
    <dgm:cxn modelId="{7A4A99DF-9897-4E10-9152-08E8CF015C98}" type="presOf" srcId="{2F2F5BDA-B019-4A99-8BAE-D975F3115D55}" destId="{78F0936E-0E2E-47D5-BC07-1D8E647FC20E}" srcOrd="0" destOrd="0" presId="urn:microsoft.com/office/officeart/2005/8/layout/orgChart1"/>
    <dgm:cxn modelId="{9542F19C-DF9A-4212-AA37-1D1AC7485736}" type="presOf" srcId="{07F9E660-D2DB-43F7-9A8C-4C267D76FC7B}" destId="{D4F92C83-C494-4443-A085-6CFEA13539D2}" srcOrd="0" destOrd="0" presId="urn:microsoft.com/office/officeart/2005/8/layout/orgChart1"/>
    <dgm:cxn modelId="{DCE41E39-590A-457A-B3E0-2A0D7519055C}" type="presOf" srcId="{4C1AE607-8879-40FA-8B91-8EA53E5C21A0}" destId="{DD7A0499-20AE-4143-B649-E608EB75D9ED}" srcOrd="0" destOrd="0" presId="urn:microsoft.com/office/officeart/2005/8/layout/orgChart1"/>
    <dgm:cxn modelId="{B9922167-C6C2-430F-A353-D59EFB11BE60}" type="presOf" srcId="{CC2C2642-7B8D-405E-977E-5B233DC1A602}" destId="{567AD2E2-544C-4658-A5F8-F07E07FE2F47}" srcOrd="0" destOrd="0" presId="urn:microsoft.com/office/officeart/2005/8/layout/orgChart1"/>
    <dgm:cxn modelId="{505DE846-2BEB-4329-9FC4-18C002806A3A}" type="presOf" srcId="{D21AA50B-6F47-4522-9EC2-1DCF65D1D4AF}" destId="{1183AAC3-0F66-4BAC-8068-2D182E1C064A}" srcOrd="0" destOrd="0" presId="urn:microsoft.com/office/officeart/2005/8/layout/orgChart1"/>
    <dgm:cxn modelId="{412CFEDE-0F6A-493F-B068-CFFCFDF8AF93}" type="presOf" srcId="{C088B613-79B3-481F-9BB2-FDCE0903B149}" destId="{ECF9C54A-2C83-410A-9F29-C05C7AEBD84A}" srcOrd="0" destOrd="0" presId="urn:microsoft.com/office/officeart/2005/8/layout/orgChart1"/>
    <dgm:cxn modelId="{E7B13789-6617-4FA3-BC1E-F01C7E58A3CA}" type="presOf" srcId="{2E2BF1EF-6475-4A13-9BDF-0E3CDD9FFAD6}" destId="{7D2D8082-4008-45FF-B552-9FCD60B1CAC7}" srcOrd="0" destOrd="0" presId="urn:microsoft.com/office/officeart/2005/8/layout/orgChart1"/>
    <dgm:cxn modelId="{07AB8472-A651-48C8-9CF2-00815F444309}" type="presOf" srcId="{9E6404DC-1053-49D6-95EE-599A97C88DD3}" destId="{0F3C8968-31FF-46A5-BCB3-A2E771257413}" srcOrd="0" destOrd="0" presId="urn:microsoft.com/office/officeart/2005/8/layout/orgChart1"/>
    <dgm:cxn modelId="{87DEC90E-8998-4936-813D-4374E624A509}" type="presOf" srcId="{92C4C6DD-83B2-4FF9-8A58-98BADCE3D1F3}" destId="{E2503A55-8B94-42A2-BE23-0D46DDA997A6}" srcOrd="0" destOrd="0" presId="urn:microsoft.com/office/officeart/2005/8/layout/orgChart1"/>
    <dgm:cxn modelId="{9AA88C1C-15FF-482B-9F9B-2B330473CC90}" type="presOf" srcId="{4C1AE607-8879-40FA-8B91-8EA53E5C21A0}" destId="{8B0ACD13-27E4-48E7-B928-B914FC05AC0D}" srcOrd="1" destOrd="0" presId="urn:microsoft.com/office/officeart/2005/8/layout/orgChart1"/>
    <dgm:cxn modelId="{417CC6D3-B0C6-426A-B006-A2DC24540268}" type="presOf" srcId="{6D2BC0AE-F643-4057-B2EB-0652F58B33B9}" destId="{5BA97E7E-24F2-4FA4-9202-039963B311C6}" srcOrd="0" destOrd="0" presId="urn:microsoft.com/office/officeart/2005/8/layout/orgChart1"/>
    <dgm:cxn modelId="{ECC12452-5F28-41D0-A513-3FBC23B7A853}" type="presOf" srcId="{CC2C2642-7B8D-405E-977E-5B233DC1A602}" destId="{44448893-3F43-4EBD-83D5-4100DDDB1FC9}" srcOrd="1" destOrd="0" presId="urn:microsoft.com/office/officeart/2005/8/layout/orgChart1"/>
    <dgm:cxn modelId="{AE668C20-28A9-4290-881E-1F6A00889C7F}" type="presOf" srcId="{D21AA50B-6F47-4522-9EC2-1DCF65D1D4AF}" destId="{27806D9B-9587-4C75-8FB4-F16C2760781A}" srcOrd="1" destOrd="0" presId="urn:microsoft.com/office/officeart/2005/8/layout/orgChart1"/>
    <dgm:cxn modelId="{7DC8F9C3-878D-4F52-B436-2D3CFC533A76}" type="presOf" srcId="{07F9E660-D2DB-43F7-9A8C-4C267D76FC7B}" destId="{A6F8B0F6-A1DB-4F4C-815E-4CB3D7D4B798}" srcOrd="1" destOrd="0" presId="urn:microsoft.com/office/officeart/2005/8/layout/orgChart1"/>
    <dgm:cxn modelId="{FC76EA11-5F5B-4057-9F22-582939E6610B}" type="presOf" srcId="{0394B78F-9F6A-46F9-8192-B5368C603428}" destId="{81981569-26A3-407E-B3D1-78BFB78884B6}" srcOrd="0" destOrd="0" presId="urn:microsoft.com/office/officeart/2005/8/layout/orgChart1"/>
    <dgm:cxn modelId="{0A920F40-A95E-4DA0-A7FC-B78ED87E5706}" srcId="{9EE25B3F-6716-41DA-954C-BBFE7824A41A}" destId="{A66D862F-8270-4E7D-A374-01F6D6FE4D35}" srcOrd="2" destOrd="0" parTransId="{B5EA4E2A-8019-427A-B2DE-9F9875B0D3CB}" sibTransId="{084C70F3-2883-46E4-81CF-A3AB29867B78}"/>
    <dgm:cxn modelId="{A60CC0C0-D4BB-4D25-BA45-99CDEF3D7C45}" type="presOf" srcId="{2D5A58FF-3922-44CE-ADB1-3288EB15CAD0}" destId="{478063D6-324B-4F23-A88A-3CBC6697E2F1}" srcOrd="0" destOrd="0" presId="urn:microsoft.com/office/officeart/2005/8/layout/orgChart1"/>
    <dgm:cxn modelId="{9752C8B1-4851-486E-8BD3-4D299AC170C5}" type="presOf" srcId="{620DD3EC-BDCD-468B-B566-7FE2B848507E}" destId="{02B28F85-DE51-42FF-859E-1DD3A478F426}" srcOrd="0" destOrd="0" presId="urn:microsoft.com/office/officeart/2005/8/layout/orgChart1"/>
    <dgm:cxn modelId="{7C338F74-3453-4349-9878-15FEB8963D18}" srcId="{0394B78F-9F6A-46F9-8192-B5368C603428}" destId="{71A60468-E9B4-45C7-9155-EF96BF5A2ECF}" srcOrd="3" destOrd="0" parTransId="{E83F16D7-96B8-4E10-B193-066AA005CDEF}" sibTransId="{408E91AC-B283-4305-9B19-5C44C06F86B4}"/>
    <dgm:cxn modelId="{450DDD89-63AE-43DE-8D53-D20BF5AC27DF}" type="presOf" srcId="{CD238030-BE61-429B-BC31-AA581994ED20}" destId="{E963361F-17BA-4178-ADC4-A9ABEB4CCE1D}" srcOrd="0" destOrd="0" presId="urn:microsoft.com/office/officeart/2005/8/layout/orgChart1"/>
    <dgm:cxn modelId="{D7DE7B5C-9E40-4DE4-9AC1-4E0FB469B8CA}" type="presOf" srcId="{A66D862F-8270-4E7D-A374-01F6D6FE4D35}" destId="{68A9F295-9725-433E-A981-262E5855EB7A}" srcOrd="0" destOrd="0" presId="urn:microsoft.com/office/officeart/2005/8/layout/orgChart1"/>
    <dgm:cxn modelId="{C3AE66DF-EC9B-4E28-A9A4-06E69AEB40F9}" type="presOf" srcId="{E98ADCDD-B768-493B-B339-4071BA6DB8EA}" destId="{CDFA930D-9F9C-4C41-9B3A-E79C8486EDCF}" srcOrd="1" destOrd="0" presId="urn:microsoft.com/office/officeart/2005/8/layout/orgChart1"/>
    <dgm:cxn modelId="{DBE44AD2-460A-4A86-BD7A-D943C21033A5}" type="presOf" srcId="{9EE25B3F-6716-41DA-954C-BBFE7824A41A}" destId="{2DB07147-8917-4D17-87A6-7CE141502E2D}" srcOrd="0" destOrd="0" presId="urn:microsoft.com/office/officeart/2005/8/layout/orgChart1"/>
    <dgm:cxn modelId="{D8D9545D-1AE3-46A6-8ECD-473374CD3EE0}" type="presOf" srcId="{6C8F1E6B-5504-4471-834B-C3499A04DA76}" destId="{E7BE8E11-BA35-4BE7-BF14-F201237C7DC2}" srcOrd="0" destOrd="0" presId="urn:microsoft.com/office/officeart/2005/8/layout/orgChart1"/>
    <dgm:cxn modelId="{7C3A6793-2814-4638-84EF-C4884AE87A6F}" type="presOf" srcId="{D790EDC8-DBC7-47D9-AD8D-E7CE4F48BB0A}" destId="{270151AE-D139-40DF-A603-F0B3F7DDDC4D}" srcOrd="0" destOrd="0" presId="urn:microsoft.com/office/officeart/2005/8/layout/orgChart1"/>
    <dgm:cxn modelId="{6954F8C0-BCB4-46A0-969C-D1E8639FAFCB}" srcId="{620DD3EC-BDCD-468B-B566-7FE2B848507E}" destId="{0B0BE489-18FC-4AB8-89F0-E5B83E82DEE3}" srcOrd="4" destOrd="0" parTransId="{D790EDC8-DBC7-47D9-AD8D-E7CE4F48BB0A}" sibTransId="{B707AAE7-D88C-41C7-9B1B-D8B970E4AED3}"/>
    <dgm:cxn modelId="{297C4B71-C3E7-4F7E-BDB7-ABC41FB5D2AF}" type="presOf" srcId="{EFE930DC-C39D-4BB4-A43C-070706FBB87B}" destId="{184DC869-536A-4D17-AECC-0E56A1EEC7FA}" srcOrd="0" destOrd="0" presId="urn:microsoft.com/office/officeart/2005/8/layout/orgChart1"/>
    <dgm:cxn modelId="{4CA9C32A-C8CD-40F1-AFCB-D726CB5C7F3F}" srcId="{1A65A4D7-7720-45CB-8279-86EBD3407E97}" destId="{9E6404DC-1053-49D6-95EE-599A97C88DD3}" srcOrd="0" destOrd="0" parTransId="{541DED35-EA1D-4B2B-8573-F418430E3EF8}" sibTransId="{8EA0B31F-0422-4926-B862-5636855C8DF2}"/>
    <dgm:cxn modelId="{165E247A-EAAE-4CC4-8B3A-B3BCEADDED9F}" type="presOf" srcId="{9F33D48B-E7E6-4734-B111-D038DA53DCF0}" destId="{5B534664-C654-4015-A448-05FF63AD7820}" srcOrd="0" destOrd="0" presId="urn:microsoft.com/office/officeart/2005/8/layout/orgChart1"/>
    <dgm:cxn modelId="{CF5D52F4-2EC7-4220-9B13-6B28D9D13C04}" srcId="{9EE25B3F-6716-41DA-954C-BBFE7824A41A}" destId="{E5AF94A0-976E-4874-A9E9-851A50F36576}" srcOrd="0" destOrd="0" parTransId="{609F915B-CBFB-4714-B368-734C4E572A66}" sibTransId="{7E245E00-A8C8-4C3E-9ECD-A13C7090CA47}"/>
    <dgm:cxn modelId="{9AA1666B-CA0D-4E68-98C4-3DE18F1CC886}" type="presOf" srcId="{9EE25B3F-6716-41DA-954C-BBFE7824A41A}" destId="{9FAAD8B8-5F89-40A3-98B4-6DF747434BFA}" srcOrd="1" destOrd="0" presId="urn:microsoft.com/office/officeart/2005/8/layout/orgChart1"/>
    <dgm:cxn modelId="{0B20D52D-DD77-4E82-B756-EA4839563898}" type="presOf" srcId="{6511FAC8-39AD-4810-9213-8D8499F667C4}" destId="{3CE08DA5-6EDF-4A71-BEDE-62EF431B68EE}" srcOrd="0" destOrd="0" presId="urn:microsoft.com/office/officeart/2005/8/layout/orgChart1"/>
    <dgm:cxn modelId="{80524D4A-AAF6-47E2-B189-54326DFD9744}" type="presOf" srcId="{0394B78F-9F6A-46F9-8192-B5368C603428}" destId="{57960999-4B07-4944-ABC8-DDEA0942E4F6}" srcOrd="1" destOrd="0" presId="urn:microsoft.com/office/officeart/2005/8/layout/orgChart1"/>
    <dgm:cxn modelId="{CE4CC73F-8243-43E4-98CD-2AA6B0C389E0}" type="presOf" srcId="{9717FDF0-B947-4AA7-AE95-C83BEC23C8DC}" destId="{3FC7B790-F506-48AE-9CEC-8DC9624B5FC7}" srcOrd="0" destOrd="0" presId="urn:microsoft.com/office/officeart/2005/8/layout/orgChart1"/>
    <dgm:cxn modelId="{7B058A5F-598B-4A8D-B6C4-EF89AA39841C}" srcId="{0394B78F-9F6A-46F9-8192-B5368C603428}" destId="{CC2C2642-7B8D-405E-977E-5B233DC1A602}" srcOrd="4" destOrd="0" parTransId="{6511FAC8-39AD-4810-9213-8D8499F667C4}" sibTransId="{8A229553-5869-442D-A853-2BF4A2EDB13B}"/>
    <dgm:cxn modelId="{F3AA4F2D-3CA2-4EF8-B4DD-428DEE4636B7}" type="presOf" srcId="{E5AF94A0-976E-4874-A9E9-851A50F36576}" destId="{9142CFA1-6118-4DD7-9477-6D3937B20C5B}" srcOrd="1" destOrd="0" presId="urn:microsoft.com/office/officeart/2005/8/layout/orgChart1"/>
    <dgm:cxn modelId="{DB3D56D1-35C6-4B89-8F2B-747D344D287B}" type="presOf" srcId="{0B0BE489-18FC-4AB8-89F0-E5B83E82DEE3}" destId="{F3605272-BB3C-482A-BD0E-4FF39B81FDEE}" srcOrd="0" destOrd="0" presId="urn:microsoft.com/office/officeart/2005/8/layout/orgChart1"/>
    <dgm:cxn modelId="{D8D2560E-BA1F-47C6-B3E1-9D78F869BA28}" type="presOf" srcId="{92DECB80-8FA5-418C-8E7F-B874C97CE7B9}" destId="{BA808FED-5B4B-4317-80F4-2DF5CD93B76C}" srcOrd="1" destOrd="0" presId="urn:microsoft.com/office/officeart/2005/8/layout/orgChart1"/>
    <dgm:cxn modelId="{B5ABC604-1326-4694-B54C-E5E593D5B4D3}" srcId="{9E6404DC-1053-49D6-95EE-599A97C88DD3}" destId="{0394B78F-9F6A-46F9-8192-B5368C603428}" srcOrd="2" destOrd="0" parTransId="{D652C70C-8554-4301-869A-D02E3BDCCF9C}" sibTransId="{4FD2C2F4-D20F-4955-BB38-134D0C8C3F3C}"/>
    <dgm:cxn modelId="{0DB79881-AAFB-4207-A84A-6BD63F0812CA}" type="presParOf" srcId="{11077618-9302-474C-8482-1BBB83E3AEF1}" destId="{38ED7B2E-63E5-438D-91CD-EFA6DE9BBF61}" srcOrd="0" destOrd="0" presId="urn:microsoft.com/office/officeart/2005/8/layout/orgChart1"/>
    <dgm:cxn modelId="{5ED087B4-1F16-47F0-8EDF-6DE9E5DDE0ED}" type="presParOf" srcId="{38ED7B2E-63E5-438D-91CD-EFA6DE9BBF61}" destId="{ADCB6C6D-2F95-4AD5-B3EB-BEA9A3239732}" srcOrd="0" destOrd="0" presId="urn:microsoft.com/office/officeart/2005/8/layout/orgChart1"/>
    <dgm:cxn modelId="{38D93D17-E2F6-430A-BA0A-892F5F5DA1C8}" type="presParOf" srcId="{ADCB6C6D-2F95-4AD5-B3EB-BEA9A3239732}" destId="{0F3C8968-31FF-46A5-BCB3-A2E771257413}" srcOrd="0" destOrd="0" presId="urn:microsoft.com/office/officeart/2005/8/layout/orgChart1"/>
    <dgm:cxn modelId="{D0C9B760-9B41-40FA-837D-7DC64C5D98B6}" type="presParOf" srcId="{ADCB6C6D-2F95-4AD5-B3EB-BEA9A3239732}" destId="{C8C73746-D1E9-45A4-A4B2-4DB251C0CC5A}" srcOrd="1" destOrd="0" presId="urn:microsoft.com/office/officeart/2005/8/layout/orgChart1"/>
    <dgm:cxn modelId="{903973C5-4475-4E16-BB20-98C6713D6A7C}" type="presParOf" srcId="{38ED7B2E-63E5-438D-91CD-EFA6DE9BBF61}" destId="{AD53A4B1-01E7-41E8-9724-31F3910545A4}" srcOrd="1" destOrd="0" presId="urn:microsoft.com/office/officeart/2005/8/layout/orgChart1"/>
    <dgm:cxn modelId="{FD0D6115-7002-46BE-B6C7-37AF4D0756E1}" type="presParOf" srcId="{AD53A4B1-01E7-41E8-9724-31F3910545A4}" destId="{7B4371B5-9FE0-4A41-B872-D27DD755166A}" srcOrd="0" destOrd="0" presId="urn:microsoft.com/office/officeart/2005/8/layout/orgChart1"/>
    <dgm:cxn modelId="{C21C9606-5954-48DD-8BEA-B260DD6B6E14}" type="presParOf" srcId="{AD53A4B1-01E7-41E8-9724-31F3910545A4}" destId="{ED726A71-3CEE-43E5-B36E-E99BBF451E5B}" srcOrd="1" destOrd="0" presId="urn:microsoft.com/office/officeart/2005/8/layout/orgChart1"/>
    <dgm:cxn modelId="{9624EA68-142D-4F73-A240-6EDF415B7752}" type="presParOf" srcId="{ED726A71-3CEE-43E5-B36E-E99BBF451E5B}" destId="{82B2FC70-3C15-48D4-B101-71C09EFE19F9}" srcOrd="0" destOrd="0" presId="urn:microsoft.com/office/officeart/2005/8/layout/orgChart1"/>
    <dgm:cxn modelId="{196EE497-26E4-4E8E-BD39-4CB1915C3778}" type="presParOf" srcId="{82B2FC70-3C15-48D4-B101-71C09EFE19F9}" destId="{C9422C4E-2B02-4D33-A16B-EF7B187ECAB7}" srcOrd="0" destOrd="0" presId="urn:microsoft.com/office/officeart/2005/8/layout/orgChart1"/>
    <dgm:cxn modelId="{9C0A3F0D-C56E-46C5-B0BA-DC9109042609}" type="presParOf" srcId="{82B2FC70-3C15-48D4-B101-71C09EFE19F9}" destId="{A10B8E6A-AEE1-4C2B-8634-C515AEDBA0E5}" srcOrd="1" destOrd="0" presId="urn:microsoft.com/office/officeart/2005/8/layout/orgChart1"/>
    <dgm:cxn modelId="{5AFAFB96-E814-4DAC-B9A1-F9EFA64BA8C5}" type="presParOf" srcId="{ED726A71-3CEE-43E5-B36E-E99BBF451E5B}" destId="{C9264EDA-91B6-4FAE-AFE6-AFC29BE66386}" srcOrd="1" destOrd="0" presId="urn:microsoft.com/office/officeart/2005/8/layout/orgChart1"/>
    <dgm:cxn modelId="{B9F5CA4B-AF97-4CD2-9B9B-3EFF81ECBC22}" type="presParOf" srcId="{ED726A71-3CEE-43E5-B36E-E99BBF451E5B}" destId="{C5C54053-3A12-46C3-BAAB-BDE4C3102748}" srcOrd="2" destOrd="0" presId="urn:microsoft.com/office/officeart/2005/8/layout/orgChart1"/>
    <dgm:cxn modelId="{3F2C3658-81AB-4BA9-A625-FBC33B734FD4}" type="presParOf" srcId="{AD53A4B1-01E7-41E8-9724-31F3910545A4}" destId="{0146BAA9-2B9D-4F2A-B565-A2DCB6505964}" srcOrd="2" destOrd="0" presId="urn:microsoft.com/office/officeart/2005/8/layout/orgChart1"/>
    <dgm:cxn modelId="{E893D35D-56D7-4A59-9EBD-CED4C36C61B9}" type="presParOf" srcId="{AD53A4B1-01E7-41E8-9724-31F3910545A4}" destId="{E84706B5-084F-4950-8554-35690A57F381}" srcOrd="3" destOrd="0" presId="urn:microsoft.com/office/officeart/2005/8/layout/orgChart1"/>
    <dgm:cxn modelId="{CCE16C19-31E1-478E-9ACE-F24E95F9271E}" type="presParOf" srcId="{E84706B5-084F-4950-8554-35690A57F381}" destId="{2A614826-E838-4B9F-9FD7-136F010E7C46}" srcOrd="0" destOrd="0" presId="urn:microsoft.com/office/officeart/2005/8/layout/orgChart1"/>
    <dgm:cxn modelId="{A33C81FF-C9DD-402D-90E2-22229A9FE729}" type="presParOf" srcId="{2A614826-E838-4B9F-9FD7-136F010E7C46}" destId="{02B28F85-DE51-42FF-859E-1DD3A478F426}" srcOrd="0" destOrd="0" presId="urn:microsoft.com/office/officeart/2005/8/layout/orgChart1"/>
    <dgm:cxn modelId="{801C5F19-FE7F-435A-A0F9-9F0CD8B65EFD}" type="presParOf" srcId="{2A614826-E838-4B9F-9FD7-136F010E7C46}" destId="{1999F93D-C5E3-4B58-A38A-C971B5C1871B}" srcOrd="1" destOrd="0" presId="urn:microsoft.com/office/officeart/2005/8/layout/orgChart1"/>
    <dgm:cxn modelId="{64770BB0-7A01-475B-9DB8-B7AB4C0CA657}" type="presParOf" srcId="{E84706B5-084F-4950-8554-35690A57F381}" destId="{4C592C92-3156-443C-BB98-9204DFF01F72}" srcOrd="1" destOrd="0" presId="urn:microsoft.com/office/officeart/2005/8/layout/orgChart1"/>
    <dgm:cxn modelId="{F8D8315A-D6F3-4911-9B3D-961287B67AC2}" type="presParOf" srcId="{4C592C92-3156-443C-BB98-9204DFF01F72}" destId="{ECF9C54A-2C83-410A-9F29-C05C7AEBD84A}" srcOrd="0" destOrd="0" presId="urn:microsoft.com/office/officeart/2005/8/layout/orgChart1"/>
    <dgm:cxn modelId="{C6CAAAAD-5023-43BB-8F10-4B4107CD9BD9}" type="presParOf" srcId="{4C592C92-3156-443C-BB98-9204DFF01F72}" destId="{A242C717-EE65-4806-BDCB-A67EF3805705}" srcOrd="1" destOrd="0" presId="urn:microsoft.com/office/officeart/2005/8/layout/orgChart1"/>
    <dgm:cxn modelId="{07ADD068-79F9-44A3-ACCF-03080E8E450F}" type="presParOf" srcId="{A242C717-EE65-4806-BDCB-A67EF3805705}" destId="{095996C5-D51A-456A-A14C-244672EC407D}" srcOrd="0" destOrd="0" presId="urn:microsoft.com/office/officeart/2005/8/layout/orgChart1"/>
    <dgm:cxn modelId="{F63E84E6-6C84-48C6-851A-96F7B301D949}" type="presParOf" srcId="{095996C5-D51A-456A-A14C-244672EC407D}" destId="{5BA97E7E-24F2-4FA4-9202-039963B311C6}" srcOrd="0" destOrd="0" presId="urn:microsoft.com/office/officeart/2005/8/layout/orgChart1"/>
    <dgm:cxn modelId="{AF4E8A52-6A00-4B4F-BB61-E0C55F838A23}" type="presParOf" srcId="{095996C5-D51A-456A-A14C-244672EC407D}" destId="{30840B12-FDD6-4FB0-95BC-31888415C497}" srcOrd="1" destOrd="0" presId="urn:microsoft.com/office/officeart/2005/8/layout/orgChart1"/>
    <dgm:cxn modelId="{E01D576D-9AB9-4ED4-91B7-4ECB8E9EF3AD}" type="presParOf" srcId="{A242C717-EE65-4806-BDCB-A67EF3805705}" destId="{177DECE0-6A04-4F8E-9FD0-7909410FCA71}" srcOrd="1" destOrd="0" presId="urn:microsoft.com/office/officeart/2005/8/layout/orgChart1"/>
    <dgm:cxn modelId="{39F5B709-7D51-4ACB-BEA4-1F118574B1FF}" type="presParOf" srcId="{A242C717-EE65-4806-BDCB-A67EF3805705}" destId="{A43BD4DB-D782-4C73-A443-3CECA4908496}" srcOrd="2" destOrd="0" presId="urn:microsoft.com/office/officeart/2005/8/layout/orgChart1"/>
    <dgm:cxn modelId="{422B60DB-76BA-407B-A2E5-9C7EFAC6ECC3}" type="presParOf" srcId="{4C592C92-3156-443C-BB98-9204DFF01F72}" destId="{E2503A55-8B94-42A2-BE23-0D46DDA997A6}" srcOrd="2" destOrd="0" presId="urn:microsoft.com/office/officeart/2005/8/layout/orgChart1"/>
    <dgm:cxn modelId="{B8556D4D-33EA-45DD-96D2-D2171B32511A}" type="presParOf" srcId="{4C592C92-3156-443C-BB98-9204DFF01F72}" destId="{6E6F8AF4-88E3-4B32-A16E-3E1F1181A773}" srcOrd="3" destOrd="0" presId="urn:microsoft.com/office/officeart/2005/8/layout/orgChart1"/>
    <dgm:cxn modelId="{45D4D1B6-EFF2-47C9-99A4-256A36D25F7E}" type="presParOf" srcId="{6E6F8AF4-88E3-4B32-A16E-3E1F1181A773}" destId="{E0DB4BBE-08E2-4D54-BBFF-795A9F5D5CEA}" srcOrd="0" destOrd="0" presId="urn:microsoft.com/office/officeart/2005/8/layout/orgChart1"/>
    <dgm:cxn modelId="{2ED320F6-649E-4D49-BBA6-701EF1AE11F5}" type="presParOf" srcId="{E0DB4BBE-08E2-4D54-BBFF-795A9F5D5CEA}" destId="{DD7A0499-20AE-4143-B649-E608EB75D9ED}" srcOrd="0" destOrd="0" presId="urn:microsoft.com/office/officeart/2005/8/layout/orgChart1"/>
    <dgm:cxn modelId="{2C2D2637-BFBF-448E-8CC9-F624B28D3375}" type="presParOf" srcId="{E0DB4BBE-08E2-4D54-BBFF-795A9F5D5CEA}" destId="{8B0ACD13-27E4-48E7-B928-B914FC05AC0D}" srcOrd="1" destOrd="0" presId="urn:microsoft.com/office/officeart/2005/8/layout/orgChart1"/>
    <dgm:cxn modelId="{1E87D17B-0522-4DDB-95E0-3B0C367FCF5F}" type="presParOf" srcId="{6E6F8AF4-88E3-4B32-A16E-3E1F1181A773}" destId="{65F3555D-BBA6-4BC7-B52D-A2ABAA62C4B7}" srcOrd="1" destOrd="0" presId="urn:microsoft.com/office/officeart/2005/8/layout/orgChart1"/>
    <dgm:cxn modelId="{13B2582F-3AC7-40BF-A231-4FD7038386D2}" type="presParOf" srcId="{6E6F8AF4-88E3-4B32-A16E-3E1F1181A773}" destId="{4119D1CA-5EB3-459F-8C7B-FF908B6A1E96}" srcOrd="2" destOrd="0" presId="urn:microsoft.com/office/officeart/2005/8/layout/orgChart1"/>
    <dgm:cxn modelId="{9B5BA702-8706-40FC-8F5C-B808EF9484A4}" type="presParOf" srcId="{4C592C92-3156-443C-BB98-9204DFF01F72}" destId="{58FA5A4F-3D9B-4BF0-88F7-A1EFDA90868F}" srcOrd="4" destOrd="0" presId="urn:microsoft.com/office/officeart/2005/8/layout/orgChart1"/>
    <dgm:cxn modelId="{72BD01EF-BD29-4690-B14A-A045C6469267}" type="presParOf" srcId="{4C592C92-3156-443C-BB98-9204DFF01F72}" destId="{B58257FD-3CFD-4C62-8C06-F9EDF3963AE8}" srcOrd="5" destOrd="0" presId="urn:microsoft.com/office/officeart/2005/8/layout/orgChart1"/>
    <dgm:cxn modelId="{FAA8F194-65E1-4C4C-844F-2058964E3E4D}" type="presParOf" srcId="{B58257FD-3CFD-4C62-8C06-F9EDF3963AE8}" destId="{8AAC398F-1036-425F-BFDF-33C83FAE9D85}" srcOrd="0" destOrd="0" presId="urn:microsoft.com/office/officeart/2005/8/layout/orgChart1"/>
    <dgm:cxn modelId="{31748A6D-A6D5-4752-81D9-A0B8945FB374}" type="presParOf" srcId="{8AAC398F-1036-425F-BFDF-33C83FAE9D85}" destId="{5B534664-C654-4015-A448-05FF63AD7820}" srcOrd="0" destOrd="0" presId="urn:microsoft.com/office/officeart/2005/8/layout/orgChart1"/>
    <dgm:cxn modelId="{E58C4D7E-F611-48A0-BB3C-7B6EB979FC05}" type="presParOf" srcId="{8AAC398F-1036-425F-BFDF-33C83FAE9D85}" destId="{BD2A5398-9306-4C30-899F-5165B007346B}" srcOrd="1" destOrd="0" presId="urn:microsoft.com/office/officeart/2005/8/layout/orgChart1"/>
    <dgm:cxn modelId="{1A2FA51C-60E0-4AC5-8507-5597154F6351}" type="presParOf" srcId="{B58257FD-3CFD-4C62-8C06-F9EDF3963AE8}" destId="{8B4EC3DC-FC2C-41CE-AF10-CF770D7CAD42}" srcOrd="1" destOrd="0" presId="urn:microsoft.com/office/officeart/2005/8/layout/orgChart1"/>
    <dgm:cxn modelId="{4F5FF67C-6959-4B84-84E1-04ECA6C6D109}" type="presParOf" srcId="{B58257FD-3CFD-4C62-8C06-F9EDF3963AE8}" destId="{C323DC3C-D9F0-4DAC-8791-D123AB23E18B}" srcOrd="2" destOrd="0" presId="urn:microsoft.com/office/officeart/2005/8/layout/orgChart1"/>
    <dgm:cxn modelId="{E07892D1-5CA6-4ED1-B449-24851979588C}" type="presParOf" srcId="{4C592C92-3156-443C-BB98-9204DFF01F72}" destId="{7D2D8082-4008-45FF-B552-9FCD60B1CAC7}" srcOrd="6" destOrd="0" presId="urn:microsoft.com/office/officeart/2005/8/layout/orgChart1"/>
    <dgm:cxn modelId="{94BA88D6-8436-4FDA-9326-BA07A4CB9B3B}" type="presParOf" srcId="{4C592C92-3156-443C-BB98-9204DFF01F72}" destId="{D23C3A23-EDE0-4FE4-9E7C-8676284EEB33}" srcOrd="7" destOrd="0" presId="urn:microsoft.com/office/officeart/2005/8/layout/orgChart1"/>
    <dgm:cxn modelId="{D6567EAB-AB67-4685-9273-460958D5DB00}" type="presParOf" srcId="{D23C3A23-EDE0-4FE4-9E7C-8676284EEB33}" destId="{63F94172-9B88-4D7B-8D51-E8FA9D84399B}" srcOrd="0" destOrd="0" presId="urn:microsoft.com/office/officeart/2005/8/layout/orgChart1"/>
    <dgm:cxn modelId="{EE5BF98B-1A51-4AE1-9F8A-F135F73CA548}" type="presParOf" srcId="{63F94172-9B88-4D7B-8D51-E8FA9D84399B}" destId="{D4F92C83-C494-4443-A085-6CFEA13539D2}" srcOrd="0" destOrd="0" presId="urn:microsoft.com/office/officeart/2005/8/layout/orgChart1"/>
    <dgm:cxn modelId="{9872BE41-4962-4967-AB6B-A65732C423EF}" type="presParOf" srcId="{63F94172-9B88-4D7B-8D51-E8FA9D84399B}" destId="{A6F8B0F6-A1DB-4F4C-815E-4CB3D7D4B798}" srcOrd="1" destOrd="0" presId="urn:microsoft.com/office/officeart/2005/8/layout/orgChart1"/>
    <dgm:cxn modelId="{61A35D8F-1C4D-4062-B5AB-48324E67DE1B}" type="presParOf" srcId="{D23C3A23-EDE0-4FE4-9E7C-8676284EEB33}" destId="{E62E1CE2-7BEB-43F2-86E2-8D7036E35584}" srcOrd="1" destOrd="0" presId="urn:microsoft.com/office/officeart/2005/8/layout/orgChart1"/>
    <dgm:cxn modelId="{C8CF19D8-480E-47E6-8EED-1FE7F546F41D}" type="presParOf" srcId="{D23C3A23-EDE0-4FE4-9E7C-8676284EEB33}" destId="{5528CE9C-4915-4C57-9196-ACE0FF786F7B}" srcOrd="2" destOrd="0" presId="urn:microsoft.com/office/officeart/2005/8/layout/orgChart1"/>
    <dgm:cxn modelId="{F0FC21C3-4F08-438F-A60A-C09E0F50EAEE}" type="presParOf" srcId="{4C592C92-3156-443C-BB98-9204DFF01F72}" destId="{270151AE-D139-40DF-A603-F0B3F7DDDC4D}" srcOrd="8" destOrd="0" presId="urn:microsoft.com/office/officeart/2005/8/layout/orgChart1"/>
    <dgm:cxn modelId="{7AC4DFD3-C7DD-4755-AFD5-5A2566638D6A}" type="presParOf" srcId="{4C592C92-3156-443C-BB98-9204DFF01F72}" destId="{5E7476B3-AD7E-4825-A023-25C6BDFD35CA}" srcOrd="9" destOrd="0" presId="urn:microsoft.com/office/officeart/2005/8/layout/orgChart1"/>
    <dgm:cxn modelId="{F7069501-FEAB-4A91-A3BB-F545A4226EF7}" type="presParOf" srcId="{5E7476B3-AD7E-4825-A023-25C6BDFD35CA}" destId="{132C54E8-DB97-4D17-8179-D1BC98F5D07C}" srcOrd="0" destOrd="0" presId="urn:microsoft.com/office/officeart/2005/8/layout/orgChart1"/>
    <dgm:cxn modelId="{492835A9-016C-47D4-B1FF-9DFDE1B4342C}" type="presParOf" srcId="{132C54E8-DB97-4D17-8179-D1BC98F5D07C}" destId="{F3605272-BB3C-482A-BD0E-4FF39B81FDEE}" srcOrd="0" destOrd="0" presId="urn:microsoft.com/office/officeart/2005/8/layout/orgChart1"/>
    <dgm:cxn modelId="{B6979C58-8EB7-4773-8C04-598CF3D763BA}" type="presParOf" srcId="{132C54E8-DB97-4D17-8179-D1BC98F5D07C}" destId="{80D30C1D-7614-46E9-A72C-A8C7C4CE7688}" srcOrd="1" destOrd="0" presId="urn:microsoft.com/office/officeart/2005/8/layout/orgChart1"/>
    <dgm:cxn modelId="{F51A9CA6-4A2D-4252-8230-06282025D8DD}" type="presParOf" srcId="{5E7476B3-AD7E-4825-A023-25C6BDFD35CA}" destId="{52A2A06A-EC5A-449C-89CB-5D43FB38563B}" srcOrd="1" destOrd="0" presId="urn:microsoft.com/office/officeart/2005/8/layout/orgChart1"/>
    <dgm:cxn modelId="{32665E8F-BFAF-4EE9-A447-1F23FA2A19BB}" type="presParOf" srcId="{5E7476B3-AD7E-4825-A023-25C6BDFD35CA}" destId="{642F05A1-9B99-45A9-95F7-36FBF693468C}" srcOrd="2" destOrd="0" presId="urn:microsoft.com/office/officeart/2005/8/layout/orgChart1"/>
    <dgm:cxn modelId="{B1BE96F7-2337-44FA-BD34-76B245EE353D}" type="presParOf" srcId="{E84706B5-084F-4950-8554-35690A57F381}" destId="{3E362709-8DF5-4ED1-BE78-2D67C7F6CD59}" srcOrd="2" destOrd="0" presId="urn:microsoft.com/office/officeart/2005/8/layout/orgChart1"/>
    <dgm:cxn modelId="{3C502DBB-6842-4E8A-91E7-C5A65EF9A35D}" type="presParOf" srcId="{AD53A4B1-01E7-41E8-9724-31F3910545A4}" destId="{D2613D50-256B-4B68-8FAD-AE3AD5188EA2}" srcOrd="4" destOrd="0" presId="urn:microsoft.com/office/officeart/2005/8/layout/orgChart1"/>
    <dgm:cxn modelId="{92C2F4E8-E4AD-4184-801C-B8D1131C33E1}" type="presParOf" srcId="{AD53A4B1-01E7-41E8-9724-31F3910545A4}" destId="{6E9A1A80-60AA-46BF-B8BC-994A37D7A065}" srcOrd="5" destOrd="0" presId="urn:microsoft.com/office/officeart/2005/8/layout/orgChart1"/>
    <dgm:cxn modelId="{A0790151-1BAC-43BA-8E35-8F2B0E2AA7B9}" type="presParOf" srcId="{6E9A1A80-60AA-46BF-B8BC-994A37D7A065}" destId="{EB2AB012-BDB3-4569-91E2-8399DDCEDEF5}" srcOrd="0" destOrd="0" presId="urn:microsoft.com/office/officeart/2005/8/layout/orgChart1"/>
    <dgm:cxn modelId="{7C1A6BB8-8727-4000-B293-E75ABD1ABB54}" type="presParOf" srcId="{EB2AB012-BDB3-4569-91E2-8399DDCEDEF5}" destId="{81981569-26A3-407E-B3D1-78BFB78884B6}" srcOrd="0" destOrd="0" presId="urn:microsoft.com/office/officeart/2005/8/layout/orgChart1"/>
    <dgm:cxn modelId="{4607500F-4F2D-4824-86D9-1A2979AC9C74}" type="presParOf" srcId="{EB2AB012-BDB3-4569-91E2-8399DDCEDEF5}" destId="{57960999-4B07-4944-ABC8-DDEA0942E4F6}" srcOrd="1" destOrd="0" presId="urn:microsoft.com/office/officeart/2005/8/layout/orgChart1"/>
    <dgm:cxn modelId="{8482AD53-A06C-4174-BD80-F879C7507F21}" type="presParOf" srcId="{6E9A1A80-60AA-46BF-B8BC-994A37D7A065}" destId="{2D9C1C89-9263-4701-B340-9B49C74F3097}" srcOrd="1" destOrd="0" presId="urn:microsoft.com/office/officeart/2005/8/layout/orgChart1"/>
    <dgm:cxn modelId="{9593956D-FCFA-4BEB-9033-782FAC98A2B2}" type="presParOf" srcId="{2D9C1C89-9263-4701-B340-9B49C74F3097}" destId="{E4DDB36F-2927-4491-9CDB-13A7789A09B4}" srcOrd="0" destOrd="0" presId="urn:microsoft.com/office/officeart/2005/8/layout/orgChart1"/>
    <dgm:cxn modelId="{B5EADDBB-CEF1-496A-9642-C7C8512A23B4}" type="presParOf" srcId="{2D9C1C89-9263-4701-B340-9B49C74F3097}" destId="{7646EF8C-1DAA-47DB-8A8D-D0DE218958B2}" srcOrd="1" destOrd="0" presId="urn:microsoft.com/office/officeart/2005/8/layout/orgChart1"/>
    <dgm:cxn modelId="{8693F749-EC14-4CFD-AAE2-EDA0BDCDC475}" type="presParOf" srcId="{7646EF8C-1DAA-47DB-8A8D-D0DE218958B2}" destId="{FED87233-B1FC-46E6-B2BB-75782D2DC335}" srcOrd="0" destOrd="0" presId="urn:microsoft.com/office/officeart/2005/8/layout/orgChart1"/>
    <dgm:cxn modelId="{EC79EC12-761E-4F13-BB1D-B37DECD6358D}" type="presParOf" srcId="{FED87233-B1FC-46E6-B2BB-75782D2DC335}" destId="{1183AAC3-0F66-4BAC-8068-2D182E1C064A}" srcOrd="0" destOrd="0" presId="urn:microsoft.com/office/officeart/2005/8/layout/orgChart1"/>
    <dgm:cxn modelId="{29D82601-3778-4D9F-8529-4F6E408CCFE4}" type="presParOf" srcId="{FED87233-B1FC-46E6-B2BB-75782D2DC335}" destId="{27806D9B-9587-4C75-8FB4-F16C2760781A}" srcOrd="1" destOrd="0" presId="urn:microsoft.com/office/officeart/2005/8/layout/orgChart1"/>
    <dgm:cxn modelId="{11235C76-B513-42EB-9EE6-7C089DD333D9}" type="presParOf" srcId="{7646EF8C-1DAA-47DB-8A8D-D0DE218958B2}" destId="{B0EB7AD5-A550-4863-9F99-1527BDE85833}" srcOrd="1" destOrd="0" presId="urn:microsoft.com/office/officeart/2005/8/layout/orgChart1"/>
    <dgm:cxn modelId="{784FB6AE-64C3-41D9-B023-D440F2884C3C}" type="presParOf" srcId="{7646EF8C-1DAA-47DB-8A8D-D0DE218958B2}" destId="{10ED4CD1-BBA9-4E42-BDB7-C436FB09E616}" srcOrd="2" destOrd="0" presId="urn:microsoft.com/office/officeart/2005/8/layout/orgChart1"/>
    <dgm:cxn modelId="{49A83890-A22C-4E45-A29B-90EF561D194C}" type="presParOf" srcId="{2D9C1C89-9263-4701-B340-9B49C74F3097}" destId="{1B4EDDC6-D7B4-4258-9A0D-7219544EB8E5}" srcOrd="2" destOrd="0" presId="urn:microsoft.com/office/officeart/2005/8/layout/orgChart1"/>
    <dgm:cxn modelId="{DBC40081-8FAC-4D72-AEB8-875E160EB865}" type="presParOf" srcId="{2D9C1C89-9263-4701-B340-9B49C74F3097}" destId="{05997A6C-96F3-4094-AFAE-FEEF1D8D89FC}" srcOrd="3" destOrd="0" presId="urn:microsoft.com/office/officeart/2005/8/layout/orgChart1"/>
    <dgm:cxn modelId="{87C2573C-8C10-488D-98B3-5A1035EB4793}" type="presParOf" srcId="{05997A6C-96F3-4094-AFAE-FEEF1D8D89FC}" destId="{1B18672A-077D-4043-882D-26B82518CA8D}" srcOrd="0" destOrd="0" presId="urn:microsoft.com/office/officeart/2005/8/layout/orgChart1"/>
    <dgm:cxn modelId="{5AF25EFF-409D-49BF-AEA1-F83F8468EB39}" type="presParOf" srcId="{1B18672A-077D-4043-882D-26B82518CA8D}" destId="{E963361F-17BA-4178-ADC4-A9ABEB4CCE1D}" srcOrd="0" destOrd="0" presId="urn:microsoft.com/office/officeart/2005/8/layout/orgChart1"/>
    <dgm:cxn modelId="{0ECBCA39-E1AB-4A5D-9068-0C1887612942}" type="presParOf" srcId="{1B18672A-077D-4043-882D-26B82518CA8D}" destId="{C2840598-6AE8-498A-999F-F17CF44139D6}" srcOrd="1" destOrd="0" presId="urn:microsoft.com/office/officeart/2005/8/layout/orgChart1"/>
    <dgm:cxn modelId="{7D372199-7251-4EB4-8C22-7E6C58F3DD19}" type="presParOf" srcId="{05997A6C-96F3-4094-AFAE-FEEF1D8D89FC}" destId="{DCE763F2-C023-4A2F-95B4-4B4AE42FC5FD}" srcOrd="1" destOrd="0" presId="urn:microsoft.com/office/officeart/2005/8/layout/orgChart1"/>
    <dgm:cxn modelId="{B67132E9-7BE9-4CCB-B298-091E8FDBE5B4}" type="presParOf" srcId="{05997A6C-96F3-4094-AFAE-FEEF1D8D89FC}" destId="{303F4A0E-2546-421B-91D8-7E76BCF009CB}" srcOrd="2" destOrd="0" presId="urn:microsoft.com/office/officeart/2005/8/layout/orgChart1"/>
    <dgm:cxn modelId="{1D9CF62B-2512-49F0-8022-4D5CF90D2E9B}" type="presParOf" srcId="{2D9C1C89-9263-4701-B340-9B49C74F3097}" destId="{3FC7B790-F506-48AE-9CEC-8DC9624B5FC7}" srcOrd="4" destOrd="0" presId="urn:microsoft.com/office/officeart/2005/8/layout/orgChart1"/>
    <dgm:cxn modelId="{97136877-5203-470B-8BFF-C6322F70F4F6}" type="presParOf" srcId="{2D9C1C89-9263-4701-B340-9B49C74F3097}" destId="{CF8FC8C7-BD0F-469F-BE85-ACD639AC335D}" srcOrd="5" destOrd="0" presId="urn:microsoft.com/office/officeart/2005/8/layout/orgChart1"/>
    <dgm:cxn modelId="{B590166D-AD92-4DF2-B3B6-1A8CBA11E09F}" type="presParOf" srcId="{CF8FC8C7-BD0F-469F-BE85-ACD639AC335D}" destId="{EFEAFCEA-3BB8-45BC-AE07-15A6D793A262}" srcOrd="0" destOrd="0" presId="urn:microsoft.com/office/officeart/2005/8/layout/orgChart1"/>
    <dgm:cxn modelId="{38DE94DE-DA23-4C36-820D-4809A7C9D23C}" type="presParOf" srcId="{EFEAFCEA-3BB8-45BC-AE07-15A6D793A262}" destId="{CD57C727-46B0-4C5B-8556-85AE694552F7}" srcOrd="0" destOrd="0" presId="urn:microsoft.com/office/officeart/2005/8/layout/orgChart1"/>
    <dgm:cxn modelId="{8012B2EA-5D78-4DE8-A0D8-F0FC2CB6B902}" type="presParOf" srcId="{EFEAFCEA-3BB8-45BC-AE07-15A6D793A262}" destId="{BA808FED-5B4B-4317-80F4-2DF5CD93B76C}" srcOrd="1" destOrd="0" presId="urn:microsoft.com/office/officeart/2005/8/layout/orgChart1"/>
    <dgm:cxn modelId="{619786DC-CFBD-42C1-A371-D0BECBA5843E}" type="presParOf" srcId="{CF8FC8C7-BD0F-469F-BE85-ACD639AC335D}" destId="{BF05207F-C7AB-46A8-B0BC-EB41FDDD1C8C}" srcOrd="1" destOrd="0" presId="urn:microsoft.com/office/officeart/2005/8/layout/orgChart1"/>
    <dgm:cxn modelId="{1697BF35-4C75-4D29-B8E0-B15702443F1C}" type="presParOf" srcId="{CF8FC8C7-BD0F-469F-BE85-ACD639AC335D}" destId="{EDAB3B9A-0584-4098-8741-A593A88BB6B8}" srcOrd="2" destOrd="0" presId="urn:microsoft.com/office/officeart/2005/8/layout/orgChart1"/>
    <dgm:cxn modelId="{B31F01F9-4ABE-467F-97DB-552CEAD0DA13}" type="presParOf" srcId="{2D9C1C89-9263-4701-B340-9B49C74F3097}" destId="{ABB377B0-0814-4A7E-9B42-6263920DD1B5}" srcOrd="6" destOrd="0" presId="urn:microsoft.com/office/officeart/2005/8/layout/orgChart1"/>
    <dgm:cxn modelId="{39F05A75-E3E1-4A9B-BC07-8438CDCDA16A}" type="presParOf" srcId="{2D9C1C89-9263-4701-B340-9B49C74F3097}" destId="{ED08F63B-F343-4864-AE47-E1247F3ADD48}" srcOrd="7" destOrd="0" presId="urn:microsoft.com/office/officeart/2005/8/layout/orgChart1"/>
    <dgm:cxn modelId="{039B8C33-743E-4403-954E-4E9B4BF39BAD}" type="presParOf" srcId="{ED08F63B-F343-4864-AE47-E1247F3ADD48}" destId="{F0F0AC43-609D-4C55-93BB-8F80D2A6C4C1}" srcOrd="0" destOrd="0" presId="urn:microsoft.com/office/officeart/2005/8/layout/orgChart1"/>
    <dgm:cxn modelId="{F47235E1-C759-4409-B030-B93DD1F01803}" type="presParOf" srcId="{F0F0AC43-609D-4C55-93BB-8F80D2A6C4C1}" destId="{D781F0C4-A73F-4573-B965-28A145D9A574}" srcOrd="0" destOrd="0" presId="urn:microsoft.com/office/officeart/2005/8/layout/orgChart1"/>
    <dgm:cxn modelId="{E104B4EF-156A-43A1-B171-D0DD9791A185}" type="presParOf" srcId="{F0F0AC43-609D-4C55-93BB-8F80D2A6C4C1}" destId="{034CA3C4-ED49-40C2-A5D6-7201B428A436}" srcOrd="1" destOrd="0" presId="urn:microsoft.com/office/officeart/2005/8/layout/orgChart1"/>
    <dgm:cxn modelId="{F64BE5A2-5CD1-4B41-9CFB-C66FA4EEB5AB}" type="presParOf" srcId="{ED08F63B-F343-4864-AE47-E1247F3ADD48}" destId="{085E7EB4-C6E9-4754-980E-0698CA0ACF84}" srcOrd="1" destOrd="0" presId="urn:microsoft.com/office/officeart/2005/8/layout/orgChart1"/>
    <dgm:cxn modelId="{70845B30-5358-4D06-AAF9-920DDFD849C1}" type="presParOf" srcId="{ED08F63B-F343-4864-AE47-E1247F3ADD48}" destId="{21F39044-EE6C-490B-A9B5-774AB2EC29D3}" srcOrd="2" destOrd="0" presId="urn:microsoft.com/office/officeart/2005/8/layout/orgChart1"/>
    <dgm:cxn modelId="{51B5B897-39EB-47A3-9093-664327901B9D}" type="presParOf" srcId="{2D9C1C89-9263-4701-B340-9B49C74F3097}" destId="{3CE08DA5-6EDF-4A71-BEDE-62EF431B68EE}" srcOrd="8" destOrd="0" presId="urn:microsoft.com/office/officeart/2005/8/layout/orgChart1"/>
    <dgm:cxn modelId="{93E4C6B3-6CB6-4671-847A-656C9D0319EE}" type="presParOf" srcId="{2D9C1C89-9263-4701-B340-9B49C74F3097}" destId="{2938CA2E-10A7-4CD4-B4A4-8A00EAB1E9DB}" srcOrd="9" destOrd="0" presId="urn:microsoft.com/office/officeart/2005/8/layout/orgChart1"/>
    <dgm:cxn modelId="{2D4BBE53-C88E-4411-8DF6-689555ED23CB}" type="presParOf" srcId="{2938CA2E-10A7-4CD4-B4A4-8A00EAB1E9DB}" destId="{D094AE31-42EC-4A2D-82FC-B3E7A3F4B380}" srcOrd="0" destOrd="0" presId="urn:microsoft.com/office/officeart/2005/8/layout/orgChart1"/>
    <dgm:cxn modelId="{A8A37747-B146-4C6B-87F5-1E3A11734278}" type="presParOf" srcId="{D094AE31-42EC-4A2D-82FC-B3E7A3F4B380}" destId="{567AD2E2-544C-4658-A5F8-F07E07FE2F47}" srcOrd="0" destOrd="0" presId="urn:microsoft.com/office/officeart/2005/8/layout/orgChart1"/>
    <dgm:cxn modelId="{879EBE4C-D556-4DA9-B38E-B3E77E73BC70}" type="presParOf" srcId="{D094AE31-42EC-4A2D-82FC-B3E7A3F4B380}" destId="{44448893-3F43-4EBD-83D5-4100DDDB1FC9}" srcOrd="1" destOrd="0" presId="urn:microsoft.com/office/officeart/2005/8/layout/orgChart1"/>
    <dgm:cxn modelId="{9AA6BF94-94C3-498D-B027-5299972CB6A7}" type="presParOf" srcId="{2938CA2E-10A7-4CD4-B4A4-8A00EAB1E9DB}" destId="{3F8B2CB7-8C4B-4431-9F38-18F9CA643EB9}" srcOrd="1" destOrd="0" presId="urn:microsoft.com/office/officeart/2005/8/layout/orgChart1"/>
    <dgm:cxn modelId="{D8400E6F-FBFA-41C8-9F0E-3C9E3E3F533E}" type="presParOf" srcId="{2938CA2E-10A7-4CD4-B4A4-8A00EAB1E9DB}" destId="{877467E1-4C24-4F18-92FA-7C940C478AFE}" srcOrd="2" destOrd="0" presId="urn:microsoft.com/office/officeart/2005/8/layout/orgChart1"/>
    <dgm:cxn modelId="{1B397590-4D8B-45FC-B670-AB28BBC726F2}" type="presParOf" srcId="{6E9A1A80-60AA-46BF-B8BC-994A37D7A065}" destId="{D3616EBE-629E-42F5-9173-EB1C4DD37B67}" srcOrd="2" destOrd="0" presId="urn:microsoft.com/office/officeart/2005/8/layout/orgChart1"/>
    <dgm:cxn modelId="{81D0BFBC-2025-4F96-8CBE-66FD4DC2B735}" type="presParOf" srcId="{AD53A4B1-01E7-41E8-9724-31F3910545A4}" destId="{E7BE8E11-BA35-4BE7-BF14-F201237C7DC2}" srcOrd="6" destOrd="0" presId="urn:microsoft.com/office/officeart/2005/8/layout/orgChart1"/>
    <dgm:cxn modelId="{9FD7A219-1D58-45AE-AF69-D478ECBE433C}" type="presParOf" srcId="{AD53A4B1-01E7-41E8-9724-31F3910545A4}" destId="{172911F4-E6C8-4A91-AA12-BA32DB5426BA}" srcOrd="7" destOrd="0" presId="urn:microsoft.com/office/officeart/2005/8/layout/orgChart1"/>
    <dgm:cxn modelId="{9114849C-7396-41F6-BFD7-9B4F41D2BD75}" type="presParOf" srcId="{172911F4-E6C8-4A91-AA12-BA32DB5426BA}" destId="{3D33D6F9-2667-4B6C-9009-C9CDFA149917}" srcOrd="0" destOrd="0" presId="urn:microsoft.com/office/officeart/2005/8/layout/orgChart1"/>
    <dgm:cxn modelId="{818A78BF-AB67-4C45-994D-20333B0AC612}" type="presParOf" srcId="{3D33D6F9-2667-4B6C-9009-C9CDFA149917}" destId="{2DB07147-8917-4D17-87A6-7CE141502E2D}" srcOrd="0" destOrd="0" presId="urn:microsoft.com/office/officeart/2005/8/layout/orgChart1"/>
    <dgm:cxn modelId="{3A074B46-BB5B-4797-83E8-69A8603CA6CE}" type="presParOf" srcId="{3D33D6F9-2667-4B6C-9009-C9CDFA149917}" destId="{9FAAD8B8-5F89-40A3-98B4-6DF747434BFA}" srcOrd="1" destOrd="0" presId="urn:microsoft.com/office/officeart/2005/8/layout/orgChart1"/>
    <dgm:cxn modelId="{4E113AE1-E9D8-46C8-81A6-7270DC1DD166}" type="presParOf" srcId="{172911F4-E6C8-4A91-AA12-BA32DB5426BA}" destId="{CAF090E9-7DBA-4035-8D59-138B1B4CA2F2}" srcOrd="1" destOrd="0" presId="urn:microsoft.com/office/officeart/2005/8/layout/orgChart1"/>
    <dgm:cxn modelId="{14182943-1B1E-4593-9399-BBF6EEEF77BA}" type="presParOf" srcId="{CAF090E9-7DBA-4035-8D59-138B1B4CA2F2}" destId="{AD216CD2-6CE1-4365-9C5D-D083867D00F1}" srcOrd="0" destOrd="0" presId="urn:microsoft.com/office/officeart/2005/8/layout/orgChart1"/>
    <dgm:cxn modelId="{D6FAC73F-FA14-402C-94DE-8496196121A9}" type="presParOf" srcId="{CAF090E9-7DBA-4035-8D59-138B1B4CA2F2}" destId="{6D8B85EA-AC97-482C-B47A-BA22690E02E3}" srcOrd="1" destOrd="0" presId="urn:microsoft.com/office/officeart/2005/8/layout/orgChart1"/>
    <dgm:cxn modelId="{52F8E0A7-2AD4-4571-B9BE-2C7FD45962F7}" type="presParOf" srcId="{6D8B85EA-AC97-482C-B47A-BA22690E02E3}" destId="{D0788024-B797-48AF-89D1-B86B0A669D28}" srcOrd="0" destOrd="0" presId="urn:microsoft.com/office/officeart/2005/8/layout/orgChart1"/>
    <dgm:cxn modelId="{80DDDD54-3E91-47F4-B8BC-F7208EDE3F07}" type="presParOf" srcId="{D0788024-B797-48AF-89D1-B86B0A669D28}" destId="{EDF68361-C1C1-4ADC-86CD-BDC3426B8108}" srcOrd="0" destOrd="0" presId="urn:microsoft.com/office/officeart/2005/8/layout/orgChart1"/>
    <dgm:cxn modelId="{3331933A-2AAA-4DD5-9B90-6CBA5D702297}" type="presParOf" srcId="{D0788024-B797-48AF-89D1-B86B0A669D28}" destId="{9142CFA1-6118-4DD7-9477-6D3937B20C5B}" srcOrd="1" destOrd="0" presId="urn:microsoft.com/office/officeart/2005/8/layout/orgChart1"/>
    <dgm:cxn modelId="{EBF0228D-5221-425D-AA57-23A283361AF1}" type="presParOf" srcId="{6D8B85EA-AC97-482C-B47A-BA22690E02E3}" destId="{F96C5ECB-0A19-4D36-BDA8-A96365805EF2}" srcOrd="1" destOrd="0" presId="urn:microsoft.com/office/officeart/2005/8/layout/orgChart1"/>
    <dgm:cxn modelId="{C04B3B1A-304F-4AEF-9882-24A1FC878DC0}" type="presParOf" srcId="{6D8B85EA-AC97-482C-B47A-BA22690E02E3}" destId="{9879B076-DAF0-4802-B651-7D5D1E5915A7}" srcOrd="2" destOrd="0" presId="urn:microsoft.com/office/officeart/2005/8/layout/orgChart1"/>
    <dgm:cxn modelId="{A9787FE4-5E60-4491-9E67-3646724C0822}" type="presParOf" srcId="{CAF090E9-7DBA-4035-8D59-138B1B4CA2F2}" destId="{478063D6-324B-4F23-A88A-3CBC6697E2F1}" srcOrd="2" destOrd="0" presId="urn:microsoft.com/office/officeart/2005/8/layout/orgChart1"/>
    <dgm:cxn modelId="{B25FC0F3-78D5-449E-84F0-6F1CD874E5B7}" type="presParOf" srcId="{CAF090E9-7DBA-4035-8D59-138B1B4CA2F2}" destId="{E87A05A4-E78B-4D09-A66D-FE5A9667DCF9}" srcOrd="3" destOrd="0" presId="urn:microsoft.com/office/officeart/2005/8/layout/orgChart1"/>
    <dgm:cxn modelId="{D55DB28A-7C0E-4D8C-96B8-B772F007CABA}" type="presParOf" srcId="{E87A05A4-E78B-4D09-A66D-FE5A9667DCF9}" destId="{098784D4-7F63-468C-BB14-77C59D379DE7}" srcOrd="0" destOrd="0" presId="urn:microsoft.com/office/officeart/2005/8/layout/orgChart1"/>
    <dgm:cxn modelId="{36BF43BD-89AF-4797-9B21-B4FF4A7104FC}" type="presParOf" srcId="{098784D4-7F63-468C-BB14-77C59D379DE7}" destId="{55AA89B8-C9AF-4BB0-BF4E-3057AD707FF2}" srcOrd="0" destOrd="0" presId="urn:microsoft.com/office/officeart/2005/8/layout/orgChart1"/>
    <dgm:cxn modelId="{CA0A15F0-4783-488C-B8E1-6AB647CFA9D1}" type="presParOf" srcId="{098784D4-7F63-468C-BB14-77C59D379DE7}" destId="{CDFA930D-9F9C-4C41-9B3A-E79C8486EDCF}" srcOrd="1" destOrd="0" presId="urn:microsoft.com/office/officeart/2005/8/layout/orgChart1"/>
    <dgm:cxn modelId="{5E773033-1DBF-432A-9757-8CBF8F98D952}" type="presParOf" srcId="{E87A05A4-E78B-4D09-A66D-FE5A9667DCF9}" destId="{D862BE28-BE03-4BF6-8159-FB92F548EF87}" srcOrd="1" destOrd="0" presId="urn:microsoft.com/office/officeart/2005/8/layout/orgChart1"/>
    <dgm:cxn modelId="{5C1980F3-BD67-4E20-8DB1-E63F2362B673}" type="presParOf" srcId="{E87A05A4-E78B-4D09-A66D-FE5A9667DCF9}" destId="{9CE3BDFB-54CC-4320-80BE-B3E5B221BB7A}" srcOrd="2" destOrd="0" presId="urn:microsoft.com/office/officeart/2005/8/layout/orgChart1"/>
    <dgm:cxn modelId="{D275A1E7-AEE1-4874-8358-ED6BB2F7A205}" type="presParOf" srcId="{CAF090E9-7DBA-4035-8D59-138B1B4CA2F2}" destId="{81A2BF25-9202-4C14-A49D-8625DF74628C}" srcOrd="4" destOrd="0" presId="urn:microsoft.com/office/officeart/2005/8/layout/orgChart1"/>
    <dgm:cxn modelId="{7E85E5A5-636F-4D3A-8FA7-8DDC8EAEC24C}" type="presParOf" srcId="{CAF090E9-7DBA-4035-8D59-138B1B4CA2F2}" destId="{ED75E138-57B7-4B1B-BB24-F52EF20A3508}" srcOrd="5" destOrd="0" presId="urn:microsoft.com/office/officeart/2005/8/layout/orgChart1"/>
    <dgm:cxn modelId="{658BEAE0-72EA-4004-9AC6-51E2AAD11FCA}" type="presParOf" srcId="{ED75E138-57B7-4B1B-BB24-F52EF20A3508}" destId="{FDE5887D-899E-40BA-97B5-0F7A101A664B}" srcOrd="0" destOrd="0" presId="urn:microsoft.com/office/officeart/2005/8/layout/orgChart1"/>
    <dgm:cxn modelId="{7595FCBA-9F55-4EAC-B425-7DCD33B9351B}" type="presParOf" srcId="{FDE5887D-899E-40BA-97B5-0F7A101A664B}" destId="{68A9F295-9725-433E-A981-262E5855EB7A}" srcOrd="0" destOrd="0" presId="urn:microsoft.com/office/officeart/2005/8/layout/orgChart1"/>
    <dgm:cxn modelId="{A896A8FF-BFF8-43F0-90D0-F37FBAF25BAF}" type="presParOf" srcId="{FDE5887D-899E-40BA-97B5-0F7A101A664B}" destId="{02CAD2CD-6131-4870-8E50-E34D406848B7}" srcOrd="1" destOrd="0" presId="urn:microsoft.com/office/officeart/2005/8/layout/orgChart1"/>
    <dgm:cxn modelId="{CB504BBE-07B9-4969-BE0E-8915A54C9A8A}" type="presParOf" srcId="{ED75E138-57B7-4B1B-BB24-F52EF20A3508}" destId="{9051792E-FC8A-459B-BEC7-99FD067F1768}" srcOrd="1" destOrd="0" presId="urn:microsoft.com/office/officeart/2005/8/layout/orgChart1"/>
    <dgm:cxn modelId="{483B6A6C-3CCC-4CD0-8158-1EA3E9CE9861}" type="presParOf" srcId="{ED75E138-57B7-4B1B-BB24-F52EF20A3508}" destId="{EA917A82-7FBC-4A6A-919F-B2C3EE2C6DFE}" srcOrd="2" destOrd="0" presId="urn:microsoft.com/office/officeart/2005/8/layout/orgChart1"/>
    <dgm:cxn modelId="{1EE2C4FF-E374-448F-83D8-88A0AA56508A}" type="presParOf" srcId="{CAF090E9-7DBA-4035-8D59-138B1B4CA2F2}" destId="{2CBB69F2-4758-4764-AAE6-F2055263CF6A}" srcOrd="6" destOrd="0" presId="urn:microsoft.com/office/officeart/2005/8/layout/orgChart1"/>
    <dgm:cxn modelId="{11119D1D-6C68-40DB-A4F1-0D020FF1B2C6}" type="presParOf" srcId="{CAF090E9-7DBA-4035-8D59-138B1B4CA2F2}" destId="{8FA3AADB-2D13-4CFD-9F65-7A282E798CA6}" srcOrd="7" destOrd="0" presId="urn:microsoft.com/office/officeart/2005/8/layout/orgChart1"/>
    <dgm:cxn modelId="{3437561E-7FA0-4C28-8B9B-5EEB396138A0}" type="presParOf" srcId="{8FA3AADB-2D13-4CFD-9F65-7A282E798CA6}" destId="{AB1E364A-BD68-4A6B-B22D-8310F209606F}" srcOrd="0" destOrd="0" presId="urn:microsoft.com/office/officeart/2005/8/layout/orgChart1"/>
    <dgm:cxn modelId="{59D9F9B1-19B9-4B3C-8D16-C6519D14A7EE}" type="presParOf" srcId="{AB1E364A-BD68-4A6B-B22D-8310F209606F}" destId="{78F0936E-0E2E-47D5-BC07-1D8E647FC20E}" srcOrd="0" destOrd="0" presId="urn:microsoft.com/office/officeart/2005/8/layout/orgChart1"/>
    <dgm:cxn modelId="{F64EF7E5-0CCD-4BC5-84D2-AC30EE3C976D}" type="presParOf" srcId="{AB1E364A-BD68-4A6B-B22D-8310F209606F}" destId="{9F4ADAD6-01F7-4BAE-9CB3-BE8887D19E1E}" srcOrd="1" destOrd="0" presId="urn:microsoft.com/office/officeart/2005/8/layout/orgChart1"/>
    <dgm:cxn modelId="{09E888C8-F3E4-4845-9125-17B3FF3E3738}" type="presParOf" srcId="{8FA3AADB-2D13-4CFD-9F65-7A282E798CA6}" destId="{0A7EECB3-8FF0-44EA-A89D-F2BDAB4DBD2C}" srcOrd="1" destOrd="0" presId="urn:microsoft.com/office/officeart/2005/8/layout/orgChart1"/>
    <dgm:cxn modelId="{E7B4FBBA-8BA0-4846-8C8A-3C5616633048}" type="presParOf" srcId="{8FA3AADB-2D13-4CFD-9F65-7A282E798CA6}" destId="{05E5DA62-16E2-4889-BE25-30502F823B81}" srcOrd="2" destOrd="0" presId="urn:microsoft.com/office/officeart/2005/8/layout/orgChart1"/>
    <dgm:cxn modelId="{79558947-CB28-4AD9-9C23-447D52896086}" type="presParOf" srcId="{CAF090E9-7DBA-4035-8D59-138B1B4CA2F2}" destId="{5C46F5B2-1F9B-4D7C-B21B-BE2D49F421E9}" srcOrd="8" destOrd="0" presId="urn:microsoft.com/office/officeart/2005/8/layout/orgChart1"/>
    <dgm:cxn modelId="{EA3CFC0C-D89B-468F-8FC5-047931EEAE05}" type="presParOf" srcId="{CAF090E9-7DBA-4035-8D59-138B1B4CA2F2}" destId="{3A27AF53-9179-4583-B0C2-A426245B4DE7}" srcOrd="9" destOrd="0" presId="urn:microsoft.com/office/officeart/2005/8/layout/orgChart1"/>
    <dgm:cxn modelId="{842BB477-18E6-4C24-A017-C46E083C85FD}" type="presParOf" srcId="{3A27AF53-9179-4583-B0C2-A426245B4DE7}" destId="{186E0BC4-7756-4456-A8FE-FFCB9AB69734}" srcOrd="0" destOrd="0" presId="urn:microsoft.com/office/officeart/2005/8/layout/orgChart1"/>
    <dgm:cxn modelId="{BD432F28-16B2-4728-BE15-7DE2D0CB9825}" type="presParOf" srcId="{186E0BC4-7756-4456-A8FE-FFCB9AB69734}" destId="{184DC869-536A-4D17-AECC-0E56A1EEC7FA}" srcOrd="0" destOrd="0" presId="urn:microsoft.com/office/officeart/2005/8/layout/orgChart1"/>
    <dgm:cxn modelId="{95E61DA0-0C4B-40BD-B2D2-F2765A4AF9CF}" type="presParOf" srcId="{186E0BC4-7756-4456-A8FE-FFCB9AB69734}" destId="{9F10A599-B080-432B-B8E0-ACCC096D7A75}" srcOrd="1" destOrd="0" presId="urn:microsoft.com/office/officeart/2005/8/layout/orgChart1"/>
    <dgm:cxn modelId="{5E5180E0-32EC-4BDE-BC02-2CB1798A2854}" type="presParOf" srcId="{3A27AF53-9179-4583-B0C2-A426245B4DE7}" destId="{D52C8A45-F47C-4D05-93AA-2E6317C2CC31}" srcOrd="1" destOrd="0" presId="urn:microsoft.com/office/officeart/2005/8/layout/orgChart1"/>
    <dgm:cxn modelId="{0D05E765-FA42-4758-B3F7-A0D39689A606}" type="presParOf" srcId="{3A27AF53-9179-4583-B0C2-A426245B4DE7}" destId="{0516710B-0A56-41E2-9541-358999635CB9}" srcOrd="2" destOrd="0" presId="urn:microsoft.com/office/officeart/2005/8/layout/orgChart1"/>
    <dgm:cxn modelId="{233247BD-D6AF-4B49-A1CA-5836815413FB}" type="presParOf" srcId="{172911F4-E6C8-4A91-AA12-BA32DB5426BA}" destId="{FAEF950E-35E3-44F3-86A8-59D3E2D451EA}" srcOrd="2" destOrd="0" presId="urn:microsoft.com/office/officeart/2005/8/layout/orgChart1"/>
    <dgm:cxn modelId="{9D973967-C180-4DA1-9783-801A28437A84}" type="presParOf" srcId="{38ED7B2E-63E5-438D-91CD-EFA6DE9BBF61}" destId="{96DEF822-DC52-4FFC-82DA-389CD5B29657}"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DDB36F-2927-4491-9CDB-13A7789A09B4}">
      <dsp:nvSpPr>
        <dsp:cNvPr id="0" name=""/>
        <dsp:cNvSpPr/>
      </dsp:nvSpPr>
      <dsp:spPr>
        <a:xfrm>
          <a:off x="6562621" y="2711302"/>
          <a:ext cx="291343" cy="1479497"/>
        </a:xfrm>
        <a:custGeom>
          <a:avLst/>
          <a:gdLst/>
          <a:ahLst/>
          <a:cxnLst/>
          <a:rect l="0" t="0" r="0" b="0"/>
          <a:pathLst>
            <a:path>
              <a:moveTo>
                <a:pt x="0" y="0"/>
              </a:moveTo>
              <a:lnTo>
                <a:pt x="0" y="1479497"/>
              </a:lnTo>
              <a:lnTo>
                <a:pt x="291343" y="1479497"/>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56416A1-EB7E-4C36-B767-DC0126358F47}">
      <dsp:nvSpPr>
        <dsp:cNvPr id="0" name=""/>
        <dsp:cNvSpPr/>
      </dsp:nvSpPr>
      <dsp:spPr>
        <a:xfrm>
          <a:off x="6562621" y="2711302"/>
          <a:ext cx="291343" cy="581682"/>
        </a:xfrm>
        <a:custGeom>
          <a:avLst/>
          <a:gdLst/>
          <a:ahLst/>
          <a:cxnLst/>
          <a:rect l="0" t="0" r="0" b="0"/>
          <a:pathLst>
            <a:path>
              <a:moveTo>
                <a:pt x="0" y="0"/>
              </a:moveTo>
              <a:lnTo>
                <a:pt x="0" y="581682"/>
              </a:lnTo>
              <a:lnTo>
                <a:pt x="291343" y="581682"/>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176ACEC-BD58-4170-B91A-1AA1D1DF77F0}">
      <dsp:nvSpPr>
        <dsp:cNvPr id="0" name=""/>
        <dsp:cNvSpPr/>
      </dsp:nvSpPr>
      <dsp:spPr>
        <a:xfrm>
          <a:off x="4097490" y="1417109"/>
          <a:ext cx="3242046" cy="509029"/>
        </a:xfrm>
        <a:custGeom>
          <a:avLst/>
          <a:gdLst/>
          <a:ahLst/>
          <a:cxnLst/>
          <a:rect l="0" t="0" r="0" b="0"/>
          <a:pathLst>
            <a:path>
              <a:moveTo>
                <a:pt x="0" y="0"/>
              </a:moveTo>
              <a:lnTo>
                <a:pt x="0" y="376253"/>
              </a:lnTo>
              <a:lnTo>
                <a:pt x="3242046" y="376253"/>
              </a:lnTo>
              <a:lnTo>
                <a:pt x="3242046" y="509029"/>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4310828" y="2661195"/>
          <a:ext cx="298668" cy="1457608"/>
        </a:xfrm>
        <a:custGeom>
          <a:avLst/>
          <a:gdLst/>
          <a:ahLst/>
          <a:cxnLst/>
          <a:rect l="0" t="0" r="0" b="0"/>
          <a:pathLst>
            <a:path>
              <a:moveTo>
                <a:pt x="0" y="0"/>
              </a:moveTo>
              <a:lnTo>
                <a:pt x="0" y="1457608"/>
              </a:lnTo>
              <a:lnTo>
                <a:pt x="298668" y="145760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207D2DC-D98D-48DB-A444-1B3BB3C111EF}">
      <dsp:nvSpPr>
        <dsp:cNvPr id="0" name=""/>
        <dsp:cNvSpPr/>
      </dsp:nvSpPr>
      <dsp:spPr>
        <a:xfrm>
          <a:off x="4310828" y="2661195"/>
          <a:ext cx="298668" cy="559793"/>
        </a:xfrm>
        <a:custGeom>
          <a:avLst/>
          <a:gdLst/>
          <a:ahLst/>
          <a:cxnLst/>
          <a:rect l="0" t="0" r="0" b="0"/>
          <a:pathLst>
            <a:path>
              <a:moveTo>
                <a:pt x="0" y="0"/>
              </a:moveTo>
              <a:lnTo>
                <a:pt x="0" y="559793"/>
              </a:lnTo>
              <a:lnTo>
                <a:pt x="298668" y="55979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6E33A9D-9480-40FB-A4DF-EE1E2E7E401E}">
      <dsp:nvSpPr>
        <dsp:cNvPr id="0" name=""/>
        <dsp:cNvSpPr/>
      </dsp:nvSpPr>
      <dsp:spPr>
        <a:xfrm>
          <a:off x="4097490" y="1417109"/>
          <a:ext cx="1009788" cy="530918"/>
        </a:xfrm>
        <a:custGeom>
          <a:avLst/>
          <a:gdLst/>
          <a:ahLst/>
          <a:cxnLst/>
          <a:rect l="0" t="0" r="0" b="0"/>
          <a:pathLst>
            <a:path>
              <a:moveTo>
                <a:pt x="0" y="0"/>
              </a:moveTo>
              <a:lnTo>
                <a:pt x="0" y="398142"/>
              </a:lnTo>
              <a:lnTo>
                <a:pt x="1009788" y="398142"/>
              </a:lnTo>
              <a:lnTo>
                <a:pt x="1009788" y="530918"/>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001726" y="1417109"/>
          <a:ext cx="1095763" cy="577395"/>
        </a:xfrm>
        <a:custGeom>
          <a:avLst/>
          <a:gdLst/>
          <a:ahLst/>
          <a:cxnLst/>
          <a:rect l="0" t="0" r="0" b="0"/>
          <a:pathLst>
            <a:path>
              <a:moveTo>
                <a:pt x="1095763" y="0"/>
              </a:moveTo>
              <a:lnTo>
                <a:pt x="1095763" y="444620"/>
              </a:lnTo>
              <a:lnTo>
                <a:pt x="0" y="444620"/>
              </a:lnTo>
              <a:lnTo>
                <a:pt x="0" y="57739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A06763-7CD0-41E0-8047-44C9999C84AA}">
      <dsp:nvSpPr>
        <dsp:cNvPr id="0" name=""/>
        <dsp:cNvSpPr/>
      </dsp:nvSpPr>
      <dsp:spPr>
        <a:xfrm>
          <a:off x="229907" y="2673961"/>
          <a:ext cx="217871" cy="1411130"/>
        </a:xfrm>
        <a:custGeom>
          <a:avLst/>
          <a:gdLst/>
          <a:ahLst/>
          <a:cxnLst/>
          <a:rect l="0" t="0" r="0" b="0"/>
          <a:pathLst>
            <a:path>
              <a:moveTo>
                <a:pt x="0" y="0"/>
              </a:moveTo>
              <a:lnTo>
                <a:pt x="0" y="1411130"/>
              </a:lnTo>
              <a:lnTo>
                <a:pt x="217871" y="141113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A5B176-3147-4D45-9EF8-CF91B612166F}">
      <dsp:nvSpPr>
        <dsp:cNvPr id="0" name=""/>
        <dsp:cNvSpPr/>
      </dsp:nvSpPr>
      <dsp:spPr>
        <a:xfrm>
          <a:off x="229907" y="2673961"/>
          <a:ext cx="217871" cy="535204"/>
        </a:xfrm>
        <a:custGeom>
          <a:avLst/>
          <a:gdLst/>
          <a:ahLst/>
          <a:cxnLst/>
          <a:rect l="0" t="0" r="0" b="0"/>
          <a:pathLst>
            <a:path>
              <a:moveTo>
                <a:pt x="0" y="0"/>
              </a:moveTo>
              <a:lnTo>
                <a:pt x="0" y="535204"/>
              </a:lnTo>
              <a:lnTo>
                <a:pt x="217871" y="5352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945984" y="1417109"/>
          <a:ext cx="3151505" cy="577395"/>
        </a:xfrm>
        <a:custGeom>
          <a:avLst/>
          <a:gdLst/>
          <a:ahLst/>
          <a:cxnLst/>
          <a:rect l="0" t="0" r="0" b="0"/>
          <a:pathLst>
            <a:path>
              <a:moveTo>
                <a:pt x="3151505" y="0"/>
              </a:moveTo>
              <a:lnTo>
                <a:pt x="3151505" y="444620"/>
              </a:lnTo>
              <a:lnTo>
                <a:pt x="0" y="444620"/>
              </a:lnTo>
              <a:lnTo>
                <a:pt x="0" y="577395"/>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1697739" y="447064"/>
          <a:ext cx="4799501" cy="970044"/>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21 – Enhancement and replacement projects</a:t>
          </a:r>
          <a:endParaRPr lang="en-US" sz="1600" kern="1200" dirty="0"/>
        </a:p>
      </dsp:txBody>
      <dsp:txXfrm>
        <a:off x="1697739" y="447064"/>
        <a:ext cx="4799501" cy="970044"/>
      </dsp:txXfrm>
    </dsp:sp>
    <dsp:sp modelId="{C9422C4E-2B02-4D33-A16B-EF7B187ECAB7}">
      <dsp:nvSpPr>
        <dsp:cNvPr id="0" name=""/>
        <dsp:cNvSpPr/>
      </dsp:nvSpPr>
      <dsp:spPr>
        <a:xfrm>
          <a:off x="50888" y="1994505"/>
          <a:ext cx="1790191" cy="67945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What is enhancement and replacement project</a:t>
          </a:r>
          <a:endParaRPr lang="en-US" sz="1200" kern="1200" dirty="0"/>
        </a:p>
      </dsp:txBody>
      <dsp:txXfrm>
        <a:off x="50888" y="1994505"/>
        <a:ext cx="1790191" cy="679455"/>
      </dsp:txXfrm>
    </dsp:sp>
    <dsp:sp modelId="{28A90088-1D74-4647-BC3B-F17F2E584608}">
      <dsp:nvSpPr>
        <dsp:cNvPr id="0" name=""/>
        <dsp:cNvSpPr/>
      </dsp:nvSpPr>
      <dsp:spPr>
        <a:xfrm>
          <a:off x="447779" y="2893034"/>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Enhancement projects</a:t>
          </a:r>
          <a:endParaRPr lang="en-US" sz="1200" kern="1200" dirty="0"/>
        </a:p>
      </dsp:txBody>
      <dsp:txXfrm>
        <a:off x="447779" y="2893034"/>
        <a:ext cx="1832603" cy="632263"/>
      </dsp:txXfrm>
    </dsp:sp>
    <dsp:sp modelId="{EF3A83E1-5846-4AE9-8B47-6582C37CA326}">
      <dsp:nvSpPr>
        <dsp:cNvPr id="0" name=""/>
        <dsp:cNvSpPr/>
      </dsp:nvSpPr>
      <dsp:spPr>
        <a:xfrm>
          <a:off x="447779" y="3768959"/>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Replacement projects</a:t>
          </a:r>
          <a:endParaRPr lang="en-US" sz="1200" kern="1200" dirty="0"/>
        </a:p>
      </dsp:txBody>
      <dsp:txXfrm>
        <a:off x="447779" y="3768959"/>
        <a:ext cx="1832603" cy="632263"/>
      </dsp:txXfrm>
    </dsp:sp>
    <dsp:sp modelId="{02B28F85-DE51-42FF-859E-1DD3A478F426}">
      <dsp:nvSpPr>
        <dsp:cNvPr id="0" name=""/>
        <dsp:cNvSpPr/>
      </dsp:nvSpPr>
      <dsp:spPr>
        <a:xfrm>
          <a:off x="2106631" y="1994505"/>
          <a:ext cx="1790191" cy="679455"/>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Requirements techniques </a:t>
          </a:r>
          <a:endParaRPr lang="en-US" sz="1200" kern="1200" dirty="0"/>
        </a:p>
      </dsp:txBody>
      <dsp:txXfrm>
        <a:off x="2106631" y="1994505"/>
        <a:ext cx="1790191" cy="679455"/>
      </dsp:txXfrm>
    </dsp:sp>
    <dsp:sp modelId="{B4DA07B5-29B3-4442-A69E-055EEC652BE8}">
      <dsp:nvSpPr>
        <dsp:cNvPr id="0" name=""/>
        <dsp:cNvSpPr/>
      </dsp:nvSpPr>
      <dsp:spPr>
        <a:xfrm>
          <a:off x="4111716" y="1948027"/>
          <a:ext cx="1991124" cy="7131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Prioritizing by using biz objectives</a:t>
          </a:r>
          <a:endParaRPr lang="en-US" sz="1200" kern="1200" dirty="0"/>
        </a:p>
      </dsp:txBody>
      <dsp:txXfrm>
        <a:off x="4111716" y="1948027"/>
        <a:ext cx="1991124" cy="713168"/>
      </dsp:txXfrm>
    </dsp:sp>
    <dsp:sp modelId="{B3DA1D68-D7FF-4520-90A3-C4A2EA0D76C0}">
      <dsp:nvSpPr>
        <dsp:cNvPr id="0" name=""/>
        <dsp:cNvSpPr/>
      </dsp:nvSpPr>
      <dsp:spPr>
        <a:xfrm>
          <a:off x="4609497" y="2904857"/>
          <a:ext cx="1816304"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Mind the gap</a:t>
          </a:r>
          <a:endParaRPr lang="en-US" sz="1200" kern="1200" dirty="0"/>
        </a:p>
      </dsp:txBody>
      <dsp:txXfrm>
        <a:off x="4609497" y="2904857"/>
        <a:ext cx="1816304" cy="632263"/>
      </dsp:txXfrm>
    </dsp:sp>
    <dsp:sp modelId="{81981569-26A3-407E-B3D1-78BFB78884B6}">
      <dsp:nvSpPr>
        <dsp:cNvPr id="0" name=""/>
        <dsp:cNvSpPr/>
      </dsp:nvSpPr>
      <dsp:spPr>
        <a:xfrm>
          <a:off x="4609497" y="3802671"/>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Maintaining </a:t>
          </a:r>
          <a:r>
            <a:rPr lang="en-US" sz="1200" kern="1200" dirty="0" smtClean="0"/>
            <a:t>performance levels</a:t>
          </a:r>
          <a:endParaRPr lang="en-US" sz="1200" kern="1200" dirty="0"/>
        </a:p>
      </dsp:txBody>
      <dsp:txXfrm>
        <a:off x="4609497" y="3802671"/>
        <a:ext cx="1832603" cy="632263"/>
      </dsp:txXfrm>
    </dsp:sp>
    <dsp:sp modelId="{606E0F95-4779-4D9A-B606-9ABA993A565C}">
      <dsp:nvSpPr>
        <dsp:cNvPr id="0" name=""/>
        <dsp:cNvSpPr/>
      </dsp:nvSpPr>
      <dsp:spPr>
        <a:xfrm>
          <a:off x="6368392" y="1926138"/>
          <a:ext cx="1942288" cy="785164"/>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When old </a:t>
          </a:r>
          <a:r>
            <a:rPr lang="en-US" sz="1200" kern="1200" dirty="0" err="1" smtClean="0"/>
            <a:t>reqs</a:t>
          </a:r>
          <a:r>
            <a:rPr lang="en-US" sz="1200" kern="1200" dirty="0" smtClean="0"/>
            <a:t>. don’t exist</a:t>
          </a:r>
          <a:endParaRPr lang="en-US" sz="1200" kern="1200" dirty="0"/>
        </a:p>
      </dsp:txBody>
      <dsp:txXfrm>
        <a:off x="6368392" y="1926138"/>
        <a:ext cx="1942288" cy="785164"/>
      </dsp:txXfrm>
    </dsp:sp>
    <dsp:sp modelId="{67C5AE12-E1AF-4A0A-AA6A-A1C64D87D781}">
      <dsp:nvSpPr>
        <dsp:cNvPr id="0" name=""/>
        <dsp:cNvSpPr/>
      </dsp:nvSpPr>
      <dsp:spPr>
        <a:xfrm>
          <a:off x="6853964" y="2976853"/>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Which </a:t>
          </a:r>
          <a:r>
            <a:rPr lang="en-US" sz="1200" kern="1200" dirty="0" err="1" smtClean="0"/>
            <a:t>reqs</a:t>
          </a:r>
          <a:r>
            <a:rPr lang="en-US" sz="1200" kern="1200" dirty="0" smtClean="0"/>
            <a:t>. should you specify?</a:t>
          </a:r>
          <a:endParaRPr lang="en-US" sz="1200" kern="1200" dirty="0"/>
        </a:p>
      </dsp:txBody>
      <dsp:txXfrm>
        <a:off x="6853964" y="2976853"/>
        <a:ext cx="1832603" cy="632263"/>
      </dsp:txXfrm>
    </dsp:sp>
    <dsp:sp modelId="{1183AAC3-0F66-4BAC-8068-2D182E1C064A}">
      <dsp:nvSpPr>
        <dsp:cNvPr id="0" name=""/>
        <dsp:cNvSpPr/>
      </dsp:nvSpPr>
      <dsp:spPr>
        <a:xfrm>
          <a:off x="6853964" y="3874667"/>
          <a:ext cx="1832603" cy="632263"/>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How to discover the </a:t>
          </a:r>
          <a:r>
            <a:rPr lang="en-US" sz="1200" kern="1200" dirty="0" err="1" smtClean="0"/>
            <a:t>reqs</a:t>
          </a:r>
          <a:r>
            <a:rPr lang="en-US" sz="1200" kern="1200" dirty="0" smtClean="0"/>
            <a:t>. of an existing system</a:t>
          </a:r>
          <a:endParaRPr lang="en-US" sz="1200" kern="1200" dirty="0"/>
        </a:p>
      </dsp:txBody>
      <dsp:txXfrm>
        <a:off x="6853964" y="3874667"/>
        <a:ext cx="1832603" cy="63226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46F5B2-1F9B-4D7C-B21B-BE2D49F421E9}">
      <dsp:nvSpPr>
        <dsp:cNvPr id="0" name=""/>
        <dsp:cNvSpPr/>
      </dsp:nvSpPr>
      <dsp:spPr>
        <a:xfrm>
          <a:off x="6178950" y="1574328"/>
          <a:ext cx="215757" cy="3327535"/>
        </a:xfrm>
        <a:custGeom>
          <a:avLst/>
          <a:gdLst/>
          <a:ahLst/>
          <a:cxnLst/>
          <a:rect l="0" t="0" r="0" b="0"/>
          <a:pathLst>
            <a:path>
              <a:moveTo>
                <a:pt x="0" y="0"/>
              </a:moveTo>
              <a:lnTo>
                <a:pt x="0" y="3327535"/>
              </a:lnTo>
              <a:lnTo>
                <a:pt x="215757" y="3327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CBB69F2-4758-4764-AAE6-F2055263CF6A}">
      <dsp:nvSpPr>
        <dsp:cNvPr id="0" name=""/>
        <dsp:cNvSpPr/>
      </dsp:nvSpPr>
      <dsp:spPr>
        <a:xfrm>
          <a:off x="6178950" y="1574328"/>
          <a:ext cx="215757" cy="2599120"/>
        </a:xfrm>
        <a:custGeom>
          <a:avLst/>
          <a:gdLst/>
          <a:ahLst/>
          <a:cxnLst/>
          <a:rect l="0" t="0" r="0" b="0"/>
          <a:pathLst>
            <a:path>
              <a:moveTo>
                <a:pt x="0" y="0"/>
              </a:moveTo>
              <a:lnTo>
                <a:pt x="0" y="2599120"/>
              </a:lnTo>
              <a:lnTo>
                <a:pt x="215757" y="25991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A2BF25-9202-4C14-A49D-8625DF74628C}">
      <dsp:nvSpPr>
        <dsp:cNvPr id="0" name=""/>
        <dsp:cNvSpPr/>
      </dsp:nvSpPr>
      <dsp:spPr>
        <a:xfrm>
          <a:off x="6178950" y="1574328"/>
          <a:ext cx="215757" cy="1870704"/>
        </a:xfrm>
        <a:custGeom>
          <a:avLst/>
          <a:gdLst/>
          <a:ahLst/>
          <a:cxnLst/>
          <a:rect l="0" t="0" r="0" b="0"/>
          <a:pathLst>
            <a:path>
              <a:moveTo>
                <a:pt x="0" y="0"/>
              </a:moveTo>
              <a:lnTo>
                <a:pt x="0" y="1870704"/>
              </a:lnTo>
              <a:lnTo>
                <a:pt x="215757" y="18707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78063D6-324B-4F23-A88A-3CBC6697E2F1}">
      <dsp:nvSpPr>
        <dsp:cNvPr id="0" name=""/>
        <dsp:cNvSpPr/>
      </dsp:nvSpPr>
      <dsp:spPr>
        <a:xfrm>
          <a:off x="6178950" y="1574328"/>
          <a:ext cx="215757" cy="1142288"/>
        </a:xfrm>
        <a:custGeom>
          <a:avLst/>
          <a:gdLst/>
          <a:ahLst/>
          <a:cxnLst/>
          <a:rect l="0" t="0" r="0" b="0"/>
          <a:pathLst>
            <a:path>
              <a:moveTo>
                <a:pt x="0" y="0"/>
              </a:moveTo>
              <a:lnTo>
                <a:pt x="0" y="1142288"/>
              </a:lnTo>
              <a:lnTo>
                <a:pt x="215757" y="11422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216CD2-6CE1-4365-9C5D-D083867D00F1}">
      <dsp:nvSpPr>
        <dsp:cNvPr id="0" name=""/>
        <dsp:cNvSpPr/>
      </dsp:nvSpPr>
      <dsp:spPr>
        <a:xfrm>
          <a:off x="6178950" y="1574328"/>
          <a:ext cx="215757" cy="413873"/>
        </a:xfrm>
        <a:custGeom>
          <a:avLst/>
          <a:gdLst/>
          <a:ahLst/>
          <a:cxnLst/>
          <a:rect l="0" t="0" r="0" b="0"/>
          <a:pathLst>
            <a:path>
              <a:moveTo>
                <a:pt x="0" y="0"/>
              </a:moveTo>
              <a:lnTo>
                <a:pt x="0" y="413873"/>
              </a:lnTo>
              <a:lnTo>
                <a:pt x="215757" y="41387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7BE8E11-BA35-4BE7-BF14-F201237C7DC2}">
      <dsp:nvSpPr>
        <dsp:cNvPr id="0" name=""/>
        <dsp:cNvSpPr/>
      </dsp:nvSpPr>
      <dsp:spPr>
        <a:xfrm>
          <a:off x="4188270" y="787017"/>
          <a:ext cx="2566033" cy="274342"/>
        </a:xfrm>
        <a:custGeom>
          <a:avLst/>
          <a:gdLst/>
          <a:ahLst/>
          <a:cxnLst/>
          <a:rect l="0" t="0" r="0" b="0"/>
          <a:pathLst>
            <a:path>
              <a:moveTo>
                <a:pt x="0" y="0"/>
              </a:moveTo>
              <a:lnTo>
                <a:pt x="0" y="166619"/>
              </a:lnTo>
              <a:lnTo>
                <a:pt x="2566033" y="166619"/>
              </a:lnTo>
              <a:lnTo>
                <a:pt x="2566033" y="27434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CE08DA5-6EDF-4A71-BEDE-62EF431B68EE}">
      <dsp:nvSpPr>
        <dsp:cNvPr id="0" name=""/>
        <dsp:cNvSpPr/>
      </dsp:nvSpPr>
      <dsp:spPr>
        <a:xfrm>
          <a:off x="4481518" y="1574328"/>
          <a:ext cx="223024" cy="3327535"/>
        </a:xfrm>
        <a:custGeom>
          <a:avLst/>
          <a:gdLst/>
          <a:ahLst/>
          <a:cxnLst/>
          <a:rect l="0" t="0" r="0" b="0"/>
          <a:pathLst>
            <a:path>
              <a:moveTo>
                <a:pt x="0" y="0"/>
              </a:moveTo>
              <a:lnTo>
                <a:pt x="0" y="3327535"/>
              </a:lnTo>
              <a:lnTo>
                <a:pt x="223024" y="3327535"/>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BB377B0-0814-4A7E-9B42-6263920DD1B5}">
      <dsp:nvSpPr>
        <dsp:cNvPr id="0" name=""/>
        <dsp:cNvSpPr/>
      </dsp:nvSpPr>
      <dsp:spPr>
        <a:xfrm>
          <a:off x="4481518" y="1574328"/>
          <a:ext cx="223024" cy="2599120"/>
        </a:xfrm>
        <a:custGeom>
          <a:avLst/>
          <a:gdLst/>
          <a:ahLst/>
          <a:cxnLst/>
          <a:rect l="0" t="0" r="0" b="0"/>
          <a:pathLst>
            <a:path>
              <a:moveTo>
                <a:pt x="0" y="0"/>
              </a:moveTo>
              <a:lnTo>
                <a:pt x="0" y="2599120"/>
              </a:lnTo>
              <a:lnTo>
                <a:pt x="223024" y="259912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FC7B790-F506-48AE-9CEC-8DC9624B5FC7}">
      <dsp:nvSpPr>
        <dsp:cNvPr id="0" name=""/>
        <dsp:cNvSpPr/>
      </dsp:nvSpPr>
      <dsp:spPr>
        <a:xfrm>
          <a:off x="4481518" y="1574328"/>
          <a:ext cx="223024" cy="1870704"/>
        </a:xfrm>
        <a:custGeom>
          <a:avLst/>
          <a:gdLst/>
          <a:ahLst/>
          <a:cxnLst/>
          <a:rect l="0" t="0" r="0" b="0"/>
          <a:pathLst>
            <a:path>
              <a:moveTo>
                <a:pt x="0" y="0"/>
              </a:moveTo>
              <a:lnTo>
                <a:pt x="0" y="1870704"/>
              </a:lnTo>
              <a:lnTo>
                <a:pt x="223024" y="187070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4EDDC6-D7B4-4258-9A0D-7219544EB8E5}">
      <dsp:nvSpPr>
        <dsp:cNvPr id="0" name=""/>
        <dsp:cNvSpPr/>
      </dsp:nvSpPr>
      <dsp:spPr>
        <a:xfrm>
          <a:off x="4481518" y="1574328"/>
          <a:ext cx="223024" cy="1142288"/>
        </a:xfrm>
        <a:custGeom>
          <a:avLst/>
          <a:gdLst/>
          <a:ahLst/>
          <a:cxnLst/>
          <a:rect l="0" t="0" r="0" b="0"/>
          <a:pathLst>
            <a:path>
              <a:moveTo>
                <a:pt x="0" y="0"/>
              </a:moveTo>
              <a:lnTo>
                <a:pt x="0" y="1142288"/>
              </a:lnTo>
              <a:lnTo>
                <a:pt x="223024" y="1142288"/>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4DDB36F-2927-4491-9CDB-13A7789A09B4}">
      <dsp:nvSpPr>
        <dsp:cNvPr id="0" name=""/>
        <dsp:cNvSpPr/>
      </dsp:nvSpPr>
      <dsp:spPr>
        <a:xfrm>
          <a:off x="4481518" y="1574328"/>
          <a:ext cx="223024" cy="413873"/>
        </a:xfrm>
        <a:custGeom>
          <a:avLst/>
          <a:gdLst/>
          <a:ahLst/>
          <a:cxnLst/>
          <a:rect l="0" t="0" r="0" b="0"/>
          <a:pathLst>
            <a:path>
              <a:moveTo>
                <a:pt x="0" y="0"/>
              </a:moveTo>
              <a:lnTo>
                <a:pt x="0" y="413873"/>
              </a:lnTo>
              <a:lnTo>
                <a:pt x="223024" y="41387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2613D50-256B-4B68-8FAD-AE3AD5188EA2}">
      <dsp:nvSpPr>
        <dsp:cNvPr id="0" name=""/>
        <dsp:cNvSpPr/>
      </dsp:nvSpPr>
      <dsp:spPr>
        <a:xfrm>
          <a:off x="4188270" y="787017"/>
          <a:ext cx="887979" cy="274342"/>
        </a:xfrm>
        <a:custGeom>
          <a:avLst/>
          <a:gdLst/>
          <a:ahLst/>
          <a:cxnLst/>
          <a:rect l="0" t="0" r="0" b="0"/>
          <a:pathLst>
            <a:path>
              <a:moveTo>
                <a:pt x="0" y="0"/>
              </a:moveTo>
              <a:lnTo>
                <a:pt x="0" y="166619"/>
              </a:lnTo>
              <a:lnTo>
                <a:pt x="887979" y="166619"/>
              </a:lnTo>
              <a:lnTo>
                <a:pt x="887979" y="27434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0151AE-D139-40DF-A603-F0B3F7DDDC4D}">
      <dsp:nvSpPr>
        <dsp:cNvPr id="0" name=""/>
        <dsp:cNvSpPr/>
      </dsp:nvSpPr>
      <dsp:spPr>
        <a:xfrm>
          <a:off x="2851310" y="1610026"/>
          <a:ext cx="176763" cy="3330126"/>
        </a:xfrm>
        <a:custGeom>
          <a:avLst/>
          <a:gdLst/>
          <a:ahLst/>
          <a:cxnLst/>
          <a:rect l="0" t="0" r="0" b="0"/>
          <a:pathLst>
            <a:path>
              <a:moveTo>
                <a:pt x="0" y="0"/>
              </a:moveTo>
              <a:lnTo>
                <a:pt x="0" y="3330126"/>
              </a:lnTo>
              <a:lnTo>
                <a:pt x="176763" y="3330126"/>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D2D8082-4008-45FF-B552-9FCD60B1CAC7}">
      <dsp:nvSpPr>
        <dsp:cNvPr id="0" name=""/>
        <dsp:cNvSpPr/>
      </dsp:nvSpPr>
      <dsp:spPr>
        <a:xfrm>
          <a:off x="2851310" y="1610026"/>
          <a:ext cx="176763" cy="2601710"/>
        </a:xfrm>
        <a:custGeom>
          <a:avLst/>
          <a:gdLst/>
          <a:ahLst/>
          <a:cxnLst/>
          <a:rect l="0" t="0" r="0" b="0"/>
          <a:pathLst>
            <a:path>
              <a:moveTo>
                <a:pt x="0" y="0"/>
              </a:moveTo>
              <a:lnTo>
                <a:pt x="0" y="2601710"/>
              </a:lnTo>
              <a:lnTo>
                <a:pt x="176763" y="2601710"/>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8FA5A4F-3D9B-4BF0-88F7-A1EFDA90868F}">
      <dsp:nvSpPr>
        <dsp:cNvPr id="0" name=""/>
        <dsp:cNvSpPr/>
      </dsp:nvSpPr>
      <dsp:spPr>
        <a:xfrm>
          <a:off x="2851310" y="1610026"/>
          <a:ext cx="176763" cy="1873294"/>
        </a:xfrm>
        <a:custGeom>
          <a:avLst/>
          <a:gdLst/>
          <a:ahLst/>
          <a:cxnLst/>
          <a:rect l="0" t="0" r="0" b="0"/>
          <a:pathLst>
            <a:path>
              <a:moveTo>
                <a:pt x="0" y="0"/>
              </a:moveTo>
              <a:lnTo>
                <a:pt x="0" y="1873294"/>
              </a:lnTo>
              <a:lnTo>
                <a:pt x="176763" y="1873294"/>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503A55-8B94-42A2-BE23-0D46DDA997A6}">
      <dsp:nvSpPr>
        <dsp:cNvPr id="0" name=""/>
        <dsp:cNvSpPr/>
      </dsp:nvSpPr>
      <dsp:spPr>
        <a:xfrm>
          <a:off x="2851310" y="1610026"/>
          <a:ext cx="176763" cy="1144879"/>
        </a:xfrm>
        <a:custGeom>
          <a:avLst/>
          <a:gdLst/>
          <a:ahLst/>
          <a:cxnLst/>
          <a:rect l="0" t="0" r="0" b="0"/>
          <a:pathLst>
            <a:path>
              <a:moveTo>
                <a:pt x="0" y="0"/>
              </a:moveTo>
              <a:lnTo>
                <a:pt x="0" y="1144879"/>
              </a:lnTo>
              <a:lnTo>
                <a:pt x="176763" y="1144879"/>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CF9C54A-2C83-410A-9F29-C05C7AEBD84A}">
      <dsp:nvSpPr>
        <dsp:cNvPr id="0" name=""/>
        <dsp:cNvSpPr/>
      </dsp:nvSpPr>
      <dsp:spPr>
        <a:xfrm>
          <a:off x="2851310" y="1610026"/>
          <a:ext cx="176763" cy="416463"/>
        </a:xfrm>
        <a:custGeom>
          <a:avLst/>
          <a:gdLst/>
          <a:ahLst/>
          <a:cxnLst/>
          <a:rect l="0" t="0" r="0" b="0"/>
          <a:pathLst>
            <a:path>
              <a:moveTo>
                <a:pt x="0" y="0"/>
              </a:moveTo>
              <a:lnTo>
                <a:pt x="0" y="416463"/>
              </a:lnTo>
              <a:lnTo>
                <a:pt x="176763" y="416463"/>
              </a:lnTo>
            </a:path>
          </a:pathLst>
        </a:custGeom>
        <a:noFill/>
        <a:ln w="25400"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146BAA9-2B9D-4F2A-B565-A2DCB6505964}">
      <dsp:nvSpPr>
        <dsp:cNvPr id="0" name=""/>
        <dsp:cNvSpPr/>
      </dsp:nvSpPr>
      <dsp:spPr>
        <a:xfrm>
          <a:off x="3432277" y="787017"/>
          <a:ext cx="755992" cy="271752"/>
        </a:xfrm>
        <a:custGeom>
          <a:avLst/>
          <a:gdLst/>
          <a:ahLst/>
          <a:cxnLst/>
          <a:rect l="0" t="0" r="0" b="0"/>
          <a:pathLst>
            <a:path>
              <a:moveTo>
                <a:pt x="755992" y="0"/>
              </a:moveTo>
              <a:lnTo>
                <a:pt x="755992" y="164029"/>
              </a:lnTo>
              <a:lnTo>
                <a:pt x="0" y="164029"/>
              </a:lnTo>
              <a:lnTo>
                <a:pt x="0" y="27175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7B4371B5-9FE0-4A41-B872-D27DD755166A}">
      <dsp:nvSpPr>
        <dsp:cNvPr id="0" name=""/>
        <dsp:cNvSpPr/>
      </dsp:nvSpPr>
      <dsp:spPr>
        <a:xfrm>
          <a:off x="1764411" y="787017"/>
          <a:ext cx="2423859" cy="271752"/>
        </a:xfrm>
        <a:custGeom>
          <a:avLst/>
          <a:gdLst/>
          <a:ahLst/>
          <a:cxnLst/>
          <a:rect l="0" t="0" r="0" b="0"/>
          <a:pathLst>
            <a:path>
              <a:moveTo>
                <a:pt x="2423859" y="0"/>
              </a:moveTo>
              <a:lnTo>
                <a:pt x="2423859" y="164029"/>
              </a:lnTo>
              <a:lnTo>
                <a:pt x="0" y="164029"/>
              </a:lnTo>
              <a:lnTo>
                <a:pt x="0" y="271752"/>
              </a:lnTo>
            </a:path>
          </a:pathLst>
        </a:custGeom>
        <a:noFill/>
        <a:ln w="2540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F3C8968-31FF-46A5-BCB3-A2E771257413}">
      <dsp:nvSpPr>
        <dsp:cNvPr id="0" name=""/>
        <dsp:cNvSpPr/>
      </dsp:nvSpPr>
      <dsp:spPr>
        <a:xfrm>
          <a:off x="2241303" y="0"/>
          <a:ext cx="3893935" cy="787017"/>
        </a:xfrm>
        <a:prstGeom prst="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lvl="0" algn="ctr" defTabSz="711200">
            <a:lnSpc>
              <a:spcPct val="90000"/>
            </a:lnSpc>
            <a:spcBef>
              <a:spcPct val="0"/>
            </a:spcBef>
            <a:spcAft>
              <a:spcPct val="35000"/>
            </a:spcAft>
          </a:pPr>
          <a:r>
            <a:rPr lang="en-US" sz="1600" kern="1200" dirty="0" smtClean="0"/>
            <a:t>Chapter 22 – Packaged solutions  projects</a:t>
          </a:r>
          <a:endParaRPr lang="en-US" sz="1600" kern="1200" dirty="0"/>
        </a:p>
      </dsp:txBody>
      <dsp:txXfrm>
        <a:off x="2241303" y="0"/>
        <a:ext cx="3893935" cy="787017"/>
      </dsp:txXfrm>
    </dsp:sp>
    <dsp:sp modelId="{C9422C4E-2B02-4D33-A16B-EF7B187ECAB7}">
      <dsp:nvSpPr>
        <dsp:cNvPr id="0" name=""/>
        <dsp:cNvSpPr/>
      </dsp:nvSpPr>
      <dsp:spPr>
        <a:xfrm>
          <a:off x="1038201" y="1058769"/>
          <a:ext cx="1452419" cy="55125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Packaged solutions</a:t>
          </a:r>
          <a:endParaRPr lang="en-US" sz="1200" kern="1200" dirty="0"/>
        </a:p>
      </dsp:txBody>
      <dsp:txXfrm>
        <a:off x="1038201" y="1058769"/>
        <a:ext cx="1452419" cy="551256"/>
      </dsp:txXfrm>
    </dsp:sp>
    <dsp:sp modelId="{02B28F85-DE51-42FF-859E-1DD3A478F426}">
      <dsp:nvSpPr>
        <dsp:cNvPr id="0" name=""/>
        <dsp:cNvSpPr/>
      </dsp:nvSpPr>
      <dsp:spPr>
        <a:xfrm>
          <a:off x="2706068" y="1058769"/>
          <a:ext cx="1452419" cy="551256"/>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for selecting packaged solutions</a:t>
          </a:r>
          <a:endParaRPr lang="en-US" sz="1200" kern="1200" dirty="0"/>
        </a:p>
      </dsp:txBody>
      <dsp:txXfrm>
        <a:off x="2706068" y="1058769"/>
        <a:ext cx="1452419" cy="551256"/>
      </dsp:txXfrm>
    </dsp:sp>
    <dsp:sp modelId="{5BA97E7E-24F2-4FA4-9202-039963B311C6}">
      <dsp:nvSpPr>
        <dsp:cNvPr id="0" name=""/>
        <dsp:cNvSpPr/>
      </dsp:nvSpPr>
      <dsp:spPr>
        <a:xfrm>
          <a:off x="3028073" y="1770005"/>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Developing user requirements</a:t>
          </a:r>
          <a:endParaRPr lang="en-US" sz="1200" kern="1200" dirty="0"/>
        </a:p>
      </dsp:txBody>
      <dsp:txXfrm>
        <a:off x="3028073" y="1770005"/>
        <a:ext cx="1294989" cy="512968"/>
      </dsp:txXfrm>
    </dsp:sp>
    <dsp:sp modelId="{DD7A0499-20AE-4143-B649-E608EB75D9ED}">
      <dsp:nvSpPr>
        <dsp:cNvPr id="0" name=""/>
        <dsp:cNvSpPr/>
      </dsp:nvSpPr>
      <dsp:spPr>
        <a:xfrm>
          <a:off x="3028073" y="2498421"/>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Considering business rules</a:t>
          </a:r>
          <a:endParaRPr lang="en-US" sz="1200" kern="1200" dirty="0"/>
        </a:p>
      </dsp:txBody>
      <dsp:txXfrm>
        <a:off x="3028073" y="2498421"/>
        <a:ext cx="1294989" cy="512968"/>
      </dsp:txXfrm>
    </dsp:sp>
    <dsp:sp modelId="{5B534664-C654-4015-A448-05FF63AD7820}">
      <dsp:nvSpPr>
        <dsp:cNvPr id="0" name=""/>
        <dsp:cNvSpPr/>
      </dsp:nvSpPr>
      <dsp:spPr>
        <a:xfrm>
          <a:off x="3028073" y="3226836"/>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Identifying data needs</a:t>
          </a:r>
          <a:endParaRPr lang="en-US" sz="1200" kern="1200" dirty="0"/>
        </a:p>
      </dsp:txBody>
      <dsp:txXfrm>
        <a:off x="3028073" y="3226836"/>
        <a:ext cx="1294989" cy="512968"/>
      </dsp:txXfrm>
    </dsp:sp>
    <dsp:sp modelId="{D4F92C83-C494-4443-A085-6CFEA13539D2}">
      <dsp:nvSpPr>
        <dsp:cNvPr id="0" name=""/>
        <dsp:cNvSpPr/>
      </dsp:nvSpPr>
      <dsp:spPr>
        <a:xfrm>
          <a:off x="3028073" y="3955252"/>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Defining quality requirements</a:t>
          </a:r>
          <a:endParaRPr lang="en-US" sz="1200" kern="1200" dirty="0"/>
        </a:p>
      </dsp:txBody>
      <dsp:txXfrm>
        <a:off x="3028073" y="3955252"/>
        <a:ext cx="1294989" cy="512968"/>
      </dsp:txXfrm>
    </dsp:sp>
    <dsp:sp modelId="{F3605272-BB3C-482A-BD0E-4FF39B81FDEE}">
      <dsp:nvSpPr>
        <dsp:cNvPr id="0" name=""/>
        <dsp:cNvSpPr/>
      </dsp:nvSpPr>
      <dsp:spPr>
        <a:xfrm>
          <a:off x="3028073" y="4683667"/>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Evaluating solutions</a:t>
          </a:r>
          <a:endParaRPr lang="en-US" sz="1200" kern="1200" dirty="0"/>
        </a:p>
      </dsp:txBody>
      <dsp:txXfrm>
        <a:off x="3028073" y="4683667"/>
        <a:ext cx="1294989" cy="512968"/>
      </dsp:txXfrm>
    </dsp:sp>
    <dsp:sp modelId="{81981569-26A3-407E-B3D1-78BFB78884B6}">
      <dsp:nvSpPr>
        <dsp:cNvPr id="0" name=""/>
        <dsp:cNvSpPr/>
      </dsp:nvSpPr>
      <dsp:spPr>
        <a:xfrm>
          <a:off x="4332835" y="1061360"/>
          <a:ext cx="1486829" cy="5129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err="1" smtClean="0"/>
            <a:t>Reqs</a:t>
          </a:r>
          <a:r>
            <a:rPr lang="en-US" sz="1200" kern="1200" dirty="0" smtClean="0"/>
            <a:t>. for implementing packaged solutions</a:t>
          </a:r>
          <a:endParaRPr lang="en-US" sz="1200" kern="1200" dirty="0"/>
        </a:p>
      </dsp:txBody>
      <dsp:txXfrm>
        <a:off x="4332835" y="1061360"/>
        <a:ext cx="1486829" cy="512968"/>
      </dsp:txXfrm>
    </dsp:sp>
    <dsp:sp modelId="{1183AAC3-0F66-4BAC-8068-2D182E1C064A}">
      <dsp:nvSpPr>
        <dsp:cNvPr id="0" name=""/>
        <dsp:cNvSpPr/>
      </dsp:nvSpPr>
      <dsp:spPr>
        <a:xfrm>
          <a:off x="4704542" y="1731717"/>
          <a:ext cx="1191544"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Configuration requirements</a:t>
          </a:r>
          <a:endParaRPr lang="en-US" sz="1200" kern="1200" dirty="0"/>
        </a:p>
      </dsp:txBody>
      <dsp:txXfrm>
        <a:off x="4704542" y="1731717"/>
        <a:ext cx="1191544" cy="512968"/>
      </dsp:txXfrm>
    </dsp:sp>
    <dsp:sp modelId="{E963361F-17BA-4178-ADC4-A9ABEB4CCE1D}">
      <dsp:nvSpPr>
        <dsp:cNvPr id="0" name=""/>
        <dsp:cNvSpPr/>
      </dsp:nvSpPr>
      <dsp:spPr>
        <a:xfrm>
          <a:off x="4704542" y="2460133"/>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Integration requirements</a:t>
          </a:r>
          <a:endParaRPr lang="en-US" sz="1200" kern="1200" dirty="0"/>
        </a:p>
      </dsp:txBody>
      <dsp:txXfrm>
        <a:off x="4704542" y="2460133"/>
        <a:ext cx="1294989" cy="512968"/>
      </dsp:txXfrm>
    </dsp:sp>
    <dsp:sp modelId="{CD57C727-46B0-4C5B-8556-85AE694552F7}">
      <dsp:nvSpPr>
        <dsp:cNvPr id="0" name=""/>
        <dsp:cNvSpPr/>
      </dsp:nvSpPr>
      <dsp:spPr>
        <a:xfrm>
          <a:off x="4704542" y="3188548"/>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Extension requirements</a:t>
          </a:r>
          <a:endParaRPr lang="en-US" sz="1200" kern="1200" dirty="0"/>
        </a:p>
      </dsp:txBody>
      <dsp:txXfrm>
        <a:off x="4704542" y="3188548"/>
        <a:ext cx="1294989" cy="512968"/>
      </dsp:txXfrm>
    </dsp:sp>
    <dsp:sp modelId="{D781F0C4-A73F-4573-B965-28A145D9A574}">
      <dsp:nvSpPr>
        <dsp:cNvPr id="0" name=""/>
        <dsp:cNvSpPr/>
      </dsp:nvSpPr>
      <dsp:spPr>
        <a:xfrm>
          <a:off x="4704542" y="3916964"/>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Data requirements</a:t>
          </a:r>
          <a:endParaRPr lang="en-US" sz="1200" kern="1200" dirty="0"/>
        </a:p>
      </dsp:txBody>
      <dsp:txXfrm>
        <a:off x="4704542" y="3916964"/>
        <a:ext cx="1294989" cy="512968"/>
      </dsp:txXfrm>
    </dsp:sp>
    <dsp:sp modelId="{567AD2E2-544C-4658-A5F8-F07E07FE2F47}">
      <dsp:nvSpPr>
        <dsp:cNvPr id="0" name=""/>
        <dsp:cNvSpPr/>
      </dsp:nvSpPr>
      <dsp:spPr>
        <a:xfrm>
          <a:off x="4704542" y="4645379"/>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Business process changes</a:t>
          </a:r>
          <a:endParaRPr lang="en-US" sz="1200" kern="1200" dirty="0"/>
        </a:p>
      </dsp:txBody>
      <dsp:txXfrm>
        <a:off x="4704542" y="4645379"/>
        <a:ext cx="1294989" cy="512968"/>
      </dsp:txXfrm>
    </dsp:sp>
    <dsp:sp modelId="{2DB07147-8917-4D17-87A6-7CE141502E2D}">
      <dsp:nvSpPr>
        <dsp:cNvPr id="0" name=""/>
        <dsp:cNvSpPr/>
      </dsp:nvSpPr>
      <dsp:spPr>
        <a:xfrm>
          <a:off x="6035111" y="1061360"/>
          <a:ext cx="1438384" cy="512968"/>
        </a:xfrm>
        <a:prstGeom prst="rect">
          <a:avLst/>
        </a:prstGeom>
        <a:gradFill rotWithShape="0">
          <a:gsLst>
            <a:gs pos="0">
              <a:schemeClr val="accent3">
                <a:hueOff val="0"/>
                <a:satOff val="0"/>
                <a:lumOff val="0"/>
                <a:alphaOff val="0"/>
                <a:tint val="50000"/>
                <a:satMod val="300000"/>
              </a:schemeClr>
            </a:gs>
            <a:gs pos="35000">
              <a:schemeClr val="accent3">
                <a:hueOff val="0"/>
                <a:satOff val="0"/>
                <a:lumOff val="0"/>
                <a:alphaOff val="0"/>
                <a:tint val="37000"/>
                <a:satMod val="300000"/>
              </a:schemeClr>
            </a:gs>
            <a:gs pos="100000">
              <a:schemeClr val="accent3">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dirty="0" smtClean="0"/>
            <a:t>Challenges with packaged solutions</a:t>
          </a:r>
          <a:endParaRPr lang="en-US" sz="1200" kern="1200" dirty="0"/>
        </a:p>
      </dsp:txBody>
      <dsp:txXfrm>
        <a:off x="6035111" y="1061360"/>
        <a:ext cx="1438384" cy="512968"/>
      </dsp:txXfrm>
    </dsp:sp>
    <dsp:sp modelId="{EDF68361-C1C1-4ADC-86CD-BDC3426B8108}">
      <dsp:nvSpPr>
        <dsp:cNvPr id="0" name=""/>
        <dsp:cNvSpPr/>
      </dsp:nvSpPr>
      <dsp:spPr>
        <a:xfrm>
          <a:off x="6394707" y="1731717"/>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Too many candidates</a:t>
          </a:r>
          <a:endParaRPr lang="en-US" sz="1200" kern="1200" dirty="0"/>
        </a:p>
      </dsp:txBody>
      <dsp:txXfrm>
        <a:off x="6394707" y="1731717"/>
        <a:ext cx="1294989" cy="512968"/>
      </dsp:txXfrm>
    </dsp:sp>
    <dsp:sp modelId="{55AA89B8-C9AF-4BB0-BF4E-3057AD707FF2}">
      <dsp:nvSpPr>
        <dsp:cNvPr id="0" name=""/>
        <dsp:cNvSpPr/>
      </dsp:nvSpPr>
      <dsp:spPr>
        <a:xfrm>
          <a:off x="6394707" y="2460133"/>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Too many evaluation criteria</a:t>
          </a:r>
          <a:endParaRPr lang="en-US" sz="1200" kern="1200" dirty="0"/>
        </a:p>
      </dsp:txBody>
      <dsp:txXfrm>
        <a:off x="6394707" y="2460133"/>
        <a:ext cx="1294989" cy="512968"/>
      </dsp:txXfrm>
    </dsp:sp>
    <dsp:sp modelId="{68A9F295-9725-433E-A981-262E5855EB7A}">
      <dsp:nvSpPr>
        <dsp:cNvPr id="0" name=""/>
        <dsp:cNvSpPr/>
      </dsp:nvSpPr>
      <dsp:spPr>
        <a:xfrm>
          <a:off x="6394707" y="3188548"/>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Vendor misrepresents package capabilities</a:t>
          </a:r>
          <a:endParaRPr lang="en-US" sz="1200" kern="1200" dirty="0"/>
        </a:p>
      </dsp:txBody>
      <dsp:txXfrm>
        <a:off x="6394707" y="3188548"/>
        <a:ext cx="1294989" cy="512968"/>
      </dsp:txXfrm>
    </dsp:sp>
    <dsp:sp modelId="{78F0936E-0E2E-47D5-BC07-1D8E647FC20E}">
      <dsp:nvSpPr>
        <dsp:cNvPr id="0" name=""/>
        <dsp:cNvSpPr/>
      </dsp:nvSpPr>
      <dsp:spPr>
        <a:xfrm>
          <a:off x="6394707" y="3916964"/>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Incorrect solution expectations</a:t>
          </a:r>
          <a:endParaRPr lang="en-US" sz="1200" kern="1200" dirty="0"/>
        </a:p>
      </dsp:txBody>
      <dsp:txXfrm>
        <a:off x="6394707" y="3916964"/>
        <a:ext cx="1294989" cy="512968"/>
      </dsp:txXfrm>
    </dsp:sp>
    <dsp:sp modelId="{184DC869-536A-4D17-AECC-0E56A1EEC7FA}">
      <dsp:nvSpPr>
        <dsp:cNvPr id="0" name=""/>
        <dsp:cNvSpPr/>
      </dsp:nvSpPr>
      <dsp:spPr>
        <a:xfrm>
          <a:off x="6394707" y="4645379"/>
          <a:ext cx="1294989" cy="512968"/>
        </a:xfrm>
        <a:prstGeom prst="rect">
          <a:avLst/>
        </a:prstGeom>
        <a:gradFill rotWithShape="0">
          <a:gsLst>
            <a:gs pos="0">
              <a:schemeClr val="accent4">
                <a:hueOff val="0"/>
                <a:satOff val="0"/>
                <a:lumOff val="0"/>
                <a:alphaOff val="0"/>
                <a:tint val="50000"/>
                <a:satMod val="300000"/>
              </a:schemeClr>
            </a:gs>
            <a:gs pos="35000">
              <a:schemeClr val="accent4">
                <a:hueOff val="0"/>
                <a:satOff val="0"/>
                <a:lumOff val="0"/>
                <a:alphaOff val="0"/>
                <a:tint val="37000"/>
                <a:satMod val="300000"/>
              </a:schemeClr>
            </a:gs>
            <a:gs pos="100000">
              <a:schemeClr val="accent4">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 tIns="7620" rIns="7620" bIns="7620" numCol="1" spcCol="1270" anchor="ctr" anchorCtr="0">
          <a:noAutofit/>
        </a:bodyPr>
        <a:lstStyle/>
        <a:p>
          <a:pPr lvl="0" algn="ctr" defTabSz="533400">
            <a:lnSpc>
              <a:spcPct val="90000"/>
            </a:lnSpc>
            <a:spcBef>
              <a:spcPct val="0"/>
            </a:spcBef>
            <a:spcAft>
              <a:spcPct val="35000"/>
            </a:spcAft>
          </a:pPr>
          <a:r>
            <a:rPr lang="en-US" sz="1200" kern="1200" smtClean="0"/>
            <a:t>Users reject the solution</a:t>
          </a:r>
          <a:endParaRPr lang="en-US" sz="1200" kern="1200" dirty="0"/>
        </a:p>
      </dsp:txBody>
      <dsp:txXfrm>
        <a:off x="6394707" y="4645379"/>
        <a:ext cx="1294989" cy="512968"/>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47E6C1-62C8-4B50-A9EC-7A12F754E049}" type="datetimeFigureOut">
              <a:rPr lang="en-US" smtClean="0"/>
              <a:t>18/03/2020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D8E87D-860B-4D07-AA9C-845386AB8A4E}" type="slidenum">
              <a:rPr lang="en-US" smtClean="0"/>
              <a:t>‹#›</a:t>
            </a:fld>
            <a:endParaRPr lang="en-US"/>
          </a:p>
        </p:txBody>
      </p:sp>
    </p:spTree>
    <p:extLst>
      <p:ext uri="{BB962C8B-B14F-4D97-AF65-F5344CB8AC3E}">
        <p14:creationId xmlns:p14="http://schemas.microsoft.com/office/powerpoint/2010/main" val="9170602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2</a:t>
            </a:fld>
            <a:endParaRPr lang="en-US"/>
          </a:p>
        </p:txBody>
      </p:sp>
    </p:spTree>
    <p:extLst>
      <p:ext uri="{BB962C8B-B14F-4D97-AF65-F5344CB8AC3E}">
        <p14:creationId xmlns:p14="http://schemas.microsoft.com/office/powerpoint/2010/main" val="37795374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171450" indent="-171450">
              <a:buFontTx/>
              <a:buChar char="-"/>
            </a:pPr>
            <a:endParaRPr lang="en-US" dirty="0"/>
          </a:p>
        </p:txBody>
      </p:sp>
      <p:sp>
        <p:nvSpPr>
          <p:cNvPr id="4" name="Slide Number Placeholder 3"/>
          <p:cNvSpPr>
            <a:spLocks noGrp="1"/>
          </p:cNvSpPr>
          <p:nvPr>
            <p:ph type="sldNum" sz="quarter" idx="10"/>
          </p:nvPr>
        </p:nvSpPr>
        <p:spPr/>
        <p:txBody>
          <a:bodyPr/>
          <a:lstStyle/>
          <a:p>
            <a:fld id="{D6D8E87D-860B-4D07-AA9C-845386AB8A4E}" type="slidenum">
              <a:rPr lang="en-US" smtClean="0"/>
              <a:t>14</a:t>
            </a:fld>
            <a:endParaRPr lang="en-US"/>
          </a:p>
        </p:txBody>
      </p:sp>
    </p:spTree>
    <p:extLst>
      <p:ext uri="{BB962C8B-B14F-4D97-AF65-F5344CB8AC3E}">
        <p14:creationId xmlns:p14="http://schemas.microsoft.com/office/powerpoint/2010/main" val="3564092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DD28F83-BFBF-48E5-9812-FA471493D536}" type="slidenum">
              <a:rPr lang="en-US" smtClean="0"/>
              <a:t>15</a:t>
            </a:fld>
            <a:endParaRPr lang="en-US"/>
          </a:p>
        </p:txBody>
      </p:sp>
    </p:spTree>
    <p:extLst>
      <p:ext uri="{BB962C8B-B14F-4D97-AF65-F5344CB8AC3E}">
        <p14:creationId xmlns:p14="http://schemas.microsoft.com/office/powerpoint/2010/main" val="39453730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Master" Target="../slideMasters/slideMaster1.xml"/><Relationship Id="rId5" Type="http://schemas.openxmlformats.org/officeDocument/2006/relationships/image" Target="../media/image1.png"/><Relationship Id="rId4" Type="http://schemas.openxmlformats.org/officeDocument/2006/relationships/image" Target="../media/image4.gi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90500"/>
            <a:ext cx="9144000" cy="6477000"/>
          </a:xfrm>
          <a:prstGeom prst="rect">
            <a:avLst/>
          </a:prstGeom>
        </p:spPr>
      </p:pic>
      <p:sp>
        <p:nvSpPr>
          <p:cNvPr id="3" name="Subtitle 2"/>
          <p:cNvSpPr>
            <a:spLocks noGrp="1"/>
          </p:cNvSpPr>
          <p:nvPr>
            <p:ph type="subTitle" idx="1"/>
          </p:nvPr>
        </p:nvSpPr>
        <p:spPr>
          <a:xfrm>
            <a:off x="1371600" y="4343400"/>
            <a:ext cx="6400800" cy="990600"/>
          </a:xfrm>
        </p:spPr>
        <p:txBody>
          <a:bodyPr/>
          <a:lstStyle>
            <a:lvl1pPr marL="0" indent="0" algn="ctr">
              <a:buNone/>
              <a:defRPr>
                <a:solidFill>
                  <a:schemeClr val="accent2">
                    <a:lumMod val="75000"/>
                  </a:schemeClr>
                </a:solidFill>
                <a:latin typeface="Tahoma" pitchFamily="34" charset="0"/>
                <a:cs typeface="Tahoma"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6" name="Title 7"/>
          <p:cNvSpPr>
            <a:spLocks noGrp="1"/>
          </p:cNvSpPr>
          <p:nvPr>
            <p:ph type="ctrTitle"/>
          </p:nvPr>
        </p:nvSpPr>
        <p:spPr>
          <a:xfrm>
            <a:off x="685800" y="3276600"/>
            <a:ext cx="7772400" cy="1048773"/>
          </a:xfrm>
        </p:spPr>
        <p:txBody>
          <a:bodyPr/>
          <a:lstStyle/>
          <a:p>
            <a:endParaRPr lang="en-US"/>
          </a:p>
        </p:txBody>
      </p:sp>
      <p:sp>
        <p:nvSpPr>
          <p:cNvPr id="2" name="TextBox 1"/>
          <p:cNvSpPr txBox="1"/>
          <p:nvPr userDrawn="1"/>
        </p:nvSpPr>
        <p:spPr>
          <a:xfrm>
            <a:off x="4343400" y="196840"/>
            <a:ext cx="4046685" cy="584775"/>
          </a:xfrm>
          <a:prstGeom prst="rect">
            <a:avLst/>
          </a:prstGeom>
          <a:noFill/>
        </p:spPr>
        <p:txBody>
          <a:bodyPr wrap="none" rtlCol="0">
            <a:spAutoFit/>
          </a:bodyPr>
          <a:lstStyle/>
          <a:p>
            <a:r>
              <a:rPr lang="en-US" sz="3200" b="1" dirty="0" smtClean="0">
                <a:solidFill>
                  <a:srgbClr val="0000FF"/>
                </a:solidFill>
                <a:latin typeface="+mn-lt"/>
              </a:rPr>
              <a:t>ĐẠI</a:t>
            </a:r>
            <a:r>
              <a:rPr lang="en-US" sz="3200" b="1" baseline="0" dirty="0" smtClean="0">
                <a:solidFill>
                  <a:srgbClr val="0000FF"/>
                </a:solidFill>
                <a:latin typeface="+mn-lt"/>
              </a:rPr>
              <a:t> HỌC FPT CẦN THƠ</a:t>
            </a:r>
            <a:endParaRPr lang="en-US" sz="3200" b="1" dirty="0">
              <a:solidFill>
                <a:srgbClr val="0000FF"/>
              </a:solidFill>
              <a:latin typeface="+mn-lt"/>
            </a:endParaRPr>
          </a:p>
        </p:txBody>
      </p:sp>
      <p:pic>
        <p:nvPicPr>
          <p:cNvPr id="1026" name="Picture 2"/>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1170250"/>
      </p:ext>
    </p:extLst>
  </p:cSld>
  <p:clrMapOvr>
    <a:masterClrMapping/>
  </p:clrMapOvr>
  <p:transition>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p:cNvSpPr>
            <a:spLocks noGrp="1"/>
          </p:cNvSpPr>
          <p:nvPr>
            <p:ph idx="1"/>
          </p:nvPr>
        </p:nvSpPr>
        <p:spPr/>
        <p:txBody>
          <a:bodyPr/>
          <a:lstStyle>
            <a:lvl1pPr>
              <a:buFontTx/>
              <a:buBlip>
                <a:blip r:embed="rId2"/>
              </a:buBlip>
              <a:defRPr sz="2800">
                <a:solidFill>
                  <a:schemeClr val="tx1"/>
                </a:solidFill>
                <a:latin typeface="+mn-lt"/>
                <a:cs typeface="Tahoma" pitchFamily="34" charset="0"/>
              </a:defRPr>
            </a:lvl1pPr>
            <a:lvl2pPr>
              <a:buFontTx/>
              <a:buBlip>
                <a:blip r:embed="rId3"/>
              </a:buBlip>
              <a:defRPr sz="2400">
                <a:solidFill>
                  <a:schemeClr val="tx1"/>
                </a:solidFill>
                <a:latin typeface="+mn-lt"/>
                <a:cs typeface="Tahoma" pitchFamily="34" charset="0"/>
              </a:defRPr>
            </a:lvl2pPr>
            <a:lvl3pPr>
              <a:buFontTx/>
              <a:buBlip>
                <a:blip r:embed="rId4"/>
              </a:buBlip>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Title 7"/>
          <p:cNvSpPr>
            <a:spLocks noGrp="1"/>
          </p:cNvSpPr>
          <p:nvPr>
            <p:ph type="title"/>
          </p:nvPr>
        </p:nvSpPr>
        <p:spPr>
          <a:xfrm>
            <a:off x="2819400" y="27105"/>
            <a:ext cx="6324600" cy="1084146"/>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dirty="0">
                <a:latin typeface="Tahoma" pitchFamily="34" charset="0"/>
                <a:cs typeface="Tahoma" pitchFamily="34" charset="0"/>
              </a:defRPr>
            </a:lvl1pPr>
          </a:lstStyle>
          <a:p>
            <a:pPr>
              <a:defRPr/>
            </a:pPr>
            <a:r>
              <a:rPr lang="en-US" smtClean="0"/>
              <a:t>Chapter 22: Packaged solution projects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38F81FAE-D748-4BFC-A8B0-D2E750E8899F}" type="slidenum">
              <a:rPr lang="en-US"/>
              <a:pPr>
                <a:defRPr/>
              </a:pPr>
              <a:t>‹#›</a:t>
            </a:fld>
            <a:endParaRPr lang="en-US" dirty="0"/>
          </a:p>
        </p:txBody>
      </p:sp>
      <p:sp>
        <p:nvSpPr>
          <p:cNvPr id="2" name="Rectangle 1"/>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44869935"/>
      </p:ext>
    </p:extLst>
  </p:cSld>
  <p:clrMapOvr>
    <a:masterClrMapping/>
  </p:clrMapOvr>
  <p:transition>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3021722" y="19222"/>
            <a:ext cx="6096002" cy="990600"/>
          </a:xfrm>
        </p:spPr>
        <p:txBody>
          <a:bodyPr/>
          <a:lstStyle>
            <a:lvl1pPr algn="r">
              <a:defRPr sz="3200" b="1" i="0">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22: Packaged solution projects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269FD7F-F1B9-4EBE-8876-2DA927AD43E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01652446"/>
      </p:ext>
    </p:extLst>
  </p:cSld>
  <p:clrMapOvr>
    <a:masterClrMapping/>
  </p:clrMapOvr>
  <p:transition>
    <p:split orient="vert"/>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cxnSp>
        <p:nvCxnSpPr>
          <p:cNvPr id="5" name="Straight Connector 4"/>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743200" y="-1"/>
            <a:ext cx="6400800" cy="1111252"/>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2800">
                <a:solidFill>
                  <a:schemeClr val="tx1"/>
                </a:solidFill>
                <a:latin typeface="+mn-lt"/>
                <a:cs typeface="Tahoma" pitchFamily="34" charset="0"/>
              </a:defRPr>
            </a:lvl1pPr>
            <a:lvl2pPr>
              <a:defRPr sz="2400">
                <a:solidFill>
                  <a:schemeClr val="tx1"/>
                </a:solidFill>
                <a:latin typeface="+mn-lt"/>
                <a:cs typeface="Tahoma" pitchFamily="34" charset="0"/>
              </a:defRPr>
            </a:lvl2pPr>
            <a:lvl3pPr>
              <a:defRPr sz="2000">
                <a:solidFill>
                  <a:schemeClr val="tx1"/>
                </a:solidFill>
                <a:latin typeface="+mn-lt"/>
                <a:cs typeface="Tahoma" pitchFamily="34" charset="0"/>
              </a:defRPr>
            </a:lvl3pPr>
            <a:lvl4pPr>
              <a:defRPr sz="1800">
                <a:solidFill>
                  <a:schemeClr val="tx1"/>
                </a:solidFill>
                <a:latin typeface="+mn-lt"/>
                <a:cs typeface="Tahoma" pitchFamily="34" charset="0"/>
              </a:defRPr>
            </a:lvl4pPr>
            <a:lvl5pPr>
              <a:defRPr sz="1800">
                <a:solidFill>
                  <a:schemeClr val="tx1"/>
                </a:solidFill>
                <a:latin typeface="+mn-lt"/>
                <a:cs typeface="Tahoma" pitchFamily="34"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22: Packaged solution projects - BAYHV</a:t>
            </a:r>
            <a:endParaRPr lang="en-US"/>
          </a:p>
        </p:txBody>
      </p:sp>
      <p:sp>
        <p:nvSpPr>
          <p:cNvPr id="7"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ACBE273D-A5B0-43E9-B55F-D261AD9B2B4A}" type="slidenum">
              <a:rPr lang="en-US"/>
              <a:pPr>
                <a:defRPr/>
              </a:pPr>
              <a:t>‹#›</a:t>
            </a:fld>
            <a:endParaRPr lang="en-US" dirty="0"/>
          </a:p>
        </p:txBody>
      </p:sp>
      <p:sp>
        <p:nvSpPr>
          <p:cNvPr id="10" name="Rectangle 9"/>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31078189"/>
      </p:ext>
    </p:extLst>
  </p:cSld>
  <p:clrMapOvr>
    <a:masterClrMapping/>
  </p:clrMapOvr>
  <p:transition>
    <p:split orient="vert"/>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8" name="Straight Connector 7"/>
          <p:cNvCxnSpPr/>
          <p:nvPr userDrawn="1"/>
        </p:nvCxnSpPr>
        <p:spPr>
          <a:xfrm>
            <a:off x="457200" y="6324600"/>
            <a:ext cx="822960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2906108" y="0"/>
            <a:ext cx="6248402" cy="1066800"/>
          </a:xfrm>
        </p:spPr>
        <p:txBody>
          <a:bodyPr/>
          <a:lstStyle>
            <a:lvl1pPr algn="r">
              <a:defRPr sz="3200" b="1">
                <a:solidFill>
                  <a:srgbClr val="0070C0"/>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solidFill>
                  <a:schemeClr val="tx1"/>
                </a:solidFill>
                <a:latin typeface="+mn-lt"/>
                <a:cs typeface="Tahoma" pitchFamily="34" charset="0"/>
              </a:defRPr>
            </a:lvl1pPr>
            <a:lvl2pPr>
              <a:defRPr sz="2000">
                <a:solidFill>
                  <a:schemeClr val="tx1"/>
                </a:solidFill>
                <a:latin typeface="+mn-lt"/>
                <a:cs typeface="Tahoma" pitchFamily="34" charset="0"/>
              </a:defRPr>
            </a:lvl2pPr>
            <a:lvl3pPr>
              <a:defRPr sz="1800">
                <a:solidFill>
                  <a:schemeClr val="tx1"/>
                </a:solidFill>
                <a:latin typeface="+mn-lt"/>
                <a:cs typeface="Tahoma" pitchFamily="34" charset="0"/>
              </a:defRPr>
            </a:lvl3pPr>
            <a:lvl4pPr>
              <a:defRPr sz="1600">
                <a:solidFill>
                  <a:schemeClr val="tx1"/>
                </a:solidFill>
                <a:latin typeface="+mn-lt"/>
                <a:cs typeface="Tahoma" pitchFamily="34" charset="0"/>
              </a:defRPr>
            </a:lvl4pPr>
            <a:lvl5pPr>
              <a:defRPr sz="1600">
                <a:solidFill>
                  <a:schemeClr val="tx1"/>
                </a:solidFill>
                <a:latin typeface="+mn-lt"/>
                <a:cs typeface="Tahoma" pitchFamily="34" charset="0"/>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Footer Placeholder 4"/>
          <p:cNvSpPr>
            <a:spLocks noGrp="1"/>
          </p:cNvSpPr>
          <p:nvPr>
            <p:ph type="ftr" sz="quarter" idx="10"/>
          </p:nvPr>
        </p:nvSpPr>
        <p:spPr>
          <a:xfrm>
            <a:off x="457200" y="6340475"/>
            <a:ext cx="6096000" cy="365125"/>
          </a:xfrm>
        </p:spPr>
        <p:txBody>
          <a:bodyPr/>
          <a:lstStyle>
            <a:lvl1pPr algn="l">
              <a:defRPr>
                <a:latin typeface="Tahoma" pitchFamily="34" charset="0"/>
                <a:cs typeface="Tahoma" pitchFamily="34" charset="0"/>
              </a:defRPr>
            </a:lvl1pPr>
          </a:lstStyle>
          <a:p>
            <a:pPr>
              <a:defRPr/>
            </a:pPr>
            <a:r>
              <a:rPr lang="en-US" smtClean="0"/>
              <a:t>Chapter 22: Packaged solution projects - BAYHV</a:t>
            </a:r>
            <a:endParaRPr lang="en-US"/>
          </a:p>
        </p:txBody>
      </p:sp>
      <p:sp>
        <p:nvSpPr>
          <p:cNvPr id="10" name="Slide Number Placeholder 5"/>
          <p:cNvSpPr>
            <a:spLocks noGrp="1"/>
          </p:cNvSpPr>
          <p:nvPr>
            <p:ph type="sldNum" sz="quarter" idx="11"/>
          </p:nvPr>
        </p:nvSpPr>
        <p:spPr>
          <a:xfrm>
            <a:off x="6629400" y="6356350"/>
            <a:ext cx="2133600" cy="365125"/>
          </a:xfrm>
        </p:spPr>
        <p:txBody>
          <a:bodyPr/>
          <a:lstStyle>
            <a:lvl1pPr>
              <a:defRPr>
                <a:latin typeface="Tahoma" pitchFamily="34" charset="0"/>
                <a:cs typeface="Tahoma" pitchFamily="34" charset="0"/>
              </a:defRPr>
            </a:lvl1pPr>
          </a:lstStyle>
          <a:p>
            <a:pPr>
              <a:defRPr/>
            </a:pPr>
            <a:fld id="{0F31B4AE-D66A-4FED-AD35-BAB7214338B0}" type="slidenum">
              <a:rPr lang="en-US"/>
              <a:pPr>
                <a:defRPr/>
              </a:pPr>
              <a:t>‹#›</a:t>
            </a:fld>
            <a:endParaRPr lang="en-US" dirty="0"/>
          </a:p>
        </p:txBody>
      </p:sp>
      <p:sp>
        <p:nvSpPr>
          <p:cNvPr id="13" name="Rectangle 12"/>
          <p:cNvSpPr/>
          <p:nvPr userDrawn="1"/>
        </p:nvSpPr>
        <p:spPr>
          <a:xfrm>
            <a:off x="76200" y="0"/>
            <a:ext cx="1447800" cy="914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81420702"/>
      </p:ext>
    </p:extLst>
  </p:cSld>
  <p:clrMapOvr>
    <a:masterClrMapping/>
  </p:clrMapOvr>
  <p:transition>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gif"/><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image" Target="../media/image4.gif"/><Relationship Id="rId4" Type="http://schemas.openxmlformats.org/officeDocument/2006/relationships/slideLayout" Target="../slideLayouts/slideLayout4.xml"/><Relationship Id="rId9" Type="http://schemas.openxmlformats.org/officeDocument/2006/relationships/image" Target="../media/image3.gi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559370" y="0"/>
            <a:ext cx="6584630" cy="10668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27" name="Text Placeholder 2"/>
          <p:cNvSpPr>
            <a:spLocks noGrp="1"/>
          </p:cNvSpPr>
          <p:nvPr>
            <p:ph type="body" idx="1"/>
          </p:nvPr>
        </p:nvSpPr>
        <p:spPr bwMode="auto">
          <a:xfrm>
            <a:off x="228600" y="1143000"/>
            <a:ext cx="86868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p>
            <a:pPr lvl="0"/>
            <a:r>
              <a:rPr lang="en-US" dirty="0" smtClean="0"/>
              <a:t>  Click to edit Master text styles</a:t>
            </a:r>
          </a:p>
          <a:p>
            <a:pPr lvl="1"/>
            <a:r>
              <a:rPr lang="en-US" dirty="0" smtClean="0"/>
              <a:t>  Second level</a:t>
            </a:r>
          </a:p>
          <a:p>
            <a:pPr lvl="2"/>
            <a:r>
              <a:rPr lang="en-US" dirty="0" smtClean="0"/>
              <a:t>  Third level</a:t>
            </a:r>
          </a:p>
          <a:p>
            <a:pPr lvl="3"/>
            <a:r>
              <a:rPr lang="en-US" dirty="0" smtClean="0"/>
              <a:t>Fourth level</a:t>
            </a:r>
          </a:p>
          <a:p>
            <a:pPr lvl="4"/>
            <a:r>
              <a:rPr lang="en-US" dirty="0" smtClean="0"/>
              <a:t>Fifth level</a:t>
            </a:r>
          </a:p>
        </p:txBody>
      </p:sp>
      <p:sp>
        <p:nvSpPr>
          <p:cNvPr id="5" name="Footer Placeholder 4"/>
          <p:cNvSpPr>
            <a:spLocks noGrp="1"/>
          </p:cNvSpPr>
          <p:nvPr>
            <p:ph type="ftr" sz="quarter" idx="3"/>
          </p:nvPr>
        </p:nvSpPr>
        <p:spPr>
          <a:xfrm>
            <a:off x="457200" y="6356350"/>
            <a:ext cx="5562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cs typeface="+mn-cs"/>
              </a:defRPr>
            </a:lvl1pPr>
          </a:lstStyle>
          <a:p>
            <a:pPr>
              <a:defRPr/>
            </a:pPr>
            <a:r>
              <a:rPr lang="en-US" smtClean="0"/>
              <a:t>Chapter 22: Packaged solution projects - BAYHV</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cs typeface="+mn-cs"/>
              </a:defRPr>
            </a:lvl1pPr>
          </a:lstStyle>
          <a:p>
            <a:pPr>
              <a:defRPr/>
            </a:pPr>
            <a:fld id="{7AF7AF65-4B18-4BB1-B100-2EF3CDE78246}" type="slidenum">
              <a:rPr lang="en-US"/>
              <a:pPr>
                <a:defRPr/>
              </a:pPr>
              <a:t>‹#›</a:t>
            </a:fld>
            <a:endParaRPr lang="en-US" dirty="0"/>
          </a:p>
        </p:txBody>
      </p:sp>
      <p:pic>
        <p:nvPicPr>
          <p:cNvPr id="7" name="Picture 2"/>
          <p:cNvPicPr>
            <a:picLocks noChangeAspect="1" noChangeArrowheads="1"/>
          </p:cNvPicPr>
          <p:nvPr userDrawn="1"/>
        </p:nvPicPr>
        <p:blipFill>
          <a:blip r:embed="rId7" cstate="print">
            <a:extLst>
              <a:ext uri="{28A0092B-C50C-407E-A947-70E740481C1C}">
                <a14:useLocalDpi xmlns:a14="http://schemas.microsoft.com/office/drawing/2010/main" val="0"/>
              </a:ext>
            </a:extLst>
          </a:blip>
          <a:srcRect/>
          <a:stretch>
            <a:fillRect/>
          </a:stretch>
        </p:blipFill>
        <p:spPr bwMode="auto">
          <a:xfrm>
            <a:off x="0" y="19222"/>
            <a:ext cx="2559370" cy="762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 name="Straight Connector 2"/>
          <p:cNvCxnSpPr/>
          <p:nvPr userDrawn="1"/>
        </p:nvCxnSpPr>
        <p:spPr>
          <a:xfrm>
            <a:off x="0" y="1066800"/>
            <a:ext cx="91440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8359368"/>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Lst>
  <p:transition>
    <p:split orient="vert"/>
  </p:transition>
  <p:timing>
    <p:tnLst>
      <p:par>
        <p:cTn id="1" dur="indefinite" restart="never" nodeType="tmRoot"/>
      </p:par>
    </p:tnLst>
  </p:timing>
  <p:hf hdr="0" dt="0"/>
  <p:txStyles>
    <p:titleStyle>
      <a:lvl1pPr algn="r" rtl="0" eaLnBrk="0" fontAlgn="base" hangingPunct="0">
        <a:spcBef>
          <a:spcPct val="0"/>
        </a:spcBef>
        <a:spcAft>
          <a:spcPct val="0"/>
        </a:spcAft>
        <a:defRPr sz="3200" b="1" kern="1200">
          <a:solidFill>
            <a:srgbClr val="0000FF"/>
          </a:solidFill>
          <a:latin typeface="+mn-lt"/>
          <a:ea typeface="+mj-ea"/>
          <a:cs typeface="Tahoma" pitchFamily="34" charset="0"/>
        </a:defRPr>
      </a:lvl1pPr>
      <a:lvl2pPr algn="r" rtl="0" eaLnBrk="0" fontAlgn="base" hangingPunct="0">
        <a:spcBef>
          <a:spcPct val="0"/>
        </a:spcBef>
        <a:spcAft>
          <a:spcPct val="0"/>
        </a:spcAft>
        <a:defRPr sz="4400">
          <a:solidFill>
            <a:srgbClr val="00B0F0"/>
          </a:solidFill>
          <a:latin typeface="Calibri" pitchFamily="34" charset="0"/>
        </a:defRPr>
      </a:lvl2pPr>
      <a:lvl3pPr algn="r" rtl="0" eaLnBrk="0" fontAlgn="base" hangingPunct="0">
        <a:spcBef>
          <a:spcPct val="0"/>
        </a:spcBef>
        <a:spcAft>
          <a:spcPct val="0"/>
        </a:spcAft>
        <a:defRPr sz="4400">
          <a:solidFill>
            <a:srgbClr val="00B0F0"/>
          </a:solidFill>
          <a:latin typeface="Calibri" pitchFamily="34" charset="0"/>
        </a:defRPr>
      </a:lvl3pPr>
      <a:lvl4pPr algn="r" rtl="0" eaLnBrk="0" fontAlgn="base" hangingPunct="0">
        <a:spcBef>
          <a:spcPct val="0"/>
        </a:spcBef>
        <a:spcAft>
          <a:spcPct val="0"/>
        </a:spcAft>
        <a:defRPr sz="4400">
          <a:solidFill>
            <a:srgbClr val="00B0F0"/>
          </a:solidFill>
          <a:latin typeface="Calibri" pitchFamily="34" charset="0"/>
        </a:defRPr>
      </a:lvl4pPr>
      <a:lvl5pPr algn="r" rtl="0" eaLnBrk="0" fontAlgn="base" hangingPunct="0">
        <a:spcBef>
          <a:spcPct val="0"/>
        </a:spcBef>
        <a:spcAft>
          <a:spcPct val="0"/>
        </a:spcAft>
        <a:defRPr sz="4400">
          <a:solidFill>
            <a:srgbClr val="00B0F0"/>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just" rtl="0" eaLnBrk="0" fontAlgn="base" hangingPunct="0">
        <a:spcBef>
          <a:spcPct val="20000"/>
        </a:spcBef>
        <a:spcAft>
          <a:spcPct val="0"/>
        </a:spcAft>
        <a:buBlip>
          <a:blip r:embed="rId8"/>
        </a:buBlip>
        <a:defRPr sz="32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Blip>
          <a:blip r:embed="rId9"/>
        </a:buBlip>
        <a:defRPr sz="2800" kern="1200">
          <a:solidFill>
            <a:schemeClr val="tx1">
              <a:lumMod val="95000"/>
              <a:lumOff val="5000"/>
            </a:schemeClr>
          </a:solidFill>
          <a:latin typeface="+mn-lt"/>
          <a:ea typeface="+mn-ea"/>
          <a:cs typeface="Tahoma" pitchFamily="34" charset="0"/>
        </a:defRPr>
      </a:lvl2pPr>
      <a:lvl3pPr marL="1143000" indent="-228600" algn="just" rtl="0" eaLnBrk="0" fontAlgn="base" hangingPunct="0">
        <a:spcBef>
          <a:spcPct val="20000"/>
        </a:spcBef>
        <a:spcAft>
          <a:spcPct val="0"/>
        </a:spcAft>
        <a:buBlip>
          <a:blip r:embed="rId10"/>
        </a:buBlip>
        <a:defRPr sz="2400" kern="1200">
          <a:solidFill>
            <a:schemeClr val="tx1">
              <a:lumMod val="95000"/>
              <a:lumOff val="5000"/>
            </a:schemeClr>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2000" kern="1200">
          <a:solidFill>
            <a:schemeClr val="tx1">
              <a:lumMod val="95000"/>
              <a:lumOff val="5000"/>
            </a:schemeClr>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image" Target="../media/image8.emf"/><Relationship Id="rId1" Type="http://schemas.openxmlformats.org/officeDocument/2006/relationships/slideLayout" Target="../slideLayouts/slideLayout2.xml"/><Relationship Id="rId5" Type="http://schemas.openxmlformats.org/officeDocument/2006/relationships/image" Target="../media/image4.gif"/><Relationship Id="rId4" Type="http://schemas.openxmlformats.org/officeDocument/2006/relationships/image" Target="../media/image3.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4.gif"/><Relationship Id="rId5" Type="http://schemas.openxmlformats.org/officeDocument/2006/relationships/image" Target="../media/image3.gif"/><Relationship Id="rId4" Type="http://schemas.openxmlformats.org/officeDocument/2006/relationships/image" Target="../media/image2.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87521" y="4115777"/>
            <a:ext cx="7418152" cy="1815152"/>
          </a:xfrm>
        </p:spPr>
        <p:txBody>
          <a:bodyPr>
            <a:normAutofit/>
          </a:bodyPr>
          <a:lstStyle/>
          <a:p>
            <a:r>
              <a:rPr lang="en-US" sz="2400" dirty="0"/>
              <a:t>CHAPTER 22</a:t>
            </a:r>
            <a:br>
              <a:rPr lang="en-US" sz="2400" dirty="0"/>
            </a:br>
            <a:r>
              <a:rPr lang="en-US" dirty="0" smtClean="0"/>
              <a:t/>
            </a:r>
            <a:br>
              <a:rPr lang="en-US" dirty="0" smtClean="0"/>
            </a:br>
            <a:r>
              <a:rPr lang="en-US" sz="4000" dirty="0" smtClean="0"/>
              <a:t>Packaged </a:t>
            </a:r>
            <a:r>
              <a:rPr lang="en-US" sz="4000" dirty="0"/>
              <a:t>solution </a:t>
            </a:r>
            <a:r>
              <a:rPr lang="en-US" sz="4000" dirty="0" smtClean="0"/>
              <a:t>projects</a:t>
            </a:r>
            <a:endParaRPr lang="en-US" dirty="0"/>
          </a:p>
        </p:txBody>
      </p:sp>
    </p:spTree>
    <p:extLst>
      <p:ext uri="{BB962C8B-B14F-4D97-AF65-F5344CB8AC3E}">
        <p14:creationId xmlns:p14="http://schemas.microsoft.com/office/powerpoint/2010/main" val="2772624414"/>
      </p:ext>
    </p:extLst>
  </p:cSld>
  <p:clrMapOvr>
    <a:masterClrMapping/>
  </p:clrMapOvr>
  <p:transition>
    <p:split orient="ver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21</a:t>
            </a:r>
            <a:endParaRPr lang="en-US" sz="3200"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2</a:t>
            </a:fld>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749537732"/>
              </p:ext>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388310"/>
      </p:ext>
    </p:extLst>
  </p:cSld>
  <p:clrMapOvr>
    <a:masterClrMapping/>
  </p:clrMapOvr>
  <p:transition>
    <p:split orient="ver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t>Student should understand what is packaged solution project and how to get requirements for this project.</a:t>
            </a:r>
            <a:endParaRPr lang="en-US" sz="3200" dirty="0"/>
          </a:p>
        </p:txBody>
      </p:sp>
      <p:sp>
        <p:nvSpPr>
          <p:cNvPr id="2" name="Title 1"/>
          <p:cNvSpPr>
            <a:spLocks noGrp="1"/>
          </p:cNvSpPr>
          <p:nvPr>
            <p:ph type="title"/>
          </p:nvPr>
        </p:nvSpPr>
        <p:spPr/>
        <p:txBody>
          <a:bodyPr/>
          <a:lstStyle/>
          <a:p>
            <a:r>
              <a:rPr lang="en-US" dirty="0" smtClean="0"/>
              <a:t>Objectives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3</a:t>
            </a:fld>
            <a:endParaRPr lang="en-US" dirty="0"/>
          </a:p>
        </p:txBody>
      </p:sp>
      <p:pic>
        <p:nvPicPr>
          <p:cNvPr id="6" name="Picture 5"/>
          <p:cNvPicPr>
            <a:picLocks noChangeAspect="1"/>
          </p:cNvPicPr>
          <p:nvPr/>
        </p:nvPicPr>
        <p:blipFill>
          <a:blip r:embed="rId2"/>
          <a:stretch>
            <a:fillRect/>
          </a:stretch>
        </p:blipFill>
        <p:spPr>
          <a:xfrm>
            <a:off x="5283200" y="2692400"/>
            <a:ext cx="3556000" cy="3556000"/>
          </a:xfrm>
          <a:prstGeom prst="rect">
            <a:avLst/>
          </a:prstGeom>
        </p:spPr>
      </p:pic>
    </p:spTree>
    <p:extLst>
      <p:ext uri="{BB962C8B-B14F-4D97-AF65-F5344CB8AC3E}">
        <p14:creationId xmlns:p14="http://schemas.microsoft.com/office/powerpoint/2010/main" val="1602350544"/>
      </p:ext>
    </p:extLst>
  </p:cSld>
  <p:clrMapOvr>
    <a:masterClrMapping/>
  </p:clrMapOvr>
  <p:transition>
    <p:split orient="ver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r>
              <a:rPr lang="en-US" sz="3200" dirty="0" smtClean="0"/>
              <a:t>What is packaged </a:t>
            </a:r>
            <a:r>
              <a:rPr lang="en-US" sz="3200" dirty="0"/>
              <a:t>solution </a:t>
            </a:r>
            <a:r>
              <a:rPr lang="en-US" sz="3200" dirty="0" smtClean="0"/>
              <a:t>project?</a:t>
            </a:r>
          </a:p>
          <a:p>
            <a:r>
              <a:rPr lang="en-US" sz="3200" dirty="0" smtClean="0"/>
              <a:t>Requirements </a:t>
            </a:r>
            <a:r>
              <a:rPr lang="en-US" sz="3200" dirty="0"/>
              <a:t>for selecting packaged </a:t>
            </a:r>
            <a:r>
              <a:rPr lang="en-US" sz="3200" dirty="0" smtClean="0"/>
              <a:t>solutions.</a:t>
            </a:r>
            <a:endParaRPr lang="en-US" sz="3200" dirty="0"/>
          </a:p>
        </p:txBody>
      </p:sp>
      <p:sp>
        <p:nvSpPr>
          <p:cNvPr id="2" name="Title 1"/>
          <p:cNvSpPr>
            <a:spLocks noGrp="1"/>
          </p:cNvSpPr>
          <p:nvPr>
            <p:ph type="title"/>
          </p:nvPr>
        </p:nvSpPr>
        <p:spPr/>
        <p:txBody>
          <a:bodyPr/>
          <a:lstStyle/>
          <a:p>
            <a:r>
              <a:rPr lang="en-US" dirty="0" smtClean="0"/>
              <a:t>Content</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4</a:t>
            </a:fld>
            <a:endParaRPr lang="en-US" dirty="0"/>
          </a:p>
        </p:txBody>
      </p:sp>
      <p:pic>
        <p:nvPicPr>
          <p:cNvPr id="6" name="Picture 5"/>
          <p:cNvPicPr>
            <a:picLocks noChangeAspect="1"/>
          </p:cNvPicPr>
          <p:nvPr/>
        </p:nvPicPr>
        <p:blipFill>
          <a:blip r:embed="rId2"/>
          <a:stretch>
            <a:fillRect/>
          </a:stretch>
        </p:blipFill>
        <p:spPr>
          <a:xfrm>
            <a:off x="5945868" y="3294743"/>
            <a:ext cx="2969532" cy="2969532"/>
          </a:xfrm>
          <a:prstGeom prst="rect">
            <a:avLst/>
          </a:prstGeom>
        </p:spPr>
      </p:pic>
    </p:spTree>
    <p:extLst>
      <p:ext uri="{BB962C8B-B14F-4D97-AF65-F5344CB8AC3E}">
        <p14:creationId xmlns:p14="http://schemas.microsoft.com/office/powerpoint/2010/main" val="1112957419"/>
      </p:ext>
    </p:extLst>
  </p:cSld>
  <p:clrMapOvr>
    <a:masterClrMapping/>
  </p:clrMapOvr>
  <p:transition>
    <p:split orient="ver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2166257"/>
          </a:xfrm>
        </p:spPr>
        <p:txBody>
          <a:bodyPr>
            <a:normAutofit fontScale="70000" lnSpcReduction="20000"/>
          </a:bodyPr>
          <a:lstStyle/>
          <a:p>
            <a:r>
              <a:rPr lang="en-US" dirty="0"/>
              <a:t>Some organizations acquire and adapt purchased </a:t>
            </a:r>
            <a:r>
              <a:rPr lang="en-US" i="1" dirty="0"/>
              <a:t>packaged solutions </a:t>
            </a:r>
            <a:r>
              <a:rPr lang="en-US" dirty="0"/>
              <a:t>(also called </a:t>
            </a:r>
            <a:r>
              <a:rPr lang="en-US" i="1" dirty="0"/>
              <a:t>commercial off-the-shelf</a:t>
            </a:r>
            <a:r>
              <a:rPr lang="en-US" dirty="0"/>
              <a:t>, or </a:t>
            </a:r>
            <a:r>
              <a:rPr lang="en-US" i="1" dirty="0">
                <a:solidFill>
                  <a:srgbClr val="003399"/>
                </a:solidFill>
              </a:rPr>
              <a:t>COTS</a:t>
            </a:r>
            <a:r>
              <a:rPr lang="en-US" dirty="0"/>
              <a:t>, products) to meet their software needs, instead of building new systems from </a:t>
            </a:r>
            <a:r>
              <a:rPr lang="en-US" dirty="0" smtClean="0"/>
              <a:t>scratch </a:t>
            </a:r>
            <a:r>
              <a:rPr lang="en-US" sz="1800" dirty="0" smtClean="0"/>
              <a:t>(</a:t>
            </a:r>
            <a:r>
              <a:rPr lang="en-US" sz="1800" dirty="0" err="1" smtClean="0"/>
              <a:t>từ</a:t>
            </a:r>
            <a:r>
              <a:rPr lang="en-US" sz="1800" dirty="0" smtClean="0"/>
              <a:t> </a:t>
            </a:r>
            <a:r>
              <a:rPr lang="en-US" sz="1800" dirty="0" err="1" smtClean="0"/>
              <a:t>đầu</a:t>
            </a:r>
            <a:r>
              <a:rPr lang="en-US" sz="1800" dirty="0" smtClean="0"/>
              <a:t>)</a:t>
            </a:r>
            <a:r>
              <a:rPr lang="en-US" dirty="0" smtClean="0"/>
              <a:t>.</a:t>
            </a:r>
          </a:p>
          <a:p>
            <a:r>
              <a:rPr lang="en-US" i="1" dirty="0"/>
              <a:t>Software as a service </a:t>
            </a:r>
            <a:r>
              <a:rPr lang="en-US" dirty="0"/>
              <a:t>(</a:t>
            </a:r>
            <a:r>
              <a:rPr lang="en-US" i="1" dirty="0"/>
              <a:t>SaaS</a:t>
            </a:r>
            <a:r>
              <a:rPr lang="en-US" dirty="0"/>
              <a:t>), or </a:t>
            </a:r>
            <a:r>
              <a:rPr lang="en-US" i="1" dirty="0"/>
              <a:t>cloud</a:t>
            </a:r>
            <a:r>
              <a:rPr lang="en-US" dirty="0"/>
              <a:t>, solutions are becoming increasingly available to meet software needs as well</a:t>
            </a:r>
            <a:r>
              <a:rPr lang="en-US" dirty="0" smtClean="0"/>
              <a:t>.</a:t>
            </a:r>
          </a:p>
          <a:p>
            <a:r>
              <a:rPr lang="en-US" dirty="0" smtClean="0"/>
              <a:t>Whether </a:t>
            </a:r>
            <a:r>
              <a:rPr lang="en-US" sz="2000" dirty="0" smtClean="0"/>
              <a:t>(</a:t>
            </a:r>
            <a:r>
              <a:rPr lang="en-US" sz="2000" dirty="0" err="1" smtClean="0"/>
              <a:t>cho</a:t>
            </a:r>
            <a:r>
              <a:rPr lang="en-US" sz="2000" dirty="0" smtClean="0"/>
              <a:t> </a:t>
            </a:r>
            <a:r>
              <a:rPr lang="en-US" sz="2000" dirty="0" err="1" smtClean="0"/>
              <a:t>dù</a:t>
            </a:r>
            <a:r>
              <a:rPr lang="en-US" sz="2000" dirty="0" smtClean="0"/>
              <a:t>)</a:t>
            </a:r>
            <a:r>
              <a:rPr lang="en-US" dirty="0" smtClean="0"/>
              <a:t> </a:t>
            </a:r>
            <a:r>
              <a:rPr lang="en-US" dirty="0"/>
              <a:t>you’re purchasing a package as part or all of the solution for a new project or implementing a solution in the cloud, you still need requirements. </a:t>
            </a:r>
            <a:endParaRPr lang="en-US" dirty="0" smtClean="0"/>
          </a:p>
          <a:p>
            <a:endParaRPr lang="en-US" dirty="0" smtClean="0"/>
          </a:p>
        </p:txBody>
      </p:sp>
      <p:sp>
        <p:nvSpPr>
          <p:cNvPr id="2" name="Title 1"/>
          <p:cNvSpPr>
            <a:spLocks noGrp="1"/>
          </p:cNvSpPr>
          <p:nvPr>
            <p:ph type="title"/>
          </p:nvPr>
        </p:nvSpPr>
        <p:spPr/>
        <p:txBody>
          <a:bodyPr>
            <a:normAutofit/>
          </a:bodyPr>
          <a:lstStyle/>
          <a:p>
            <a:r>
              <a:rPr lang="en-US" dirty="0" smtClean="0"/>
              <a:t>Packaged 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5</a:t>
            </a:fld>
            <a:endParaRPr lang="en-US" dirty="0"/>
          </a:p>
        </p:txBody>
      </p:sp>
      <p:pic>
        <p:nvPicPr>
          <p:cNvPr id="6" name="Picture 5"/>
          <p:cNvPicPr>
            <a:picLocks noChangeAspect="1"/>
          </p:cNvPicPr>
          <p:nvPr/>
        </p:nvPicPr>
        <p:blipFill>
          <a:blip r:embed="rId2"/>
          <a:stretch>
            <a:fillRect/>
          </a:stretch>
        </p:blipFill>
        <p:spPr>
          <a:xfrm>
            <a:off x="4875599" y="3154503"/>
            <a:ext cx="4268401" cy="3185972"/>
          </a:xfrm>
          <a:prstGeom prst="rect">
            <a:avLst/>
          </a:prstGeom>
        </p:spPr>
      </p:pic>
      <p:sp>
        <p:nvSpPr>
          <p:cNvPr id="7" name="Content Placeholder 2"/>
          <p:cNvSpPr txBox="1">
            <a:spLocks/>
          </p:cNvSpPr>
          <p:nvPr/>
        </p:nvSpPr>
        <p:spPr bwMode="auto">
          <a:xfrm>
            <a:off x="228600" y="3297845"/>
            <a:ext cx="4418399" cy="3072126"/>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62500" lnSpcReduction="20000"/>
          </a:bodyPr>
          <a:lstStyle>
            <a:lvl1pPr marL="342900" indent="-342900" algn="just" rtl="0" eaLnBrk="0" fontAlgn="base" hangingPunct="0">
              <a:spcBef>
                <a:spcPct val="20000"/>
              </a:spcBef>
              <a:spcAft>
                <a:spcPct val="0"/>
              </a:spcAft>
              <a:buFontTx/>
              <a:buBlip>
                <a:blip r:embed="rId3"/>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4"/>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5"/>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914400"/>
            <a:r>
              <a:rPr lang="en-US" dirty="0"/>
              <a:t>COTS packages typically need to be configured, integrated, and extended to work in the target </a:t>
            </a:r>
            <a:r>
              <a:rPr lang="en-US" dirty="0" smtClean="0"/>
              <a:t>environment.</a:t>
            </a:r>
          </a:p>
          <a:p>
            <a:pPr defTabSz="914400"/>
            <a:r>
              <a:rPr lang="en-US" dirty="0"/>
              <a:t>Some COTS products can be deployed out of the box with no additional work needed to make them usable. </a:t>
            </a:r>
            <a:endParaRPr lang="en-US" dirty="0" smtClean="0"/>
          </a:p>
          <a:p>
            <a:pPr defTabSz="914400"/>
            <a:r>
              <a:rPr lang="en-US" dirty="0" smtClean="0"/>
              <a:t>However, most of them require </a:t>
            </a:r>
            <a:r>
              <a:rPr lang="en-US" dirty="0"/>
              <a:t>some </a:t>
            </a:r>
            <a:r>
              <a:rPr lang="en-US" dirty="0" smtClean="0"/>
              <a:t>customization</a:t>
            </a:r>
            <a:r>
              <a:rPr lang="en-US" dirty="0"/>
              <a:t> </a:t>
            </a:r>
            <a:r>
              <a:rPr lang="en-US" dirty="0" smtClean="0"/>
              <a:t>for creating </a:t>
            </a:r>
            <a:r>
              <a:rPr lang="en-US" dirty="0"/>
              <a:t>integrations to other systems, and/or developing extensions to provide additional functionality that is not included in the COTS package. </a:t>
            </a:r>
            <a:endParaRPr lang="en-US" dirty="0" smtClean="0"/>
          </a:p>
        </p:txBody>
      </p:sp>
    </p:spTree>
    <p:extLst>
      <p:ext uri="{BB962C8B-B14F-4D97-AF65-F5344CB8AC3E}">
        <p14:creationId xmlns:p14="http://schemas.microsoft.com/office/powerpoint/2010/main" val="3421033488"/>
      </p:ext>
    </p:extLst>
  </p:cSld>
  <p:clrMapOvr>
    <a:masterClrMapping/>
  </p:clrMapOvr>
  <p:transition>
    <p:split orient="ver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405284"/>
          </a:xfrm>
        </p:spPr>
        <p:txBody>
          <a:bodyPr>
            <a:normAutofit fontScale="92500" lnSpcReduction="20000"/>
          </a:bodyPr>
          <a:lstStyle/>
          <a:p>
            <a:r>
              <a:rPr lang="en-US" dirty="0"/>
              <a:t>COTS packages offer the acquiring organization less flexibility to meet </a:t>
            </a:r>
            <a:r>
              <a:rPr lang="en-US" dirty="0" smtClean="0"/>
              <a:t>requirements. You </a:t>
            </a:r>
            <a:r>
              <a:rPr lang="en-US" dirty="0"/>
              <a:t>need to know which requested capabilities aren’t negotiable and which you can adjust to fit within the package’s constraints. The only way to choose the right packaged solution is to understand the business activities the package must let the users perform</a:t>
            </a:r>
            <a:r>
              <a:rPr lang="en-US" dirty="0" smtClean="0"/>
              <a:t>.</a:t>
            </a:r>
          </a:p>
          <a:p>
            <a:r>
              <a:rPr lang="en-US" dirty="0" smtClean="0"/>
              <a:t>When you select the packaged solution, you need to pay attention to the following factors:</a:t>
            </a:r>
          </a:p>
          <a:p>
            <a:pPr lvl="1"/>
            <a:r>
              <a:rPr lang="en-US" dirty="0" smtClean="0"/>
              <a:t>Developing </a:t>
            </a:r>
            <a:r>
              <a:rPr lang="en-US" dirty="0"/>
              <a:t>user </a:t>
            </a:r>
            <a:r>
              <a:rPr lang="en-US" dirty="0" smtClean="0"/>
              <a:t>requirements: </a:t>
            </a:r>
          </a:p>
          <a:p>
            <a:pPr lvl="2"/>
            <a:r>
              <a:rPr lang="en-US" sz="2100" dirty="0"/>
              <a:t>Any package you choose must let users accomplish their task objectives, although different packaged solutions will do so in different ways. The majority of your requirements efforts for COTS acquisition should be focused at the user requirements level. Use cases and user stories work well for this purpose</a:t>
            </a:r>
            <a:r>
              <a:rPr lang="en-US" sz="2100" dirty="0" smtClean="0"/>
              <a:t>.</a:t>
            </a:r>
          </a:p>
          <a:p>
            <a:pPr lvl="2"/>
            <a:r>
              <a:rPr lang="en-US" sz="2100" dirty="0"/>
              <a:t>It can also be helpful to list the features you need from the packaged solution. Identify the desired product features from an understanding of what users need to achieve with the solution and the business processes the package must enable</a:t>
            </a:r>
            <a:r>
              <a:rPr lang="en-US" sz="2100" dirty="0" smtClean="0"/>
              <a:t>.</a:t>
            </a:r>
          </a:p>
        </p:txBody>
      </p:sp>
      <p:sp>
        <p:nvSpPr>
          <p:cNvPr id="2" name="Title 1"/>
          <p:cNvSpPr>
            <a:spLocks noGrp="1"/>
          </p:cNvSpPr>
          <p:nvPr>
            <p:ph type="title"/>
          </p:nvPr>
        </p:nvSpPr>
        <p:spPr/>
        <p:txBody>
          <a:bodyPr>
            <a:normAutofit/>
          </a:bodyPr>
          <a:lstStyle/>
          <a:p>
            <a:r>
              <a:rPr lang="en-US" dirty="0"/>
              <a:t>Requirements for selecting packaged </a:t>
            </a:r>
            <a:r>
              <a:rPr lang="en-US" dirty="0" smtClean="0"/>
              <a:t>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6</a:t>
            </a:fld>
            <a:endParaRPr lang="en-US" dirty="0"/>
          </a:p>
        </p:txBody>
      </p:sp>
    </p:spTree>
    <p:extLst>
      <p:ext uri="{BB962C8B-B14F-4D97-AF65-F5344CB8AC3E}">
        <p14:creationId xmlns:p14="http://schemas.microsoft.com/office/powerpoint/2010/main" val="1911930642"/>
      </p:ext>
    </p:extLst>
  </p:cSld>
  <p:clrMapOvr>
    <a:masterClrMapping/>
  </p:clrMapOvr>
  <p:transition>
    <p:split orient="ver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3000"/>
            <a:ext cx="8686800" cy="5213350"/>
          </a:xfrm>
        </p:spPr>
        <p:txBody>
          <a:bodyPr>
            <a:normAutofit fontScale="92500" lnSpcReduction="20000"/>
          </a:bodyPr>
          <a:lstStyle/>
          <a:p>
            <a:pPr lvl="1"/>
            <a:r>
              <a:rPr lang="en-US" dirty="0" smtClean="0"/>
              <a:t>Considering </a:t>
            </a:r>
            <a:r>
              <a:rPr lang="en-US" dirty="0"/>
              <a:t>business </a:t>
            </a:r>
            <a:r>
              <a:rPr lang="en-US" dirty="0" smtClean="0"/>
              <a:t>rules:</a:t>
            </a:r>
          </a:p>
          <a:p>
            <a:pPr lvl="2"/>
            <a:r>
              <a:rPr lang="en-US" dirty="0"/>
              <a:t>Your requirements exploration should identify pertinent business rules to which the COTS product must conform. Can you configure the package to comply with your corporate policies, industry standards, and relevant regulations</a:t>
            </a:r>
            <a:r>
              <a:rPr lang="en-US" dirty="0" smtClean="0"/>
              <a:t>?</a:t>
            </a:r>
          </a:p>
          <a:p>
            <a:pPr lvl="2"/>
            <a:r>
              <a:rPr lang="en-US" dirty="0"/>
              <a:t>Some packages incorporate widely applicable business rules, such as income tax </a:t>
            </a:r>
            <a:r>
              <a:rPr lang="en-US" dirty="0" smtClean="0"/>
              <a:t>withholding </a:t>
            </a:r>
            <a:r>
              <a:rPr lang="en-US" sz="1500" dirty="0" smtClean="0"/>
              <a:t>(</a:t>
            </a:r>
            <a:r>
              <a:rPr lang="en-US" sz="1500" dirty="0" err="1" smtClean="0"/>
              <a:t>khấu</a:t>
            </a:r>
            <a:r>
              <a:rPr lang="en-US" sz="1500" dirty="0" smtClean="0"/>
              <a:t> </a:t>
            </a:r>
            <a:r>
              <a:rPr lang="en-US" sz="1500" dirty="0" err="1" smtClean="0"/>
              <a:t>trừ</a:t>
            </a:r>
            <a:r>
              <a:rPr lang="en-US" sz="1500" dirty="0" smtClean="0"/>
              <a:t>)</a:t>
            </a:r>
            <a:r>
              <a:rPr lang="en-US" dirty="0" smtClean="0"/>
              <a:t> </a:t>
            </a:r>
            <a:r>
              <a:rPr lang="en-US" dirty="0"/>
              <a:t>computations or printed tax forms. Do you trust that these are implemented correctly? Will the package vendor provide you with timely software updates when those rules and computations change? Will they charge you for the updates? </a:t>
            </a:r>
            <a:r>
              <a:rPr lang="en-US" dirty="0" smtClean="0"/>
              <a:t>If </a:t>
            </a:r>
            <a:r>
              <a:rPr lang="en-US" dirty="0"/>
              <a:t>the product implements any intrinsic business rules that don’t apply to you, can you disable, modify, or work around them</a:t>
            </a:r>
            <a:r>
              <a:rPr lang="en-US" dirty="0" smtClean="0"/>
              <a:t>? </a:t>
            </a:r>
          </a:p>
          <a:p>
            <a:pPr lvl="1"/>
            <a:r>
              <a:rPr lang="en-US" dirty="0" smtClean="0"/>
              <a:t>Identifying data needs:</a:t>
            </a:r>
          </a:p>
          <a:p>
            <a:pPr lvl="2"/>
            <a:r>
              <a:rPr lang="en-US" dirty="0"/>
              <a:t>You might need to define the data structures required to satisfy your user requirements and business rules, particularly if the new solution must be integrated into an ecosystem of existing applications</a:t>
            </a:r>
            <a:r>
              <a:rPr lang="en-US" dirty="0" smtClean="0"/>
              <a:t>.</a:t>
            </a:r>
          </a:p>
          <a:p>
            <a:pPr lvl="2"/>
            <a:r>
              <a:rPr lang="en-US" dirty="0"/>
              <a:t>Specify the reports that the COTS product must generate. Does it generate mandated reports in the correct formats? Can you design new reports of your own to integrate with those that the vendor supplied</a:t>
            </a:r>
            <a:r>
              <a:rPr lang="en-US" dirty="0" smtClean="0"/>
              <a:t>?....</a:t>
            </a:r>
          </a:p>
        </p:txBody>
      </p:sp>
      <p:sp>
        <p:nvSpPr>
          <p:cNvPr id="2" name="Title 1"/>
          <p:cNvSpPr>
            <a:spLocks noGrp="1"/>
          </p:cNvSpPr>
          <p:nvPr>
            <p:ph type="title"/>
          </p:nvPr>
        </p:nvSpPr>
        <p:spPr/>
        <p:txBody>
          <a:bodyPr>
            <a:normAutofit/>
          </a:bodyPr>
          <a:lstStyle/>
          <a:p>
            <a:r>
              <a:rPr lang="en-US" dirty="0"/>
              <a:t>Requirements for selecting packaged </a:t>
            </a:r>
            <a:r>
              <a:rPr lang="en-US" dirty="0" smtClean="0"/>
              <a:t>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7</a:t>
            </a:fld>
            <a:endParaRPr lang="en-US" dirty="0"/>
          </a:p>
        </p:txBody>
      </p:sp>
    </p:spTree>
    <p:extLst>
      <p:ext uri="{BB962C8B-B14F-4D97-AF65-F5344CB8AC3E}">
        <p14:creationId xmlns:p14="http://schemas.microsoft.com/office/powerpoint/2010/main" val="3141410279"/>
      </p:ext>
    </p:extLst>
  </p:cSld>
  <p:clrMapOvr>
    <a:masterClrMapping/>
  </p:clrMapOvr>
  <p:transition>
    <p:split orient="ver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a:bodyPr>
          <a:lstStyle/>
          <a:p>
            <a:pPr lvl="1"/>
            <a:r>
              <a:rPr lang="en-US" dirty="0" smtClean="0"/>
              <a:t>Defining </a:t>
            </a:r>
            <a:r>
              <a:rPr lang="en-US" dirty="0"/>
              <a:t>quality </a:t>
            </a:r>
            <a:r>
              <a:rPr lang="en-US" dirty="0" smtClean="0"/>
              <a:t>requirements: For packaged solutions, explore </a:t>
            </a:r>
            <a:r>
              <a:rPr lang="en-US" dirty="0"/>
              <a:t>at least the following </a:t>
            </a:r>
            <a:r>
              <a:rPr lang="en-US" dirty="0" smtClean="0"/>
              <a:t>attributes:</a:t>
            </a:r>
          </a:p>
          <a:p>
            <a:pPr lvl="2"/>
            <a:r>
              <a:rPr lang="en-US" b="1" dirty="0" smtClean="0">
                <a:solidFill>
                  <a:srgbClr val="003399"/>
                </a:solidFill>
              </a:rPr>
              <a:t>Performance</a:t>
            </a:r>
            <a:r>
              <a:rPr lang="en-US" b="1" dirty="0" smtClean="0"/>
              <a:t> </a:t>
            </a:r>
            <a:r>
              <a:rPr lang="en-US" dirty="0"/>
              <a:t>What maximum response times are acceptable for specific operations? Can the package handle the anticipated </a:t>
            </a:r>
            <a:r>
              <a:rPr lang="en-US" dirty="0" smtClean="0"/>
              <a:t>load </a:t>
            </a:r>
            <a:r>
              <a:rPr lang="en-US" sz="1500" dirty="0" smtClean="0"/>
              <a:t>(</a:t>
            </a:r>
            <a:r>
              <a:rPr lang="en-US" sz="1500" dirty="0" err="1" smtClean="0"/>
              <a:t>tải</a:t>
            </a:r>
            <a:r>
              <a:rPr lang="en-US" sz="1500" dirty="0" smtClean="0"/>
              <a:t> </a:t>
            </a:r>
            <a:r>
              <a:rPr lang="en-US" sz="1500" dirty="0" err="1" smtClean="0"/>
              <a:t>dự</a:t>
            </a:r>
            <a:r>
              <a:rPr lang="en-US" sz="1500" dirty="0" smtClean="0"/>
              <a:t> </a:t>
            </a:r>
            <a:r>
              <a:rPr lang="en-US" sz="1500" dirty="0" err="1" smtClean="0"/>
              <a:t>kiến</a:t>
            </a:r>
            <a:r>
              <a:rPr lang="en-US" sz="1500" dirty="0" smtClean="0"/>
              <a:t>)</a:t>
            </a:r>
            <a:r>
              <a:rPr lang="en-US" dirty="0" smtClean="0"/>
              <a:t> </a:t>
            </a:r>
            <a:r>
              <a:rPr lang="en-US" dirty="0"/>
              <a:t>of concurrent users and transaction </a:t>
            </a:r>
            <a:r>
              <a:rPr lang="en-US" dirty="0" smtClean="0"/>
              <a:t>throughput</a:t>
            </a:r>
            <a:r>
              <a:rPr lang="en-US" dirty="0" smtClean="0"/>
              <a:t>? </a:t>
            </a:r>
            <a:r>
              <a:rPr lang="en-US" sz="1500" dirty="0" smtClean="0"/>
              <a:t>(</a:t>
            </a:r>
            <a:r>
              <a:rPr lang="en-US" sz="1500" dirty="0" err="1" smtClean="0"/>
              <a:t>thông</a:t>
            </a:r>
            <a:r>
              <a:rPr lang="en-US" sz="1500" dirty="0" smtClean="0"/>
              <a:t> </a:t>
            </a:r>
            <a:r>
              <a:rPr lang="en-US" sz="1500" dirty="0" err="1" smtClean="0"/>
              <a:t>lượng</a:t>
            </a:r>
            <a:r>
              <a:rPr lang="en-US" sz="1500" dirty="0" smtClean="0"/>
              <a:t> </a:t>
            </a:r>
            <a:r>
              <a:rPr lang="en-US" sz="1500" dirty="0" err="1" smtClean="0"/>
              <a:t>giao</a:t>
            </a:r>
            <a:r>
              <a:rPr lang="en-US" sz="1500" dirty="0" smtClean="0"/>
              <a:t> </a:t>
            </a:r>
            <a:r>
              <a:rPr lang="en-US" sz="1500" dirty="0" err="1" smtClean="0"/>
              <a:t>dịch</a:t>
            </a:r>
            <a:r>
              <a:rPr lang="en-US" sz="1500" dirty="0" smtClean="0"/>
              <a:t>)</a:t>
            </a:r>
            <a:r>
              <a:rPr lang="en-US" dirty="0" smtClean="0"/>
              <a:t>...</a:t>
            </a:r>
            <a:endParaRPr lang="en-US" dirty="0" smtClean="0"/>
          </a:p>
          <a:p>
            <a:pPr lvl="2"/>
            <a:r>
              <a:rPr lang="en-US" b="1" dirty="0" smtClean="0">
                <a:solidFill>
                  <a:srgbClr val="003399"/>
                </a:solidFill>
              </a:rPr>
              <a:t>Usability</a:t>
            </a:r>
            <a:r>
              <a:rPr lang="en-US" b="1" dirty="0" smtClean="0"/>
              <a:t> </a:t>
            </a:r>
            <a:r>
              <a:rPr lang="en-US" dirty="0" smtClean="0"/>
              <a:t>Is </a:t>
            </a:r>
            <a:r>
              <a:rPr lang="en-US" dirty="0"/>
              <a:t>the interface similar to what the users experience in other applications already? How easily can your users learn to use the new package? </a:t>
            </a:r>
            <a:r>
              <a:rPr lang="en-US" dirty="0" smtClean="0"/>
              <a:t>…</a:t>
            </a:r>
          </a:p>
          <a:p>
            <a:pPr lvl="2"/>
            <a:r>
              <a:rPr lang="en-US" b="1" dirty="0" smtClean="0">
                <a:solidFill>
                  <a:srgbClr val="003399"/>
                </a:solidFill>
              </a:rPr>
              <a:t>Modifiability</a:t>
            </a:r>
            <a:r>
              <a:rPr lang="en-US" b="1" dirty="0" smtClean="0"/>
              <a:t> </a:t>
            </a:r>
            <a:r>
              <a:rPr lang="en-US" dirty="0"/>
              <a:t>How hard will it be for your developers to modify or extend the package to meet your specific needs</a:t>
            </a:r>
            <a:r>
              <a:rPr lang="en-US" dirty="0" smtClean="0"/>
              <a:t>?...</a:t>
            </a:r>
          </a:p>
          <a:p>
            <a:pPr lvl="2"/>
            <a:r>
              <a:rPr lang="en-US" b="1" dirty="0" smtClean="0">
                <a:solidFill>
                  <a:srgbClr val="003399"/>
                </a:solidFill>
              </a:rPr>
              <a:t>Interoperability</a:t>
            </a:r>
            <a:r>
              <a:rPr lang="en-US" b="1" dirty="0" smtClean="0"/>
              <a:t> </a:t>
            </a:r>
            <a:r>
              <a:rPr lang="en-US" dirty="0"/>
              <a:t>How easily can you integrate the package with your other enterprise applications? Does it use standard data interchange formats</a:t>
            </a:r>
            <a:r>
              <a:rPr lang="en-US" dirty="0" smtClean="0"/>
              <a:t>?...</a:t>
            </a:r>
          </a:p>
          <a:p>
            <a:pPr lvl="2"/>
            <a:r>
              <a:rPr lang="en-US" b="1" dirty="0" smtClean="0">
                <a:solidFill>
                  <a:srgbClr val="003399"/>
                </a:solidFill>
              </a:rPr>
              <a:t>Integrity</a:t>
            </a:r>
            <a:r>
              <a:rPr lang="en-US" b="1" dirty="0" smtClean="0"/>
              <a:t> </a:t>
            </a:r>
            <a:r>
              <a:rPr lang="en-US" dirty="0"/>
              <a:t>Does the package safeguard data from loss, corruption, or unauthorized </a:t>
            </a:r>
            <a:r>
              <a:rPr lang="en-US" dirty="0" smtClean="0"/>
              <a:t>access?</a:t>
            </a:r>
          </a:p>
          <a:p>
            <a:pPr lvl="2"/>
            <a:r>
              <a:rPr lang="en-US" b="1" dirty="0" smtClean="0">
                <a:solidFill>
                  <a:srgbClr val="003399"/>
                </a:solidFill>
              </a:rPr>
              <a:t>Security</a:t>
            </a:r>
            <a:r>
              <a:rPr lang="en-US" b="1" dirty="0" smtClean="0"/>
              <a:t> </a:t>
            </a:r>
            <a:r>
              <a:rPr lang="en-US" dirty="0"/>
              <a:t>Does the package permit control over which users are allowed to access the system or use specific functions? </a:t>
            </a:r>
            <a:r>
              <a:rPr lang="en-US" dirty="0" smtClean="0"/>
              <a:t>…</a:t>
            </a:r>
            <a:endParaRPr lang="en-US" dirty="0"/>
          </a:p>
          <a:p>
            <a:pPr lvl="2"/>
            <a:endParaRPr lang="en-US" dirty="0"/>
          </a:p>
          <a:p>
            <a:pPr lvl="2"/>
            <a:endParaRPr lang="en-US" dirty="0"/>
          </a:p>
          <a:p>
            <a:pPr lvl="2"/>
            <a:endParaRPr lang="en-US" sz="800" dirty="0"/>
          </a:p>
          <a:p>
            <a:pPr lvl="2"/>
            <a:endParaRPr lang="en-US" dirty="0" smtClean="0"/>
          </a:p>
        </p:txBody>
      </p:sp>
      <p:sp>
        <p:nvSpPr>
          <p:cNvPr id="2" name="Title 1"/>
          <p:cNvSpPr>
            <a:spLocks noGrp="1"/>
          </p:cNvSpPr>
          <p:nvPr>
            <p:ph type="title"/>
          </p:nvPr>
        </p:nvSpPr>
        <p:spPr/>
        <p:txBody>
          <a:bodyPr>
            <a:normAutofit/>
          </a:bodyPr>
          <a:lstStyle/>
          <a:p>
            <a:r>
              <a:rPr lang="en-US" dirty="0"/>
              <a:t>Requirements for selecting packaged </a:t>
            </a:r>
            <a:r>
              <a:rPr lang="en-US" dirty="0" smtClean="0"/>
              <a:t>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8</a:t>
            </a:fld>
            <a:endParaRPr lang="en-US" dirty="0"/>
          </a:p>
        </p:txBody>
      </p:sp>
    </p:spTree>
    <p:extLst>
      <p:ext uri="{BB962C8B-B14F-4D97-AF65-F5344CB8AC3E}">
        <p14:creationId xmlns:p14="http://schemas.microsoft.com/office/powerpoint/2010/main" val="3230122642"/>
      </p:ext>
    </p:extLst>
  </p:cSld>
  <p:clrMapOvr>
    <a:masterClrMapping/>
  </p:clrMapOvr>
  <p:transition>
    <p:split orient="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lnSpcReduction="10000"/>
          </a:bodyPr>
          <a:lstStyle/>
          <a:p>
            <a:pPr lvl="1"/>
            <a:r>
              <a:rPr lang="en-US" dirty="0" smtClean="0"/>
              <a:t>Evaluating solutions: To selecting the packaged solutions, </a:t>
            </a:r>
            <a:r>
              <a:rPr lang="en-US" dirty="0"/>
              <a:t>you </a:t>
            </a:r>
            <a:r>
              <a:rPr lang="en-US" dirty="0" smtClean="0"/>
              <a:t>need to identify some evaluation criteria used in COTS </a:t>
            </a:r>
            <a:r>
              <a:rPr lang="en-US" dirty="0"/>
              <a:t>software selection </a:t>
            </a:r>
            <a:r>
              <a:rPr lang="en-US" dirty="0" smtClean="0"/>
              <a:t>process:</a:t>
            </a:r>
          </a:p>
          <a:p>
            <a:pPr lvl="2"/>
            <a:r>
              <a:rPr lang="en-US" dirty="0" smtClean="0"/>
              <a:t>Step 1: Weight </a:t>
            </a:r>
            <a:r>
              <a:rPr lang="en-US" dirty="0"/>
              <a:t>your requirements on a scale of 1 to 10 to distinguish their </a:t>
            </a:r>
            <a:r>
              <a:rPr lang="en-US" dirty="0" smtClean="0"/>
              <a:t>importance.</a:t>
            </a:r>
          </a:p>
          <a:p>
            <a:pPr lvl="2"/>
            <a:r>
              <a:rPr lang="en-US" dirty="0" smtClean="0"/>
              <a:t>Step 2: Rate </a:t>
            </a:r>
            <a:r>
              <a:rPr lang="en-US" dirty="0"/>
              <a:t>each candidate package as to how well it satisfies each requirement. Use a rating of 1 for full satisfaction, 0.5 for partial satisfaction, and 0 for no coverage. </a:t>
            </a:r>
          </a:p>
          <a:p>
            <a:pPr lvl="2"/>
            <a:r>
              <a:rPr lang="en-US" dirty="0" smtClean="0"/>
              <a:t>Step 3: Calculate </a:t>
            </a:r>
            <a:r>
              <a:rPr lang="en-US" dirty="0"/>
              <a:t>the score for each candidate </a:t>
            </a:r>
            <a:r>
              <a:rPr lang="en-US" sz="1700" dirty="0" smtClean="0"/>
              <a:t>(request </a:t>
            </a:r>
            <a:r>
              <a:rPr lang="en-US" sz="1700" dirty="0"/>
              <a:t>for proposal (RFP</a:t>
            </a:r>
            <a:r>
              <a:rPr lang="en-US" sz="1700" dirty="0" smtClean="0"/>
              <a:t>) – Thư </a:t>
            </a:r>
            <a:r>
              <a:rPr lang="en-US" sz="1700" dirty="0" err="1" smtClean="0"/>
              <a:t>đấu</a:t>
            </a:r>
            <a:r>
              <a:rPr lang="en-US" sz="1700" dirty="0" smtClean="0"/>
              <a:t> </a:t>
            </a:r>
            <a:r>
              <a:rPr lang="en-US" sz="1700" dirty="0" err="1" smtClean="0"/>
              <a:t>thầu</a:t>
            </a:r>
            <a:r>
              <a:rPr lang="en-US" sz="1700" dirty="0" smtClean="0"/>
              <a:t>)</a:t>
            </a:r>
            <a:r>
              <a:rPr lang="en-US" dirty="0" smtClean="0"/>
              <a:t> based </a:t>
            </a:r>
            <a:r>
              <a:rPr lang="en-US" dirty="0"/>
              <a:t>on the weight you gave each factor, to see which products appear to best fit your </a:t>
            </a:r>
            <a:r>
              <a:rPr lang="en-US" dirty="0" smtClean="0"/>
              <a:t>needs.</a:t>
            </a:r>
          </a:p>
          <a:p>
            <a:pPr lvl="2"/>
            <a:r>
              <a:rPr lang="en-US" dirty="0" smtClean="0"/>
              <a:t>Step 4: Evaluate </a:t>
            </a:r>
            <a:r>
              <a:rPr lang="en-US" dirty="0"/>
              <a:t>product cost, vendor experience and </a:t>
            </a:r>
            <a:r>
              <a:rPr lang="en-US" dirty="0" smtClean="0"/>
              <a:t>viability </a:t>
            </a:r>
            <a:r>
              <a:rPr lang="en-US" sz="1400" dirty="0" smtClean="0"/>
              <a:t>(</a:t>
            </a:r>
            <a:r>
              <a:rPr lang="en-US" sz="1400" dirty="0" err="1" smtClean="0"/>
              <a:t>khả</a:t>
            </a:r>
            <a:r>
              <a:rPr lang="en-US" sz="1400" dirty="0" smtClean="0"/>
              <a:t> </a:t>
            </a:r>
            <a:r>
              <a:rPr lang="en-US" sz="1400" dirty="0" err="1" smtClean="0"/>
              <a:t>năng</a:t>
            </a:r>
            <a:r>
              <a:rPr lang="en-US" sz="1400" dirty="0" smtClean="0"/>
              <a:t> </a:t>
            </a:r>
            <a:r>
              <a:rPr lang="en-US" sz="1400" dirty="0" err="1" smtClean="0"/>
              <a:t>làm</a:t>
            </a:r>
            <a:r>
              <a:rPr lang="en-US" sz="1400" dirty="0" smtClean="0"/>
              <a:t> </a:t>
            </a:r>
            <a:r>
              <a:rPr lang="en-US" sz="1400" dirty="0" err="1" smtClean="0"/>
              <a:t>được</a:t>
            </a:r>
            <a:r>
              <a:rPr lang="en-US" sz="1400" dirty="0" smtClean="0"/>
              <a:t>)</a:t>
            </a:r>
            <a:r>
              <a:rPr lang="en-US" dirty="0" smtClean="0"/>
              <a:t>, </a:t>
            </a:r>
            <a:r>
              <a:rPr lang="en-US" dirty="0"/>
              <a:t>vendor support for the product, external interfaces that will enable extension and integration, and compliance with any technology requirements or constraints for your environment. </a:t>
            </a:r>
            <a:r>
              <a:rPr lang="en-US" i="1" dirty="0">
                <a:solidFill>
                  <a:srgbClr val="003399"/>
                </a:solidFill>
              </a:rPr>
              <a:t>Cost will be a selection factor, but evaluate the candidates initially without considering their cost.</a:t>
            </a:r>
          </a:p>
          <a:p>
            <a:pPr lvl="2"/>
            <a:endParaRPr lang="en-US" dirty="0"/>
          </a:p>
          <a:p>
            <a:pPr lvl="2"/>
            <a:endParaRPr lang="en-US" dirty="0" smtClean="0"/>
          </a:p>
        </p:txBody>
      </p:sp>
      <p:sp>
        <p:nvSpPr>
          <p:cNvPr id="2" name="Title 1"/>
          <p:cNvSpPr>
            <a:spLocks noGrp="1"/>
          </p:cNvSpPr>
          <p:nvPr>
            <p:ph type="title"/>
          </p:nvPr>
        </p:nvSpPr>
        <p:spPr/>
        <p:txBody>
          <a:bodyPr>
            <a:normAutofit/>
          </a:bodyPr>
          <a:lstStyle/>
          <a:p>
            <a:r>
              <a:rPr lang="en-US" dirty="0"/>
              <a:t>Requirements for selecting packaged </a:t>
            </a:r>
            <a:r>
              <a:rPr lang="en-US" dirty="0" smtClean="0"/>
              <a:t>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9</a:t>
            </a:fld>
            <a:endParaRPr lang="en-US" dirty="0"/>
          </a:p>
        </p:txBody>
      </p:sp>
    </p:spTree>
    <p:extLst>
      <p:ext uri="{BB962C8B-B14F-4D97-AF65-F5344CB8AC3E}">
        <p14:creationId xmlns:p14="http://schemas.microsoft.com/office/powerpoint/2010/main" val="819875258"/>
      </p:ext>
    </p:extLst>
  </p:cSld>
  <p:clrMapOvr>
    <a:masterClrMapping/>
  </p:clrMapOvr>
  <p:transition>
    <p:split orient="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512456" y="2418194"/>
            <a:ext cx="5631543" cy="1498300"/>
          </a:xfrm>
          <a:prstGeom prst="rect">
            <a:avLst/>
          </a:prstGeom>
        </p:spPr>
      </p:pic>
      <p:sp>
        <p:nvSpPr>
          <p:cNvPr id="2" name="Title 1"/>
          <p:cNvSpPr>
            <a:spLocks noGrp="1"/>
          </p:cNvSpPr>
          <p:nvPr>
            <p:ph type="title"/>
          </p:nvPr>
        </p:nvSpPr>
        <p:spPr/>
        <p:txBody>
          <a:bodyPr>
            <a:normAutofit/>
          </a:bodyPr>
          <a:lstStyle/>
          <a:p>
            <a:r>
              <a:rPr lang="en-US"/>
              <a:t>Requirements for implementing packaged solutions</a:t>
            </a:r>
          </a:p>
        </p:txBody>
      </p:sp>
      <p:pic>
        <p:nvPicPr>
          <p:cNvPr id="5" name="Picture 4"/>
          <p:cNvPicPr>
            <a:picLocks noChangeAspect="1"/>
          </p:cNvPicPr>
          <p:nvPr/>
        </p:nvPicPr>
        <p:blipFill>
          <a:blip r:embed="rId3"/>
          <a:stretch>
            <a:fillRect/>
          </a:stretch>
        </p:blipFill>
        <p:spPr>
          <a:xfrm>
            <a:off x="232230" y="3916494"/>
            <a:ext cx="8401296" cy="2423981"/>
          </a:xfrm>
          <a:prstGeom prst="rect">
            <a:avLst/>
          </a:prstGeom>
        </p:spPr>
      </p:pic>
      <p:sp>
        <p:nvSpPr>
          <p:cNvPr id="3" name="Footer Placeholder 2"/>
          <p:cNvSpPr>
            <a:spLocks noGrp="1"/>
          </p:cNvSpPr>
          <p:nvPr>
            <p:ph type="ftr" sz="quarter" idx="10"/>
          </p:nvPr>
        </p:nvSpPr>
        <p:spPr/>
        <p:txBody>
          <a:bodyPr/>
          <a:lstStyle/>
          <a:p>
            <a:pPr>
              <a:defRPr/>
            </a:pPr>
            <a:r>
              <a:rPr lang="en-US" smtClean="0"/>
              <a:t>Chapter 22: Packaged solution projects - BAYHV</a:t>
            </a:r>
            <a:endParaRPr lang="en-US"/>
          </a:p>
        </p:txBody>
      </p:sp>
      <p:sp>
        <p:nvSpPr>
          <p:cNvPr id="6" name="Slide Number Placeholder 5"/>
          <p:cNvSpPr>
            <a:spLocks noGrp="1"/>
          </p:cNvSpPr>
          <p:nvPr>
            <p:ph type="sldNum" sz="quarter" idx="11"/>
          </p:nvPr>
        </p:nvSpPr>
        <p:spPr/>
        <p:txBody>
          <a:bodyPr/>
          <a:lstStyle/>
          <a:p>
            <a:pPr>
              <a:defRPr/>
            </a:pPr>
            <a:fld id="{38F81FAE-D748-4BFC-A8B0-D2E750E8899F}" type="slidenum">
              <a:rPr lang="en-US" smtClean="0"/>
              <a:pPr>
                <a:defRPr/>
              </a:pPr>
              <a:t>10</a:t>
            </a:fld>
            <a:endParaRPr lang="en-US" dirty="0"/>
          </a:p>
        </p:txBody>
      </p:sp>
      <p:sp>
        <p:nvSpPr>
          <p:cNvPr id="7" name="Content Placeholder 2"/>
          <p:cNvSpPr txBox="1">
            <a:spLocks/>
          </p:cNvSpPr>
          <p:nvPr/>
        </p:nvSpPr>
        <p:spPr bwMode="auto">
          <a:xfrm>
            <a:off x="228600" y="1111251"/>
            <a:ext cx="8686800" cy="1370691"/>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fontScale="70000" lnSpcReduction="20000"/>
          </a:bodyPr>
          <a:lstStyle>
            <a:lvl1pPr marL="342900" indent="-342900" algn="just" rtl="0" eaLnBrk="0" fontAlgn="base" hangingPunct="0">
              <a:spcBef>
                <a:spcPct val="20000"/>
              </a:spcBef>
              <a:spcAft>
                <a:spcPct val="0"/>
              </a:spcAft>
              <a:buFontTx/>
              <a:buBlip>
                <a:blip r:embed="rId4"/>
              </a:buBlip>
              <a:defRPr sz="2800" kern="1200">
                <a:solidFill>
                  <a:schemeClr val="tx1"/>
                </a:solidFill>
                <a:latin typeface="+mn-lt"/>
                <a:ea typeface="+mn-ea"/>
                <a:cs typeface="Tahoma" pitchFamily="34" charset="0"/>
              </a:defRPr>
            </a:lvl1pPr>
            <a:lvl2pPr marL="742950" indent="-285750" algn="just" rtl="0" eaLnBrk="0" fontAlgn="base" hangingPunct="0">
              <a:spcBef>
                <a:spcPct val="20000"/>
              </a:spcBef>
              <a:spcAft>
                <a:spcPct val="0"/>
              </a:spcAft>
              <a:buFontTx/>
              <a:buBlip>
                <a:blip r:embed="rId5"/>
              </a:buBlip>
              <a:defRPr sz="2400" kern="1200">
                <a:solidFill>
                  <a:schemeClr val="tx1"/>
                </a:solidFill>
                <a:latin typeface="+mn-lt"/>
                <a:ea typeface="+mn-ea"/>
                <a:cs typeface="Tahoma" pitchFamily="34" charset="0"/>
              </a:defRPr>
            </a:lvl2pPr>
            <a:lvl3pPr marL="1143000" indent="-228600" algn="just" rtl="0" eaLnBrk="0" fontAlgn="base" hangingPunct="0">
              <a:spcBef>
                <a:spcPct val="20000"/>
              </a:spcBef>
              <a:spcAft>
                <a:spcPct val="0"/>
              </a:spcAft>
              <a:buFontTx/>
              <a:buBlip>
                <a:blip r:embed="rId6"/>
              </a:buBlip>
              <a:defRPr sz="2000" kern="1200">
                <a:solidFill>
                  <a:schemeClr val="tx1"/>
                </a:solidFill>
                <a:latin typeface="+mn-lt"/>
                <a:ea typeface="+mn-ea"/>
                <a:cs typeface="Tahoma" pitchFamily="34" charset="0"/>
              </a:defRPr>
            </a:lvl3pPr>
            <a:lvl4pPr marL="16002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4pPr>
            <a:lvl5pPr marL="2057400" indent="-228600" algn="just" rtl="0" eaLnBrk="0" fontAlgn="base" hangingPunct="0">
              <a:spcBef>
                <a:spcPct val="20000"/>
              </a:spcBef>
              <a:spcAft>
                <a:spcPct val="0"/>
              </a:spcAft>
              <a:buFont typeface="Arial" charset="0"/>
              <a:buChar char="»"/>
              <a:defRPr sz="1800" kern="1200">
                <a:solidFill>
                  <a:schemeClr val="tx1"/>
                </a:solidFill>
                <a:latin typeface="+mn-lt"/>
                <a:ea typeface="+mn-ea"/>
                <a:cs typeface="Tahoma"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14300" indent="0" defTabSz="914400">
              <a:buNone/>
            </a:pPr>
            <a:r>
              <a:rPr lang="en-US" dirty="0"/>
              <a:t>After you decide to implement a selected packaged solution, there is still more requirements work to do. </a:t>
            </a:r>
            <a:r>
              <a:rPr lang="en-US" dirty="0" smtClean="0"/>
              <a:t>The spectrum </a:t>
            </a:r>
            <a:r>
              <a:rPr lang="en-US" sz="2000" dirty="0" smtClean="0"/>
              <a:t>(</a:t>
            </a:r>
            <a:r>
              <a:rPr lang="en-US" sz="2000" dirty="0" err="1" smtClean="0"/>
              <a:t>dãy</a:t>
            </a:r>
            <a:r>
              <a:rPr lang="en-US" sz="2000" dirty="0" smtClean="0"/>
              <a:t>) </a:t>
            </a:r>
            <a:r>
              <a:rPr lang="en-US" dirty="0"/>
              <a:t>of effort required to make a packaged solution useful ranges from using the package as is, right out of the box, to performing considerable requirements specification and software development for extensions. </a:t>
            </a:r>
            <a:endParaRPr lang="en-US" dirty="0" smtClean="0"/>
          </a:p>
        </p:txBody>
      </p:sp>
    </p:spTree>
    <p:extLst>
      <p:ext uri="{BB962C8B-B14F-4D97-AF65-F5344CB8AC3E}">
        <p14:creationId xmlns:p14="http://schemas.microsoft.com/office/powerpoint/2010/main" val="529926689"/>
      </p:ext>
    </p:extLst>
  </p:cSld>
  <p:clrMapOvr>
    <a:masterClrMapping/>
  </p:clrMapOvr>
  <p:transition>
    <p:split orient="ver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213352"/>
          </a:xfrm>
        </p:spPr>
        <p:txBody>
          <a:bodyPr>
            <a:normAutofit fontScale="70000" lnSpcReduction="20000"/>
          </a:bodyPr>
          <a:lstStyle/>
          <a:p>
            <a:r>
              <a:rPr lang="en-US" dirty="0"/>
              <a:t>Configuration </a:t>
            </a:r>
            <a:r>
              <a:rPr lang="en-US" dirty="0" smtClean="0"/>
              <a:t>requirements:</a:t>
            </a:r>
          </a:p>
          <a:p>
            <a:pPr lvl="1"/>
            <a:r>
              <a:rPr lang="en-US" sz="2600" dirty="0"/>
              <a:t>Sometimes you can use a package just as it comes from the vendor. More often, you’ll need to adjust various configuration parameters in the package to better meet your needs</a:t>
            </a:r>
            <a:r>
              <a:rPr lang="en-US" sz="2600" dirty="0" smtClean="0"/>
              <a:t>.</a:t>
            </a:r>
          </a:p>
          <a:p>
            <a:pPr lvl="1"/>
            <a:r>
              <a:rPr lang="en-US" sz="2600" dirty="0"/>
              <a:t>Configuration requirements are essential to most successful COTS </a:t>
            </a:r>
            <a:r>
              <a:rPr lang="en-US" sz="2600" dirty="0" smtClean="0"/>
              <a:t>implementations. </a:t>
            </a:r>
          </a:p>
          <a:p>
            <a:pPr lvl="1"/>
            <a:r>
              <a:rPr lang="en-US" sz="2600" dirty="0" smtClean="0"/>
              <a:t> </a:t>
            </a:r>
            <a:r>
              <a:rPr lang="en-US" sz="2600" dirty="0"/>
              <a:t>Consider the full set of business rules when you are configuring the </a:t>
            </a:r>
            <a:r>
              <a:rPr lang="en-US" sz="2600" dirty="0" smtClean="0"/>
              <a:t>system</a:t>
            </a:r>
            <a:r>
              <a:rPr lang="en-US" sz="2600" dirty="0"/>
              <a:t>.</a:t>
            </a:r>
            <a:endParaRPr lang="en-US" dirty="0" smtClean="0"/>
          </a:p>
          <a:p>
            <a:r>
              <a:rPr lang="en-US" dirty="0"/>
              <a:t>Integration </a:t>
            </a:r>
            <a:r>
              <a:rPr lang="en-US" dirty="0" smtClean="0"/>
              <a:t>requirements:</a:t>
            </a:r>
          </a:p>
          <a:p>
            <a:pPr lvl="1"/>
            <a:r>
              <a:rPr lang="en-US" sz="2600" dirty="0"/>
              <a:t>Unless the packaged solution is used in a standalone mode, you’ll need to integrate it into your application environment</a:t>
            </a:r>
            <a:r>
              <a:rPr lang="en-US" sz="2600" dirty="0" smtClean="0"/>
              <a:t>.</a:t>
            </a:r>
          </a:p>
          <a:p>
            <a:pPr lvl="1"/>
            <a:r>
              <a:rPr lang="en-US" sz="2600" dirty="0"/>
              <a:t>Precisely specify the requirements for interchanging data and services between the package and other components in your environment. </a:t>
            </a:r>
            <a:r>
              <a:rPr lang="en-US" sz="2600" dirty="0" smtClean="0"/>
              <a:t> </a:t>
            </a:r>
            <a:endParaRPr lang="en-US" dirty="0" smtClean="0"/>
          </a:p>
          <a:p>
            <a:r>
              <a:rPr lang="en-US" dirty="0"/>
              <a:t>Extension </a:t>
            </a:r>
            <a:r>
              <a:rPr lang="en-US" dirty="0" smtClean="0"/>
              <a:t>requirements:</a:t>
            </a:r>
          </a:p>
          <a:p>
            <a:pPr lvl="1"/>
            <a:r>
              <a:rPr lang="en-US" sz="2600" dirty="0"/>
              <a:t>One common goal of COTS implementations is to minimize customizations to the solution</a:t>
            </a:r>
            <a:r>
              <a:rPr lang="en-US" sz="2600" dirty="0" smtClean="0"/>
              <a:t>.</a:t>
            </a:r>
          </a:p>
          <a:p>
            <a:pPr lvl="1"/>
            <a:r>
              <a:rPr lang="en-US" sz="2600" dirty="0"/>
              <a:t>In most COTS projects, though, there will be gaps between what the organization needs and what the package </a:t>
            </a:r>
            <a:r>
              <a:rPr lang="en-US" sz="2600" dirty="0" smtClean="0"/>
              <a:t>delivers.</a:t>
            </a:r>
          </a:p>
          <a:p>
            <a:pPr lvl="1"/>
            <a:r>
              <a:rPr lang="en-US" sz="2600" dirty="0"/>
              <a:t>If you are extending the COTS solution, you’ll need to fully specify the requirements for those new capabilities just as you would for any new product </a:t>
            </a:r>
            <a:r>
              <a:rPr lang="en-US" sz="2600" dirty="0" smtClean="0"/>
              <a:t>development.</a:t>
            </a:r>
          </a:p>
        </p:txBody>
      </p:sp>
      <p:sp>
        <p:nvSpPr>
          <p:cNvPr id="2" name="Title 1"/>
          <p:cNvSpPr>
            <a:spLocks noGrp="1"/>
          </p:cNvSpPr>
          <p:nvPr>
            <p:ph type="title"/>
          </p:nvPr>
        </p:nvSpPr>
        <p:spPr/>
        <p:txBody>
          <a:bodyPr>
            <a:normAutofit/>
          </a:bodyPr>
          <a:lstStyle/>
          <a:p>
            <a:r>
              <a:rPr lang="en-US" dirty="0"/>
              <a:t>Requirements for implementing packaged solutions</a:t>
            </a:r>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11</a:t>
            </a:fld>
            <a:endParaRPr lang="en-US" dirty="0"/>
          </a:p>
        </p:txBody>
      </p:sp>
    </p:spTree>
    <p:extLst>
      <p:ext uri="{BB962C8B-B14F-4D97-AF65-F5344CB8AC3E}">
        <p14:creationId xmlns:p14="http://schemas.microsoft.com/office/powerpoint/2010/main" val="903733493"/>
      </p:ext>
    </p:extLst>
  </p:cSld>
  <p:clrMapOvr>
    <a:masterClrMapping/>
  </p:clrMapOvr>
  <p:transition>
    <p:split orient="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92500" lnSpcReduction="10000"/>
          </a:bodyPr>
          <a:lstStyle/>
          <a:p>
            <a:r>
              <a:rPr lang="en-US" dirty="0" smtClean="0"/>
              <a:t>Data requirements:</a:t>
            </a:r>
          </a:p>
          <a:p>
            <a:pPr lvl="1"/>
            <a:r>
              <a:rPr lang="en-US" dirty="0"/>
              <a:t>Begin with the data requirements used in the selection process. Map data entities and attributes from your existing data dictionary to the COTS entities and attributes. </a:t>
            </a:r>
            <a:endParaRPr lang="en-US" dirty="0" smtClean="0"/>
          </a:p>
          <a:p>
            <a:pPr lvl="1"/>
            <a:r>
              <a:rPr lang="en-US" dirty="0" smtClean="0"/>
              <a:t>As </a:t>
            </a:r>
            <a:r>
              <a:rPr lang="en-US" dirty="0" smtClean="0"/>
              <a:t>with </a:t>
            </a:r>
            <a:r>
              <a:rPr lang="en-US" sz="1700" dirty="0" smtClean="0"/>
              <a:t>(</a:t>
            </a:r>
            <a:r>
              <a:rPr lang="en-US" sz="1700" dirty="0" err="1" smtClean="0"/>
              <a:t>giống</a:t>
            </a:r>
            <a:r>
              <a:rPr lang="en-US" sz="1700" dirty="0" smtClean="0"/>
              <a:t> </a:t>
            </a:r>
            <a:r>
              <a:rPr lang="en-US" sz="1700" dirty="0" err="1" smtClean="0"/>
              <a:t>như</a:t>
            </a:r>
            <a:r>
              <a:rPr lang="en-US" sz="1700" dirty="0" smtClean="0"/>
              <a:t>)</a:t>
            </a:r>
            <a:r>
              <a:rPr lang="en-US" dirty="0" smtClean="0"/>
              <a:t> </a:t>
            </a:r>
            <a:r>
              <a:rPr lang="en-US" dirty="0"/>
              <a:t>functional gaps, you’ll need to decide how to handle data gaps, typically by adding attributes or </a:t>
            </a:r>
            <a:r>
              <a:rPr lang="en-US" dirty="0" smtClean="0"/>
              <a:t>repurposing </a:t>
            </a:r>
            <a:r>
              <a:rPr lang="en-US" sz="1600" dirty="0" smtClean="0"/>
              <a:t>(</a:t>
            </a:r>
            <a:r>
              <a:rPr lang="en-US" sz="1600" dirty="0" err="1" smtClean="0"/>
              <a:t>tái</a:t>
            </a:r>
            <a:r>
              <a:rPr lang="en-US" sz="1600" dirty="0" smtClean="0"/>
              <a:t> </a:t>
            </a:r>
            <a:r>
              <a:rPr lang="en-US" sz="1600" dirty="0" err="1" smtClean="0"/>
              <a:t>sử</a:t>
            </a:r>
            <a:r>
              <a:rPr lang="en-US" sz="1600" dirty="0" smtClean="0"/>
              <a:t> </a:t>
            </a:r>
            <a:r>
              <a:rPr lang="en-US" sz="1600" dirty="0" err="1" smtClean="0"/>
              <a:t>dụng</a:t>
            </a:r>
            <a:r>
              <a:rPr lang="en-US" sz="1600" dirty="0" smtClean="0"/>
              <a:t>)</a:t>
            </a:r>
            <a:r>
              <a:rPr lang="en-US" dirty="0" smtClean="0"/>
              <a:t> </a:t>
            </a:r>
            <a:r>
              <a:rPr lang="en-US" dirty="0"/>
              <a:t>an existing data structure in the COTS </a:t>
            </a:r>
            <a:r>
              <a:rPr lang="en-US" dirty="0" smtClean="0"/>
              <a:t>solution. </a:t>
            </a:r>
          </a:p>
          <a:p>
            <a:r>
              <a:rPr lang="en-US" dirty="0"/>
              <a:t>Business process </a:t>
            </a:r>
            <a:r>
              <a:rPr lang="en-US" dirty="0" smtClean="0"/>
              <a:t>changes:</a:t>
            </a:r>
          </a:p>
          <a:p>
            <a:pPr lvl="1"/>
            <a:r>
              <a:rPr lang="en-US" dirty="0"/>
              <a:t>COTS packages are usually selected because implementing and maintaining them is expected to be less expensive than building custom software. Organizations need to be prepared to adapt their business processes to the package’s workflow capabilities and limitations. </a:t>
            </a:r>
            <a:endParaRPr lang="en-US" dirty="0" smtClean="0"/>
          </a:p>
          <a:p>
            <a:pPr lvl="1"/>
            <a:r>
              <a:rPr lang="en-US" dirty="0" smtClean="0"/>
              <a:t>In </a:t>
            </a:r>
            <a:r>
              <a:rPr lang="en-US" dirty="0"/>
              <a:t>fact, a COTS solution that can be fully configured to meet your existing processes is </a:t>
            </a:r>
            <a:r>
              <a:rPr lang="en-US" dirty="0" smtClean="0"/>
              <a:t>likely </a:t>
            </a:r>
            <a:r>
              <a:rPr lang="en-US" sz="1700" dirty="0" smtClean="0"/>
              <a:t>(</a:t>
            </a:r>
            <a:r>
              <a:rPr lang="en-US" sz="1700" dirty="0" err="1" smtClean="0"/>
              <a:t>có</a:t>
            </a:r>
            <a:r>
              <a:rPr lang="en-US" sz="1700" dirty="0" smtClean="0"/>
              <a:t> </a:t>
            </a:r>
            <a:r>
              <a:rPr lang="en-US" sz="1700" dirty="0" err="1" smtClean="0"/>
              <a:t>thể</a:t>
            </a:r>
            <a:r>
              <a:rPr lang="en-US" sz="1700" dirty="0" smtClean="0"/>
              <a:t>)</a:t>
            </a:r>
            <a:r>
              <a:rPr lang="en-US" dirty="0" smtClean="0"/>
              <a:t> </a:t>
            </a:r>
            <a:r>
              <a:rPr lang="en-US" dirty="0"/>
              <a:t>to be expensive and complex.</a:t>
            </a:r>
          </a:p>
        </p:txBody>
      </p:sp>
      <p:sp>
        <p:nvSpPr>
          <p:cNvPr id="2" name="Title 1"/>
          <p:cNvSpPr>
            <a:spLocks noGrp="1"/>
          </p:cNvSpPr>
          <p:nvPr>
            <p:ph type="title"/>
          </p:nvPr>
        </p:nvSpPr>
        <p:spPr/>
        <p:txBody>
          <a:bodyPr>
            <a:normAutofit/>
          </a:bodyPr>
          <a:lstStyle/>
          <a:p>
            <a:r>
              <a:rPr lang="en-US"/>
              <a:t>Requirements for implementing packaged solutions</a:t>
            </a:r>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12</a:t>
            </a:fld>
            <a:endParaRPr lang="en-US" dirty="0"/>
          </a:p>
        </p:txBody>
      </p:sp>
    </p:spTree>
    <p:extLst>
      <p:ext uri="{BB962C8B-B14F-4D97-AF65-F5344CB8AC3E}">
        <p14:creationId xmlns:p14="http://schemas.microsoft.com/office/powerpoint/2010/main" val="2026812115"/>
      </p:ext>
    </p:extLst>
  </p:cSld>
  <p:clrMapOvr>
    <a:masterClrMapping/>
  </p:clrMapOvr>
  <p:transition>
    <p:split orient="ver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142999"/>
            <a:ext cx="8686800" cy="5197475"/>
          </a:xfrm>
        </p:spPr>
        <p:txBody>
          <a:bodyPr>
            <a:normAutofit fontScale="77500" lnSpcReduction="20000"/>
          </a:bodyPr>
          <a:lstStyle/>
          <a:p>
            <a:r>
              <a:rPr lang="en-US" dirty="0"/>
              <a:t>The following are common challenges that you might encounter when selecting or implementing a packaged solution:</a:t>
            </a:r>
            <a:endParaRPr lang="en-US" dirty="0" smtClean="0"/>
          </a:p>
          <a:p>
            <a:pPr lvl="1"/>
            <a:r>
              <a:rPr lang="en-US" dirty="0" smtClean="0"/>
              <a:t>Too </a:t>
            </a:r>
            <a:r>
              <a:rPr lang="en-US" dirty="0"/>
              <a:t>many </a:t>
            </a:r>
            <a:r>
              <a:rPr lang="en-US" dirty="0" smtClean="0"/>
              <a:t>candidates: Many </a:t>
            </a:r>
            <a:r>
              <a:rPr lang="en-US" dirty="0"/>
              <a:t>solutions on the market that meet your needs at first glance. Select a short list of criteria to narrow the candidate list to a few top choices for a more refined evaluation.</a:t>
            </a:r>
          </a:p>
          <a:p>
            <a:pPr lvl="1"/>
            <a:r>
              <a:rPr lang="en-US" dirty="0" smtClean="0"/>
              <a:t>Too </a:t>
            </a:r>
            <a:r>
              <a:rPr lang="en-US" dirty="0"/>
              <a:t>many evaluation </a:t>
            </a:r>
            <a:r>
              <a:rPr lang="en-US" dirty="0" smtClean="0"/>
              <a:t>criteria: Use </a:t>
            </a:r>
            <a:r>
              <a:rPr lang="en-US" dirty="0"/>
              <a:t>business objectives to help select the most important requirements as criteria. If you narrow the candidate package choices down to only a few, you can evaluate them against a long list of criteria.</a:t>
            </a:r>
          </a:p>
          <a:p>
            <a:pPr lvl="1"/>
            <a:r>
              <a:rPr lang="en-US" dirty="0" smtClean="0"/>
              <a:t>Vendor </a:t>
            </a:r>
            <a:r>
              <a:rPr lang="en-US" dirty="0"/>
              <a:t>misrepresents package </a:t>
            </a:r>
            <a:r>
              <a:rPr lang="en-US" dirty="0" smtClean="0"/>
              <a:t>capabilities: In </a:t>
            </a:r>
            <a:r>
              <a:rPr lang="en-US" dirty="0"/>
              <a:t>the typical packaged software purchasing process, the vendor sales staff sells their solution to the customer organization’s decision makers, and then engages a technical implementation team to provide in-depth knowledge about the product. </a:t>
            </a:r>
          </a:p>
          <a:p>
            <a:pPr lvl="1"/>
            <a:r>
              <a:rPr lang="en-US" dirty="0" smtClean="0"/>
              <a:t>Incorrect </a:t>
            </a:r>
            <a:r>
              <a:rPr lang="en-US" dirty="0"/>
              <a:t>solution </a:t>
            </a:r>
            <a:r>
              <a:rPr lang="en-US" dirty="0" smtClean="0"/>
              <a:t>expectations: Sometimes </a:t>
            </a:r>
            <a:r>
              <a:rPr lang="en-US" dirty="0"/>
              <a:t>a solution looks great during vendor demos, but it doesn’t work like you expect after installation. To avoid this, during the selection process, have the vendor </a:t>
            </a:r>
            <a:r>
              <a:rPr lang="en-US" dirty="0" smtClean="0"/>
              <a:t>demonstrate </a:t>
            </a:r>
            <a:r>
              <a:rPr lang="en-US" dirty="0" smtClean="0"/>
              <a:t>your </a:t>
            </a:r>
            <a:r>
              <a:rPr lang="en-US" dirty="0"/>
              <a:t>actual use cases so you can see how well the solution matches your expectations.</a:t>
            </a:r>
          </a:p>
          <a:p>
            <a:pPr lvl="1"/>
            <a:r>
              <a:rPr lang="en-US" dirty="0" smtClean="0"/>
              <a:t>Users </a:t>
            </a:r>
            <a:r>
              <a:rPr lang="en-US" dirty="0"/>
              <a:t>reject the </a:t>
            </a:r>
            <a:r>
              <a:rPr lang="en-US" dirty="0" smtClean="0"/>
              <a:t>solution</a:t>
            </a:r>
            <a:r>
              <a:rPr lang="en-US" dirty="0"/>
              <a:t>: To avoid this, engage users in the selection process or early in the implementation to make sure their needs are clearly </a:t>
            </a:r>
            <a:r>
              <a:rPr lang="en-US" dirty="0" smtClean="0"/>
              <a:t>understood.</a:t>
            </a:r>
            <a:endParaRPr lang="en-US" dirty="0"/>
          </a:p>
          <a:p>
            <a:endParaRPr lang="en-US" dirty="0"/>
          </a:p>
        </p:txBody>
      </p:sp>
      <p:sp>
        <p:nvSpPr>
          <p:cNvPr id="2" name="Title 1"/>
          <p:cNvSpPr>
            <a:spLocks noGrp="1"/>
          </p:cNvSpPr>
          <p:nvPr>
            <p:ph type="title"/>
          </p:nvPr>
        </p:nvSpPr>
        <p:spPr/>
        <p:txBody>
          <a:bodyPr>
            <a:normAutofit/>
          </a:bodyPr>
          <a:lstStyle/>
          <a:p>
            <a:r>
              <a:rPr lang="en-US" dirty="0"/>
              <a:t>Common challenges with packaged </a:t>
            </a:r>
            <a:r>
              <a:rPr lang="en-US" dirty="0" smtClean="0"/>
              <a:t>solutions</a:t>
            </a:r>
            <a:endParaRPr lang="en-US"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13</a:t>
            </a:fld>
            <a:endParaRPr lang="en-US" dirty="0"/>
          </a:p>
        </p:txBody>
      </p:sp>
    </p:spTree>
    <p:extLst>
      <p:ext uri="{BB962C8B-B14F-4D97-AF65-F5344CB8AC3E}">
        <p14:creationId xmlns:p14="http://schemas.microsoft.com/office/powerpoint/2010/main" val="1857363645"/>
      </p:ext>
    </p:extLst>
  </p:cSld>
  <p:clrMapOvr>
    <a:masterClrMapping/>
  </p:clrMapOvr>
  <p:transition>
    <p:split orient="ver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1760" y="0"/>
            <a:ext cx="6482080" cy="1052161"/>
          </a:xfrm>
        </p:spPr>
        <p:txBody>
          <a:bodyPr>
            <a:noAutofit/>
          </a:bodyPr>
          <a:lstStyle/>
          <a:p>
            <a:r>
              <a:rPr lang="en-US" sz="3200" dirty="0" smtClean="0"/>
              <a:t>Review chapter 22</a:t>
            </a:r>
            <a:endParaRPr lang="en-US" sz="3200" dirty="0"/>
          </a:p>
        </p:txBody>
      </p:sp>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14</a:t>
            </a:fld>
            <a:endParaRPr lang="en-US" dirty="0"/>
          </a:p>
        </p:txBody>
      </p:sp>
      <p:graphicFrame>
        <p:nvGraphicFramePr>
          <p:cNvPr id="7" name="Content Placeholder 6"/>
          <p:cNvGraphicFramePr>
            <a:graphicFrameLocks noGrp="1"/>
          </p:cNvGraphicFramePr>
          <p:nvPr>
            <p:ph idx="1"/>
            <p:extLst/>
          </p:nvPr>
        </p:nvGraphicFramePr>
        <p:xfrm>
          <a:off x="228600" y="1142999"/>
          <a:ext cx="8686800" cy="51974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89620207"/>
      </p:ext>
    </p:extLst>
  </p:cSld>
  <p:clrMapOvr>
    <a:masterClrMapping/>
  </p:clrMapOvr>
  <p:transition>
    <p:split orient="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smtClean="0"/>
              <a:t>Chapter 22: Packaged solution projects - BAYHV</a:t>
            </a:r>
            <a:endParaRPr lang="en-US"/>
          </a:p>
        </p:txBody>
      </p:sp>
      <p:sp>
        <p:nvSpPr>
          <p:cNvPr id="5" name="Slide Number Placeholder 4"/>
          <p:cNvSpPr>
            <a:spLocks noGrp="1"/>
          </p:cNvSpPr>
          <p:nvPr>
            <p:ph type="sldNum" sz="quarter" idx="11"/>
          </p:nvPr>
        </p:nvSpPr>
        <p:spPr/>
        <p:txBody>
          <a:bodyPr/>
          <a:lstStyle/>
          <a:p>
            <a:pPr>
              <a:defRPr/>
            </a:pPr>
            <a:fld id="{38F81FAE-D748-4BFC-A8B0-D2E750E8899F}" type="slidenum">
              <a:rPr lang="en-US" smtClean="0"/>
              <a:pPr>
                <a:defRPr/>
              </a:pPr>
              <a:t>15</a:t>
            </a:fld>
            <a:endParaRPr lang="en-US" dirty="0"/>
          </a:p>
        </p:txBody>
      </p:sp>
      <p:pic>
        <p:nvPicPr>
          <p:cNvPr id="8" name="Picture 7"/>
          <p:cNvPicPr>
            <a:picLocks noChangeAspect="1"/>
          </p:cNvPicPr>
          <p:nvPr/>
        </p:nvPicPr>
        <p:blipFill>
          <a:blip r:embed="rId3"/>
          <a:stretch>
            <a:fillRect/>
          </a:stretch>
        </p:blipFill>
        <p:spPr>
          <a:xfrm>
            <a:off x="0" y="1109661"/>
            <a:ext cx="9160372" cy="5154504"/>
          </a:xfrm>
          <a:prstGeom prst="rect">
            <a:avLst/>
          </a:prstGeom>
        </p:spPr>
      </p:pic>
    </p:spTree>
    <p:extLst>
      <p:ext uri="{BB962C8B-B14F-4D97-AF65-F5344CB8AC3E}">
        <p14:creationId xmlns:p14="http://schemas.microsoft.com/office/powerpoint/2010/main" val="3014194545"/>
      </p:ext>
    </p:extLst>
  </p:cSld>
  <p:clrMapOvr>
    <a:masterClrMapping/>
  </p:clrMapOvr>
  <p:transition>
    <p:split orient="vert"/>
  </p:transition>
  <p:timing>
    <p:tnLst>
      <p:par>
        <p:cTn id="1" dur="indefinite" restart="never" nodeType="tmRoot"/>
      </p:par>
    </p:tnLst>
  </p:timing>
</p:sld>
</file>

<file path=ppt/theme/theme1.xml><?xml version="1.0" encoding="utf-8"?>
<a:theme xmlns:a="http://schemas.openxmlformats.org/drawingml/2006/main" name="1_templat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804</TotalTime>
  <Words>1786</Words>
  <Application>Microsoft Office PowerPoint</Application>
  <PresentationFormat>On-screen Show (4:3)</PresentationFormat>
  <Paragraphs>134</Paragraphs>
  <Slides>15</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Tahoma</vt:lpstr>
      <vt:lpstr>1_template</vt:lpstr>
      <vt:lpstr>CHAPTER 22  Packaged solution projects</vt:lpstr>
      <vt:lpstr>Review chapter 21</vt:lpstr>
      <vt:lpstr>Objectives</vt:lpstr>
      <vt:lpstr>Content</vt:lpstr>
      <vt:lpstr>Packaged solutions</vt:lpstr>
      <vt:lpstr>Requirements for selecting packaged solutions</vt:lpstr>
      <vt:lpstr>Requirements for selecting packaged solutions</vt:lpstr>
      <vt:lpstr>Requirements for selecting packaged solutions</vt:lpstr>
      <vt:lpstr>Requirements for selecting packaged solutions</vt:lpstr>
      <vt:lpstr>Requirements for implementing packaged solutions</vt:lpstr>
      <vt:lpstr>Requirements for implementing packaged solutions</vt:lpstr>
      <vt:lpstr>Requirements for implementing packaged solutions</vt:lpstr>
      <vt:lpstr>Common challenges with packaged solutions</vt:lpstr>
      <vt:lpstr>Review chapter 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Huong</dc:creator>
  <cp:lastModifiedBy>Bay Huynh Van (FE FPTU CT)</cp:lastModifiedBy>
  <cp:revision>187</cp:revision>
  <dcterms:created xsi:type="dcterms:W3CDTF">2018-03-29T02:18:15Z</dcterms:created>
  <dcterms:modified xsi:type="dcterms:W3CDTF">2020-03-18T10:05:09Z</dcterms:modified>
</cp:coreProperties>
</file>