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3" r:id="rId1"/>
  </p:sldMasterIdLst>
  <p:notesMasterIdLst>
    <p:notesMasterId r:id="rId26"/>
  </p:notesMasterIdLst>
  <p:sldIdLst>
    <p:sldId id="257" r:id="rId2"/>
    <p:sldId id="278" r:id="rId3"/>
    <p:sldId id="258" r:id="rId4"/>
    <p:sldId id="259" r:id="rId5"/>
    <p:sldId id="260" r:id="rId6"/>
    <p:sldId id="261" r:id="rId7"/>
    <p:sldId id="271" r:id="rId8"/>
    <p:sldId id="262" r:id="rId9"/>
    <p:sldId id="272" r:id="rId10"/>
    <p:sldId id="273" r:id="rId11"/>
    <p:sldId id="263" r:id="rId12"/>
    <p:sldId id="264" r:id="rId13"/>
    <p:sldId id="265" r:id="rId14"/>
    <p:sldId id="266" r:id="rId15"/>
    <p:sldId id="274" r:id="rId16"/>
    <p:sldId id="267" r:id="rId17"/>
    <p:sldId id="280" r:id="rId18"/>
    <p:sldId id="275" r:id="rId19"/>
    <p:sldId id="276" r:id="rId20"/>
    <p:sldId id="277" r:id="rId21"/>
    <p:sldId id="268" r:id="rId22"/>
    <p:sldId id="269" r:id="rId23"/>
    <p:sldId id="281" r:id="rId24"/>
    <p:sldId id="270"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85457" autoAdjust="0"/>
  </p:normalViewPr>
  <p:slideViewPr>
    <p:cSldViewPr snapToGrid="0">
      <p:cViewPr varScale="1">
        <p:scale>
          <a:sx n="98" d="100"/>
          <a:sy n="98" d="100"/>
        </p:scale>
        <p:origin x="204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A65A4D7-7720-45CB-8279-86EBD3407E97}" type="doc">
      <dgm:prSet loTypeId="urn:microsoft.com/office/officeart/2005/8/layout/orgChart1" loCatId="hierarchy" qsTypeId="urn:microsoft.com/office/officeart/2005/8/quickstyle/simple3" qsCatId="simple" csTypeId="urn:microsoft.com/office/officeart/2005/8/colors/colorful2" csCatId="colorful" phldr="1"/>
      <dgm:spPr/>
      <dgm:t>
        <a:bodyPr/>
        <a:lstStyle/>
        <a:p>
          <a:endParaRPr lang="en-US"/>
        </a:p>
      </dgm:t>
    </dgm:pt>
    <dgm:pt modelId="{9E6404DC-1053-49D6-95EE-599A97C88DD3}">
      <dgm:prSet phldrT="[Text]" custT="1"/>
      <dgm:spPr/>
      <dgm:t>
        <a:bodyPr/>
        <a:lstStyle/>
        <a:p>
          <a:r>
            <a:rPr lang="en-US" sz="1600" dirty="0"/>
            <a:t>Chapter 5: Establishing the biz requirements.</a:t>
          </a:r>
        </a:p>
      </dgm:t>
    </dgm:pt>
    <dgm:pt modelId="{541DED35-EA1D-4B2B-8573-F418430E3EF8}" type="parTrans" cxnId="{4CA9C32A-C8CD-40F1-AFCB-D726CB5C7F3F}">
      <dgm:prSet/>
      <dgm:spPr/>
      <dgm:t>
        <a:bodyPr/>
        <a:lstStyle/>
        <a:p>
          <a:endParaRPr lang="en-US"/>
        </a:p>
      </dgm:t>
    </dgm:pt>
    <dgm:pt modelId="{8EA0B31F-0422-4926-B862-5636855C8DF2}" type="sibTrans" cxnId="{4CA9C32A-C8CD-40F1-AFCB-D726CB5C7F3F}">
      <dgm:prSet/>
      <dgm:spPr/>
      <dgm:t>
        <a:bodyPr/>
        <a:lstStyle/>
        <a:p>
          <a:endParaRPr lang="en-US"/>
        </a:p>
      </dgm:t>
    </dgm:pt>
    <dgm:pt modelId="{620DD3EC-BDCD-468B-B566-7FE2B848507E}">
      <dgm:prSet phldrT="[Text]" custT="1"/>
      <dgm:spPr/>
      <dgm:t>
        <a:bodyPr/>
        <a:lstStyle/>
        <a:p>
          <a:r>
            <a:rPr lang="en-US" sz="1600" dirty="0"/>
            <a:t>Scope </a:t>
          </a:r>
          <a:r>
            <a:rPr lang="en-US" sz="1600" dirty="0" err="1"/>
            <a:t>repre</a:t>
          </a:r>
          <a:r>
            <a:rPr lang="en-US" sz="1600" dirty="0"/>
            <a:t>. techniques</a:t>
          </a:r>
        </a:p>
      </dgm:t>
    </dgm:pt>
    <dgm:pt modelId="{F0764DAA-254D-4C3C-9708-669D5BF5A337}" type="parTrans" cxnId="{55322DC1-D5BB-4947-91D3-C49D83A86839}">
      <dgm:prSet/>
      <dgm:spPr/>
      <dgm:t>
        <a:bodyPr/>
        <a:lstStyle/>
        <a:p>
          <a:endParaRPr lang="en-US"/>
        </a:p>
      </dgm:t>
    </dgm:pt>
    <dgm:pt modelId="{61B96E30-C56F-4FDE-AA00-908E8835534F}" type="sibTrans" cxnId="{55322DC1-D5BB-4947-91D3-C49D83A86839}">
      <dgm:prSet/>
      <dgm:spPr/>
      <dgm:t>
        <a:bodyPr/>
        <a:lstStyle/>
        <a:p>
          <a:endParaRPr lang="en-US"/>
        </a:p>
      </dgm:t>
    </dgm:pt>
    <dgm:pt modelId="{1FDE73C1-1773-4DFF-80D8-CE538843B8D6}">
      <dgm:prSet phldrT="[Text]" custT="1"/>
      <dgm:spPr/>
      <dgm:t>
        <a:bodyPr/>
        <a:lstStyle/>
        <a:p>
          <a:r>
            <a:rPr lang="en-US" sz="1600" dirty="0"/>
            <a:t>Keeping scope in focus</a:t>
          </a:r>
        </a:p>
      </dgm:t>
    </dgm:pt>
    <dgm:pt modelId="{9BFD04D4-D27E-47FD-B17A-0660BE35F1CF}" type="parTrans" cxnId="{5D8E00E0-9552-4EAC-9DC8-D6AAED642315}">
      <dgm:prSet/>
      <dgm:spPr/>
      <dgm:t>
        <a:bodyPr/>
        <a:lstStyle/>
        <a:p>
          <a:endParaRPr lang="en-US"/>
        </a:p>
      </dgm:t>
    </dgm:pt>
    <dgm:pt modelId="{43EBF1FA-1DAE-4CFF-8F77-984B40970F7F}" type="sibTrans" cxnId="{5D8E00E0-9552-4EAC-9DC8-D6AAED642315}">
      <dgm:prSet/>
      <dgm:spPr/>
      <dgm:t>
        <a:bodyPr/>
        <a:lstStyle/>
        <a:p>
          <a:endParaRPr lang="en-US"/>
        </a:p>
      </dgm:t>
    </dgm:pt>
    <dgm:pt modelId="{9286A5EC-F2A9-487D-8BF1-B96EEEFD636B}">
      <dgm:prSet phldrT="[Text]" custT="1"/>
      <dgm:spPr/>
      <dgm:t>
        <a:bodyPr/>
        <a:lstStyle/>
        <a:p>
          <a:r>
            <a:rPr lang="en-US" sz="1600" dirty="0"/>
            <a:t>Biz req.</a:t>
          </a:r>
        </a:p>
      </dgm:t>
    </dgm:pt>
    <dgm:pt modelId="{D6357A36-116B-440B-A9E1-8EDB3A4D1B88}" type="sibTrans" cxnId="{3371D227-869E-4636-B9B0-BA373BCE5AD6}">
      <dgm:prSet/>
      <dgm:spPr/>
      <dgm:t>
        <a:bodyPr/>
        <a:lstStyle/>
        <a:p>
          <a:endParaRPr lang="en-US"/>
        </a:p>
      </dgm:t>
    </dgm:pt>
    <dgm:pt modelId="{8CE2CE9A-EBD7-445E-BD99-21666869C1D4}" type="parTrans" cxnId="{3371D227-869E-4636-B9B0-BA373BCE5AD6}">
      <dgm:prSet/>
      <dgm:spPr/>
      <dgm:t>
        <a:bodyPr/>
        <a:lstStyle/>
        <a:p>
          <a:endParaRPr lang="en-US"/>
        </a:p>
      </dgm:t>
    </dgm:pt>
    <dgm:pt modelId="{8A74C719-C0B0-45E7-A044-8F3E3BDD14B1}">
      <dgm:prSet phldrT="[Text]" custT="1"/>
      <dgm:spPr/>
      <dgm:t>
        <a:bodyPr/>
        <a:lstStyle/>
        <a:p>
          <a:r>
            <a:rPr lang="en-US" sz="1600" dirty="0"/>
            <a:t>Context diagram</a:t>
          </a:r>
        </a:p>
      </dgm:t>
    </dgm:pt>
    <dgm:pt modelId="{59E3059B-1485-4ECC-BBBF-7CA3E640F38D}" type="parTrans" cxnId="{E78715C6-6B3E-4015-AF89-6E5215265BF1}">
      <dgm:prSet/>
      <dgm:spPr/>
      <dgm:t>
        <a:bodyPr/>
        <a:lstStyle/>
        <a:p>
          <a:endParaRPr lang="en-US"/>
        </a:p>
      </dgm:t>
    </dgm:pt>
    <dgm:pt modelId="{E492CAAE-7760-4A53-A4A2-E6FDF4DA8978}" type="sibTrans" cxnId="{E78715C6-6B3E-4015-AF89-6E5215265BF1}">
      <dgm:prSet/>
      <dgm:spPr/>
      <dgm:t>
        <a:bodyPr/>
        <a:lstStyle/>
        <a:p>
          <a:endParaRPr lang="en-US"/>
        </a:p>
      </dgm:t>
    </dgm:pt>
    <dgm:pt modelId="{8B93368D-220F-4F51-922B-E3D40AEF4871}">
      <dgm:prSet phldrT="[Text]" custT="1"/>
      <dgm:spPr/>
      <dgm:t>
        <a:bodyPr/>
        <a:lstStyle/>
        <a:p>
          <a:r>
            <a:rPr lang="en-US" sz="1600" dirty="0"/>
            <a:t>Using business objectives to make scoping decisions</a:t>
          </a:r>
        </a:p>
      </dgm:t>
    </dgm:pt>
    <dgm:pt modelId="{FD8FE40B-879F-4F4E-B1C0-B05B7EF61B85}" type="parTrans" cxnId="{8D8C3FA4-9174-40CF-A8BD-7F932B2D0964}">
      <dgm:prSet/>
      <dgm:spPr/>
      <dgm:t>
        <a:bodyPr/>
        <a:lstStyle/>
        <a:p>
          <a:endParaRPr lang="en-US"/>
        </a:p>
      </dgm:t>
    </dgm:pt>
    <dgm:pt modelId="{DEC3EE81-7009-4889-8EA1-20032230294E}" type="sibTrans" cxnId="{8D8C3FA4-9174-40CF-A8BD-7F932B2D0964}">
      <dgm:prSet/>
      <dgm:spPr/>
      <dgm:t>
        <a:bodyPr/>
        <a:lstStyle/>
        <a:p>
          <a:endParaRPr lang="en-US"/>
        </a:p>
      </dgm:t>
    </dgm:pt>
    <dgm:pt modelId="{A1A03C13-4BED-4BB7-8AFB-BDB236A519FA}">
      <dgm:prSet phldrT="[Text]" custT="1"/>
      <dgm:spPr/>
      <dgm:t>
        <a:bodyPr/>
        <a:lstStyle/>
        <a:p>
          <a:r>
            <a:rPr lang="en-US" sz="1600"/>
            <a:t>Vision and scope on agile projects</a:t>
          </a:r>
          <a:endParaRPr lang="en-US" sz="1600" dirty="0"/>
        </a:p>
      </dgm:t>
    </dgm:pt>
    <dgm:pt modelId="{9E18C130-4D81-4BDD-8DE6-22CF9F45E19E}" type="parTrans" cxnId="{7C7485FC-4CFA-45FF-817B-B38DD356F0B5}">
      <dgm:prSet/>
      <dgm:spPr/>
      <dgm:t>
        <a:bodyPr/>
        <a:lstStyle/>
        <a:p>
          <a:endParaRPr lang="en-US"/>
        </a:p>
      </dgm:t>
    </dgm:pt>
    <dgm:pt modelId="{CF4AE597-246B-4D28-8B3B-D3E59AB05BD8}" type="sibTrans" cxnId="{7C7485FC-4CFA-45FF-817B-B38DD356F0B5}">
      <dgm:prSet/>
      <dgm:spPr/>
      <dgm:t>
        <a:bodyPr/>
        <a:lstStyle/>
        <a:p>
          <a:endParaRPr lang="en-US"/>
        </a:p>
      </dgm:t>
    </dgm:pt>
    <dgm:pt modelId="{1E627F9E-CE3B-4A85-BB78-8DDB86A78DDE}">
      <dgm:prSet phldrT="[Text]" custT="1"/>
      <dgm:spPr/>
      <dgm:t>
        <a:bodyPr/>
        <a:lstStyle/>
        <a:p>
          <a:r>
            <a:rPr lang="en-US" sz="1400" dirty="0"/>
            <a:t>Product vision and project scope.</a:t>
          </a:r>
        </a:p>
      </dgm:t>
    </dgm:pt>
    <dgm:pt modelId="{9D28DB69-DDB3-4999-9A0B-8D007976E69E}" type="parTrans" cxnId="{97E4A6DE-8713-4676-BBF8-2B93F08AF837}">
      <dgm:prSet/>
      <dgm:spPr/>
      <dgm:t>
        <a:bodyPr/>
        <a:lstStyle/>
        <a:p>
          <a:endParaRPr lang="en-US"/>
        </a:p>
      </dgm:t>
    </dgm:pt>
    <dgm:pt modelId="{CC71E985-969E-423D-B820-177A0337B408}" type="sibTrans" cxnId="{97E4A6DE-8713-4676-BBF8-2B93F08AF837}">
      <dgm:prSet/>
      <dgm:spPr/>
      <dgm:t>
        <a:bodyPr/>
        <a:lstStyle/>
        <a:p>
          <a:endParaRPr lang="en-US"/>
        </a:p>
      </dgm:t>
    </dgm:pt>
    <dgm:pt modelId="{ADFFC400-8BBA-4CA0-97DA-A5239AD7FF83}">
      <dgm:prSet phldrT="[Text]" custT="1"/>
      <dgm:spPr/>
      <dgm:t>
        <a:bodyPr/>
        <a:lstStyle/>
        <a:p>
          <a:r>
            <a:rPr lang="en-US" sz="1400" dirty="0"/>
            <a:t>Identify desired biz benefits</a:t>
          </a:r>
        </a:p>
      </dgm:t>
    </dgm:pt>
    <dgm:pt modelId="{99711691-FE7D-42E5-90F7-7213A0866CC3}" type="parTrans" cxnId="{01851525-6EDF-4B5C-AA90-15F1ED5B54E0}">
      <dgm:prSet/>
      <dgm:spPr/>
      <dgm:t>
        <a:bodyPr/>
        <a:lstStyle/>
        <a:p>
          <a:endParaRPr lang="en-US"/>
        </a:p>
      </dgm:t>
    </dgm:pt>
    <dgm:pt modelId="{6927A47E-B4A6-47D8-9933-65CB1934B7A9}" type="sibTrans" cxnId="{01851525-6EDF-4B5C-AA90-15F1ED5B54E0}">
      <dgm:prSet/>
      <dgm:spPr/>
      <dgm:t>
        <a:bodyPr/>
        <a:lstStyle/>
        <a:p>
          <a:endParaRPr lang="en-US"/>
        </a:p>
      </dgm:t>
    </dgm:pt>
    <dgm:pt modelId="{333C57DF-44D6-4356-9DD0-3E7D7FE1C161}">
      <dgm:prSet/>
      <dgm:spPr/>
      <dgm:t>
        <a:bodyPr/>
        <a:lstStyle/>
        <a:p>
          <a:r>
            <a:rPr lang="en-US" dirty="0"/>
            <a:t>Feature tree</a:t>
          </a:r>
        </a:p>
      </dgm:t>
    </dgm:pt>
    <dgm:pt modelId="{DD53956A-A14A-4170-B01B-B76F6156E186}" type="parTrans" cxnId="{D6668533-E362-4844-991A-9019AC2707F0}">
      <dgm:prSet/>
      <dgm:spPr/>
      <dgm:t>
        <a:bodyPr/>
        <a:lstStyle/>
        <a:p>
          <a:endParaRPr lang="en-US"/>
        </a:p>
      </dgm:t>
    </dgm:pt>
    <dgm:pt modelId="{B27EF3EC-B2D7-49CA-909B-AFD3DB6107C0}" type="sibTrans" cxnId="{D6668533-E362-4844-991A-9019AC2707F0}">
      <dgm:prSet/>
      <dgm:spPr/>
      <dgm:t>
        <a:bodyPr/>
        <a:lstStyle/>
        <a:p>
          <a:endParaRPr lang="en-US"/>
        </a:p>
      </dgm:t>
    </dgm:pt>
    <dgm:pt modelId="{BB6F59A4-4DB5-43CC-843A-A365B074FF8F}">
      <dgm:prSet phldrT="[Text]" custT="1"/>
      <dgm:spPr/>
      <dgm:t>
        <a:bodyPr/>
        <a:lstStyle/>
        <a:p>
          <a:r>
            <a:rPr lang="en-US" sz="1400" dirty="0"/>
            <a:t>Conflicting biz req.</a:t>
          </a:r>
        </a:p>
      </dgm:t>
    </dgm:pt>
    <dgm:pt modelId="{76D09E1F-AA0B-44A1-82D3-80FB99969A56}" type="parTrans" cxnId="{5C60CE80-C71D-4058-AD42-6B3A2738DF6F}">
      <dgm:prSet/>
      <dgm:spPr/>
      <dgm:t>
        <a:bodyPr/>
        <a:lstStyle/>
        <a:p>
          <a:endParaRPr lang="en-US"/>
        </a:p>
      </dgm:t>
    </dgm:pt>
    <dgm:pt modelId="{ECA1ACD1-E501-48BB-81C8-8CCA865F668E}" type="sibTrans" cxnId="{5C60CE80-C71D-4058-AD42-6B3A2738DF6F}">
      <dgm:prSet/>
      <dgm:spPr/>
      <dgm:t>
        <a:bodyPr/>
        <a:lstStyle/>
        <a:p>
          <a:endParaRPr lang="en-US"/>
        </a:p>
      </dgm:t>
    </dgm:pt>
    <dgm:pt modelId="{77C3C3AA-3A8A-4B31-B35F-F3774D30BCA3}">
      <dgm:prSet phldrT="[Text]" custT="1"/>
      <dgm:spPr/>
      <dgm:t>
        <a:bodyPr/>
        <a:lstStyle/>
        <a:p>
          <a:r>
            <a:rPr lang="en-US" dirty="0"/>
            <a:t>Ecosystem map</a:t>
          </a:r>
          <a:endParaRPr lang="en-US" sz="1600" dirty="0"/>
        </a:p>
      </dgm:t>
    </dgm:pt>
    <dgm:pt modelId="{57BE887B-DFB1-4703-A21C-33D2F572B227}" type="parTrans" cxnId="{CC67E7F1-B92F-4036-98D5-8A7AEFFB9FD6}">
      <dgm:prSet/>
      <dgm:spPr/>
      <dgm:t>
        <a:bodyPr/>
        <a:lstStyle/>
        <a:p>
          <a:endParaRPr lang="en-US"/>
        </a:p>
      </dgm:t>
    </dgm:pt>
    <dgm:pt modelId="{175CEB8D-A56F-4B8B-AD06-E01364EC2343}" type="sibTrans" cxnId="{CC67E7F1-B92F-4036-98D5-8A7AEFFB9FD6}">
      <dgm:prSet/>
      <dgm:spPr/>
      <dgm:t>
        <a:bodyPr/>
        <a:lstStyle/>
        <a:p>
          <a:endParaRPr lang="en-US"/>
        </a:p>
      </dgm:t>
    </dgm:pt>
    <dgm:pt modelId="{D8D33E0B-BA98-47CB-BA1F-05ECD12BDF13}">
      <dgm:prSet/>
      <dgm:spPr/>
      <dgm:t>
        <a:bodyPr/>
        <a:lstStyle/>
        <a:p>
          <a:r>
            <a:rPr lang="en-US" dirty="0"/>
            <a:t>Event list </a:t>
          </a:r>
        </a:p>
      </dgm:t>
    </dgm:pt>
    <dgm:pt modelId="{70CEE601-7FA4-4942-81AF-94D3662CC6DF}" type="parTrans" cxnId="{7E212279-5E57-4C84-8DCB-BEA8A116B687}">
      <dgm:prSet/>
      <dgm:spPr/>
      <dgm:t>
        <a:bodyPr/>
        <a:lstStyle/>
        <a:p>
          <a:endParaRPr lang="en-US"/>
        </a:p>
      </dgm:t>
    </dgm:pt>
    <dgm:pt modelId="{C11E1C86-6056-4ED6-83F0-57CA7B3BA457}" type="sibTrans" cxnId="{7E212279-5E57-4C84-8DCB-BEA8A116B687}">
      <dgm:prSet/>
      <dgm:spPr/>
      <dgm:t>
        <a:bodyPr/>
        <a:lstStyle/>
        <a:p>
          <a:endParaRPr lang="en-US"/>
        </a:p>
      </dgm:t>
    </dgm:pt>
    <dgm:pt modelId="{A41BBC17-FE55-4D63-9B0C-740EEADF8DA4}">
      <dgm:prSet phldrT="[Text]" custT="1"/>
      <dgm:spPr/>
      <dgm:t>
        <a:bodyPr/>
        <a:lstStyle/>
        <a:p>
          <a:r>
            <a:rPr lang="en-US" sz="1600" dirty="0"/>
            <a:t>Assessing the impact of scope changes</a:t>
          </a:r>
        </a:p>
      </dgm:t>
    </dgm:pt>
    <dgm:pt modelId="{2E34B4CC-FD03-4319-B91E-4987A8F42070}" type="parTrans" cxnId="{0A0C38DB-8015-4A75-A327-A58E5A9C1F47}">
      <dgm:prSet/>
      <dgm:spPr/>
      <dgm:t>
        <a:bodyPr/>
        <a:lstStyle/>
        <a:p>
          <a:endParaRPr lang="en-US"/>
        </a:p>
      </dgm:t>
    </dgm:pt>
    <dgm:pt modelId="{19B7E1E6-B028-4F00-8B93-50A2F20C44EB}" type="sibTrans" cxnId="{0A0C38DB-8015-4A75-A327-A58E5A9C1F47}">
      <dgm:prSet/>
      <dgm:spPr/>
      <dgm:t>
        <a:bodyPr/>
        <a:lstStyle/>
        <a:p>
          <a:endParaRPr lang="en-US"/>
        </a:p>
      </dgm:t>
    </dgm:pt>
    <dgm:pt modelId="{11077618-9302-474C-8482-1BBB83E3AEF1}" type="pres">
      <dgm:prSet presAssocID="{1A65A4D7-7720-45CB-8279-86EBD3407E97}" presName="hierChild1" presStyleCnt="0">
        <dgm:presLayoutVars>
          <dgm:orgChart val="1"/>
          <dgm:chPref val="1"/>
          <dgm:dir/>
          <dgm:animOne val="branch"/>
          <dgm:animLvl val="lvl"/>
          <dgm:resizeHandles/>
        </dgm:presLayoutVars>
      </dgm:prSet>
      <dgm:spPr/>
    </dgm:pt>
    <dgm:pt modelId="{38ED7B2E-63E5-438D-91CD-EFA6DE9BBF61}" type="pres">
      <dgm:prSet presAssocID="{9E6404DC-1053-49D6-95EE-599A97C88DD3}" presName="hierRoot1" presStyleCnt="0">
        <dgm:presLayoutVars>
          <dgm:hierBranch val="init"/>
        </dgm:presLayoutVars>
      </dgm:prSet>
      <dgm:spPr/>
    </dgm:pt>
    <dgm:pt modelId="{ADCB6C6D-2F95-4AD5-B3EB-BEA9A3239732}" type="pres">
      <dgm:prSet presAssocID="{9E6404DC-1053-49D6-95EE-599A97C88DD3}" presName="rootComposite1" presStyleCnt="0"/>
      <dgm:spPr/>
    </dgm:pt>
    <dgm:pt modelId="{0F3C8968-31FF-46A5-BCB3-A2E771257413}" type="pres">
      <dgm:prSet presAssocID="{9E6404DC-1053-49D6-95EE-599A97C88DD3}" presName="rootText1" presStyleLbl="node0" presStyleIdx="0" presStyleCnt="1" custScaleX="221574">
        <dgm:presLayoutVars>
          <dgm:chPref val="3"/>
        </dgm:presLayoutVars>
      </dgm:prSet>
      <dgm:spPr/>
    </dgm:pt>
    <dgm:pt modelId="{C8C73746-D1E9-45A4-A4B2-4DB251C0CC5A}" type="pres">
      <dgm:prSet presAssocID="{9E6404DC-1053-49D6-95EE-599A97C88DD3}" presName="rootConnector1" presStyleLbl="node1" presStyleIdx="0" presStyleCnt="0"/>
      <dgm:spPr/>
    </dgm:pt>
    <dgm:pt modelId="{AD53A4B1-01E7-41E8-9724-31F3910545A4}" type="pres">
      <dgm:prSet presAssocID="{9E6404DC-1053-49D6-95EE-599A97C88DD3}" presName="hierChild2" presStyleCnt="0"/>
      <dgm:spPr/>
    </dgm:pt>
    <dgm:pt modelId="{7B4371B5-9FE0-4A41-B872-D27DD755166A}" type="pres">
      <dgm:prSet presAssocID="{8CE2CE9A-EBD7-445E-BD99-21666869C1D4}" presName="Name37" presStyleLbl="parChTrans1D2" presStyleIdx="0" presStyleCnt="4"/>
      <dgm:spPr/>
    </dgm:pt>
    <dgm:pt modelId="{ED726A71-3CEE-43E5-B36E-E99BBF451E5B}" type="pres">
      <dgm:prSet presAssocID="{9286A5EC-F2A9-487D-8BF1-B96EEEFD636B}" presName="hierRoot2" presStyleCnt="0">
        <dgm:presLayoutVars>
          <dgm:hierBranch val="init"/>
        </dgm:presLayoutVars>
      </dgm:prSet>
      <dgm:spPr/>
    </dgm:pt>
    <dgm:pt modelId="{82B2FC70-3C15-48D4-B101-71C09EFE19F9}" type="pres">
      <dgm:prSet presAssocID="{9286A5EC-F2A9-487D-8BF1-B96EEEFD636B}" presName="rootComposite" presStyleCnt="0"/>
      <dgm:spPr/>
    </dgm:pt>
    <dgm:pt modelId="{C9422C4E-2B02-4D33-A16B-EF7B187ECAB7}" type="pres">
      <dgm:prSet presAssocID="{9286A5EC-F2A9-487D-8BF1-B96EEEFD636B}" presName="rootText" presStyleLbl="node2" presStyleIdx="0" presStyleCnt="4" custScaleX="149111">
        <dgm:presLayoutVars>
          <dgm:chPref val="3"/>
        </dgm:presLayoutVars>
      </dgm:prSet>
      <dgm:spPr/>
    </dgm:pt>
    <dgm:pt modelId="{A10B8E6A-AEE1-4C2B-8634-C515AEDBA0E5}" type="pres">
      <dgm:prSet presAssocID="{9286A5EC-F2A9-487D-8BF1-B96EEEFD636B}" presName="rootConnector" presStyleLbl="node2" presStyleIdx="0" presStyleCnt="4"/>
      <dgm:spPr/>
    </dgm:pt>
    <dgm:pt modelId="{C9264EDA-91B6-4FAE-AFE6-AFC29BE66386}" type="pres">
      <dgm:prSet presAssocID="{9286A5EC-F2A9-487D-8BF1-B96EEEFD636B}" presName="hierChild4" presStyleCnt="0"/>
      <dgm:spPr/>
    </dgm:pt>
    <dgm:pt modelId="{75D5AD84-DBF1-46D6-A5BA-E9CD0863B250}" type="pres">
      <dgm:prSet presAssocID="{99711691-FE7D-42E5-90F7-7213A0866CC3}" presName="Name37" presStyleLbl="parChTrans1D3" presStyleIdx="0" presStyleCnt="9"/>
      <dgm:spPr/>
    </dgm:pt>
    <dgm:pt modelId="{0A3D070D-372F-44AA-9989-2950AF322DAD}" type="pres">
      <dgm:prSet presAssocID="{ADFFC400-8BBA-4CA0-97DA-A5239AD7FF83}" presName="hierRoot2" presStyleCnt="0">
        <dgm:presLayoutVars>
          <dgm:hierBranch val="init"/>
        </dgm:presLayoutVars>
      </dgm:prSet>
      <dgm:spPr/>
    </dgm:pt>
    <dgm:pt modelId="{F82308D2-FFCE-4A27-A6F8-80CAC5E49554}" type="pres">
      <dgm:prSet presAssocID="{ADFFC400-8BBA-4CA0-97DA-A5239AD7FF83}" presName="rootComposite" presStyleCnt="0"/>
      <dgm:spPr/>
    </dgm:pt>
    <dgm:pt modelId="{ED8B7DF3-7C68-4E1C-A743-283531BE19BD}" type="pres">
      <dgm:prSet presAssocID="{ADFFC400-8BBA-4CA0-97DA-A5239AD7FF83}" presName="rootText" presStyleLbl="node3" presStyleIdx="0" presStyleCnt="9">
        <dgm:presLayoutVars>
          <dgm:chPref val="3"/>
        </dgm:presLayoutVars>
      </dgm:prSet>
      <dgm:spPr/>
    </dgm:pt>
    <dgm:pt modelId="{7C494E9C-07EE-4809-A445-329E5D279BED}" type="pres">
      <dgm:prSet presAssocID="{ADFFC400-8BBA-4CA0-97DA-A5239AD7FF83}" presName="rootConnector" presStyleLbl="node3" presStyleIdx="0" presStyleCnt="9"/>
      <dgm:spPr/>
    </dgm:pt>
    <dgm:pt modelId="{F5BD26D9-4E15-4028-952B-19C65CF2D9B3}" type="pres">
      <dgm:prSet presAssocID="{ADFFC400-8BBA-4CA0-97DA-A5239AD7FF83}" presName="hierChild4" presStyleCnt="0"/>
      <dgm:spPr/>
    </dgm:pt>
    <dgm:pt modelId="{DF11C6F3-AB9A-4C85-A48C-F7DD5BA1D2F8}" type="pres">
      <dgm:prSet presAssocID="{ADFFC400-8BBA-4CA0-97DA-A5239AD7FF83}" presName="hierChild5" presStyleCnt="0"/>
      <dgm:spPr/>
    </dgm:pt>
    <dgm:pt modelId="{DE7F276F-E57B-4251-A70B-2917BAF50B6F}" type="pres">
      <dgm:prSet presAssocID="{9D28DB69-DDB3-4999-9A0B-8D007976E69E}" presName="Name37" presStyleLbl="parChTrans1D3" presStyleIdx="1" presStyleCnt="9"/>
      <dgm:spPr/>
    </dgm:pt>
    <dgm:pt modelId="{7971AF45-BEF4-409C-A7A2-334F0F0C01E6}" type="pres">
      <dgm:prSet presAssocID="{1E627F9E-CE3B-4A85-BB78-8DDB86A78DDE}" presName="hierRoot2" presStyleCnt="0">
        <dgm:presLayoutVars>
          <dgm:hierBranch val="init"/>
        </dgm:presLayoutVars>
      </dgm:prSet>
      <dgm:spPr/>
    </dgm:pt>
    <dgm:pt modelId="{C98C32C5-9758-4590-94EE-C277C6DF6AF8}" type="pres">
      <dgm:prSet presAssocID="{1E627F9E-CE3B-4A85-BB78-8DDB86A78DDE}" presName="rootComposite" presStyleCnt="0"/>
      <dgm:spPr/>
    </dgm:pt>
    <dgm:pt modelId="{31C29986-52F5-42D4-A9FC-3B32B3F35DB2}" type="pres">
      <dgm:prSet presAssocID="{1E627F9E-CE3B-4A85-BB78-8DDB86A78DDE}" presName="rootText" presStyleLbl="node3" presStyleIdx="1" presStyleCnt="9">
        <dgm:presLayoutVars>
          <dgm:chPref val="3"/>
        </dgm:presLayoutVars>
      </dgm:prSet>
      <dgm:spPr/>
    </dgm:pt>
    <dgm:pt modelId="{BFFD6F86-AD10-4340-B993-09FE9B342F4C}" type="pres">
      <dgm:prSet presAssocID="{1E627F9E-CE3B-4A85-BB78-8DDB86A78DDE}" presName="rootConnector" presStyleLbl="node3" presStyleIdx="1" presStyleCnt="9"/>
      <dgm:spPr/>
    </dgm:pt>
    <dgm:pt modelId="{4318A7A7-34AB-44EA-9D09-5217CEE301A7}" type="pres">
      <dgm:prSet presAssocID="{1E627F9E-CE3B-4A85-BB78-8DDB86A78DDE}" presName="hierChild4" presStyleCnt="0"/>
      <dgm:spPr/>
    </dgm:pt>
    <dgm:pt modelId="{B26D372B-AEC3-47D7-AF9D-A4B9E1D506C5}" type="pres">
      <dgm:prSet presAssocID="{1E627F9E-CE3B-4A85-BB78-8DDB86A78DDE}" presName="hierChild5" presStyleCnt="0"/>
      <dgm:spPr/>
    </dgm:pt>
    <dgm:pt modelId="{280B42EA-EC35-4614-9AD1-6625D870B1B5}" type="pres">
      <dgm:prSet presAssocID="{76D09E1F-AA0B-44A1-82D3-80FB99969A56}" presName="Name37" presStyleLbl="parChTrans1D3" presStyleIdx="2" presStyleCnt="9"/>
      <dgm:spPr/>
    </dgm:pt>
    <dgm:pt modelId="{CBE58BC9-6D14-46C2-B7C3-1697A5E24526}" type="pres">
      <dgm:prSet presAssocID="{BB6F59A4-4DB5-43CC-843A-A365B074FF8F}" presName="hierRoot2" presStyleCnt="0">
        <dgm:presLayoutVars>
          <dgm:hierBranch val="init"/>
        </dgm:presLayoutVars>
      </dgm:prSet>
      <dgm:spPr/>
    </dgm:pt>
    <dgm:pt modelId="{7EDDB8FB-0DDE-4C38-B595-70E5E5F746F4}" type="pres">
      <dgm:prSet presAssocID="{BB6F59A4-4DB5-43CC-843A-A365B074FF8F}" presName="rootComposite" presStyleCnt="0"/>
      <dgm:spPr/>
    </dgm:pt>
    <dgm:pt modelId="{79B1F6F9-3014-4D1C-95DF-2370CABD51DB}" type="pres">
      <dgm:prSet presAssocID="{BB6F59A4-4DB5-43CC-843A-A365B074FF8F}" presName="rootText" presStyleLbl="node3" presStyleIdx="2" presStyleCnt="9">
        <dgm:presLayoutVars>
          <dgm:chPref val="3"/>
        </dgm:presLayoutVars>
      </dgm:prSet>
      <dgm:spPr/>
    </dgm:pt>
    <dgm:pt modelId="{7FB9D324-3DFD-4731-A6D2-D62A87F2A39A}" type="pres">
      <dgm:prSet presAssocID="{BB6F59A4-4DB5-43CC-843A-A365B074FF8F}" presName="rootConnector" presStyleLbl="node3" presStyleIdx="2" presStyleCnt="9"/>
      <dgm:spPr/>
    </dgm:pt>
    <dgm:pt modelId="{35E65617-2BA8-4E49-A393-003EEAF26159}" type="pres">
      <dgm:prSet presAssocID="{BB6F59A4-4DB5-43CC-843A-A365B074FF8F}" presName="hierChild4" presStyleCnt="0"/>
      <dgm:spPr/>
    </dgm:pt>
    <dgm:pt modelId="{BCF22333-5E0A-4F63-A630-75EE8DB5334A}" type="pres">
      <dgm:prSet presAssocID="{BB6F59A4-4DB5-43CC-843A-A365B074FF8F}" presName="hierChild5" presStyleCnt="0"/>
      <dgm:spPr/>
    </dgm:pt>
    <dgm:pt modelId="{C5C54053-3A12-46C3-BAAB-BDE4C3102748}" type="pres">
      <dgm:prSet presAssocID="{9286A5EC-F2A9-487D-8BF1-B96EEEFD636B}" presName="hierChild5" presStyleCnt="0"/>
      <dgm:spPr/>
    </dgm:pt>
    <dgm:pt modelId="{0146BAA9-2B9D-4F2A-B565-A2DCB6505964}" type="pres">
      <dgm:prSet presAssocID="{F0764DAA-254D-4C3C-9708-669D5BF5A337}" presName="Name37" presStyleLbl="parChTrans1D2" presStyleIdx="1" presStyleCnt="4"/>
      <dgm:spPr/>
    </dgm:pt>
    <dgm:pt modelId="{E84706B5-084F-4950-8554-35690A57F381}" type="pres">
      <dgm:prSet presAssocID="{620DD3EC-BDCD-468B-B566-7FE2B848507E}" presName="hierRoot2" presStyleCnt="0">
        <dgm:presLayoutVars>
          <dgm:hierBranch val="init"/>
        </dgm:presLayoutVars>
      </dgm:prSet>
      <dgm:spPr/>
    </dgm:pt>
    <dgm:pt modelId="{2A614826-E838-4B9F-9FD7-136F010E7C46}" type="pres">
      <dgm:prSet presAssocID="{620DD3EC-BDCD-468B-B566-7FE2B848507E}" presName="rootComposite" presStyleCnt="0"/>
      <dgm:spPr/>
    </dgm:pt>
    <dgm:pt modelId="{02B28F85-DE51-42FF-859E-1DD3A478F426}" type="pres">
      <dgm:prSet presAssocID="{620DD3EC-BDCD-468B-B566-7FE2B848507E}" presName="rootText" presStyleLbl="node2" presStyleIdx="1" presStyleCnt="4" custScaleX="149111">
        <dgm:presLayoutVars>
          <dgm:chPref val="3"/>
        </dgm:presLayoutVars>
      </dgm:prSet>
      <dgm:spPr/>
    </dgm:pt>
    <dgm:pt modelId="{1999F93D-C5E3-4B58-A38A-C971B5C1871B}" type="pres">
      <dgm:prSet presAssocID="{620DD3EC-BDCD-468B-B566-7FE2B848507E}" presName="rootConnector" presStyleLbl="node2" presStyleIdx="1" presStyleCnt="4"/>
      <dgm:spPr/>
    </dgm:pt>
    <dgm:pt modelId="{4C592C92-3156-443C-BB98-9204DFF01F72}" type="pres">
      <dgm:prSet presAssocID="{620DD3EC-BDCD-468B-B566-7FE2B848507E}" presName="hierChild4" presStyleCnt="0"/>
      <dgm:spPr/>
    </dgm:pt>
    <dgm:pt modelId="{A2A41425-2A6B-472C-AF7D-497B8D8C6C0F}" type="pres">
      <dgm:prSet presAssocID="{59E3059B-1485-4ECC-BBBF-7CA3E640F38D}" presName="Name37" presStyleLbl="parChTrans1D3" presStyleIdx="3" presStyleCnt="9"/>
      <dgm:spPr/>
    </dgm:pt>
    <dgm:pt modelId="{BE767F2E-FC2C-4DE4-8EFA-413AB654DE72}" type="pres">
      <dgm:prSet presAssocID="{8A74C719-C0B0-45E7-A044-8F3E3BDD14B1}" presName="hierRoot2" presStyleCnt="0">
        <dgm:presLayoutVars>
          <dgm:hierBranch val="init"/>
        </dgm:presLayoutVars>
      </dgm:prSet>
      <dgm:spPr/>
    </dgm:pt>
    <dgm:pt modelId="{A45A4C96-4AF4-4A85-8F9C-F552E800F221}" type="pres">
      <dgm:prSet presAssocID="{8A74C719-C0B0-45E7-A044-8F3E3BDD14B1}" presName="rootComposite" presStyleCnt="0"/>
      <dgm:spPr/>
    </dgm:pt>
    <dgm:pt modelId="{BB71A1EC-99D4-46DC-BDFC-1D7F327564B8}" type="pres">
      <dgm:prSet presAssocID="{8A74C719-C0B0-45E7-A044-8F3E3BDD14B1}" presName="rootText" presStyleLbl="node3" presStyleIdx="3" presStyleCnt="9">
        <dgm:presLayoutVars>
          <dgm:chPref val="3"/>
        </dgm:presLayoutVars>
      </dgm:prSet>
      <dgm:spPr/>
    </dgm:pt>
    <dgm:pt modelId="{43458361-CDBC-43AE-84A2-56ACA0035337}" type="pres">
      <dgm:prSet presAssocID="{8A74C719-C0B0-45E7-A044-8F3E3BDD14B1}" presName="rootConnector" presStyleLbl="node3" presStyleIdx="3" presStyleCnt="9"/>
      <dgm:spPr/>
    </dgm:pt>
    <dgm:pt modelId="{42C73B18-A616-4116-9F73-6AADE64304BA}" type="pres">
      <dgm:prSet presAssocID="{8A74C719-C0B0-45E7-A044-8F3E3BDD14B1}" presName="hierChild4" presStyleCnt="0"/>
      <dgm:spPr/>
    </dgm:pt>
    <dgm:pt modelId="{69852274-0F2C-4714-965E-6E6ABA270E10}" type="pres">
      <dgm:prSet presAssocID="{8A74C719-C0B0-45E7-A044-8F3E3BDD14B1}" presName="hierChild5" presStyleCnt="0"/>
      <dgm:spPr/>
    </dgm:pt>
    <dgm:pt modelId="{839EC33E-3450-49A5-86B1-C3D4E942848C}" type="pres">
      <dgm:prSet presAssocID="{57BE887B-DFB1-4703-A21C-33D2F572B227}" presName="Name37" presStyleLbl="parChTrans1D3" presStyleIdx="4" presStyleCnt="9"/>
      <dgm:spPr/>
    </dgm:pt>
    <dgm:pt modelId="{4B180C5E-036C-47F9-B49A-8C4E1D77F8D5}" type="pres">
      <dgm:prSet presAssocID="{77C3C3AA-3A8A-4B31-B35F-F3774D30BCA3}" presName="hierRoot2" presStyleCnt="0">
        <dgm:presLayoutVars>
          <dgm:hierBranch val="init"/>
        </dgm:presLayoutVars>
      </dgm:prSet>
      <dgm:spPr/>
    </dgm:pt>
    <dgm:pt modelId="{B90085AD-AFC4-4405-8728-FB504B371902}" type="pres">
      <dgm:prSet presAssocID="{77C3C3AA-3A8A-4B31-B35F-F3774D30BCA3}" presName="rootComposite" presStyleCnt="0"/>
      <dgm:spPr/>
    </dgm:pt>
    <dgm:pt modelId="{91BD0B81-0B97-4F19-9F4D-9BA6FBDEE508}" type="pres">
      <dgm:prSet presAssocID="{77C3C3AA-3A8A-4B31-B35F-F3774D30BCA3}" presName="rootText" presStyleLbl="node3" presStyleIdx="4" presStyleCnt="9">
        <dgm:presLayoutVars>
          <dgm:chPref val="3"/>
        </dgm:presLayoutVars>
      </dgm:prSet>
      <dgm:spPr/>
    </dgm:pt>
    <dgm:pt modelId="{7733767C-FCC0-4431-AE49-B7D33358E138}" type="pres">
      <dgm:prSet presAssocID="{77C3C3AA-3A8A-4B31-B35F-F3774D30BCA3}" presName="rootConnector" presStyleLbl="node3" presStyleIdx="4" presStyleCnt="9"/>
      <dgm:spPr/>
    </dgm:pt>
    <dgm:pt modelId="{D8541C35-4751-46A7-B2BF-09F765488DDE}" type="pres">
      <dgm:prSet presAssocID="{77C3C3AA-3A8A-4B31-B35F-F3774D30BCA3}" presName="hierChild4" presStyleCnt="0"/>
      <dgm:spPr/>
    </dgm:pt>
    <dgm:pt modelId="{65AA6ECA-9464-448B-AF8B-8DA73123EF2A}" type="pres">
      <dgm:prSet presAssocID="{77C3C3AA-3A8A-4B31-B35F-F3774D30BCA3}" presName="hierChild5" presStyleCnt="0"/>
      <dgm:spPr/>
    </dgm:pt>
    <dgm:pt modelId="{B9A8D99B-7E04-4FCC-8A85-F7F0979F84F7}" type="pres">
      <dgm:prSet presAssocID="{DD53956A-A14A-4170-B01B-B76F6156E186}" presName="Name37" presStyleLbl="parChTrans1D3" presStyleIdx="5" presStyleCnt="9"/>
      <dgm:spPr/>
    </dgm:pt>
    <dgm:pt modelId="{A1F6E8CC-6217-472F-ADBE-8596CBB0C33B}" type="pres">
      <dgm:prSet presAssocID="{333C57DF-44D6-4356-9DD0-3E7D7FE1C161}" presName="hierRoot2" presStyleCnt="0">
        <dgm:presLayoutVars>
          <dgm:hierBranch val="init"/>
        </dgm:presLayoutVars>
      </dgm:prSet>
      <dgm:spPr/>
    </dgm:pt>
    <dgm:pt modelId="{00492B01-7A97-4F6F-B40B-8E0AFBDD877F}" type="pres">
      <dgm:prSet presAssocID="{333C57DF-44D6-4356-9DD0-3E7D7FE1C161}" presName="rootComposite" presStyleCnt="0"/>
      <dgm:spPr/>
    </dgm:pt>
    <dgm:pt modelId="{7872A18C-E13C-45E9-80D5-90CBBA671EF8}" type="pres">
      <dgm:prSet presAssocID="{333C57DF-44D6-4356-9DD0-3E7D7FE1C161}" presName="rootText" presStyleLbl="node3" presStyleIdx="5" presStyleCnt="9">
        <dgm:presLayoutVars>
          <dgm:chPref val="3"/>
        </dgm:presLayoutVars>
      </dgm:prSet>
      <dgm:spPr/>
    </dgm:pt>
    <dgm:pt modelId="{5C5CB2F4-36C0-4C54-B44C-8DBDD3F56FA6}" type="pres">
      <dgm:prSet presAssocID="{333C57DF-44D6-4356-9DD0-3E7D7FE1C161}" presName="rootConnector" presStyleLbl="node3" presStyleIdx="5" presStyleCnt="9"/>
      <dgm:spPr/>
    </dgm:pt>
    <dgm:pt modelId="{329E2700-FB6E-4F2D-9863-8AD5668B3E7A}" type="pres">
      <dgm:prSet presAssocID="{333C57DF-44D6-4356-9DD0-3E7D7FE1C161}" presName="hierChild4" presStyleCnt="0"/>
      <dgm:spPr/>
    </dgm:pt>
    <dgm:pt modelId="{4B662056-6ACC-4D88-8440-3A00A44DBE3F}" type="pres">
      <dgm:prSet presAssocID="{333C57DF-44D6-4356-9DD0-3E7D7FE1C161}" presName="hierChild5" presStyleCnt="0"/>
      <dgm:spPr/>
    </dgm:pt>
    <dgm:pt modelId="{7DFEB020-B3A6-45F8-B681-CBF1D150070D}" type="pres">
      <dgm:prSet presAssocID="{70CEE601-7FA4-4942-81AF-94D3662CC6DF}" presName="Name37" presStyleLbl="parChTrans1D3" presStyleIdx="6" presStyleCnt="9"/>
      <dgm:spPr/>
    </dgm:pt>
    <dgm:pt modelId="{4436AC88-044A-4544-80FA-2A0AC89805EE}" type="pres">
      <dgm:prSet presAssocID="{D8D33E0B-BA98-47CB-BA1F-05ECD12BDF13}" presName="hierRoot2" presStyleCnt="0">
        <dgm:presLayoutVars>
          <dgm:hierBranch val="init"/>
        </dgm:presLayoutVars>
      </dgm:prSet>
      <dgm:spPr/>
    </dgm:pt>
    <dgm:pt modelId="{D023C210-04B0-4003-BA36-C587620748E7}" type="pres">
      <dgm:prSet presAssocID="{D8D33E0B-BA98-47CB-BA1F-05ECD12BDF13}" presName="rootComposite" presStyleCnt="0"/>
      <dgm:spPr/>
    </dgm:pt>
    <dgm:pt modelId="{2D249D8E-2EE3-48FE-873A-19562369E443}" type="pres">
      <dgm:prSet presAssocID="{D8D33E0B-BA98-47CB-BA1F-05ECD12BDF13}" presName="rootText" presStyleLbl="node3" presStyleIdx="6" presStyleCnt="9">
        <dgm:presLayoutVars>
          <dgm:chPref val="3"/>
        </dgm:presLayoutVars>
      </dgm:prSet>
      <dgm:spPr/>
    </dgm:pt>
    <dgm:pt modelId="{C559B045-7832-4C60-9E26-2DF08D09A0AC}" type="pres">
      <dgm:prSet presAssocID="{D8D33E0B-BA98-47CB-BA1F-05ECD12BDF13}" presName="rootConnector" presStyleLbl="node3" presStyleIdx="6" presStyleCnt="9"/>
      <dgm:spPr/>
    </dgm:pt>
    <dgm:pt modelId="{254CF176-8204-479D-A2A9-D41EC38EBB7B}" type="pres">
      <dgm:prSet presAssocID="{D8D33E0B-BA98-47CB-BA1F-05ECD12BDF13}" presName="hierChild4" presStyleCnt="0"/>
      <dgm:spPr/>
    </dgm:pt>
    <dgm:pt modelId="{9500D369-32D8-4201-9578-A1BD44B9113F}" type="pres">
      <dgm:prSet presAssocID="{D8D33E0B-BA98-47CB-BA1F-05ECD12BDF13}" presName="hierChild5" presStyleCnt="0"/>
      <dgm:spPr/>
    </dgm:pt>
    <dgm:pt modelId="{3E362709-8DF5-4ED1-BE78-2D67C7F6CD59}" type="pres">
      <dgm:prSet presAssocID="{620DD3EC-BDCD-468B-B566-7FE2B848507E}" presName="hierChild5" presStyleCnt="0"/>
      <dgm:spPr/>
    </dgm:pt>
    <dgm:pt modelId="{0E020EB3-B687-49B5-864A-7775365865BE}" type="pres">
      <dgm:prSet presAssocID="{9BFD04D4-D27E-47FD-B17A-0660BE35F1CF}" presName="Name37" presStyleLbl="parChTrans1D2" presStyleIdx="2" presStyleCnt="4"/>
      <dgm:spPr/>
    </dgm:pt>
    <dgm:pt modelId="{BBAFE3D2-3A5A-4490-A81A-2A8E15028CC9}" type="pres">
      <dgm:prSet presAssocID="{1FDE73C1-1773-4DFF-80D8-CE538843B8D6}" presName="hierRoot2" presStyleCnt="0">
        <dgm:presLayoutVars>
          <dgm:hierBranch val="init"/>
        </dgm:presLayoutVars>
      </dgm:prSet>
      <dgm:spPr/>
    </dgm:pt>
    <dgm:pt modelId="{5D13AC61-CB0D-439C-A3B7-8B75673646F3}" type="pres">
      <dgm:prSet presAssocID="{1FDE73C1-1773-4DFF-80D8-CE538843B8D6}" presName="rootComposite" presStyleCnt="0"/>
      <dgm:spPr/>
    </dgm:pt>
    <dgm:pt modelId="{03758FE5-334A-46EC-AD76-4289659832B6}" type="pres">
      <dgm:prSet presAssocID="{1FDE73C1-1773-4DFF-80D8-CE538843B8D6}" presName="rootText" presStyleLbl="node2" presStyleIdx="2" presStyleCnt="4" custScaleX="149111">
        <dgm:presLayoutVars>
          <dgm:chPref val="3"/>
        </dgm:presLayoutVars>
      </dgm:prSet>
      <dgm:spPr/>
    </dgm:pt>
    <dgm:pt modelId="{2B09EB8B-ED69-45F5-BA37-36CF2B0643CF}" type="pres">
      <dgm:prSet presAssocID="{1FDE73C1-1773-4DFF-80D8-CE538843B8D6}" presName="rootConnector" presStyleLbl="node2" presStyleIdx="2" presStyleCnt="4"/>
      <dgm:spPr/>
    </dgm:pt>
    <dgm:pt modelId="{1DE9D2D5-FD8E-457B-8509-AF1B11F236B3}" type="pres">
      <dgm:prSet presAssocID="{1FDE73C1-1773-4DFF-80D8-CE538843B8D6}" presName="hierChild4" presStyleCnt="0"/>
      <dgm:spPr/>
    </dgm:pt>
    <dgm:pt modelId="{B24AC9E0-962C-4E78-A693-CB404F97964B}" type="pres">
      <dgm:prSet presAssocID="{FD8FE40B-879F-4F4E-B1C0-B05B7EF61B85}" presName="Name37" presStyleLbl="parChTrans1D3" presStyleIdx="7" presStyleCnt="9"/>
      <dgm:spPr/>
    </dgm:pt>
    <dgm:pt modelId="{14081BD0-0331-49D1-9132-48E38CC72506}" type="pres">
      <dgm:prSet presAssocID="{8B93368D-220F-4F51-922B-E3D40AEF4871}" presName="hierRoot2" presStyleCnt="0">
        <dgm:presLayoutVars>
          <dgm:hierBranch val="init"/>
        </dgm:presLayoutVars>
      </dgm:prSet>
      <dgm:spPr/>
    </dgm:pt>
    <dgm:pt modelId="{CD57EBD1-6290-48D5-B876-F6B8F3E71B1C}" type="pres">
      <dgm:prSet presAssocID="{8B93368D-220F-4F51-922B-E3D40AEF4871}" presName="rootComposite" presStyleCnt="0"/>
      <dgm:spPr/>
    </dgm:pt>
    <dgm:pt modelId="{AF41A196-D073-444E-BDCD-FC763BCB5F43}" type="pres">
      <dgm:prSet presAssocID="{8B93368D-220F-4F51-922B-E3D40AEF4871}" presName="rootText" presStyleLbl="node3" presStyleIdx="7" presStyleCnt="9" custScaleX="102797" custScaleY="297685">
        <dgm:presLayoutVars>
          <dgm:chPref val="3"/>
        </dgm:presLayoutVars>
      </dgm:prSet>
      <dgm:spPr/>
    </dgm:pt>
    <dgm:pt modelId="{D2461159-78CB-4A23-999D-2C7EB906725F}" type="pres">
      <dgm:prSet presAssocID="{8B93368D-220F-4F51-922B-E3D40AEF4871}" presName="rootConnector" presStyleLbl="node3" presStyleIdx="7" presStyleCnt="9"/>
      <dgm:spPr/>
    </dgm:pt>
    <dgm:pt modelId="{B7419B15-5138-497F-9E6A-0A8D19A45473}" type="pres">
      <dgm:prSet presAssocID="{8B93368D-220F-4F51-922B-E3D40AEF4871}" presName="hierChild4" presStyleCnt="0"/>
      <dgm:spPr/>
    </dgm:pt>
    <dgm:pt modelId="{913DBA18-54C7-4B85-987E-75AE9FC67706}" type="pres">
      <dgm:prSet presAssocID="{8B93368D-220F-4F51-922B-E3D40AEF4871}" presName="hierChild5" presStyleCnt="0"/>
      <dgm:spPr/>
    </dgm:pt>
    <dgm:pt modelId="{4691408A-8BF8-4490-BAC7-F053F1067B13}" type="pres">
      <dgm:prSet presAssocID="{2E34B4CC-FD03-4319-B91E-4987A8F42070}" presName="Name37" presStyleLbl="parChTrans1D3" presStyleIdx="8" presStyleCnt="9"/>
      <dgm:spPr/>
    </dgm:pt>
    <dgm:pt modelId="{B253FF4B-D779-4372-A03A-4C397613BBCA}" type="pres">
      <dgm:prSet presAssocID="{A41BBC17-FE55-4D63-9B0C-740EEADF8DA4}" presName="hierRoot2" presStyleCnt="0">
        <dgm:presLayoutVars>
          <dgm:hierBranch val="init"/>
        </dgm:presLayoutVars>
      </dgm:prSet>
      <dgm:spPr/>
    </dgm:pt>
    <dgm:pt modelId="{A27E66BC-D7EB-4A94-A43F-F1144FF76A29}" type="pres">
      <dgm:prSet presAssocID="{A41BBC17-FE55-4D63-9B0C-740EEADF8DA4}" presName="rootComposite" presStyleCnt="0"/>
      <dgm:spPr/>
    </dgm:pt>
    <dgm:pt modelId="{C21798EA-B202-4A21-AE21-E0688D10A5B8}" type="pres">
      <dgm:prSet presAssocID="{A41BBC17-FE55-4D63-9B0C-740EEADF8DA4}" presName="rootText" presStyleLbl="node3" presStyleIdx="8" presStyleCnt="9" custScaleX="102797" custScaleY="297685">
        <dgm:presLayoutVars>
          <dgm:chPref val="3"/>
        </dgm:presLayoutVars>
      </dgm:prSet>
      <dgm:spPr/>
    </dgm:pt>
    <dgm:pt modelId="{DC05F5C9-91A8-4A81-ADDC-66D2B94C101C}" type="pres">
      <dgm:prSet presAssocID="{A41BBC17-FE55-4D63-9B0C-740EEADF8DA4}" presName="rootConnector" presStyleLbl="node3" presStyleIdx="8" presStyleCnt="9"/>
      <dgm:spPr/>
    </dgm:pt>
    <dgm:pt modelId="{D864FBB0-E459-4CFF-A065-5AD3DBA35BCE}" type="pres">
      <dgm:prSet presAssocID="{A41BBC17-FE55-4D63-9B0C-740EEADF8DA4}" presName="hierChild4" presStyleCnt="0"/>
      <dgm:spPr/>
    </dgm:pt>
    <dgm:pt modelId="{FF540744-FFB0-445B-9C43-BA8ACF2604C8}" type="pres">
      <dgm:prSet presAssocID="{A41BBC17-FE55-4D63-9B0C-740EEADF8DA4}" presName="hierChild5" presStyleCnt="0"/>
      <dgm:spPr/>
    </dgm:pt>
    <dgm:pt modelId="{D835F695-B50D-418C-A907-0CB512CD6F3C}" type="pres">
      <dgm:prSet presAssocID="{1FDE73C1-1773-4DFF-80D8-CE538843B8D6}" presName="hierChild5" presStyleCnt="0"/>
      <dgm:spPr/>
    </dgm:pt>
    <dgm:pt modelId="{62821369-B757-43AF-BF6D-02B9EF83A7FF}" type="pres">
      <dgm:prSet presAssocID="{9E18C130-4D81-4BDD-8DE6-22CF9F45E19E}" presName="Name37" presStyleLbl="parChTrans1D2" presStyleIdx="3" presStyleCnt="4"/>
      <dgm:spPr/>
    </dgm:pt>
    <dgm:pt modelId="{739885B7-7422-46AE-AE38-C86EED9C22BF}" type="pres">
      <dgm:prSet presAssocID="{A1A03C13-4BED-4BB7-8AFB-BDB236A519FA}" presName="hierRoot2" presStyleCnt="0">
        <dgm:presLayoutVars>
          <dgm:hierBranch val="init"/>
        </dgm:presLayoutVars>
      </dgm:prSet>
      <dgm:spPr/>
    </dgm:pt>
    <dgm:pt modelId="{1BDBFDD5-3230-44FF-B170-FE93CAC5A6B8}" type="pres">
      <dgm:prSet presAssocID="{A1A03C13-4BED-4BB7-8AFB-BDB236A519FA}" presName="rootComposite" presStyleCnt="0"/>
      <dgm:spPr/>
    </dgm:pt>
    <dgm:pt modelId="{E2CE8193-46AF-44C0-B4A1-4402C2A6388E}" type="pres">
      <dgm:prSet presAssocID="{A1A03C13-4BED-4BB7-8AFB-BDB236A519FA}" presName="rootText" presStyleLbl="node2" presStyleIdx="3" presStyleCnt="4" custScaleX="149111">
        <dgm:presLayoutVars>
          <dgm:chPref val="3"/>
        </dgm:presLayoutVars>
      </dgm:prSet>
      <dgm:spPr/>
    </dgm:pt>
    <dgm:pt modelId="{0FE7A504-1A99-42A4-92D2-369E93728B6E}" type="pres">
      <dgm:prSet presAssocID="{A1A03C13-4BED-4BB7-8AFB-BDB236A519FA}" presName="rootConnector" presStyleLbl="node2" presStyleIdx="3" presStyleCnt="4"/>
      <dgm:spPr/>
    </dgm:pt>
    <dgm:pt modelId="{5C832EA0-92EB-4018-A238-AAD0380D7AE1}" type="pres">
      <dgm:prSet presAssocID="{A1A03C13-4BED-4BB7-8AFB-BDB236A519FA}" presName="hierChild4" presStyleCnt="0"/>
      <dgm:spPr/>
    </dgm:pt>
    <dgm:pt modelId="{AFF152E2-0280-4325-8B01-B43435B7724D}" type="pres">
      <dgm:prSet presAssocID="{A1A03C13-4BED-4BB7-8AFB-BDB236A519FA}" presName="hierChild5" presStyleCnt="0"/>
      <dgm:spPr/>
    </dgm:pt>
    <dgm:pt modelId="{96DEF822-DC52-4FFC-82DA-389CD5B29657}" type="pres">
      <dgm:prSet presAssocID="{9E6404DC-1053-49D6-95EE-599A97C88DD3}" presName="hierChild3" presStyleCnt="0"/>
      <dgm:spPr/>
    </dgm:pt>
  </dgm:ptLst>
  <dgm:cxnLst>
    <dgm:cxn modelId="{D907E203-978E-4AE6-AB6F-7F19D05309BA}" type="presOf" srcId="{59E3059B-1485-4ECC-BBBF-7CA3E640F38D}" destId="{A2A41425-2A6B-472C-AF7D-497B8D8C6C0F}" srcOrd="0" destOrd="0" presId="urn:microsoft.com/office/officeart/2005/8/layout/orgChart1"/>
    <dgm:cxn modelId="{9461F607-D3C3-4D0D-BFFE-5872CC880E62}" type="presOf" srcId="{77C3C3AA-3A8A-4B31-B35F-F3774D30BCA3}" destId="{91BD0B81-0B97-4F19-9F4D-9BA6FBDEE508}" srcOrd="0" destOrd="0" presId="urn:microsoft.com/office/officeart/2005/8/layout/orgChart1"/>
    <dgm:cxn modelId="{62A50409-08E1-40EF-9D40-FF92E76C895A}" type="presOf" srcId="{9BFD04D4-D27E-47FD-B17A-0660BE35F1CF}" destId="{0E020EB3-B687-49B5-864A-7775365865BE}" srcOrd="0" destOrd="0" presId="urn:microsoft.com/office/officeart/2005/8/layout/orgChart1"/>
    <dgm:cxn modelId="{466D710C-634A-44DC-B865-D95893EE3E56}" type="presOf" srcId="{A1A03C13-4BED-4BB7-8AFB-BDB236A519FA}" destId="{E2CE8193-46AF-44C0-B4A1-4402C2A6388E}" srcOrd="0" destOrd="0" presId="urn:microsoft.com/office/officeart/2005/8/layout/orgChart1"/>
    <dgm:cxn modelId="{1E0E0119-D0FD-4E72-9B2E-F7F23CFD2828}" type="presOf" srcId="{76D09E1F-AA0B-44A1-82D3-80FB99969A56}" destId="{280B42EA-EC35-4614-9AD1-6625D870B1B5}" srcOrd="0" destOrd="0" presId="urn:microsoft.com/office/officeart/2005/8/layout/orgChart1"/>
    <dgm:cxn modelId="{8749021B-2268-44B1-AD84-B0921B253255}" type="presOf" srcId="{9286A5EC-F2A9-487D-8BF1-B96EEEFD636B}" destId="{C9422C4E-2B02-4D33-A16B-EF7B187ECAB7}" srcOrd="0" destOrd="0" presId="urn:microsoft.com/office/officeart/2005/8/layout/orgChart1"/>
    <dgm:cxn modelId="{2E31261D-20E4-49F7-8C64-C16726082EAF}" type="presOf" srcId="{1FDE73C1-1773-4DFF-80D8-CE538843B8D6}" destId="{03758FE5-334A-46EC-AD76-4289659832B6}" srcOrd="0" destOrd="0" presId="urn:microsoft.com/office/officeart/2005/8/layout/orgChart1"/>
    <dgm:cxn modelId="{C7C78122-FF83-4DEB-A379-FC79FF3B3A2A}" type="presOf" srcId="{8CE2CE9A-EBD7-445E-BD99-21666869C1D4}" destId="{7B4371B5-9FE0-4A41-B872-D27DD755166A}" srcOrd="0" destOrd="0" presId="urn:microsoft.com/office/officeart/2005/8/layout/orgChart1"/>
    <dgm:cxn modelId="{01851525-6EDF-4B5C-AA90-15F1ED5B54E0}" srcId="{9286A5EC-F2A9-487D-8BF1-B96EEEFD636B}" destId="{ADFFC400-8BBA-4CA0-97DA-A5239AD7FF83}" srcOrd="0" destOrd="0" parTransId="{99711691-FE7D-42E5-90F7-7213A0866CC3}" sibTransId="{6927A47E-B4A6-47D8-9933-65CB1934B7A9}"/>
    <dgm:cxn modelId="{3371D227-869E-4636-B9B0-BA373BCE5AD6}" srcId="{9E6404DC-1053-49D6-95EE-599A97C88DD3}" destId="{9286A5EC-F2A9-487D-8BF1-B96EEEFD636B}" srcOrd="0" destOrd="0" parTransId="{8CE2CE9A-EBD7-445E-BD99-21666869C1D4}" sibTransId="{D6357A36-116B-440B-A9E1-8EDB3A4D1B88}"/>
    <dgm:cxn modelId="{52D5A22A-19E9-4520-8A1E-26BB629C0EBD}" type="presOf" srcId="{99711691-FE7D-42E5-90F7-7213A0866CC3}" destId="{75D5AD84-DBF1-46D6-A5BA-E9CD0863B250}" srcOrd="0" destOrd="0" presId="urn:microsoft.com/office/officeart/2005/8/layout/orgChart1"/>
    <dgm:cxn modelId="{4CA9C32A-C8CD-40F1-AFCB-D726CB5C7F3F}" srcId="{1A65A4D7-7720-45CB-8279-86EBD3407E97}" destId="{9E6404DC-1053-49D6-95EE-599A97C88DD3}" srcOrd="0" destOrd="0" parTransId="{541DED35-EA1D-4B2B-8573-F418430E3EF8}" sibTransId="{8EA0B31F-0422-4926-B862-5636855C8DF2}"/>
    <dgm:cxn modelId="{D6668533-E362-4844-991A-9019AC2707F0}" srcId="{620DD3EC-BDCD-468B-B566-7FE2B848507E}" destId="{333C57DF-44D6-4356-9DD0-3E7D7FE1C161}" srcOrd="2" destOrd="0" parTransId="{DD53956A-A14A-4170-B01B-B76F6156E186}" sibTransId="{B27EF3EC-B2D7-49CA-909B-AFD3DB6107C0}"/>
    <dgm:cxn modelId="{308DB849-9196-48B8-AF90-19478C2BEFA1}" type="presOf" srcId="{1FDE73C1-1773-4DFF-80D8-CE538843B8D6}" destId="{2B09EB8B-ED69-45F5-BA37-36CF2B0643CF}" srcOrd="1" destOrd="0" presId="urn:microsoft.com/office/officeart/2005/8/layout/orgChart1"/>
    <dgm:cxn modelId="{AC39F653-00D5-4219-8557-1E633AAA0D11}" type="presOf" srcId="{9E6404DC-1053-49D6-95EE-599A97C88DD3}" destId="{C8C73746-D1E9-45A4-A4B2-4DB251C0CC5A}" srcOrd="1" destOrd="0" presId="urn:microsoft.com/office/officeart/2005/8/layout/orgChart1"/>
    <dgm:cxn modelId="{4BC9815D-642A-4C2E-8C46-71E292500397}" type="presOf" srcId="{333C57DF-44D6-4356-9DD0-3E7D7FE1C161}" destId="{5C5CB2F4-36C0-4C54-B44C-8DBDD3F56FA6}" srcOrd="1" destOrd="0" presId="urn:microsoft.com/office/officeart/2005/8/layout/orgChart1"/>
    <dgm:cxn modelId="{49F93F5E-ECC5-44D1-842A-986C13E5F0C9}" type="presOf" srcId="{ADFFC400-8BBA-4CA0-97DA-A5239AD7FF83}" destId="{7C494E9C-07EE-4809-A445-329E5D279BED}" srcOrd="1" destOrd="0" presId="urn:microsoft.com/office/officeart/2005/8/layout/orgChart1"/>
    <dgm:cxn modelId="{8A288165-E95B-49AC-9EA3-2DDE1CA74838}" type="presOf" srcId="{A41BBC17-FE55-4D63-9B0C-740EEADF8DA4}" destId="{C21798EA-B202-4A21-AE21-E0688D10A5B8}" srcOrd="0" destOrd="0" presId="urn:microsoft.com/office/officeart/2005/8/layout/orgChart1"/>
    <dgm:cxn modelId="{19AF4068-3DE4-490A-9264-0F12B60591B8}" type="presOf" srcId="{F0764DAA-254D-4C3C-9708-669D5BF5A337}" destId="{0146BAA9-2B9D-4F2A-B565-A2DCB6505964}" srcOrd="0" destOrd="0" presId="urn:microsoft.com/office/officeart/2005/8/layout/orgChart1"/>
    <dgm:cxn modelId="{414AAA6B-C437-4AB2-A848-7A5C6FFF558C}" type="presOf" srcId="{FD8FE40B-879F-4F4E-B1C0-B05B7EF61B85}" destId="{B24AC9E0-962C-4E78-A693-CB404F97964B}" srcOrd="0" destOrd="0" presId="urn:microsoft.com/office/officeart/2005/8/layout/orgChart1"/>
    <dgm:cxn modelId="{3D238D6F-AADA-4A92-B671-79E37972A3B8}" type="presOf" srcId="{9E18C130-4D81-4BDD-8DE6-22CF9F45E19E}" destId="{62821369-B757-43AF-BF6D-02B9EF83A7FF}" srcOrd="0" destOrd="0" presId="urn:microsoft.com/office/officeart/2005/8/layout/orgChart1"/>
    <dgm:cxn modelId="{19770271-32B9-4F41-862D-BCDAB9D44191}" type="presOf" srcId="{1E627F9E-CE3B-4A85-BB78-8DDB86A78DDE}" destId="{BFFD6F86-AD10-4340-B993-09FE9B342F4C}" srcOrd="1" destOrd="0" presId="urn:microsoft.com/office/officeart/2005/8/layout/orgChart1"/>
    <dgm:cxn modelId="{07AB8472-A651-48C8-9CF2-00815F444309}" type="presOf" srcId="{9E6404DC-1053-49D6-95EE-599A97C88DD3}" destId="{0F3C8968-31FF-46A5-BCB3-A2E771257413}" srcOrd="0" destOrd="0" presId="urn:microsoft.com/office/officeart/2005/8/layout/orgChart1"/>
    <dgm:cxn modelId="{5A0CF875-484B-4B41-B526-27E2CB410591}" type="presOf" srcId="{57BE887B-DFB1-4703-A21C-33D2F572B227}" destId="{839EC33E-3450-49A5-86B1-C3D4E942848C}" srcOrd="0" destOrd="0" presId="urn:microsoft.com/office/officeart/2005/8/layout/orgChart1"/>
    <dgm:cxn modelId="{7E212279-5E57-4C84-8DCB-BEA8A116B687}" srcId="{620DD3EC-BDCD-468B-B566-7FE2B848507E}" destId="{D8D33E0B-BA98-47CB-BA1F-05ECD12BDF13}" srcOrd="3" destOrd="0" parTransId="{70CEE601-7FA4-4942-81AF-94D3662CC6DF}" sibTransId="{C11E1C86-6056-4ED6-83F0-57CA7B3BA457}"/>
    <dgm:cxn modelId="{5C60CE80-C71D-4058-AD42-6B3A2738DF6F}" srcId="{9286A5EC-F2A9-487D-8BF1-B96EEEFD636B}" destId="{BB6F59A4-4DB5-43CC-843A-A365B074FF8F}" srcOrd="2" destOrd="0" parTransId="{76D09E1F-AA0B-44A1-82D3-80FB99969A56}" sibTransId="{ECA1ACD1-E501-48BB-81C8-8CCA865F668E}"/>
    <dgm:cxn modelId="{D58A6A88-4760-4BEC-8A98-05B8C39BBD3D}" type="presOf" srcId="{1A65A4D7-7720-45CB-8279-86EBD3407E97}" destId="{11077618-9302-474C-8482-1BBB83E3AEF1}" srcOrd="0" destOrd="0" presId="urn:microsoft.com/office/officeart/2005/8/layout/orgChart1"/>
    <dgm:cxn modelId="{1769BB94-7ECB-45BC-B878-CEF11A8EA4CC}" type="presOf" srcId="{DD53956A-A14A-4170-B01B-B76F6156E186}" destId="{B9A8D99B-7E04-4FCC-8A85-F7F0979F84F7}" srcOrd="0" destOrd="0" presId="urn:microsoft.com/office/officeart/2005/8/layout/orgChart1"/>
    <dgm:cxn modelId="{4207DC96-F0A6-4BA6-A56E-A1B3A7D58C07}" type="presOf" srcId="{620DD3EC-BDCD-468B-B566-7FE2B848507E}" destId="{1999F93D-C5E3-4B58-A38A-C971B5C1871B}" srcOrd="1" destOrd="0" presId="urn:microsoft.com/office/officeart/2005/8/layout/orgChart1"/>
    <dgm:cxn modelId="{61EA2D98-19BE-4F7D-89FF-3040FB00A3E1}" type="presOf" srcId="{BB6F59A4-4DB5-43CC-843A-A365B074FF8F}" destId="{79B1F6F9-3014-4D1C-95DF-2370CABD51DB}" srcOrd="0" destOrd="0" presId="urn:microsoft.com/office/officeart/2005/8/layout/orgChart1"/>
    <dgm:cxn modelId="{EA2575A3-171E-4517-828F-8B7A311AE63A}" type="presOf" srcId="{2E34B4CC-FD03-4319-B91E-4987A8F42070}" destId="{4691408A-8BF8-4490-BAC7-F053F1067B13}" srcOrd="0" destOrd="0" presId="urn:microsoft.com/office/officeart/2005/8/layout/orgChart1"/>
    <dgm:cxn modelId="{8D8C3FA4-9174-40CF-A8BD-7F932B2D0964}" srcId="{1FDE73C1-1773-4DFF-80D8-CE538843B8D6}" destId="{8B93368D-220F-4F51-922B-E3D40AEF4871}" srcOrd="0" destOrd="0" parTransId="{FD8FE40B-879F-4F4E-B1C0-B05B7EF61B85}" sibTransId="{DEC3EE81-7009-4889-8EA1-20032230294E}"/>
    <dgm:cxn modelId="{23C774A5-514E-4A8A-8C0D-232EBFAA6DBF}" type="presOf" srcId="{BB6F59A4-4DB5-43CC-843A-A365B074FF8F}" destId="{7FB9D324-3DFD-4731-A6D2-D62A87F2A39A}" srcOrd="1" destOrd="0" presId="urn:microsoft.com/office/officeart/2005/8/layout/orgChart1"/>
    <dgm:cxn modelId="{05EFAFAA-DA5A-4F0C-94E3-4EBEE38C2853}" type="presOf" srcId="{8A74C719-C0B0-45E7-A044-8F3E3BDD14B1}" destId="{BB71A1EC-99D4-46DC-BDFC-1D7F327564B8}" srcOrd="0" destOrd="0" presId="urn:microsoft.com/office/officeart/2005/8/layout/orgChart1"/>
    <dgm:cxn modelId="{39D4BBAB-E420-4730-BA4C-FEC9AFAC74F6}" type="presOf" srcId="{ADFFC400-8BBA-4CA0-97DA-A5239AD7FF83}" destId="{ED8B7DF3-7C68-4E1C-A743-283531BE19BD}" srcOrd="0" destOrd="0" presId="urn:microsoft.com/office/officeart/2005/8/layout/orgChart1"/>
    <dgm:cxn modelId="{6E6282AC-A267-4E44-B779-E6793760C313}" type="presOf" srcId="{D8D33E0B-BA98-47CB-BA1F-05ECD12BDF13}" destId="{C559B045-7832-4C60-9E26-2DF08D09A0AC}" srcOrd="1" destOrd="0" presId="urn:microsoft.com/office/officeart/2005/8/layout/orgChart1"/>
    <dgm:cxn modelId="{BC5C40AD-A9FF-46D8-AF04-73765448A346}" type="presOf" srcId="{A41BBC17-FE55-4D63-9B0C-740EEADF8DA4}" destId="{DC05F5C9-91A8-4A81-ADDC-66D2B94C101C}" srcOrd="1" destOrd="0" presId="urn:microsoft.com/office/officeart/2005/8/layout/orgChart1"/>
    <dgm:cxn modelId="{9752C8B1-4851-486E-8BD3-4D299AC170C5}" type="presOf" srcId="{620DD3EC-BDCD-468B-B566-7FE2B848507E}" destId="{02B28F85-DE51-42FF-859E-1DD3A478F426}" srcOrd="0" destOrd="0" presId="urn:microsoft.com/office/officeart/2005/8/layout/orgChart1"/>
    <dgm:cxn modelId="{40E6B3B5-C66F-43BB-B0BB-47150136FF8D}" type="presOf" srcId="{D8D33E0B-BA98-47CB-BA1F-05ECD12BDF13}" destId="{2D249D8E-2EE3-48FE-873A-19562369E443}" srcOrd="0" destOrd="0" presId="urn:microsoft.com/office/officeart/2005/8/layout/orgChart1"/>
    <dgm:cxn modelId="{55322DC1-D5BB-4947-91D3-C49D83A86839}" srcId="{9E6404DC-1053-49D6-95EE-599A97C88DD3}" destId="{620DD3EC-BDCD-468B-B566-7FE2B848507E}" srcOrd="1" destOrd="0" parTransId="{F0764DAA-254D-4C3C-9708-669D5BF5A337}" sibTransId="{61B96E30-C56F-4FDE-AA00-908E8835534F}"/>
    <dgm:cxn modelId="{E78715C6-6B3E-4015-AF89-6E5215265BF1}" srcId="{620DD3EC-BDCD-468B-B566-7FE2B848507E}" destId="{8A74C719-C0B0-45E7-A044-8F3E3BDD14B1}" srcOrd="0" destOrd="0" parTransId="{59E3059B-1485-4ECC-BBBF-7CA3E640F38D}" sibTransId="{E492CAAE-7760-4A53-A4A2-E6FDF4DA8978}"/>
    <dgm:cxn modelId="{4308D7C7-CEC4-4E47-9133-8B9DC815875B}" type="presOf" srcId="{A1A03C13-4BED-4BB7-8AFB-BDB236A519FA}" destId="{0FE7A504-1A99-42A4-92D2-369E93728B6E}" srcOrd="1" destOrd="0" presId="urn:microsoft.com/office/officeart/2005/8/layout/orgChart1"/>
    <dgm:cxn modelId="{576869CE-634E-4C46-8236-F316077386D0}" type="presOf" srcId="{77C3C3AA-3A8A-4B31-B35F-F3774D30BCA3}" destId="{7733767C-FCC0-4431-AE49-B7D33358E138}" srcOrd="1" destOrd="0" presId="urn:microsoft.com/office/officeart/2005/8/layout/orgChart1"/>
    <dgm:cxn modelId="{5FFF69CF-A917-4B73-94B0-FA6637B0A8A0}" type="presOf" srcId="{8B93368D-220F-4F51-922B-E3D40AEF4871}" destId="{D2461159-78CB-4A23-999D-2C7EB906725F}" srcOrd="1" destOrd="0" presId="urn:microsoft.com/office/officeart/2005/8/layout/orgChart1"/>
    <dgm:cxn modelId="{B5EE9AD3-6BE3-42E6-8C26-4A628CA9600B}" type="presOf" srcId="{9D28DB69-DDB3-4999-9A0B-8D007976E69E}" destId="{DE7F276F-E57B-4251-A70B-2917BAF50B6F}" srcOrd="0" destOrd="0" presId="urn:microsoft.com/office/officeart/2005/8/layout/orgChart1"/>
    <dgm:cxn modelId="{0A0C38DB-8015-4A75-A327-A58E5A9C1F47}" srcId="{1FDE73C1-1773-4DFF-80D8-CE538843B8D6}" destId="{A41BBC17-FE55-4D63-9B0C-740EEADF8DA4}" srcOrd="1" destOrd="0" parTransId="{2E34B4CC-FD03-4319-B91E-4987A8F42070}" sibTransId="{19B7E1E6-B028-4F00-8B93-50A2F20C44EB}"/>
    <dgm:cxn modelId="{97E4A6DE-8713-4676-BBF8-2B93F08AF837}" srcId="{9286A5EC-F2A9-487D-8BF1-B96EEEFD636B}" destId="{1E627F9E-CE3B-4A85-BB78-8DDB86A78DDE}" srcOrd="1" destOrd="0" parTransId="{9D28DB69-DDB3-4999-9A0B-8D007976E69E}" sibTransId="{CC71E985-969E-423D-B820-177A0337B408}"/>
    <dgm:cxn modelId="{5D8E00E0-9552-4EAC-9DC8-D6AAED642315}" srcId="{9E6404DC-1053-49D6-95EE-599A97C88DD3}" destId="{1FDE73C1-1773-4DFF-80D8-CE538843B8D6}" srcOrd="2" destOrd="0" parTransId="{9BFD04D4-D27E-47FD-B17A-0660BE35F1CF}" sibTransId="{43EBF1FA-1DAE-4CFF-8F77-984B40970F7F}"/>
    <dgm:cxn modelId="{112E9CE3-D075-4D61-972E-CB15D1C43D03}" type="presOf" srcId="{8A74C719-C0B0-45E7-A044-8F3E3BDD14B1}" destId="{43458361-CDBC-43AE-84A2-56ACA0035337}" srcOrd="1" destOrd="0" presId="urn:microsoft.com/office/officeart/2005/8/layout/orgChart1"/>
    <dgm:cxn modelId="{80114AED-2CF7-4C34-8563-5CD6798E2D30}" type="presOf" srcId="{333C57DF-44D6-4356-9DD0-3E7D7FE1C161}" destId="{7872A18C-E13C-45E9-80D5-90CBBA671EF8}" srcOrd="0" destOrd="0" presId="urn:microsoft.com/office/officeart/2005/8/layout/orgChart1"/>
    <dgm:cxn modelId="{1EAD89EE-11AC-458E-AFDE-D65B78D7EF55}" type="presOf" srcId="{9286A5EC-F2A9-487D-8BF1-B96EEEFD636B}" destId="{A10B8E6A-AEE1-4C2B-8634-C515AEDBA0E5}" srcOrd="1" destOrd="0" presId="urn:microsoft.com/office/officeart/2005/8/layout/orgChart1"/>
    <dgm:cxn modelId="{CC67E7F1-B92F-4036-98D5-8A7AEFFB9FD6}" srcId="{620DD3EC-BDCD-468B-B566-7FE2B848507E}" destId="{77C3C3AA-3A8A-4B31-B35F-F3774D30BCA3}" srcOrd="1" destOrd="0" parTransId="{57BE887B-DFB1-4703-A21C-33D2F572B227}" sibTransId="{175CEB8D-A56F-4B8B-AD06-E01364EC2343}"/>
    <dgm:cxn modelId="{6D38E9F6-99FB-412C-9471-9D2CDCEB9671}" type="presOf" srcId="{1E627F9E-CE3B-4A85-BB78-8DDB86A78DDE}" destId="{31C29986-52F5-42D4-A9FC-3B32B3F35DB2}" srcOrd="0" destOrd="0" presId="urn:microsoft.com/office/officeart/2005/8/layout/orgChart1"/>
    <dgm:cxn modelId="{CEC0BCFB-FD0B-46F9-8021-96D767259565}" type="presOf" srcId="{8B93368D-220F-4F51-922B-E3D40AEF4871}" destId="{AF41A196-D073-444E-BDCD-FC763BCB5F43}" srcOrd="0" destOrd="0" presId="urn:microsoft.com/office/officeart/2005/8/layout/orgChart1"/>
    <dgm:cxn modelId="{7C7485FC-4CFA-45FF-817B-B38DD356F0B5}" srcId="{9E6404DC-1053-49D6-95EE-599A97C88DD3}" destId="{A1A03C13-4BED-4BB7-8AFB-BDB236A519FA}" srcOrd="3" destOrd="0" parTransId="{9E18C130-4D81-4BDD-8DE6-22CF9F45E19E}" sibTransId="{CF4AE597-246B-4D28-8B3B-D3E59AB05BD8}"/>
    <dgm:cxn modelId="{DE30C9FC-736F-4725-BFC0-94B26068FD8F}" type="presOf" srcId="{70CEE601-7FA4-4942-81AF-94D3662CC6DF}" destId="{7DFEB020-B3A6-45F8-B681-CBF1D150070D}" srcOrd="0" destOrd="0" presId="urn:microsoft.com/office/officeart/2005/8/layout/orgChart1"/>
    <dgm:cxn modelId="{0DB79881-AAFB-4207-A84A-6BD63F0812CA}" type="presParOf" srcId="{11077618-9302-474C-8482-1BBB83E3AEF1}" destId="{38ED7B2E-63E5-438D-91CD-EFA6DE9BBF61}" srcOrd="0" destOrd="0" presId="urn:microsoft.com/office/officeart/2005/8/layout/orgChart1"/>
    <dgm:cxn modelId="{5ED087B4-1F16-47F0-8EDF-6DE9E5DDE0ED}" type="presParOf" srcId="{38ED7B2E-63E5-438D-91CD-EFA6DE9BBF61}" destId="{ADCB6C6D-2F95-4AD5-B3EB-BEA9A3239732}" srcOrd="0" destOrd="0" presId="urn:microsoft.com/office/officeart/2005/8/layout/orgChart1"/>
    <dgm:cxn modelId="{38D93D17-E2F6-430A-BA0A-892F5F5DA1C8}" type="presParOf" srcId="{ADCB6C6D-2F95-4AD5-B3EB-BEA9A3239732}" destId="{0F3C8968-31FF-46A5-BCB3-A2E771257413}" srcOrd="0" destOrd="0" presId="urn:microsoft.com/office/officeart/2005/8/layout/orgChart1"/>
    <dgm:cxn modelId="{D0C9B760-9B41-40FA-837D-7DC64C5D98B6}" type="presParOf" srcId="{ADCB6C6D-2F95-4AD5-B3EB-BEA9A3239732}" destId="{C8C73746-D1E9-45A4-A4B2-4DB251C0CC5A}" srcOrd="1" destOrd="0" presId="urn:microsoft.com/office/officeart/2005/8/layout/orgChart1"/>
    <dgm:cxn modelId="{903973C5-4475-4E16-BB20-98C6713D6A7C}" type="presParOf" srcId="{38ED7B2E-63E5-438D-91CD-EFA6DE9BBF61}" destId="{AD53A4B1-01E7-41E8-9724-31F3910545A4}" srcOrd="1" destOrd="0" presId="urn:microsoft.com/office/officeart/2005/8/layout/orgChart1"/>
    <dgm:cxn modelId="{FD0D6115-7002-46BE-B6C7-37AF4D0756E1}" type="presParOf" srcId="{AD53A4B1-01E7-41E8-9724-31F3910545A4}" destId="{7B4371B5-9FE0-4A41-B872-D27DD755166A}" srcOrd="0" destOrd="0" presId="urn:microsoft.com/office/officeart/2005/8/layout/orgChart1"/>
    <dgm:cxn modelId="{C21C9606-5954-48DD-8BEA-B260DD6B6E14}" type="presParOf" srcId="{AD53A4B1-01E7-41E8-9724-31F3910545A4}" destId="{ED726A71-3CEE-43E5-B36E-E99BBF451E5B}" srcOrd="1" destOrd="0" presId="urn:microsoft.com/office/officeart/2005/8/layout/orgChart1"/>
    <dgm:cxn modelId="{9624EA68-142D-4F73-A240-6EDF415B7752}" type="presParOf" srcId="{ED726A71-3CEE-43E5-B36E-E99BBF451E5B}" destId="{82B2FC70-3C15-48D4-B101-71C09EFE19F9}" srcOrd="0" destOrd="0" presId="urn:microsoft.com/office/officeart/2005/8/layout/orgChart1"/>
    <dgm:cxn modelId="{196EE497-26E4-4E8E-BD39-4CB1915C3778}" type="presParOf" srcId="{82B2FC70-3C15-48D4-B101-71C09EFE19F9}" destId="{C9422C4E-2B02-4D33-A16B-EF7B187ECAB7}" srcOrd="0" destOrd="0" presId="urn:microsoft.com/office/officeart/2005/8/layout/orgChart1"/>
    <dgm:cxn modelId="{9C0A3F0D-C56E-46C5-B0BA-DC9109042609}" type="presParOf" srcId="{82B2FC70-3C15-48D4-B101-71C09EFE19F9}" destId="{A10B8E6A-AEE1-4C2B-8634-C515AEDBA0E5}" srcOrd="1" destOrd="0" presId="urn:microsoft.com/office/officeart/2005/8/layout/orgChart1"/>
    <dgm:cxn modelId="{5AFAFB96-E814-4DAC-B9A1-F9EFA64BA8C5}" type="presParOf" srcId="{ED726A71-3CEE-43E5-B36E-E99BBF451E5B}" destId="{C9264EDA-91B6-4FAE-AFE6-AFC29BE66386}" srcOrd="1" destOrd="0" presId="urn:microsoft.com/office/officeart/2005/8/layout/orgChart1"/>
    <dgm:cxn modelId="{519BADB2-D9E5-40A6-BF64-3ABEAC8B5DBC}" type="presParOf" srcId="{C9264EDA-91B6-4FAE-AFE6-AFC29BE66386}" destId="{75D5AD84-DBF1-46D6-A5BA-E9CD0863B250}" srcOrd="0" destOrd="0" presId="urn:microsoft.com/office/officeart/2005/8/layout/orgChart1"/>
    <dgm:cxn modelId="{657C3E75-515F-4074-999B-9465BF1519DA}" type="presParOf" srcId="{C9264EDA-91B6-4FAE-AFE6-AFC29BE66386}" destId="{0A3D070D-372F-44AA-9989-2950AF322DAD}" srcOrd="1" destOrd="0" presId="urn:microsoft.com/office/officeart/2005/8/layout/orgChart1"/>
    <dgm:cxn modelId="{32E083F2-4CE6-42B1-8BCA-C4EB8A6935B8}" type="presParOf" srcId="{0A3D070D-372F-44AA-9989-2950AF322DAD}" destId="{F82308D2-FFCE-4A27-A6F8-80CAC5E49554}" srcOrd="0" destOrd="0" presId="urn:microsoft.com/office/officeart/2005/8/layout/orgChart1"/>
    <dgm:cxn modelId="{F76528FD-B8FF-4C6A-BD99-8E8E73C5F136}" type="presParOf" srcId="{F82308D2-FFCE-4A27-A6F8-80CAC5E49554}" destId="{ED8B7DF3-7C68-4E1C-A743-283531BE19BD}" srcOrd="0" destOrd="0" presId="urn:microsoft.com/office/officeart/2005/8/layout/orgChart1"/>
    <dgm:cxn modelId="{19216E1E-4E53-4EB5-BCFF-1C08782C1294}" type="presParOf" srcId="{F82308D2-FFCE-4A27-A6F8-80CAC5E49554}" destId="{7C494E9C-07EE-4809-A445-329E5D279BED}" srcOrd="1" destOrd="0" presId="urn:microsoft.com/office/officeart/2005/8/layout/orgChart1"/>
    <dgm:cxn modelId="{E568849B-6FDD-4C59-A84A-96B4BFFF6AA7}" type="presParOf" srcId="{0A3D070D-372F-44AA-9989-2950AF322DAD}" destId="{F5BD26D9-4E15-4028-952B-19C65CF2D9B3}" srcOrd="1" destOrd="0" presId="urn:microsoft.com/office/officeart/2005/8/layout/orgChart1"/>
    <dgm:cxn modelId="{89DD54E9-D0E7-49BA-833D-79A651DD7166}" type="presParOf" srcId="{0A3D070D-372F-44AA-9989-2950AF322DAD}" destId="{DF11C6F3-AB9A-4C85-A48C-F7DD5BA1D2F8}" srcOrd="2" destOrd="0" presId="urn:microsoft.com/office/officeart/2005/8/layout/orgChart1"/>
    <dgm:cxn modelId="{8A45290C-EDBF-4D75-BDC7-D1CBCEB8A928}" type="presParOf" srcId="{C9264EDA-91B6-4FAE-AFE6-AFC29BE66386}" destId="{DE7F276F-E57B-4251-A70B-2917BAF50B6F}" srcOrd="2" destOrd="0" presId="urn:microsoft.com/office/officeart/2005/8/layout/orgChart1"/>
    <dgm:cxn modelId="{9C65B861-0736-42AB-B746-85382BBAD957}" type="presParOf" srcId="{C9264EDA-91B6-4FAE-AFE6-AFC29BE66386}" destId="{7971AF45-BEF4-409C-A7A2-334F0F0C01E6}" srcOrd="3" destOrd="0" presId="urn:microsoft.com/office/officeart/2005/8/layout/orgChart1"/>
    <dgm:cxn modelId="{CEA0DD7E-4EFB-4FB0-B6D6-4DF7144234B0}" type="presParOf" srcId="{7971AF45-BEF4-409C-A7A2-334F0F0C01E6}" destId="{C98C32C5-9758-4590-94EE-C277C6DF6AF8}" srcOrd="0" destOrd="0" presId="urn:microsoft.com/office/officeart/2005/8/layout/orgChart1"/>
    <dgm:cxn modelId="{F14A9CE3-2048-40D1-8FE0-DE756EC357C9}" type="presParOf" srcId="{C98C32C5-9758-4590-94EE-C277C6DF6AF8}" destId="{31C29986-52F5-42D4-A9FC-3B32B3F35DB2}" srcOrd="0" destOrd="0" presId="urn:microsoft.com/office/officeart/2005/8/layout/orgChart1"/>
    <dgm:cxn modelId="{E7BE4426-A23E-4C9D-95B9-C7044C8D581C}" type="presParOf" srcId="{C98C32C5-9758-4590-94EE-C277C6DF6AF8}" destId="{BFFD6F86-AD10-4340-B993-09FE9B342F4C}" srcOrd="1" destOrd="0" presId="urn:microsoft.com/office/officeart/2005/8/layout/orgChart1"/>
    <dgm:cxn modelId="{3953C30A-3247-4D7B-8EBD-F5A4E7F9ECBA}" type="presParOf" srcId="{7971AF45-BEF4-409C-A7A2-334F0F0C01E6}" destId="{4318A7A7-34AB-44EA-9D09-5217CEE301A7}" srcOrd="1" destOrd="0" presId="urn:microsoft.com/office/officeart/2005/8/layout/orgChart1"/>
    <dgm:cxn modelId="{CA71E97F-41A6-43AD-AD19-135A9EB88176}" type="presParOf" srcId="{7971AF45-BEF4-409C-A7A2-334F0F0C01E6}" destId="{B26D372B-AEC3-47D7-AF9D-A4B9E1D506C5}" srcOrd="2" destOrd="0" presId="urn:microsoft.com/office/officeart/2005/8/layout/orgChart1"/>
    <dgm:cxn modelId="{DB285C9A-66D5-4A10-B175-778582351047}" type="presParOf" srcId="{C9264EDA-91B6-4FAE-AFE6-AFC29BE66386}" destId="{280B42EA-EC35-4614-9AD1-6625D870B1B5}" srcOrd="4" destOrd="0" presId="urn:microsoft.com/office/officeart/2005/8/layout/orgChart1"/>
    <dgm:cxn modelId="{428C0030-528E-4506-AA69-20DA34F3E8A5}" type="presParOf" srcId="{C9264EDA-91B6-4FAE-AFE6-AFC29BE66386}" destId="{CBE58BC9-6D14-46C2-B7C3-1697A5E24526}" srcOrd="5" destOrd="0" presId="urn:microsoft.com/office/officeart/2005/8/layout/orgChart1"/>
    <dgm:cxn modelId="{02272F7B-E819-4BE9-B619-68FF60EBF63B}" type="presParOf" srcId="{CBE58BC9-6D14-46C2-B7C3-1697A5E24526}" destId="{7EDDB8FB-0DDE-4C38-B595-70E5E5F746F4}" srcOrd="0" destOrd="0" presId="urn:microsoft.com/office/officeart/2005/8/layout/orgChart1"/>
    <dgm:cxn modelId="{A8993BD5-91C0-4371-88F8-20A1FA6BF5FC}" type="presParOf" srcId="{7EDDB8FB-0DDE-4C38-B595-70E5E5F746F4}" destId="{79B1F6F9-3014-4D1C-95DF-2370CABD51DB}" srcOrd="0" destOrd="0" presId="urn:microsoft.com/office/officeart/2005/8/layout/orgChart1"/>
    <dgm:cxn modelId="{68BFBA39-CF4F-4067-A60E-C8FB30F7618D}" type="presParOf" srcId="{7EDDB8FB-0DDE-4C38-B595-70E5E5F746F4}" destId="{7FB9D324-3DFD-4731-A6D2-D62A87F2A39A}" srcOrd="1" destOrd="0" presId="urn:microsoft.com/office/officeart/2005/8/layout/orgChart1"/>
    <dgm:cxn modelId="{ED34AD26-0415-4F73-B217-C34402D45FD8}" type="presParOf" srcId="{CBE58BC9-6D14-46C2-B7C3-1697A5E24526}" destId="{35E65617-2BA8-4E49-A393-003EEAF26159}" srcOrd="1" destOrd="0" presId="urn:microsoft.com/office/officeart/2005/8/layout/orgChart1"/>
    <dgm:cxn modelId="{1A4CB08E-CDF2-4671-9C76-BD084FAE8436}" type="presParOf" srcId="{CBE58BC9-6D14-46C2-B7C3-1697A5E24526}" destId="{BCF22333-5E0A-4F63-A630-75EE8DB5334A}" srcOrd="2" destOrd="0" presId="urn:microsoft.com/office/officeart/2005/8/layout/orgChart1"/>
    <dgm:cxn modelId="{B9F5CA4B-AF97-4CD2-9B9B-3EFF81ECBC22}" type="presParOf" srcId="{ED726A71-3CEE-43E5-B36E-E99BBF451E5B}" destId="{C5C54053-3A12-46C3-BAAB-BDE4C3102748}" srcOrd="2" destOrd="0" presId="urn:microsoft.com/office/officeart/2005/8/layout/orgChart1"/>
    <dgm:cxn modelId="{3F2C3658-81AB-4BA9-A625-FBC33B734FD4}" type="presParOf" srcId="{AD53A4B1-01E7-41E8-9724-31F3910545A4}" destId="{0146BAA9-2B9D-4F2A-B565-A2DCB6505964}" srcOrd="2" destOrd="0" presId="urn:microsoft.com/office/officeart/2005/8/layout/orgChart1"/>
    <dgm:cxn modelId="{E893D35D-56D7-4A59-9EBD-CED4C36C61B9}" type="presParOf" srcId="{AD53A4B1-01E7-41E8-9724-31F3910545A4}" destId="{E84706B5-084F-4950-8554-35690A57F381}" srcOrd="3" destOrd="0" presId="urn:microsoft.com/office/officeart/2005/8/layout/orgChart1"/>
    <dgm:cxn modelId="{CCE16C19-31E1-478E-9ACE-F24E95F9271E}" type="presParOf" srcId="{E84706B5-084F-4950-8554-35690A57F381}" destId="{2A614826-E838-4B9F-9FD7-136F010E7C46}" srcOrd="0" destOrd="0" presId="urn:microsoft.com/office/officeart/2005/8/layout/orgChart1"/>
    <dgm:cxn modelId="{A33C81FF-C9DD-402D-90E2-22229A9FE729}" type="presParOf" srcId="{2A614826-E838-4B9F-9FD7-136F010E7C46}" destId="{02B28F85-DE51-42FF-859E-1DD3A478F426}" srcOrd="0" destOrd="0" presId="urn:microsoft.com/office/officeart/2005/8/layout/orgChart1"/>
    <dgm:cxn modelId="{801C5F19-FE7F-435A-A0F9-9F0CD8B65EFD}" type="presParOf" srcId="{2A614826-E838-4B9F-9FD7-136F010E7C46}" destId="{1999F93D-C5E3-4B58-A38A-C971B5C1871B}" srcOrd="1" destOrd="0" presId="urn:microsoft.com/office/officeart/2005/8/layout/orgChart1"/>
    <dgm:cxn modelId="{64770BB0-7A01-475B-9DB8-B7AB4C0CA657}" type="presParOf" srcId="{E84706B5-084F-4950-8554-35690A57F381}" destId="{4C592C92-3156-443C-BB98-9204DFF01F72}" srcOrd="1" destOrd="0" presId="urn:microsoft.com/office/officeart/2005/8/layout/orgChart1"/>
    <dgm:cxn modelId="{8D3A997C-EBD1-4476-AB3F-F3EF40945D83}" type="presParOf" srcId="{4C592C92-3156-443C-BB98-9204DFF01F72}" destId="{A2A41425-2A6B-472C-AF7D-497B8D8C6C0F}" srcOrd="0" destOrd="0" presId="urn:microsoft.com/office/officeart/2005/8/layout/orgChart1"/>
    <dgm:cxn modelId="{AFC00D3E-14EB-47EE-B9A4-B404EA44EEF9}" type="presParOf" srcId="{4C592C92-3156-443C-BB98-9204DFF01F72}" destId="{BE767F2E-FC2C-4DE4-8EFA-413AB654DE72}" srcOrd="1" destOrd="0" presId="urn:microsoft.com/office/officeart/2005/8/layout/orgChart1"/>
    <dgm:cxn modelId="{ED6C12AD-DCEE-4336-B38C-F7EB95B78676}" type="presParOf" srcId="{BE767F2E-FC2C-4DE4-8EFA-413AB654DE72}" destId="{A45A4C96-4AF4-4A85-8F9C-F552E800F221}" srcOrd="0" destOrd="0" presId="urn:microsoft.com/office/officeart/2005/8/layout/orgChart1"/>
    <dgm:cxn modelId="{2DBF344F-3564-4667-80B3-E3B67955A116}" type="presParOf" srcId="{A45A4C96-4AF4-4A85-8F9C-F552E800F221}" destId="{BB71A1EC-99D4-46DC-BDFC-1D7F327564B8}" srcOrd="0" destOrd="0" presId="urn:microsoft.com/office/officeart/2005/8/layout/orgChart1"/>
    <dgm:cxn modelId="{CA704114-CAFA-4B58-9692-6D6D916BEBD5}" type="presParOf" srcId="{A45A4C96-4AF4-4A85-8F9C-F552E800F221}" destId="{43458361-CDBC-43AE-84A2-56ACA0035337}" srcOrd="1" destOrd="0" presId="urn:microsoft.com/office/officeart/2005/8/layout/orgChart1"/>
    <dgm:cxn modelId="{BC42F3FE-662E-493D-8B07-89736CA5C62D}" type="presParOf" srcId="{BE767F2E-FC2C-4DE4-8EFA-413AB654DE72}" destId="{42C73B18-A616-4116-9F73-6AADE64304BA}" srcOrd="1" destOrd="0" presId="urn:microsoft.com/office/officeart/2005/8/layout/orgChart1"/>
    <dgm:cxn modelId="{DB6A9098-4373-46A2-A656-171655A91185}" type="presParOf" srcId="{BE767F2E-FC2C-4DE4-8EFA-413AB654DE72}" destId="{69852274-0F2C-4714-965E-6E6ABA270E10}" srcOrd="2" destOrd="0" presId="urn:microsoft.com/office/officeart/2005/8/layout/orgChart1"/>
    <dgm:cxn modelId="{FD5B4FF9-DBCC-41F1-BA4D-B16F3C2FD9C4}" type="presParOf" srcId="{4C592C92-3156-443C-BB98-9204DFF01F72}" destId="{839EC33E-3450-49A5-86B1-C3D4E942848C}" srcOrd="2" destOrd="0" presId="urn:microsoft.com/office/officeart/2005/8/layout/orgChart1"/>
    <dgm:cxn modelId="{C95BD841-A1B7-436B-9BC3-A9CE82A31D6E}" type="presParOf" srcId="{4C592C92-3156-443C-BB98-9204DFF01F72}" destId="{4B180C5E-036C-47F9-B49A-8C4E1D77F8D5}" srcOrd="3" destOrd="0" presId="urn:microsoft.com/office/officeart/2005/8/layout/orgChart1"/>
    <dgm:cxn modelId="{6A557E3B-6BC8-41DC-A722-EED4C7EC810C}" type="presParOf" srcId="{4B180C5E-036C-47F9-B49A-8C4E1D77F8D5}" destId="{B90085AD-AFC4-4405-8728-FB504B371902}" srcOrd="0" destOrd="0" presId="urn:microsoft.com/office/officeart/2005/8/layout/orgChart1"/>
    <dgm:cxn modelId="{765AB9DD-05E6-49EC-B3F4-25260E0769CA}" type="presParOf" srcId="{B90085AD-AFC4-4405-8728-FB504B371902}" destId="{91BD0B81-0B97-4F19-9F4D-9BA6FBDEE508}" srcOrd="0" destOrd="0" presId="urn:microsoft.com/office/officeart/2005/8/layout/orgChart1"/>
    <dgm:cxn modelId="{478904C4-BAE0-403F-89F6-B36F4AF70E34}" type="presParOf" srcId="{B90085AD-AFC4-4405-8728-FB504B371902}" destId="{7733767C-FCC0-4431-AE49-B7D33358E138}" srcOrd="1" destOrd="0" presId="urn:microsoft.com/office/officeart/2005/8/layout/orgChart1"/>
    <dgm:cxn modelId="{5EB6174B-917C-49CB-BF96-BE6AC3F9E89A}" type="presParOf" srcId="{4B180C5E-036C-47F9-B49A-8C4E1D77F8D5}" destId="{D8541C35-4751-46A7-B2BF-09F765488DDE}" srcOrd="1" destOrd="0" presId="urn:microsoft.com/office/officeart/2005/8/layout/orgChart1"/>
    <dgm:cxn modelId="{1264A94F-1A25-4B90-B5C4-C1E1B324D156}" type="presParOf" srcId="{4B180C5E-036C-47F9-B49A-8C4E1D77F8D5}" destId="{65AA6ECA-9464-448B-AF8B-8DA73123EF2A}" srcOrd="2" destOrd="0" presId="urn:microsoft.com/office/officeart/2005/8/layout/orgChart1"/>
    <dgm:cxn modelId="{E019AAE3-6CAF-48AD-BDAB-F83F4FEC2BA0}" type="presParOf" srcId="{4C592C92-3156-443C-BB98-9204DFF01F72}" destId="{B9A8D99B-7E04-4FCC-8A85-F7F0979F84F7}" srcOrd="4" destOrd="0" presId="urn:microsoft.com/office/officeart/2005/8/layout/orgChart1"/>
    <dgm:cxn modelId="{800E12F1-C93A-48ED-BFC3-A2B6BA462B09}" type="presParOf" srcId="{4C592C92-3156-443C-BB98-9204DFF01F72}" destId="{A1F6E8CC-6217-472F-ADBE-8596CBB0C33B}" srcOrd="5" destOrd="0" presId="urn:microsoft.com/office/officeart/2005/8/layout/orgChart1"/>
    <dgm:cxn modelId="{7F05FA83-9879-41B1-A9D4-520830E59CEA}" type="presParOf" srcId="{A1F6E8CC-6217-472F-ADBE-8596CBB0C33B}" destId="{00492B01-7A97-4F6F-B40B-8E0AFBDD877F}" srcOrd="0" destOrd="0" presId="urn:microsoft.com/office/officeart/2005/8/layout/orgChart1"/>
    <dgm:cxn modelId="{4C974993-4674-4609-9D7A-D9DDAD91C4CA}" type="presParOf" srcId="{00492B01-7A97-4F6F-B40B-8E0AFBDD877F}" destId="{7872A18C-E13C-45E9-80D5-90CBBA671EF8}" srcOrd="0" destOrd="0" presId="urn:microsoft.com/office/officeart/2005/8/layout/orgChart1"/>
    <dgm:cxn modelId="{9571D1A8-3A0D-4213-8927-4F663F9C17CC}" type="presParOf" srcId="{00492B01-7A97-4F6F-B40B-8E0AFBDD877F}" destId="{5C5CB2F4-36C0-4C54-B44C-8DBDD3F56FA6}" srcOrd="1" destOrd="0" presId="urn:microsoft.com/office/officeart/2005/8/layout/orgChart1"/>
    <dgm:cxn modelId="{075BC264-0C6E-4310-98B9-FDACBEA486A7}" type="presParOf" srcId="{A1F6E8CC-6217-472F-ADBE-8596CBB0C33B}" destId="{329E2700-FB6E-4F2D-9863-8AD5668B3E7A}" srcOrd="1" destOrd="0" presId="urn:microsoft.com/office/officeart/2005/8/layout/orgChart1"/>
    <dgm:cxn modelId="{9B8B0898-6ED9-4633-940A-9459BF7F623C}" type="presParOf" srcId="{A1F6E8CC-6217-472F-ADBE-8596CBB0C33B}" destId="{4B662056-6ACC-4D88-8440-3A00A44DBE3F}" srcOrd="2" destOrd="0" presId="urn:microsoft.com/office/officeart/2005/8/layout/orgChart1"/>
    <dgm:cxn modelId="{C3FC6048-6730-46F3-9D26-4AD965879FCF}" type="presParOf" srcId="{4C592C92-3156-443C-BB98-9204DFF01F72}" destId="{7DFEB020-B3A6-45F8-B681-CBF1D150070D}" srcOrd="6" destOrd="0" presId="urn:microsoft.com/office/officeart/2005/8/layout/orgChart1"/>
    <dgm:cxn modelId="{16904D97-64A1-410A-920E-864D2735EB42}" type="presParOf" srcId="{4C592C92-3156-443C-BB98-9204DFF01F72}" destId="{4436AC88-044A-4544-80FA-2A0AC89805EE}" srcOrd="7" destOrd="0" presId="urn:microsoft.com/office/officeart/2005/8/layout/orgChart1"/>
    <dgm:cxn modelId="{B08285B0-E273-43C6-9DD9-7EEF4A87078D}" type="presParOf" srcId="{4436AC88-044A-4544-80FA-2A0AC89805EE}" destId="{D023C210-04B0-4003-BA36-C587620748E7}" srcOrd="0" destOrd="0" presId="urn:microsoft.com/office/officeart/2005/8/layout/orgChart1"/>
    <dgm:cxn modelId="{90DFFB5F-3B60-41D3-B780-A4AEA9E41FAC}" type="presParOf" srcId="{D023C210-04B0-4003-BA36-C587620748E7}" destId="{2D249D8E-2EE3-48FE-873A-19562369E443}" srcOrd="0" destOrd="0" presId="urn:microsoft.com/office/officeart/2005/8/layout/orgChart1"/>
    <dgm:cxn modelId="{16C38442-92B6-4981-9D74-FBD186714428}" type="presParOf" srcId="{D023C210-04B0-4003-BA36-C587620748E7}" destId="{C559B045-7832-4C60-9E26-2DF08D09A0AC}" srcOrd="1" destOrd="0" presId="urn:microsoft.com/office/officeart/2005/8/layout/orgChart1"/>
    <dgm:cxn modelId="{58B04894-CA53-4FF8-A58E-249573745756}" type="presParOf" srcId="{4436AC88-044A-4544-80FA-2A0AC89805EE}" destId="{254CF176-8204-479D-A2A9-D41EC38EBB7B}" srcOrd="1" destOrd="0" presId="urn:microsoft.com/office/officeart/2005/8/layout/orgChart1"/>
    <dgm:cxn modelId="{BEF46169-19C6-45D3-9BCA-2005D99996DA}" type="presParOf" srcId="{4436AC88-044A-4544-80FA-2A0AC89805EE}" destId="{9500D369-32D8-4201-9578-A1BD44B9113F}" srcOrd="2" destOrd="0" presId="urn:microsoft.com/office/officeart/2005/8/layout/orgChart1"/>
    <dgm:cxn modelId="{B1BE96F7-2337-44FA-BD34-76B245EE353D}" type="presParOf" srcId="{E84706B5-084F-4950-8554-35690A57F381}" destId="{3E362709-8DF5-4ED1-BE78-2D67C7F6CD59}" srcOrd="2" destOrd="0" presId="urn:microsoft.com/office/officeart/2005/8/layout/orgChart1"/>
    <dgm:cxn modelId="{686564BD-ED88-440C-B10C-948809D74443}" type="presParOf" srcId="{AD53A4B1-01E7-41E8-9724-31F3910545A4}" destId="{0E020EB3-B687-49B5-864A-7775365865BE}" srcOrd="4" destOrd="0" presId="urn:microsoft.com/office/officeart/2005/8/layout/orgChart1"/>
    <dgm:cxn modelId="{F30DF150-DD06-4393-868B-F518E14A483D}" type="presParOf" srcId="{AD53A4B1-01E7-41E8-9724-31F3910545A4}" destId="{BBAFE3D2-3A5A-4490-A81A-2A8E15028CC9}" srcOrd="5" destOrd="0" presId="urn:microsoft.com/office/officeart/2005/8/layout/orgChart1"/>
    <dgm:cxn modelId="{183854C6-869C-4774-A2BA-C04D426D84FD}" type="presParOf" srcId="{BBAFE3D2-3A5A-4490-A81A-2A8E15028CC9}" destId="{5D13AC61-CB0D-439C-A3B7-8B75673646F3}" srcOrd="0" destOrd="0" presId="urn:microsoft.com/office/officeart/2005/8/layout/orgChart1"/>
    <dgm:cxn modelId="{FDD3AF96-5639-4ED8-A2DD-48B5C19977B2}" type="presParOf" srcId="{5D13AC61-CB0D-439C-A3B7-8B75673646F3}" destId="{03758FE5-334A-46EC-AD76-4289659832B6}" srcOrd="0" destOrd="0" presId="urn:microsoft.com/office/officeart/2005/8/layout/orgChart1"/>
    <dgm:cxn modelId="{4444FB0C-E22A-44A4-95BF-C45654FDFA26}" type="presParOf" srcId="{5D13AC61-CB0D-439C-A3B7-8B75673646F3}" destId="{2B09EB8B-ED69-45F5-BA37-36CF2B0643CF}" srcOrd="1" destOrd="0" presId="urn:microsoft.com/office/officeart/2005/8/layout/orgChart1"/>
    <dgm:cxn modelId="{9AC9512D-283D-4D0B-9DDC-D86196F23D7D}" type="presParOf" srcId="{BBAFE3D2-3A5A-4490-A81A-2A8E15028CC9}" destId="{1DE9D2D5-FD8E-457B-8509-AF1B11F236B3}" srcOrd="1" destOrd="0" presId="urn:microsoft.com/office/officeart/2005/8/layout/orgChart1"/>
    <dgm:cxn modelId="{00A9DC18-CAF7-45EC-B399-B8CE63834F44}" type="presParOf" srcId="{1DE9D2D5-FD8E-457B-8509-AF1B11F236B3}" destId="{B24AC9E0-962C-4E78-A693-CB404F97964B}" srcOrd="0" destOrd="0" presId="urn:microsoft.com/office/officeart/2005/8/layout/orgChart1"/>
    <dgm:cxn modelId="{BE67B17E-B0B7-4AD7-A54E-3D34AFA2DBDD}" type="presParOf" srcId="{1DE9D2D5-FD8E-457B-8509-AF1B11F236B3}" destId="{14081BD0-0331-49D1-9132-48E38CC72506}" srcOrd="1" destOrd="0" presId="urn:microsoft.com/office/officeart/2005/8/layout/orgChart1"/>
    <dgm:cxn modelId="{CE8C0BA8-D63B-43D9-9E3E-B2CC37724D93}" type="presParOf" srcId="{14081BD0-0331-49D1-9132-48E38CC72506}" destId="{CD57EBD1-6290-48D5-B876-F6B8F3E71B1C}" srcOrd="0" destOrd="0" presId="urn:microsoft.com/office/officeart/2005/8/layout/orgChart1"/>
    <dgm:cxn modelId="{F27F9118-6936-449E-8FD6-D073DD0597CB}" type="presParOf" srcId="{CD57EBD1-6290-48D5-B876-F6B8F3E71B1C}" destId="{AF41A196-D073-444E-BDCD-FC763BCB5F43}" srcOrd="0" destOrd="0" presId="urn:microsoft.com/office/officeart/2005/8/layout/orgChart1"/>
    <dgm:cxn modelId="{302688DF-D350-42F9-97F9-D2006177EFD9}" type="presParOf" srcId="{CD57EBD1-6290-48D5-B876-F6B8F3E71B1C}" destId="{D2461159-78CB-4A23-999D-2C7EB906725F}" srcOrd="1" destOrd="0" presId="urn:microsoft.com/office/officeart/2005/8/layout/orgChart1"/>
    <dgm:cxn modelId="{482EC3E5-B11D-4CF9-AF73-D3D193D0AB62}" type="presParOf" srcId="{14081BD0-0331-49D1-9132-48E38CC72506}" destId="{B7419B15-5138-497F-9E6A-0A8D19A45473}" srcOrd="1" destOrd="0" presId="urn:microsoft.com/office/officeart/2005/8/layout/orgChart1"/>
    <dgm:cxn modelId="{2EF9CB7C-D307-4AE1-B463-D6C5BE3D856C}" type="presParOf" srcId="{14081BD0-0331-49D1-9132-48E38CC72506}" destId="{913DBA18-54C7-4B85-987E-75AE9FC67706}" srcOrd="2" destOrd="0" presId="urn:microsoft.com/office/officeart/2005/8/layout/orgChart1"/>
    <dgm:cxn modelId="{46D32E30-5090-4F23-8724-1B1A5D1A1DD1}" type="presParOf" srcId="{1DE9D2D5-FD8E-457B-8509-AF1B11F236B3}" destId="{4691408A-8BF8-4490-BAC7-F053F1067B13}" srcOrd="2" destOrd="0" presId="urn:microsoft.com/office/officeart/2005/8/layout/orgChart1"/>
    <dgm:cxn modelId="{DBE43D6E-F8C4-4B2C-ACF5-F55703029ECB}" type="presParOf" srcId="{1DE9D2D5-FD8E-457B-8509-AF1B11F236B3}" destId="{B253FF4B-D779-4372-A03A-4C397613BBCA}" srcOrd="3" destOrd="0" presId="urn:microsoft.com/office/officeart/2005/8/layout/orgChart1"/>
    <dgm:cxn modelId="{5FFABB1C-939F-4685-8C19-4BEBA06FBCDD}" type="presParOf" srcId="{B253FF4B-D779-4372-A03A-4C397613BBCA}" destId="{A27E66BC-D7EB-4A94-A43F-F1144FF76A29}" srcOrd="0" destOrd="0" presId="urn:microsoft.com/office/officeart/2005/8/layout/orgChart1"/>
    <dgm:cxn modelId="{2F73FB0A-0286-4B28-820A-3C371647345C}" type="presParOf" srcId="{A27E66BC-D7EB-4A94-A43F-F1144FF76A29}" destId="{C21798EA-B202-4A21-AE21-E0688D10A5B8}" srcOrd="0" destOrd="0" presId="urn:microsoft.com/office/officeart/2005/8/layout/orgChart1"/>
    <dgm:cxn modelId="{FEB3D8B8-71A2-4DC4-AD6C-1F674EA9C9C7}" type="presParOf" srcId="{A27E66BC-D7EB-4A94-A43F-F1144FF76A29}" destId="{DC05F5C9-91A8-4A81-ADDC-66D2B94C101C}" srcOrd="1" destOrd="0" presId="urn:microsoft.com/office/officeart/2005/8/layout/orgChart1"/>
    <dgm:cxn modelId="{668EE49D-CA0A-4328-BCB2-3699E652BF7B}" type="presParOf" srcId="{B253FF4B-D779-4372-A03A-4C397613BBCA}" destId="{D864FBB0-E459-4CFF-A065-5AD3DBA35BCE}" srcOrd="1" destOrd="0" presId="urn:microsoft.com/office/officeart/2005/8/layout/orgChart1"/>
    <dgm:cxn modelId="{1D45C6AA-61B3-4616-BE85-E8313E2D675C}" type="presParOf" srcId="{B253FF4B-D779-4372-A03A-4C397613BBCA}" destId="{FF540744-FFB0-445B-9C43-BA8ACF2604C8}" srcOrd="2" destOrd="0" presId="urn:microsoft.com/office/officeart/2005/8/layout/orgChart1"/>
    <dgm:cxn modelId="{F607A475-DF45-4398-8000-01F92CBE9759}" type="presParOf" srcId="{BBAFE3D2-3A5A-4490-A81A-2A8E15028CC9}" destId="{D835F695-B50D-418C-A907-0CB512CD6F3C}" srcOrd="2" destOrd="0" presId="urn:microsoft.com/office/officeart/2005/8/layout/orgChart1"/>
    <dgm:cxn modelId="{111A422A-A367-43EA-9B53-E09860551D9C}" type="presParOf" srcId="{AD53A4B1-01E7-41E8-9724-31F3910545A4}" destId="{62821369-B757-43AF-BF6D-02B9EF83A7FF}" srcOrd="6" destOrd="0" presId="urn:microsoft.com/office/officeart/2005/8/layout/orgChart1"/>
    <dgm:cxn modelId="{B385D477-2C4E-4A44-911A-4F75092D744C}" type="presParOf" srcId="{AD53A4B1-01E7-41E8-9724-31F3910545A4}" destId="{739885B7-7422-46AE-AE38-C86EED9C22BF}" srcOrd="7" destOrd="0" presId="urn:microsoft.com/office/officeart/2005/8/layout/orgChart1"/>
    <dgm:cxn modelId="{42B8DC9E-D558-46CA-8179-5B9156F9A983}" type="presParOf" srcId="{739885B7-7422-46AE-AE38-C86EED9C22BF}" destId="{1BDBFDD5-3230-44FF-B170-FE93CAC5A6B8}" srcOrd="0" destOrd="0" presId="urn:microsoft.com/office/officeart/2005/8/layout/orgChart1"/>
    <dgm:cxn modelId="{CA5B1075-9FAE-4F67-9E43-1EFE5761CE3E}" type="presParOf" srcId="{1BDBFDD5-3230-44FF-B170-FE93CAC5A6B8}" destId="{E2CE8193-46AF-44C0-B4A1-4402C2A6388E}" srcOrd="0" destOrd="0" presId="urn:microsoft.com/office/officeart/2005/8/layout/orgChart1"/>
    <dgm:cxn modelId="{8BAC5A01-2C6C-4EB8-ABAC-ABBDF182C60E}" type="presParOf" srcId="{1BDBFDD5-3230-44FF-B170-FE93CAC5A6B8}" destId="{0FE7A504-1A99-42A4-92D2-369E93728B6E}" srcOrd="1" destOrd="0" presId="urn:microsoft.com/office/officeart/2005/8/layout/orgChart1"/>
    <dgm:cxn modelId="{A17494C3-128C-430E-B2E8-B0E32751F363}" type="presParOf" srcId="{739885B7-7422-46AE-AE38-C86EED9C22BF}" destId="{5C832EA0-92EB-4018-A238-AAD0380D7AE1}" srcOrd="1" destOrd="0" presId="urn:microsoft.com/office/officeart/2005/8/layout/orgChart1"/>
    <dgm:cxn modelId="{0019A061-E485-4041-994E-B377B5D931EF}" type="presParOf" srcId="{739885B7-7422-46AE-AE38-C86EED9C22BF}" destId="{AFF152E2-0280-4325-8B01-B43435B7724D}" srcOrd="2" destOrd="0" presId="urn:microsoft.com/office/officeart/2005/8/layout/orgChart1"/>
    <dgm:cxn modelId="{9D973967-C180-4DA1-9783-801A28437A84}" type="presParOf" srcId="{38ED7B2E-63E5-438D-91CD-EFA6DE9BBF61}" destId="{96DEF822-DC52-4FFC-82DA-389CD5B29657}"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A65A4D7-7720-45CB-8279-86EBD3407E97}" type="doc">
      <dgm:prSet loTypeId="urn:microsoft.com/office/officeart/2005/8/layout/orgChart1" loCatId="hierarchy" qsTypeId="urn:microsoft.com/office/officeart/2005/8/quickstyle/simple3" qsCatId="simple" csTypeId="urn:microsoft.com/office/officeart/2005/8/colors/colorful2" csCatId="colorful" phldr="1"/>
      <dgm:spPr/>
      <dgm:t>
        <a:bodyPr/>
        <a:lstStyle/>
        <a:p>
          <a:endParaRPr lang="en-US"/>
        </a:p>
      </dgm:t>
    </dgm:pt>
    <dgm:pt modelId="{9E6404DC-1053-49D6-95EE-599A97C88DD3}">
      <dgm:prSet phldrT="[Text]" custT="1"/>
      <dgm:spPr/>
      <dgm:t>
        <a:bodyPr/>
        <a:lstStyle/>
        <a:p>
          <a:r>
            <a:rPr lang="en-US" sz="1600" dirty="0"/>
            <a:t>Chapter 6: Finding the voice of the user.</a:t>
          </a:r>
        </a:p>
      </dgm:t>
    </dgm:pt>
    <dgm:pt modelId="{541DED35-EA1D-4B2B-8573-F418430E3EF8}" type="parTrans" cxnId="{4CA9C32A-C8CD-40F1-AFCB-D726CB5C7F3F}">
      <dgm:prSet/>
      <dgm:spPr/>
      <dgm:t>
        <a:bodyPr/>
        <a:lstStyle/>
        <a:p>
          <a:endParaRPr lang="en-US"/>
        </a:p>
      </dgm:t>
    </dgm:pt>
    <dgm:pt modelId="{8EA0B31F-0422-4926-B862-5636855C8DF2}" type="sibTrans" cxnId="{4CA9C32A-C8CD-40F1-AFCB-D726CB5C7F3F}">
      <dgm:prSet/>
      <dgm:spPr/>
      <dgm:t>
        <a:bodyPr/>
        <a:lstStyle/>
        <a:p>
          <a:endParaRPr lang="en-US"/>
        </a:p>
      </dgm:t>
    </dgm:pt>
    <dgm:pt modelId="{620DD3EC-BDCD-468B-B566-7FE2B848507E}">
      <dgm:prSet phldrT="[Text]" custT="1"/>
      <dgm:spPr/>
      <dgm:t>
        <a:bodyPr/>
        <a:lstStyle/>
        <a:p>
          <a:r>
            <a:rPr lang="en-US" sz="1600" dirty="0"/>
            <a:t>User personas</a:t>
          </a:r>
        </a:p>
      </dgm:t>
    </dgm:pt>
    <dgm:pt modelId="{F0764DAA-254D-4C3C-9708-669D5BF5A337}" type="parTrans" cxnId="{55322DC1-D5BB-4947-91D3-C49D83A86839}">
      <dgm:prSet/>
      <dgm:spPr/>
      <dgm:t>
        <a:bodyPr/>
        <a:lstStyle/>
        <a:p>
          <a:endParaRPr lang="en-US"/>
        </a:p>
      </dgm:t>
    </dgm:pt>
    <dgm:pt modelId="{61B96E30-C56F-4FDE-AA00-908E8835534F}" type="sibTrans" cxnId="{55322DC1-D5BB-4947-91D3-C49D83A86839}">
      <dgm:prSet/>
      <dgm:spPr/>
      <dgm:t>
        <a:bodyPr/>
        <a:lstStyle/>
        <a:p>
          <a:endParaRPr lang="en-US"/>
        </a:p>
      </dgm:t>
    </dgm:pt>
    <dgm:pt modelId="{1FDE73C1-1773-4DFF-80D8-CE538843B8D6}">
      <dgm:prSet phldrT="[Text]" custT="1"/>
      <dgm:spPr/>
      <dgm:t>
        <a:bodyPr/>
        <a:lstStyle/>
        <a:p>
          <a:r>
            <a:rPr lang="en-US" sz="1600"/>
            <a:t>Connecting with user representatives</a:t>
          </a:r>
          <a:endParaRPr lang="en-US" sz="1600" dirty="0"/>
        </a:p>
      </dgm:t>
    </dgm:pt>
    <dgm:pt modelId="{9BFD04D4-D27E-47FD-B17A-0660BE35F1CF}" type="parTrans" cxnId="{5D8E00E0-9552-4EAC-9DC8-D6AAED642315}">
      <dgm:prSet/>
      <dgm:spPr/>
      <dgm:t>
        <a:bodyPr/>
        <a:lstStyle/>
        <a:p>
          <a:endParaRPr lang="en-US"/>
        </a:p>
      </dgm:t>
    </dgm:pt>
    <dgm:pt modelId="{43EBF1FA-1DAE-4CFF-8F77-984B40970F7F}" type="sibTrans" cxnId="{5D8E00E0-9552-4EAC-9DC8-D6AAED642315}">
      <dgm:prSet/>
      <dgm:spPr/>
      <dgm:t>
        <a:bodyPr/>
        <a:lstStyle/>
        <a:p>
          <a:endParaRPr lang="en-US"/>
        </a:p>
      </dgm:t>
    </dgm:pt>
    <dgm:pt modelId="{9286A5EC-F2A9-487D-8BF1-B96EEEFD636B}">
      <dgm:prSet phldrT="[Text]" custT="1"/>
      <dgm:spPr/>
      <dgm:t>
        <a:bodyPr/>
        <a:lstStyle/>
        <a:p>
          <a:r>
            <a:rPr lang="en-US" sz="1600" dirty="0"/>
            <a:t>User classes</a:t>
          </a:r>
        </a:p>
      </dgm:t>
    </dgm:pt>
    <dgm:pt modelId="{D6357A36-116B-440B-A9E1-8EDB3A4D1B88}" type="sibTrans" cxnId="{3371D227-869E-4636-B9B0-BA373BCE5AD6}">
      <dgm:prSet/>
      <dgm:spPr/>
      <dgm:t>
        <a:bodyPr/>
        <a:lstStyle/>
        <a:p>
          <a:endParaRPr lang="en-US"/>
        </a:p>
      </dgm:t>
    </dgm:pt>
    <dgm:pt modelId="{8CE2CE9A-EBD7-445E-BD99-21666869C1D4}" type="parTrans" cxnId="{3371D227-869E-4636-B9B0-BA373BCE5AD6}">
      <dgm:prSet/>
      <dgm:spPr/>
      <dgm:t>
        <a:bodyPr/>
        <a:lstStyle/>
        <a:p>
          <a:endParaRPr lang="en-US"/>
        </a:p>
      </dgm:t>
    </dgm:pt>
    <dgm:pt modelId="{A1A03C13-4BED-4BB7-8AFB-BDB236A519FA}">
      <dgm:prSet phldrT="[Text]" custT="1"/>
      <dgm:spPr/>
      <dgm:t>
        <a:bodyPr/>
        <a:lstStyle/>
        <a:p>
          <a:r>
            <a:rPr lang="en-US" sz="1600" dirty="0"/>
            <a:t>Product champion</a:t>
          </a:r>
        </a:p>
      </dgm:t>
    </dgm:pt>
    <dgm:pt modelId="{9E18C130-4D81-4BDD-8DE6-22CF9F45E19E}" type="parTrans" cxnId="{7C7485FC-4CFA-45FF-817B-B38DD356F0B5}">
      <dgm:prSet/>
      <dgm:spPr/>
      <dgm:t>
        <a:bodyPr/>
        <a:lstStyle/>
        <a:p>
          <a:endParaRPr lang="en-US"/>
        </a:p>
      </dgm:t>
    </dgm:pt>
    <dgm:pt modelId="{CF4AE597-246B-4D28-8B3B-D3E59AB05BD8}" type="sibTrans" cxnId="{7C7485FC-4CFA-45FF-817B-B38DD356F0B5}">
      <dgm:prSet/>
      <dgm:spPr/>
      <dgm:t>
        <a:bodyPr/>
        <a:lstStyle/>
        <a:p>
          <a:endParaRPr lang="en-US"/>
        </a:p>
      </dgm:t>
    </dgm:pt>
    <dgm:pt modelId="{1E627F9E-CE3B-4A85-BB78-8DDB86A78DDE}">
      <dgm:prSet phldrT="[Text]" custT="1"/>
      <dgm:spPr/>
      <dgm:t>
        <a:bodyPr/>
        <a:lstStyle/>
        <a:p>
          <a:r>
            <a:rPr lang="en-US" sz="1400" dirty="0"/>
            <a:t>Identifying  user classes for your project</a:t>
          </a:r>
        </a:p>
      </dgm:t>
    </dgm:pt>
    <dgm:pt modelId="{9D28DB69-DDB3-4999-9A0B-8D007976E69E}" type="parTrans" cxnId="{97E4A6DE-8713-4676-BBF8-2B93F08AF837}">
      <dgm:prSet/>
      <dgm:spPr/>
      <dgm:t>
        <a:bodyPr/>
        <a:lstStyle/>
        <a:p>
          <a:endParaRPr lang="en-US"/>
        </a:p>
      </dgm:t>
    </dgm:pt>
    <dgm:pt modelId="{CC71E985-969E-423D-B820-177A0337B408}" type="sibTrans" cxnId="{97E4A6DE-8713-4676-BBF8-2B93F08AF837}">
      <dgm:prSet/>
      <dgm:spPr/>
      <dgm:t>
        <a:bodyPr/>
        <a:lstStyle/>
        <a:p>
          <a:endParaRPr lang="en-US"/>
        </a:p>
      </dgm:t>
    </dgm:pt>
    <dgm:pt modelId="{ADFFC400-8BBA-4CA0-97DA-A5239AD7FF83}">
      <dgm:prSet phldrT="[Text]" custT="1"/>
      <dgm:spPr/>
      <dgm:t>
        <a:bodyPr/>
        <a:lstStyle/>
        <a:p>
          <a:r>
            <a:rPr lang="en-US" sz="1400" dirty="0"/>
            <a:t>Classifying users</a:t>
          </a:r>
        </a:p>
      </dgm:t>
    </dgm:pt>
    <dgm:pt modelId="{99711691-FE7D-42E5-90F7-7213A0866CC3}" type="parTrans" cxnId="{01851525-6EDF-4B5C-AA90-15F1ED5B54E0}">
      <dgm:prSet/>
      <dgm:spPr/>
      <dgm:t>
        <a:bodyPr/>
        <a:lstStyle/>
        <a:p>
          <a:endParaRPr lang="en-US"/>
        </a:p>
      </dgm:t>
    </dgm:pt>
    <dgm:pt modelId="{6927A47E-B4A6-47D8-9933-65CB1934B7A9}" type="sibTrans" cxnId="{01851525-6EDF-4B5C-AA90-15F1ED5B54E0}">
      <dgm:prSet/>
      <dgm:spPr/>
      <dgm:t>
        <a:bodyPr/>
        <a:lstStyle/>
        <a:p>
          <a:endParaRPr lang="en-US"/>
        </a:p>
      </dgm:t>
    </dgm:pt>
    <dgm:pt modelId="{029385A5-7884-4868-8A52-5A667FA5EED1}">
      <dgm:prSet phldrT="[Text]" custT="1"/>
      <dgm:spPr/>
      <dgm:t>
        <a:bodyPr/>
        <a:lstStyle/>
        <a:p>
          <a:r>
            <a:rPr lang="en-US" sz="1600" dirty="0"/>
            <a:t>Product champion’s tasks</a:t>
          </a:r>
        </a:p>
      </dgm:t>
    </dgm:pt>
    <dgm:pt modelId="{D55C4832-7907-4EBF-AE2A-0BA235524CD4}" type="parTrans" cxnId="{121190D6-3475-475C-BE98-B88CC10B3813}">
      <dgm:prSet/>
      <dgm:spPr/>
      <dgm:t>
        <a:bodyPr/>
        <a:lstStyle/>
        <a:p>
          <a:endParaRPr lang="en-US"/>
        </a:p>
      </dgm:t>
    </dgm:pt>
    <dgm:pt modelId="{76BBD5FF-E994-4436-87D1-91B05094619F}" type="sibTrans" cxnId="{121190D6-3475-475C-BE98-B88CC10B3813}">
      <dgm:prSet/>
      <dgm:spPr/>
      <dgm:t>
        <a:bodyPr/>
        <a:lstStyle/>
        <a:p>
          <a:endParaRPr lang="en-US"/>
        </a:p>
      </dgm:t>
    </dgm:pt>
    <dgm:pt modelId="{1A1CF78A-2280-4E8B-B428-2E98CD466477}">
      <dgm:prSet phldrT="[Text]" custT="1"/>
      <dgm:spPr/>
      <dgm:t>
        <a:bodyPr/>
        <a:lstStyle/>
        <a:p>
          <a:r>
            <a:rPr lang="en-US" sz="1600"/>
            <a:t>External product champion</a:t>
          </a:r>
          <a:endParaRPr lang="en-US" sz="1600" dirty="0"/>
        </a:p>
      </dgm:t>
    </dgm:pt>
    <dgm:pt modelId="{44990EAE-AA0B-4B7A-81C8-7EF07E85BDF4}" type="parTrans" cxnId="{A7C73411-72CF-4D1D-8815-5544F6109425}">
      <dgm:prSet/>
      <dgm:spPr/>
      <dgm:t>
        <a:bodyPr/>
        <a:lstStyle/>
        <a:p>
          <a:endParaRPr lang="en-US"/>
        </a:p>
      </dgm:t>
    </dgm:pt>
    <dgm:pt modelId="{8C194F76-C47C-40BF-AE51-ACEB001F0D01}" type="sibTrans" cxnId="{A7C73411-72CF-4D1D-8815-5544F6109425}">
      <dgm:prSet/>
      <dgm:spPr/>
      <dgm:t>
        <a:bodyPr/>
        <a:lstStyle/>
        <a:p>
          <a:endParaRPr lang="en-US"/>
        </a:p>
      </dgm:t>
    </dgm:pt>
    <dgm:pt modelId="{37AC29D6-5196-4526-B470-AD55A5B95426}">
      <dgm:prSet phldrT="[Text]" custT="1"/>
      <dgm:spPr/>
      <dgm:t>
        <a:bodyPr/>
        <a:lstStyle/>
        <a:p>
          <a:r>
            <a:rPr lang="en-US" sz="1600"/>
            <a:t>Product champion expectations</a:t>
          </a:r>
          <a:endParaRPr lang="en-US" sz="1600" dirty="0"/>
        </a:p>
      </dgm:t>
    </dgm:pt>
    <dgm:pt modelId="{16E4FE4F-9910-4C62-9BD8-0BD49D3BB72F}" type="parTrans" cxnId="{2272D82D-D36A-4D91-966B-D2CB68DB462C}">
      <dgm:prSet/>
      <dgm:spPr/>
      <dgm:t>
        <a:bodyPr/>
        <a:lstStyle/>
        <a:p>
          <a:endParaRPr lang="en-US"/>
        </a:p>
      </dgm:t>
    </dgm:pt>
    <dgm:pt modelId="{F32EAEB6-D167-4A75-B59B-CF2A3D805E20}" type="sibTrans" cxnId="{2272D82D-D36A-4D91-966B-D2CB68DB462C}">
      <dgm:prSet/>
      <dgm:spPr/>
      <dgm:t>
        <a:bodyPr/>
        <a:lstStyle/>
        <a:p>
          <a:endParaRPr lang="en-US"/>
        </a:p>
      </dgm:t>
    </dgm:pt>
    <dgm:pt modelId="{B09D74D9-8705-45E2-A233-86535B5E25C4}">
      <dgm:prSet phldrT="[Text]" custT="1"/>
      <dgm:spPr/>
      <dgm:t>
        <a:bodyPr/>
        <a:lstStyle/>
        <a:p>
          <a:r>
            <a:rPr lang="en-US" sz="1600"/>
            <a:t>Multiple product champions</a:t>
          </a:r>
          <a:endParaRPr lang="en-US" sz="1600" dirty="0"/>
        </a:p>
      </dgm:t>
    </dgm:pt>
    <dgm:pt modelId="{02E8A52A-FA04-4DE1-B36D-83DF6853FDB5}" type="parTrans" cxnId="{ECA21673-94B8-4B4F-BAA8-600CC7C8CC6D}">
      <dgm:prSet/>
      <dgm:spPr/>
      <dgm:t>
        <a:bodyPr/>
        <a:lstStyle/>
        <a:p>
          <a:endParaRPr lang="en-US"/>
        </a:p>
      </dgm:t>
    </dgm:pt>
    <dgm:pt modelId="{07C8314B-67E2-497C-A8EB-405AC08BF1D6}" type="sibTrans" cxnId="{ECA21673-94B8-4B4F-BAA8-600CC7C8CC6D}">
      <dgm:prSet/>
      <dgm:spPr/>
      <dgm:t>
        <a:bodyPr/>
        <a:lstStyle/>
        <a:p>
          <a:endParaRPr lang="en-US"/>
        </a:p>
      </dgm:t>
    </dgm:pt>
    <dgm:pt modelId="{B70999B2-1540-4DB1-86A1-69D5141F2E78}">
      <dgm:prSet phldrT="[Text]" custT="1"/>
      <dgm:spPr/>
      <dgm:t>
        <a:bodyPr/>
        <a:lstStyle/>
        <a:p>
          <a:r>
            <a:rPr lang="en-US" sz="1600"/>
            <a:t>Product champion traps</a:t>
          </a:r>
          <a:endParaRPr lang="en-US" sz="1600" dirty="0"/>
        </a:p>
      </dgm:t>
    </dgm:pt>
    <dgm:pt modelId="{DD3FAA0A-9D01-4EE9-AC4E-E415B4CB4E7F}" type="parTrans" cxnId="{B4200373-99DD-4849-B406-8E636394864F}">
      <dgm:prSet/>
      <dgm:spPr/>
      <dgm:t>
        <a:bodyPr/>
        <a:lstStyle/>
        <a:p>
          <a:endParaRPr lang="en-US"/>
        </a:p>
      </dgm:t>
    </dgm:pt>
    <dgm:pt modelId="{3A8A9939-58EC-44C3-A9E2-D88DF1E21E1E}" type="sibTrans" cxnId="{B4200373-99DD-4849-B406-8E636394864F}">
      <dgm:prSet/>
      <dgm:spPr/>
      <dgm:t>
        <a:bodyPr/>
        <a:lstStyle/>
        <a:p>
          <a:endParaRPr lang="en-US"/>
        </a:p>
      </dgm:t>
    </dgm:pt>
    <dgm:pt modelId="{E0C7AB89-6DCE-4711-AD98-7E561761BDFF}">
      <dgm:prSet phldrT="[Text]" custT="1"/>
      <dgm:spPr/>
      <dgm:t>
        <a:bodyPr/>
        <a:lstStyle/>
        <a:p>
          <a:r>
            <a:rPr lang="en-US" sz="1600" dirty="0"/>
            <a:t>Agile projects</a:t>
          </a:r>
        </a:p>
      </dgm:t>
    </dgm:pt>
    <dgm:pt modelId="{FA15B88D-1F62-4800-9C77-D9491DA18B40}" type="parTrans" cxnId="{1F98B392-633B-469B-8C52-AC5671A38D82}">
      <dgm:prSet/>
      <dgm:spPr/>
      <dgm:t>
        <a:bodyPr/>
        <a:lstStyle/>
        <a:p>
          <a:endParaRPr lang="en-US"/>
        </a:p>
      </dgm:t>
    </dgm:pt>
    <dgm:pt modelId="{F78EAB7A-9BD5-4E9E-A5CD-FC4A44B4100D}" type="sibTrans" cxnId="{1F98B392-633B-469B-8C52-AC5671A38D82}">
      <dgm:prSet/>
      <dgm:spPr/>
      <dgm:t>
        <a:bodyPr/>
        <a:lstStyle/>
        <a:p>
          <a:endParaRPr lang="en-US"/>
        </a:p>
      </dgm:t>
    </dgm:pt>
    <dgm:pt modelId="{CA568641-4FCB-407C-B620-4ACE052EA82B}">
      <dgm:prSet phldrT="[Text]" custT="1"/>
      <dgm:spPr/>
      <dgm:t>
        <a:bodyPr/>
        <a:lstStyle/>
        <a:p>
          <a:r>
            <a:rPr lang="en-US" sz="1600"/>
            <a:t>Product owner</a:t>
          </a:r>
          <a:endParaRPr lang="en-US" sz="1600" dirty="0"/>
        </a:p>
      </dgm:t>
    </dgm:pt>
    <dgm:pt modelId="{B6DF7470-3CF3-44FE-B8BE-0C141A9F1CA6}" type="parTrans" cxnId="{854E5BDC-04A7-4D7A-8845-288C26B188A7}">
      <dgm:prSet/>
      <dgm:spPr/>
      <dgm:t>
        <a:bodyPr/>
        <a:lstStyle/>
        <a:p>
          <a:endParaRPr lang="en-US"/>
        </a:p>
      </dgm:t>
    </dgm:pt>
    <dgm:pt modelId="{15D9D6CE-4838-4F33-8B4C-B050B27A4D3B}" type="sibTrans" cxnId="{854E5BDC-04A7-4D7A-8845-288C26B188A7}">
      <dgm:prSet/>
      <dgm:spPr/>
      <dgm:t>
        <a:bodyPr/>
        <a:lstStyle/>
        <a:p>
          <a:endParaRPr lang="en-US"/>
        </a:p>
      </dgm:t>
    </dgm:pt>
    <dgm:pt modelId="{11077618-9302-474C-8482-1BBB83E3AEF1}" type="pres">
      <dgm:prSet presAssocID="{1A65A4D7-7720-45CB-8279-86EBD3407E97}" presName="hierChild1" presStyleCnt="0">
        <dgm:presLayoutVars>
          <dgm:orgChart val="1"/>
          <dgm:chPref val="1"/>
          <dgm:dir/>
          <dgm:animOne val="branch"/>
          <dgm:animLvl val="lvl"/>
          <dgm:resizeHandles/>
        </dgm:presLayoutVars>
      </dgm:prSet>
      <dgm:spPr/>
    </dgm:pt>
    <dgm:pt modelId="{38ED7B2E-63E5-438D-91CD-EFA6DE9BBF61}" type="pres">
      <dgm:prSet presAssocID="{9E6404DC-1053-49D6-95EE-599A97C88DD3}" presName="hierRoot1" presStyleCnt="0">
        <dgm:presLayoutVars>
          <dgm:hierBranch val="init"/>
        </dgm:presLayoutVars>
      </dgm:prSet>
      <dgm:spPr/>
    </dgm:pt>
    <dgm:pt modelId="{ADCB6C6D-2F95-4AD5-B3EB-BEA9A3239732}" type="pres">
      <dgm:prSet presAssocID="{9E6404DC-1053-49D6-95EE-599A97C88DD3}" presName="rootComposite1" presStyleCnt="0"/>
      <dgm:spPr/>
    </dgm:pt>
    <dgm:pt modelId="{0F3C8968-31FF-46A5-BCB3-A2E771257413}" type="pres">
      <dgm:prSet presAssocID="{9E6404DC-1053-49D6-95EE-599A97C88DD3}" presName="rootText1" presStyleLbl="node0" presStyleIdx="0" presStyleCnt="1" custScaleX="221574">
        <dgm:presLayoutVars>
          <dgm:chPref val="3"/>
        </dgm:presLayoutVars>
      </dgm:prSet>
      <dgm:spPr/>
    </dgm:pt>
    <dgm:pt modelId="{C8C73746-D1E9-45A4-A4B2-4DB251C0CC5A}" type="pres">
      <dgm:prSet presAssocID="{9E6404DC-1053-49D6-95EE-599A97C88DD3}" presName="rootConnector1" presStyleLbl="node1" presStyleIdx="0" presStyleCnt="0"/>
      <dgm:spPr/>
    </dgm:pt>
    <dgm:pt modelId="{AD53A4B1-01E7-41E8-9724-31F3910545A4}" type="pres">
      <dgm:prSet presAssocID="{9E6404DC-1053-49D6-95EE-599A97C88DD3}" presName="hierChild2" presStyleCnt="0"/>
      <dgm:spPr/>
    </dgm:pt>
    <dgm:pt modelId="{7B4371B5-9FE0-4A41-B872-D27DD755166A}" type="pres">
      <dgm:prSet presAssocID="{8CE2CE9A-EBD7-445E-BD99-21666869C1D4}" presName="Name37" presStyleLbl="parChTrans1D2" presStyleIdx="0" presStyleCnt="5"/>
      <dgm:spPr/>
    </dgm:pt>
    <dgm:pt modelId="{ED726A71-3CEE-43E5-B36E-E99BBF451E5B}" type="pres">
      <dgm:prSet presAssocID="{9286A5EC-F2A9-487D-8BF1-B96EEEFD636B}" presName="hierRoot2" presStyleCnt="0">
        <dgm:presLayoutVars>
          <dgm:hierBranch val="init"/>
        </dgm:presLayoutVars>
      </dgm:prSet>
      <dgm:spPr/>
    </dgm:pt>
    <dgm:pt modelId="{82B2FC70-3C15-48D4-B101-71C09EFE19F9}" type="pres">
      <dgm:prSet presAssocID="{9286A5EC-F2A9-487D-8BF1-B96EEEFD636B}" presName="rootComposite" presStyleCnt="0"/>
      <dgm:spPr/>
    </dgm:pt>
    <dgm:pt modelId="{C9422C4E-2B02-4D33-A16B-EF7B187ECAB7}" type="pres">
      <dgm:prSet presAssocID="{9286A5EC-F2A9-487D-8BF1-B96EEEFD636B}" presName="rootText" presStyleLbl="node2" presStyleIdx="0" presStyleCnt="5" custScaleX="149111">
        <dgm:presLayoutVars>
          <dgm:chPref val="3"/>
        </dgm:presLayoutVars>
      </dgm:prSet>
      <dgm:spPr/>
    </dgm:pt>
    <dgm:pt modelId="{A10B8E6A-AEE1-4C2B-8634-C515AEDBA0E5}" type="pres">
      <dgm:prSet presAssocID="{9286A5EC-F2A9-487D-8BF1-B96EEEFD636B}" presName="rootConnector" presStyleLbl="node2" presStyleIdx="0" presStyleCnt="5"/>
      <dgm:spPr/>
    </dgm:pt>
    <dgm:pt modelId="{C9264EDA-91B6-4FAE-AFE6-AFC29BE66386}" type="pres">
      <dgm:prSet presAssocID="{9286A5EC-F2A9-487D-8BF1-B96EEEFD636B}" presName="hierChild4" presStyleCnt="0"/>
      <dgm:spPr/>
    </dgm:pt>
    <dgm:pt modelId="{75D5AD84-DBF1-46D6-A5BA-E9CD0863B250}" type="pres">
      <dgm:prSet presAssocID="{99711691-FE7D-42E5-90F7-7213A0866CC3}" presName="Name37" presStyleLbl="parChTrans1D3" presStyleIdx="0" presStyleCnt="8"/>
      <dgm:spPr/>
    </dgm:pt>
    <dgm:pt modelId="{0A3D070D-372F-44AA-9989-2950AF322DAD}" type="pres">
      <dgm:prSet presAssocID="{ADFFC400-8BBA-4CA0-97DA-A5239AD7FF83}" presName="hierRoot2" presStyleCnt="0">
        <dgm:presLayoutVars>
          <dgm:hierBranch val="init"/>
        </dgm:presLayoutVars>
      </dgm:prSet>
      <dgm:spPr/>
    </dgm:pt>
    <dgm:pt modelId="{F82308D2-FFCE-4A27-A6F8-80CAC5E49554}" type="pres">
      <dgm:prSet presAssocID="{ADFFC400-8BBA-4CA0-97DA-A5239AD7FF83}" presName="rootComposite" presStyleCnt="0"/>
      <dgm:spPr/>
    </dgm:pt>
    <dgm:pt modelId="{ED8B7DF3-7C68-4E1C-A743-283531BE19BD}" type="pres">
      <dgm:prSet presAssocID="{ADFFC400-8BBA-4CA0-97DA-A5239AD7FF83}" presName="rootText" presStyleLbl="node3" presStyleIdx="0" presStyleCnt="8">
        <dgm:presLayoutVars>
          <dgm:chPref val="3"/>
        </dgm:presLayoutVars>
      </dgm:prSet>
      <dgm:spPr/>
    </dgm:pt>
    <dgm:pt modelId="{7C494E9C-07EE-4809-A445-329E5D279BED}" type="pres">
      <dgm:prSet presAssocID="{ADFFC400-8BBA-4CA0-97DA-A5239AD7FF83}" presName="rootConnector" presStyleLbl="node3" presStyleIdx="0" presStyleCnt="8"/>
      <dgm:spPr/>
    </dgm:pt>
    <dgm:pt modelId="{F5BD26D9-4E15-4028-952B-19C65CF2D9B3}" type="pres">
      <dgm:prSet presAssocID="{ADFFC400-8BBA-4CA0-97DA-A5239AD7FF83}" presName="hierChild4" presStyleCnt="0"/>
      <dgm:spPr/>
    </dgm:pt>
    <dgm:pt modelId="{DF11C6F3-AB9A-4C85-A48C-F7DD5BA1D2F8}" type="pres">
      <dgm:prSet presAssocID="{ADFFC400-8BBA-4CA0-97DA-A5239AD7FF83}" presName="hierChild5" presStyleCnt="0"/>
      <dgm:spPr/>
    </dgm:pt>
    <dgm:pt modelId="{DE7F276F-E57B-4251-A70B-2917BAF50B6F}" type="pres">
      <dgm:prSet presAssocID="{9D28DB69-DDB3-4999-9A0B-8D007976E69E}" presName="Name37" presStyleLbl="parChTrans1D3" presStyleIdx="1" presStyleCnt="8"/>
      <dgm:spPr/>
    </dgm:pt>
    <dgm:pt modelId="{7971AF45-BEF4-409C-A7A2-334F0F0C01E6}" type="pres">
      <dgm:prSet presAssocID="{1E627F9E-CE3B-4A85-BB78-8DDB86A78DDE}" presName="hierRoot2" presStyleCnt="0">
        <dgm:presLayoutVars>
          <dgm:hierBranch val="init"/>
        </dgm:presLayoutVars>
      </dgm:prSet>
      <dgm:spPr/>
    </dgm:pt>
    <dgm:pt modelId="{C98C32C5-9758-4590-94EE-C277C6DF6AF8}" type="pres">
      <dgm:prSet presAssocID="{1E627F9E-CE3B-4A85-BB78-8DDB86A78DDE}" presName="rootComposite" presStyleCnt="0"/>
      <dgm:spPr/>
    </dgm:pt>
    <dgm:pt modelId="{31C29986-52F5-42D4-A9FC-3B32B3F35DB2}" type="pres">
      <dgm:prSet presAssocID="{1E627F9E-CE3B-4A85-BB78-8DDB86A78DDE}" presName="rootText" presStyleLbl="node3" presStyleIdx="1" presStyleCnt="8">
        <dgm:presLayoutVars>
          <dgm:chPref val="3"/>
        </dgm:presLayoutVars>
      </dgm:prSet>
      <dgm:spPr/>
    </dgm:pt>
    <dgm:pt modelId="{BFFD6F86-AD10-4340-B993-09FE9B342F4C}" type="pres">
      <dgm:prSet presAssocID="{1E627F9E-CE3B-4A85-BB78-8DDB86A78DDE}" presName="rootConnector" presStyleLbl="node3" presStyleIdx="1" presStyleCnt="8"/>
      <dgm:spPr/>
    </dgm:pt>
    <dgm:pt modelId="{4318A7A7-34AB-44EA-9D09-5217CEE301A7}" type="pres">
      <dgm:prSet presAssocID="{1E627F9E-CE3B-4A85-BB78-8DDB86A78DDE}" presName="hierChild4" presStyleCnt="0"/>
      <dgm:spPr/>
    </dgm:pt>
    <dgm:pt modelId="{B26D372B-AEC3-47D7-AF9D-A4B9E1D506C5}" type="pres">
      <dgm:prSet presAssocID="{1E627F9E-CE3B-4A85-BB78-8DDB86A78DDE}" presName="hierChild5" presStyleCnt="0"/>
      <dgm:spPr/>
    </dgm:pt>
    <dgm:pt modelId="{C5C54053-3A12-46C3-BAAB-BDE4C3102748}" type="pres">
      <dgm:prSet presAssocID="{9286A5EC-F2A9-487D-8BF1-B96EEEFD636B}" presName="hierChild5" presStyleCnt="0"/>
      <dgm:spPr/>
    </dgm:pt>
    <dgm:pt modelId="{0146BAA9-2B9D-4F2A-B565-A2DCB6505964}" type="pres">
      <dgm:prSet presAssocID="{F0764DAA-254D-4C3C-9708-669D5BF5A337}" presName="Name37" presStyleLbl="parChTrans1D2" presStyleIdx="1" presStyleCnt="5"/>
      <dgm:spPr/>
    </dgm:pt>
    <dgm:pt modelId="{E84706B5-084F-4950-8554-35690A57F381}" type="pres">
      <dgm:prSet presAssocID="{620DD3EC-BDCD-468B-B566-7FE2B848507E}" presName="hierRoot2" presStyleCnt="0">
        <dgm:presLayoutVars>
          <dgm:hierBranch val="init"/>
        </dgm:presLayoutVars>
      </dgm:prSet>
      <dgm:spPr/>
    </dgm:pt>
    <dgm:pt modelId="{2A614826-E838-4B9F-9FD7-136F010E7C46}" type="pres">
      <dgm:prSet presAssocID="{620DD3EC-BDCD-468B-B566-7FE2B848507E}" presName="rootComposite" presStyleCnt="0"/>
      <dgm:spPr/>
    </dgm:pt>
    <dgm:pt modelId="{02B28F85-DE51-42FF-859E-1DD3A478F426}" type="pres">
      <dgm:prSet presAssocID="{620DD3EC-BDCD-468B-B566-7FE2B848507E}" presName="rootText" presStyleLbl="node2" presStyleIdx="1" presStyleCnt="5" custScaleX="149111">
        <dgm:presLayoutVars>
          <dgm:chPref val="3"/>
        </dgm:presLayoutVars>
      </dgm:prSet>
      <dgm:spPr/>
    </dgm:pt>
    <dgm:pt modelId="{1999F93D-C5E3-4B58-A38A-C971B5C1871B}" type="pres">
      <dgm:prSet presAssocID="{620DD3EC-BDCD-468B-B566-7FE2B848507E}" presName="rootConnector" presStyleLbl="node2" presStyleIdx="1" presStyleCnt="5"/>
      <dgm:spPr/>
    </dgm:pt>
    <dgm:pt modelId="{4C592C92-3156-443C-BB98-9204DFF01F72}" type="pres">
      <dgm:prSet presAssocID="{620DD3EC-BDCD-468B-B566-7FE2B848507E}" presName="hierChild4" presStyleCnt="0"/>
      <dgm:spPr/>
    </dgm:pt>
    <dgm:pt modelId="{3E362709-8DF5-4ED1-BE78-2D67C7F6CD59}" type="pres">
      <dgm:prSet presAssocID="{620DD3EC-BDCD-468B-B566-7FE2B848507E}" presName="hierChild5" presStyleCnt="0"/>
      <dgm:spPr/>
    </dgm:pt>
    <dgm:pt modelId="{0E020EB3-B687-49B5-864A-7775365865BE}" type="pres">
      <dgm:prSet presAssocID="{9BFD04D4-D27E-47FD-B17A-0660BE35F1CF}" presName="Name37" presStyleLbl="parChTrans1D2" presStyleIdx="2" presStyleCnt="5"/>
      <dgm:spPr/>
    </dgm:pt>
    <dgm:pt modelId="{BBAFE3D2-3A5A-4490-A81A-2A8E15028CC9}" type="pres">
      <dgm:prSet presAssocID="{1FDE73C1-1773-4DFF-80D8-CE538843B8D6}" presName="hierRoot2" presStyleCnt="0">
        <dgm:presLayoutVars>
          <dgm:hierBranch val="init"/>
        </dgm:presLayoutVars>
      </dgm:prSet>
      <dgm:spPr/>
    </dgm:pt>
    <dgm:pt modelId="{5D13AC61-CB0D-439C-A3B7-8B75673646F3}" type="pres">
      <dgm:prSet presAssocID="{1FDE73C1-1773-4DFF-80D8-CE538843B8D6}" presName="rootComposite" presStyleCnt="0"/>
      <dgm:spPr/>
    </dgm:pt>
    <dgm:pt modelId="{03758FE5-334A-46EC-AD76-4289659832B6}" type="pres">
      <dgm:prSet presAssocID="{1FDE73C1-1773-4DFF-80D8-CE538843B8D6}" presName="rootText" presStyleLbl="node2" presStyleIdx="2" presStyleCnt="5" custScaleX="149111">
        <dgm:presLayoutVars>
          <dgm:chPref val="3"/>
        </dgm:presLayoutVars>
      </dgm:prSet>
      <dgm:spPr/>
    </dgm:pt>
    <dgm:pt modelId="{2B09EB8B-ED69-45F5-BA37-36CF2B0643CF}" type="pres">
      <dgm:prSet presAssocID="{1FDE73C1-1773-4DFF-80D8-CE538843B8D6}" presName="rootConnector" presStyleLbl="node2" presStyleIdx="2" presStyleCnt="5"/>
      <dgm:spPr/>
    </dgm:pt>
    <dgm:pt modelId="{1DE9D2D5-FD8E-457B-8509-AF1B11F236B3}" type="pres">
      <dgm:prSet presAssocID="{1FDE73C1-1773-4DFF-80D8-CE538843B8D6}" presName="hierChild4" presStyleCnt="0"/>
      <dgm:spPr/>
    </dgm:pt>
    <dgm:pt modelId="{D835F695-B50D-418C-A907-0CB512CD6F3C}" type="pres">
      <dgm:prSet presAssocID="{1FDE73C1-1773-4DFF-80D8-CE538843B8D6}" presName="hierChild5" presStyleCnt="0"/>
      <dgm:spPr/>
    </dgm:pt>
    <dgm:pt modelId="{62821369-B757-43AF-BF6D-02B9EF83A7FF}" type="pres">
      <dgm:prSet presAssocID="{9E18C130-4D81-4BDD-8DE6-22CF9F45E19E}" presName="Name37" presStyleLbl="parChTrans1D2" presStyleIdx="3" presStyleCnt="5"/>
      <dgm:spPr/>
    </dgm:pt>
    <dgm:pt modelId="{739885B7-7422-46AE-AE38-C86EED9C22BF}" type="pres">
      <dgm:prSet presAssocID="{A1A03C13-4BED-4BB7-8AFB-BDB236A519FA}" presName="hierRoot2" presStyleCnt="0">
        <dgm:presLayoutVars>
          <dgm:hierBranch val="init"/>
        </dgm:presLayoutVars>
      </dgm:prSet>
      <dgm:spPr/>
    </dgm:pt>
    <dgm:pt modelId="{1BDBFDD5-3230-44FF-B170-FE93CAC5A6B8}" type="pres">
      <dgm:prSet presAssocID="{A1A03C13-4BED-4BB7-8AFB-BDB236A519FA}" presName="rootComposite" presStyleCnt="0"/>
      <dgm:spPr/>
    </dgm:pt>
    <dgm:pt modelId="{E2CE8193-46AF-44C0-B4A1-4402C2A6388E}" type="pres">
      <dgm:prSet presAssocID="{A1A03C13-4BED-4BB7-8AFB-BDB236A519FA}" presName="rootText" presStyleLbl="node2" presStyleIdx="3" presStyleCnt="5" custScaleX="149111">
        <dgm:presLayoutVars>
          <dgm:chPref val="3"/>
        </dgm:presLayoutVars>
      </dgm:prSet>
      <dgm:spPr/>
    </dgm:pt>
    <dgm:pt modelId="{0FE7A504-1A99-42A4-92D2-369E93728B6E}" type="pres">
      <dgm:prSet presAssocID="{A1A03C13-4BED-4BB7-8AFB-BDB236A519FA}" presName="rootConnector" presStyleLbl="node2" presStyleIdx="3" presStyleCnt="5"/>
      <dgm:spPr/>
    </dgm:pt>
    <dgm:pt modelId="{5C832EA0-92EB-4018-A238-AAD0380D7AE1}" type="pres">
      <dgm:prSet presAssocID="{A1A03C13-4BED-4BB7-8AFB-BDB236A519FA}" presName="hierChild4" presStyleCnt="0"/>
      <dgm:spPr/>
    </dgm:pt>
    <dgm:pt modelId="{2A679957-7E3B-4BD6-B48E-5D4D6DCC99DC}" type="pres">
      <dgm:prSet presAssocID="{D55C4832-7907-4EBF-AE2A-0BA235524CD4}" presName="Name37" presStyleLbl="parChTrans1D3" presStyleIdx="2" presStyleCnt="8"/>
      <dgm:spPr/>
    </dgm:pt>
    <dgm:pt modelId="{21D8A42E-91C9-4273-879D-7785FB394613}" type="pres">
      <dgm:prSet presAssocID="{029385A5-7884-4868-8A52-5A667FA5EED1}" presName="hierRoot2" presStyleCnt="0">
        <dgm:presLayoutVars>
          <dgm:hierBranch val="init"/>
        </dgm:presLayoutVars>
      </dgm:prSet>
      <dgm:spPr/>
    </dgm:pt>
    <dgm:pt modelId="{9924DB7D-0B8C-4877-9C94-F05014984C7F}" type="pres">
      <dgm:prSet presAssocID="{029385A5-7884-4868-8A52-5A667FA5EED1}" presName="rootComposite" presStyleCnt="0"/>
      <dgm:spPr/>
    </dgm:pt>
    <dgm:pt modelId="{4D245AAB-B59E-4A71-9078-92C96B68BEDE}" type="pres">
      <dgm:prSet presAssocID="{029385A5-7884-4868-8A52-5A667FA5EED1}" presName="rootText" presStyleLbl="node3" presStyleIdx="2" presStyleCnt="8">
        <dgm:presLayoutVars>
          <dgm:chPref val="3"/>
        </dgm:presLayoutVars>
      </dgm:prSet>
      <dgm:spPr/>
    </dgm:pt>
    <dgm:pt modelId="{9625BECB-7DD4-4122-93F7-2CE7BAEA1D3F}" type="pres">
      <dgm:prSet presAssocID="{029385A5-7884-4868-8A52-5A667FA5EED1}" presName="rootConnector" presStyleLbl="node3" presStyleIdx="2" presStyleCnt="8"/>
      <dgm:spPr/>
    </dgm:pt>
    <dgm:pt modelId="{87F5F425-2408-4090-9506-B7F94AB46B9D}" type="pres">
      <dgm:prSet presAssocID="{029385A5-7884-4868-8A52-5A667FA5EED1}" presName="hierChild4" presStyleCnt="0"/>
      <dgm:spPr/>
    </dgm:pt>
    <dgm:pt modelId="{50941B70-9A65-43B8-B603-89D618FF83DD}" type="pres">
      <dgm:prSet presAssocID="{029385A5-7884-4868-8A52-5A667FA5EED1}" presName="hierChild5" presStyleCnt="0"/>
      <dgm:spPr/>
    </dgm:pt>
    <dgm:pt modelId="{8214F421-3EDC-473C-AA0A-5D676BB69F45}" type="pres">
      <dgm:prSet presAssocID="{44990EAE-AA0B-4B7A-81C8-7EF07E85BDF4}" presName="Name37" presStyleLbl="parChTrans1D3" presStyleIdx="3" presStyleCnt="8"/>
      <dgm:spPr/>
    </dgm:pt>
    <dgm:pt modelId="{F741D4A9-8F07-4671-9ABF-9999DB769DA5}" type="pres">
      <dgm:prSet presAssocID="{1A1CF78A-2280-4E8B-B428-2E98CD466477}" presName="hierRoot2" presStyleCnt="0">
        <dgm:presLayoutVars>
          <dgm:hierBranch val="init"/>
        </dgm:presLayoutVars>
      </dgm:prSet>
      <dgm:spPr/>
    </dgm:pt>
    <dgm:pt modelId="{23F3031F-C4F7-44AB-9D50-4F1254FDF8E7}" type="pres">
      <dgm:prSet presAssocID="{1A1CF78A-2280-4E8B-B428-2E98CD466477}" presName="rootComposite" presStyleCnt="0"/>
      <dgm:spPr/>
    </dgm:pt>
    <dgm:pt modelId="{B751704E-3EDE-42D5-B9B8-51585ED1653A}" type="pres">
      <dgm:prSet presAssocID="{1A1CF78A-2280-4E8B-B428-2E98CD466477}" presName="rootText" presStyleLbl="node3" presStyleIdx="3" presStyleCnt="8">
        <dgm:presLayoutVars>
          <dgm:chPref val="3"/>
        </dgm:presLayoutVars>
      </dgm:prSet>
      <dgm:spPr/>
    </dgm:pt>
    <dgm:pt modelId="{218A3D50-0DC0-4772-BC9B-903353757078}" type="pres">
      <dgm:prSet presAssocID="{1A1CF78A-2280-4E8B-B428-2E98CD466477}" presName="rootConnector" presStyleLbl="node3" presStyleIdx="3" presStyleCnt="8"/>
      <dgm:spPr/>
    </dgm:pt>
    <dgm:pt modelId="{623B3793-671F-4EBD-944C-AEAA381DBF60}" type="pres">
      <dgm:prSet presAssocID="{1A1CF78A-2280-4E8B-B428-2E98CD466477}" presName="hierChild4" presStyleCnt="0"/>
      <dgm:spPr/>
    </dgm:pt>
    <dgm:pt modelId="{CEEC3C0C-6394-4BB3-AE4B-B0E13E844A06}" type="pres">
      <dgm:prSet presAssocID="{1A1CF78A-2280-4E8B-B428-2E98CD466477}" presName="hierChild5" presStyleCnt="0"/>
      <dgm:spPr/>
    </dgm:pt>
    <dgm:pt modelId="{6203C03E-570C-4E7D-9C92-0AC3EA643FF1}" type="pres">
      <dgm:prSet presAssocID="{16E4FE4F-9910-4C62-9BD8-0BD49D3BB72F}" presName="Name37" presStyleLbl="parChTrans1D3" presStyleIdx="4" presStyleCnt="8"/>
      <dgm:spPr/>
    </dgm:pt>
    <dgm:pt modelId="{9CCAFF56-488B-455F-971C-08FEDD1BEB39}" type="pres">
      <dgm:prSet presAssocID="{37AC29D6-5196-4526-B470-AD55A5B95426}" presName="hierRoot2" presStyleCnt="0">
        <dgm:presLayoutVars>
          <dgm:hierBranch val="init"/>
        </dgm:presLayoutVars>
      </dgm:prSet>
      <dgm:spPr/>
    </dgm:pt>
    <dgm:pt modelId="{8088FCB5-12A3-48FA-8FF9-08DDA7E4B52B}" type="pres">
      <dgm:prSet presAssocID="{37AC29D6-5196-4526-B470-AD55A5B95426}" presName="rootComposite" presStyleCnt="0"/>
      <dgm:spPr/>
    </dgm:pt>
    <dgm:pt modelId="{B059F08C-E0A3-4F62-A09D-4451BB99F9FB}" type="pres">
      <dgm:prSet presAssocID="{37AC29D6-5196-4526-B470-AD55A5B95426}" presName="rootText" presStyleLbl="node3" presStyleIdx="4" presStyleCnt="8">
        <dgm:presLayoutVars>
          <dgm:chPref val="3"/>
        </dgm:presLayoutVars>
      </dgm:prSet>
      <dgm:spPr/>
    </dgm:pt>
    <dgm:pt modelId="{4C7744C2-C66F-49B7-8457-397BA58B343A}" type="pres">
      <dgm:prSet presAssocID="{37AC29D6-5196-4526-B470-AD55A5B95426}" presName="rootConnector" presStyleLbl="node3" presStyleIdx="4" presStyleCnt="8"/>
      <dgm:spPr/>
    </dgm:pt>
    <dgm:pt modelId="{3957B869-A86C-4FAC-9055-CE3EEE961789}" type="pres">
      <dgm:prSet presAssocID="{37AC29D6-5196-4526-B470-AD55A5B95426}" presName="hierChild4" presStyleCnt="0"/>
      <dgm:spPr/>
    </dgm:pt>
    <dgm:pt modelId="{AED62139-BA94-40DB-90FC-14073E2B80CF}" type="pres">
      <dgm:prSet presAssocID="{37AC29D6-5196-4526-B470-AD55A5B95426}" presName="hierChild5" presStyleCnt="0"/>
      <dgm:spPr/>
    </dgm:pt>
    <dgm:pt modelId="{7B45AE52-A61F-4C7C-A234-52656783204F}" type="pres">
      <dgm:prSet presAssocID="{02E8A52A-FA04-4DE1-B36D-83DF6853FDB5}" presName="Name37" presStyleLbl="parChTrans1D3" presStyleIdx="5" presStyleCnt="8"/>
      <dgm:spPr/>
    </dgm:pt>
    <dgm:pt modelId="{2BB8898A-B645-4834-AD32-FD1BB0162CFB}" type="pres">
      <dgm:prSet presAssocID="{B09D74D9-8705-45E2-A233-86535B5E25C4}" presName="hierRoot2" presStyleCnt="0">
        <dgm:presLayoutVars>
          <dgm:hierBranch val="init"/>
        </dgm:presLayoutVars>
      </dgm:prSet>
      <dgm:spPr/>
    </dgm:pt>
    <dgm:pt modelId="{57533D3F-43B2-44AE-AC4C-32E3020D1B15}" type="pres">
      <dgm:prSet presAssocID="{B09D74D9-8705-45E2-A233-86535B5E25C4}" presName="rootComposite" presStyleCnt="0"/>
      <dgm:spPr/>
    </dgm:pt>
    <dgm:pt modelId="{69C599BA-DE2A-47CB-BD25-E414CFC0172E}" type="pres">
      <dgm:prSet presAssocID="{B09D74D9-8705-45E2-A233-86535B5E25C4}" presName="rootText" presStyleLbl="node3" presStyleIdx="5" presStyleCnt="8">
        <dgm:presLayoutVars>
          <dgm:chPref val="3"/>
        </dgm:presLayoutVars>
      </dgm:prSet>
      <dgm:spPr/>
    </dgm:pt>
    <dgm:pt modelId="{EF32AAA6-8F91-49CD-B592-B98A71A2B380}" type="pres">
      <dgm:prSet presAssocID="{B09D74D9-8705-45E2-A233-86535B5E25C4}" presName="rootConnector" presStyleLbl="node3" presStyleIdx="5" presStyleCnt="8"/>
      <dgm:spPr/>
    </dgm:pt>
    <dgm:pt modelId="{1ED63D06-078F-4DEA-AE7A-F78B9F1E31BC}" type="pres">
      <dgm:prSet presAssocID="{B09D74D9-8705-45E2-A233-86535B5E25C4}" presName="hierChild4" presStyleCnt="0"/>
      <dgm:spPr/>
    </dgm:pt>
    <dgm:pt modelId="{710AC9B7-BF45-4B7A-9260-CC069D8E5931}" type="pres">
      <dgm:prSet presAssocID="{B09D74D9-8705-45E2-A233-86535B5E25C4}" presName="hierChild5" presStyleCnt="0"/>
      <dgm:spPr/>
    </dgm:pt>
    <dgm:pt modelId="{11DEB870-7AA8-44F9-8F91-E6FADEC8F33A}" type="pres">
      <dgm:prSet presAssocID="{DD3FAA0A-9D01-4EE9-AC4E-E415B4CB4E7F}" presName="Name37" presStyleLbl="parChTrans1D3" presStyleIdx="6" presStyleCnt="8"/>
      <dgm:spPr/>
    </dgm:pt>
    <dgm:pt modelId="{2E74E7BD-876C-48EC-9E39-B9A96353D2AC}" type="pres">
      <dgm:prSet presAssocID="{B70999B2-1540-4DB1-86A1-69D5141F2E78}" presName="hierRoot2" presStyleCnt="0">
        <dgm:presLayoutVars>
          <dgm:hierBranch val="init"/>
        </dgm:presLayoutVars>
      </dgm:prSet>
      <dgm:spPr/>
    </dgm:pt>
    <dgm:pt modelId="{717E291A-20C3-4220-B4A0-92B5B9717204}" type="pres">
      <dgm:prSet presAssocID="{B70999B2-1540-4DB1-86A1-69D5141F2E78}" presName="rootComposite" presStyleCnt="0"/>
      <dgm:spPr/>
    </dgm:pt>
    <dgm:pt modelId="{0A13B8F0-6F9A-41CC-9AB2-4A2B2353D519}" type="pres">
      <dgm:prSet presAssocID="{B70999B2-1540-4DB1-86A1-69D5141F2E78}" presName="rootText" presStyleLbl="node3" presStyleIdx="6" presStyleCnt="8">
        <dgm:presLayoutVars>
          <dgm:chPref val="3"/>
        </dgm:presLayoutVars>
      </dgm:prSet>
      <dgm:spPr/>
    </dgm:pt>
    <dgm:pt modelId="{1A508E28-370B-4F05-9488-A8A612FD634B}" type="pres">
      <dgm:prSet presAssocID="{B70999B2-1540-4DB1-86A1-69D5141F2E78}" presName="rootConnector" presStyleLbl="node3" presStyleIdx="6" presStyleCnt="8"/>
      <dgm:spPr/>
    </dgm:pt>
    <dgm:pt modelId="{FED1DCEC-FF55-4FF3-8CF3-D7344DCA0CF3}" type="pres">
      <dgm:prSet presAssocID="{B70999B2-1540-4DB1-86A1-69D5141F2E78}" presName="hierChild4" presStyleCnt="0"/>
      <dgm:spPr/>
    </dgm:pt>
    <dgm:pt modelId="{B05F0FAC-0572-4921-9728-A655034F501D}" type="pres">
      <dgm:prSet presAssocID="{B70999B2-1540-4DB1-86A1-69D5141F2E78}" presName="hierChild5" presStyleCnt="0"/>
      <dgm:spPr/>
    </dgm:pt>
    <dgm:pt modelId="{AFF152E2-0280-4325-8B01-B43435B7724D}" type="pres">
      <dgm:prSet presAssocID="{A1A03C13-4BED-4BB7-8AFB-BDB236A519FA}" presName="hierChild5" presStyleCnt="0"/>
      <dgm:spPr/>
    </dgm:pt>
    <dgm:pt modelId="{12450436-20FF-4107-9A60-59BC15424C48}" type="pres">
      <dgm:prSet presAssocID="{FA15B88D-1F62-4800-9C77-D9491DA18B40}" presName="Name37" presStyleLbl="parChTrans1D2" presStyleIdx="4" presStyleCnt="5"/>
      <dgm:spPr/>
    </dgm:pt>
    <dgm:pt modelId="{8B13A02E-044C-4933-B8B5-792F7B24511F}" type="pres">
      <dgm:prSet presAssocID="{E0C7AB89-6DCE-4711-AD98-7E561761BDFF}" presName="hierRoot2" presStyleCnt="0">
        <dgm:presLayoutVars>
          <dgm:hierBranch val="init"/>
        </dgm:presLayoutVars>
      </dgm:prSet>
      <dgm:spPr/>
    </dgm:pt>
    <dgm:pt modelId="{DFAFF08F-5A3F-4FA9-A188-AF26D0B232D3}" type="pres">
      <dgm:prSet presAssocID="{E0C7AB89-6DCE-4711-AD98-7E561761BDFF}" presName="rootComposite" presStyleCnt="0"/>
      <dgm:spPr/>
    </dgm:pt>
    <dgm:pt modelId="{602F66FB-1991-41A4-AB11-A85608B0FF68}" type="pres">
      <dgm:prSet presAssocID="{E0C7AB89-6DCE-4711-AD98-7E561761BDFF}" presName="rootText" presStyleLbl="node2" presStyleIdx="4" presStyleCnt="5">
        <dgm:presLayoutVars>
          <dgm:chPref val="3"/>
        </dgm:presLayoutVars>
      </dgm:prSet>
      <dgm:spPr/>
    </dgm:pt>
    <dgm:pt modelId="{484104B8-C55A-413F-9E9B-571986A8C406}" type="pres">
      <dgm:prSet presAssocID="{E0C7AB89-6DCE-4711-AD98-7E561761BDFF}" presName="rootConnector" presStyleLbl="node2" presStyleIdx="4" presStyleCnt="5"/>
      <dgm:spPr/>
    </dgm:pt>
    <dgm:pt modelId="{A0037F49-6EC0-49E8-96CD-C63016F73797}" type="pres">
      <dgm:prSet presAssocID="{E0C7AB89-6DCE-4711-AD98-7E561761BDFF}" presName="hierChild4" presStyleCnt="0"/>
      <dgm:spPr/>
    </dgm:pt>
    <dgm:pt modelId="{720E23B0-F442-4400-B6AF-B60AAF5EACF0}" type="pres">
      <dgm:prSet presAssocID="{B6DF7470-3CF3-44FE-B8BE-0C141A9F1CA6}" presName="Name37" presStyleLbl="parChTrans1D3" presStyleIdx="7" presStyleCnt="8"/>
      <dgm:spPr/>
    </dgm:pt>
    <dgm:pt modelId="{54CDA431-8935-4317-9550-5A0EDC440675}" type="pres">
      <dgm:prSet presAssocID="{CA568641-4FCB-407C-B620-4ACE052EA82B}" presName="hierRoot2" presStyleCnt="0">
        <dgm:presLayoutVars>
          <dgm:hierBranch val="init"/>
        </dgm:presLayoutVars>
      </dgm:prSet>
      <dgm:spPr/>
    </dgm:pt>
    <dgm:pt modelId="{5B204CF3-493A-44FF-A415-0B13AB157D61}" type="pres">
      <dgm:prSet presAssocID="{CA568641-4FCB-407C-B620-4ACE052EA82B}" presName="rootComposite" presStyleCnt="0"/>
      <dgm:spPr/>
    </dgm:pt>
    <dgm:pt modelId="{124F2EB0-C80E-4409-BCE2-3494102F8F91}" type="pres">
      <dgm:prSet presAssocID="{CA568641-4FCB-407C-B620-4ACE052EA82B}" presName="rootText" presStyleLbl="node3" presStyleIdx="7" presStyleCnt="8">
        <dgm:presLayoutVars>
          <dgm:chPref val="3"/>
        </dgm:presLayoutVars>
      </dgm:prSet>
      <dgm:spPr/>
    </dgm:pt>
    <dgm:pt modelId="{634A3C0B-B9E4-43D1-978D-A11133382CE9}" type="pres">
      <dgm:prSet presAssocID="{CA568641-4FCB-407C-B620-4ACE052EA82B}" presName="rootConnector" presStyleLbl="node3" presStyleIdx="7" presStyleCnt="8"/>
      <dgm:spPr/>
    </dgm:pt>
    <dgm:pt modelId="{C4C5ACCD-C62B-447B-8AD8-2DE2DDF2B32F}" type="pres">
      <dgm:prSet presAssocID="{CA568641-4FCB-407C-B620-4ACE052EA82B}" presName="hierChild4" presStyleCnt="0"/>
      <dgm:spPr/>
    </dgm:pt>
    <dgm:pt modelId="{1DDEF373-903B-42B5-8288-9CB13E32725D}" type="pres">
      <dgm:prSet presAssocID="{CA568641-4FCB-407C-B620-4ACE052EA82B}" presName="hierChild5" presStyleCnt="0"/>
      <dgm:spPr/>
    </dgm:pt>
    <dgm:pt modelId="{F7FAAAC1-F441-433D-8A84-D3B0373F3E1B}" type="pres">
      <dgm:prSet presAssocID="{E0C7AB89-6DCE-4711-AD98-7E561761BDFF}" presName="hierChild5" presStyleCnt="0"/>
      <dgm:spPr/>
    </dgm:pt>
    <dgm:pt modelId="{96DEF822-DC52-4FFC-82DA-389CD5B29657}" type="pres">
      <dgm:prSet presAssocID="{9E6404DC-1053-49D6-95EE-599A97C88DD3}" presName="hierChild3" presStyleCnt="0"/>
      <dgm:spPr/>
    </dgm:pt>
  </dgm:ptLst>
  <dgm:cxnLst>
    <dgm:cxn modelId="{62A50409-08E1-40EF-9D40-FF92E76C895A}" type="presOf" srcId="{9BFD04D4-D27E-47FD-B17A-0660BE35F1CF}" destId="{0E020EB3-B687-49B5-864A-7775365865BE}" srcOrd="0" destOrd="0" presId="urn:microsoft.com/office/officeart/2005/8/layout/orgChart1"/>
    <dgm:cxn modelId="{466D710C-634A-44DC-B865-D95893EE3E56}" type="presOf" srcId="{A1A03C13-4BED-4BB7-8AFB-BDB236A519FA}" destId="{E2CE8193-46AF-44C0-B4A1-4402C2A6388E}" srcOrd="0" destOrd="0" presId="urn:microsoft.com/office/officeart/2005/8/layout/orgChart1"/>
    <dgm:cxn modelId="{A7C73411-72CF-4D1D-8815-5544F6109425}" srcId="{A1A03C13-4BED-4BB7-8AFB-BDB236A519FA}" destId="{1A1CF78A-2280-4E8B-B428-2E98CD466477}" srcOrd="1" destOrd="0" parTransId="{44990EAE-AA0B-4B7A-81C8-7EF07E85BDF4}" sibTransId="{8C194F76-C47C-40BF-AE51-ACEB001F0D01}"/>
    <dgm:cxn modelId="{8749021B-2268-44B1-AD84-B0921B253255}" type="presOf" srcId="{9286A5EC-F2A9-487D-8BF1-B96EEEFD636B}" destId="{C9422C4E-2B02-4D33-A16B-EF7B187ECAB7}" srcOrd="0" destOrd="0" presId="urn:microsoft.com/office/officeart/2005/8/layout/orgChart1"/>
    <dgm:cxn modelId="{2E31261D-20E4-49F7-8C64-C16726082EAF}" type="presOf" srcId="{1FDE73C1-1773-4DFF-80D8-CE538843B8D6}" destId="{03758FE5-334A-46EC-AD76-4289659832B6}" srcOrd="0" destOrd="0" presId="urn:microsoft.com/office/officeart/2005/8/layout/orgChart1"/>
    <dgm:cxn modelId="{C7C78122-FF83-4DEB-A379-FC79FF3B3A2A}" type="presOf" srcId="{8CE2CE9A-EBD7-445E-BD99-21666869C1D4}" destId="{7B4371B5-9FE0-4A41-B872-D27DD755166A}" srcOrd="0" destOrd="0" presId="urn:microsoft.com/office/officeart/2005/8/layout/orgChart1"/>
    <dgm:cxn modelId="{01851525-6EDF-4B5C-AA90-15F1ED5B54E0}" srcId="{9286A5EC-F2A9-487D-8BF1-B96EEEFD636B}" destId="{ADFFC400-8BBA-4CA0-97DA-A5239AD7FF83}" srcOrd="0" destOrd="0" parTransId="{99711691-FE7D-42E5-90F7-7213A0866CC3}" sibTransId="{6927A47E-B4A6-47D8-9933-65CB1934B7A9}"/>
    <dgm:cxn modelId="{3371D227-869E-4636-B9B0-BA373BCE5AD6}" srcId="{9E6404DC-1053-49D6-95EE-599A97C88DD3}" destId="{9286A5EC-F2A9-487D-8BF1-B96EEEFD636B}" srcOrd="0" destOrd="0" parTransId="{8CE2CE9A-EBD7-445E-BD99-21666869C1D4}" sibTransId="{D6357A36-116B-440B-A9E1-8EDB3A4D1B88}"/>
    <dgm:cxn modelId="{52D5A22A-19E9-4520-8A1E-26BB629C0EBD}" type="presOf" srcId="{99711691-FE7D-42E5-90F7-7213A0866CC3}" destId="{75D5AD84-DBF1-46D6-A5BA-E9CD0863B250}" srcOrd="0" destOrd="0" presId="urn:microsoft.com/office/officeart/2005/8/layout/orgChart1"/>
    <dgm:cxn modelId="{4CA9C32A-C8CD-40F1-AFCB-D726CB5C7F3F}" srcId="{1A65A4D7-7720-45CB-8279-86EBD3407E97}" destId="{9E6404DC-1053-49D6-95EE-599A97C88DD3}" srcOrd="0" destOrd="0" parTransId="{541DED35-EA1D-4B2B-8573-F418430E3EF8}" sibTransId="{8EA0B31F-0422-4926-B862-5636855C8DF2}"/>
    <dgm:cxn modelId="{2272D82D-D36A-4D91-966B-D2CB68DB462C}" srcId="{A1A03C13-4BED-4BB7-8AFB-BDB236A519FA}" destId="{37AC29D6-5196-4526-B470-AD55A5B95426}" srcOrd="2" destOrd="0" parTransId="{16E4FE4F-9910-4C62-9BD8-0BD49D3BB72F}" sibTransId="{F32EAEB6-D167-4A75-B59B-CF2A3D805E20}"/>
    <dgm:cxn modelId="{8E51E333-E70C-4830-BBF8-753225867E30}" type="presOf" srcId="{FA15B88D-1F62-4800-9C77-D9491DA18B40}" destId="{12450436-20FF-4107-9A60-59BC15424C48}" srcOrd="0" destOrd="0" presId="urn:microsoft.com/office/officeart/2005/8/layout/orgChart1"/>
    <dgm:cxn modelId="{3E495139-6DC0-41C0-970B-DA533A9FA811}" type="presOf" srcId="{1A1CF78A-2280-4E8B-B428-2E98CD466477}" destId="{B751704E-3EDE-42D5-B9B8-51585ED1653A}" srcOrd="0" destOrd="0" presId="urn:microsoft.com/office/officeart/2005/8/layout/orgChart1"/>
    <dgm:cxn modelId="{91EFF13B-6154-4A9D-8DC4-785B6BBF760E}" type="presOf" srcId="{029385A5-7884-4868-8A52-5A667FA5EED1}" destId="{4D245AAB-B59E-4A71-9078-92C96B68BEDE}" srcOrd="0" destOrd="0" presId="urn:microsoft.com/office/officeart/2005/8/layout/orgChart1"/>
    <dgm:cxn modelId="{308DB849-9196-48B8-AF90-19478C2BEFA1}" type="presOf" srcId="{1FDE73C1-1773-4DFF-80D8-CE538843B8D6}" destId="{2B09EB8B-ED69-45F5-BA37-36CF2B0643CF}" srcOrd="1" destOrd="0" presId="urn:microsoft.com/office/officeart/2005/8/layout/orgChart1"/>
    <dgm:cxn modelId="{7D79C94A-1E5D-4DF3-8C5F-9C438899A105}" type="presOf" srcId="{E0C7AB89-6DCE-4711-AD98-7E561761BDFF}" destId="{484104B8-C55A-413F-9E9B-571986A8C406}" srcOrd="1" destOrd="0" presId="urn:microsoft.com/office/officeart/2005/8/layout/orgChart1"/>
    <dgm:cxn modelId="{6CF3134F-6C95-4561-83F2-7F1AE725857C}" type="presOf" srcId="{B70999B2-1540-4DB1-86A1-69D5141F2E78}" destId="{1A508E28-370B-4F05-9488-A8A612FD634B}" srcOrd="1" destOrd="0" presId="urn:microsoft.com/office/officeart/2005/8/layout/orgChart1"/>
    <dgm:cxn modelId="{B2D2F950-BBC9-4339-A97C-D970FB278C21}" type="presOf" srcId="{DD3FAA0A-9D01-4EE9-AC4E-E415B4CB4E7F}" destId="{11DEB870-7AA8-44F9-8F91-E6FADEC8F33A}" srcOrd="0" destOrd="0" presId="urn:microsoft.com/office/officeart/2005/8/layout/orgChart1"/>
    <dgm:cxn modelId="{AC39F653-00D5-4219-8557-1E633AAA0D11}" type="presOf" srcId="{9E6404DC-1053-49D6-95EE-599A97C88DD3}" destId="{C8C73746-D1E9-45A4-A4B2-4DB251C0CC5A}" srcOrd="1" destOrd="0" presId="urn:microsoft.com/office/officeart/2005/8/layout/orgChart1"/>
    <dgm:cxn modelId="{A7862054-7D52-43C6-91E2-B6BB9E9D37B9}" type="presOf" srcId="{16E4FE4F-9910-4C62-9BD8-0BD49D3BB72F}" destId="{6203C03E-570C-4E7D-9C92-0AC3EA643FF1}" srcOrd="0" destOrd="0" presId="urn:microsoft.com/office/officeart/2005/8/layout/orgChart1"/>
    <dgm:cxn modelId="{6D15CC5B-1431-4378-A425-7B68B8EC5C24}" type="presOf" srcId="{37AC29D6-5196-4526-B470-AD55A5B95426}" destId="{B059F08C-E0A3-4F62-A09D-4451BB99F9FB}" srcOrd="0" destOrd="0" presId="urn:microsoft.com/office/officeart/2005/8/layout/orgChart1"/>
    <dgm:cxn modelId="{49F93F5E-ECC5-44D1-842A-986C13E5F0C9}" type="presOf" srcId="{ADFFC400-8BBA-4CA0-97DA-A5239AD7FF83}" destId="{7C494E9C-07EE-4809-A445-329E5D279BED}" srcOrd="1" destOrd="0" presId="urn:microsoft.com/office/officeart/2005/8/layout/orgChart1"/>
    <dgm:cxn modelId="{19AF4068-3DE4-490A-9264-0F12B60591B8}" type="presOf" srcId="{F0764DAA-254D-4C3C-9708-669D5BF5A337}" destId="{0146BAA9-2B9D-4F2A-B565-A2DCB6505964}" srcOrd="0" destOrd="0" presId="urn:microsoft.com/office/officeart/2005/8/layout/orgChart1"/>
    <dgm:cxn modelId="{7E444D69-C758-4202-8271-FE7B2D3985D2}" type="presOf" srcId="{D55C4832-7907-4EBF-AE2A-0BA235524CD4}" destId="{2A679957-7E3B-4BD6-B48E-5D4D6DCC99DC}" srcOrd="0" destOrd="0" presId="urn:microsoft.com/office/officeart/2005/8/layout/orgChart1"/>
    <dgm:cxn modelId="{3D238D6F-AADA-4A92-B671-79E37972A3B8}" type="presOf" srcId="{9E18C130-4D81-4BDD-8DE6-22CF9F45E19E}" destId="{62821369-B757-43AF-BF6D-02B9EF83A7FF}" srcOrd="0" destOrd="0" presId="urn:microsoft.com/office/officeart/2005/8/layout/orgChart1"/>
    <dgm:cxn modelId="{19770271-32B9-4F41-862D-BCDAB9D44191}" type="presOf" srcId="{1E627F9E-CE3B-4A85-BB78-8DDB86A78DDE}" destId="{BFFD6F86-AD10-4340-B993-09FE9B342F4C}" srcOrd="1" destOrd="0" presId="urn:microsoft.com/office/officeart/2005/8/layout/orgChart1"/>
    <dgm:cxn modelId="{07AB8472-A651-48C8-9CF2-00815F444309}" type="presOf" srcId="{9E6404DC-1053-49D6-95EE-599A97C88DD3}" destId="{0F3C8968-31FF-46A5-BCB3-A2E771257413}" srcOrd="0" destOrd="0" presId="urn:microsoft.com/office/officeart/2005/8/layout/orgChart1"/>
    <dgm:cxn modelId="{B4200373-99DD-4849-B406-8E636394864F}" srcId="{A1A03C13-4BED-4BB7-8AFB-BDB236A519FA}" destId="{B70999B2-1540-4DB1-86A1-69D5141F2E78}" srcOrd="4" destOrd="0" parTransId="{DD3FAA0A-9D01-4EE9-AC4E-E415B4CB4E7F}" sibTransId="{3A8A9939-58EC-44C3-A9E2-D88DF1E21E1E}"/>
    <dgm:cxn modelId="{ECA21673-94B8-4B4F-BAA8-600CC7C8CC6D}" srcId="{A1A03C13-4BED-4BB7-8AFB-BDB236A519FA}" destId="{B09D74D9-8705-45E2-A233-86535B5E25C4}" srcOrd="3" destOrd="0" parTransId="{02E8A52A-FA04-4DE1-B36D-83DF6853FDB5}" sibTransId="{07C8314B-67E2-497C-A8EB-405AC08BF1D6}"/>
    <dgm:cxn modelId="{D58A6A88-4760-4BEC-8A98-05B8C39BBD3D}" type="presOf" srcId="{1A65A4D7-7720-45CB-8279-86EBD3407E97}" destId="{11077618-9302-474C-8482-1BBB83E3AEF1}" srcOrd="0" destOrd="0" presId="urn:microsoft.com/office/officeart/2005/8/layout/orgChart1"/>
    <dgm:cxn modelId="{0CA3908B-2946-4A16-B08A-63BAF52A1CBB}" type="presOf" srcId="{E0C7AB89-6DCE-4711-AD98-7E561761BDFF}" destId="{602F66FB-1991-41A4-AB11-A85608B0FF68}" srcOrd="0" destOrd="0" presId="urn:microsoft.com/office/officeart/2005/8/layout/orgChart1"/>
    <dgm:cxn modelId="{D6227492-402C-4D6E-B102-EE0308820E2B}" type="presOf" srcId="{1A1CF78A-2280-4E8B-B428-2E98CD466477}" destId="{218A3D50-0DC0-4772-BC9B-903353757078}" srcOrd="1" destOrd="0" presId="urn:microsoft.com/office/officeart/2005/8/layout/orgChart1"/>
    <dgm:cxn modelId="{1F98B392-633B-469B-8C52-AC5671A38D82}" srcId="{9E6404DC-1053-49D6-95EE-599A97C88DD3}" destId="{E0C7AB89-6DCE-4711-AD98-7E561761BDFF}" srcOrd="4" destOrd="0" parTransId="{FA15B88D-1F62-4800-9C77-D9491DA18B40}" sibTransId="{F78EAB7A-9BD5-4E9E-A5CD-FC4A44B4100D}"/>
    <dgm:cxn modelId="{0152C496-67AD-404C-A0A7-586BA5050366}" type="presOf" srcId="{02E8A52A-FA04-4DE1-B36D-83DF6853FDB5}" destId="{7B45AE52-A61F-4C7C-A234-52656783204F}" srcOrd="0" destOrd="0" presId="urn:microsoft.com/office/officeart/2005/8/layout/orgChart1"/>
    <dgm:cxn modelId="{4207DC96-F0A6-4BA6-A56E-A1B3A7D58C07}" type="presOf" srcId="{620DD3EC-BDCD-468B-B566-7FE2B848507E}" destId="{1999F93D-C5E3-4B58-A38A-C971B5C1871B}" srcOrd="1" destOrd="0" presId="urn:microsoft.com/office/officeart/2005/8/layout/orgChart1"/>
    <dgm:cxn modelId="{46650EA7-B53E-46B8-987B-C9FFF1DF66F8}" type="presOf" srcId="{B09D74D9-8705-45E2-A233-86535B5E25C4}" destId="{69C599BA-DE2A-47CB-BD25-E414CFC0172E}" srcOrd="0" destOrd="0" presId="urn:microsoft.com/office/officeart/2005/8/layout/orgChart1"/>
    <dgm:cxn modelId="{39D4BBAB-E420-4730-BA4C-FEC9AFAC74F6}" type="presOf" srcId="{ADFFC400-8BBA-4CA0-97DA-A5239AD7FF83}" destId="{ED8B7DF3-7C68-4E1C-A743-283531BE19BD}" srcOrd="0" destOrd="0" presId="urn:microsoft.com/office/officeart/2005/8/layout/orgChart1"/>
    <dgm:cxn modelId="{CB779FAC-03BA-4873-8FBA-69CA9A2CCEC4}" type="presOf" srcId="{B09D74D9-8705-45E2-A233-86535B5E25C4}" destId="{EF32AAA6-8F91-49CD-B592-B98A71A2B380}" srcOrd="1" destOrd="0" presId="urn:microsoft.com/office/officeart/2005/8/layout/orgChart1"/>
    <dgm:cxn modelId="{05CF23AE-5818-4454-8C51-890404DBD316}" type="presOf" srcId="{CA568641-4FCB-407C-B620-4ACE052EA82B}" destId="{124F2EB0-C80E-4409-BCE2-3494102F8F91}" srcOrd="0" destOrd="0" presId="urn:microsoft.com/office/officeart/2005/8/layout/orgChart1"/>
    <dgm:cxn modelId="{50C1ACB0-C716-49CA-B659-8974224662D2}" type="presOf" srcId="{CA568641-4FCB-407C-B620-4ACE052EA82B}" destId="{634A3C0B-B9E4-43D1-978D-A11133382CE9}" srcOrd="1" destOrd="0" presId="urn:microsoft.com/office/officeart/2005/8/layout/orgChart1"/>
    <dgm:cxn modelId="{9752C8B1-4851-486E-8BD3-4D299AC170C5}" type="presOf" srcId="{620DD3EC-BDCD-468B-B566-7FE2B848507E}" destId="{02B28F85-DE51-42FF-859E-1DD3A478F426}" srcOrd="0" destOrd="0" presId="urn:microsoft.com/office/officeart/2005/8/layout/orgChart1"/>
    <dgm:cxn modelId="{5B5F63B6-34CC-4CF2-8765-085787330350}" type="presOf" srcId="{44990EAE-AA0B-4B7A-81C8-7EF07E85BDF4}" destId="{8214F421-3EDC-473C-AA0A-5D676BB69F45}" srcOrd="0" destOrd="0" presId="urn:microsoft.com/office/officeart/2005/8/layout/orgChart1"/>
    <dgm:cxn modelId="{55322DC1-D5BB-4947-91D3-C49D83A86839}" srcId="{9E6404DC-1053-49D6-95EE-599A97C88DD3}" destId="{620DD3EC-BDCD-468B-B566-7FE2B848507E}" srcOrd="1" destOrd="0" parTransId="{F0764DAA-254D-4C3C-9708-669D5BF5A337}" sibTransId="{61B96E30-C56F-4FDE-AA00-908E8835534F}"/>
    <dgm:cxn modelId="{4308D7C7-CEC4-4E47-9133-8B9DC815875B}" type="presOf" srcId="{A1A03C13-4BED-4BB7-8AFB-BDB236A519FA}" destId="{0FE7A504-1A99-42A4-92D2-369E93728B6E}" srcOrd="1" destOrd="0" presId="urn:microsoft.com/office/officeart/2005/8/layout/orgChart1"/>
    <dgm:cxn modelId="{5CADC8CB-2B1F-4ED6-BBF4-F359DD8ED04E}" type="presOf" srcId="{37AC29D6-5196-4526-B470-AD55A5B95426}" destId="{4C7744C2-C66F-49B7-8457-397BA58B343A}" srcOrd="1" destOrd="0" presId="urn:microsoft.com/office/officeart/2005/8/layout/orgChart1"/>
    <dgm:cxn modelId="{B5EE9AD3-6BE3-42E6-8C26-4A628CA9600B}" type="presOf" srcId="{9D28DB69-DDB3-4999-9A0B-8D007976E69E}" destId="{DE7F276F-E57B-4251-A70B-2917BAF50B6F}" srcOrd="0" destOrd="0" presId="urn:microsoft.com/office/officeart/2005/8/layout/orgChart1"/>
    <dgm:cxn modelId="{121190D6-3475-475C-BE98-B88CC10B3813}" srcId="{A1A03C13-4BED-4BB7-8AFB-BDB236A519FA}" destId="{029385A5-7884-4868-8A52-5A667FA5EED1}" srcOrd="0" destOrd="0" parTransId="{D55C4832-7907-4EBF-AE2A-0BA235524CD4}" sibTransId="{76BBD5FF-E994-4436-87D1-91B05094619F}"/>
    <dgm:cxn modelId="{BF1231D7-5188-4796-8988-E7950C6F9A87}" type="presOf" srcId="{B6DF7470-3CF3-44FE-B8BE-0C141A9F1CA6}" destId="{720E23B0-F442-4400-B6AF-B60AAF5EACF0}" srcOrd="0" destOrd="0" presId="urn:microsoft.com/office/officeart/2005/8/layout/orgChart1"/>
    <dgm:cxn modelId="{854E5BDC-04A7-4D7A-8845-288C26B188A7}" srcId="{E0C7AB89-6DCE-4711-AD98-7E561761BDFF}" destId="{CA568641-4FCB-407C-B620-4ACE052EA82B}" srcOrd="0" destOrd="0" parTransId="{B6DF7470-3CF3-44FE-B8BE-0C141A9F1CA6}" sibTransId="{15D9D6CE-4838-4F33-8B4C-B050B27A4D3B}"/>
    <dgm:cxn modelId="{97E4A6DE-8713-4676-BBF8-2B93F08AF837}" srcId="{9286A5EC-F2A9-487D-8BF1-B96EEEFD636B}" destId="{1E627F9E-CE3B-4A85-BB78-8DDB86A78DDE}" srcOrd="1" destOrd="0" parTransId="{9D28DB69-DDB3-4999-9A0B-8D007976E69E}" sibTransId="{CC71E985-969E-423D-B820-177A0337B408}"/>
    <dgm:cxn modelId="{5D8E00E0-9552-4EAC-9DC8-D6AAED642315}" srcId="{9E6404DC-1053-49D6-95EE-599A97C88DD3}" destId="{1FDE73C1-1773-4DFF-80D8-CE538843B8D6}" srcOrd="2" destOrd="0" parTransId="{9BFD04D4-D27E-47FD-B17A-0660BE35F1CF}" sibTransId="{43EBF1FA-1DAE-4CFF-8F77-984B40970F7F}"/>
    <dgm:cxn modelId="{C5DEEBE2-8CC6-46A4-BB4F-85F5DA8FDF9F}" type="presOf" srcId="{029385A5-7884-4868-8A52-5A667FA5EED1}" destId="{9625BECB-7DD4-4122-93F7-2CE7BAEA1D3F}" srcOrd="1" destOrd="0" presId="urn:microsoft.com/office/officeart/2005/8/layout/orgChart1"/>
    <dgm:cxn modelId="{1EAD89EE-11AC-458E-AFDE-D65B78D7EF55}" type="presOf" srcId="{9286A5EC-F2A9-487D-8BF1-B96EEEFD636B}" destId="{A10B8E6A-AEE1-4C2B-8634-C515AEDBA0E5}" srcOrd="1" destOrd="0" presId="urn:microsoft.com/office/officeart/2005/8/layout/orgChart1"/>
    <dgm:cxn modelId="{80012AF1-D7CB-4898-839C-3E9EDF7277BE}" type="presOf" srcId="{B70999B2-1540-4DB1-86A1-69D5141F2E78}" destId="{0A13B8F0-6F9A-41CC-9AB2-4A2B2353D519}" srcOrd="0" destOrd="0" presId="urn:microsoft.com/office/officeart/2005/8/layout/orgChart1"/>
    <dgm:cxn modelId="{6D38E9F6-99FB-412C-9471-9D2CDCEB9671}" type="presOf" srcId="{1E627F9E-CE3B-4A85-BB78-8DDB86A78DDE}" destId="{31C29986-52F5-42D4-A9FC-3B32B3F35DB2}" srcOrd="0" destOrd="0" presId="urn:microsoft.com/office/officeart/2005/8/layout/orgChart1"/>
    <dgm:cxn modelId="{7C7485FC-4CFA-45FF-817B-B38DD356F0B5}" srcId="{9E6404DC-1053-49D6-95EE-599A97C88DD3}" destId="{A1A03C13-4BED-4BB7-8AFB-BDB236A519FA}" srcOrd="3" destOrd="0" parTransId="{9E18C130-4D81-4BDD-8DE6-22CF9F45E19E}" sibTransId="{CF4AE597-246B-4D28-8B3B-D3E59AB05BD8}"/>
    <dgm:cxn modelId="{0DB79881-AAFB-4207-A84A-6BD63F0812CA}" type="presParOf" srcId="{11077618-9302-474C-8482-1BBB83E3AEF1}" destId="{38ED7B2E-63E5-438D-91CD-EFA6DE9BBF61}" srcOrd="0" destOrd="0" presId="urn:microsoft.com/office/officeart/2005/8/layout/orgChart1"/>
    <dgm:cxn modelId="{5ED087B4-1F16-47F0-8EDF-6DE9E5DDE0ED}" type="presParOf" srcId="{38ED7B2E-63E5-438D-91CD-EFA6DE9BBF61}" destId="{ADCB6C6D-2F95-4AD5-B3EB-BEA9A3239732}" srcOrd="0" destOrd="0" presId="urn:microsoft.com/office/officeart/2005/8/layout/orgChart1"/>
    <dgm:cxn modelId="{38D93D17-E2F6-430A-BA0A-892F5F5DA1C8}" type="presParOf" srcId="{ADCB6C6D-2F95-4AD5-B3EB-BEA9A3239732}" destId="{0F3C8968-31FF-46A5-BCB3-A2E771257413}" srcOrd="0" destOrd="0" presId="urn:microsoft.com/office/officeart/2005/8/layout/orgChart1"/>
    <dgm:cxn modelId="{D0C9B760-9B41-40FA-837D-7DC64C5D98B6}" type="presParOf" srcId="{ADCB6C6D-2F95-4AD5-B3EB-BEA9A3239732}" destId="{C8C73746-D1E9-45A4-A4B2-4DB251C0CC5A}" srcOrd="1" destOrd="0" presId="urn:microsoft.com/office/officeart/2005/8/layout/orgChart1"/>
    <dgm:cxn modelId="{903973C5-4475-4E16-BB20-98C6713D6A7C}" type="presParOf" srcId="{38ED7B2E-63E5-438D-91CD-EFA6DE9BBF61}" destId="{AD53A4B1-01E7-41E8-9724-31F3910545A4}" srcOrd="1" destOrd="0" presId="urn:microsoft.com/office/officeart/2005/8/layout/orgChart1"/>
    <dgm:cxn modelId="{FD0D6115-7002-46BE-B6C7-37AF4D0756E1}" type="presParOf" srcId="{AD53A4B1-01E7-41E8-9724-31F3910545A4}" destId="{7B4371B5-9FE0-4A41-B872-D27DD755166A}" srcOrd="0" destOrd="0" presId="urn:microsoft.com/office/officeart/2005/8/layout/orgChart1"/>
    <dgm:cxn modelId="{C21C9606-5954-48DD-8BEA-B260DD6B6E14}" type="presParOf" srcId="{AD53A4B1-01E7-41E8-9724-31F3910545A4}" destId="{ED726A71-3CEE-43E5-B36E-E99BBF451E5B}" srcOrd="1" destOrd="0" presId="urn:microsoft.com/office/officeart/2005/8/layout/orgChart1"/>
    <dgm:cxn modelId="{9624EA68-142D-4F73-A240-6EDF415B7752}" type="presParOf" srcId="{ED726A71-3CEE-43E5-B36E-E99BBF451E5B}" destId="{82B2FC70-3C15-48D4-B101-71C09EFE19F9}" srcOrd="0" destOrd="0" presId="urn:microsoft.com/office/officeart/2005/8/layout/orgChart1"/>
    <dgm:cxn modelId="{196EE497-26E4-4E8E-BD39-4CB1915C3778}" type="presParOf" srcId="{82B2FC70-3C15-48D4-B101-71C09EFE19F9}" destId="{C9422C4E-2B02-4D33-A16B-EF7B187ECAB7}" srcOrd="0" destOrd="0" presId="urn:microsoft.com/office/officeart/2005/8/layout/orgChart1"/>
    <dgm:cxn modelId="{9C0A3F0D-C56E-46C5-B0BA-DC9109042609}" type="presParOf" srcId="{82B2FC70-3C15-48D4-B101-71C09EFE19F9}" destId="{A10B8E6A-AEE1-4C2B-8634-C515AEDBA0E5}" srcOrd="1" destOrd="0" presId="urn:microsoft.com/office/officeart/2005/8/layout/orgChart1"/>
    <dgm:cxn modelId="{5AFAFB96-E814-4DAC-B9A1-F9EFA64BA8C5}" type="presParOf" srcId="{ED726A71-3CEE-43E5-B36E-E99BBF451E5B}" destId="{C9264EDA-91B6-4FAE-AFE6-AFC29BE66386}" srcOrd="1" destOrd="0" presId="urn:microsoft.com/office/officeart/2005/8/layout/orgChart1"/>
    <dgm:cxn modelId="{519BADB2-D9E5-40A6-BF64-3ABEAC8B5DBC}" type="presParOf" srcId="{C9264EDA-91B6-4FAE-AFE6-AFC29BE66386}" destId="{75D5AD84-DBF1-46D6-A5BA-E9CD0863B250}" srcOrd="0" destOrd="0" presId="urn:microsoft.com/office/officeart/2005/8/layout/orgChart1"/>
    <dgm:cxn modelId="{657C3E75-515F-4074-999B-9465BF1519DA}" type="presParOf" srcId="{C9264EDA-91B6-4FAE-AFE6-AFC29BE66386}" destId="{0A3D070D-372F-44AA-9989-2950AF322DAD}" srcOrd="1" destOrd="0" presId="urn:microsoft.com/office/officeart/2005/8/layout/orgChart1"/>
    <dgm:cxn modelId="{32E083F2-4CE6-42B1-8BCA-C4EB8A6935B8}" type="presParOf" srcId="{0A3D070D-372F-44AA-9989-2950AF322DAD}" destId="{F82308D2-FFCE-4A27-A6F8-80CAC5E49554}" srcOrd="0" destOrd="0" presId="urn:microsoft.com/office/officeart/2005/8/layout/orgChart1"/>
    <dgm:cxn modelId="{F76528FD-B8FF-4C6A-BD99-8E8E73C5F136}" type="presParOf" srcId="{F82308D2-FFCE-4A27-A6F8-80CAC5E49554}" destId="{ED8B7DF3-7C68-4E1C-A743-283531BE19BD}" srcOrd="0" destOrd="0" presId="urn:microsoft.com/office/officeart/2005/8/layout/orgChart1"/>
    <dgm:cxn modelId="{19216E1E-4E53-4EB5-BCFF-1C08782C1294}" type="presParOf" srcId="{F82308D2-FFCE-4A27-A6F8-80CAC5E49554}" destId="{7C494E9C-07EE-4809-A445-329E5D279BED}" srcOrd="1" destOrd="0" presId="urn:microsoft.com/office/officeart/2005/8/layout/orgChart1"/>
    <dgm:cxn modelId="{E568849B-6FDD-4C59-A84A-96B4BFFF6AA7}" type="presParOf" srcId="{0A3D070D-372F-44AA-9989-2950AF322DAD}" destId="{F5BD26D9-4E15-4028-952B-19C65CF2D9B3}" srcOrd="1" destOrd="0" presId="urn:microsoft.com/office/officeart/2005/8/layout/orgChart1"/>
    <dgm:cxn modelId="{89DD54E9-D0E7-49BA-833D-79A651DD7166}" type="presParOf" srcId="{0A3D070D-372F-44AA-9989-2950AF322DAD}" destId="{DF11C6F3-AB9A-4C85-A48C-F7DD5BA1D2F8}" srcOrd="2" destOrd="0" presId="urn:microsoft.com/office/officeart/2005/8/layout/orgChart1"/>
    <dgm:cxn modelId="{8A45290C-EDBF-4D75-BDC7-D1CBCEB8A928}" type="presParOf" srcId="{C9264EDA-91B6-4FAE-AFE6-AFC29BE66386}" destId="{DE7F276F-E57B-4251-A70B-2917BAF50B6F}" srcOrd="2" destOrd="0" presId="urn:microsoft.com/office/officeart/2005/8/layout/orgChart1"/>
    <dgm:cxn modelId="{9C65B861-0736-42AB-B746-85382BBAD957}" type="presParOf" srcId="{C9264EDA-91B6-4FAE-AFE6-AFC29BE66386}" destId="{7971AF45-BEF4-409C-A7A2-334F0F0C01E6}" srcOrd="3" destOrd="0" presId="urn:microsoft.com/office/officeart/2005/8/layout/orgChart1"/>
    <dgm:cxn modelId="{CEA0DD7E-4EFB-4FB0-B6D6-4DF7144234B0}" type="presParOf" srcId="{7971AF45-BEF4-409C-A7A2-334F0F0C01E6}" destId="{C98C32C5-9758-4590-94EE-C277C6DF6AF8}" srcOrd="0" destOrd="0" presId="urn:microsoft.com/office/officeart/2005/8/layout/orgChart1"/>
    <dgm:cxn modelId="{F14A9CE3-2048-40D1-8FE0-DE756EC357C9}" type="presParOf" srcId="{C98C32C5-9758-4590-94EE-C277C6DF6AF8}" destId="{31C29986-52F5-42D4-A9FC-3B32B3F35DB2}" srcOrd="0" destOrd="0" presId="urn:microsoft.com/office/officeart/2005/8/layout/orgChart1"/>
    <dgm:cxn modelId="{E7BE4426-A23E-4C9D-95B9-C7044C8D581C}" type="presParOf" srcId="{C98C32C5-9758-4590-94EE-C277C6DF6AF8}" destId="{BFFD6F86-AD10-4340-B993-09FE9B342F4C}" srcOrd="1" destOrd="0" presId="urn:microsoft.com/office/officeart/2005/8/layout/orgChart1"/>
    <dgm:cxn modelId="{3953C30A-3247-4D7B-8EBD-F5A4E7F9ECBA}" type="presParOf" srcId="{7971AF45-BEF4-409C-A7A2-334F0F0C01E6}" destId="{4318A7A7-34AB-44EA-9D09-5217CEE301A7}" srcOrd="1" destOrd="0" presId="urn:microsoft.com/office/officeart/2005/8/layout/orgChart1"/>
    <dgm:cxn modelId="{CA71E97F-41A6-43AD-AD19-135A9EB88176}" type="presParOf" srcId="{7971AF45-BEF4-409C-A7A2-334F0F0C01E6}" destId="{B26D372B-AEC3-47D7-AF9D-A4B9E1D506C5}" srcOrd="2" destOrd="0" presId="urn:microsoft.com/office/officeart/2005/8/layout/orgChart1"/>
    <dgm:cxn modelId="{B9F5CA4B-AF97-4CD2-9B9B-3EFF81ECBC22}" type="presParOf" srcId="{ED726A71-3CEE-43E5-B36E-E99BBF451E5B}" destId="{C5C54053-3A12-46C3-BAAB-BDE4C3102748}" srcOrd="2" destOrd="0" presId="urn:microsoft.com/office/officeart/2005/8/layout/orgChart1"/>
    <dgm:cxn modelId="{3F2C3658-81AB-4BA9-A625-FBC33B734FD4}" type="presParOf" srcId="{AD53A4B1-01E7-41E8-9724-31F3910545A4}" destId="{0146BAA9-2B9D-4F2A-B565-A2DCB6505964}" srcOrd="2" destOrd="0" presId="urn:microsoft.com/office/officeart/2005/8/layout/orgChart1"/>
    <dgm:cxn modelId="{E893D35D-56D7-4A59-9EBD-CED4C36C61B9}" type="presParOf" srcId="{AD53A4B1-01E7-41E8-9724-31F3910545A4}" destId="{E84706B5-084F-4950-8554-35690A57F381}" srcOrd="3" destOrd="0" presId="urn:microsoft.com/office/officeart/2005/8/layout/orgChart1"/>
    <dgm:cxn modelId="{CCE16C19-31E1-478E-9ACE-F24E95F9271E}" type="presParOf" srcId="{E84706B5-084F-4950-8554-35690A57F381}" destId="{2A614826-E838-4B9F-9FD7-136F010E7C46}" srcOrd="0" destOrd="0" presId="urn:microsoft.com/office/officeart/2005/8/layout/orgChart1"/>
    <dgm:cxn modelId="{A33C81FF-C9DD-402D-90E2-22229A9FE729}" type="presParOf" srcId="{2A614826-E838-4B9F-9FD7-136F010E7C46}" destId="{02B28F85-DE51-42FF-859E-1DD3A478F426}" srcOrd="0" destOrd="0" presId="urn:microsoft.com/office/officeart/2005/8/layout/orgChart1"/>
    <dgm:cxn modelId="{801C5F19-FE7F-435A-A0F9-9F0CD8B65EFD}" type="presParOf" srcId="{2A614826-E838-4B9F-9FD7-136F010E7C46}" destId="{1999F93D-C5E3-4B58-A38A-C971B5C1871B}" srcOrd="1" destOrd="0" presId="urn:microsoft.com/office/officeart/2005/8/layout/orgChart1"/>
    <dgm:cxn modelId="{64770BB0-7A01-475B-9DB8-B7AB4C0CA657}" type="presParOf" srcId="{E84706B5-084F-4950-8554-35690A57F381}" destId="{4C592C92-3156-443C-BB98-9204DFF01F72}" srcOrd="1" destOrd="0" presId="urn:microsoft.com/office/officeart/2005/8/layout/orgChart1"/>
    <dgm:cxn modelId="{B1BE96F7-2337-44FA-BD34-76B245EE353D}" type="presParOf" srcId="{E84706B5-084F-4950-8554-35690A57F381}" destId="{3E362709-8DF5-4ED1-BE78-2D67C7F6CD59}" srcOrd="2" destOrd="0" presId="urn:microsoft.com/office/officeart/2005/8/layout/orgChart1"/>
    <dgm:cxn modelId="{686564BD-ED88-440C-B10C-948809D74443}" type="presParOf" srcId="{AD53A4B1-01E7-41E8-9724-31F3910545A4}" destId="{0E020EB3-B687-49B5-864A-7775365865BE}" srcOrd="4" destOrd="0" presId="urn:microsoft.com/office/officeart/2005/8/layout/orgChart1"/>
    <dgm:cxn modelId="{F30DF150-DD06-4393-868B-F518E14A483D}" type="presParOf" srcId="{AD53A4B1-01E7-41E8-9724-31F3910545A4}" destId="{BBAFE3D2-3A5A-4490-A81A-2A8E15028CC9}" srcOrd="5" destOrd="0" presId="urn:microsoft.com/office/officeart/2005/8/layout/orgChart1"/>
    <dgm:cxn modelId="{183854C6-869C-4774-A2BA-C04D426D84FD}" type="presParOf" srcId="{BBAFE3D2-3A5A-4490-A81A-2A8E15028CC9}" destId="{5D13AC61-CB0D-439C-A3B7-8B75673646F3}" srcOrd="0" destOrd="0" presId="urn:microsoft.com/office/officeart/2005/8/layout/orgChart1"/>
    <dgm:cxn modelId="{FDD3AF96-5639-4ED8-A2DD-48B5C19977B2}" type="presParOf" srcId="{5D13AC61-CB0D-439C-A3B7-8B75673646F3}" destId="{03758FE5-334A-46EC-AD76-4289659832B6}" srcOrd="0" destOrd="0" presId="urn:microsoft.com/office/officeart/2005/8/layout/orgChart1"/>
    <dgm:cxn modelId="{4444FB0C-E22A-44A4-95BF-C45654FDFA26}" type="presParOf" srcId="{5D13AC61-CB0D-439C-A3B7-8B75673646F3}" destId="{2B09EB8B-ED69-45F5-BA37-36CF2B0643CF}" srcOrd="1" destOrd="0" presId="urn:microsoft.com/office/officeart/2005/8/layout/orgChart1"/>
    <dgm:cxn modelId="{9AC9512D-283D-4D0B-9DDC-D86196F23D7D}" type="presParOf" srcId="{BBAFE3D2-3A5A-4490-A81A-2A8E15028CC9}" destId="{1DE9D2D5-FD8E-457B-8509-AF1B11F236B3}" srcOrd="1" destOrd="0" presId="urn:microsoft.com/office/officeart/2005/8/layout/orgChart1"/>
    <dgm:cxn modelId="{F607A475-DF45-4398-8000-01F92CBE9759}" type="presParOf" srcId="{BBAFE3D2-3A5A-4490-A81A-2A8E15028CC9}" destId="{D835F695-B50D-418C-A907-0CB512CD6F3C}" srcOrd="2" destOrd="0" presId="urn:microsoft.com/office/officeart/2005/8/layout/orgChart1"/>
    <dgm:cxn modelId="{111A422A-A367-43EA-9B53-E09860551D9C}" type="presParOf" srcId="{AD53A4B1-01E7-41E8-9724-31F3910545A4}" destId="{62821369-B757-43AF-BF6D-02B9EF83A7FF}" srcOrd="6" destOrd="0" presId="urn:microsoft.com/office/officeart/2005/8/layout/orgChart1"/>
    <dgm:cxn modelId="{B385D477-2C4E-4A44-911A-4F75092D744C}" type="presParOf" srcId="{AD53A4B1-01E7-41E8-9724-31F3910545A4}" destId="{739885B7-7422-46AE-AE38-C86EED9C22BF}" srcOrd="7" destOrd="0" presId="urn:microsoft.com/office/officeart/2005/8/layout/orgChart1"/>
    <dgm:cxn modelId="{42B8DC9E-D558-46CA-8179-5B9156F9A983}" type="presParOf" srcId="{739885B7-7422-46AE-AE38-C86EED9C22BF}" destId="{1BDBFDD5-3230-44FF-B170-FE93CAC5A6B8}" srcOrd="0" destOrd="0" presId="urn:microsoft.com/office/officeart/2005/8/layout/orgChart1"/>
    <dgm:cxn modelId="{CA5B1075-9FAE-4F67-9E43-1EFE5761CE3E}" type="presParOf" srcId="{1BDBFDD5-3230-44FF-B170-FE93CAC5A6B8}" destId="{E2CE8193-46AF-44C0-B4A1-4402C2A6388E}" srcOrd="0" destOrd="0" presId="urn:microsoft.com/office/officeart/2005/8/layout/orgChart1"/>
    <dgm:cxn modelId="{8BAC5A01-2C6C-4EB8-ABAC-ABBDF182C60E}" type="presParOf" srcId="{1BDBFDD5-3230-44FF-B170-FE93CAC5A6B8}" destId="{0FE7A504-1A99-42A4-92D2-369E93728B6E}" srcOrd="1" destOrd="0" presId="urn:microsoft.com/office/officeart/2005/8/layout/orgChart1"/>
    <dgm:cxn modelId="{A17494C3-128C-430E-B2E8-B0E32751F363}" type="presParOf" srcId="{739885B7-7422-46AE-AE38-C86EED9C22BF}" destId="{5C832EA0-92EB-4018-A238-AAD0380D7AE1}" srcOrd="1" destOrd="0" presId="urn:microsoft.com/office/officeart/2005/8/layout/orgChart1"/>
    <dgm:cxn modelId="{D0A58958-3CAD-4DCC-B40E-0214BA43F8E3}" type="presParOf" srcId="{5C832EA0-92EB-4018-A238-AAD0380D7AE1}" destId="{2A679957-7E3B-4BD6-B48E-5D4D6DCC99DC}" srcOrd="0" destOrd="0" presId="urn:microsoft.com/office/officeart/2005/8/layout/orgChart1"/>
    <dgm:cxn modelId="{BEED411C-B9E8-4D41-B434-2DDC616CEE7D}" type="presParOf" srcId="{5C832EA0-92EB-4018-A238-AAD0380D7AE1}" destId="{21D8A42E-91C9-4273-879D-7785FB394613}" srcOrd="1" destOrd="0" presId="urn:microsoft.com/office/officeart/2005/8/layout/orgChart1"/>
    <dgm:cxn modelId="{BD3F9F6F-D6E6-4A33-BBFB-A93F91B8CC7F}" type="presParOf" srcId="{21D8A42E-91C9-4273-879D-7785FB394613}" destId="{9924DB7D-0B8C-4877-9C94-F05014984C7F}" srcOrd="0" destOrd="0" presId="urn:microsoft.com/office/officeart/2005/8/layout/orgChart1"/>
    <dgm:cxn modelId="{918732CB-9808-4B80-B51A-0812C75012F8}" type="presParOf" srcId="{9924DB7D-0B8C-4877-9C94-F05014984C7F}" destId="{4D245AAB-B59E-4A71-9078-92C96B68BEDE}" srcOrd="0" destOrd="0" presId="urn:microsoft.com/office/officeart/2005/8/layout/orgChart1"/>
    <dgm:cxn modelId="{2B94B175-60D1-432F-B1D9-357E7544C89F}" type="presParOf" srcId="{9924DB7D-0B8C-4877-9C94-F05014984C7F}" destId="{9625BECB-7DD4-4122-93F7-2CE7BAEA1D3F}" srcOrd="1" destOrd="0" presId="urn:microsoft.com/office/officeart/2005/8/layout/orgChart1"/>
    <dgm:cxn modelId="{7AEFDAB2-F9E5-4B32-823D-A1EDF446F7CA}" type="presParOf" srcId="{21D8A42E-91C9-4273-879D-7785FB394613}" destId="{87F5F425-2408-4090-9506-B7F94AB46B9D}" srcOrd="1" destOrd="0" presId="urn:microsoft.com/office/officeart/2005/8/layout/orgChart1"/>
    <dgm:cxn modelId="{B0BFF607-B19B-4D01-A3FD-CE0CD154348E}" type="presParOf" srcId="{21D8A42E-91C9-4273-879D-7785FB394613}" destId="{50941B70-9A65-43B8-B603-89D618FF83DD}" srcOrd="2" destOrd="0" presId="urn:microsoft.com/office/officeart/2005/8/layout/orgChart1"/>
    <dgm:cxn modelId="{E9E3CDA7-4483-4C6B-8702-243B58D859FB}" type="presParOf" srcId="{5C832EA0-92EB-4018-A238-AAD0380D7AE1}" destId="{8214F421-3EDC-473C-AA0A-5D676BB69F45}" srcOrd="2" destOrd="0" presId="urn:microsoft.com/office/officeart/2005/8/layout/orgChart1"/>
    <dgm:cxn modelId="{131BDA35-5D78-4C66-9F54-5C466EC0FF6A}" type="presParOf" srcId="{5C832EA0-92EB-4018-A238-AAD0380D7AE1}" destId="{F741D4A9-8F07-4671-9ABF-9999DB769DA5}" srcOrd="3" destOrd="0" presId="urn:microsoft.com/office/officeart/2005/8/layout/orgChart1"/>
    <dgm:cxn modelId="{486A7C44-AEE5-4BC6-8725-E7AB48DF5AEA}" type="presParOf" srcId="{F741D4A9-8F07-4671-9ABF-9999DB769DA5}" destId="{23F3031F-C4F7-44AB-9D50-4F1254FDF8E7}" srcOrd="0" destOrd="0" presId="urn:microsoft.com/office/officeart/2005/8/layout/orgChart1"/>
    <dgm:cxn modelId="{3D58EB8D-23FD-47D9-85D7-AE578551C914}" type="presParOf" srcId="{23F3031F-C4F7-44AB-9D50-4F1254FDF8E7}" destId="{B751704E-3EDE-42D5-B9B8-51585ED1653A}" srcOrd="0" destOrd="0" presId="urn:microsoft.com/office/officeart/2005/8/layout/orgChart1"/>
    <dgm:cxn modelId="{33DD607D-163F-4F93-BA53-187AFD203826}" type="presParOf" srcId="{23F3031F-C4F7-44AB-9D50-4F1254FDF8E7}" destId="{218A3D50-0DC0-4772-BC9B-903353757078}" srcOrd="1" destOrd="0" presId="urn:microsoft.com/office/officeart/2005/8/layout/orgChart1"/>
    <dgm:cxn modelId="{3EBEA701-0B9F-4479-AF6B-5BF5BC73E7B3}" type="presParOf" srcId="{F741D4A9-8F07-4671-9ABF-9999DB769DA5}" destId="{623B3793-671F-4EBD-944C-AEAA381DBF60}" srcOrd="1" destOrd="0" presId="urn:microsoft.com/office/officeart/2005/8/layout/orgChart1"/>
    <dgm:cxn modelId="{08BC3CEB-7E6C-4CF1-A3D5-9ABC027D8542}" type="presParOf" srcId="{F741D4A9-8F07-4671-9ABF-9999DB769DA5}" destId="{CEEC3C0C-6394-4BB3-AE4B-B0E13E844A06}" srcOrd="2" destOrd="0" presId="urn:microsoft.com/office/officeart/2005/8/layout/orgChart1"/>
    <dgm:cxn modelId="{23D6CC2B-64C9-4146-8C92-D83528D3097F}" type="presParOf" srcId="{5C832EA0-92EB-4018-A238-AAD0380D7AE1}" destId="{6203C03E-570C-4E7D-9C92-0AC3EA643FF1}" srcOrd="4" destOrd="0" presId="urn:microsoft.com/office/officeart/2005/8/layout/orgChart1"/>
    <dgm:cxn modelId="{F8FDAA4E-E74E-49A9-A6C8-083203A28923}" type="presParOf" srcId="{5C832EA0-92EB-4018-A238-AAD0380D7AE1}" destId="{9CCAFF56-488B-455F-971C-08FEDD1BEB39}" srcOrd="5" destOrd="0" presId="urn:microsoft.com/office/officeart/2005/8/layout/orgChart1"/>
    <dgm:cxn modelId="{FDF5BAAD-AF53-44E7-8BE7-4E3FD138D718}" type="presParOf" srcId="{9CCAFF56-488B-455F-971C-08FEDD1BEB39}" destId="{8088FCB5-12A3-48FA-8FF9-08DDA7E4B52B}" srcOrd="0" destOrd="0" presId="urn:microsoft.com/office/officeart/2005/8/layout/orgChart1"/>
    <dgm:cxn modelId="{B8A0995A-4A60-46EB-8D03-328C3915FE01}" type="presParOf" srcId="{8088FCB5-12A3-48FA-8FF9-08DDA7E4B52B}" destId="{B059F08C-E0A3-4F62-A09D-4451BB99F9FB}" srcOrd="0" destOrd="0" presId="urn:microsoft.com/office/officeart/2005/8/layout/orgChart1"/>
    <dgm:cxn modelId="{4E4CF04C-E923-4C2F-AE64-3A5FBB8D2630}" type="presParOf" srcId="{8088FCB5-12A3-48FA-8FF9-08DDA7E4B52B}" destId="{4C7744C2-C66F-49B7-8457-397BA58B343A}" srcOrd="1" destOrd="0" presId="urn:microsoft.com/office/officeart/2005/8/layout/orgChart1"/>
    <dgm:cxn modelId="{0BBA1126-3682-4617-BFE7-7895107490C2}" type="presParOf" srcId="{9CCAFF56-488B-455F-971C-08FEDD1BEB39}" destId="{3957B869-A86C-4FAC-9055-CE3EEE961789}" srcOrd="1" destOrd="0" presId="urn:microsoft.com/office/officeart/2005/8/layout/orgChart1"/>
    <dgm:cxn modelId="{70CB7D53-607D-4DAC-BBC5-F8D7B6C31C9B}" type="presParOf" srcId="{9CCAFF56-488B-455F-971C-08FEDD1BEB39}" destId="{AED62139-BA94-40DB-90FC-14073E2B80CF}" srcOrd="2" destOrd="0" presId="urn:microsoft.com/office/officeart/2005/8/layout/orgChart1"/>
    <dgm:cxn modelId="{E6F16B19-D5A7-44DB-9426-B3E165CA2894}" type="presParOf" srcId="{5C832EA0-92EB-4018-A238-AAD0380D7AE1}" destId="{7B45AE52-A61F-4C7C-A234-52656783204F}" srcOrd="6" destOrd="0" presId="urn:microsoft.com/office/officeart/2005/8/layout/orgChart1"/>
    <dgm:cxn modelId="{8E50D3F3-F87D-45AC-BC4A-CB736F9A5874}" type="presParOf" srcId="{5C832EA0-92EB-4018-A238-AAD0380D7AE1}" destId="{2BB8898A-B645-4834-AD32-FD1BB0162CFB}" srcOrd="7" destOrd="0" presId="urn:microsoft.com/office/officeart/2005/8/layout/orgChart1"/>
    <dgm:cxn modelId="{46036DA8-AFD1-490F-ACA4-129F20DB115E}" type="presParOf" srcId="{2BB8898A-B645-4834-AD32-FD1BB0162CFB}" destId="{57533D3F-43B2-44AE-AC4C-32E3020D1B15}" srcOrd="0" destOrd="0" presId="urn:microsoft.com/office/officeart/2005/8/layout/orgChart1"/>
    <dgm:cxn modelId="{36791CA0-F854-4C5E-AA53-875F79C4C268}" type="presParOf" srcId="{57533D3F-43B2-44AE-AC4C-32E3020D1B15}" destId="{69C599BA-DE2A-47CB-BD25-E414CFC0172E}" srcOrd="0" destOrd="0" presId="urn:microsoft.com/office/officeart/2005/8/layout/orgChart1"/>
    <dgm:cxn modelId="{80979958-7200-4E43-AF30-91475C85EB31}" type="presParOf" srcId="{57533D3F-43B2-44AE-AC4C-32E3020D1B15}" destId="{EF32AAA6-8F91-49CD-B592-B98A71A2B380}" srcOrd="1" destOrd="0" presId="urn:microsoft.com/office/officeart/2005/8/layout/orgChart1"/>
    <dgm:cxn modelId="{05AB0D54-D4C1-44DC-B828-987179D9EC3B}" type="presParOf" srcId="{2BB8898A-B645-4834-AD32-FD1BB0162CFB}" destId="{1ED63D06-078F-4DEA-AE7A-F78B9F1E31BC}" srcOrd="1" destOrd="0" presId="urn:microsoft.com/office/officeart/2005/8/layout/orgChart1"/>
    <dgm:cxn modelId="{B338415F-CD1D-48CB-B9C9-CAC94E2EB894}" type="presParOf" srcId="{2BB8898A-B645-4834-AD32-FD1BB0162CFB}" destId="{710AC9B7-BF45-4B7A-9260-CC069D8E5931}" srcOrd="2" destOrd="0" presId="urn:microsoft.com/office/officeart/2005/8/layout/orgChart1"/>
    <dgm:cxn modelId="{2BB05491-B43B-4F03-A907-E48F68BA450D}" type="presParOf" srcId="{5C832EA0-92EB-4018-A238-AAD0380D7AE1}" destId="{11DEB870-7AA8-44F9-8F91-E6FADEC8F33A}" srcOrd="8" destOrd="0" presId="urn:microsoft.com/office/officeart/2005/8/layout/orgChart1"/>
    <dgm:cxn modelId="{6665FFD2-E3FD-4D05-B30D-02E955F7A62E}" type="presParOf" srcId="{5C832EA0-92EB-4018-A238-AAD0380D7AE1}" destId="{2E74E7BD-876C-48EC-9E39-B9A96353D2AC}" srcOrd="9" destOrd="0" presId="urn:microsoft.com/office/officeart/2005/8/layout/orgChart1"/>
    <dgm:cxn modelId="{1FC66710-DAE0-4A15-B579-75070E3AB3F0}" type="presParOf" srcId="{2E74E7BD-876C-48EC-9E39-B9A96353D2AC}" destId="{717E291A-20C3-4220-B4A0-92B5B9717204}" srcOrd="0" destOrd="0" presId="urn:microsoft.com/office/officeart/2005/8/layout/orgChart1"/>
    <dgm:cxn modelId="{F4205F00-03A1-4A93-A736-DDD0B54E4F37}" type="presParOf" srcId="{717E291A-20C3-4220-B4A0-92B5B9717204}" destId="{0A13B8F0-6F9A-41CC-9AB2-4A2B2353D519}" srcOrd="0" destOrd="0" presId="urn:microsoft.com/office/officeart/2005/8/layout/orgChart1"/>
    <dgm:cxn modelId="{2A103F1F-0997-4B89-A49D-4BF8C78F0F84}" type="presParOf" srcId="{717E291A-20C3-4220-B4A0-92B5B9717204}" destId="{1A508E28-370B-4F05-9488-A8A612FD634B}" srcOrd="1" destOrd="0" presId="urn:microsoft.com/office/officeart/2005/8/layout/orgChart1"/>
    <dgm:cxn modelId="{C91510FA-4C9C-4F6D-A2D8-4AC97174B933}" type="presParOf" srcId="{2E74E7BD-876C-48EC-9E39-B9A96353D2AC}" destId="{FED1DCEC-FF55-4FF3-8CF3-D7344DCA0CF3}" srcOrd="1" destOrd="0" presId="urn:microsoft.com/office/officeart/2005/8/layout/orgChart1"/>
    <dgm:cxn modelId="{40AD248D-AB55-4C94-B020-1D90424E56EA}" type="presParOf" srcId="{2E74E7BD-876C-48EC-9E39-B9A96353D2AC}" destId="{B05F0FAC-0572-4921-9728-A655034F501D}" srcOrd="2" destOrd="0" presId="urn:microsoft.com/office/officeart/2005/8/layout/orgChart1"/>
    <dgm:cxn modelId="{0019A061-E485-4041-994E-B377B5D931EF}" type="presParOf" srcId="{739885B7-7422-46AE-AE38-C86EED9C22BF}" destId="{AFF152E2-0280-4325-8B01-B43435B7724D}" srcOrd="2" destOrd="0" presId="urn:microsoft.com/office/officeart/2005/8/layout/orgChart1"/>
    <dgm:cxn modelId="{0D42E8B7-5E47-4822-A786-3D4DB73E8255}" type="presParOf" srcId="{AD53A4B1-01E7-41E8-9724-31F3910545A4}" destId="{12450436-20FF-4107-9A60-59BC15424C48}" srcOrd="8" destOrd="0" presId="urn:microsoft.com/office/officeart/2005/8/layout/orgChart1"/>
    <dgm:cxn modelId="{830DE5A8-E18D-4205-8F84-8B790AEEB1D4}" type="presParOf" srcId="{AD53A4B1-01E7-41E8-9724-31F3910545A4}" destId="{8B13A02E-044C-4933-B8B5-792F7B24511F}" srcOrd="9" destOrd="0" presId="urn:microsoft.com/office/officeart/2005/8/layout/orgChart1"/>
    <dgm:cxn modelId="{C56267AF-F1AA-4646-9066-BF1192CA40AD}" type="presParOf" srcId="{8B13A02E-044C-4933-B8B5-792F7B24511F}" destId="{DFAFF08F-5A3F-4FA9-A188-AF26D0B232D3}" srcOrd="0" destOrd="0" presId="urn:microsoft.com/office/officeart/2005/8/layout/orgChart1"/>
    <dgm:cxn modelId="{F3AB13E9-26FB-44DC-9A0C-48AD5E9D3810}" type="presParOf" srcId="{DFAFF08F-5A3F-4FA9-A188-AF26D0B232D3}" destId="{602F66FB-1991-41A4-AB11-A85608B0FF68}" srcOrd="0" destOrd="0" presId="urn:microsoft.com/office/officeart/2005/8/layout/orgChart1"/>
    <dgm:cxn modelId="{2CA6D778-0F95-4C0B-B617-2B0D6054B186}" type="presParOf" srcId="{DFAFF08F-5A3F-4FA9-A188-AF26D0B232D3}" destId="{484104B8-C55A-413F-9E9B-571986A8C406}" srcOrd="1" destOrd="0" presId="urn:microsoft.com/office/officeart/2005/8/layout/orgChart1"/>
    <dgm:cxn modelId="{FF0B8994-FBA9-4A80-B758-A61C6B12B257}" type="presParOf" srcId="{8B13A02E-044C-4933-B8B5-792F7B24511F}" destId="{A0037F49-6EC0-49E8-96CD-C63016F73797}" srcOrd="1" destOrd="0" presId="urn:microsoft.com/office/officeart/2005/8/layout/orgChart1"/>
    <dgm:cxn modelId="{CD00D179-7F43-4570-8FEB-23C2BCC4A7FA}" type="presParOf" srcId="{A0037F49-6EC0-49E8-96CD-C63016F73797}" destId="{720E23B0-F442-4400-B6AF-B60AAF5EACF0}" srcOrd="0" destOrd="0" presId="urn:microsoft.com/office/officeart/2005/8/layout/orgChart1"/>
    <dgm:cxn modelId="{B117E8E9-6588-40AA-AB05-81534800561E}" type="presParOf" srcId="{A0037F49-6EC0-49E8-96CD-C63016F73797}" destId="{54CDA431-8935-4317-9550-5A0EDC440675}" srcOrd="1" destOrd="0" presId="urn:microsoft.com/office/officeart/2005/8/layout/orgChart1"/>
    <dgm:cxn modelId="{89538B6C-B0A2-4459-AD62-DA754DB1D7E8}" type="presParOf" srcId="{54CDA431-8935-4317-9550-5A0EDC440675}" destId="{5B204CF3-493A-44FF-A415-0B13AB157D61}" srcOrd="0" destOrd="0" presId="urn:microsoft.com/office/officeart/2005/8/layout/orgChart1"/>
    <dgm:cxn modelId="{624C752A-405C-49A9-80B4-19E626C3253B}" type="presParOf" srcId="{5B204CF3-493A-44FF-A415-0B13AB157D61}" destId="{124F2EB0-C80E-4409-BCE2-3494102F8F91}" srcOrd="0" destOrd="0" presId="urn:microsoft.com/office/officeart/2005/8/layout/orgChart1"/>
    <dgm:cxn modelId="{438CD9D1-2FD6-4A65-BE45-6C830588F275}" type="presParOf" srcId="{5B204CF3-493A-44FF-A415-0B13AB157D61}" destId="{634A3C0B-B9E4-43D1-978D-A11133382CE9}" srcOrd="1" destOrd="0" presId="urn:microsoft.com/office/officeart/2005/8/layout/orgChart1"/>
    <dgm:cxn modelId="{3F096DBD-4C67-41EE-9FBD-BD7450F36C96}" type="presParOf" srcId="{54CDA431-8935-4317-9550-5A0EDC440675}" destId="{C4C5ACCD-C62B-447B-8AD8-2DE2DDF2B32F}" srcOrd="1" destOrd="0" presId="urn:microsoft.com/office/officeart/2005/8/layout/orgChart1"/>
    <dgm:cxn modelId="{F3AFEBA4-9D5A-4A69-B7DC-47BEF5BA57FA}" type="presParOf" srcId="{54CDA431-8935-4317-9550-5A0EDC440675}" destId="{1DDEF373-903B-42B5-8288-9CB13E32725D}" srcOrd="2" destOrd="0" presId="urn:microsoft.com/office/officeart/2005/8/layout/orgChart1"/>
    <dgm:cxn modelId="{2C832786-8FAC-42AC-9959-CE9BB3CB2CE3}" type="presParOf" srcId="{8B13A02E-044C-4933-B8B5-792F7B24511F}" destId="{F7FAAAC1-F441-433D-8A84-D3B0373F3E1B}" srcOrd="2" destOrd="0" presId="urn:microsoft.com/office/officeart/2005/8/layout/orgChart1"/>
    <dgm:cxn modelId="{9D973967-C180-4DA1-9783-801A28437A84}" type="presParOf" srcId="{38ED7B2E-63E5-438D-91CD-EFA6DE9BBF61}" destId="{96DEF822-DC52-4FFC-82DA-389CD5B29657}"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821369-B757-43AF-BF6D-02B9EF83A7FF}">
      <dsp:nvSpPr>
        <dsp:cNvPr id="0" name=""/>
        <dsp:cNvSpPr/>
      </dsp:nvSpPr>
      <dsp:spPr>
        <a:xfrm>
          <a:off x="4343400" y="564472"/>
          <a:ext cx="2878280" cy="236880"/>
        </a:xfrm>
        <a:custGeom>
          <a:avLst/>
          <a:gdLst/>
          <a:ahLst/>
          <a:cxnLst/>
          <a:rect l="0" t="0" r="0" b="0"/>
          <a:pathLst>
            <a:path>
              <a:moveTo>
                <a:pt x="0" y="0"/>
              </a:moveTo>
              <a:lnTo>
                <a:pt x="0" y="118440"/>
              </a:lnTo>
              <a:lnTo>
                <a:pt x="2878280" y="118440"/>
              </a:lnTo>
              <a:lnTo>
                <a:pt x="2878280" y="236880"/>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691408A-8BF8-4490-BAC7-F053F1067B13}">
      <dsp:nvSpPr>
        <dsp:cNvPr id="0" name=""/>
        <dsp:cNvSpPr/>
      </dsp:nvSpPr>
      <dsp:spPr>
        <a:xfrm>
          <a:off x="4630037" y="1365353"/>
          <a:ext cx="252296" cy="2992177"/>
        </a:xfrm>
        <a:custGeom>
          <a:avLst/>
          <a:gdLst/>
          <a:ahLst/>
          <a:cxnLst/>
          <a:rect l="0" t="0" r="0" b="0"/>
          <a:pathLst>
            <a:path>
              <a:moveTo>
                <a:pt x="0" y="0"/>
              </a:moveTo>
              <a:lnTo>
                <a:pt x="0" y="2992177"/>
              </a:lnTo>
              <a:lnTo>
                <a:pt x="252296" y="299217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24AC9E0-962C-4E78-A693-CB404F97964B}">
      <dsp:nvSpPr>
        <dsp:cNvPr id="0" name=""/>
        <dsp:cNvSpPr/>
      </dsp:nvSpPr>
      <dsp:spPr>
        <a:xfrm>
          <a:off x="4630037" y="1365353"/>
          <a:ext cx="252296" cy="1076352"/>
        </a:xfrm>
        <a:custGeom>
          <a:avLst/>
          <a:gdLst/>
          <a:ahLst/>
          <a:cxnLst/>
          <a:rect l="0" t="0" r="0" b="0"/>
          <a:pathLst>
            <a:path>
              <a:moveTo>
                <a:pt x="0" y="0"/>
              </a:moveTo>
              <a:lnTo>
                <a:pt x="0" y="1076352"/>
              </a:lnTo>
              <a:lnTo>
                <a:pt x="252296" y="107635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E020EB3-B687-49B5-864A-7775365865BE}">
      <dsp:nvSpPr>
        <dsp:cNvPr id="0" name=""/>
        <dsp:cNvSpPr/>
      </dsp:nvSpPr>
      <dsp:spPr>
        <a:xfrm>
          <a:off x="4343400" y="564472"/>
          <a:ext cx="959426" cy="236880"/>
        </a:xfrm>
        <a:custGeom>
          <a:avLst/>
          <a:gdLst/>
          <a:ahLst/>
          <a:cxnLst/>
          <a:rect l="0" t="0" r="0" b="0"/>
          <a:pathLst>
            <a:path>
              <a:moveTo>
                <a:pt x="0" y="0"/>
              </a:moveTo>
              <a:lnTo>
                <a:pt x="0" y="118440"/>
              </a:lnTo>
              <a:lnTo>
                <a:pt x="959426" y="118440"/>
              </a:lnTo>
              <a:lnTo>
                <a:pt x="959426" y="236880"/>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DFEB020-B3A6-45F8-B681-CBF1D150070D}">
      <dsp:nvSpPr>
        <dsp:cNvPr id="0" name=""/>
        <dsp:cNvSpPr/>
      </dsp:nvSpPr>
      <dsp:spPr>
        <a:xfrm>
          <a:off x="2711183" y="1365353"/>
          <a:ext cx="252296" cy="2921522"/>
        </a:xfrm>
        <a:custGeom>
          <a:avLst/>
          <a:gdLst/>
          <a:ahLst/>
          <a:cxnLst/>
          <a:rect l="0" t="0" r="0" b="0"/>
          <a:pathLst>
            <a:path>
              <a:moveTo>
                <a:pt x="0" y="0"/>
              </a:moveTo>
              <a:lnTo>
                <a:pt x="0" y="2921522"/>
              </a:lnTo>
              <a:lnTo>
                <a:pt x="252296" y="292152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9A8D99B-7E04-4FCC-8A85-F7F0979F84F7}">
      <dsp:nvSpPr>
        <dsp:cNvPr id="0" name=""/>
        <dsp:cNvSpPr/>
      </dsp:nvSpPr>
      <dsp:spPr>
        <a:xfrm>
          <a:off x="2711183" y="1365353"/>
          <a:ext cx="252296" cy="2120641"/>
        </a:xfrm>
        <a:custGeom>
          <a:avLst/>
          <a:gdLst/>
          <a:ahLst/>
          <a:cxnLst/>
          <a:rect l="0" t="0" r="0" b="0"/>
          <a:pathLst>
            <a:path>
              <a:moveTo>
                <a:pt x="0" y="0"/>
              </a:moveTo>
              <a:lnTo>
                <a:pt x="0" y="2120641"/>
              </a:lnTo>
              <a:lnTo>
                <a:pt x="252296" y="212064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39EC33E-3450-49A5-86B1-C3D4E942848C}">
      <dsp:nvSpPr>
        <dsp:cNvPr id="0" name=""/>
        <dsp:cNvSpPr/>
      </dsp:nvSpPr>
      <dsp:spPr>
        <a:xfrm>
          <a:off x="2711183" y="1365353"/>
          <a:ext cx="252296" cy="1319761"/>
        </a:xfrm>
        <a:custGeom>
          <a:avLst/>
          <a:gdLst/>
          <a:ahLst/>
          <a:cxnLst/>
          <a:rect l="0" t="0" r="0" b="0"/>
          <a:pathLst>
            <a:path>
              <a:moveTo>
                <a:pt x="0" y="0"/>
              </a:moveTo>
              <a:lnTo>
                <a:pt x="0" y="1319761"/>
              </a:lnTo>
              <a:lnTo>
                <a:pt x="252296" y="131976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2A41425-2A6B-472C-AF7D-497B8D8C6C0F}">
      <dsp:nvSpPr>
        <dsp:cNvPr id="0" name=""/>
        <dsp:cNvSpPr/>
      </dsp:nvSpPr>
      <dsp:spPr>
        <a:xfrm>
          <a:off x="2711183" y="1365353"/>
          <a:ext cx="252296" cy="518880"/>
        </a:xfrm>
        <a:custGeom>
          <a:avLst/>
          <a:gdLst/>
          <a:ahLst/>
          <a:cxnLst/>
          <a:rect l="0" t="0" r="0" b="0"/>
          <a:pathLst>
            <a:path>
              <a:moveTo>
                <a:pt x="0" y="0"/>
              </a:moveTo>
              <a:lnTo>
                <a:pt x="0" y="518880"/>
              </a:lnTo>
              <a:lnTo>
                <a:pt x="252296" y="518880"/>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146BAA9-2B9D-4F2A-B565-A2DCB6505964}">
      <dsp:nvSpPr>
        <dsp:cNvPr id="0" name=""/>
        <dsp:cNvSpPr/>
      </dsp:nvSpPr>
      <dsp:spPr>
        <a:xfrm>
          <a:off x="3383973" y="564472"/>
          <a:ext cx="959426" cy="236880"/>
        </a:xfrm>
        <a:custGeom>
          <a:avLst/>
          <a:gdLst/>
          <a:ahLst/>
          <a:cxnLst/>
          <a:rect l="0" t="0" r="0" b="0"/>
          <a:pathLst>
            <a:path>
              <a:moveTo>
                <a:pt x="959426" y="0"/>
              </a:moveTo>
              <a:lnTo>
                <a:pt x="959426" y="118440"/>
              </a:lnTo>
              <a:lnTo>
                <a:pt x="0" y="118440"/>
              </a:lnTo>
              <a:lnTo>
                <a:pt x="0" y="236880"/>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80B42EA-EC35-4614-9AD1-6625D870B1B5}">
      <dsp:nvSpPr>
        <dsp:cNvPr id="0" name=""/>
        <dsp:cNvSpPr/>
      </dsp:nvSpPr>
      <dsp:spPr>
        <a:xfrm>
          <a:off x="792330" y="1365353"/>
          <a:ext cx="252296" cy="2120641"/>
        </a:xfrm>
        <a:custGeom>
          <a:avLst/>
          <a:gdLst/>
          <a:ahLst/>
          <a:cxnLst/>
          <a:rect l="0" t="0" r="0" b="0"/>
          <a:pathLst>
            <a:path>
              <a:moveTo>
                <a:pt x="0" y="0"/>
              </a:moveTo>
              <a:lnTo>
                <a:pt x="0" y="2120641"/>
              </a:lnTo>
              <a:lnTo>
                <a:pt x="252296" y="212064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E7F276F-E57B-4251-A70B-2917BAF50B6F}">
      <dsp:nvSpPr>
        <dsp:cNvPr id="0" name=""/>
        <dsp:cNvSpPr/>
      </dsp:nvSpPr>
      <dsp:spPr>
        <a:xfrm>
          <a:off x="792330" y="1365353"/>
          <a:ext cx="252296" cy="1319761"/>
        </a:xfrm>
        <a:custGeom>
          <a:avLst/>
          <a:gdLst/>
          <a:ahLst/>
          <a:cxnLst/>
          <a:rect l="0" t="0" r="0" b="0"/>
          <a:pathLst>
            <a:path>
              <a:moveTo>
                <a:pt x="0" y="0"/>
              </a:moveTo>
              <a:lnTo>
                <a:pt x="0" y="1319761"/>
              </a:lnTo>
              <a:lnTo>
                <a:pt x="252296" y="131976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5D5AD84-DBF1-46D6-A5BA-E9CD0863B250}">
      <dsp:nvSpPr>
        <dsp:cNvPr id="0" name=""/>
        <dsp:cNvSpPr/>
      </dsp:nvSpPr>
      <dsp:spPr>
        <a:xfrm>
          <a:off x="792330" y="1365353"/>
          <a:ext cx="252296" cy="518880"/>
        </a:xfrm>
        <a:custGeom>
          <a:avLst/>
          <a:gdLst/>
          <a:ahLst/>
          <a:cxnLst/>
          <a:rect l="0" t="0" r="0" b="0"/>
          <a:pathLst>
            <a:path>
              <a:moveTo>
                <a:pt x="0" y="0"/>
              </a:moveTo>
              <a:lnTo>
                <a:pt x="0" y="518880"/>
              </a:lnTo>
              <a:lnTo>
                <a:pt x="252296" y="518880"/>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4371B5-9FE0-4A41-B872-D27DD755166A}">
      <dsp:nvSpPr>
        <dsp:cNvPr id="0" name=""/>
        <dsp:cNvSpPr/>
      </dsp:nvSpPr>
      <dsp:spPr>
        <a:xfrm>
          <a:off x="1465119" y="564472"/>
          <a:ext cx="2878280" cy="236880"/>
        </a:xfrm>
        <a:custGeom>
          <a:avLst/>
          <a:gdLst/>
          <a:ahLst/>
          <a:cxnLst/>
          <a:rect l="0" t="0" r="0" b="0"/>
          <a:pathLst>
            <a:path>
              <a:moveTo>
                <a:pt x="2878280" y="0"/>
              </a:moveTo>
              <a:lnTo>
                <a:pt x="2878280" y="118440"/>
              </a:lnTo>
              <a:lnTo>
                <a:pt x="0" y="118440"/>
              </a:lnTo>
              <a:lnTo>
                <a:pt x="0" y="236880"/>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F3C8968-31FF-46A5-BCB3-A2E771257413}">
      <dsp:nvSpPr>
        <dsp:cNvPr id="0" name=""/>
        <dsp:cNvSpPr/>
      </dsp:nvSpPr>
      <dsp:spPr>
        <a:xfrm>
          <a:off x="3093721" y="471"/>
          <a:ext cx="2499356" cy="564000"/>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Chapter 5: Establishing the biz requirements.</a:t>
          </a:r>
        </a:p>
      </dsp:txBody>
      <dsp:txXfrm>
        <a:off x="3093721" y="471"/>
        <a:ext cx="2499356" cy="564000"/>
      </dsp:txXfrm>
    </dsp:sp>
    <dsp:sp modelId="{C9422C4E-2B02-4D33-A16B-EF7B187ECAB7}">
      <dsp:nvSpPr>
        <dsp:cNvPr id="0" name=""/>
        <dsp:cNvSpPr/>
      </dsp:nvSpPr>
      <dsp:spPr>
        <a:xfrm>
          <a:off x="624132" y="801352"/>
          <a:ext cx="1681973" cy="564000"/>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Biz req.</a:t>
          </a:r>
        </a:p>
      </dsp:txBody>
      <dsp:txXfrm>
        <a:off x="624132" y="801352"/>
        <a:ext cx="1681973" cy="564000"/>
      </dsp:txXfrm>
    </dsp:sp>
    <dsp:sp modelId="{ED8B7DF3-7C68-4E1C-A743-283531BE19BD}">
      <dsp:nvSpPr>
        <dsp:cNvPr id="0" name=""/>
        <dsp:cNvSpPr/>
      </dsp:nvSpPr>
      <dsp:spPr>
        <a:xfrm>
          <a:off x="1044626" y="1602233"/>
          <a:ext cx="1128000" cy="56400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Identify desired biz benefits</a:t>
          </a:r>
        </a:p>
      </dsp:txBody>
      <dsp:txXfrm>
        <a:off x="1044626" y="1602233"/>
        <a:ext cx="1128000" cy="564000"/>
      </dsp:txXfrm>
    </dsp:sp>
    <dsp:sp modelId="{31C29986-52F5-42D4-A9FC-3B32B3F35DB2}">
      <dsp:nvSpPr>
        <dsp:cNvPr id="0" name=""/>
        <dsp:cNvSpPr/>
      </dsp:nvSpPr>
      <dsp:spPr>
        <a:xfrm>
          <a:off x="1044626" y="2403113"/>
          <a:ext cx="1128000" cy="56400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Product vision and project scope.</a:t>
          </a:r>
        </a:p>
      </dsp:txBody>
      <dsp:txXfrm>
        <a:off x="1044626" y="2403113"/>
        <a:ext cx="1128000" cy="564000"/>
      </dsp:txXfrm>
    </dsp:sp>
    <dsp:sp modelId="{79B1F6F9-3014-4D1C-95DF-2370CABD51DB}">
      <dsp:nvSpPr>
        <dsp:cNvPr id="0" name=""/>
        <dsp:cNvSpPr/>
      </dsp:nvSpPr>
      <dsp:spPr>
        <a:xfrm>
          <a:off x="1044626" y="3203994"/>
          <a:ext cx="1128000" cy="56400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Conflicting biz req.</a:t>
          </a:r>
        </a:p>
      </dsp:txBody>
      <dsp:txXfrm>
        <a:off x="1044626" y="3203994"/>
        <a:ext cx="1128000" cy="564000"/>
      </dsp:txXfrm>
    </dsp:sp>
    <dsp:sp modelId="{02B28F85-DE51-42FF-859E-1DD3A478F426}">
      <dsp:nvSpPr>
        <dsp:cNvPr id="0" name=""/>
        <dsp:cNvSpPr/>
      </dsp:nvSpPr>
      <dsp:spPr>
        <a:xfrm>
          <a:off x="2542986" y="801352"/>
          <a:ext cx="1681973" cy="564000"/>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Scope </a:t>
          </a:r>
          <a:r>
            <a:rPr lang="en-US" sz="1600" kern="1200" dirty="0" err="1"/>
            <a:t>repre</a:t>
          </a:r>
          <a:r>
            <a:rPr lang="en-US" sz="1600" kern="1200" dirty="0"/>
            <a:t>. techniques</a:t>
          </a:r>
        </a:p>
      </dsp:txBody>
      <dsp:txXfrm>
        <a:off x="2542986" y="801352"/>
        <a:ext cx="1681973" cy="564000"/>
      </dsp:txXfrm>
    </dsp:sp>
    <dsp:sp modelId="{BB71A1EC-99D4-46DC-BDFC-1D7F327564B8}">
      <dsp:nvSpPr>
        <dsp:cNvPr id="0" name=""/>
        <dsp:cNvSpPr/>
      </dsp:nvSpPr>
      <dsp:spPr>
        <a:xfrm>
          <a:off x="2963479" y="1602233"/>
          <a:ext cx="1128000" cy="56400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Context diagram</a:t>
          </a:r>
        </a:p>
      </dsp:txBody>
      <dsp:txXfrm>
        <a:off x="2963479" y="1602233"/>
        <a:ext cx="1128000" cy="564000"/>
      </dsp:txXfrm>
    </dsp:sp>
    <dsp:sp modelId="{91BD0B81-0B97-4F19-9F4D-9BA6FBDEE508}">
      <dsp:nvSpPr>
        <dsp:cNvPr id="0" name=""/>
        <dsp:cNvSpPr/>
      </dsp:nvSpPr>
      <dsp:spPr>
        <a:xfrm>
          <a:off x="2963479" y="2403113"/>
          <a:ext cx="1128000" cy="56400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860" tIns="22860" rIns="22860" bIns="22860" numCol="1" spcCol="1270" anchor="ctr" anchorCtr="0">
          <a:noAutofit/>
        </a:bodyPr>
        <a:lstStyle/>
        <a:p>
          <a:pPr marL="0" lvl="0" indent="0" algn="ctr" defTabSz="44450">
            <a:lnSpc>
              <a:spcPct val="90000"/>
            </a:lnSpc>
            <a:spcBef>
              <a:spcPct val="0"/>
            </a:spcBef>
            <a:spcAft>
              <a:spcPct val="35000"/>
            </a:spcAft>
            <a:buNone/>
          </a:pPr>
          <a:r>
            <a:rPr lang="en-US" kern="1200" dirty="0"/>
            <a:t>Ecosystem map</a:t>
          </a:r>
          <a:endParaRPr lang="en-US" sz="1600" kern="1200" dirty="0"/>
        </a:p>
      </dsp:txBody>
      <dsp:txXfrm>
        <a:off x="2963479" y="2403113"/>
        <a:ext cx="1128000" cy="564000"/>
      </dsp:txXfrm>
    </dsp:sp>
    <dsp:sp modelId="{7872A18C-E13C-45E9-80D5-90CBBA671EF8}">
      <dsp:nvSpPr>
        <dsp:cNvPr id="0" name=""/>
        <dsp:cNvSpPr/>
      </dsp:nvSpPr>
      <dsp:spPr>
        <a:xfrm>
          <a:off x="2963479" y="3203994"/>
          <a:ext cx="1128000" cy="56400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Feature tree</a:t>
          </a:r>
        </a:p>
      </dsp:txBody>
      <dsp:txXfrm>
        <a:off x="2963479" y="3203994"/>
        <a:ext cx="1128000" cy="564000"/>
      </dsp:txXfrm>
    </dsp:sp>
    <dsp:sp modelId="{2D249D8E-2EE3-48FE-873A-19562369E443}">
      <dsp:nvSpPr>
        <dsp:cNvPr id="0" name=""/>
        <dsp:cNvSpPr/>
      </dsp:nvSpPr>
      <dsp:spPr>
        <a:xfrm>
          <a:off x="2963479" y="4004875"/>
          <a:ext cx="1128000" cy="56400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Event list </a:t>
          </a:r>
        </a:p>
      </dsp:txBody>
      <dsp:txXfrm>
        <a:off x="2963479" y="4004875"/>
        <a:ext cx="1128000" cy="564000"/>
      </dsp:txXfrm>
    </dsp:sp>
    <dsp:sp modelId="{03758FE5-334A-46EC-AD76-4289659832B6}">
      <dsp:nvSpPr>
        <dsp:cNvPr id="0" name=""/>
        <dsp:cNvSpPr/>
      </dsp:nvSpPr>
      <dsp:spPr>
        <a:xfrm>
          <a:off x="4461840" y="801352"/>
          <a:ext cx="1681973" cy="564000"/>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Keeping scope in focus</a:t>
          </a:r>
        </a:p>
      </dsp:txBody>
      <dsp:txXfrm>
        <a:off x="4461840" y="801352"/>
        <a:ext cx="1681973" cy="564000"/>
      </dsp:txXfrm>
    </dsp:sp>
    <dsp:sp modelId="{AF41A196-D073-444E-BDCD-FC763BCB5F43}">
      <dsp:nvSpPr>
        <dsp:cNvPr id="0" name=""/>
        <dsp:cNvSpPr/>
      </dsp:nvSpPr>
      <dsp:spPr>
        <a:xfrm>
          <a:off x="4882333" y="1602233"/>
          <a:ext cx="1159551" cy="1678944"/>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Using business objectives to make scoping decisions</a:t>
          </a:r>
        </a:p>
      </dsp:txBody>
      <dsp:txXfrm>
        <a:off x="4882333" y="1602233"/>
        <a:ext cx="1159551" cy="1678944"/>
      </dsp:txXfrm>
    </dsp:sp>
    <dsp:sp modelId="{C21798EA-B202-4A21-AE21-E0688D10A5B8}">
      <dsp:nvSpPr>
        <dsp:cNvPr id="0" name=""/>
        <dsp:cNvSpPr/>
      </dsp:nvSpPr>
      <dsp:spPr>
        <a:xfrm>
          <a:off x="4882333" y="3518058"/>
          <a:ext cx="1159551" cy="1678944"/>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Assessing the impact of scope changes</a:t>
          </a:r>
        </a:p>
      </dsp:txBody>
      <dsp:txXfrm>
        <a:off x="4882333" y="3518058"/>
        <a:ext cx="1159551" cy="1678944"/>
      </dsp:txXfrm>
    </dsp:sp>
    <dsp:sp modelId="{E2CE8193-46AF-44C0-B4A1-4402C2A6388E}">
      <dsp:nvSpPr>
        <dsp:cNvPr id="0" name=""/>
        <dsp:cNvSpPr/>
      </dsp:nvSpPr>
      <dsp:spPr>
        <a:xfrm>
          <a:off x="6380693" y="801352"/>
          <a:ext cx="1681973" cy="564000"/>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Vision and scope on agile projects</a:t>
          </a:r>
          <a:endParaRPr lang="en-US" sz="1600" kern="1200" dirty="0"/>
        </a:p>
      </dsp:txBody>
      <dsp:txXfrm>
        <a:off x="6380693" y="801352"/>
        <a:ext cx="1681973" cy="564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0E23B0-F442-4400-B6AF-B60AAF5EACF0}">
      <dsp:nvSpPr>
        <dsp:cNvPr id="0" name=""/>
        <dsp:cNvSpPr/>
      </dsp:nvSpPr>
      <dsp:spPr>
        <a:xfrm>
          <a:off x="7443984" y="1337908"/>
          <a:ext cx="161644" cy="495710"/>
        </a:xfrm>
        <a:custGeom>
          <a:avLst/>
          <a:gdLst/>
          <a:ahLst/>
          <a:cxnLst/>
          <a:rect l="0" t="0" r="0" b="0"/>
          <a:pathLst>
            <a:path>
              <a:moveTo>
                <a:pt x="0" y="0"/>
              </a:moveTo>
              <a:lnTo>
                <a:pt x="0" y="495710"/>
              </a:lnTo>
              <a:lnTo>
                <a:pt x="161644" y="495710"/>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2450436-20FF-4107-9A60-59BC15424C48}">
      <dsp:nvSpPr>
        <dsp:cNvPr id="0" name=""/>
        <dsp:cNvSpPr/>
      </dsp:nvSpPr>
      <dsp:spPr>
        <a:xfrm>
          <a:off x="4208696" y="572789"/>
          <a:ext cx="3666340" cy="226302"/>
        </a:xfrm>
        <a:custGeom>
          <a:avLst/>
          <a:gdLst/>
          <a:ahLst/>
          <a:cxnLst/>
          <a:rect l="0" t="0" r="0" b="0"/>
          <a:pathLst>
            <a:path>
              <a:moveTo>
                <a:pt x="0" y="0"/>
              </a:moveTo>
              <a:lnTo>
                <a:pt x="0" y="113151"/>
              </a:lnTo>
              <a:lnTo>
                <a:pt x="3666340" y="113151"/>
              </a:lnTo>
              <a:lnTo>
                <a:pt x="3666340" y="226302"/>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1DEB870-7AA8-44F9-8F91-E6FADEC8F33A}">
      <dsp:nvSpPr>
        <dsp:cNvPr id="0" name=""/>
        <dsp:cNvSpPr/>
      </dsp:nvSpPr>
      <dsp:spPr>
        <a:xfrm>
          <a:off x="5663737" y="1337908"/>
          <a:ext cx="241030" cy="3556185"/>
        </a:xfrm>
        <a:custGeom>
          <a:avLst/>
          <a:gdLst/>
          <a:ahLst/>
          <a:cxnLst/>
          <a:rect l="0" t="0" r="0" b="0"/>
          <a:pathLst>
            <a:path>
              <a:moveTo>
                <a:pt x="0" y="0"/>
              </a:moveTo>
              <a:lnTo>
                <a:pt x="0" y="3556185"/>
              </a:lnTo>
              <a:lnTo>
                <a:pt x="241030" y="3556185"/>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45AE52-A61F-4C7C-A234-52656783204F}">
      <dsp:nvSpPr>
        <dsp:cNvPr id="0" name=""/>
        <dsp:cNvSpPr/>
      </dsp:nvSpPr>
      <dsp:spPr>
        <a:xfrm>
          <a:off x="5663737" y="1337908"/>
          <a:ext cx="241030" cy="2791066"/>
        </a:xfrm>
        <a:custGeom>
          <a:avLst/>
          <a:gdLst/>
          <a:ahLst/>
          <a:cxnLst/>
          <a:rect l="0" t="0" r="0" b="0"/>
          <a:pathLst>
            <a:path>
              <a:moveTo>
                <a:pt x="0" y="0"/>
              </a:moveTo>
              <a:lnTo>
                <a:pt x="0" y="2791066"/>
              </a:lnTo>
              <a:lnTo>
                <a:pt x="241030" y="2791066"/>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203C03E-570C-4E7D-9C92-0AC3EA643FF1}">
      <dsp:nvSpPr>
        <dsp:cNvPr id="0" name=""/>
        <dsp:cNvSpPr/>
      </dsp:nvSpPr>
      <dsp:spPr>
        <a:xfrm>
          <a:off x="5663737" y="1337908"/>
          <a:ext cx="241030" cy="2025947"/>
        </a:xfrm>
        <a:custGeom>
          <a:avLst/>
          <a:gdLst/>
          <a:ahLst/>
          <a:cxnLst/>
          <a:rect l="0" t="0" r="0" b="0"/>
          <a:pathLst>
            <a:path>
              <a:moveTo>
                <a:pt x="0" y="0"/>
              </a:moveTo>
              <a:lnTo>
                <a:pt x="0" y="2025947"/>
              </a:lnTo>
              <a:lnTo>
                <a:pt x="241030" y="202594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214F421-3EDC-473C-AA0A-5D676BB69F45}">
      <dsp:nvSpPr>
        <dsp:cNvPr id="0" name=""/>
        <dsp:cNvSpPr/>
      </dsp:nvSpPr>
      <dsp:spPr>
        <a:xfrm>
          <a:off x="5663737" y="1337908"/>
          <a:ext cx="241030" cy="1260829"/>
        </a:xfrm>
        <a:custGeom>
          <a:avLst/>
          <a:gdLst/>
          <a:ahLst/>
          <a:cxnLst/>
          <a:rect l="0" t="0" r="0" b="0"/>
          <a:pathLst>
            <a:path>
              <a:moveTo>
                <a:pt x="0" y="0"/>
              </a:moveTo>
              <a:lnTo>
                <a:pt x="0" y="1260829"/>
              </a:lnTo>
              <a:lnTo>
                <a:pt x="241030" y="126082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A679957-7E3B-4BD6-B48E-5D4D6DCC99DC}">
      <dsp:nvSpPr>
        <dsp:cNvPr id="0" name=""/>
        <dsp:cNvSpPr/>
      </dsp:nvSpPr>
      <dsp:spPr>
        <a:xfrm>
          <a:off x="5663737" y="1337908"/>
          <a:ext cx="241030" cy="495710"/>
        </a:xfrm>
        <a:custGeom>
          <a:avLst/>
          <a:gdLst/>
          <a:ahLst/>
          <a:cxnLst/>
          <a:rect l="0" t="0" r="0" b="0"/>
          <a:pathLst>
            <a:path>
              <a:moveTo>
                <a:pt x="0" y="0"/>
              </a:moveTo>
              <a:lnTo>
                <a:pt x="0" y="495710"/>
              </a:lnTo>
              <a:lnTo>
                <a:pt x="241030" y="495710"/>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2821369-B757-43AF-BF6D-02B9EF83A7FF}">
      <dsp:nvSpPr>
        <dsp:cNvPr id="0" name=""/>
        <dsp:cNvSpPr/>
      </dsp:nvSpPr>
      <dsp:spPr>
        <a:xfrm>
          <a:off x="4208696" y="572789"/>
          <a:ext cx="2097788" cy="226302"/>
        </a:xfrm>
        <a:custGeom>
          <a:avLst/>
          <a:gdLst/>
          <a:ahLst/>
          <a:cxnLst/>
          <a:rect l="0" t="0" r="0" b="0"/>
          <a:pathLst>
            <a:path>
              <a:moveTo>
                <a:pt x="0" y="0"/>
              </a:moveTo>
              <a:lnTo>
                <a:pt x="0" y="113151"/>
              </a:lnTo>
              <a:lnTo>
                <a:pt x="2097788" y="113151"/>
              </a:lnTo>
              <a:lnTo>
                <a:pt x="2097788" y="226302"/>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E020EB3-B687-49B5-864A-7775365865BE}">
      <dsp:nvSpPr>
        <dsp:cNvPr id="0" name=""/>
        <dsp:cNvSpPr/>
      </dsp:nvSpPr>
      <dsp:spPr>
        <a:xfrm>
          <a:off x="4208696" y="572789"/>
          <a:ext cx="264617" cy="226302"/>
        </a:xfrm>
        <a:custGeom>
          <a:avLst/>
          <a:gdLst/>
          <a:ahLst/>
          <a:cxnLst/>
          <a:rect l="0" t="0" r="0" b="0"/>
          <a:pathLst>
            <a:path>
              <a:moveTo>
                <a:pt x="0" y="0"/>
              </a:moveTo>
              <a:lnTo>
                <a:pt x="0" y="113151"/>
              </a:lnTo>
              <a:lnTo>
                <a:pt x="264617" y="113151"/>
              </a:lnTo>
              <a:lnTo>
                <a:pt x="264617" y="226302"/>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146BAA9-2B9D-4F2A-B565-A2DCB6505964}">
      <dsp:nvSpPr>
        <dsp:cNvPr id="0" name=""/>
        <dsp:cNvSpPr/>
      </dsp:nvSpPr>
      <dsp:spPr>
        <a:xfrm>
          <a:off x="2640143" y="572789"/>
          <a:ext cx="1568552" cy="226302"/>
        </a:xfrm>
        <a:custGeom>
          <a:avLst/>
          <a:gdLst/>
          <a:ahLst/>
          <a:cxnLst/>
          <a:rect l="0" t="0" r="0" b="0"/>
          <a:pathLst>
            <a:path>
              <a:moveTo>
                <a:pt x="1568552" y="0"/>
              </a:moveTo>
              <a:lnTo>
                <a:pt x="1568552" y="113151"/>
              </a:lnTo>
              <a:lnTo>
                <a:pt x="0" y="113151"/>
              </a:lnTo>
              <a:lnTo>
                <a:pt x="0" y="226302"/>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E7F276F-E57B-4251-A70B-2917BAF50B6F}">
      <dsp:nvSpPr>
        <dsp:cNvPr id="0" name=""/>
        <dsp:cNvSpPr/>
      </dsp:nvSpPr>
      <dsp:spPr>
        <a:xfrm>
          <a:off x="164226" y="1337908"/>
          <a:ext cx="241030" cy="1260829"/>
        </a:xfrm>
        <a:custGeom>
          <a:avLst/>
          <a:gdLst/>
          <a:ahLst/>
          <a:cxnLst/>
          <a:rect l="0" t="0" r="0" b="0"/>
          <a:pathLst>
            <a:path>
              <a:moveTo>
                <a:pt x="0" y="0"/>
              </a:moveTo>
              <a:lnTo>
                <a:pt x="0" y="1260829"/>
              </a:lnTo>
              <a:lnTo>
                <a:pt x="241030" y="126082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5D5AD84-DBF1-46D6-A5BA-E9CD0863B250}">
      <dsp:nvSpPr>
        <dsp:cNvPr id="0" name=""/>
        <dsp:cNvSpPr/>
      </dsp:nvSpPr>
      <dsp:spPr>
        <a:xfrm>
          <a:off x="164226" y="1337908"/>
          <a:ext cx="241030" cy="495710"/>
        </a:xfrm>
        <a:custGeom>
          <a:avLst/>
          <a:gdLst/>
          <a:ahLst/>
          <a:cxnLst/>
          <a:rect l="0" t="0" r="0" b="0"/>
          <a:pathLst>
            <a:path>
              <a:moveTo>
                <a:pt x="0" y="0"/>
              </a:moveTo>
              <a:lnTo>
                <a:pt x="0" y="495710"/>
              </a:lnTo>
              <a:lnTo>
                <a:pt x="241030" y="495710"/>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4371B5-9FE0-4A41-B872-D27DD755166A}">
      <dsp:nvSpPr>
        <dsp:cNvPr id="0" name=""/>
        <dsp:cNvSpPr/>
      </dsp:nvSpPr>
      <dsp:spPr>
        <a:xfrm>
          <a:off x="806973" y="572789"/>
          <a:ext cx="3401722" cy="226302"/>
        </a:xfrm>
        <a:custGeom>
          <a:avLst/>
          <a:gdLst/>
          <a:ahLst/>
          <a:cxnLst/>
          <a:rect l="0" t="0" r="0" b="0"/>
          <a:pathLst>
            <a:path>
              <a:moveTo>
                <a:pt x="3401722" y="0"/>
              </a:moveTo>
              <a:lnTo>
                <a:pt x="3401722" y="113151"/>
              </a:lnTo>
              <a:lnTo>
                <a:pt x="0" y="113151"/>
              </a:lnTo>
              <a:lnTo>
                <a:pt x="0" y="226302"/>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F3C8968-31FF-46A5-BCB3-A2E771257413}">
      <dsp:nvSpPr>
        <dsp:cNvPr id="0" name=""/>
        <dsp:cNvSpPr/>
      </dsp:nvSpPr>
      <dsp:spPr>
        <a:xfrm>
          <a:off x="3014819" y="33973"/>
          <a:ext cx="2387752" cy="538815"/>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Chapter 6: Finding the voice of the user.</a:t>
          </a:r>
        </a:p>
      </dsp:txBody>
      <dsp:txXfrm>
        <a:off x="3014819" y="33973"/>
        <a:ext cx="2387752" cy="538815"/>
      </dsp:txXfrm>
    </dsp:sp>
    <dsp:sp modelId="{C9422C4E-2B02-4D33-A16B-EF7B187ECAB7}">
      <dsp:nvSpPr>
        <dsp:cNvPr id="0" name=""/>
        <dsp:cNvSpPr/>
      </dsp:nvSpPr>
      <dsp:spPr>
        <a:xfrm>
          <a:off x="3539" y="799092"/>
          <a:ext cx="1606867" cy="538815"/>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User classes</a:t>
          </a:r>
        </a:p>
      </dsp:txBody>
      <dsp:txXfrm>
        <a:off x="3539" y="799092"/>
        <a:ext cx="1606867" cy="538815"/>
      </dsp:txXfrm>
    </dsp:sp>
    <dsp:sp modelId="{ED8B7DF3-7C68-4E1C-A743-283531BE19BD}">
      <dsp:nvSpPr>
        <dsp:cNvPr id="0" name=""/>
        <dsp:cNvSpPr/>
      </dsp:nvSpPr>
      <dsp:spPr>
        <a:xfrm>
          <a:off x="405256" y="1564210"/>
          <a:ext cx="1077631" cy="538815"/>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Classifying users</a:t>
          </a:r>
        </a:p>
      </dsp:txBody>
      <dsp:txXfrm>
        <a:off x="405256" y="1564210"/>
        <a:ext cx="1077631" cy="538815"/>
      </dsp:txXfrm>
    </dsp:sp>
    <dsp:sp modelId="{31C29986-52F5-42D4-A9FC-3B32B3F35DB2}">
      <dsp:nvSpPr>
        <dsp:cNvPr id="0" name=""/>
        <dsp:cNvSpPr/>
      </dsp:nvSpPr>
      <dsp:spPr>
        <a:xfrm>
          <a:off x="405256" y="2329329"/>
          <a:ext cx="1077631" cy="538815"/>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Identifying  user classes for your project</a:t>
          </a:r>
        </a:p>
      </dsp:txBody>
      <dsp:txXfrm>
        <a:off x="405256" y="2329329"/>
        <a:ext cx="1077631" cy="538815"/>
      </dsp:txXfrm>
    </dsp:sp>
    <dsp:sp modelId="{02B28F85-DE51-42FF-859E-1DD3A478F426}">
      <dsp:nvSpPr>
        <dsp:cNvPr id="0" name=""/>
        <dsp:cNvSpPr/>
      </dsp:nvSpPr>
      <dsp:spPr>
        <a:xfrm>
          <a:off x="1836709" y="799092"/>
          <a:ext cx="1606867" cy="538815"/>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User personas</a:t>
          </a:r>
        </a:p>
      </dsp:txBody>
      <dsp:txXfrm>
        <a:off x="1836709" y="799092"/>
        <a:ext cx="1606867" cy="538815"/>
      </dsp:txXfrm>
    </dsp:sp>
    <dsp:sp modelId="{03758FE5-334A-46EC-AD76-4289659832B6}">
      <dsp:nvSpPr>
        <dsp:cNvPr id="0" name=""/>
        <dsp:cNvSpPr/>
      </dsp:nvSpPr>
      <dsp:spPr>
        <a:xfrm>
          <a:off x="3669880" y="799092"/>
          <a:ext cx="1606867" cy="538815"/>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Connecting with user representatives</a:t>
          </a:r>
          <a:endParaRPr lang="en-US" sz="1600" kern="1200" dirty="0"/>
        </a:p>
      </dsp:txBody>
      <dsp:txXfrm>
        <a:off x="3669880" y="799092"/>
        <a:ext cx="1606867" cy="538815"/>
      </dsp:txXfrm>
    </dsp:sp>
    <dsp:sp modelId="{E2CE8193-46AF-44C0-B4A1-4402C2A6388E}">
      <dsp:nvSpPr>
        <dsp:cNvPr id="0" name=""/>
        <dsp:cNvSpPr/>
      </dsp:nvSpPr>
      <dsp:spPr>
        <a:xfrm>
          <a:off x="5503050" y="799092"/>
          <a:ext cx="1606867" cy="538815"/>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Product champion</a:t>
          </a:r>
        </a:p>
      </dsp:txBody>
      <dsp:txXfrm>
        <a:off x="5503050" y="799092"/>
        <a:ext cx="1606867" cy="538815"/>
      </dsp:txXfrm>
    </dsp:sp>
    <dsp:sp modelId="{4D245AAB-B59E-4A71-9078-92C96B68BEDE}">
      <dsp:nvSpPr>
        <dsp:cNvPr id="0" name=""/>
        <dsp:cNvSpPr/>
      </dsp:nvSpPr>
      <dsp:spPr>
        <a:xfrm>
          <a:off x="5904767" y="1564210"/>
          <a:ext cx="1077631" cy="538815"/>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Product champion’s tasks</a:t>
          </a:r>
        </a:p>
      </dsp:txBody>
      <dsp:txXfrm>
        <a:off x="5904767" y="1564210"/>
        <a:ext cx="1077631" cy="538815"/>
      </dsp:txXfrm>
    </dsp:sp>
    <dsp:sp modelId="{B751704E-3EDE-42D5-B9B8-51585ED1653A}">
      <dsp:nvSpPr>
        <dsp:cNvPr id="0" name=""/>
        <dsp:cNvSpPr/>
      </dsp:nvSpPr>
      <dsp:spPr>
        <a:xfrm>
          <a:off x="5904767" y="2329329"/>
          <a:ext cx="1077631" cy="538815"/>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External product champion</a:t>
          </a:r>
          <a:endParaRPr lang="en-US" sz="1600" kern="1200" dirty="0"/>
        </a:p>
      </dsp:txBody>
      <dsp:txXfrm>
        <a:off x="5904767" y="2329329"/>
        <a:ext cx="1077631" cy="538815"/>
      </dsp:txXfrm>
    </dsp:sp>
    <dsp:sp modelId="{B059F08C-E0A3-4F62-A09D-4451BB99F9FB}">
      <dsp:nvSpPr>
        <dsp:cNvPr id="0" name=""/>
        <dsp:cNvSpPr/>
      </dsp:nvSpPr>
      <dsp:spPr>
        <a:xfrm>
          <a:off x="5904767" y="3094448"/>
          <a:ext cx="1077631" cy="538815"/>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Product champion expectations</a:t>
          </a:r>
          <a:endParaRPr lang="en-US" sz="1600" kern="1200" dirty="0"/>
        </a:p>
      </dsp:txBody>
      <dsp:txXfrm>
        <a:off x="5904767" y="3094448"/>
        <a:ext cx="1077631" cy="538815"/>
      </dsp:txXfrm>
    </dsp:sp>
    <dsp:sp modelId="{69C599BA-DE2A-47CB-BD25-E414CFC0172E}">
      <dsp:nvSpPr>
        <dsp:cNvPr id="0" name=""/>
        <dsp:cNvSpPr/>
      </dsp:nvSpPr>
      <dsp:spPr>
        <a:xfrm>
          <a:off x="5904767" y="3859566"/>
          <a:ext cx="1077631" cy="538815"/>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Multiple product champions</a:t>
          </a:r>
          <a:endParaRPr lang="en-US" sz="1600" kern="1200" dirty="0"/>
        </a:p>
      </dsp:txBody>
      <dsp:txXfrm>
        <a:off x="5904767" y="3859566"/>
        <a:ext cx="1077631" cy="538815"/>
      </dsp:txXfrm>
    </dsp:sp>
    <dsp:sp modelId="{0A13B8F0-6F9A-41CC-9AB2-4A2B2353D519}">
      <dsp:nvSpPr>
        <dsp:cNvPr id="0" name=""/>
        <dsp:cNvSpPr/>
      </dsp:nvSpPr>
      <dsp:spPr>
        <a:xfrm>
          <a:off x="5904767" y="4624685"/>
          <a:ext cx="1077631" cy="538815"/>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Product champion traps</a:t>
          </a:r>
          <a:endParaRPr lang="en-US" sz="1600" kern="1200" dirty="0"/>
        </a:p>
      </dsp:txBody>
      <dsp:txXfrm>
        <a:off x="5904767" y="4624685"/>
        <a:ext cx="1077631" cy="538815"/>
      </dsp:txXfrm>
    </dsp:sp>
    <dsp:sp modelId="{602F66FB-1991-41A4-AB11-A85608B0FF68}">
      <dsp:nvSpPr>
        <dsp:cNvPr id="0" name=""/>
        <dsp:cNvSpPr/>
      </dsp:nvSpPr>
      <dsp:spPr>
        <a:xfrm>
          <a:off x="7336220" y="799092"/>
          <a:ext cx="1077631" cy="538815"/>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Agile projects</a:t>
          </a:r>
        </a:p>
      </dsp:txBody>
      <dsp:txXfrm>
        <a:off x="7336220" y="799092"/>
        <a:ext cx="1077631" cy="538815"/>
      </dsp:txXfrm>
    </dsp:sp>
    <dsp:sp modelId="{124F2EB0-C80E-4409-BCE2-3494102F8F91}">
      <dsp:nvSpPr>
        <dsp:cNvPr id="0" name=""/>
        <dsp:cNvSpPr/>
      </dsp:nvSpPr>
      <dsp:spPr>
        <a:xfrm>
          <a:off x="7605628" y="1564210"/>
          <a:ext cx="1077631" cy="538815"/>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Product owner</a:t>
          </a:r>
          <a:endParaRPr lang="en-US" sz="1600" kern="1200" dirty="0"/>
        </a:p>
      </dsp:txBody>
      <dsp:txXfrm>
        <a:off x="7605628" y="1564210"/>
        <a:ext cx="1077631" cy="538815"/>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2894BB-A9ED-48FA-8155-1834962EC834}" type="datetimeFigureOut">
              <a:rPr lang="en-US" smtClean="0"/>
              <a:t>5/24/21</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880D1C-340E-4E30-ADB9-C56B4171E983}" type="slidenum">
              <a:rPr lang="en-US" smtClean="0"/>
              <a:t>‹#›</a:t>
            </a:fld>
            <a:endParaRPr lang="en-US"/>
          </a:p>
        </p:txBody>
      </p:sp>
    </p:spTree>
    <p:extLst>
      <p:ext uri="{BB962C8B-B14F-4D97-AF65-F5344CB8AC3E}">
        <p14:creationId xmlns:p14="http://schemas.microsoft.com/office/powerpoint/2010/main" val="21180805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Tx/>
              <a:buChar char="-"/>
            </a:pPr>
            <a:r>
              <a:rPr lang="en-US" dirty="0"/>
              <a:t>Backlog (n): </a:t>
            </a:r>
            <a:r>
              <a:rPr lang="en-US" dirty="0" err="1"/>
              <a:t>phần</a:t>
            </a:r>
            <a:r>
              <a:rPr lang="en-US" baseline="0" dirty="0"/>
              <a:t> </a:t>
            </a:r>
            <a:r>
              <a:rPr lang="en-US" baseline="0" dirty="0" err="1"/>
              <a:t>công</a:t>
            </a:r>
            <a:r>
              <a:rPr lang="en-US" baseline="0" dirty="0"/>
              <a:t> </a:t>
            </a:r>
            <a:r>
              <a:rPr lang="en-US" baseline="0" dirty="0" err="1"/>
              <a:t>việc</a:t>
            </a:r>
            <a:r>
              <a:rPr lang="en-US" baseline="0" dirty="0"/>
              <a:t> </a:t>
            </a:r>
            <a:r>
              <a:rPr lang="en-US" baseline="0" dirty="0" err="1"/>
              <a:t>còn</a:t>
            </a:r>
            <a:r>
              <a:rPr lang="en-US" baseline="0" dirty="0"/>
              <a:t> </a:t>
            </a:r>
            <a:r>
              <a:rPr lang="en-US" baseline="0" dirty="0" err="1"/>
              <a:t>tồn</a:t>
            </a:r>
            <a:r>
              <a:rPr lang="en-US" baseline="0" dirty="0"/>
              <a:t> </a:t>
            </a:r>
            <a:r>
              <a:rPr lang="en-US" baseline="0" dirty="0" err="1"/>
              <a:t>đọng</a:t>
            </a:r>
            <a:r>
              <a:rPr lang="en-US" baseline="0" dirty="0"/>
              <a:t> </a:t>
            </a:r>
            <a:r>
              <a:rPr lang="en-US" baseline="0" dirty="0" err="1"/>
              <a:t>thưa</a:t>
            </a:r>
            <a:r>
              <a:rPr lang="en-US" baseline="0" dirty="0"/>
              <a:t> </a:t>
            </a:r>
            <a:r>
              <a:rPr lang="en-US" baseline="0" dirty="0" err="1"/>
              <a:t>chực</a:t>
            </a:r>
            <a:r>
              <a:rPr lang="en-US" baseline="0" dirty="0"/>
              <a:t> </a:t>
            </a:r>
            <a:r>
              <a:rPr lang="en-US" baseline="0" dirty="0" err="1"/>
              <a:t>hiện</a:t>
            </a:r>
            <a:r>
              <a:rPr lang="en-US" baseline="0" dirty="0"/>
              <a:t>. </a:t>
            </a:r>
          </a:p>
          <a:p>
            <a:pPr marL="171450" indent="-171450">
              <a:buFontTx/>
              <a:buChar char="-"/>
            </a:pPr>
            <a:r>
              <a:rPr lang="en-US" baseline="0" dirty="0"/>
              <a:t>Product backlog: </a:t>
            </a:r>
            <a:r>
              <a:rPr lang="en-US" baseline="0" dirty="0" err="1"/>
              <a:t>phần</a:t>
            </a:r>
            <a:r>
              <a:rPr lang="en-US" baseline="0" dirty="0"/>
              <a:t> </a:t>
            </a:r>
            <a:r>
              <a:rPr lang="en-US" baseline="0" dirty="0" err="1"/>
              <a:t>còn</a:t>
            </a:r>
            <a:r>
              <a:rPr lang="en-US" baseline="0" dirty="0"/>
              <a:t> </a:t>
            </a:r>
            <a:r>
              <a:rPr lang="en-US" baseline="0" dirty="0" err="1"/>
              <a:t>lại</a:t>
            </a:r>
            <a:r>
              <a:rPr lang="en-US" baseline="0" dirty="0"/>
              <a:t> </a:t>
            </a:r>
            <a:r>
              <a:rPr lang="en-US" baseline="0" dirty="0" err="1"/>
              <a:t>của</a:t>
            </a:r>
            <a:r>
              <a:rPr lang="en-US" baseline="0" dirty="0"/>
              <a:t> </a:t>
            </a:r>
            <a:r>
              <a:rPr lang="en-US" baseline="0" dirty="0" err="1"/>
              <a:t>dự</a:t>
            </a:r>
            <a:r>
              <a:rPr lang="en-US" baseline="0" dirty="0"/>
              <a:t> </a:t>
            </a:r>
            <a:r>
              <a:rPr lang="en-US" baseline="0" dirty="0" err="1"/>
              <a:t>án</a:t>
            </a:r>
            <a:endParaRPr lang="en-US" baseline="0" dirty="0"/>
          </a:p>
          <a:p>
            <a:pPr marL="171450" indent="-171450">
              <a:buFontTx/>
              <a:buChar char="-"/>
            </a:pPr>
            <a:r>
              <a:rPr lang="en-US" baseline="0" dirty="0"/>
              <a:t>Velocity (n): </a:t>
            </a:r>
            <a:r>
              <a:rPr lang="en-US" baseline="0" dirty="0" err="1"/>
              <a:t>Tốc</a:t>
            </a:r>
            <a:r>
              <a:rPr lang="en-US" baseline="0" dirty="0"/>
              <a:t> </a:t>
            </a:r>
            <a:r>
              <a:rPr lang="en-US" baseline="0" dirty="0" err="1"/>
              <a:t>độ</a:t>
            </a:r>
            <a:endParaRPr lang="en-US" baseline="0" dirty="0"/>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2</a:t>
            </a:fld>
            <a:endParaRPr lang="en-US"/>
          </a:p>
        </p:txBody>
      </p:sp>
    </p:spTree>
    <p:extLst>
      <p:ext uri="{BB962C8B-B14F-4D97-AF65-F5344CB8AC3E}">
        <p14:creationId xmlns:p14="http://schemas.microsoft.com/office/powerpoint/2010/main" val="37340727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And hence: </a:t>
            </a:r>
            <a:r>
              <a:rPr lang="en-US" dirty="0" err="1"/>
              <a:t>và</a:t>
            </a:r>
            <a:r>
              <a:rPr lang="en-US" baseline="0" dirty="0"/>
              <a:t> </a:t>
            </a:r>
            <a:r>
              <a:rPr lang="en-US" baseline="0" dirty="0" err="1"/>
              <a:t>từ</a:t>
            </a:r>
            <a:r>
              <a:rPr lang="en-US" baseline="0" dirty="0"/>
              <a:t> </a:t>
            </a:r>
            <a:r>
              <a:rPr lang="en-US" baseline="0" dirty="0" err="1"/>
              <a:t>đó</a:t>
            </a:r>
            <a:endParaRPr lang="en-US" baseline="0" dirty="0"/>
          </a:p>
          <a:p>
            <a:pPr marL="171450" indent="-171450">
              <a:buFontTx/>
              <a:buChar char="-"/>
            </a:pPr>
            <a:r>
              <a:rPr lang="en-US" dirty="0"/>
              <a:t>Student should understand that the success in software  requirements, and hence in software development, depends on getting the voice of the user close to the ear of the developer: </a:t>
            </a:r>
            <a:r>
              <a:rPr lang="vi-VN" dirty="0"/>
              <a:t>Sinh viên nên hiểu rằng sự thành công trong các yêu cầu phần mềm, và </a:t>
            </a:r>
            <a:r>
              <a:rPr lang="en-US" dirty="0" err="1"/>
              <a:t>tiếp</a:t>
            </a:r>
            <a:r>
              <a:rPr lang="en-US" baseline="0" dirty="0"/>
              <a:t> </a:t>
            </a:r>
            <a:r>
              <a:rPr lang="en-US" baseline="0" dirty="0" err="1"/>
              <a:t>theo</a:t>
            </a:r>
            <a:r>
              <a:rPr lang="en-US" baseline="0" dirty="0"/>
              <a:t> </a:t>
            </a:r>
            <a:r>
              <a:rPr lang="vi-VN" dirty="0"/>
              <a:t>trong phát triển phần mềm, phụ thuộc vào việc đưa tiếng nói của người dùng đến gần tai của nhà phát triển.</a:t>
            </a:r>
            <a:endParaRPr lang="en-US" dirty="0"/>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0D880D1C-340E-4E30-ADB9-C56B4171E983}" type="slidenum">
              <a:rPr lang="en-US" smtClean="0"/>
              <a:t>3</a:t>
            </a:fld>
            <a:endParaRPr lang="en-US"/>
          </a:p>
        </p:txBody>
      </p:sp>
    </p:spTree>
    <p:extLst>
      <p:ext uri="{BB962C8B-B14F-4D97-AF65-F5344CB8AC3E}">
        <p14:creationId xmlns:p14="http://schemas.microsoft.com/office/powerpoint/2010/main" val="893621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Personas (n): </a:t>
            </a:r>
            <a:r>
              <a:rPr lang="en-US" dirty="0" err="1"/>
              <a:t>Nhân</a:t>
            </a:r>
            <a:r>
              <a:rPr lang="en-US" baseline="0" dirty="0"/>
              <a:t> </a:t>
            </a:r>
            <a:r>
              <a:rPr lang="en-US" baseline="0" dirty="0" err="1"/>
              <a:t>vật</a:t>
            </a:r>
            <a:r>
              <a:rPr lang="en-US" baseline="0" dirty="0"/>
              <a:t> (</a:t>
            </a:r>
            <a:r>
              <a:rPr lang="en-US" baseline="0" dirty="0" err="1"/>
              <a:t>trong</a:t>
            </a:r>
            <a:r>
              <a:rPr lang="en-US" baseline="0" dirty="0"/>
              <a:t> </a:t>
            </a:r>
            <a:r>
              <a:rPr lang="en-US" baseline="0" dirty="0" err="1"/>
              <a:t>truyện</a:t>
            </a:r>
            <a:r>
              <a:rPr lang="en-US" baseline="0" dirty="0"/>
              <a:t>) / </a:t>
            </a:r>
            <a:r>
              <a:rPr lang="en-US" baseline="0" dirty="0" err="1"/>
              <a:t>Vai</a:t>
            </a:r>
            <a:r>
              <a:rPr lang="en-US" baseline="0" dirty="0"/>
              <a:t> </a:t>
            </a:r>
            <a:r>
              <a:rPr lang="en-US" baseline="0" dirty="0" err="1"/>
              <a:t>trò</a:t>
            </a:r>
            <a:r>
              <a:rPr lang="en-US" baseline="0" dirty="0"/>
              <a:t>, </a:t>
            </a:r>
            <a:r>
              <a:rPr lang="en-US" baseline="0" dirty="0" err="1"/>
              <a:t>địa</a:t>
            </a:r>
            <a:r>
              <a:rPr lang="en-US" baseline="0" dirty="0"/>
              <a:t> </a:t>
            </a:r>
            <a:r>
              <a:rPr lang="en-US" baseline="0" dirty="0" err="1"/>
              <a:t>vị</a:t>
            </a:r>
            <a:r>
              <a:rPr lang="en-US" baseline="0" dirty="0"/>
              <a:t> / Tính </a:t>
            </a:r>
            <a:r>
              <a:rPr lang="en-US" baseline="0" dirty="0" err="1"/>
              <a:t>cách</a:t>
            </a:r>
            <a:endParaRPr lang="en-US" baseline="0" dirty="0"/>
          </a:p>
          <a:p>
            <a:pPr marL="171450" indent="-171450">
              <a:buFontTx/>
              <a:buChar char="-"/>
            </a:pPr>
            <a:r>
              <a:rPr lang="en-US" sz="1200" dirty="0"/>
              <a:t>The product champion: </a:t>
            </a:r>
            <a:r>
              <a:rPr lang="en-US" sz="1200" dirty="0" err="1"/>
              <a:t>Khách</a:t>
            </a:r>
            <a:r>
              <a:rPr lang="en-US" sz="1200" baseline="0" dirty="0"/>
              <a:t> </a:t>
            </a:r>
            <a:r>
              <a:rPr lang="en-US" sz="1200" baseline="0" dirty="0" err="1"/>
              <a:t>hàng</a:t>
            </a:r>
            <a:r>
              <a:rPr lang="en-US" sz="1200" baseline="0" dirty="0"/>
              <a:t> </a:t>
            </a:r>
            <a:r>
              <a:rPr lang="en-US" sz="1200" baseline="0" dirty="0" err="1"/>
              <a:t>tiêu</a:t>
            </a:r>
            <a:r>
              <a:rPr lang="en-US" sz="1200" baseline="0" dirty="0"/>
              <a:t> </a:t>
            </a:r>
            <a:r>
              <a:rPr lang="en-US" sz="1200" baseline="0" dirty="0" err="1"/>
              <a:t>biểu</a:t>
            </a:r>
            <a:endParaRPr lang="en-US" dirty="0"/>
          </a:p>
        </p:txBody>
      </p:sp>
      <p:sp>
        <p:nvSpPr>
          <p:cNvPr id="4" name="Slide Number Placeholder 3"/>
          <p:cNvSpPr>
            <a:spLocks noGrp="1"/>
          </p:cNvSpPr>
          <p:nvPr>
            <p:ph type="sldNum" sz="quarter" idx="10"/>
          </p:nvPr>
        </p:nvSpPr>
        <p:spPr/>
        <p:txBody>
          <a:bodyPr/>
          <a:lstStyle/>
          <a:p>
            <a:fld id="{0D880D1C-340E-4E30-ADB9-C56B4171E983}" type="slidenum">
              <a:rPr lang="en-US" smtClean="0"/>
              <a:t>4</a:t>
            </a:fld>
            <a:endParaRPr lang="en-US"/>
          </a:p>
        </p:txBody>
      </p:sp>
    </p:spTree>
    <p:extLst>
      <p:ext uri="{BB962C8B-B14F-4D97-AF65-F5344CB8AC3E}">
        <p14:creationId xmlns:p14="http://schemas.microsoft.com/office/powerpoint/2010/main" val="777826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favored user classes:</a:t>
            </a:r>
            <a:r>
              <a:rPr lang="en-US" baseline="0" dirty="0"/>
              <a:t> </a:t>
            </a:r>
            <a:r>
              <a:rPr lang="en-US" baseline="0" dirty="0" err="1"/>
              <a:t>Lớp</a:t>
            </a:r>
            <a:r>
              <a:rPr lang="en-US" baseline="0" dirty="0"/>
              <a:t> </a:t>
            </a:r>
            <a:r>
              <a:rPr lang="en-US" baseline="0" dirty="0" err="1"/>
              <a:t>người</a:t>
            </a:r>
            <a:r>
              <a:rPr lang="en-US" baseline="0" dirty="0"/>
              <a:t> </a:t>
            </a:r>
            <a:r>
              <a:rPr lang="en-US" baseline="0" dirty="0" err="1"/>
              <a:t>dùng</a:t>
            </a:r>
            <a:r>
              <a:rPr lang="en-US" baseline="0" dirty="0"/>
              <a:t> </a:t>
            </a:r>
            <a:r>
              <a:rPr lang="en-US" baseline="0" dirty="0" err="1"/>
              <a:t>ưa</a:t>
            </a:r>
            <a:r>
              <a:rPr lang="en-US" baseline="0" dirty="0"/>
              <a:t> </a:t>
            </a:r>
            <a:r>
              <a:rPr lang="en-US" baseline="0" dirty="0" err="1"/>
              <a:t>thích</a:t>
            </a:r>
            <a:endParaRPr lang="en-US" baseline="0" dirty="0"/>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0D880D1C-340E-4E30-ADB9-C56B4171E983}" type="slidenum">
              <a:rPr lang="en-US" smtClean="0"/>
              <a:t>6</a:t>
            </a:fld>
            <a:endParaRPr lang="en-US"/>
          </a:p>
        </p:txBody>
      </p:sp>
    </p:spTree>
    <p:extLst>
      <p:ext uri="{BB962C8B-B14F-4D97-AF65-F5344CB8AC3E}">
        <p14:creationId xmlns:p14="http://schemas.microsoft.com/office/powerpoint/2010/main" val="9276725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Their access privilege or security levels : </a:t>
            </a:r>
            <a:r>
              <a:rPr lang="en-US" dirty="0" err="1"/>
              <a:t>Đặc</a:t>
            </a:r>
            <a:r>
              <a:rPr lang="en-US" dirty="0"/>
              <a:t> </a:t>
            </a:r>
            <a:r>
              <a:rPr lang="en-US" dirty="0" err="1"/>
              <a:t>quyền</a:t>
            </a:r>
            <a:r>
              <a:rPr lang="en-US" dirty="0"/>
              <a:t> </a:t>
            </a:r>
            <a:r>
              <a:rPr lang="en-US" dirty="0" err="1"/>
              <a:t>truy</a:t>
            </a:r>
            <a:r>
              <a:rPr lang="en-US" dirty="0"/>
              <a:t> </a:t>
            </a:r>
            <a:r>
              <a:rPr lang="en-US" dirty="0" err="1"/>
              <a:t>cập</a:t>
            </a:r>
            <a:r>
              <a:rPr lang="en-US" dirty="0"/>
              <a:t> </a:t>
            </a:r>
            <a:r>
              <a:rPr lang="en-US" dirty="0" err="1"/>
              <a:t>hoặc</a:t>
            </a:r>
            <a:r>
              <a:rPr lang="en-US" dirty="0"/>
              <a:t> </a:t>
            </a:r>
            <a:r>
              <a:rPr lang="en-US" dirty="0" err="1"/>
              <a:t>mức</a:t>
            </a:r>
            <a:r>
              <a:rPr lang="en-US" dirty="0"/>
              <a:t> </a:t>
            </a:r>
            <a:r>
              <a:rPr lang="en-US" dirty="0" err="1"/>
              <a:t>độ</a:t>
            </a:r>
            <a:r>
              <a:rPr lang="en-US" dirty="0"/>
              <a:t> </a:t>
            </a:r>
            <a:r>
              <a:rPr lang="en-US" dirty="0" err="1"/>
              <a:t>bảo</a:t>
            </a:r>
            <a:r>
              <a:rPr lang="en-US" dirty="0"/>
              <a:t> </a:t>
            </a:r>
            <a:r>
              <a:rPr lang="en-US" dirty="0" err="1"/>
              <a:t>mật</a:t>
            </a:r>
            <a:r>
              <a:rPr lang="en-US" dirty="0"/>
              <a:t> </a:t>
            </a:r>
            <a:r>
              <a:rPr lang="en-US" dirty="0" err="1"/>
              <a:t>của</a:t>
            </a:r>
            <a:r>
              <a:rPr lang="en-US" dirty="0"/>
              <a:t> </a:t>
            </a:r>
            <a:r>
              <a:rPr lang="en-US" dirty="0" err="1"/>
              <a:t>họ</a:t>
            </a:r>
            <a:r>
              <a:rPr lang="en-US" dirty="0"/>
              <a:t>.</a:t>
            </a:r>
          </a:p>
          <a:p>
            <a:pPr marL="171450" indent="-171450">
              <a:buFontTx/>
              <a:buChar char="-"/>
            </a:pPr>
            <a:r>
              <a:rPr lang="en-US" dirty="0"/>
              <a:t>Favored user classes are those whose satisfaction is most closely aligned with achieving</a:t>
            </a:r>
            <a:r>
              <a:rPr lang="en-US" baseline="0" dirty="0"/>
              <a:t> the project’s business objectives: </a:t>
            </a:r>
            <a:r>
              <a:rPr lang="vi-VN" baseline="0" dirty="0"/>
              <a:t>Các lớp người dùng ưa thích là những người có sự hài lòng được liên kết chặt chẽ nhất với việc đạt được các mục tiêu kinh doanh của dự án.</a:t>
            </a:r>
            <a:endParaRPr lang="en-US" baseline="0" dirty="0"/>
          </a:p>
          <a:p>
            <a:pPr marL="171450" indent="-171450">
              <a:buFontTx/>
              <a:buChar char="-"/>
            </a:pPr>
            <a:r>
              <a:rPr lang="en-US" baseline="0" dirty="0"/>
              <a:t>Disfavored user classes are groups who aren’t supposed to use the product for legal, security, or safety reasons.: </a:t>
            </a:r>
            <a:r>
              <a:rPr lang="vi-VN" baseline="0" dirty="0"/>
              <a:t>Các lớp người dùng không hài lòng là các nhóm không được phép sử dụng sản phẩm vì lý do an toàn, pháp lý hoặc an toàn.</a:t>
            </a:r>
            <a:endParaRPr lang="en-US" dirty="0"/>
          </a:p>
        </p:txBody>
      </p:sp>
      <p:sp>
        <p:nvSpPr>
          <p:cNvPr id="4" name="Slide Number Placeholder 3"/>
          <p:cNvSpPr>
            <a:spLocks noGrp="1"/>
          </p:cNvSpPr>
          <p:nvPr>
            <p:ph type="sldNum" sz="quarter" idx="10"/>
          </p:nvPr>
        </p:nvSpPr>
        <p:spPr/>
        <p:txBody>
          <a:bodyPr/>
          <a:lstStyle/>
          <a:p>
            <a:fld id="{0D880D1C-340E-4E30-ADB9-C56B4171E983}" type="slidenum">
              <a:rPr lang="en-US" smtClean="0"/>
              <a:t>7</a:t>
            </a:fld>
            <a:endParaRPr lang="en-US"/>
          </a:p>
        </p:txBody>
      </p:sp>
    </p:spTree>
    <p:extLst>
      <p:ext uri="{BB962C8B-B14F-4D97-AF65-F5344CB8AC3E}">
        <p14:creationId xmlns:p14="http://schemas.microsoft.com/office/powerpoint/2010/main" val="28069470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dirty="0"/>
              <a:t>- Condense (v): </a:t>
            </a:r>
            <a:r>
              <a:rPr lang="en-US" dirty="0" err="1"/>
              <a:t>Viết</a:t>
            </a:r>
            <a:r>
              <a:rPr lang="en-US" baseline="0" dirty="0"/>
              <a:t> </a:t>
            </a:r>
            <a:r>
              <a:rPr lang="en-US" baseline="0" dirty="0" err="1"/>
              <a:t>ngắn</a:t>
            </a:r>
            <a:r>
              <a:rPr lang="en-US" baseline="0" dirty="0"/>
              <a:t> </a:t>
            </a:r>
            <a:r>
              <a:rPr lang="en-US" baseline="0" dirty="0" err="1"/>
              <a:t>gọn</a:t>
            </a:r>
            <a:r>
              <a:rPr lang="en-US" baseline="0" dirty="0"/>
              <a:t>, </a:t>
            </a:r>
            <a:r>
              <a:rPr lang="en-US" baseline="0" dirty="0" err="1"/>
              <a:t>súc</a:t>
            </a:r>
            <a:r>
              <a:rPr lang="en-US" baseline="0" dirty="0"/>
              <a:t> </a:t>
            </a:r>
            <a:r>
              <a:rPr lang="en-US" baseline="0" dirty="0" err="1"/>
              <a:t>tích</a:t>
            </a: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8</a:t>
            </a:fld>
            <a:endParaRPr lang="en-US"/>
          </a:p>
        </p:txBody>
      </p:sp>
    </p:spTree>
    <p:extLst>
      <p:ext uri="{BB962C8B-B14F-4D97-AF65-F5344CB8AC3E}">
        <p14:creationId xmlns:p14="http://schemas.microsoft.com/office/powerpoint/2010/main" val="39586402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dirty="0"/>
              <a:t>- Likelihood (n): </a:t>
            </a:r>
            <a:r>
              <a:rPr lang="en-US" dirty="0" err="1"/>
              <a:t>Khả</a:t>
            </a:r>
            <a:r>
              <a:rPr lang="en-US" baseline="0" dirty="0"/>
              <a:t> </a:t>
            </a:r>
            <a:r>
              <a:rPr lang="en-US" baseline="0" dirty="0" err="1"/>
              <a:t>năng</a:t>
            </a:r>
            <a:r>
              <a:rPr lang="en-US" baseline="0" dirty="0"/>
              <a:t> </a:t>
            </a:r>
            <a:r>
              <a:rPr lang="en-US" baseline="0" dirty="0" err="1"/>
              <a:t>có</a:t>
            </a:r>
            <a:r>
              <a:rPr lang="en-US" baseline="0" dirty="0"/>
              <a:t> </a:t>
            </a:r>
            <a:r>
              <a:rPr lang="en-US" baseline="0" dirty="0" err="1"/>
              <a:t>thể</a:t>
            </a:r>
            <a:r>
              <a:rPr lang="en-US" baseline="0" dirty="0"/>
              <a:t> </a:t>
            </a:r>
            <a:r>
              <a:rPr lang="en-US" baseline="0" dirty="0" err="1"/>
              <a:t>xảy</a:t>
            </a:r>
            <a:r>
              <a:rPr lang="en-US" baseline="0" dirty="0"/>
              <a:t> </a:t>
            </a:r>
            <a:r>
              <a:rPr lang="en-US" baseline="0" dirty="0" err="1"/>
              <a:t>ra</a:t>
            </a: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9</a:t>
            </a:fld>
            <a:endParaRPr lang="en-US"/>
          </a:p>
        </p:txBody>
      </p:sp>
    </p:spTree>
    <p:extLst>
      <p:ext uri="{BB962C8B-B14F-4D97-AF65-F5344CB8AC3E}">
        <p14:creationId xmlns:p14="http://schemas.microsoft.com/office/powerpoint/2010/main" val="28589115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dirty="0"/>
              <a:t>- Likelihood (n): </a:t>
            </a:r>
            <a:r>
              <a:rPr lang="en-US" dirty="0" err="1"/>
              <a:t>Khả</a:t>
            </a:r>
            <a:r>
              <a:rPr lang="en-US" baseline="0" dirty="0"/>
              <a:t> </a:t>
            </a:r>
            <a:r>
              <a:rPr lang="en-US" baseline="0" dirty="0" err="1"/>
              <a:t>năng</a:t>
            </a:r>
            <a:r>
              <a:rPr lang="en-US" baseline="0" dirty="0"/>
              <a:t> </a:t>
            </a:r>
            <a:r>
              <a:rPr lang="en-US" baseline="0" dirty="0" err="1"/>
              <a:t>có</a:t>
            </a:r>
            <a:r>
              <a:rPr lang="en-US" baseline="0" dirty="0"/>
              <a:t> </a:t>
            </a:r>
            <a:r>
              <a:rPr lang="en-US" baseline="0" dirty="0" err="1"/>
              <a:t>thể</a:t>
            </a:r>
            <a:r>
              <a:rPr lang="en-US" baseline="0" dirty="0"/>
              <a:t> </a:t>
            </a:r>
            <a:r>
              <a:rPr lang="en-US" baseline="0" dirty="0" err="1"/>
              <a:t>xảy</a:t>
            </a:r>
            <a:r>
              <a:rPr lang="en-US" baseline="0" dirty="0"/>
              <a:t> </a:t>
            </a:r>
            <a:r>
              <a:rPr lang="en-US" baseline="0" dirty="0" err="1"/>
              <a:t>ra</a:t>
            </a: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10</a:t>
            </a:fld>
            <a:endParaRPr lang="en-US"/>
          </a:p>
        </p:txBody>
      </p:sp>
    </p:spTree>
    <p:extLst>
      <p:ext uri="{BB962C8B-B14F-4D97-AF65-F5344CB8AC3E}">
        <p14:creationId xmlns:p14="http://schemas.microsoft.com/office/powerpoint/2010/main" val="2430962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Personas (n): Tính</a:t>
            </a:r>
            <a:r>
              <a:rPr lang="en-US" baseline="0" dirty="0"/>
              <a:t> </a:t>
            </a:r>
            <a:r>
              <a:rPr lang="en-US" baseline="0" dirty="0" err="1"/>
              <a:t>cách</a:t>
            </a:r>
            <a:r>
              <a:rPr lang="en-US" baseline="0" dirty="0"/>
              <a:t> /  </a:t>
            </a:r>
            <a:r>
              <a:rPr lang="en-US" baseline="0" dirty="0" err="1"/>
              <a:t>Vai</a:t>
            </a:r>
            <a:r>
              <a:rPr lang="en-US" baseline="0" dirty="0"/>
              <a:t> </a:t>
            </a:r>
            <a:r>
              <a:rPr lang="en-US" baseline="0" dirty="0" err="1"/>
              <a:t>trò</a:t>
            </a:r>
            <a:r>
              <a:rPr lang="en-US" baseline="0" dirty="0"/>
              <a:t> / </a:t>
            </a:r>
            <a:r>
              <a:rPr lang="en-US" baseline="0" dirty="0" err="1"/>
              <a:t>Nhân</a:t>
            </a:r>
            <a:r>
              <a:rPr lang="en-US" baseline="0" dirty="0"/>
              <a:t> </a:t>
            </a:r>
            <a:r>
              <a:rPr lang="en-US" baseline="0" dirty="0" err="1"/>
              <a:t>vật</a:t>
            </a:r>
            <a:r>
              <a:rPr lang="en-US" baseline="0" dirty="0"/>
              <a:t> (</a:t>
            </a:r>
            <a:r>
              <a:rPr lang="en-US" baseline="0" dirty="0" err="1"/>
              <a:t>trong</a:t>
            </a:r>
            <a:r>
              <a:rPr lang="en-US" baseline="0" dirty="0"/>
              <a:t> </a:t>
            </a:r>
            <a:r>
              <a:rPr lang="en-US" baseline="0" dirty="0" err="1"/>
              <a:t>truyện</a:t>
            </a:r>
            <a:r>
              <a:rPr lang="en-US" baseline="0" dirty="0"/>
              <a:t>)</a:t>
            </a:r>
          </a:p>
          <a:p>
            <a:pPr marL="171450" indent="-171450">
              <a:buFontTx/>
              <a:buChar char="-"/>
            </a:pPr>
            <a:r>
              <a:rPr lang="en-US" dirty="0"/>
              <a:t>Hypothetical (</a:t>
            </a:r>
            <a:r>
              <a:rPr lang="en-US" dirty="0" err="1"/>
              <a:t>adj</a:t>
            </a:r>
            <a:r>
              <a:rPr lang="en-US" dirty="0"/>
              <a:t>): </a:t>
            </a:r>
            <a:r>
              <a:rPr lang="en-US" dirty="0" err="1"/>
              <a:t>có</a:t>
            </a:r>
            <a:r>
              <a:rPr lang="en-US" baseline="0" dirty="0"/>
              <a:t> </a:t>
            </a:r>
            <a:r>
              <a:rPr lang="en-US" baseline="0" dirty="0" err="1"/>
              <a:t>tính</a:t>
            </a:r>
            <a:r>
              <a:rPr lang="en-US" baseline="0" dirty="0"/>
              <a:t> </a:t>
            </a:r>
            <a:r>
              <a:rPr lang="en-US" baseline="0" dirty="0" err="1"/>
              <a:t>giả</a:t>
            </a:r>
            <a:r>
              <a:rPr lang="en-US" baseline="0" dirty="0"/>
              <a:t> </a:t>
            </a:r>
            <a:r>
              <a:rPr lang="en-US" baseline="0" dirty="0" err="1"/>
              <a:t>thuyết</a:t>
            </a:r>
            <a:endParaRPr lang="en-US" baseline="0" dirty="0"/>
          </a:p>
          <a:p>
            <a:pPr marL="171450" indent="-171450">
              <a:buFontTx/>
              <a:buChar char="-"/>
            </a:pPr>
            <a:r>
              <a:rPr lang="en-US" baseline="0" dirty="0"/>
              <a:t>Stand-in (n): </a:t>
            </a:r>
            <a:r>
              <a:rPr lang="en-US" baseline="0" dirty="0" err="1"/>
              <a:t>người</a:t>
            </a:r>
            <a:r>
              <a:rPr lang="en-US" baseline="0" dirty="0"/>
              <a:t> </a:t>
            </a:r>
            <a:r>
              <a:rPr lang="en-US" baseline="0" dirty="0" err="1"/>
              <a:t>đóng</a:t>
            </a:r>
            <a:r>
              <a:rPr lang="en-US" baseline="0" dirty="0"/>
              <a:t> </a:t>
            </a:r>
            <a:r>
              <a:rPr lang="en-US" baseline="0" dirty="0" err="1"/>
              <a:t>thế</a:t>
            </a:r>
            <a:r>
              <a:rPr lang="en-US" baseline="0" dirty="0"/>
              <a:t> </a:t>
            </a:r>
            <a:r>
              <a:rPr lang="en-US" baseline="0" dirty="0" err="1"/>
              <a:t>vai</a:t>
            </a:r>
            <a:endParaRPr lang="en-US" baseline="0" dirty="0"/>
          </a:p>
          <a:p>
            <a:pPr marL="171450" indent="-171450">
              <a:buFontTx/>
              <a:buChar char="-"/>
            </a:pPr>
            <a:r>
              <a:rPr lang="en-US" baseline="0" dirty="0"/>
              <a:t>Annoyance (n): </a:t>
            </a:r>
            <a:r>
              <a:rPr lang="en-US" baseline="0" dirty="0" err="1"/>
              <a:t>sự</a:t>
            </a:r>
            <a:r>
              <a:rPr lang="en-US" baseline="0" dirty="0"/>
              <a:t> </a:t>
            </a:r>
            <a:r>
              <a:rPr lang="en-US" baseline="0" dirty="0" err="1"/>
              <a:t>bực</a:t>
            </a:r>
            <a:r>
              <a:rPr lang="en-US" baseline="0" dirty="0"/>
              <a:t> </a:t>
            </a:r>
            <a:r>
              <a:rPr lang="en-US" baseline="0" dirty="0" err="1"/>
              <a:t>tức</a:t>
            </a:r>
            <a:r>
              <a:rPr lang="en-US" baseline="0" dirty="0"/>
              <a:t>, </a:t>
            </a:r>
            <a:r>
              <a:rPr lang="en-US" baseline="0" dirty="0" err="1"/>
              <a:t>bực</a:t>
            </a:r>
            <a:r>
              <a:rPr lang="en-US" baseline="0" dirty="0"/>
              <a:t> </a:t>
            </a:r>
            <a:r>
              <a:rPr lang="en-US" baseline="0" dirty="0" err="1"/>
              <a:t>bội</a:t>
            </a:r>
            <a:endParaRPr lang="en-US" baseline="0" dirty="0"/>
          </a:p>
          <a:p>
            <a:pPr marL="171450" indent="-171450">
              <a:buFontTx/>
              <a:buChar char="-"/>
            </a:pPr>
            <a:r>
              <a:rPr lang="en-US" dirty="0"/>
              <a:t>chemical exposure.: </a:t>
            </a:r>
            <a:r>
              <a:rPr lang="en-US" dirty="0" err="1"/>
              <a:t>phơi</a:t>
            </a:r>
            <a:r>
              <a:rPr lang="en-US" baseline="0" dirty="0"/>
              <a:t> </a:t>
            </a:r>
            <a:r>
              <a:rPr lang="en-US" baseline="0" dirty="0" err="1"/>
              <a:t>nhiễm</a:t>
            </a:r>
            <a:r>
              <a:rPr lang="en-US" baseline="0" dirty="0"/>
              <a:t> </a:t>
            </a:r>
            <a:r>
              <a:rPr lang="en-US" baseline="0" dirty="0" err="1"/>
              <a:t>hóa</a:t>
            </a:r>
            <a:r>
              <a:rPr lang="en-US" baseline="0" dirty="0"/>
              <a:t> </a:t>
            </a:r>
            <a:r>
              <a:rPr lang="en-US" baseline="0" dirty="0" err="1"/>
              <a:t>chất</a:t>
            </a:r>
            <a:endParaRPr lang="en-US" baseline="0" dirty="0"/>
          </a:p>
          <a:p>
            <a:pPr marL="171450" indent="-171450">
              <a:buFontTx/>
              <a:buChar char="-"/>
            </a:pPr>
            <a:r>
              <a:rPr lang="en-US" sz="1200" b="0" i="0" u="none" strike="noStrike" kern="1200" baseline="0" dirty="0">
                <a:solidFill>
                  <a:schemeClr val="tx1"/>
                </a:solidFill>
                <a:latin typeface="+mn-lt"/>
                <a:ea typeface="+mn-ea"/>
                <a:cs typeface="+mn-cs"/>
              </a:rPr>
              <a:t>A persona is a description of a hypothetical, generic person who serves as a stand-in for a group of users having similar characteristics and needs. : </a:t>
            </a:r>
            <a:r>
              <a:rPr lang="vi-VN" sz="1200" b="0" i="0" u="none" strike="noStrike" kern="1200" baseline="0" dirty="0">
                <a:solidFill>
                  <a:schemeClr val="tx1"/>
                </a:solidFill>
                <a:latin typeface="+mn-lt"/>
                <a:ea typeface="+mn-ea"/>
                <a:cs typeface="+mn-cs"/>
              </a:rPr>
              <a:t>Một </a:t>
            </a:r>
            <a:r>
              <a:rPr lang="en-US" sz="1200" b="0" i="0" u="none" strike="noStrike" kern="1200" baseline="0" dirty="0" err="1">
                <a:solidFill>
                  <a:schemeClr val="tx1"/>
                </a:solidFill>
                <a:latin typeface="+mn-lt"/>
                <a:ea typeface="+mn-ea"/>
                <a:cs typeface="+mn-cs"/>
              </a:rPr>
              <a:t>nhân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vật</a:t>
            </a:r>
            <a:r>
              <a:rPr lang="vi-VN" sz="1200" b="0" i="0" u="none" strike="noStrike" kern="1200" baseline="0" dirty="0">
                <a:solidFill>
                  <a:schemeClr val="tx1"/>
                </a:solidFill>
                <a:latin typeface="+mn-lt"/>
                <a:ea typeface="+mn-ea"/>
                <a:cs typeface="+mn-cs"/>
              </a:rPr>
              <a:t> là một mô tả của một người giả định, chung chung, phục vụ như là một thay thế cho một nhóm người dùng có đặc điểm và nhu cầu tương tự.</a:t>
            </a:r>
            <a:endParaRPr lang="en-US" dirty="0"/>
          </a:p>
        </p:txBody>
      </p:sp>
      <p:sp>
        <p:nvSpPr>
          <p:cNvPr id="4" name="Slide Number Placeholder 3"/>
          <p:cNvSpPr>
            <a:spLocks noGrp="1"/>
          </p:cNvSpPr>
          <p:nvPr>
            <p:ph type="sldNum" sz="quarter" idx="10"/>
          </p:nvPr>
        </p:nvSpPr>
        <p:spPr/>
        <p:txBody>
          <a:bodyPr/>
          <a:lstStyle/>
          <a:p>
            <a:fld id="{0D880D1C-340E-4E30-ADB9-C56B4171E983}" type="slidenum">
              <a:rPr lang="en-US" smtClean="0"/>
              <a:t>11</a:t>
            </a:fld>
            <a:endParaRPr lang="en-US"/>
          </a:p>
        </p:txBody>
      </p:sp>
    </p:spTree>
    <p:extLst>
      <p:ext uri="{BB962C8B-B14F-4D97-AF65-F5344CB8AC3E}">
        <p14:creationId xmlns:p14="http://schemas.microsoft.com/office/powerpoint/2010/main" val="23537146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Tx/>
              <a:buChar char="-"/>
            </a:pPr>
            <a:r>
              <a:rPr lang="en-US" dirty="0"/>
              <a:t>Each of our projects included a few key members of  our user community to provide the requirements. We called these people product champions:</a:t>
            </a:r>
            <a:r>
              <a:rPr lang="en-US" baseline="0" dirty="0"/>
              <a:t> </a:t>
            </a:r>
            <a:r>
              <a:rPr lang="vi-VN" baseline="0" dirty="0"/>
              <a:t>Mỗi dự án của chúng tôi bao gồm một vài thành viên chính của cộng đồng người dùng của chúng tôi để cung cấp các yêu cầu. Chúng tôi gọi những người này vô địch sản phẩm.</a:t>
            </a:r>
            <a:endParaRPr lang="en-US" baseline="0" dirty="0"/>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14</a:t>
            </a:fld>
            <a:endParaRPr lang="en-US"/>
          </a:p>
        </p:txBody>
      </p:sp>
    </p:spTree>
    <p:extLst>
      <p:ext uri="{BB962C8B-B14F-4D97-AF65-F5344CB8AC3E}">
        <p14:creationId xmlns:p14="http://schemas.microsoft.com/office/powerpoint/2010/main" val="34249513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15</a:t>
            </a:fld>
            <a:endParaRPr lang="en-US"/>
          </a:p>
        </p:txBody>
      </p:sp>
    </p:spTree>
    <p:extLst>
      <p:ext uri="{BB962C8B-B14F-4D97-AF65-F5344CB8AC3E}">
        <p14:creationId xmlns:p14="http://schemas.microsoft.com/office/powerpoint/2010/main" val="37417799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18</a:t>
            </a:fld>
            <a:endParaRPr lang="en-US"/>
          </a:p>
        </p:txBody>
      </p:sp>
    </p:spTree>
    <p:extLst>
      <p:ext uri="{BB962C8B-B14F-4D97-AF65-F5344CB8AC3E}">
        <p14:creationId xmlns:p14="http://schemas.microsoft.com/office/powerpoint/2010/main" val="36343049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19</a:t>
            </a:fld>
            <a:endParaRPr lang="en-US"/>
          </a:p>
        </p:txBody>
      </p:sp>
    </p:spTree>
    <p:extLst>
      <p:ext uri="{BB962C8B-B14F-4D97-AF65-F5344CB8AC3E}">
        <p14:creationId xmlns:p14="http://schemas.microsoft.com/office/powerpoint/2010/main" val="17350184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marR="0" lvl="2" indent="-171450" algn="l" defTabSz="914400" rtl="0" eaLnBrk="1" fontAlgn="auto" latinLnBrk="0" hangingPunct="1">
              <a:lnSpc>
                <a:spcPct val="100000"/>
              </a:lnSpc>
              <a:spcBef>
                <a:spcPts val="0"/>
              </a:spcBef>
              <a:spcAft>
                <a:spcPts val="0"/>
              </a:spcAft>
              <a:buClrTx/>
              <a:buSzTx/>
              <a:buFontTx/>
              <a:buChar char="-"/>
              <a:tabLst/>
              <a:defRPr/>
            </a:pPr>
            <a:r>
              <a:rPr lang="en-US" dirty="0"/>
              <a:t>A product champion who forgets that he is representing other customers and presents only his own requirements won’t do a good job.:</a:t>
            </a:r>
            <a:r>
              <a:rPr lang="en-US" baseline="0" dirty="0"/>
              <a:t> </a:t>
            </a:r>
            <a:r>
              <a:rPr lang="en-US" baseline="0" dirty="0" err="1"/>
              <a:t>Người</a:t>
            </a:r>
            <a:r>
              <a:rPr lang="en-US" baseline="0" dirty="0"/>
              <a:t> </a:t>
            </a:r>
            <a:r>
              <a:rPr lang="en-US" baseline="0" dirty="0" err="1"/>
              <a:t>dùng</a:t>
            </a:r>
            <a:r>
              <a:rPr lang="en-US" baseline="0" dirty="0"/>
              <a:t> </a:t>
            </a:r>
            <a:r>
              <a:rPr lang="en-US" baseline="0" dirty="0" err="1"/>
              <a:t>tiêu</a:t>
            </a:r>
            <a:r>
              <a:rPr lang="en-US" baseline="0" dirty="0"/>
              <a:t> </a:t>
            </a:r>
            <a:r>
              <a:rPr lang="en-US" baseline="0" dirty="0" err="1"/>
              <a:t>biểu</a:t>
            </a:r>
            <a:r>
              <a:rPr lang="en-US" baseline="0" dirty="0"/>
              <a:t> </a:t>
            </a:r>
            <a:r>
              <a:rPr lang="vi-VN" baseline="0" dirty="0"/>
              <a:t>quên rằng anh ta đang đại diện cho các khách hàng khác và chỉ đưa ra những yêu cầu của riêng anh ta </a:t>
            </a:r>
            <a:r>
              <a:rPr lang="en-US" baseline="0" dirty="0" err="1"/>
              <a:t>thì</a:t>
            </a:r>
            <a:r>
              <a:rPr lang="en-US" baseline="0" dirty="0"/>
              <a:t> </a:t>
            </a:r>
            <a:r>
              <a:rPr lang="en-US" baseline="0" dirty="0" err="1"/>
              <a:t>sẽ</a:t>
            </a:r>
            <a:r>
              <a:rPr lang="en-US" baseline="0" dirty="0"/>
              <a:t> </a:t>
            </a:r>
            <a:r>
              <a:rPr lang="en-US" baseline="0" dirty="0" err="1"/>
              <a:t>ko</a:t>
            </a:r>
            <a:r>
              <a:rPr lang="en-US" baseline="0" dirty="0"/>
              <a:t> </a:t>
            </a:r>
            <a:r>
              <a:rPr lang="en-US" baseline="0" dirty="0" err="1"/>
              <a:t>thực</a:t>
            </a:r>
            <a:r>
              <a:rPr lang="en-US" baseline="0" dirty="0"/>
              <a:t> </a:t>
            </a:r>
            <a:r>
              <a:rPr lang="en-US" baseline="0" dirty="0" err="1"/>
              <a:t>hiện</a:t>
            </a:r>
            <a:r>
              <a:rPr lang="en-US" baseline="0" dirty="0"/>
              <a:t> </a:t>
            </a:r>
            <a:r>
              <a:rPr lang="vi-VN" baseline="0" dirty="0"/>
              <a:t>công việc tốt.</a:t>
            </a:r>
            <a:endParaRPr lang="en-US" baseline="0" dirty="0"/>
          </a:p>
          <a:p>
            <a:pPr marL="171450" marR="0" lvl="2" indent="-171450" algn="l" defTabSz="914400" rtl="0" eaLnBrk="1" fontAlgn="auto" latinLnBrk="0" hangingPunct="1">
              <a:lnSpc>
                <a:spcPct val="100000"/>
              </a:lnSpc>
              <a:spcBef>
                <a:spcPts val="0"/>
              </a:spcBef>
              <a:spcAft>
                <a:spcPts val="0"/>
              </a:spcAft>
              <a:buClrTx/>
              <a:buSzTx/>
              <a:buFontTx/>
              <a:buChar char="-"/>
              <a:tabLst/>
              <a:defRPr/>
            </a:pPr>
            <a:r>
              <a:rPr lang="en-US" baseline="0" dirty="0"/>
              <a:t>Nominate (v): </a:t>
            </a:r>
            <a:r>
              <a:rPr lang="en-US" baseline="0" dirty="0" err="1"/>
              <a:t>bổ</a:t>
            </a:r>
            <a:r>
              <a:rPr lang="en-US" baseline="0" dirty="0"/>
              <a:t> </a:t>
            </a:r>
            <a:r>
              <a:rPr lang="en-US" baseline="0" dirty="0" err="1"/>
              <a:t>nhiệm</a:t>
            </a:r>
            <a:r>
              <a:rPr lang="en-US" baseline="0" dirty="0"/>
              <a:t>, tiến </a:t>
            </a:r>
            <a:r>
              <a:rPr lang="en-US" baseline="0" dirty="0" err="1"/>
              <a:t>cử</a:t>
            </a: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20</a:t>
            </a:fld>
            <a:endParaRPr lang="en-US"/>
          </a:p>
        </p:txBody>
      </p:sp>
    </p:spTree>
    <p:extLst>
      <p:ext uri="{BB962C8B-B14F-4D97-AF65-F5344CB8AC3E}">
        <p14:creationId xmlns:p14="http://schemas.microsoft.com/office/powerpoint/2010/main" val="28562884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He essentially straddles the product champion and BA functions, representing the customer, defining product features, prioritizing them: </a:t>
            </a:r>
            <a:r>
              <a:rPr lang="vi-VN" dirty="0"/>
              <a:t>Về cơ bản, ông đứng trên chức năng </a:t>
            </a:r>
            <a:r>
              <a:rPr lang="en-US" dirty="0" err="1"/>
              <a:t>người</a:t>
            </a:r>
            <a:r>
              <a:rPr lang="en-US" baseline="0" dirty="0"/>
              <a:t> </a:t>
            </a:r>
            <a:r>
              <a:rPr lang="en-US" baseline="0" dirty="0" err="1"/>
              <a:t>dùng</a:t>
            </a:r>
            <a:r>
              <a:rPr lang="en-US" baseline="0" dirty="0"/>
              <a:t> </a:t>
            </a:r>
            <a:r>
              <a:rPr lang="en-US" baseline="0" dirty="0" err="1"/>
              <a:t>tiêu</a:t>
            </a:r>
            <a:r>
              <a:rPr lang="en-US" baseline="0" dirty="0"/>
              <a:t> </a:t>
            </a:r>
            <a:r>
              <a:rPr lang="en-US" baseline="0" dirty="0" err="1"/>
              <a:t>biểu</a:t>
            </a:r>
            <a:r>
              <a:rPr lang="en-US" baseline="0" dirty="0"/>
              <a:t> </a:t>
            </a:r>
            <a:r>
              <a:rPr lang="vi-VN" dirty="0"/>
              <a:t>và chức năng BA, đại diện cho khách hàng, xác định các tính năng của sản phẩm, ưu tiên chúng</a:t>
            </a:r>
            <a:endParaRPr lang="en-US" dirty="0"/>
          </a:p>
        </p:txBody>
      </p:sp>
      <p:sp>
        <p:nvSpPr>
          <p:cNvPr id="4" name="Slide Number Placeholder 3"/>
          <p:cNvSpPr>
            <a:spLocks noGrp="1"/>
          </p:cNvSpPr>
          <p:nvPr>
            <p:ph type="sldNum" sz="quarter" idx="10"/>
          </p:nvPr>
        </p:nvSpPr>
        <p:spPr/>
        <p:txBody>
          <a:bodyPr/>
          <a:lstStyle/>
          <a:p>
            <a:fld id="{0D880D1C-340E-4E30-ADB9-C56B4171E983}" type="slidenum">
              <a:rPr lang="en-US" smtClean="0"/>
              <a:t>21</a:t>
            </a:fld>
            <a:endParaRPr lang="en-US"/>
          </a:p>
        </p:txBody>
      </p:sp>
    </p:spTree>
    <p:extLst>
      <p:ext uri="{BB962C8B-B14F-4D97-AF65-F5344CB8AC3E}">
        <p14:creationId xmlns:p14="http://schemas.microsoft.com/office/powerpoint/2010/main" val="6851524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The project’s leaders need to determine who will decide what to do when such situation arise, who will make the call if agreement is not reached, and to whom significant issues must be escalated when necessary: </a:t>
            </a:r>
            <a:r>
              <a:rPr lang="vi-VN" dirty="0"/>
              <a:t>Các nhà lãnh đạo dự án cần xác định ai sẽ quyết định làm gì khi tình huống đó xảy ra, ai sẽ thực hiện cuộc gọi nếu không đạt được thỏa thuận và ai sẽ phải leo thang vấn đề quan trọng khi cần thiết.</a:t>
            </a:r>
            <a:endParaRPr lang="en-US" dirty="0"/>
          </a:p>
          <a:p>
            <a:pPr marL="171450" indent="-171450">
              <a:buFontTx/>
              <a:buChar char="-"/>
            </a:pPr>
            <a:r>
              <a:rPr lang="en-US" dirty="0"/>
              <a:t>Get preference:</a:t>
            </a:r>
            <a:r>
              <a:rPr lang="en-US" baseline="0" dirty="0"/>
              <a:t> </a:t>
            </a:r>
            <a:r>
              <a:rPr lang="en-US" baseline="0" dirty="0" err="1"/>
              <a:t>được</a:t>
            </a:r>
            <a:r>
              <a:rPr lang="en-US" baseline="0" dirty="0"/>
              <a:t> </a:t>
            </a:r>
            <a:r>
              <a:rPr lang="en-US" baseline="0" dirty="0" err="1"/>
              <a:t>ưu</a:t>
            </a:r>
            <a:r>
              <a:rPr lang="en-US" baseline="0" dirty="0"/>
              <a:t> </a:t>
            </a:r>
            <a:r>
              <a:rPr lang="en-US" baseline="0" dirty="0" err="1"/>
              <a:t>tiên</a:t>
            </a:r>
            <a:endParaRPr lang="en-US" baseline="0" dirty="0"/>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0D880D1C-340E-4E30-ADB9-C56B4171E983}" type="slidenum">
              <a:rPr lang="en-US" smtClean="0"/>
              <a:t>22</a:t>
            </a:fld>
            <a:endParaRPr lang="en-US"/>
          </a:p>
        </p:txBody>
      </p:sp>
    </p:spTree>
    <p:extLst>
      <p:ext uri="{BB962C8B-B14F-4D97-AF65-F5344CB8AC3E}">
        <p14:creationId xmlns:p14="http://schemas.microsoft.com/office/powerpoint/2010/main" val="12963962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Tx/>
              <a:buChar char="-"/>
            </a:pPr>
            <a:r>
              <a:rPr lang="en-US" dirty="0"/>
              <a:t>Backlog (n): </a:t>
            </a:r>
            <a:r>
              <a:rPr lang="en-US" dirty="0" err="1"/>
              <a:t>phần</a:t>
            </a:r>
            <a:r>
              <a:rPr lang="en-US" baseline="0" dirty="0"/>
              <a:t> </a:t>
            </a:r>
            <a:r>
              <a:rPr lang="en-US" baseline="0" dirty="0" err="1"/>
              <a:t>công</a:t>
            </a:r>
            <a:r>
              <a:rPr lang="en-US" baseline="0" dirty="0"/>
              <a:t> </a:t>
            </a:r>
            <a:r>
              <a:rPr lang="en-US" baseline="0" dirty="0" err="1"/>
              <a:t>việc</a:t>
            </a:r>
            <a:r>
              <a:rPr lang="en-US" baseline="0" dirty="0"/>
              <a:t> </a:t>
            </a:r>
            <a:r>
              <a:rPr lang="en-US" baseline="0" dirty="0" err="1"/>
              <a:t>còn</a:t>
            </a:r>
            <a:r>
              <a:rPr lang="en-US" baseline="0" dirty="0"/>
              <a:t> </a:t>
            </a:r>
            <a:r>
              <a:rPr lang="en-US" baseline="0" dirty="0" err="1"/>
              <a:t>tồn</a:t>
            </a:r>
            <a:r>
              <a:rPr lang="en-US" baseline="0" dirty="0"/>
              <a:t> </a:t>
            </a:r>
            <a:r>
              <a:rPr lang="en-US" baseline="0" dirty="0" err="1"/>
              <a:t>đọng</a:t>
            </a:r>
            <a:r>
              <a:rPr lang="en-US" baseline="0" dirty="0"/>
              <a:t> </a:t>
            </a:r>
            <a:r>
              <a:rPr lang="en-US" baseline="0" dirty="0" err="1"/>
              <a:t>thưa</a:t>
            </a:r>
            <a:r>
              <a:rPr lang="en-US" baseline="0" dirty="0"/>
              <a:t> </a:t>
            </a:r>
            <a:r>
              <a:rPr lang="en-US" baseline="0" dirty="0" err="1"/>
              <a:t>chực</a:t>
            </a:r>
            <a:r>
              <a:rPr lang="en-US" baseline="0" dirty="0"/>
              <a:t> </a:t>
            </a:r>
            <a:r>
              <a:rPr lang="en-US" baseline="0" dirty="0" err="1"/>
              <a:t>hiện</a:t>
            </a:r>
            <a:r>
              <a:rPr lang="en-US" baseline="0" dirty="0"/>
              <a:t>. </a:t>
            </a:r>
          </a:p>
          <a:p>
            <a:pPr marL="171450" indent="-171450">
              <a:buFontTx/>
              <a:buChar char="-"/>
            </a:pPr>
            <a:r>
              <a:rPr lang="en-US" baseline="0" dirty="0"/>
              <a:t>Product backlog: </a:t>
            </a:r>
            <a:r>
              <a:rPr lang="en-US" baseline="0" dirty="0" err="1"/>
              <a:t>phần</a:t>
            </a:r>
            <a:r>
              <a:rPr lang="en-US" baseline="0" dirty="0"/>
              <a:t> </a:t>
            </a:r>
            <a:r>
              <a:rPr lang="en-US" baseline="0" dirty="0" err="1"/>
              <a:t>còn</a:t>
            </a:r>
            <a:r>
              <a:rPr lang="en-US" baseline="0" dirty="0"/>
              <a:t> </a:t>
            </a:r>
            <a:r>
              <a:rPr lang="en-US" baseline="0" dirty="0" err="1"/>
              <a:t>lại</a:t>
            </a:r>
            <a:r>
              <a:rPr lang="en-US" baseline="0" dirty="0"/>
              <a:t> </a:t>
            </a:r>
            <a:r>
              <a:rPr lang="en-US" baseline="0" dirty="0" err="1"/>
              <a:t>của</a:t>
            </a:r>
            <a:r>
              <a:rPr lang="en-US" baseline="0" dirty="0"/>
              <a:t> </a:t>
            </a:r>
            <a:r>
              <a:rPr lang="en-US" baseline="0" dirty="0" err="1"/>
              <a:t>dự</a:t>
            </a:r>
            <a:r>
              <a:rPr lang="en-US" baseline="0" dirty="0"/>
              <a:t> </a:t>
            </a:r>
            <a:r>
              <a:rPr lang="en-US" baseline="0" dirty="0" err="1"/>
              <a:t>án</a:t>
            </a:r>
            <a:endParaRPr lang="en-US" baseline="0" dirty="0"/>
          </a:p>
          <a:p>
            <a:pPr marL="171450" indent="-171450">
              <a:buFontTx/>
              <a:buChar char="-"/>
            </a:pPr>
            <a:r>
              <a:rPr lang="en-US" baseline="0" dirty="0"/>
              <a:t>Velocity (n): </a:t>
            </a:r>
            <a:r>
              <a:rPr lang="en-US" baseline="0" dirty="0" err="1"/>
              <a:t>Tốc</a:t>
            </a:r>
            <a:r>
              <a:rPr lang="en-US" baseline="0" dirty="0"/>
              <a:t> </a:t>
            </a:r>
            <a:r>
              <a:rPr lang="en-US" baseline="0" dirty="0" err="1"/>
              <a:t>độ</a:t>
            </a:r>
            <a:endParaRPr lang="en-US" baseline="0" dirty="0"/>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23</a:t>
            </a:fld>
            <a:endParaRPr lang="en-US"/>
          </a:p>
        </p:txBody>
      </p:sp>
    </p:spTree>
    <p:extLst>
      <p:ext uri="{BB962C8B-B14F-4D97-AF65-F5344CB8AC3E}">
        <p14:creationId xmlns:p14="http://schemas.microsoft.com/office/powerpoint/2010/main" val="23841333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pay-off (n): chi </a:t>
            </a:r>
            <a:r>
              <a:rPr lang="en-US" dirty="0" err="1"/>
              <a:t>trả</a:t>
            </a:r>
            <a:endParaRPr lang="en-US" dirty="0"/>
          </a:p>
        </p:txBody>
      </p:sp>
      <p:sp>
        <p:nvSpPr>
          <p:cNvPr id="4" name="Slide Number Placeholder 3"/>
          <p:cNvSpPr>
            <a:spLocks noGrp="1"/>
          </p:cNvSpPr>
          <p:nvPr>
            <p:ph type="sldNum" sz="quarter" idx="10"/>
          </p:nvPr>
        </p:nvSpPr>
        <p:spPr/>
        <p:txBody>
          <a:bodyPr/>
          <a:lstStyle/>
          <a:p>
            <a:fld id="{EDD28F83-BFBF-48E5-9812-FA471493D536}" type="slidenum">
              <a:rPr lang="en-US" smtClean="0"/>
              <a:t>24</a:t>
            </a:fld>
            <a:endParaRPr lang="en-US"/>
          </a:p>
        </p:txBody>
      </p:sp>
    </p:spTree>
    <p:extLst>
      <p:ext uri="{BB962C8B-B14F-4D97-AF65-F5344CB8AC3E}">
        <p14:creationId xmlns:p14="http://schemas.microsoft.com/office/powerpoint/2010/main" val="152295023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gif"/><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4.gif"/></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90500"/>
            <a:ext cx="9144000" cy="6477000"/>
          </a:xfrm>
          <a:prstGeom prst="rect">
            <a:avLst/>
          </a:prstGeom>
        </p:spPr>
      </p:pic>
      <p:sp>
        <p:nvSpPr>
          <p:cNvPr id="3" name="Subtitle 2"/>
          <p:cNvSpPr>
            <a:spLocks noGrp="1"/>
          </p:cNvSpPr>
          <p:nvPr>
            <p:ph type="subTitle" idx="1"/>
          </p:nvPr>
        </p:nvSpPr>
        <p:spPr>
          <a:xfrm>
            <a:off x="1371600" y="4343400"/>
            <a:ext cx="6400800" cy="990600"/>
          </a:xfrm>
        </p:spPr>
        <p:txBody>
          <a:bodyPr/>
          <a:lstStyle>
            <a:lvl1pPr marL="0" indent="0" algn="ctr">
              <a:buNone/>
              <a:defRPr>
                <a:solidFill>
                  <a:schemeClr val="accent2">
                    <a:lumMod val="75000"/>
                  </a:schemeClr>
                </a:solidFill>
                <a:latin typeface="Tahoma" pitchFamily="34" charset="0"/>
                <a:cs typeface="Tahoma"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6" name="Title 7"/>
          <p:cNvSpPr>
            <a:spLocks noGrp="1"/>
          </p:cNvSpPr>
          <p:nvPr>
            <p:ph type="ctrTitle"/>
          </p:nvPr>
        </p:nvSpPr>
        <p:spPr>
          <a:xfrm>
            <a:off x="685800" y="3276600"/>
            <a:ext cx="7772400" cy="1048773"/>
          </a:xfrm>
        </p:spPr>
        <p:txBody>
          <a:bodyPr/>
          <a:lstStyle/>
          <a:p>
            <a:endParaRPr lang="en-US"/>
          </a:p>
        </p:txBody>
      </p:sp>
      <p:sp>
        <p:nvSpPr>
          <p:cNvPr id="2" name="TextBox 1"/>
          <p:cNvSpPr txBox="1"/>
          <p:nvPr userDrawn="1"/>
        </p:nvSpPr>
        <p:spPr>
          <a:xfrm>
            <a:off x="4343400" y="196840"/>
            <a:ext cx="4046685" cy="584775"/>
          </a:xfrm>
          <a:prstGeom prst="rect">
            <a:avLst/>
          </a:prstGeom>
          <a:noFill/>
        </p:spPr>
        <p:txBody>
          <a:bodyPr wrap="none" rtlCol="0">
            <a:spAutoFit/>
          </a:bodyPr>
          <a:lstStyle/>
          <a:p>
            <a:r>
              <a:rPr lang="en-US" sz="3200" b="1" dirty="0">
                <a:solidFill>
                  <a:srgbClr val="0000FF"/>
                </a:solidFill>
                <a:latin typeface="+mn-lt"/>
              </a:rPr>
              <a:t>ĐẠI</a:t>
            </a:r>
            <a:r>
              <a:rPr lang="en-US" sz="3200" b="1" baseline="0" dirty="0">
                <a:solidFill>
                  <a:srgbClr val="0000FF"/>
                </a:solidFill>
                <a:latin typeface="+mn-lt"/>
              </a:rPr>
              <a:t> HỌC FPT CẦN THƠ</a:t>
            </a:r>
            <a:endParaRPr lang="en-US" sz="3200" b="1" dirty="0">
              <a:solidFill>
                <a:srgbClr val="0000FF"/>
              </a:solidFill>
              <a:latin typeface="+mn-lt"/>
            </a:endParaRPr>
          </a:p>
        </p:txBody>
      </p:sp>
      <p:pic>
        <p:nvPicPr>
          <p:cNvPr id="1026" name="Picture 2"/>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95492368"/>
      </p:ext>
    </p:extLst>
  </p:cSld>
  <p:clrMapOvr>
    <a:masterClrMapping/>
  </p:clrMapOvr>
  <p:transition>
    <p:split orient="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p:txBody>
          <a:bodyPr/>
          <a:lstStyle>
            <a:lvl1pPr>
              <a:buFontTx/>
              <a:buBlip>
                <a:blip r:embed="rId2"/>
              </a:buBlip>
              <a:defRPr sz="2800">
                <a:solidFill>
                  <a:schemeClr val="tx1"/>
                </a:solidFill>
                <a:latin typeface="+mn-lt"/>
                <a:cs typeface="Tahoma" pitchFamily="34" charset="0"/>
              </a:defRPr>
            </a:lvl1pPr>
            <a:lvl2pPr>
              <a:buFontTx/>
              <a:buBlip>
                <a:blip r:embed="rId3"/>
              </a:buBlip>
              <a:defRPr sz="2400">
                <a:solidFill>
                  <a:schemeClr val="tx1"/>
                </a:solidFill>
                <a:latin typeface="+mn-lt"/>
                <a:cs typeface="Tahoma" pitchFamily="34" charset="0"/>
              </a:defRPr>
            </a:lvl2pPr>
            <a:lvl3pPr>
              <a:buFontTx/>
              <a:buBlip>
                <a:blip r:embed="rId4"/>
              </a:buBlip>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p:cNvSpPr>
            <a:spLocks noGrp="1"/>
          </p:cNvSpPr>
          <p:nvPr>
            <p:ph type="title"/>
          </p:nvPr>
        </p:nvSpPr>
        <p:spPr>
          <a:xfrm>
            <a:off x="2819400" y="27105"/>
            <a:ext cx="6324600" cy="914399"/>
          </a:xfrm>
        </p:spPr>
        <p:txBody>
          <a:bodyPr/>
          <a:lstStyle>
            <a:lvl1pPr algn="r">
              <a:defRPr sz="2800" b="1">
                <a:solidFill>
                  <a:srgbClr val="0070C0"/>
                </a:solidFill>
              </a:defRPr>
            </a:lvl1pPr>
          </a:lstStyle>
          <a:p>
            <a:r>
              <a:rPr lang="en-US" dirty="0"/>
              <a:t>Click to edit Master title style</a:t>
            </a:r>
          </a:p>
        </p:txBody>
      </p:sp>
      <p:sp>
        <p:nvSpPr>
          <p:cNvPr id="6" name="Footer Placeholder 4"/>
          <p:cNvSpPr>
            <a:spLocks noGrp="1"/>
          </p:cNvSpPr>
          <p:nvPr>
            <p:ph type="ftr" sz="quarter" idx="10"/>
          </p:nvPr>
        </p:nvSpPr>
        <p:spPr>
          <a:xfrm>
            <a:off x="457200" y="6340475"/>
            <a:ext cx="6096000" cy="365125"/>
          </a:xfrm>
        </p:spPr>
        <p:txBody>
          <a:bodyPr/>
          <a:lstStyle>
            <a:lvl1pPr algn="l">
              <a:defRPr dirty="0">
                <a:latin typeface="Tahoma" pitchFamily="34" charset="0"/>
                <a:cs typeface="Tahoma" pitchFamily="34" charset="0"/>
              </a:defRPr>
            </a:lvl1pPr>
          </a:lstStyle>
          <a:p>
            <a:pPr>
              <a:defRPr/>
            </a:pPr>
            <a:r>
              <a:rPr lang="en-US"/>
              <a:t>Chapter 6: Finding the voice of the user _ BayHV</a:t>
            </a:r>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38F81FAE-D748-4BFC-A8B0-D2E750E8899F}" type="slidenum">
              <a:rPr lang="en-US"/>
              <a:pPr>
                <a:defRPr/>
              </a:pPr>
              <a:t>‹#›</a:t>
            </a:fld>
            <a:endParaRPr lang="en-US" dirty="0"/>
          </a:p>
        </p:txBody>
      </p:sp>
      <p:sp>
        <p:nvSpPr>
          <p:cNvPr id="2" name="Rectangle 1"/>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37027008"/>
      </p:ext>
    </p:extLst>
  </p:cSld>
  <p:clrMapOvr>
    <a:masterClrMapping/>
  </p:clrMapOvr>
  <p:transition>
    <p:split orient="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3021722" y="19222"/>
            <a:ext cx="6096002" cy="990600"/>
          </a:xfrm>
        </p:spPr>
        <p:txBody>
          <a:bodyPr/>
          <a:lstStyle>
            <a:lvl1pPr algn="r">
              <a:defRPr sz="2800" b="1" i="0">
                <a:solidFill>
                  <a:srgbClr val="0070C0"/>
                </a:solidFill>
              </a:defRPr>
            </a:lvl1pPr>
          </a:lstStyle>
          <a:p>
            <a:r>
              <a:rPr lang="en-US" dirty="0"/>
              <a:t>Click to edit Master title style</a:t>
            </a:r>
          </a:p>
        </p:txBody>
      </p:sp>
      <p:sp>
        <p:nvSpPr>
          <p:cNvPr id="3" name="Content Placeholder 2"/>
          <p:cNvSpPr>
            <a:spLocks noGrp="1"/>
          </p:cNvSpPr>
          <p:nvPr>
            <p:ph idx="1"/>
          </p:nvPr>
        </p:nvSpPr>
        <p:spPr/>
        <p:txBody>
          <a:bodyPr/>
          <a:lstStyle>
            <a:lvl1pPr>
              <a:defRPr sz="2800">
                <a:solidFill>
                  <a:schemeClr val="tx1"/>
                </a:solidFill>
                <a:latin typeface="+mn-lt"/>
                <a:cs typeface="Tahoma" pitchFamily="34" charset="0"/>
              </a:defRPr>
            </a:lvl1pPr>
            <a:lvl2pPr>
              <a:defRPr sz="2400">
                <a:solidFill>
                  <a:schemeClr val="tx1"/>
                </a:solidFill>
                <a:latin typeface="+mn-lt"/>
                <a:cs typeface="Tahoma" pitchFamily="34" charset="0"/>
              </a:defRPr>
            </a:lvl2pPr>
            <a:lvl3pPr>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en-US"/>
              <a:t>Chapter 6: Finding the voice of the user _ BayHV</a:t>
            </a:r>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0269FD7F-F1B9-4EBE-8876-2DA927AD43EA}" type="slidenum">
              <a:rPr lang="en-US"/>
              <a:pPr>
                <a:defRPr/>
              </a:pPr>
              <a:t>‹#›</a:t>
            </a:fld>
            <a:endParaRPr lang="en-US" dirty="0"/>
          </a:p>
        </p:txBody>
      </p:sp>
      <p:sp>
        <p:nvSpPr>
          <p:cNvPr id="10" name="Rectangle 9"/>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3532636"/>
      </p:ext>
    </p:extLst>
  </p:cSld>
  <p:clrMapOvr>
    <a:masterClrMapping/>
  </p:clrMapOvr>
  <p:transition>
    <p:split orient="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2779986" y="13967"/>
            <a:ext cx="6400800" cy="990600"/>
          </a:xfrm>
        </p:spPr>
        <p:txBody>
          <a:bodyPr/>
          <a:lstStyle>
            <a:lvl1pPr algn="r">
              <a:defRPr sz="2800" b="1">
                <a:solidFill>
                  <a:srgbClr val="0070C0"/>
                </a:solidFill>
              </a:defRPr>
            </a:lvl1pPr>
          </a:lstStyle>
          <a:p>
            <a:r>
              <a:rPr lang="en-US" dirty="0"/>
              <a:t>Click to edit Master title style</a:t>
            </a:r>
          </a:p>
        </p:txBody>
      </p:sp>
      <p:sp>
        <p:nvSpPr>
          <p:cNvPr id="3" name="Content Placeholder 2"/>
          <p:cNvSpPr>
            <a:spLocks noGrp="1"/>
          </p:cNvSpPr>
          <p:nvPr>
            <p:ph idx="1"/>
          </p:nvPr>
        </p:nvSpPr>
        <p:spPr/>
        <p:txBody>
          <a:bodyPr/>
          <a:lstStyle>
            <a:lvl1pPr>
              <a:defRPr sz="2800">
                <a:solidFill>
                  <a:schemeClr val="tx1"/>
                </a:solidFill>
                <a:latin typeface="+mn-lt"/>
                <a:cs typeface="Tahoma" pitchFamily="34" charset="0"/>
              </a:defRPr>
            </a:lvl1pPr>
            <a:lvl2pPr>
              <a:defRPr sz="2400">
                <a:solidFill>
                  <a:schemeClr val="tx1"/>
                </a:solidFill>
                <a:latin typeface="+mn-lt"/>
                <a:cs typeface="Tahoma" pitchFamily="34" charset="0"/>
              </a:defRPr>
            </a:lvl2pPr>
            <a:lvl3pPr>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en-US"/>
              <a:t>Chapter 6: Finding the voice of the user _ BayHV</a:t>
            </a:r>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ACBE273D-A5B0-43E9-B55F-D261AD9B2B4A}" type="slidenum">
              <a:rPr lang="en-US"/>
              <a:pPr>
                <a:defRPr/>
              </a:pPr>
              <a:t>‹#›</a:t>
            </a:fld>
            <a:endParaRPr lang="en-US" dirty="0"/>
          </a:p>
        </p:txBody>
      </p:sp>
      <p:sp>
        <p:nvSpPr>
          <p:cNvPr id="10" name="Rectangle 9"/>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68004330"/>
      </p:ext>
    </p:extLst>
  </p:cSld>
  <p:clrMapOvr>
    <a:masterClrMapping/>
  </p:clrMapOvr>
  <p:transition>
    <p:split orient="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8" name="Straight Connector 7"/>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2906108" y="0"/>
            <a:ext cx="6248402" cy="914400"/>
          </a:xfrm>
        </p:spPr>
        <p:txBody>
          <a:bodyPr/>
          <a:lstStyle>
            <a:lvl1pPr algn="r">
              <a:defRPr sz="2800" b="1">
                <a:solidFill>
                  <a:srgbClr val="0070C0"/>
                </a:solidFill>
              </a:defRPr>
            </a:lvl1pPr>
          </a:lstStyle>
          <a:p>
            <a:r>
              <a:rPr lang="en-US" dirty="0"/>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solidFill>
                  <a:schemeClr val="accent2">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solidFill>
                  <a:schemeClr val="tx1"/>
                </a:solidFill>
                <a:latin typeface="+mn-lt"/>
                <a:cs typeface="Tahoma" pitchFamily="34" charset="0"/>
              </a:defRPr>
            </a:lvl1pPr>
            <a:lvl2pPr>
              <a:defRPr sz="2000">
                <a:solidFill>
                  <a:schemeClr val="tx1"/>
                </a:solidFill>
                <a:latin typeface="+mn-lt"/>
                <a:cs typeface="Tahoma" pitchFamily="34" charset="0"/>
              </a:defRPr>
            </a:lvl2pPr>
            <a:lvl3pPr>
              <a:defRPr sz="1800">
                <a:solidFill>
                  <a:schemeClr val="tx1"/>
                </a:solidFill>
                <a:latin typeface="+mn-lt"/>
                <a:cs typeface="Tahoma" pitchFamily="34" charset="0"/>
              </a:defRPr>
            </a:lvl3pPr>
            <a:lvl4pPr>
              <a:defRPr sz="1600">
                <a:solidFill>
                  <a:schemeClr val="tx1"/>
                </a:solidFill>
                <a:latin typeface="+mn-lt"/>
                <a:cs typeface="Tahoma" pitchFamily="34" charset="0"/>
              </a:defRPr>
            </a:lvl4pPr>
            <a:lvl5pPr>
              <a:defRPr sz="1600">
                <a:solidFill>
                  <a:schemeClr val="tx1"/>
                </a:solidFill>
                <a:latin typeface="+mn-lt"/>
                <a:cs typeface="Tahoma"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solidFill>
                  <a:schemeClr val="accent2">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solidFill>
                  <a:schemeClr val="tx1"/>
                </a:solidFill>
                <a:latin typeface="+mn-lt"/>
                <a:cs typeface="Tahoma" pitchFamily="34" charset="0"/>
              </a:defRPr>
            </a:lvl1pPr>
            <a:lvl2pPr>
              <a:defRPr sz="2000">
                <a:solidFill>
                  <a:schemeClr val="tx1"/>
                </a:solidFill>
                <a:latin typeface="+mn-lt"/>
                <a:cs typeface="Tahoma" pitchFamily="34" charset="0"/>
              </a:defRPr>
            </a:lvl2pPr>
            <a:lvl3pPr>
              <a:defRPr sz="1800">
                <a:solidFill>
                  <a:schemeClr val="tx1"/>
                </a:solidFill>
                <a:latin typeface="+mn-lt"/>
                <a:cs typeface="Tahoma" pitchFamily="34" charset="0"/>
              </a:defRPr>
            </a:lvl3pPr>
            <a:lvl4pPr>
              <a:defRPr sz="1600">
                <a:solidFill>
                  <a:schemeClr val="tx1"/>
                </a:solidFill>
                <a:latin typeface="+mn-lt"/>
                <a:cs typeface="Tahoma" pitchFamily="34" charset="0"/>
              </a:defRPr>
            </a:lvl4pPr>
            <a:lvl5pPr>
              <a:defRPr sz="1600">
                <a:solidFill>
                  <a:schemeClr val="tx1"/>
                </a:solidFill>
                <a:latin typeface="+mn-lt"/>
                <a:cs typeface="Tahoma"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en-US"/>
              <a:t>Chapter 6: Finding the voice of the user _ BayHV</a:t>
            </a:r>
          </a:p>
        </p:txBody>
      </p:sp>
      <p:sp>
        <p:nvSpPr>
          <p:cNvPr id="10"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0F31B4AE-D66A-4FED-AD35-BAB7214338B0}" type="slidenum">
              <a:rPr lang="en-US"/>
              <a:pPr>
                <a:defRPr/>
              </a:pPr>
              <a:t>‹#›</a:t>
            </a:fld>
            <a:endParaRPr lang="en-US" dirty="0"/>
          </a:p>
        </p:txBody>
      </p:sp>
      <p:sp>
        <p:nvSpPr>
          <p:cNvPr id="13" name="Rectangle 12"/>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37854999"/>
      </p:ext>
    </p:extLst>
  </p:cSld>
  <p:clrMapOvr>
    <a:masterClrMapping/>
  </p:clrMapOvr>
  <p:transition>
    <p:split orient="vert"/>
  </p:transition>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gif"/><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image" Target="../media/image4.gif"/><Relationship Id="rId4" Type="http://schemas.openxmlformats.org/officeDocument/2006/relationships/slideLayout" Target="../slideLayouts/slideLayout4.xml"/><Relationship Id="rId9" Type="http://schemas.openxmlformats.org/officeDocument/2006/relationships/image" Target="../media/image3.gi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381000"/>
            <a:ext cx="8686800" cy="685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Text Placeholder 2"/>
          <p:cNvSpPr>
            <a:spLocks noGrp="1"/>
          </p:cNvSpPr>
          <p:nvPr>
            <p:ph type="body" idx="1"/>
          </p:nvPr>
        </p:nvSpPr>
        <p:spPr bwMode="auto">
          <a:xfrm>
            <a:off x="228600" y="1143000"/>
            <a:ext cx="8686800" cy="5029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  Click to edit Master text styles</a:t>
            </a:r>
          </a:p>
          <a:p>
            <a:pPr lvl="1"/>
            <a:r>
              <a:rPr lang="en-US" dirty="0"/>
              <a:t>  Second level</a:t>
            </a:r>
          </a:p>
          <a:p>
            <a:pPr lvl="2"/>
            <a:r>
              <a:rPr lang="en-US" dirty="0"/>
              <a:t>  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457200" y="6356350"/>
            <a:ext cx="5562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r>
              <a:rPr lang="en-US"/>
              <a:t>Chapter 6: Finding the voice of the user _ BayHV</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7AF7AF65-4B18-4BB1-B100-2EF3CDE78246}" type="slidenum">
              <a:rPr lang="en-US"/>
              <a:pPr>
                <a:defRPr/>
              </a:pPr>
              <a:t>‹#›</a:t>
            </a:fld>
            <a:endParaRPr lang="en-US" dirty="0"/>
          </a:p>
        </p:txBody>
      </p:sp>
      <p:pic>
        <p:nvPicPr>
          <p:cNvPr id="7" name="Picture 2"/>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 name="Straight Connector 2"/>
          <p:cNvCxnSpPr/>
          <p:nvPr userDrawn="1"/>
        </p:nvCxnSpPr>
        <p:spPr>
          <a:xfrm>
            <a:off x="0" y="1066800"/>
            <a:ext cx="91440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0633482"/>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Lst>
  <p:transition>
    <p:split orient="vert"/>
  </p:transition>
  <p:hf hdr="0" dt="0"/>
  <p:txStyles>
    <p:titleStyle>
      <a:lvl1pPr algn="r" rtl="0" eaLnBrk="0" fontAlgn="base" hangingPunct="0">
        <a:spcBef>
          <a:spcPct val="0"/>
        </a:spcBef>
        <a:spcAft>
          <a:spcPct val="0"/>
        </a:spcAft>
        <a:defRPr sz="3200" b="1" kern="1200">
          <a:solidFill>
            <a:srgbClr val="0000FF"/>
          </a:solidFill>
          <a:latin typeface="+mn-lt"/>
          <a:ea typeface="+mj-ea"/>
          <a:cs typeface="Tahoma" pitchFamily="34" charset="0"/>
        </a:defRPr>
      </a:lvl1pPr>
      <a:lvl2pPr algn="r" rtl="0" eaLnBrk="0" fontAlgn="base" hangingPunct="0">
        <a:spcBef>
          <a:spcPct val="0"/>
        </a:spcBef>
        <a:spcAft>
          <a:spcPct val="0"/>
        </a:spcAft>
        <a:defRPr sz="4400">
          <a:solidFill>
            <a:srgbClr val="00B0F0"/>
          </a:solidFill>
          <a:latin typeface="Calibri" pitchFamily="34" charset="0"/>
        </a:defRPr>
      </a:lvl2pPr>
      <a:lvl3pPr algn="r" rtl="0" eaLnBrk="0" fontAlgn="base" hangingPunct="0">
        <a:spcBef>
          <a:spcPct val="0"/>
        </a:spcBef>
        <a:spcAft>
          <a:spcPct val="0"/>
        </a:spcAft>
        <a:defRPr sz="4400">
          <a:solidFill>
            <a:srgbClr val="00B0F0"/>
          </a:solidFill>
          <a:latin typeface="Calibri" pitchFamily="34" charset="0"/>
        </a:defRPr>
      </a:lvl3pPr>
      <a:lvl4pPr algn="r" rtl="0" eaLnBrk="0" fontAlgn="base" hangingPunct="0">
        <a:spcBef>
          <a:spcPct val="0"/>
        </a:spcBef>
        <a:spcAft>
          <a:spcPct val="0"/>
        </a:spcAft>
        <a:defRPr sz="4400">
          <a:solidFill>
            <a:srgbClr val="00B0F0"/>
          </a:solidFill>
          <a:latin typeface="Calibri" pitchFamily="34" charset="0"/>
        </a:defRPr>
      </a:lvl4pPr>
      <a:lvl5pPr algn="r" rtl="0" eaLnBrk="0" fontAlgn="base" hangingPunct="0">
        <a:spcBef>
          <a:spcPct val="0"/>
        </a:spcBef>
        <a:spcAft>
          <a:spcPct val="0"/>
        </a:spcAft>
        <a:defRPr sz="4400">
          <a:solidFill>
            <a:srgbClr val="00B0F0"/>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just" rtl="0" eaLnBrk="0" fontAlgn="base" hangingPunct="0">
        <a:spcBef>
          <a:spcPct val="20000"/>
        </a:spcBef>
        <a:spcAft>
          <a:spcPct val="0"/>
        </a:spcAft>
        <a:buBlip>
          <a:blip r:embed="rId8"/>
        </a:buBlip>
        <a:defRPr sz="3200" kern="1200">
          <a:solidFill>
            <a:schemeClr val="tx1"/>
          </a:solidFill>
          <a:latin typeface="+mn-lt"/>
          <a:ea typeface="+mn-ea"/>
          <a:cs typeface="Tahoma" pitchFamily="34" charset="0"/>
        </a:defRPr>
      </a:lvl1pPr>
      <a:lvl2pPr marL="742950" indent="-285750" algn="just" rtl="0" eaLnBrk="0" fontAlgn="base" hangingPunct="0">
        <a:spcBef>
          <a:spcPct val="20000"/>
        </a:spcBef>
        <a:spcAft>
          <a:spcPct val="0"/>
        </a:spcAft>
        <a:buBlip>
          <a:blip r:embed="rId9"/>
        </a:buBlip>
        <a:defRPr sz="2800" kern="1200">
          <a:solidFill>
            <a:schemeClr val="tx1">
              <a:lumMod val="95000"/>
              <a:lumOff val="5000"/>
            </a:schemeClr>
          </a:solidFill>
          <a:latin typeface="+mn-lt"/>
          <a:ea typeface="+mn-ea"/>
          <a:cs typeface="Tahoma" pitchFamily="34" charset="0"/>
        </a:defRPr>
      </a:lvl2pPr>
      <a:lvl3pPr marL="1143000" indent="-228600" algn="just" rtl="0" eaLnBrk="0" fontAlgn="base" hangingPunct="0">
        <a:spcBef>
          <a:spcPct val="20000"/>
        </a:spcBef>
        <a:spcAft>
          <a:spcPct val="0"/>
        </a:spcAft>
        <a:buBlip>
          <a:blip r:embed="rId10"/>
        </a:buBlip>
        <a:defRPr sz="2400" kern="1200">
          <a:solidFill>
            <a:schemeClr val="tx1">
              <a:lumMod val="95000"/>
              <a:lumOff val="5000"/>
            </a:schemeClr>
          </a:solidFill>
          <a:latin typeface="+mn-lt"/>
          <a:ea typeface="+mn-ea"/>
          <a:cs typeface="Tahoma" pitchFamily="34" charset="0"/>
        </a:defRPr>
      </a:lvl3pPr>
      <a:lvl4pPr marL="1600200" indent="-228600" algn="just" rtl="0" eaLnBrk="0" fontAlgn="base" hangingPunct="0">
        <a:spcBef>
          <a:spcPct val="20000"/>
        </a:spcBef>
        <a:spcAft>
          <a:spcPct val="0"/>
        </a:spcAft>
        <a:buFont typeface="Arial" charset="0"/>
        <a:buChar char="–"/>
        <a:defRPr sz="2000" kern="1200">
          <a:solidFill>
            <a:schemeClr val="tx1">
              <a:lumMod val="95000"/>
              <a:lumOff val="5000"/>
            </a:schemeClr>
          </a:solidFill>
          <a:latin typeface="+mn-lt"/>
          <a:ea typeface="+mn-ea"/>
          <a:cs typeface="Tahoma" pitchFamily="34" charset="0"/>
        </a:defRPr>
      </a:lvl4pPr>
      <a:lvl5pPr marL="2057400" indent="-228600" algn="just" rtl="0" eaLnBrk="0" fontAlgn="base" hangingPunct="0">
        <a:spcBef>
          <a:spcPct val="20000"/>
        </a:spcBef>
        <a:spcAft>
          <a:spcPct val="0"/>
        </a:spcAft>
        <a:buFont typeface="Arial" charset="0"/>
        <a:buChar char="»"/>
        <a:defRPr sz="2000" kern="1200">
          <a:solidFill>
            <a:schemeClr val="tx1">
              <a:lumMod val="95000"/>
              <a:lumOff val="5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7.emf"/><Relationship Id="rId5" Type="http://schemas.openxmlformats.org/officeDocument/2006/relationships/image" Target="../media/image4.gif"/><Relationship Id="rId4" Type="http://schemas.openxmlformats.org/officeDocument/2006/relationships/image" Target="../media/image3.gif"/></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34121" y="4011561"/>
            <a:ext cx="7438699" cy="1814860"/>
          </a:xfrm>
        </p:spPr>
        <p:txBody>
          <a:bodyPr>
            <a:normAutofit/>
          </a:bodyPr>
          <a:lstStyle/>
          <a:p>
            <a:r>
              <a:rPr lang="en-US" sz="2800" dirty="0"/>
              <a:t>CHAPTER 6</a:t>
            </a:r>
            <a:br>
              <a:rPr lang="en-US" sz="2800" dirty="0"/>
            </a:br>
            <a:br>
              <a:rPr lang="en-US" dirty="0"/>
            </a:br>
            <a:r>
              <a:rPr lang="en-US" dirty="0"/>
              <a:t> Finding the voice of the user</a:t>
            </a:r>
          </a:p>
        </p:txBody>
      </p:sp>
    </p:spTree>
    <p:extLst>
      <p:ext uri="{BB962C8B-B14F-4D97-AF65-F5344CB8AC3E}">
        <p14:creationId xmlns:p14="http://schemas.microsoft.com/office/powerpoint/2010/main" val="278269287"/>
      </p:ext>
    </p:extLst>
  </p:cSld>
  <p:clrMapOvr>
    <a:masterClrMapping/>
  </p:clrMapOvr>
  <p:transition>
    <p:split orient="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1760" y="0"/>
            <a:ext cx="6482080" cy="1052161"/>
          </a:xfrm>
        </p:spPr>
        <p:txBody>
          <a:bodyPr>
            <a:noAutofit/>
          </a:bodyPr>
          <a:lstStyle/>
          <a:p>
            <a:r>
              <a:rPr lang="en-US" sz="3200" dirty="0"/>
              <a:t>Review chapter 5</a:t>
            </a:r>
          </a:p>
        </p:txBody>
      </p:sp>
      <p:sp>
        <p:nvSpPr>
          <p:cNvPr id="4" name="Footer Placeholder 3"/>
          <p:cNvSpPr>
            <a:spLocks noGrp="1"/>
          </p:cNvSpPr>
          <p:nvPr>
            <p:ph type="ftr" sz="quarter" idx="10"/>
          </p:nvPr>
        </p:nvSpPr>
        <p:spPr/>
        <p:txBody>
          <a:bodyPr/>
          <a:lstStyle/>
          <a:p>
            <a:pPr>
              <a:defRPr/>
            </a:pPr>
            <a:r>
              <a:rPr lang="en-US"/>
              <a:t>Chapter 2: Requirements from customer's perspective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a:t>
            </a:fld>
            <a:endParaRPr lang="en-US"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1003766853"/>
              </p:ext>
            </p:extLst>
          </p:nvPr>
        </p:nvGraphicFramePr>
        <p:xfrm>
          <a:off x="228600" y="1142999"/>
          <a:ext cx="8686800" cy="51974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61941299"/>
      </p:ext>
    </p:extLst>
  </p:cSld>
  <p:clrMapOvr>
    <a:masterClrMapping/>
  </p:clrMapOvr>
  <p:transition>
    <p:split orient="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69342" y="-1236"/>
            <a:ext cx="6174658" cy="1052161"/>
          </a:xfrm>
        </p:spPr>
        <p:txBody>
          <a:bodyPr/>
          <a:lstStyle/>
          <a:p>
            <a:r>
              <a:rPr lang="en-US" sz="3200" dirty="0"/>
              <a:t>Objectives</a:t>
            </a:r>
          </a:p>
        </p:txBody>
      </p:sp>
      <p:sp>
        <p:nvSpPr>
          <p:cNvPr id="4" name="Content Placeholder 2"/>
          <p:cNvSpPr txBox="1">
            <a:spLocks/>
          </p:cNvSpPr>
          <p:nvPr/>
        </p:nvSpPr>
        <p:spPr>
          <a:xfrm>
            <a:off x="185057" y="1199534"/>
            <a:ext cx="8665029" cy="5140941"/>
          </a:xfrm>
          <a:prstGeom prst="rect">
            <a:avLst/>
          </a:prstGeom>
        </p:spPr>
        <p:txBody>
          <a:bodyPr vert="horz" lIns="68580" tIns="34290" rIns="68580" bIns="3429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24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22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20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algn="just"/>
            <a:r>
              <a:rPr lang="en-US" sz="2600" dirty="0"/>
              <a:t>Student should understand that the success in software  requirements, and hence in software development, depends on getting the voice of the user close to the ear of the developer. </a:t>
            </a:r>
          </a:p>
          <a:p>
            <a:pPr algn="just"/>
            <a:r>
              <a:rPr lang="en-US" sz="2600" dirty="0"/>
              <a:t> Student should enhance step by step to find the voice of the user.</a:t>
            </a:r>
          </a:p>
          <a:p>
            <a:pPr algn="just"/>
            <a:r>
              <a:rPr lang="en-US" sz="2600" dirty="0"/>
              <a:t>Student could classify users and try to understand what type of information the users from each department might supply based on their role in the organization and their department’s perspective on the projects.</a:t>
            </a:r>
          </a:p>
          <a:p>
            <a:pPr algn="just"/>
            <a:r>
              <a:rPr lang="en-US" sz="2600" dirty="0"/>
              <a:t>Enhance the differences in user representation on agile projects.</a:t>
            </a:r>
          </a:p>
          <a:p>
            <a:pPr algn="just"/>
            <a:endParaRPr lang="en-US" sz="2600" dirty="0"/>
          </a:p>
          <a:p>
            <a:pPr algn="just"/>
            <a:endParaRPr lang="en-US" sz="2600" dirty="0"/>
          </a:p>
        </p:txBody>
      </p:sp>
      <p:sp>
        <p:nvSpPr>
          <p:cNvPr id="3" name="Footer Placeholder 2"/>
          <p:cNvSpPr>
            <a:spLocks noGrp="1"/>
          </p:cNvSpPr>
          <p:nvPr>
            <p:ph type="ftr" sz="quarter" idx="10"/>
          </p:nvPr>
        </p:nvSpPr>
        <p:spPr/>
        <p:txBody>
          <a:bodyPr/>
          <a:lstStyle/>
          <a:p>
            <a:pPr>
              <a:defRPr/>
            </a:pPr>
            <a:r>
              <a:rPr lang="en-US"/>
              <a:t>Chapter 6: Finding the voice of the user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3</a:t>
            </a:fld>
            <a:endParaRPr lang="en-US" dirty="0"/>
          </a:p>
        </p:txBody>
      </p:sp>
    </p:spTree>
    <p:extLst>
      <p:ext uri="{BB962C8B-B14F-4D97-AF65-F5344CB8AC3E}">
        <p14:creationId xmlns:p14="http://schemas.microsoft.com/office/powerpoint/2010/main" val="1749520726"/>
      </p:ext>
    </p:extLst>
  </p:cSld>
  <p:clrMapOvr>
    <a:masterClrMapping/>
  </p:clrMapOvr>
  <p:transition>
    <p:split orient="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32309" y="0"/>
            <a:ext cx="6811691" cy="1052161"/>
          </a:xfrm>
        </p:spPr>
        <p:txBody>
          <a:bodyPr/>
          <a:lstStyle/>
          <a:p>
            <a:r>
              <a:rPr lang="en-US" sz="3200" dirty="0"/>
              <a:t>Contents</a:t>
            </a:r>
          </a:p>
        </p:txBody>
      </p:sp>
      <p:sp>
        <p:nvSpPr>
          <p:cNvPr id="5" name="Content Placeholder 2"/>
          <p:cNvSpPr txBox="1">
            <a:spLocks/>
          </p:cNvSpPr>
          <p:nvPr/>
        </p:nvSpPr>
        <p:spPr>
          <a:xfrm>
            <a:off x="457200" y="1052161"/>
            <a:ext cx="8207829" cy="4925786"/>
          </a:xfrm>
          <a:prstGeom prst="rect">
            <a:avLst/>
          </a:prstGeom>
        </p:spPr>
        <p:txBody>
          <a:bodyPr vert="horz" lIns="68580" tIns="34290" rIns="68580" bIns="3429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24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22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20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r>
              <a:rPr lang="en-US" sz="2800" dirty="0"/>
              <a:t>User classes.</a:t>
            </a:r>
          </a:p>
          <a:p>
            <a:r>
              <a:rPr lang="en-US" sz="2800" dirty="0"/>
              <a:t>User personas </a:t>
            </a:r>
            <a:r>
              <a:rPr lang="en-US" sz="1800" dirty="0"/>
              <a:t>(</a:t>
            </a:r>
            <a:r>
              <a:rPr lang="en-US" sz="1800" dirty="0" err="1"/>
              <a:t>tính</a:t>
            </a:r>
            <a:r>
              <a:rPr lang="en-US" sz="1800" dirty="0"/>
              <a:t> </a:t>
            </a:r>
            <a:r>
              <a:rPr lang="en-US" sz="1800" dirty="0" err="1"/>
              <a:t>cách</a:t>
            </a:r>
            <a:r>
              <a:rPr lang="en-US" sz="1800" dirty="0"/>
              <a:t> </a:t>
            </a:r>
            <a:r>
              <a:rPr lang="en-US" sz="1800" dirty="0" err="1"/>
              <a:t>người</a:t>
            </a:r>
            <a:r>
              <a:rPr lang="en-US" sz="1800" dirty="0"/>
              <a:t> </a:t>
            </a:r>
            <a:r>
              <a:rPr lang="en-US" sz="1800" dirty="0" err="1"/>
              <a:t>dùng</a:t>
            </a:r>
            <a:r>
              <a:rPr lang="en-US" sz="1800" dirty="0"/>
              <a:t>)</a:t>
            </a:r>
            <a:r>
              <a:rPr lang="en-US" sz="2800" dirty="0"/>
              <a:t>.</a:t>
            </a:r>
          </a:p>
          <a:p>
            <a:r>
              <a:rPr lang="en-US" sz="2800" dirty="0"/>
              <a:t>Connecting with user representatives.</a:t>
            </a:r>
          </a:p>
          <a:p>
            <a:r>
              <a:rPr lang="en-US" sz="2800" dirty="0"/>
              <a:t>The product champion.</a:t>
            </a:r>
          </a:p>
          <a:p>
            <a:r>
              <a:rPr lang="en-US" sz="2800" dirty="0"/>
              <a:t>User representation on agile projects.</a:t>
            </a:r>
          </a:p>
        </p:txBody>
      </p:sp>
      <p:sp>
        <p:nvSpPr>
          <p:cNvPr id="3" name="Footer Placeholder 2"/>
          <p:cNvSpPr>
            <a:spLocks noGrp="1"/>
          </p:cNvSpPr>
          <p:nvPr>
            <p:ph type="ftr" sz="quarter" idx="10"/>
          </p:nvPr>
        </p:nvSpPr>
        <p:spPr/>
        <p:txBody>
          <a:bodyPr/>
          <a:lstStyle/>
          <a:p>
            <a:pPr>
              <a:defRPr/>
            </a:pPr>
            <a:r>
              <a:rPr lang="en-US"/>
              <a:t>Chapter 6: Finding the voice of the user _ BayHV</a:t>
            </a:r>
          </a:p>
        </p:txBody>
      </p:sp>
      <p:sp>
        <p:nvSpPr>
          <p:cNvPr id="4" name="Slide Number Placeholder 3"/>
          <p:cNvSpPr>
            <a:spLocks noGrp="1"/>
          </p:cNvSpPr>
          <p:nvPr>
            <p:ph type="sldNum" sz="quarter" idx="11"/>
          </p:nvPr>
        </p:nvSpPr>
        <p:spPr/>
        <p:txBody>
          <a:bodyPr/>
          <a:lstStyle/>
          <a:p>
            <a:pPr>
              <a:defRPr/>
            </a:pPr>
            <a:fld id="{38F81FAE-D748-4BFC-A8B0-D2E750E8899F}" type="slidenum">
              <a:rPr lang="en-US" smtClean="0"/>
              <a:pPr>
                <a:defRPr/>
              </a:pPr>
              <a:t>4</a:t>
            </a:fld>
            <a:endParaRPr lang="en-US" dirty="0"/>
          </a:p>
        </p:txBody>
      </p:sp>
    </p:spTree>
    <p:extLst>
      <p:ext uri="{BB962C8B-B14F-4D97-AF65-F5344CB8AC3E}">
        <p14:creationId xmlns:p14="http://schemas.microsoft.com/office/powerpoint/2010/main" val="1436488962"/>
      </p:ext>
    </p:extLst>
  </p:cSld>
  <p:clrMapOvr>
    <a:masterClrMapping/>
  </p:clrMapOvr>
  <p:transition>
    <p:split orient="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r>
              <a:rPr lang="en-US" dirty="0"/>
              <a:t>Success in SW requirements, and hence in SW development, depends on getting the voice of users close to the ear of the developers.</a:t>
            </a:r>
          </a:p>
          <a:p>
            <a:r>
              <a:rPr lang="en-US" dirty="0"/>
              <a:t>To find the voice of users, take the following steps:</a:t>
            </a:r>
          </a:p>
          <a:p>
            <a:pPr lvl="1"/>
            <a:r>
              <a:rPr lang="en-US" dirty="0"/>
              <a:t>Identify the different classes of users for your product.</a:t>
            </a:r>
          </a:p>
          <a:p>
            <a:pPr lvl="1"/>
            <a:r>
              <a:rPr lang="en-US" dirty="0"/>
              <a:t> Select and work with individuals who represent each user class and other stakeholder groups.</a:t>
            </a:r>
          </a:p>
          <a:p>
            <a:pPr lvl="1"/>
            <a:r>
              <a:rPr lang="en-US" dirty="0"/>
              <a:t>Agree on who the requirements decision makers are for your project.</a:t>
            </a:r>
          </a:p>
          <a:p>
            <a:r>
              <a:rPr lang="en-US" dirty="0"/>
              <a:t>Customer involvement is the best way to avoid the mismatch between the product that customers expect to receive and what developers build.</a:t>
            </a:r>
          </a:p>
          <a:p>
            <a:r>
              <a:rPr lang="en-US" dirty="0"/>
              <a:t>The features that users present as their “wants” don’t necessarily equate to the functionality they need to perform their tasks with the new product. To gain a more accurate view of user needs, the BA must collect a wide range of user input, analyze and clarify it, and specify just what  needs to be built to let users do their jobs.</a:t>
            </a:r>
          </a:p>
        </p:txBody>
      </p:sp>
      <p:sp>
        <p:nvSpPr>
          <p:cNvPr id="2" name="Title 1"/>
          <p:cNvSpPr>
            <a:spLocks noGrp="1"/>
          </p:cNvSpPr>
          <p:nvPr>
            <p:ph type="title"/>
          </p:nvPr>
        </p:nvSpPr>
        <p:spPr>
          <a:xfrm>
            <a:off x="2332309" y="-1236"/>
            <a:ext cx="6811691" cy="1052161"/>
          </a:xfrm>
        </p:spPr>
        <p:txBody>
          <a:bodyPr>
            <a:normAutofit/>
          </a:bodyPr>
          <a:lstStyle/>
          <a:p>
            <a:r>
              <a:rPr lang="en-US" sz="3200" dirty="0"/>
              <a:t>Finding the voice of the user</a:t>
            </a:r>
          </a:p>
        </p:txBody>
      </p:sp>
      <p:sp>
        <p:nvSpPr>
          <p:cNvPr id="4" name="Footer Placeholder 3"/>
          <p:cNvSpPr>
            <a:spLocks noGrp="1"/>
          </p:cNvSpPr>
          <p:nvPr>
            <p:ph type="ftr" sz="quarter" idx="10"/>
          </p:nvPr>
        </p:nvSpPr>
        <p:spPr/>
        <p:txBody>
          <a:bodyPr/>
          <a:lstStyle/>
          <a:p>
            <a:pPr>
              <a:defRPr/>
            </a:pPr>
            <a:r>
              <a:rPr lang="en-US"/>
              <a:t>Chapter 6: Finding the voice of the user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5</a:t>
            </a:fld>
            <a:endParaRPr lang="en-US" dirty="0"/>
          </a:p>
        </p:txBody>
      </p:sp>
    </p:spTree>
    <p:extLst>
      <p:ext uri="{BB962C8B-B14F-4D97-AF65-F5344CB8AC3E}">
        <p14:creationId xmlns:p14="http://schemas.microsoft.com/office/powerpoint/2010/main" val="2617451469"/>
      </p:ext>
    </p:extLst>
  </p:cSld>
  <p:clrMapOvr>
    <a:masterClrMapping/>
  </p:clrMapOvr>
  <p:transition>
    <p:split orient="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32309" y="0"/>
            <a:ext cx="6811691" cy="1052161"/>
          </a:xfrm>
        </p:spPr>
        <p:txBody>
          <a:bodyPr>
            <a:noAutofit/>
          </a:bodyPr>
          <a:lstStyle/>
          <a:p>
            <a:r>
              <a:rPr lang="en-US" sz="3200" dirty="0"/>
              <a:t> User classes: Classifying users </a:t>
            </a:r>
          </a:p>
        </p:txBody>
      </p:sp>
      <p:sp>
        <p:nvSpPr>
          <p:cNvPr id="4" name="Footer Placeholder 3"/>
          <p:cNvSpPr>
            <a:spLocks noGrp="1"/>
          </p:cNvSpPr>
          <p:nvPr>
            <p:ph type="ftr" sz="quarter" idx="10"/>
          </p:nvPr>
        </p:nvSpPr>
        <p:spPr/>
        <p:txBody>
          <a:bodyPr/>
          <a:lstStyle/>
          <a:p>
            <a:pPr>
              <a:defRPr/>
            </a:pPr>
            <a:r>
              <a:rPr lang="en-US"/>
              <a:t>Chapter 6: Finding the voice of the user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6</a:t>
            </a:fld>
            <a:endParaRPr lang="en-US" dirty="0"/>
          </a:p>
        </p:txBody>
      </p:sp>
      <p:sp>
        <p:nvSpPr>
          <p:cNvPr id="3" name="Content Placeholder 2"/>
          <p:cNvSpPr>
            <a:spLocks noGrp="1"/>
          </p:cNvSpPr>
          <p:nvPr>
            <p:ph idx="1"/>
          </p:nvPr>
        </p:nvSpPr>
        <p:spPr>
          <a:xfrm>
            <a:off x="731519" y="5897880"/>
            <a:ext cx="7316928" cy="274320"/>
          </a:xfrm>
        </p:spPr>
        <p:txBody>
          <a:bodyPr/>
          <a:lstStyle/>
          <a:p>
            <a:pPr marL="0" indent="0">
              <a:buNone/>
            </a:pPr>
            <a:r>
              <a:rPr lang="en-US" sz="1800" b="1" dirty="0"/>
              <a:t>FIGURE 6-1 </a:t>
            </a:r>
            <a:r>
              <a:rPr lang="en-US" sz="1800" dirty="0"/>
              <a:t>A hierarchy of stakeholders, customers, users, and user classes.</a:t>
            </a:r>
            <a:endParaRPr lang="en-US" sz="1200" dirty="0"/>
          </a:p>
        </p:txBody>
      </p:sp>
      <p:pic>
        <p:nvPicPr>
          <p:cNvPr id="6" name="Picture 5"/>
          <p:cNvPicPr>
            <a:picLocks noChangeAspect="1"/>
          </p:cNvPicPr>
          <p:nvPr/>
        </p:nvPicPr>
        <p:blipFill>
          <a:blip r:embed="rId3"/>
          <a:stretch>
            <a:fillRect/>
          </a:stretch>
        </p:blipFill>
        <p:spPr>
          <a:xfrm>
            <a:off x="731519" y="1191949"/>
            <a:ext cx="7316927" cy="4375391"/>
          </a:xfrm>
          <a:prstGeom prst="rect">
            <a:avLst/>
          </a:prstGeom>
        </p:spPr>
      </p:pic>
    </p:spTree>
    <p:extLst>
      <p:ext uri="{BB962C8B-B14F-4D97-AF65-F5344CB8AC3E}">
        <p14:creationId xmlns:p14="http://schemas.microsoft.com/office/powerpoint/2010/main" val="1637881854"/>
      </p:ext>
    </p:extLst>
  </p:cSld>
  <p:clrMapOvr>
    <a:masterClrMapping/>
  </p:clrMapOvr>
  <p:transition>
    <p:split orient="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3285" y="1153885"/>
            <a:ext cx="8874247" cy="5186589"/>
          </a:xfrm>
        </p:spPr>
        <p:txBody>
          <a:bodyPr>
            <a:normAutofit fontScale="85000" lnSpcReduction="10000"/>
          </a:bodyPr>
          <a:lstStyle/>
          <a:p>
            <a:pPr marL="0" indent="0">
              <a:buNone/>
            </a:pPr>
            <a:r>
              <a:rPr lang="en-US" dirty="0"/>
              <a:t>There are many types of stakeholders, you can group users into a number of distinct </a:t>
            </a:r>
            <a:r>
              <a:rPr lang="en-US" b="1" i="1" dirty="0">
                <a:solidFill>
                  <a:srgbClr val="003399"/>
                </a:solidFill>
              </a:rPr>
              <a:t>user classes</a:t>
            </a:r>
            <a:r>
              <a:rPr lang="en-US" b="1" dirty="0">
                <a:solidFill>
                  <a:srgbClr val="003399"/>
                </a:solidFill>
              </a:rPr>
              <a:t> </a:t>
            </a:r>
            <a:r>
              <a:rPr lang="en-US" dirty="0"/>
              <a:t>based on these sorts of differences:</a:t>
            </a:r>
          </a:p>
          <a:p>
            <a:r>
              <a:rPr lang="en-US" dirty="0"/>
              <a:t>Their access privilege or security levels (such as ordinary user, guest user, administrator).</a:t>
            </a:r>
          </a:p>
          <a:p>
            <a:r>
              <a:rPr lang="en-US" dirty="0"/>
              <a:t> The tasks they perform during their business operations.</a:t>
            </a:r>
          </a:p>
          <a:p>
            <a:r>
              <a:rPr lang="en-US" dirty="0"/>
              <a:t>The features they use.</a:t>
            </a:r>
          </a:p>
          <a:p>
            <a:r>
              <a:rPr lang="en-US" dirty="0"/>
              <a:t> The frequency with which they use the product.</a:t>
            </a:r>
          </a:p>
          <a:p>
            <a:r>
              <a:rPr lang="en-US" dirty="0"/>
              <a:t>Their application domain experience and computer systems expertise.</a:t>
            </a:r>
          </a:p>
          <a:p>
            <a:r>
              <a:rPr lang="en-US" dirty="0"/>
              <a:t>The platforms they will be using (desktop PCs, laptop PCs, tablets, smartphones, specialized devices).</a:t>
            </a:r>
          </a:p>
          <a:p>
            <a:r>
              <a:rPr lang="en-US" dirty="0"/>
              <a:t> Their native language.</a:t>
            </a:r>
          </a:p>
          <a:p>
            <a:r>
              <a:rPr lang="en-US" dirty="0"/>
              <a:t> Whether they will interact with the system directly or indirectly.</a:t>
            </a:r>
          </a:p>
          <a:p>
            <a:endParaRPr lang="en-US" dirty="0"/>
          </a:p>
        </p:txBody>
      </p:sp>
      <p:sp>
        <p:nvSpPr>
          <p:cNvPr id="2" name="Title 1"/>
          <p:cNvSpPr>
            <a:spLocks noGrp="1"/>
          </p:cNvSpPr>
          <p:nvPr>
            <p:ph type="title"/>
          </p:nvPr>
        </p:nvSpPr>
        <p:spPr>
          <a:xfrm>
            <a:off x="2301829" y="0"/>
            <a:ext cx="6811691" cy="1052161"/>
          </a:xfrm>
        </p:spPr>
        <p:txBody>
          <a:bodyPr>
            <a:normAutofit/>
          </a:bodyPr>
          <a:lstStyle/>
          <a:p>
            <a:r>
              <a:rPr lang="en-US" sz="3200" dirty="0"/>
              <a:t> User classes: Classifying users </a:t>
            </a:r>
          </a:p>
        </p:txBody>
      </p:sp>
      <p:sp>
        <p:nvSpPr>
          <p:cNvPr id="4" name="Footer Placeholder 3"/>
          <p:cNvSpPr>
            <a:spLocks noGrp="1"/>
          </p:cNvSpPr>
          <p:nvPr>
            <p:ph type="ftr" sz="quarter" idx="10"/>
          </p:nvPr>
        </p:nvSpPr>
        <p:spPr/>
        <p:txBody>
          <a:bodyPr/>
          <a:lstStyle/>
          <a:p>
            <a:pPr>
              <a:defRPr/>
            </a:pPr>
            <a:r>
              <a:rPr lang="en-US"/>
              <a:t>Chapter 6: Finding the voice of the user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7</a:t>
            </a:fld>
            <a:endParaRPr lang="en-US" dirty="0"/>
          </a:p>
        </p:txBody>
      </p:sp>
    </p:spTree>
    <p:extLst>
      <p:ext uri="{BB962C8B-B14F-4D97-AF65-F5344CB8AC3E}">
        <p14:creationId xmlns:p14="http://schemas.microsoft.com/office/powerpoint/2010/main" val="3234903551"/>
      </p:ext>
    </p:extLst>
  </p:cSld>
  <p:clrMapOvr>
    <a:masterClrMapping/>
  </p:clrMapOvr>
  <p:transition>
    <p:split orient="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2999"/>
            <a:ext cx="8686800" cy="5197475"/>
          </a:xfrm>
        </p:spPr>
        <p:txBody>
          <a:bodyPr>
            <a:normAutofit fontScale="92500"/>
          </a:bodyPr>
          <a:lstStyle/>
          <a:p>
            <a:r>
              <a:rPr lang="en-US" dirty="0"/>
              <a:t>Identify and characterize the different user classes for your product early in the project so you can elicit requirements from representatives of each important class.</a:t>
            </a:r>
          </a:p>
          <a:p>
            <a:r>
              <a:rPr lang="en-US" dirty="0"/>
              <a:t>A useful technique for this is a collaboration pattern (Ellen </a:t>
            </a:r>
            <a:r>
              <a:rPr lang="en-US" dirty="0" err="1"/>
              <a:t>Gottesdiener</a:t>
            </a:r>
            <a:r>
              <a:rPr lang="en-US" dirty="0"/>
              <a:t>) called by </a:t>
            </a:r>
            <a:r>
              <a:rPr lang="en-US" i="1" dirty="0">
                <a:solidFill>
                  <a:srgbClr val="003399"/>
                </a:solidFill>
              </a:rPr>
              <a:t>“expand then contract”</a:t>
            </a:r>
            <a:r>
              <a:rPr lang="en-US" dirty="0"/>
              <a:t>:</a:t>
            </a:r>
          </a:p>
          <a:p>
            <a:pPr lvl="1"/>
            <a:r>
              <a:rPr lang="en-US" dirty="0"/>
              <a:t>Start by asking the project sponsor who expects to use the system.</a:t>
            </a:r>
          </a:p>
          <a:p>
            <a:pPr lvl="1"/>
            <a:r>
              <a:rPr lang="en-US" dirty="0"/>
              <a:t>Then brainstorm as many user classes as you can think of. Don’t be nervous if there are dozens at this stage. You’ll condense </a:t>
            </a:r>
            <a:r>
              <a:rPr lang="en-US" sz="1800" dirty="0"/>
              <a:t>(</a:t>
            </a:r>
            <a:r>
              <a:rPr lang="en-US" sz="1800" dirty="0" err="1"/>
              <a:t>viết</a:t>
            </a:r>
            <a:r>
              <a:rPr lang="en-US" sz="1800" dirty="0"/>
              <a:t> </a:t>
            </a:r>
            <a:r>
              <a:rPr lang="en-US" sz="1800" dirty="0" err="1"/>
              <a:t>súc</a:t>
            </a:r>
            <a:r>
              <a:rPr lang="en-US" sz="1800" dirty="0"/>
              <a:t> </a:t>
            </a:r>
            <a:r>
              <a:rPr lang="en-US" sz="1800" dirty="0" err="1"/>
              <a:t>tích</a:t>
            </a:r>
            <a:r>
              <a:rPr lang="en-US" sz="1800" dirty="0"/>
              <a:t>) </a:t>
            </a:r>
            <a:r>
              <a:rPr lang="en-US" dirty="0"/>
              <a:t>and categorize them later.</a:t>
            </a:r>
          </a:p>
          <a:p>
            <a:pPr lvl="1"/>
            <a:r>
              <a:rPr lang="en-US" dirty="0"/>
              <a:t>It’s important not to overlook a user class, which can lead to problems later when someone complaints that the delivered solution doesn’t meet her needs.</a:t>
            </a:r>
          </a:p>
        </p:txBody>
      </p:sp>
      <p:sp>
        <p:nvSpPr>
          <p:cNvPr id="2" name="Title 1"/>
          <p:cNvSpPr>
            <a:spLocks noGrp="1"/>
          </p:cNvSpPr>
          <p:nvPr>
            <p:ph type="title"/>
          </p:nvPr>
        </p:nvSpPr>
        <p:spPr>
          <a:xfrm>
            <a:off x="2819400" y="27105"/>
            <a:ext cx="6324600" cy="1039695"/>
          </a:xfrm>
        </p:spPr>
        <p:txBody>
          <a:bodyPr>
            <a:noAutofit/>
          </a:bodyPr>
          <a:lstStyle/>
          <a:p>
            <a:r>
              <a:rPr lang="en-US" sz="3200" dirty="0"/>
              <a:t>User classes: Identifying  user classes for your project</a:t>
            </a:r>
          </a:p>
        </p:txBody>
      </p:sp>
      <p:sp>
        <p:nvSpPr>
          <p:cNvPr id="4" name="Footer Placeholder 3"/>
          <p:cNvSpPr>
            <a:spLocks noGrp="1"/>
          </p:cNvSpPr>
          <p:nvPr>
            <p:ph type="ftr" sz="quarter" idx="10"/>
          </p:nvPr>
        </p:nvSpPr>
        <p:spPr/>
        <p:txBody>
          <a:bodyPr/>
          <a:lstStyle/>
          <a:p>
            <a:pPr>
              <a:defRPr/>
            </a:pPr>
            <a:r>
              <a:rPr lang="en-US"/>
              <a:t>Chapter 6: Finding the voice of the user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8</a:t>
            </a:fld>
            <a:endParaRPr lang="en-US" dirty="0"/>
          </a:p>
        </p:txBody>
      </p:sp>
    </p:spTree>
    <p:extLst>
      <p:ext uri="{BB962C8B-B14F-4D97-AF65-F5344CB8AC3E}">
        <p14:creationId xmlns:p14="http://schemas.microsoft.com/office/powerpoint/2010/main" val="1090747274"/>
      </p:ext>
    </p:extLst>
  </p:cSld>
  <p:clrMapOvr>
    <a:masterClrMapping/>
  </p:clrMapOvr>
  <p:transition>
    <p:split orient="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3000"/>
            <a:ext cx="8686800" cy="1894114"/>
          </a:xfrm>
        </p:spPr>
        <p:txBody>
          <a:bodyPr>
            <a:normAutofit fontScale="92500" lnSpcReduction="20000"/>
          </a:bodyPr>
          <a:lstStyle/>
          <a:p>
            <a:r>
              <a:rPr lang="en-US" dirty="0"/>
              <a:t>The external entities shown outside your system on a context diagram are  candidates for user classes.</a:t>
            </a:r>
          </a:p>
          <a:p>
            <a:r>
              <a:rPr lang="en-US" dirty="0"/>
              <a:t> A corporate organization chart can also help you discover potential users and other stakeholders (Beatty and Chen 2012). </a:t>
            </a:r>
          </a:p>
        </p:txBody>
      </p:sp>
      <p:sp>
        <p:nvSpPr>
          <p:cNvPr id="2" name="Title 1"/>
          <p:cNvSpPr>
            <a:spLocks noGrp="1"/>
          </p:cNvSpPr>
          <p:nvPr>
            <p:ph type="title"/>
          </p:nvPr>
        </p:nvSpPr>
        <p:spPr>
          <a:xfrm>
            <a:off x="2819400" y="27105"/>
            <a:ext cx="6324600" cy="1039695"/>
          </a:xfrm>
        </p:spPr>
        <p:txBody>
          <a:bodyPr>
            <a:noAutofit/>
          </a:bodyPr>
          <a:lstStyle/>
          <a:p>
            <a:r>
              <a:rPr lang="en-US" sz="3200" dirty="0"/>
              <a:t>User classes: Identifying  user classes for your project</a:t>
            </a:r>
          </a:p>
        </p:txBody>
      </p:sp>
      <p:sp>
        <p:nvSpPr>
          <p:cNvPr id="4" name="Footer Placeholder 3"/>
          <p:cNvSpPr>
            <a:spLocks noGrp="1"/>
          </p:cNvSpPr>
          <p:nvPr>
            <p:ph type="ftr" sz="quarter" idx="10"/>
          </p:nvPr>
        </p:nvSpPr>
        <p:spPr/>
        <p:txBody>
          <a:bodyPr/>
          <a:lstStyle/>
          <a:p>
            <a:pPr>
              <a:defRPr/>
            </a:pPr>
            <a:r>
              <a:rPr lang="en-US"/>
              <a:t>Chapter 6: Finding the voice of the user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9</a:t>
            </a:fld>
            <a:endParaRPr lang="en-US" dirty="0"/>
          </a:p>
        </p:txBody>
      </p:sp>
      <p:sp>
        <p:nvSpPr>
          <p:cNvPr id="7" name="Content Placeholder 2"/>
          <p:cNvSpPr txBox="1">
            <a:spLocks/>
          </p:cNvSpPr>
          <p:nvPr/>
        </p:nvSpPr>
        <p:spPr bwMode="auto">
          <a:xfrm>
            <a:off x="228601" y="3069318"/>
            <a:ext cx="2468879" cy="3148602"/>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77500" lnSpcReduction="20000"/>
          </a:bodyPr>
          <a:lstStyle>
            <a:lvl1pPr marL="342900" indent="-342900" algn="just" rtl="0" eaLnBrk="0" fontAlgn="base" hangingPunct="0">
              <a:spcBef>
                <a:spcPct val="20000"/>
              </a:spcBef>
              <a:spcAft>
                <a:spcPct val="0"/>
              </a:spcAft>
              <a:buFontTx/>
              <a:buBlip>
                <a:blip r:embed="rId3"/>
              </a:buBlip>
              <a:defRPr sz="2800" kern="1200">
                <a:solidFill>
                  <a:schemeClr val="tx1"/>
                </a:solidFill>
                <a:latin typeface="+mn-lt"/>
                <a:ea typeface="+mn-ea"/>
                <a:cs typeface="Tahoma" pitchFamily="34" charset="0"/>
              </a:defRPr>
            </a:lvl1pPr>
            <a:lvl2pPr marL="742950" indent="-285750" algn="just" rtl="0" eaLnBrk="0" fontAlgn="base" hangingPunct="0">
              <a:spcBef>
                <a:spcPct val="20000"/>
              </a:spcBef>
              <a:spcAft>
                <a:spcPct val="0"/>
              </a:spcAft>
              <a:buFontTx/>
              <a:buBlip>
                <a:blip r:embed="rId4"/>
              </a:buBlip>
              <a:defRPr sz="2400" kern="1200">
                <a:solidFill>
                  <a:schemeClr val="tx1"/>
                </a:solidFill>
                <a:latin typeface="+mn-lt"/>
                <a:ea typeface="+mn-ea"/>
                <a:cs typeface="Tahoma" pitchFamily="34" charset="0"/>
              </a:defRPr>
            </a:lvl2pPr>
            <a:lvl3pPr marL="1143000" indent="-228600" algn="just" rtl="0" eaLnBrk="0" fontAlgn="base" hangingPunct="0">
              <a:spcBef>
                <a:spcPct val="20000"/>
              </a:spcBef>
              <a:spcAft>
                <a:spcPct val="0"/>
              </a:spcAft>
              <a:buFontTx/>
              <a:buBlip>
                <a:blip r:embed="rId5"/>
              </a:buBlip>
              <a:defRPr sz="2000" kern="1200">
                <a:solidFill>
                  <a:schemeClr val="tx1"/>
                </a:solidFill>
                <a:latin typeface="+mn-lt"/>
                <a:ea typeface="+mn-ea"/>
                <a:cs typeface="Tahoma" pitchFamily="34" charset="0"/>
              </a:defRPr>
            </a:lvl3pPr>
            <a:lvl4pPr marL="1600200" indent="-228600" algn="just" rtl="0" eaLnBrk="0" fontAlgn="base" hangingPunct="0">
              <a:spcBef>
                <a:spcPct val="20000"/>
              </a:spcBef>
              <a:spcAft>
                <a:spcPct val="0"/>
              </a:spcAft>
              <a:buFont typeface="Arial" charset="0"/>
              <a:buChar char="–"/>
              <a:defRPr sz="1800" kern="1200">
                <a:solidFill>
                  <a:schemeClr val="tx1"/>
                </a:solidFill>
                <a:latin typeface="+mn-lt"/>
                <a:ea typeface="+mn-ea"/>
                <a:cs typeface="Tahoma" pitchFamily="34" charset="0"/>
              </a:defRPr>
            </a:lvl4pPr>
            <a:lvl5pPr marL="2057400" indent="-228600" algn="just" rtl="0" eaLnBrk="0" fontAlgn="base" hangingPunct="0">
              <a:spcBef>
                <a:spcPct val="20000"/>
              </a:spcBef>
              <a:spcAft>
                <a:spcPct val="0"/>
              </a:spcAft>
              <a:buFont typeface="Arial" charset="0"/>
              <a:buChar char="»"/>
              <a:defRPr sz="1800" kern="1200">
                <a:solidFill>
                  <a:schemeClr val="tx1"/>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Organizational chart analysis reduces the likelihood </a:t>
            </a:r>
            <a:r>
              <a:rPr lang="en-US" sz="1900" dirty="0"/>
              <a:t>(</a:t>
            </a:r>
            <a:r>
              <a:rPr lang="en-US" sz="1900" dirty="0" err="1"/>
              <a:t>khả</a:t>
            </a:r>
            <a:r>
              <a:rPr lang="en-US" sz="1900" dirty="0"/>
              <a:t> </a:t>
            </a:r>
            <a:r>
              <a:rPr lang="en-US" sz="1900" dirty="0" err="1"/>
              <a:t>năng</a:t>
            </a:r>
            <a:r>
              <a:rPr lang="en-US" sz="1900" dirty="0"/>
              <a:t> </a:t>
            </a:r>
            <a:r>
              <a:rPr lang="en-US" sz="1900" dirty="0" err="1"/>
              <a:t>có</a:t>
            </a:r>
            <a:r>
              <a:rPr lang="en-US" sz="1900" dirty="0"/>
              <a:t> </a:t>
            </a:r>
            <a:r>
              <a:rPr lang="en-US" sz="1900" dirty="0" err="1"/>
              <a:t>thể</a:t>
            </a:r>
            <a:r>
              <a:rPr lang="en-US" sz="1900" dirty="0"/>
              <a:t> </a:t>
            </a:r>
            <a:r>
              <a:rPr lang="en-US" sz="1900" dirty="0" err="1"/>
              <a:t>xảy</a:t>
            </a:r>
            <a:r>
              <a:rPr lang="en-US" sz="1900" dirty="0"/>
              <a:t> </a:t>
            </a:r>
            <a:r>
              <a:rPr lang="en-US" sz="1900" dirty="0" err="1"/>
              <a:t>ra</a:t>
            </a:r>
            <a:r>
              <a:rPr lang="en-US" sz="1900" dirty="0"/>
              <a:t>)</a:t>
            </a:r>
            <a:r>
              <a:rPr lang="en-US" dirty="0"/>
              <a:t> that you will overlook an important class of users within the organization. </a:t>
            </a:r>
          </a:p>
        </p:txBody>
      </p:sp>
      <p:pic>
        <p:nvPicPr>
          <p:cNvPr id="8" name="Picture 7"/>
          <p:cNvPicPr>
            <a:picLocks noChangeAspect="1"/>
          </p:cNvPicPr>
          <p:nvPr/>
        </p:nvPicPr>
        <p:blipFill>
          <a:blip r:embed="rId6"/>
          <a:stretch>
            <a:fillRect/>
          </a:stretch>
        </p:blipFill>
        <p:spPr>
          <a:xfrm>
            <a:off x="2819400" y="2946762"/>
            <a:ext cx="6324600" cy="3271157"/>
          </a:xfrm>
          <a:prstGeom prst="rect">
            <a:avLst/>
          </a:prstGeom>
        </p:spPr>
      </p:pic>
    </p:spTree>
    <p:extLst>
      <p:ext uri="{BB962C8B-B14F-4D97-AF65-F5344CB8AC3E}">
        <p14:creationId xmlns:p14="http://schemas.microsoft.com/office/powerpoint/2010/main" val="908980473"/>
      </p:ext>
    </p:extLst>
  </p:cSld>
  <p:clrMapOvr>
    <a:masterClrMapping/>
  </p:clrMapOvr>
  <p:transition>
    <p:split orient="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19400" y="27105"/>
            <a:ext cx="6324600" cy="1039695"/>
          </a:xfrm>
        </p:spPr>
        <p:txBody>
          <a:bodyPr>
            <a:noAutofit/>
          </a:bodyPr>
          <a:lstStyle/>
          <a:p>
            <a:r>
              <a:rPr lang="en-US" sz="3200" dirty="0"/>
              <a:t>User classes: Identifying  user classes for your project</a:t>
            </a:r>
          </a:p>
        </p:txBody>
      </p:sp>
      <p:sp>
        <p:nvSpPr>
          <p:cNvPr id="4" name="Footer Placeholder 3"/>
          <p:cNvSpPr>
            <a:spLocks noGrp="1"/>
          </p:cNvSpPr>
          <p:nvPr>
            <p:ph type="ftr" sz="quarter" idx="10"/>
          </p:nvPr>
        </p:nvSpPr>
        <p:spPr/>
        <p:txBody>
          <a:bodyPr/>
          <a:lstStyle/>
          <a:p>
            <a:pPr>
              <a:defRPr/>
            </a:pPr>
            <a:r>
              <a:rPr lang="en-US"/>
              <a:t>Chapter 6: Finding the voice of the user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10</a:t>
            </a:fld>
            <a:endParaRPr lang="en-US" dirty="0"/>
          </a:p>
        </p:txBody>
      </p:sp>
      <p:pic>
        <p:nvPicPr>
          <p:cNvPr id="3" name="Picture 2"/>
          <p:cNvPicPr>
            <a:picLocks noChangeAspect="1"/>
          </p:cNvPicPr>
          <p:nvPr/>
        </p:nvPicPr>
        <p:blipFill>
          <a:blip r:embed="rId3"/>
          <a:stretch>
            <a:fillRect/>
          </a:stretch>
        </p:blipFill>
        <p:spPr>
          <a:xfrm>
            <a:off x="674370" y="1155972"/>
            <a:ext cx="7844790" cy="5095330"/>
          </a:xfrm>
          <a:prstGeom prst="rect">
            <a:avLst/>
          </a:prstGeom>
        </p:spPr>
      </p:pic>
    </p:spTree>
    <p:extLst>
      <p:ext uri="{BB962C8B-B14F-4D97-AF65-F5344CB8AC3E}">
        <p14:creationId xmlns:p14="http://schemas.microsoft.com/office/powerpoint/2010/main" val="1635922675"/>
      </p:ext>
    </p:extLst>
  </p:cSld>
  <p:clrMapOvr>
    <a:masterClrMapping/>
  </p:clrMapOvr>
  <p:transition>
    <p:split orient="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53886"/>
            <a:ext cx="8686800" cy="5029200"/>
          </a:xfrm>
        </p:spPr>
        <p:txBody>
          <a:bodyPr>
            <a:normAutofit fontScale="92500"/>
          </a:bodyPr>
          <a:lstStyle/>
          <a:p>
            <a:r>
              <a:rPr lang="en-US" dirty="0"/>
              <a:t>A persona is a  description of a hypothetical </a:t>
            </a:r>
            <a:r>
              <a:rPr lang="en-US" sz="1800" dirty="0"/>
              <a:t>(</a:t>
            </a:r>
            <a:r>
              <a:rPr lang="en-US" sz="1800" dirty="0" err="1"/>
              <a:t>có</a:t>
            </a:r>
            <a:r>
              <a:rPr lang="en-US" sz="1800" dirty="0"/>
              <a:t> </a:t>
            </a:r>
            <a:r>
              <a:rPr lang="en-US" sz="1800" dirty="0" err="1"/>
              <a:t>tính</a:t>
            </a:r>
            <a:r>
              <a:rPr lang="en-US" sz="1800" dirty="0"/>
              <a:t> </a:t>
            </a:r>
            <a:r>
              <a:rPr lang="en-US" sz="1800" dirty="0" err="1"/>
              <a:t>giả</a:t>
            </a:r>
            <a:r>
              <a:rPr lang="en-US" sz="1800" dirty="0"/>
              <a:t> </a:t>
            </a:r>
            <a:r>
              <a:rPr lang="en-US" sz="1800" dirty="0" err="1"/>
              <a:t>thuyết</a:t>
            </a:r>
            <a:r>
              <a:rPr lang="en-US" sz="1800" dirty="0"/>
              <a:t>)</a:t>
            </a:r>
            <a:r>
              <a:rPr lang="en-US" dirty="0"/>
              <a:t>, generic person who serves as a stand-in </a:t>
            </a:r>
            <a:r>
              <a:rPr lang="en-US" sz="1800" dirty="0"/>
              <a:t>(</a:t>
            </a:r>
            <a:r>
              <a:rPr lang="en-US" sz="1800" dirty="0" err="1"/>
              <a:t>người</a:t>
            </a:r>
            <a:r>
              <a:rPr lang="en-US" sz="1800" dirty="0"/>
              <a:t> </a:t>
            </a:r>
            <a:r>
              <a:rPr lang="en-US" sz="1800" dirty="0" err="1"/>
              <a:t>đóng</a:t>
            </a:r>
            <a:r>
              <a:rPr lang="en-US" sz="1800" dirty="0"/>
              <a:t> </a:t>
            </a:r>
            <a:r>
              <a:rPr lang="en-US" sz="1800" dirty="0" err="1"/>
              <a:t>thế</a:t>
            </a:r>
            <a:r>
              <a:rPr lang="en-US" sz="1800" dirty="0"/>
              <a:t> </a:t>
            </a:r>
            <a:r>
              <a:rPr lang="en-US" sz="1800" dirty="0" err="1"/>
              <a:t>vai</a:t>
            </a:r>
            <a:r>
              <a:rPr lang="en-US" sz="1800" dirty="0"/>
              <a:t>)</a:t>
            </a:r>
            <a:r>
              <a:rPr lang="en-US" dirty="0"/>
              <a:t> for a group of users having similar  characteristics and needs.</a:t>
            </a:r>
          </a:p>
          <a:p>
            <a:r>
              <a:rPr lang="en-US" dirty="0"/>
              <a:t>A persona can serve as a placeholder when the BA doesn’t have an actual user representative at hand. </a:t>
            </a:r>
          </a:p>
          <a:p>
            <a:r>
              <a:rPr lang="en-US" dirty="0"/>
              <a:t>Personas details for a commercial customer include social and demographic </a:t>
            </a:r>
            <a:r>
              <a:rPr lang="en-US" sz="1800" dirty="0"/>
              <a:t>(</a:t>
            </a:r>
            <a:r>
              <a:rPr lang="en-US" sz="1800" dirty="0" err="1"/>
              <a:t>nhân</a:t>
            </a:r>
            <a:r>
              <a:rPr lang="en-US" sz="1800" dirty="0"/>
              <a:t> </a:t>
            </a:r>
            <a:r>
              <a:rPr lang="en-US" sz="1800" dirty="0" err="1"/>
              <a:t>khẩu</a:t>
            </a:r>
            <a:r>
              <a:rPr lang="en-US" sz="1800" dirty="0"/>
              <a:t> </a:t>
            </a:r>
            <a:r>
              <a:rPr lang="en-US" sz="1800" dirty="0" err="1"/>
              <a:t>học</a:t>
            </a:r>
            <a:r>
              <a:rPr lang="en-US" sz="1800" dirty="0"/>
              <a:t>) </a:t>
            </a:r>
            <a:r>
              <a:rPr lang="en-US" dirty="0"/>
              <a:t>characteristics and behaviors, preferences, annoyances, and similar information.</a:t>
            </a:r>
          </a:p>
          <a:p>
            <a:r>
              <a:rPr lang="en-US" dirty="0"/>
              <a:t>Using personas understand the requirements and to design the user experience to best meet the needs of specific user communities.</a:t>
            </a:r>
          </a:p>
        </p:txBody>
      </p:sp>
      <p:sp>
        <p:nvSpPr>
          <p:cNvPr id="2" name="Title 1"/>
          <p:cNvSpPr>
            <a:spLocks noGrp="1"/>
          </p:cNvSpPr>
          <p:nvPr>
            <p:ph type="title"/>
          </p:nvPr>
        </p:nvSpPr>
        <p:spPr>
          <a:xfrm>
            <a:off x="2332309" y="23030"/>
            <a:ext cx="6811691" cy="1052161"/>
          </a:xfrm>
        </p:spPr>
        <p:txBody>
          <a:bodyPr/>
          <a:lstStyle/>
          <a:p>
            <a:r>
              <a:rPr lang="en-US" sz="2700" dirty="0"/>
              <a:t>User personas (</a:t>
            </a:r>
            <a:r>
              <a:rPr lang="en-US" sz="2700" dirty="0" err="1"/>
              <a:t>nhân</a:t>
            </a:r>
            <a:r>
              <a:rPr lang="en-US" sz="2700" dirty="0"/>
              <a:t> </a:t>
            </a:r>
            <a:r>
              <a:rPr lang="en-US" sz="2700" dirty="0" err="1"/>
              <a:t>vật</a:t>
            </a:r>
            <a:r>
              <a:rPr lang="en-US" sz="2700" dirty="0"/>
              <a:t>)</a:t>
            </a:r>
          </a:p>
        </p:txBody>
      </p:sp>
      <p:sp>
        <p:nvSpPr>
          <p:cNvPr id="4" name="Footer Placeholder 3"/>
          <p:cNvSpPr>
            <a:spLocks noGrp="1"/>
          </p:cNvSpPr>
          <p:nvPr>
            <p:ph type="ftr" sz="quarter" idx="10"/>
          </p:nvPr>
        </p:nvSpPr>
        <p:spPr/>
        <p:txBody>
          <a:bodyPr/>
          <a:lstStyle/>
          <a:p>
            <a:pPr>
              <a:defRPr/>
            </a:pPr>
            <a:r>
              <a:rPr lang="en-US"/>
              <a:t>Chapter 6: Finding the voice of the user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11</a:t>
            </a:fld>
            <a:endParaRPr lang="en-US" dirty="0"/>
          </a:p>
        </p:txBody>
      </p:sp>
    </p:spTree>
    <p:extLst>
      <p:ext uri="{BB962C8B-B14F-4D97-AF65-F5344CB8AC3E}">
        <p14:creationId xmlns:p14="http://schemas.microsoft.com/office/powerpoint/2010/main" val="2586530075"/>
      </p:ext>
    </p:extLst>
  </p:cSld>
  <p:clrMapOvr>
    <a:masterClrMapping/>
  </p:clrMapOvr>
  <p:transition>
    <p:split orient="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070977"/>
            <a:ext cx="8686800" cy="5269498"/>
          </a:xfrm>
        </p:spPr>
        <p:txBody>
          <a:bodyPr>
            <a:normAutofit fontScale="92500" lnSpcReduction="20000"/>
          </a:bodyPr>
          <a:lstStyle/>
          <a:p>
            <a:r>
              <a:rPr lang="en-US" dirty="0"/>
              <a:t>Why do each user class needs someone to speak for requirements?</a:t>
            </a:r>
          </a:p>
          <a:p>
            <a:pPr lvl="1"/>
            <a:r>
              <a:rPr lang="en-US" dirty="0"/>
              <a:t>All projects need suitable representatives to provide the voice of the users.</a:t>
            </a:r>
          </a:p>
          <a:p>
            <a:pPr lvl="1"/>
            <a:r>
              <a:rPr lang="en-US" dirty="0"/>
              <a:t>These users should be involved throughout the development life cycle, not just in an isolated requirements phase at the beginning of the project.</a:t>
            </a:r>
          </a:p>
          <a:p>
            <a:r>
              <a:rPr lang="en-US" dirty="0"/>
              <a:t> Typical communication pathways between users and developers.</a:t>
            </a:r>
          </a:p>
          <a:p>
            <a:pPr lvl="1"/>
            <a:r>
              <a:rPr lang="en-US" dirty="0"/>
              <a:t>One study indicated that using more kinds of communication links, and more direct links between developers and users led to more successful projects.</a:t>
            </a:r>
          </a:p>
          <a:p>
            <a:pPr lvl="1"/>
            <a:r>
              <a:rPr lang="en-US" dirty="0"/>
              <a:t>The most direct communication occurs when developers can talk to appropriate users themselves. This means that if there are layers between the user and the developer, it increases the chance of miscommunication and delay transmission.</a:t>
            </a:r>
          </a:p>
        </p:txBody>
      </p:sp>
      <p:sp>
        <p:nvSpPr>
          <p:cNvPr id="2" name="Title 1"/>
          <p:cNvSpPr>
            <a:spLocks noGrp="1"/>
          </p:cNvSpPr>
          <p:nvPr>
            <p:ph type="title"/>
          </p:nvPr>
        </p:nvSpPr>
        <p:spPr>
          <a:xfrm>
            <a:off x="2677886" y="18816"/>
            <a:ext cx="6466114" cy="1052161"/>
          </a:xfrm>
        </p:spPr>
        <p:txBody>
          <a:bodyPr>
            <a:normAutofit/>
          </a:bodyPr>
          <a:lstStyle/>
          <a:p>
            <a:r>
              <a:rPr lang="en-US" sz="3200" dirty="0"/>
              <a:t>Connecting with user representatives</a:t>
            </a:r>
          </a:p>
        </p:txBody>
      </p:sp>
      <p:sp>
        <p:nvSpPr>
          <p:cNvPr id="4" name="Footer Placeholder 3"/>
          <p:cNvSpPr>
            <a:spLocks noGrp="1"/>
          </p:cNvSpPr>
          <p:nvPr>
            <p:ph type="ftr" sz="quarter" idx="10"/>
          </p:nvPr>
        </p:nvSpPr>
        <p:spPr/>
        <p:txBody>
          <a:bodyPr/>
          <a:lstStyle/>
          <a:p>
            <a:pPr>
              <a:defRPr/>
            </a:pPr>
            <a:r>
              <a:rPr lang="en-US"/>
              <a:t>Chapter 6: Finding the voice of the user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12</a:t>
            </a:fld>
            <a:endParaRPr lang="en-US" dirty="0"/>
          </a:p>
        </p:txBody>
      </p:sp>
    </p:spTree>
    <p:extLst>
      <p:ext uri="{BB962C8B-B14F-4D97-AF65-F5344CB8AC3E}">
        <p14:creationId xmlns:p14="http://schemas.microsoft.com/office/powerpoint/2010/main" val="2222824334"/>
      </p:ext>
    </p:extLst>
  </p:cSld>
  <p:clrMapOvr>
    <a:masterClrMapping/>
  </p:clrMapOvr>
  <p:transition>
    <p:split orient="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09198" y="0"/>
            <a:ext cx="6634802" cy="1066800"/>
          </a:xfrm>
        </p:spPr>
        <p:txBody>
          <a:bodyPr>
            <a:noAutofit/>
          </a:bodyPr>
          <a:lstStyle/>
          <a:p>
            <a:r>
              <a:rPr lang="en-US" sz="3200" dirty="0"/>
              <a:t>Typical communication pathways between users and developers</a:t>
            </a:r>
          </a:p>
        </p:txBody>
      </p:sp>
      <p:pic>
        <p:nvPicPr>
          <p:cNvPr id="4" name="Picture 3"/>
          <p:cNvPicPr>
            <a:picLocks noChangeAspect="1"/>
          </p:cNvPicPr>
          <p:nvPr/>
        </p:nvPicPr>
        <p:blipFill>
          <a:blip r:embed="rId2"/>
          <a:stretch>
            <a:fillRect/>
          </a:stretch>
        </p:blipFill>
        <p:spPr>
          <a:xfrm>
            <a:off x="947057" y="1139153"/>
            <a:ext cx="7228717" cy="5201321"/>
          </a:xfrm>
          <a:prstGeom prst="rect">
            <a:avLst/>
          </a:prstGeom>
        </p:spPr>
      </p:pic>
      <p:sp>
        <p:nvSpPr>
          <p:cNvPr id="3" name="Footer Placeholder 2"/>
          <p:cNvSpPr>
            <a:spLocks noGrp="1"/>
          </p:cNvSpPr>
          <p:nvPr>
            <p:ph type="ftr" sz="quarter" idx="10"/>
          </p:nvPr>
        </p:nvSpPr>
        <p:spPr/>
        <p:txBody>
          <a:bodyPr/>
          <a:lstStyle/>
          <a:p>
            <a:pPr>
              <a:defRPr/>
            </a:pPr>
            <a:r>
              <a:rPr lang="en-US"/>
              <a:t>Chapter 6: Finding the voice of the user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13</a:t>
            </a:fld>
            <a:endParaRPr lang="en-US" dirty="0"/>
          </a:p>
        </p:txBody>
      </p:sp>
    </p:spTree>
    <p:extLst>
      <p:ext uri="{BB962C8B-B14F-4D97-AF65-F5344CB8AC3E}">
        <p14:creationId xmlns:p14="http://schemas.microsoft.com/office/powerpoint/2010/main" val="1387571019"/>
      </p:ext>
    </p:extLst>
  </p:cSld>
  <p:clrMapOvr>
    <a:masterClrMapping/>
  </p:clrMapOvr>
  <p:transition>
    <p:split orient="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en-US" dirty="0"/>
              <a:t>Definition: product champions?</a:t>
            </a:r>
          </a:p>
          <a:p>
            <a:pPr lvl="1"/>
            <a:r>
              <a:rPr lang="en-US" dirty="0"/>
              <a:t>Each of our projects included a few key members of  our user community to provide the requirements. We called these people </a:t>
            </a:r>
            <a:r>
              <a:rPr lang="en-US" b="1" i="1" dirty="0">
                <a:solidFill>
                  <a:srgbClr val="003399"/>
                </a:solidFill>
              </a:rPr>
              <a:t>product champions</a:t>
            </a:r>
            <a:r>
              <a:rPr lang="en-US" dirty="0"/>
              <a:t>.</a:t>
            </a:r>
          </a:p>
          <a:p>
            <a:r>
              <a:rPr lang="en-US" dirty="0"/>
              <a:t>What does the product champion do?</a:t>
            </a:r>
          </a:p>
          <a:p>
            <a:pPr lvl="1"/>
            <a:r>
              <a:rPr lang="en-US" dirty="0"/>
              <a:t>Each product champion serves as the primary interface between members of a user class and BA.</a:t>
            </a:r>
          </a:p>
          <a:p>
            <a:pPr lvl="1"/>
            <a:r>
              <a:rPr lang="en-US" dirty="0"/>
              <a:t>Product champions gather requirements from other members of the user class they represent and reconcile </a:t>
            </a:r>
            <a:r>
              <a:rPr lang="en-US" sz="1700" dirty="0"/>
              <a:t>(</a:t>
            </a:r>
            <a:r>
              <a:rPr lang="en-US" sz="1700" dirty="0" err="1"/>
              <a:t>điều</a:t>
            </a:r>
            <a:r>
              <a:rPr lang="en-US" sz="1700" dirty="0"/>
              <a:t> </a:t>
            </a:r>
            <a:r>
              <a:rPr lang="en-US" sz="1700" dirty="0" err="1"/>
              <a:t>hòa</a:t>
            </a:r>
            <a:r>
              <a:rPr lang="en-US" sz="1700" dirty="0"/>
              <a:t>)</a:t>
            </a:r>
            <a:r>
              <a:rPr lang="en-US" dirty="0"/>
              <a:t> inconsistencies.</a:t>
            </a:r>
          </a:p>
          <a:p>
            <a:pPr lvl="1"/>
            <a:r>
              <a:rPr lang="en-US" dirty="0"/>
              <a:t>Best product champions have a clear vision of the system. They should be effective communicators who are respected by their colleagues.</a:t>
            </a:r>
          </a:p>
          <a:p>
            <a:pPr lvl="1"/>
            <a:r>
              <a:rPr lang="en-US" dirty="0"/>
              <a:t>They understand clearly the application domain and the solution’s operating environment.</a:t>
            </a:r>
          </a:p>
          <a:p>
            <a:pPr lvl="1"/>
            <a:r>
              <a:rPr lang="en-US" dirty="0"/>
              <a:t>They work best if they are fully empowered </a:t>
            </a:r>
            <a:r>
              <a:rPr lang="en-US" sz="1700" dirty="0"/>
              <a:t>(</a:t>
            </a:r>
            <a:r>
              <a:rPr lang="en-US" sz="1700" dirty="0" err="1"/>
              <a:t>được</a:t>
            </a:r>
            <a:r>
              <a:rPr lang="en-US" sz="1700" dirty="0"/>
              <a:t> </a:t>
            </a:r>
            <a:r>
              <a:rPr lang="en-US" sz="1700" dirty="0" err="1"/>
              <a:t>trao</a:t>
            </a:r>
            <a:r>
              <a:rPr lang="en-US" sz="1700" dirty="0"/>
              <a:t> </a:t>
            </a:r>
            <a:r>
              <a:rPr lang="en-US" sz="1700" dirty="0" err="1"/>
              <a:t>quyền</a:t>
            </a:r>
            <a:r>
              <a:rPr lang="en-US" sz="1700" dirty="0"/>
              <a:t>)</a:t>
            </a:r>
            <a:r>
              <a:rPr lang="en-US" dirty="0"/>
              <a:t> to make binding decisions on behalf of the user class they represent.</a:t>
            </a:r>
          </a:p>
        </p:txBody>
      </p:sp>
      <p:sp>
        <p:nvSpPr>
          <p:cNvPr id="2" name="Title 1"/>
          <p:cNvSpPr>
            <a:spLocks noGrp="1"/>
          </p:cNvSpPr>
          <p:nvPr>
            <p:ph type="title"/>
          </p:nvPr>
        </p:nvSpPr>
        <p:spPr>
          <a:xfrm>
            <a:off x="2764971" y="6701"/>
            <a:ext cx="6379029" cy="1052161"/>
          </a:xfrm>
        </p:spPr>
        <p:txBody>
          <a:bodyPr/>
          <a:lstStyle/>
          <a:p>
            <a:r>
              <a:rPr lang="en-US" sz="3200" dirty="0"/>
              <a:t>Product champion</a:t>
            </a:r>
          </a:p>
        </p:txBody>
      </p:sp>
      <p:sp>
        <p:nvSpPr>
          <p:cNvPr id="4" name="Footer Placeholder 3"/>
          <p:cNvSpPr>
            <a:spLocks noGrp="1"/>
          </p:cNvSpPr>
          <p:nvPr>
            <p:ph type="ftr" sz="quarter" idx="10"/>
          </p:nvPr>
        </p:nvSpPr>
        <p:spPr/>
        <p:txBody>
          <a:bodyPr/>
          <a:lstStyle/>
          <a:p>
            <a:pPr>
              <a:defRPr/>
            </a:pPr>
            <a:r>
              <a:rPr lang="en-US"/>
              <a:t>Chapter 6: Finding the voice of the user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14</a:t>
            </a:fld>
            <a:endParaRPr lang="en-US" dirty="0"/>
          </a:p>
        </p:txBody>
      </p:sp>
    </p:spTree>
    <p:extLst>
      <p:ext uri="{BB962C8B-B14F-4D97-AF65-F5344CB8AC3E}">
        <p14:creationId xmlns:p14="http://schemas.microsoft.com/office/powerpoint/2010/main" val="2959090986"/>
      </p:ext>
    </p:extLst>
  </p:cSld>
  <p:clrMapOvr>
    <a:masterClrMapping/>
  </p:clrMapOvr>
  <p:transition>
    <p:split orient="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US" dirty="0"/>
              <a:t>External product champion:</a:t>
            </a:r>
          </a:p>
          <a:p>
            <a:pPr lvl="1"/>
            <a:r>
              <a:rPr lang="en-US" dirty="0"/>
              <a:t>When developing commercial SW, it can be difficult to find product champions from outside your company. In this case, you can rely on internal subject matter experts or outside consultants to serve as surrogates </a:t>
            </a:r>
            <a:r>
              <a:rPr lang="en-US" sz="1700" dirty="0"/>
              <a:t>(</a:t>
            </a:r>
            <a:r>
              <a:rPr lang="en-US" sz="1700" dirty="0" err="1"/>
              <a:t>người</a:t>
            </a:r>
            <a:r>
              <a:rPr lang="en-US" sz="1700" dirty="0"/>
              <a:t> </a:t>
            </a:r>
            <a:r>
              <a:rPr lang="en-US" sz="1700" dirty="0" err="1"/>
              <a:t>đại</a:t>
            </a:r>
            <a:r>
              <a:rPr lang="en-US" sz="1700" dirty="0"/>
              <a:t> </a:t>
            </a:r>
            <a:r>
              <a:rPr lang="en-US" sz="1700" dirty="0" err="1"/>
              <a:t>diện</a:t>
            </a:r>
            <a:r>
              <a:rPr lang="en-US" sz="1700" dirty="0"/>
              <a:t>) </a:t>
            </a:r>
            <a:r>
              <a:rPr lang="en-US" dirty="0"/>
              <a:t>for actual users.</a:t>
            </a:r>
          </a:p>
          <a:p>
            <a:pPr lvl="1"/>
            <a:r>
              <a:rPr lang="en-US" dirty="0"/>
              <a:t>Another alternative is to hire a suitable product champion who has the right background.</a:t>
            </a:r>
          </a:p>
          <a:p>
            <a:r>
              <a:rPr lang="en-US" dirty="0"/>
              <a:t>Product champion expectations:</a:t>
            </a:r>
          </a:p>
          <a:p>
            <a:pPr lvl="1"/>
            <a:r>
              <a:rPr lang="en-US" dirty="0"/>
              <a:t>To help the product champions succeed, document what you expect your champions to do. These written expectations can help you build a case for specific individuals to fill this critical role.</a:t>
            </a:r>
          </a:p>
          <a:p>
            <a:pPr lvl="1"/>
            <a:r>
              <a:rPr lang="en-US" dirty="0"/>
              <a:t>See more detail in next slide.</a:t>
            </a:r>
          </a:p>
        </p:txBody>
      </p:sp>
      <p:sp>
        <p:nvSpPr>
          <p:cNvPr id="2" name="Title 1"/>
          <p:cNvSpPr>
            <a:spLocks noGrp="1"/>
          </p:cNvSpPr>
          <p:nvPr>
            <p:ph type="title"/>
          </p:nvPr>
        </p:nvSpPr>
        <p:spPr>
          <a:xfrm>
            <a:off x="2764971" y="6701"/>
            <a:ext cx="6379029" cy="1052161"/>
          </a:xfrm>
        </p:spPr>
        <p:txBody>
          <a:bodyPr/>
          <a:lstStyle/>
          <a:p>
            <a:r>
              <a:rPr lang="en-US" sz="3200" dirty="0"/>
              <a:t>Product champion</a:t>
            </a:r>
          </a:p>
        </p:txBody>
      </p:sp>
      <p:sp>
        <p:nvSpPr>
          <p:cNvPr id="4" name="Footer Placeholder 3"/>
          <p:cNvSpPr>
            <a:spLocks noGrp="1"/>
          </p:cNvSpPr>
          <p:nvPr>
            <p:ph type="ftr" sz="quarter" idx="10"/>
          </p:nvPr>
        </p:nvSpPr>
        <p:spPr/>
        <p:txBody>
          <a:bodyPr/>
          <a:lstStyle/>
          <a:p>
            <a:pPr>
              <a:defRPr/>
            </a:pPr>
            <a:r>
              <a:rPr lang="en-US"/>
              <a:t>Chapter 6: Finding the voice of the user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15</a:t>
            </a:fld>
            <a:endParaRPr lang="en-US" dirty="0"/>
          </a:p>
        </p:txBody>
      </p:sp>
    </p:spTree>
    <p:extLst>
      <p:ext uri="{BB962C8B-B14F-4D97-AF65-F5344CB8AC3E}">
        <p14:creationId xmlns:p14="http://schemas.microsoft.com/office/powerpoint/2010/main" val="2813944690"/>
      </p:ext>
    </p:extLst>
  </p:cSld>
  <p:clrMapOvr>
    <a:masterClrMapping/>
  </p:clrMapOvr>
  <p:transition>
    <p:split orient="ver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32309" y="0"/>
            <a:ext cx="6811691" cy="1052161"/>
          </a:xfrm>
        </p:spPr>
        <p:txBody>
          <a:bodyPr>
            <a:normAutofit/>
          </a:bodyPr>
          <a:lstStyle/>
          <a:p>
            <a:r>
              <a:rPr lang="en-US" sz="3200" dirty="0"/>
              <a:t>Product champion expectations </a:t>
            </a:r>
          </a:p>
        </p:txBody>
      </p:sp>
      <p:pic>
        <p:nvPicPr>
          <p:cNvPr id="4" name="Picture 3"/>
          <p:cNvPicPr>
            <a:picLocks noChangeAspect="1"/>
          </p:cNvPicPr>
          <p:nvPr/>
        </p:nvPicPr>
        <p:blipFill>
          <a:blip r:embed="rId2"/>
          <a:stretch>
            <a:fillRect/>
          </a:stretch>
        </p:blipFill>
        <p:spPr>
          <a:xfrm>
            <a:off x="-1" y="1377160"/>
            <a:ext cx="8932907" cy="4246400"/>
          </a:xfrm>
          <a:prstGeom prst="rect">
            <a:avLst/>
          </a:prstGeom>
        </p:spPr>
      </p:pic>
      <p:sp>
        <p:nvSpPr>
          <p:cNvPr id="3" name="Footer Placeholder 2"/>
          <p:cNvSpPr>
            <a:spLocks noGrp="1"/>
          </p:cNvSpPr>
          <p:nvPr>
            <p:ph type="ftr" sz="quarter" idx="10"/>
          </p:nvPr>
        </p:nvSpPr>
        <p:spPr/>
        <p:txBody>
          <a:bodyPr/>
          <a:lstStyle/>
          <a:p>
            <a:pPr>
              <a:defRPr/>
            </a:pPr>
            <a:r>
              <a:rPr lang="en-US"/>
              <a:t>Chapter 6: Finding the voice of the user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16</a:t>
            </a:fld>
            <a:endParaRPr lang="en-US" dirty="0"/>
          </a:p>
        </p:txBody>
      </p:sp>
    </p:spTree>
    <p:extLst>
      <p:ext uri="{BB962C8B-B14F-4D97-AF65-F5344CB8AC3E}">
        <p14:creationId xmlns:p14="http://schemas.microsoft.com/office/powerpoint/2010/main" val="3287547992"/>
      </p:ext>
    </p:extLst>
  </p:cSld>
  <p:clrMapOvr>
    <a:masterClrMapping/>
  </p:clrMapOvr>
  <p:transition>
    <p:split orient="ver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32309" y="0"/>
            <a:ext cx="6811691" cy="1052161"/>
          </a:xfrm>
        </p:spPr>
        <p:txBody>
          <a:bodyPr>
            <a:normAutofit/>
          </a:bodyPr>
          <a:lstStyle/>
          <a:p>
            <a:r>
              <a:rPr lang="en-US" sz="3200" dirty="0"/>
              <a:t>Product champion expectations </a:t>
            </a:r>
          </a:p>
        </p:txBody>
      </p:sp>
      <p:pic>
        <p:nvPicPr>
          <p:cNvPr id="7" name="Picture 6"/>
          <p:cNvPicPr>
            <a:picLocks noChangeAspect="1"/>
          </p:cNvPicPr>
          <p:nvPr/>
        </p:nvPicPr>
        <p:blipFill>
          <a:blip r:embed="rId2"/>
          <a:stretch>
            <a:fillRect/>
          </a:stretch>
        </p:blipFill>
        <p:spPr>
          <a:xfrm>
            <a:off x="193841" y="1577486"/>
            <a:ext cx="8759281" cy="3314554"/>
          </a:xfrm>
          <a:prstGeom prst="rect">
            <a:avLst/>
          </a:prstGeom>
        </p:spPr>
      </p:pic>
      <p:sp>
        <p:nvSpPr>
          <p:cNvPr id="3" name="Footer Placeholder 2"/>
          <p:cNvSpPr>
            <a:spLocks noGrp="1"/>
          </p:cNvSpPr>
          <p:nvPr>
            <p:ph type="ftr" sz="quarter" idx="10"/>
          </p:nvPr>
        </p:nvSpPr>
        <p:spPr/>
        <p:txBody>
          <a:bodyPr/>
          <a:lstStyle/>
          <a:p>
            <a:pPr>
              <a:defRPr/>
            </a:pPr>
            <a:r>
              <a:rPr lang="en-US"/>
              <a:t>Chapter 6: Finding the voice of the user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17</a:t>
            </a:fld>
            <a:endParaRPr lang="en-US" dirty="0"/>
          </a:p>
        </p:txBody>
      </p:sp>
    </p:spTree>
    <p:extLst>
      <p:ext uri="{BB962C8B-B14F-4D97-AF65-F5344CB8AC3E}">
        <p14:creationId xmlns:p14="http://schemas.microsoft.com/office/powerpoint/2010/main" val="2047155984"/>
      </p:ext>
    </p:extLst>
  </p:cSld>
  <p:clrMapOvr>
    <a:masterClrMapping/>
  </p:clrMapOvr>
  <p:transition>
    <p:split orient="ver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3000"/>
            <a:ext cx="8686800" cy="1338943"/>
          </a:xfrm>
        </p:spPr>
        <p:txBody>
          <a:bodyPr>
            <a:normAutofit fontScale="77500" lnSpcReduction="20000"/>
          </a:bodyPr>
          <a:lstStyle/>
          <a:p>
            <a:r>
              <a:rPr lang="en-US" dirty="0"/>
              <a:t>One person can not describe the needs for all users of an application.</a:t>
            </a:r>
          </a:p>
          <a:p>
            <a:r>
              <a:rPr lang="en-US" dirty="0"/>
              <a:t>These champions are not assigned full time, but each one spends several hours per week to work on the project.</a:t>
            </a:r>
          </a:p>
        </p:txBody>
      </p:sp>
      <p:sp>
        <p:nvSpPr>
          <p:cNvPr id="2" name="Title 1"/>
          <p:cNvSpPr>
            <a:spLocks noGrp="1"/>
          </p:cNvSpPr>
          <p:nvPr>
            <p:ph type="title"/>
          </p:nvPr>
        </p:nvSpPr>
        <p:spPr>
          <a:xfrm>
            <a:off x="2764971" y="6701"/>
            <a:ext cx="6379029" cy="1052161"/>
          </a:xfrm>
        </p:spPr>
        <p:txBody>
          <a:bodyPr/>
          <a:lstStyle/>
          <a:p>
            <a:r>
              <a:rPr lang="en-US" sz="3200" dirty="0"/>
              <a:t>Multiple product champions</a:t>
            </a:r>
          </a:p>
        </p:txBody>
      </p:sp>
      <p:sp>
        <p:nvSpPr>
          <p:cNvPr id="4" name="Footer Placeholder 3"/>
          <p:cNvSpPr>
            <a:spLocks noGrp="1"/>
          </p:cNvSpPr>
          <p:nvPr>
            <p:ph type="ftr" sz="quarter" idx="10"/>
          </p:nvPr>
        </p:nvSpPr>
        <p:spPr/>
        <p:txBody>
          <a:bodyPr/>
          <a:lstStyle/>
          <a:p>
            <a:pPr>
              <a:defRPr/>
            </a:pPr>
            <a:r>
              <a:rPr lang="en-US"/>
              <a:t>Chapter 6: Finding the voice of the user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18</a:t>
            </a:fld>
            <a:endParaRPr lang="en-US" dirty="0"/>
          </a:p>
        </p:txBody>
      </p:sp>
      <p:pic>
        <p:nvPicPr>
          <p:cNvPr id="7" name="Picture 6"/>
          <p:cNvPicPr>
            <a:picLocks noChangeAspect="1"/>
          </p:cNvPicPr>
          <p:nvPr/>
        </p:nvPicPr>
        <p:blipFill>
          <a:blip r:embed="rId3"/>
          <a:stretch>
            <a:fillRect/>
          </a:stretch>
        </p:blipFill>
        <p:spPr>
          <a:xfrm>
            <a:off x="1143000" y="2535902"/>
            <a:ext cx="7142860" cy="3804573"/>
          </a:xfrm>
          <a:prstGeom prst="rect">
            <a:avLst/>
          </a:prstGeom>
        </p:spPr>
      </p:pic>
    </p:spTree>
    <p:extLst>
      <p:ext uri="{BB962C8B-B14F-4D97-AF65-F5344CB8AC3E}">
        <p14:creationId xmlns:p14="http://schemas.microsoft.com/office/powerpoint/2010/main" val="546024872"/>
      </p:ext>
    </p:extLst>
  </p:cSld>
  <p:clrMapOvr>
    <a:masterClrMapping/>
  </p:clrMapOvr>
  <p:transition>
    <p:split orient="ver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Sometimes, we encounter resistance from the users, such as “the users are too busy.”, “Management wants to make the decision.”, “They will slow us down.”, “I don’t know what I’m supposed to do as a product champion.”,…</a:t>
            </a:r>
          </a:p>
          <a:p>
            <a:r>
              <a:rPr lang="en-US" dirty="0"/>
              <a:t>Managers are sometimes reluctant to delegate </a:t>
            </a:r>
            <a:r>
              <a:rPr lang="en-US" sz="1800" dirty="0"/>
              <a:t>(</a:t>
            </a:r>
            <a:r>
              <a:rPr lang="en-US" sz="1800" dirty="0" err="1"/>
              <a:t>giao</a:t>
            </a:r>
            <a:r>
              <a:rPr lang="en-US" sz="1800" dirty="0"/>
              <a:t> </a:t>
            </a:r>
            <a:r>
              <a:rPr lang="en-US" sz="1800" dirty="0" err="1"/>
              <a:t>quyền</a:t>
            </a:r>
            <a:r>
              <a:rPr lang="en-US" sz="1800" dirty="0"/>
              <a:t>)</a:t>
            </a:r>
            <a:r>
              <a:rPr lang="en-US" dirty="0"/>
              <a:t> authority for requirements to ordinary users.</a:t>
            </a:r>
          </a:p>
          <a:p>
            <a:r>
              <a:rPr lang="en-US" dirty="0"/>
              <a:t>If you encounter resistance, point out that insufficient user involvement is a leading cause of SW project failure.</a:t>
            </a:r>
          </a:p>
        </p:txBody>
      </p:sp>
      <p:sp>
        <p:nvSpPr>
          <p:cNvPr id="2" name="Title 1"/>
          <p:cNvSpPr>
            <a:spLocks noGrp="1"/>
          </p:cNvSpPr>
          <p:nvPr>
            <p:ph type="title"/>
          </p:nvPr>
        </p:nvSpPr>
        <p:spPr>
          <a:xfrm>
            <a:off x="2764971" y="6701"/>
            <a:ext cx="6379029" cy="1052161"/>
          </a:xfrm>
        </p:spPr>
        <p:txBody>
          <a:bodyPr/>
          <a:lstStyle/>
          <a:p>
            <a:r>
              <a:rPr lang="en-US" sz="3200" dirty="0"/>
              <a:t>Selling the product champion idea</a:t>
            </a:r>
          </a:p>
        </p:txBody>
      </p:sp>
      <p:sp>
        <p:nvSpPr>
          <p:cNvPr id="4" name="Footer Placeholder 3"/>
          <p:cNvSpPr>
            <a:spLocks noGrp="1"/>
          </p:cNvSpPr>
          <p:nvPr>
            <p:ph type="ftr" sz="quarter" idx="10"/>
          </p:nvPr>
        </p:nvSpPr>
        <p:spPr/>
        <p:txBody>
          <a:bodyPr/>
          <a:lstStyle/>
          <a:p>
            <a:pPr>
              <a:defRPr/>
            </a:pPr>
            <a:r>
              <a:rPr lang="en-US"/>
              <a:t>Chapter 6: Finding the voice of the user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19</a:t>
            </a:fld>
            <a:endParaRPr lang="en-US" dirty="0"/>
          </a:p>
        </p:txBody>
      </p:sp>
    </p:spTree>
    <p:extLst>
      <p:ext uri="{BB962C8B-B14F-4D97-AF65-F5344CB8AC3E}">
        <p14:creationId xmlns:p14="http://schemas.microsoft.com/office/powerpoint/2010/main" val="1365193315"/>
      </p:ext>
    </p:extLst>
  </p:cSld>
  <p:clrMapOvr>
    <a:masterClrMapping/>
  </p:clrMapOvr>
  <p:transition>
    <p:split orient="ver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2999"/>
            <a:ext cx="8686800" cy="5197475"/>
          </a:xfrm>
        </p:spPr>
        <p:txBody>
          <a:bodyPr>
            <a:normAutofit fontScale="92500" lnSpcReduction="20000"/>
          </a:bodyPr>
          <a:lstStyle/>
          <a:p>
            <a:r>
              <a:rPr lang="en-US" dirty="0"/>
              <a:t>The product champion model has succeeded in many environments. It works only when the product champions understand and sign up for their responsibilities, have the authority to make decisions at the user requirements level, and have time available to do the job.</a:t>
            </a:r>
          </a:p>
          <a:p>
            <a:r>
              <a:rPr lang="en-US" dirty="0"/>
              <a:t>Some problems:</a:t>
            </a:r>
          </a:p>
          <a:p>
            <a:pPr lvl="1"/>
            <a:r>
              <a:rPr lang="en-US" dirty="0"/>
              <a:t>Managers override the decisions of the product champions. Perhaps a manager has a wild new idea at the last minute, or thinks he knows what the users need.</a:t>
            </a:r>
          </a:p>
          <a:p>
            <a:pPr lvl="1"/>
            <a:r>
              <a:rPr lang="en-US" dirty="0"/>
              <a:t>A product champion who forgets that he is representing other customers and presents only his own requirements won’t do a good job.</a:t>
            </a:r>
          </a:p>
          <a:p>
            <a:pPr lvl="1"/>
            <a:r>
              <a:rPr lang="en-US" dirty="0"/>
              <a:t>A product champion who lacks a clear vision of the new system might differ decisions to the BA.</a:t>
            </a:r>
          </a:p>
          <a:p>
            <a:pPr lvl="1"/>
            <a:r>
              <a:rPr lang="en-US" dirty="0"/>
              <a:t>A senior user might nominate </a:t>
            </a:r>
            <a:r>
              <a:rPr lang="en-US" sz="1700" dirty="0"/>
              <a:t>(tiến </a:t>
            </a:r>
            <a:r>
              <a:rPr lang="en-US" sz="1700" dirty="0" err="1"/>
              <a:t>cử</a:t>
            </a:r>
            <a:r>
              <a:rPr lang="en-US" sz="1700" dirty="0"/>
              <a:t>) </a:t>
            </a:r>
            <a:r>
              <a:rPr lang="en-US" dirty="0"/>
              <a:t>a less experienced user as champion because she/he doesn’t have time to do the job.</a:t>
            </a:r>
          </a:p>
        </p:txBody>
      </p:sp>
      <p:sp>
        <p:nvSpPr>
          <p:cNvPr id="2" name="Title 1"/>
          <p:cNvSpPr>
            <a:spLocks noGrp="1"/>
          </p:cNvSpPr>
          <p:nvPr>
            <p:ph type="title"/>
          </p:nvPr>
        </p:nvSpPr>
        <p:spPr>
          <a:xfrm>
            <a:off x="2764971" y="6701"/>
            <a:ext cx="6302829" cy="1052161"/>
          </a:xfrm>
        </p:spPr>
        <p:txBody>
          <a:bodyPr/>
          <a:lstStyle/>
          <a:p>
            <a:r>
              <a:rPr lang="en-US" sz="3200" dirty="0"/>
              <a:t>Product champion traps to avoid</a:t>
            </a:r>
          </a:p>
        </p:txBody>
      </p:sp>
      <p:sp>
        <p:nvSpPr>
          <p:cNvPr id="4" name="Footer Placeholder 3"/>
          <p:cNvSpPr>
            <a:spLocks noGrp="1"/>
          </p:cNvSpPr>
          <p:nvPr>
            <p:ph type="ftr" sz="quarter" idx="10"/>
          </p:nvPr>
        </p:nvSpPr>
        <p:spPr/>
        <p:txBody>
          <a:bodyPr/>
          <a:lstStyle/>
          <a:p>
            <a:pPr>
              <a:defRPr/>
            </a:pPr>
            <a:r>
              <a:rPr lang="en-US"/>
              <a:t>Chapter 6: Finding the voice of the user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20</a:t>
            </a:fld>
            <a:endParaRPr lang="en-US" dirty="0"/>
          </a:p>
        </p:txBody>
      </p:sp>
    </p:spTree>
    <p:extLst>
      <p:ext uri="{BB962C8B-B14F-4D97-AF65-F5344CB8AC3E}">
        <p14:creationId xmlns:p14="http://schemas.microsoft.com/office/powerpoint/2010/main" val="3108609352"/>
      </p:ext>
    </p:extLst>
  </p:cSld>
  <p:clrMapOvr>
    <a:masterClrMapping/>
  </p:clrMapOvr>
  <p:transition>
    <p:split orient="ver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2999"/>
            <a:ext cx="8686800" cy="5197475"/>
          </a:xfrm>
        </p:spPr>
        <p:txBody>
          <a:bodyPr>
            <a:normAutofit fontScale="92500"/>
          </a:bodyPr>
          <a:lstStyle/>
          <a:p>
            <a:r>
              <a:rPr lang="en-US" dirty="0"/>
              <a:t>Product owner:</a:t>
            </a:r>
          </a:p>
          <a:p>
            <a:pPr lvl="1"/>
            <a:r>
              <a:rPr lang="en-US" dirty="0"/>
              <a:t>Some agile development methods include a single representative of stakeholders called </a:t>
            </a:r>
            <a:r>
              <a:rPr lang="en-US" b="1" i="1" dirty="0">
                <a:solidFill>
                  <a:srgbClr val="003399"/>
                </a:solidFill>
              </a:rPr>
              <a:t>product owner </a:t>
            </a:r>
            <a:r>
              <a:rPr lang="en-US" dirty="0"/>
              <a:t>in the team to serve as the voice of the customer.</a:t>
            </a:r>
          </a:p>
          <a:p>
            <a:pPr lvl="1"/>
            <a:r>
              <a:rPr lang="en-US" dirty="0"/>
              <a:t>Product owner defines the product’s vision and is responsible for developing and prioritizing the contents of the product backlog.</a:t>
            </a:r>
          </a:p>
          <a:p>
            <a:r>
              <a:rPr lang="en-US" dirty="0"/>
              <a:t>Differentiate between the product owner and product champion:</a:t>
            </a:r>
          </a:p>
          <a:p>
            <a:pPr lvl="1"/>
            <a:r>
              <a:rPr lang="en-US" dirty="0"/>
              <a:t>The product owner spans all three levels of requirements: biz, user, and functional.</a:t>
            </a:r>
          </a:p>
          <a:p>
            <a:pPr lvl="1"/>
            <a:r>
              <a:rPr lang="en-US" dirty="0"/>
              <a:t>He essentially straddles </a:t>
            </a:r>
            <a:r>
              <a:rPr lang="en-US" sz="1700" dirty="0"/>
              <a:t>(</a:t>
            </a:r>
            <a:r>
              <a:rPr lang="en-US" sz="1700" dirty="0" err="1"/>
              <a:t>đứng</a:t>
            </a:r>
            <a:r>
              <a:rPr lang="en-US" sz="1700" dirty="0"/>
              <a:t> </a:t>
            </a:r>
            <a:r>
              <a:rPr lang="en-US" sz="1700" dirty="0" err="1"/>
              <a:t>trên</a:t>
            </a:r>
            <a:r>
              <a:rPr lang="en-US" sz="1700" dirty="0"/>
              <a:t>) </a:t>
            </a:r>
            <a:r>
              <a:rPr lang="en-US" dirty="0"/>
              <a:t>the product champion and BA functions, representing the customer, defining product features, prioritizing them,…</a:t>
            </a:r>
          </a:p>
        </p:txBody>
      </p:sp>
      <p:sp>
        <p:nvSpPr>
          <p:cNvPr id="2" name="Title 1"/>
          <p:cNvSpPr>
            <a:spLocks noGrp="1"/>
          </p:cNvSpPr>
          <p:nvPr>
            <p:ph type="title"/>
          </p:nvPr>
        </p:nvSpPr>
        <p:spPr>
          <a:xfrm>
            <a:off x="2775857" y="6701"/>
            <a:ext cx="6368143" cy="1052161"/>
          </a:xfrm>
        </p:spPr>
        <p:txBody>
          <a:bodyPr>
            <a:noAutofit/>
          </a:bodyPr>
          <a:lstStyle/>
          <a:p>
            <a:r>
              <a:rPr lang="en-US" sz="3200" dirty="0"/>
              <a:t>User representation on agile projects</a:t>
            </a:r>
          </a:p>
        </p:txBody>
      </p:sp>
      <p:sp>
        <p:nvSpPr>
          <p:cNvPr id="4" name="Footer Placeholder 3"/>
          <p:cNvSpPr>
            <a:spLocks noGrp="1"/>
          </p:cNvSpPr>
          <p:nvPr>
            <p:ph type="ftr" sz="quarter" idx="10"/>
          </p:nvPr>
        </p:nvSpPr>
        <p:spPr/>
        <p:txBody>
          <a:bodyPr/>
          <a:lstStyle/>
          <a:p>
            <a:pPr>
              <a:defRPr/>
            </a:pPr>
            <a:r>
              <a:rPr lang="en-US"/>
              <a:t>Chapter 6: Finding the voice of the user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21</a:t>
            </a:fld>
            <a:endParaRPr lang="en-US" dirty="0"/>
          </a:p>
        </p:txBody>
      </p:sp>
    </p:spTree>
    <p:extLst>
      <p:ext uri="{BB962C8B-B14F-4D97-AF65-F5344CB8AC3E}">
        <p14:creationId xmlns:p14="http://schemas.microsoft.com/office/powerpoint/2010/main" val="3506639135"/>
      </p:ext>
    </p:extLst>
  </p:cSld>
  <p:clrMapOvr>
    <a:masterClrMapping/>
  </p:clrMapOvr>
  <p:transition>
    <p:split orient="ver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77886" y="17631"/>
            <a:ext cx="6466114" cy="1052161"/>
          </a:xfrm>
        </p:spPr>
        <p:txBody>
          <a:bodyPr/>
          <a:lstStyle/>
          <a:p>
            <a:r>
              <a:rPr lang="en-US" sz="3200" dirty="0"/>
              <a:t>Resolving conflicting requirements</a:t>
            </a:r>
          </a:p>
        </p:txBody>
      </p:sp>
      <p:pic>
        <p:nvPicPr>
          <p:cNvPr id="4" name="Picture 3"/>
          <p:cNvPicPr>
            <a:picLocks noChangeAspect="1"/>
          </p:cNvPicPr>
          <p:nvPr/>
        </p:nvPicPr>
        <p:blipFill>
          <a:blip r:embed="rId3"/>
          <a:stretch>
            <a:fillRect/>
          </a:stretch>
        </p:blipFill>
        <p:spPr>
          <a:xfrm>
            <a:off x="536461" y="3058159"/>
            <a:ext cx="8226539" cy="3282316"/>
          </a:xfrm>
          <a:prstGeom prst="rect">
            <a:avLst/>
          </a:prstGeom>
        </p:spPr>
      </p:pic>
      <p:sp>
        <p:nvSpPr>
          <p:cNvPr id="3" name="Footer Placeholder 2"/>
          <p:cNvSpPr>
            <a:spLocks noGrp="1"/>
          </p:cNvSpPr>
          <p:nvPr>
            <p:ph type="ftr" sz="quarter" idx="10"/>
          </p:nvPr>
        </p:nvSpPr>
        <p:spPr/>
        <p:txBody>
          <a:bodyPr/>
          <a:lstStyle/>
          <a:p>
            <a:pPr>
              <a:defRPr/>
            </a:pPr>
            <a:r>
              <a:rPr lang="en-US"/>
              <a:t>Chapter 6: Finding the voice of the user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22</a:t>
            </a:fld>
            <a:endParaRPr lang="en-US" dirty="0"/>
          </a:p>
        </p:txBody>
      </p:sp>
      <p:sp>
        <p:nvSpPr>
          <p:cNvPr id="6" name="Content Placeholder 2"/>
          <p:cNvSpPr>
            <a:spLocks noGrp="1"/>
          </p:cNvSpPr>
          <p:nvPr>
            <p:ph idx="1"/>
          </p:nvPr>
        </p:nvSpPr>
        <p:spPr>
          <a:xfrm>
            <a:off x="306329" y="1091564"/>
            <a:ext cx="8686800" cy="2108836"/>
          </a:xfrm>
        </p:spPr>
        <p:txBody>
          <a:bodyPr>
            <a:normAutofit fontScale="70000" lnSpcReduction="20000"/>
          </a:bodyPr>
          <a:lstStyle/>
          <a:p>
            <a:r>
              <a:rPr lang="en-US" dirty="0"/>
              <a:t>Someone must resolve conflicting requirements from different user classes, reconcile </a:t>
            </a:r>
            <a:r>
              <a:rPr lang="en-US" sz="2000" dirty="0"/>
              <a:t>(dung </a:t>
            </a:r>
            <a:r>
              <a:rPr lang="en-US" sz="2000" dirty="0" err="1"/>
              <a:t>hòa</a:t>
            </a:r>
            <a:r>
              <a:rPr lang="en-US" sz="2000" dirty="0"/>
              <a:t>)</a:t>
            </a:r>
            <a:r>
              <a:rPr lang="en-US" dirty="0"/>
              <a:t> inconsistencies, and arbitrate </a:t>
            </a:r>
            <a:r>
              <a:rPr lang="en-US" sz="2000" dirty="0"/>
              <a:t>(</a:t>
            </a:r>
            <a:r>
              <a:rPr lang="en-US" sz="2000" dirty="0" err="1"/>
              <a:t>phân</a:t>
            </a:r>
            <a:r>
              <a:rPr lang="en-US" sz="2000" dirty="0"/>
              <a:t> </a:t>
            </a:r>
            <a:r>
              <a:rPr lang="en-US" sz="2000" dirty="0" err="1"/>
              <a:t>xử</a:t>
            </a:r>
            <a:r>
              <a:rPr lang="en-US" sz="2000" dirty="0"/>
              <a:t>) </a:t>
            </a:r>
            <a:r>
              <a:rPr lang="en-US" dirty="0"/>
              <a:t>questions of scope that arise. The product champions or product owner can handle this in many, but likely not all, cases.</a:t>
            </a:r>
          </a:p>
          <a:p>
            <a:r>
              <a:rPr lang="en-US" dirty="0"/>
              <a:t>The project’s leaders need to determine who will decide what to do when such situation arise, who will make the call if agreement is not reached, and to whom significant issues must be escalated when necessary.</a:t>
            </a:r>
          </a:p>
        </p:txBody>
      </p:sp>
    </p:spTree>
    <p:extLst>
      <p:ext uri="{BB962C8B-B14F-4D97-AF65-F5344CB8AC3E}">
        <p14:creationId xmlns:p14="http://schemas.microsoft.com/office/powerpoint/2010/main" val="3303957790"/>
      </p:ext>
    </p:extLst>
  </p:cSld>
  <p:clrMapOvr>
    <a:masterClrMapping/>
  </p:clrMapOvr>
  <p:transition>
    <p:split orient="ver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1760" y="0"/>
            <a:ext cx="6482080" cy="1052161"/>
          </a:xfrm>
        </p:spPr>
        <p:txBody>
          <a:bodyPr>
            <a:noAutofit/>
          </a:bodyPr>
          <a:lstStyle/>
          <a:p>
            <a:r>
              <a:rPr lang="en-US" sz="3200" dirty="0"/>
              <a:t>Review chapter 6</a:t>
            </a:r>
          </a:p>
        </p:txBody>
      </p:sp>
      <p:sp>
        <p:nvSpPr>
          <p:cNvPr id="4" name="Footer Placeholder 3"/>
          <p:cNvSpPr>
            <a:spLocks noGrp="1"/>
          </p:cNvSpPr>
          <p:nvPr>
            <p:ph type="ftr" sz="quarter" idx="10"/>
          </p:nvPr>
        </p:nvSpPr>
        <p:spPr/>
        <p:txBody>
          <a:bodyPr/>
          <a:lstStyle/>
          <a:p>
            <a:pPr>
              <a:defRPr/>
            </a:pPr>
            <a:r>
              <a:rPr lang="en-US"/>
              <a:t>Chapter 2: Requirements from customer's perspective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23</a:t>
            </a:fld>
            <a:endParaRPr lang="en-US" dirty="0"/>
          </a:p>
        </p:txBody>
      </p:sp>
      <p:graphicFrame>
        <p:nvGraphicFramePr>
          <p:cNvPr id="7" name="Content Placeholder 6"/>
          <p:cNvGraphicFramePr>
            <a:graphicFrameLocks noGrp="1"/>
          </p:cNvGraphicFramePr>
          <p:nvPr>
            <p:ph idx="1"/>
          </p:nvPr>
        </p:nvGraphicFramePr>
        <p:xfrm>
          <a:off x="228600" y="1142999"/>
          <a:ext cx="8686800" cy="51974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47669204"/>
      </p:ext>
    </p:extLst>
  </p:cSld>
  <p:clrMapOvr>
    <a:masterClrMapping/>
  </p:clrMapOvr>
  <p:transition>
    <p:split orient="ver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Chapter 4: The business analyst -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24</a:t>
            </a:fld>
            <a:endParaRPr lang="en-US" dirty="0"/>
          </a:p>
        </p:txBody>
      </p:sp>
      <p:pic>
        <p:nvPicPr>
          <p:cNvPr id="8" name="Picture 7"/>
          <p:cNvPicPr>
            <a:picLocks noChangeAspect="1"/>
          </p:cNvPicPr>
          <p:nvPr/>
        </p:nvPicPr>
        <p:blipFill>
          <a:blip r:embed="rId3"/>
          <a:stretch>
            <a:fillRect/>
          </a:stretch>
        </p:blipFill>
        <p:spPr>
          <a:xfrm>
            <a:off x="0" y="1109661"/>
            <a:ext cx="9160372" cy="5154504"/>
          </a:xfrm>
          <a:prstGeom prst="rect">
            <a:avLst/>
          </a:prstGeom>
        </p:spPr>
      </p:pic>
    </p:spTree>
    <p:extLst>
      <p:ext uri="{BB962C8B-B14F-4D97-AF65-F5344CB8AC3E}">
        <p14:creationId xmlns:p14="http://schemas.microsoft.com/office/powerpoint/2010/main" val="251483144"/>
      </p:ext>
    </p:extLst>
  </p:cSld>
  <p:clrMapOvr>
    <a:masterClrMapping/>
  </p:clrMapOvr>
  <p:transition>
    <p:split orient="vert"/>
  </p:transition>
</p:sld>
</file>

<file path=ppt/theme/theme1.xml><?xml version="1.0" encoding="utf-8"?>
<a:theme xmlns:a="http://schemas.openxmlformats.org/drawingml/2006/main" name="1_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Theme2</Template>
  <TotalTime>865</TotalTime>
  <Words>2762</Words>
  <Application>Microsoft Macintosh PowerPoint</Application>
  <PresentationFormat>On-screen Show (4:3)</PresentationFormat>
  <Paragraphs>222</Paragraphs>
  <Slides>24</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Tahoma</vt:lpstr>
      <vt:lpstr>Wingdings 3</vt:lpstr>
      <vt:lpstr>1_template</vt:lpstr>
      <vt:lpstr>CHAPTER 6   Finding the voice of the user</vt:lpstr>
      <vt:lpstr>Review chapter 5</vt:lpstr>
      <vt:lpstr>Objectives</vt:lpstr>
      <vt:lpstr>Contents</vt:lpstr>
      <vt:lpstr>Finding the voice of the user</vt:lpstr>
      <vt:lpstr> User classes: Classifying users </vt:lpstr>
      <vt:lpstr> User classes: Classifying users </vt:lpstr>
      <vt:lpstr>User classes: Identifying  user classes for your project</vt:lpstr>
      <vt:lpstr>User classes: Identifying  user classes for your project</vt:lpstr>
      <vt:lpstr>User classes: Identifying  user classes for your project</vt:lpstr>
      <vt:lpstr>User personas (nhân vật)</vt:lpstr>
      <vt:lpstr>Connecting with user representatives</vt:lpstr>
      <vt:lpstr>Typical communication pathways between users and developers</vt:lpstr>
      <vt:lpstr>Product champion</vt:lpstr>
      <vt:lpstr>Product champion</vt:lpstr>
      <vt:lpstr>Product champion expectations </vt:lpstr>
      <vt:lpstr>Product champion expectations </vt:lpstr>
      <vt:lpstr>Multiple product champions</vt:lpstr>
      <vt:lpstr>Selling the product champion idea</vt:lpstr>
      <vt:lpstr>Product champion traps to avoid</vt:lpstr>
      <vt:lpstr>User representation on agile projects</vt:lpstr>
      <vt:lpstr>Resolving conflicting requirements</vt:lpstr>
      <vt:lpstr>Review chapter 6</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6  Finding the voice of the user</dc:title>
  <dc:creator>Huong</dc:creator>
  <cp:lastModifiedBy>Nguyen Dinh Vinh (FE FPTU CT)</cp:lastModifiedBy>
  <cp:revision>85</cp:revision>
  <dcterms:created xsi:type="dcterms:W3CDTF">2018-04-24T06:15:53Z</dcterms:created>
  <dcterms:modified xsi:type="dcterms:W3CDTF">2021-05-24T07:17:32Z</dcterms:modified>
</cp:coreProperties>
</file>