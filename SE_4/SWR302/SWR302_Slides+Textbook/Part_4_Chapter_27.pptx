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3" r:id="rId1"/>
  </p:sldMasterIdLst>
  <p:notesMasterIdLst>
    <p:notesMasterId r:id="rId19"/>
  </p:notesMasterIdLst>
  <p:sldIdLst>
    <p:sldId id="257" r:id="rId2"/>
    <p:sldId id="268" r:id="rId3"/>
    <p:sldId id="258" r:id="rId4"/>
    <p:sldId id="259" r:id="rId5"/>
    <p:sldId id="260" r:id="rId6"/>
    <p:sldId id="261" r:id="rId7"/>
    <p:sldId id="270" r:id="rId8"/>
    <p:sldId id="269" r:id="rId9"/>
    <p:sldId id="262" r:id="rId10"/>
    <p:sldId id="271" r:id="rId11"/>
    <p:sldId id="263" r:id="rId12"/>
    <p:sldId id="264" r:id="rId13"/>
    <p:sldId id="265" r:id="rId14"/>
    <p:sldId id="272" r:id="rId15"/>
    <p:sldId id="266" r:id="rId16"/>
    <p:sldId id="273" r:id="rId17"/>
    <p:sldId id="267"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409" autoAdjust="0"/>
  </p:normalViewPr>
  <p:slideViewPr>
    <p:cSldViewPr snapToGrid="0">
      <p:cViewPr varScale="1">
        <p:scale>
          <a:sx n="64" d="100"/>
          <a:sy n="64" d="100"/>
        </p:scale>
        <p:origin x="156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22 – Packaged solutions  projects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200" dirty="0" err="1" smtClean="0"/>
            <a:t>Reqs</a:t>
          </a:r>
          <a:r>
            <a:rPr lang="en-US" sz="1200" dirty="0" smtClean="0"/>
            <a:t>. for selecting packaged solutions</a:t>
          </a:r>
          <a:endParaRPr lang="en-US" sz="12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200" smtClean="0"/>
            <a:t>Packaged solutions</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0394B78F-9F6A-46F9-8192-B5368C603428}">
      <dgm:prSet phldrT="[Text]" custT="1"/>
      <dgm:spPr/>
      <dgm:t>
        <a:bodyPr/>
        <a:lstStyle/>
        <a:p>
          <a:r>
            <a:rPr lang="en-US" sz="1200" dirty="0" err="1" smtClean="0"/>
            <a:t>Reqs</a:t>
          </a:r>
          <a:r>
            <a:rPr lang="en-US" sz="1200" dirty="0" smtClean="0"/>
            <a:t>. for implementing packaged solutions</a:t>
          </a:r>
          <a:endParaRPr lang="en-US" sz="1200" dirty="0"/>
        </a:p>
      </dgm:t>
    </dgm:pt>
    <dgm:pt modelId="{D652C70C-8554-4301-869A-D02E3BDCCF9C}" type="parTrans" cxnId="{B5ABC604-1326-4694-B54C-E5E593D5B4D3}">
      <dgm:prSet/>
      <dgm:spPr/>
      <dgm:t>
        <a:bodyPr/>
        <a:lstStyle/>
        <a:p>
          <a:endParaRPr lang="en-US"/>
        </a:p>
      </dgm:t>
    </dgm:pt>
    <dgm:pt modelId="{4FD2C2F4-D20F-4955-BB38-134D0C8C3F3C}" type="sibTrans" cxnId="{B5ABC604-1326-4694-B54C-E5E593D5B4D3}">
      <dgm:prSet/>
      <dgm:spPr/>
      <dgm:t>
        <a:bodyPr/>
        <a:lstStyle/>
        <a:p>
          <a:endParaRPr lang="en-US"/>
        </a:p>
      </dgm:t>
    </dgm:pt>
    <dgm:pt modelId="{D21AA50B-6F47-4522-9EC2-1DCF65D1D4AF}">
      <dgm:prSet phldrT="[Text]" custT="1"/>
      <dgm:spPr/>
      <dgm:t>
        <a:bodyPr/>
        <a:lstStyle/>
        <a:p>
          <a:r>
            <a:rPr lang="en-US" sz="1200" dirty="0" smtClean="0"/>
            <a:t>Configuration requirements</a:t>
          </a:r>
          <a:endParaRPr lang="en-US" sz="1200" dirty="0"/>
        </a:p>
      </dgm:t>
    </dgm:pt>
    <dgm:pt modelId="{43109AA1-FEEE-4F25-AE73-32BDAA3045E7}" type="parTrans" cxnId="{025F3CB9-CB65-4128-947E-9B6C6492BF1A}">
      <dgm:prSet/>
      <dgm:spPr/>
      <dgm:t>
        <a:bodyPr/>
        <a:lstStyle/>
        <a:p>
          <a:endParaRPr lang="en-US"/>
        </a:p>
      </dgm:t>
    </dgm:pt>
    <dgm:pt modelId="{CECDADA7-D3E7-4A39-A783-CD0194524D5E}" type="sibTrans" cxnId="{025F3CB9-CB65-4128-947E-9B6C6492BF1A}">
      <dgm:prSet/>
      <dgm:spPr/>
      <dgm:t>
        <a:bodyPr/>
        <a:lstStyle/>
        <a:p>
          <a:endParaRPr lang="en-US"/>
        </a:p>
      </dgm:t>
    </dgm:pt>
    <dgm:pt modelId="{6D2BC0AE-F643-4057-B2EB-0652F58B33B9}">
      <dgm:prSet phldrT="[Text]" custT="1"/>
      <dgm:spPr/>
      <dgm:t>
        <a:bodyPr/>
        <a:lstStyle/>
        <a:p>
          <a:r>
            <a:rPr lang="en-US" sz="1200" smtClean="0"/>
            <a:t>Developing user requirements</a:t>
          </a:r>
          <a:endParaRPr lang="en-US" sz="1200" dirty="0"/>
        </a:p>
      </dgm:t>
    </dgm:pt>
    <dgm:pt modelId="{C088B613-79B3-481F-9BB2-FDCE0903B149}" type="parTrans" cxnId="{ECE11D79-1514-47E5-9803-75E3B6B33B00}">
      <dgm:prSet/>
      <dgm:spPr/>
      <dgm:t>
        <a:bodyPr/>
        <a:lstStyle/>
        <a:p>
          <a:endParaRPr lang="en-US"/>
        </a:p>
      </dgm:t>
    </dgm:pt>
    <dgm:pt modelId="{DFE859E1-1BA2-420F-9875-6D2EB22C59B3}" type="sibTrans" cxnId="{ECE11D79-1514-47E5-9803-75E3B6B33B00}">
      <dgm:prSet/>
      <dgm:spPr/>
      <dgm:t>
        <a:bodyPr/>
        <a:lstStyle/>
        <a:p>
          <a:endParaRPr lang="en-US"/>
        </a:p>
      </dgm:t>
    </dgm:pt>
    <dgm:pt modelId="{4C1AE607-8879-40FA-8B91-8EA53E5C21A0}">
      <dgm:prSet phldrT="[Text]" custT="1"/>
      <dgm:spPr/>
      <dgm:t>
        <a:bodyPr/>
        <a:lstStyle/>
        <a:p>
          <a:r>
            <a:rPr lang="en-US" sz="1200" smtClean="0"/>
            <a:t>Considering business rules</a:t>
          </a:r>
          <a:endParaRPr lang="en-US" sz="1200" dirty="0"/>
        </a:p>
      </dgm:t>
    </dgm:pt>
    <dgm:pt modelId="{92C4C6DD-83B2-4FF9-8A58-98BADCE3D1F3}" type="parTrans" cxnId="{D8EBBDD4-5DC6-4745-8954-351FE4E324F7}">
      <dgm:prSet/>
      <dgm:spPr/>
      <dgm:t>
        <a:bodyPr/>
        <a:lstStyle/>
        <a:p>
          <a:endParaRPr lang="en-US"/>
        </a:p>
      </dgm:t>
    </dgm:pt>
    <dgm:pt modelId="{32B79AEB-AF5F-4C43-A7E4-A850E738C596}" type="sibTrans" cxnId="{D8EBBDD4-5DC6-4745-8954-351FE4E324F7}">
      <dgm:prSet/>
      <dgm:spPr/>
      <dgm:t>
        <a:bodyPr/>
        <a:lstStyle/>
        <a:p>
          <a:endParaRPr lang="en-US"/>
        </a:p>
      </dgm:t>
    </dgm:pt>
    <dgm:pt modelId="{9F33D48B-E7E6-4734-B111-D038DA53DCF0}">
      <dgm:prSet phldrT="[Text]" custT="1"/>
      <dgm:spPr/>
      <dgm:t>
        <a:bodyPr/>
        <a:lstStyle/>
        <a:p>
          <a:r>
            <a:rPr lang="en-US" sz="1200" smtClean="0"/>
            <a:t>Identifying data needs</a:t>
          </a:r>
          <a:endParaRPr lang="en-US" sz="1200" dirty="0"/>
        </a:p>
      </dgm:t>
    </dgm:pt>
    <dgm:pt modelId="{44DE1422-B0E2-44D9-A12C-8CBB858B0FB9}" type="parTrans" cxnId="{33B9148F-7818-4777-8EFC-0F9ADC8AD329}">
      <dgm:prSet/>
      <dgm:spPr/>
      <dgm:t>
        <a:bodyPr/>
        <a:lstStyle/>
        <a:p>
          <a:endParaRPr lang="en-US"/>
        </a:p>
      </dgm:t>
    </dgm:pt>
    <dgm:pt modelId="{DA5AF2D9-4AB7-4A8D-B5A9-DCE98DFCEFC2}" type="sibTrans" cxnId="{33B9148F-7818-4777-8EFC-0F9ADC8AD329}">
      <dgm:prSet/>
      <dgm:spPr/>
      <dgm:t>
        <a:bodyPr/>
        <a:lstStyle/>
        <a:p>
          <a:endParaRPr lang="en-US"/>
        </a:p>
      </dgm:t>
    </dgm:pt>
    <dgm:pt modelId="{07F9E660-D2DB-43F7-9A8C-4C267D76FC7B}">
      <dgm:prSet phldrT="[Text]" custT="1"/>
      <dgm:spPr/>
      <dgm:t>
        <a:bodyPr/>
        <a:lstStyle/>
        <a:p>
          <a:r>
            <a:rPr lang="en-US" sz="1200" smtClean="0"/>
            <a:t>Defining quality requirements</a:t>
          </a:r>
          <a:endParaRPr lang="en-US" sz="1200" dirty="0"/>
        </a:p>
      </dgm:t>
    </dgm:pt>
    <dgm:pt modelId="{2E2BF1EF-6475-4A13-9BDF-0E3CDD9FFAD6}" type="parTrans" cxnId="{1FBABB12-B82A-4B95-92A0-A5B217D3B32B}">
      <dgm:prSet/>
      <dgm:spPr/>
      <dgm:t>
        <a:bodyPr/>
        <a:lstStyle/>
        <a:p>
          <a:endParaRPr lang="en-US"/>
        </a:p>
      </dgm:t>
    </dgm:pt>
    <dgm:pt modelId="{104537B6-9A05-4FA2-B974-D8A70D5D9B30}" type="sibTrans" cxnId="{1FBABB12-B82A-4B95-92A0-A5B217D3B32B}">
      <dgm:prSet/>
      <dgm:spPr/>
      <dgm:t>
        <a:bodyPr/>
        <a:lstStyle/>
        <a:p>
          <a:endParaRPr lang="en-US"/>
        </a:p>
      </dgm:t>
    </dgm:pt>
    <dgm:pt modelId="{0B0BE489-18FC-4AB8-89F0-E5B83E82DEE3}">
      <dgm:prSet phldrT="[Text]" custT="1"/>
      <dgm:spPr/>
      <dgm:t>
        <a:bodyPr/>
        <a:lstStyle/>
        <a:p>
          <a:r>
            <a:rPr lang="en-US" sz="1200" dirty="0" smtClean="0"/>
            <a:t>Evaluating solutions</a:t>
          </a:r>
          <a:endParaRPr lang="en-US" sz="1200" dirty="0"/>
        </a:p>
      </dgm:t>
    </dgm:pt>
    <dgm:pt modelId="{D790EDC8-DBC7-47D9-AD8D-E7CE4F48BB0A}" type="parTrans" cxnId="{6954F8C0-BCB4-46A0-969C-D1E8639FAFCB}">
      <dgm:prSet/>
      <dgm:spPr/>
      <dgm:t>
        <a:bodyPr/>
        <a:lstStyle/>
        <a:p>
          <a:endParaRPr lang="en-US"/>
        </a:p>
      </dgm:t>
    </dgm:pt>
    <dgm:pt modelId="{B707AAE7-D88C-41C7-9B1B-D8B970E4AED3}" type="sibTrans" cxnId="{6954F8C0-BCB4-46A0-969C-D1E8639FAFCB}">
      <dgm:prSet/>
      <dgm:spPr/>
      <dgm:t>
        <a:bodyPr/>
        <a:lstStyle/>
        <a:p>
          <a:endParaRPr lang="en-US"/>
        </a:p>
      </dgm:t>
    </dgm:pt>
    <dgm:pt modelId="{CD238030-BE61-429B-BC31-AA581994ED20}">
      <dgm:prSet phldrT="[Text]" custT="1"/>
      <dgm:spPr/>
      <dgm:t>
        <a:bodyPr/>
        <a:lstStyle/>
        <a:p>
          <a:r>
            <a:rPr lang="en-US" sz="1200" smtClean="0"/>
            <a:t>Integration requirements</a:t>
          </a:r>
          <a:endParaRPr lang="en-US" sz="1200" dirty="0"/>
        </a:p>
      </dgm:t>
    </dgm:pt>
    <dgm:pt modelId="{A4934C3B-E7BB-4C9F-B6A5-35E854F1F036}" type="parTrans" cxnId="{2CA94709-4116-4AED-A38A-4357D2903CB1}">
      <dgm:prSet/>
      <dgm:spPr/>
      <dgm:t>
        <a:bodyPr/>
        <a:lstStyle/>
        <a:p>
          <a:endParaRPr lang="en-US"/>
        </a:p>
      </dgm:t>
    </dgm:pt>
    <dgm:pt modelId="{1A9C2A3B-AC15-4B2A-9824-6398550F7B5E}" type="sibTrans" cxnId="{2CA94709-4116-4AED-A38A-4357D2903CB1}">
      <dgm:prSet/>
      <dgm:spPr/>
      <dgm:t>
        <a:bodyPr/>
        <a:lstStyle/>
        <a:p>
          <a:endParaRPr lang="en-US"/>
        </a:p>
      </dgm:t>
    </dgm:pt>
    <dgm:pt modelId="{92DECB80-8FA5-418C-8E7F-B874C97CE7B9}">
      <dgm:prSet phldrT="[Text]" custT="1"/>
      <dgm:spPr/>
      <dgm:t>
        <a:bodyPr/>
        <a:lstStyle/>
        <a:p>
          <a:r>
            <a:rPr lang="en-US" sz="1200" smtClean="0"/>
            <a:t>Extension requirements</a:t>
          </a:r>
          <a:endParaRPr lang="en-US" sz="1200" dirty="0"/>
        </a:p>
      </dgm:t>
    </dgm:pt>
    <dgm:pt modelId="{9717FDF0-B947-4AA7-AE95-C83BEC23C8DC}" type="parTrans" cxnId="{56F377E1-06DE-41F0-8ACD-53B33239B090}">
      <dgm:prSet/>
      <dgm:spPr/>
      <dgm:t>
        <a:bodyPr/>
        <a:lstStyle/>
        <a:p>
          <a:endParaRPr lang="en-US"/>
        </a:p>
      </dgm:t>
    </dgm:pt>
    <dgm:pt modelId="{DF9391C1-0987-43DF-B161-9E5EFEEE5624}" type="sibTrans" cxnId="{56F377E1-06DE-41F0-8ACD-53B33239B090}">
      <dgm:prSet/>
      <dgm:spPr/>
      <dgm:t>
        <a:bodyPr/>
        <a:lstStyle/>
        <a:p>
          <a:endParaRPr lang="en-US"/>
        </a:p>
      </dgm:t>
    </dgm:pt>
    <dgm:pt modelId="{71A60468-E9B4-45C7-9155-EF96BF5A2ECF}">
      <dgm:prSet phldrT="[Text]" custT="1"/>
      <dgm:spPr/>
      <dgm:t>
        <a:bodyPr/>
        <a:lstStyle/>
        <a:p>
          <a:r>
            <a:rPr lang="en-US" sz="1200" smtClean="0"/>
            <a:t>Data requirements</a:t>
          </a:r>
          <a:endParaRPr lang="en-US" sz="1200" dirty="0"/>
        </a:p>
      </dgm:t>
    </dgm:pt>
    <dgm:pt modelId="{E83F16D7-96B8-4E10-B193-066AA005CDEF}" type="parTrans" cxnId="{7C338F74-3453-4349-9878-15FEB8963D18}">
      <dgm:prSet/>
      <dgm:spPr/>
      <dgm:t>
        <a:bodyPr/>
        <a:lstStyle/>
        <a:p>
          <a:endParaRPr lang="en-US"/>
        </a:p>
      </dgm:t>
    </dgm:pt>
    <dgm:pt modelId="{408E91AC-B283-4305-9B19-5C44C06F86B4}" type="sibTrans" cxnId="{7C338F74-3453-4349-9878-15FEB8963D18}">
      <dgm:prSet/>
      <dgm:spPr/>
      <dgm:t>
        <a:bodyPr/>
        <a:lstStyle/>
        <a:p>
          <a:endParaRPr lang="en-US"/>
        </a:p>
      </dgm:t>
    </dgm:pt>
    <dgm:pt modelId="{CC2C2642-7B8D-405E-977E-5B233DC1A602}">
      <dgm:prSet phldrT="[Text]" custT="1"/>
      <dgm:spPr/>
      <dgm:t>
        <a:bodyPr/>
        <a:lstStyle/>
        <a:p>
          <a:r>
            <a:rPr lang="en-US" sz="1200" smtClean="0"/>
            <a:t>Business process changes</a:t>
          </a:r>
          <a:endParaRPr lang="en-US" sz="1200" dirty="0"/>
        </a:p>
      </dgm:t>
    </dgm:pt>
    <dgm:pt modelId="{6511FAC8-39AD-4810-9213-8D8499F667C4}" type="parTrans" cxnId="{7B058A5F-598B-4A8D-B6C4-EF89AA39841C}">
      <dgm:prSet/>
      <dgm:spPr/>
      <dgm:t>
        <a:bodyPr/>
        <a:lstStyle/>
        <a:p>
          <a:endParaRPr lang="en-US"/>
        </a:p>
      </dgm:t>
    </dgm:pt>
    <dgm:pt modelId="{8A229553-5869-442D-A853-2BF4A2EDB13B}" type="sibTrans" cxnId="{7B058A5F-598B-4A8D-B6C4-EF89AA39841C}">
      <dgm:prSet/>
      <dgm:spPr/>
      <dgm:t>
        <a:bodyPr/>
        <a:lstStyle/>
        <a:p>
          <a:endParaRPr lang="en-US"/>
        </a:p>
      </dgm:t>
    </dgm:pt>
    <dgm:pt modelId="{9EE25B3F-6716-41DA-954C-BBFE7824A41A}">
      <dgm:prSet phldrT="[Text]" custT="1"/>
      <dgm:spPr/>
      <dgm:t>
        <a:bodyPr/>
        <a:lstStyle/>
        <a:p>
          <a:r>
            <a:rPr lang="en-US" sz="1200" dirty="0" smtClean="0"/>
            <a:t>Challenges with packaged solutions</a:t>
          </a:r>
          <a:endParaRPr lang="en-US" sz="1200" dirty="0"/>
        </a:p>
      </dgm:t>
    </dgm:pt>
    <dgm:pt modelId="{6C8F1E6B-5504-4471-834B-C3499A04DA76}" type="parTrans" cxnId="{FEDC9EFD-95C1-4984-A3F0-A73A7A7881CD}">
      <dgm:prSet/>
      <dgm:spPr/>
      <dgm:t>
        <a:bodyPr/>
        <a:lstStyle/>
        <a:p>
          <a:endParaRPr lang="en-US"/>
        </a:p>
      </dgm:t>
    </dgm:pt>
    <dgm:pt modelId="{D73843DF-DA6A-4800-A97F-5B03944F3739}" type="sibTrans" cxnId="{FEDC9EFD-95C1-4984-A3F0-A73A7A7881CD}">
      <dgm:prSet/>
      <dgm:spPr/>
      <dgm:t>
        <a:bodyPr/>
        <a:lstStyle/>
        <a:p>
          <a:endParaRPr lang="en-US"/>
        </a:p>
      </dgm:t>
    </dgm:pt>
    <dgm:pt modelId="{E5AF94A0-976E-4874-A9E9-851A50F36576}">
      <dgm:prSet phldrT="[Text]" custT="1"/>
      <dgm:spPr/>
      <dgm:t>
        <a:bodyPr/>
        <a:lstStyle/>
        <a:p>
          <a:r>
            <a:rPr lang="en-US" sz="1200" smtClean="0"/>
            <a:t>Too many candidates</a:t>
          </a:r>
          <a:endParaRPr lang="en-US" sz="1200" dirty="0"/>
        </a:p>
      </dgm:t>
    </dgm:pt>
    <dgm:pt modelId="{609F915B-CBFB-4714-B368-734C4E572A66}" type="parTrans" cxnId="{CF5D52F4-2EC7-4220-9B13-6B28D9D13C04}">
      <dgm:prSet/>
      <dgm:spPr/>
      <dgm:t>
        <a:bodyPr/>
        <a:lstStyle/>
        <a:p>
          <a:endParaRPr lang="en-US"/>
        </a:p>
      </dgm:t>
    </dgm:pt>
    <dgm:pt modelId="{7E245E00-A8C8-4C3E-9ECD-A13C7090CA47}" type="sibTrans" cxnId="{CF5D52F4-2EC7-4220-9B13-6B28D9D13C04}">
      <dgm:prSet/>
      <dgm:spPr/>
      <dgm:t>
        <a:bodyPr/>
        <a:lstStyle/>
        <a:p>
          <a:endParaRPr lang="en-US"/>
        </a:p>
      </dgm:t>
    </dgm:pt>
    <dgm:pt modelId="{E98ADCDD-B768-493B-B339-4071BA6DB8EA}">
      <dgm:prSet phldrT="[Text]" custT="1"/>
      <dgm:spPr/>
      <dgm:t>
        <a:bodyPr/>
        <a:lstStyle/>
        <a:p>
          <a:r>
            <a:rPr lang="en-US" sz="1200" smtClean="0"/>
            <a:t>Too many evaluation criteria</a:t>
          </a:r>
          <a:endParaRPr lang="en-US" sz="1200" dirty="0"/>
        </a:p>
      </dgm:t>
    </dgm:pt>
    <dgm:pt modelId="{2D5A58FF-3922-44CE-ADB1-3288EB15CAD0}" type="parTrans" cxnId="{A55F5D5C-BCEA-4CEE-9FBC-7C79469DA9B0}">
      <dgm:prSet/>
      <dgm:spPr/>
      <dgm:t>
        <a:bodyPr/>
        <a:lstStyle/>
        <a:p>
          <a:endParaRPr lang="en-US"/>
        </a:p>
      </dgm:t>
    </dgm:pt>
    <dgm:pt modelId="{833FD86F-E7F8-4A9E-923F-5E0AFFF5730B}" type="sibTrans" cxnId="{A55F5D5C-BCEA-4CEE-9FBC-7C79469DA9B0}">
      <dgm:prSet/>
      <dgm:spPr/>
      <dgm:t>
        <a:bodyPr/>
        <a:lstStyle/>
        <a:p>
          <a:endParaRPr lang="en-US"/>
        </a:p>
      </dgm:t>
    </dgm:pt>
    <dgm:pt modelId="{A66D862F-8270-4E7D-A374-01F6D6FE4D35}">
      <dgm:prSet phldrT="[Text]" custT="1"/>
      <dgm:spPr/>
      <dgm:t>
        <a:bodyPr/>
        <a:lstStyle/>
        <a:p>
          <a:r>
            <a:rPr lang="en-US" sz="1200" smtClean="0"/>
            <a:t>Vendor misrepresents package capabilities</a:t>
          </a:r>
          <a:endParaRPr lang="en-US" sz="1200" dirty="0"/>
        </a:p>
      </dgm:t>
    </dgm:pt>
    <dgm:pt modelId="{B5EA4E2A-8019-427A-B2DE-9F9875B0D3CB}" type="parTrans" cxnId="{0A920F40-A95E-4DA0-A7FC-B78ED87E5706}">
      <dgm:prSet/>
      <dgm:spPr/>
      <dgm:t>
        <a:bodyPr/>
        <a:lstStyle/>
        <a:p>
          <a:endParaRPr lang="en-US"/>
        </a:p>
      </dgm:t>
    </dgm:pt>
    <dgm:pt modelId="{084C70F3-2883-46E4-81CF-A3AB29867B78}" type="sibTrans" cxnId="{0A920F40-A95E-4DA0-A7FC-B78ED87E5706}">
      <dgm:prSet/>
      <dgm:spPr/>
      <dgm:t>
        <a:bodyPr/>
        <a:lstStyle/>
        <a:p>
          <a:endParaRPr lang="en-US"/>
        </a:p>
      </dgm:t>
    </dgm:pt>
    <dgm:pt modelId="{2F2F5BDA-B019-4A99-8BAE-D975F3115D55}">
      <dgm:prSet phldrT="[Text]" custT="1"/>
      <dgm:spPr/>
      <dgm:t>
        <a:bodyPr/>
        <a:lstStyle/>
        <a:p>
          <a:r>
            <a:rPr lang="en-US" sz="1200" smtClean="0"/>
            <a:t>Incorrect solution expectations</a:t>
          </a:r>
          <a:endParaRPr lang="en-US" sz="1200" dirty="0"/>
        </a:p>
      </dgm:t>
    </dgm:pt>
    <dgm:pt modelId="{171803E2-285D-459C-BDB9-4F094FA202BC}" type="parTrans" cxnId="{F3EA8CBC-E5F0-40C1-B163-731C2B8EE8CA}">
      <dgm:prSet/>
      <dgm:spPr/>
      <dgm:t>
        <a:bodyPr/>
        <a:lstStyle/>
        <a:p>
          <a:endParaRPr lang="en-US"/>
        </a:p>
      </dgm:t>
    </dgm:pt>
    <dgm:pt modelId="{3E8BF2EE-550A-47C5-8892-46280A131BD9}" type="sibTrans" cxnId="{F3EA8CBC-E5F0-40C1-B163-731C2B8EE8CA}">
      <dgm:prSet/>
      <dgm:spPr/>
      <dgm:t>
        <a:bodyPr/>
        <a:lstStyle/>
        <a:p>
          <a:endParaRPr lang="en-US"/>
        </a:p>
      </dgm:t>
    </dgm:pt>
    <dgm:pt modelId="{EFE930DC-C39D-4BB4-A43C-070706FBB87B}">
      <dgm:prSet phldrT="[Text]" custT="1"/>
      <dgm:spPr/>
      <dgm:t>
        <a:bodyPr/>
        <a:lstStyle/>
        <a:p>
          <a:r>
            <a:rPr lang="en-US" sz="1200" smtClean="0"/>
            <a:t>Users reject the solution</a:t>
          </a:r>
          <a:endParaRPr lang="en-US" sz="1200" dirty="0"/>
        </a:p>
      </dgm:t>
    </dgm:pt>
    <dgm:pt modelId="{DE80B57A-6476-47BD-BED2-991CDA1EAAC4}" type="parTrans" cxnId="{3D471D07-17B2-4455-B4B6-11DC73CAE03D}">
      <dgm:prSet/>
      <dgm:spPr/>
      <dgm:t>
        <a:bodyPr/>
        <a:lstStyle/>
        <a:p>
          <a:endParaRPr lang="en-US"/>
        </a:p>
      </dgm:t>
    </dgm:pt>
    <dgm:pt modelId="{3160CF97-4513-4072-9896-7EF1472DA845}" type="sibTrans" cxnId="{3D471D07-17B2-4455-B4B6-11DC73CAE03D}">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153424" custLinFactNeighborX="-4584" custLinFactNeighborY="-38509">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custScaleX="141570" custScaleY="107464" custLinFactNeighborX="4006" custLinFactNeighborY="10813">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4"/>
      <dgm:spPr/>
      <dgm:t>
        <a:bodyPr/>
        <a:lstStyle/>
        <a:p>
          <a:endParaRPr lang="en-US"/>
        </a:p>
      </dgm:t>
    </dgm:pt>
    <dgm:pt modelId="{C9264EDA-91B6-4FAE-AFE6-AFC29BE66386}" type="pres">
      <dgm:prSet presAssocID="{9286A5EC-F2A9-487D-8BF1-B96EEEFD636B}" presName="hierChild4"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custScaleX="141570" custScaleY="107464" custLinFactNeighborX="4006" custLinFactNeighborY="10813">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4"/>
      <dgm:spPr/>
      <dgm:t>
        <a:bodyPr/>
        <a:lstStyle/>
        <a:p>
          <a:endParaRPr lang="en-US"/>
        </a:p>
      </dgm:t>
    </dgm:pt>
    <dgm:pt modelId="{4C592C92-3156-443C-BB98-9204DFF01F72}" type="pres">
      <dgm:prSet presAssocID="{620DD3EC-BDCD-468B-B566-7FE2B848507E}" presName="hierChild4" presStyleCnt="0"/>
      <dgm:spPr/>
    </dgm:pt>
    <dgm:pt modelId="{ECF9C54A-2C83-410A-9F29-C05C7AEBD84A}" type="pres">
      <dgm:prSet presAssocID="{C088B613-79B3-481F-9BB2-FDCE0903B149}" presName="Name37" presStyleLbl="parChTrans1D3" presStyleIdx="0" presStyleCnt="15"/>
      <dgm:spPr/>
      <dgm:t>
        <a:bodyPr/>
        <a:lstStyle/>
        <a:p>
          <a:endParaRPr lang="en-US"/>
        </a:p>
      </dgm:t>
    </dgm:pt>
    <dgm:pt modelId="{A242C717-EE65-4806-BDCB-A67EF3805705}" type="pres">
      <dgm:prSet presAssocID="{6D2BC0AE-F643-4057-B2EB-0652F58B33B9}" presName="hierRoot2" presStyleCnt="0">
        <dgm:presLayoutVars>
          <dgm:hierBranch val="init"/>
        </dgm:presLayoutVars>
      </dgm:prSet>
      <dgm:spPr/>
    </dgm:pt>
    <dgm:pt modelId="{095996C5-D51A-456A-A14C-244672EC407D}" type="pres">
      <dgm:prSet presAssocID="{6D2BC0AE-F643-4057-B2EB-0652F58B33B9}" presName="rootComposite" presStyleCnt="0"/>
      <dgm:spPr/>
    </dgm:pt>
    <dgm:pt modelId="{5BA97E7E-24F2-4FA4-9202-039963B311C6}" type="pres">
      <dgm:prSet presAssocID="{6D2BC0AE-F643-4057-B2EB-0652F58B33B9}" presName="rootText" presStyleLbl="node3" presStyleIdx="0" presStyleCnt="15" custScaleX="126225">
        <dgm:presLayoutVars>
          <dgm:chPref val="3"/>
        </dgm:presLayoutVars>
      </dgm:prSet>
      <dgm:spPr/>
      <dgm:t>
        <a:bodyPr/>
        <a:lstStyle/>
        <a:p>
          <a:endParaRPr lang="en-US"/>
        </a:p>
      </dgm:t>
    </dgm:pt>
    <dgm:pt modelId="{30840B12-FDD6-4FB0-95BC-31888415C497}" type="pres">
      <dgm:prSet presAssocID="{6D2BC0AE-F643-4057-B2EB-0652F58B33B9}" presName="rootConnector" presStyleLbl="node3" presStyleIdx="0" presStyleCnt="15"/>
      <dgm:spPr/>
      <dgm:t>
        <a:bodyPr/>
        <a:lstStyle/>
        <a:p>
          <a:endParaRPr lang="en-US"/>
        </a:p>
      </dgm:t>
    </dgm:pt>
    <dgm:pt modelId="{177DECE0-6A04-4F8E-9FD0-7909410FCA71}" type="pres">
      <dgm:prSet presAssocID="{6D2BC0AE-F643-4057-B2EB-0652F58B33B9}" presName="hierChild4" presStyleCnt="0"/>
      <dgm:spPr/>
    </dgm:pt>
    <dgm:pt modelId="{A43BD4DB-D782-4C73-A443-3CECA4908496}" type="pres">
      <dgm:prSet presAssocID="{6D2BC0AE-F643-4057-B2EB-0652F58B33B9}" presName="hierChild5" presStyleCnt="0"/>
      <dgm:spPr/>
    </dgm:pt>
    <dgm:pt modelId="{E2503A55-8B94-42A2-BE23-0D46DDA997A6}" type="pres">
      <dgm:prSet presAssocID="{92C4C6DD-83B2-4FF9-8A58-98BADCE3D1F3}" presName="Name37" presStyleLbl="parChTrans1D3" presStyleIdx="1" presStyleCnt="15"/>
      <dgm:spPr/>
      <dgm:t>
        <a:bodyPr/>
        <a:lstStyle/>
        <a:p>
          <a:endParaRPr lang="en-US"/>
        </a:p>
      </dgm:t>
    </dgm:pt>
    <dgm:pt modelId="{6E6F8AF4-88E3-4B32-A16E-3E1F1181A773}" type="pres">
      <dgm:prSet presAssocID="{4C1AE607-8879-40FA-8B91-8EA53E5C21A0}" presName="hierRoot2" presStyleCnt="0">
        <dgm:presLayoutVars>
          <dgm:hierBranch val="init"/>
        </dgm:presLayoutVars>
      </dgm:prSet>
      <dgm:spPr/>
    </dgm:pt>
    <dgm:pt modelId="{E0DB4BBE-08E2-4D54-BBFF-795A9F5D5CEA}" type="pres">
      <dgm:prSet presAssocID="{4C1AE607-8879-40FA-8B91-8EA53E5C21A0}" presName="rootComposite" presStyleCnt="0"/>
      <dgm:spPr/>
    </dgm:pt>
    <dgm:pt modelId="{DD7A0499-20AE-4143-B649-E608EB75D9ED}" type="pres">
      <dgm:prSet presAssocID="{4C1AE607-8879-40FA-8B91-8EA53E5C21A0}" presName="rootText" presStyleLbl="node3" presStyleIdx="1" presStyleCnt="15" custScaleX="126225">
        <dgm:presLayoutVars>
          <dgm:chPref val="3"/>
        </dgm:presLayoutVars>
      </dgm:prSet>
      <dgm:spPr/>
      <dgm:t>
        <a:bodyPr/>
        <a:lstStyle/>
        <a:p>
          <a:endParaRPr lang="en-US"/>
        </a:p>
      </dgm:t>
    </dgm:pt>
    <dgm:pt modelId="{8B0ACD13-27E4-48E7-B928-B914FC05AC0D}" type="pres">
      <dgm:prSet presAssocID="{4C1AE607-8879-40FA-8B91-8EA53E5C21A0}" presName="rootConnector" presStyleLbl="node3" presStyleIdx="1" presStyleCnt="15"/>
      <dgm:spPr/>
      <dgm:t>
        <a:bodyPr/>
        <a:lstStyle/>
        <a:p>
          <a:endParaRPr lang="en-US"/>
        </a:p>
      </dgm:t>
    </dgm:pt>
    <dgm:pt modelId="{65F3555D-BBA6-4BC7-B52D-A2ABAA62C4B7}" type="pres">
      <dgm:prSet presAssocID="{4C1AE607-8879-40FA-8B91-8EA53E5C21A0}" presName="hierChild4" presStyleCnt="0"/>
      <dgm:spPr/>
    </dgm:pt>
    <dgm:pt modelId="{4119D1CA-5EB3-459F-8C7B-FF908B6A1E96}" type="pres">
      <dgm:prSet presAssocID="{4C1AE607-8879-40FA-8B91-8EA53E5C21A0}" presName="hierChild5" presStyleCnt="0"/>
      <dgm:spPr/>
    </dgm:pt>
    <dgm:pt modelId="{58FA5A4F-3D9B-4BF0-88F7-A1EFDA90868F}" type="pres">
      <dgm:prSet presAssocID="{44DE1422-B0E2-44D9-A12C-8CBB858B0FB9}" presName="Name37" presStyleLbl="parChTrans1D3" presStyleIdx="2" presStyleCnt="15"/>
      <dgm:spPr/>
      <dgm:t>
        <a:bodyPr/>
        <a:lstStyle/>
        <a:p>
          <a:endParaRPr lang="en-US"/>
        </a:p>
      </dgm:t>
    </dgm:pt>
    <dgm:pt modelId="{B58257FD-3CFD-4C62-8C06-F9EDF3963AE8}" type="pres">
      <dgm:prSet presAssocID="{9F33D48B-E7E6-4734-B111-D038DA53DCF0}" presName="hierRoot2" presStyleCnt="0">
        <dgm:presLayoutVars>
          <dgm:hierBranch val="init"/>
        </dgm:presLayoutVars>
      </dgm:prSet>
      <dgm:spPr/>
    </dgm:pt>
    <dgm:pt modelId="{8AAC398F-1036-425F-BFDF-33C83FAE9D85}" type="pres">
      <dgm:prSet presAssocID="{9F33D48B-E7E6-4734-B111-D038DA53DCF0}" presName="rootComposite" presStyleCnt="0"/>
      <dgm:spPr/>
    </dgm:pt>
    <dgm:pt modelId="{5B534664-C654-4015-A448-05FF63AD7820}" type="pres">
      <dgm:prSet presAssocID="{9F33D48B-E7E6-4734-B111-D038DA53DCF0}" presName="rootText" presStyleLbl="node3" presStyleIdx="2" presStyleCnt="15" custScaleX="126225">
        <dgm:presLayoutVars>
          <dgm:chPref val="3"/>
        </dgm:presLayoutVars>
      </dgm:prSet>
      <dgm:spPr/>
      <dgm:t>
        <a:bodyPr/>
        <a:lstStyle/>
        <a:p>
          <a:endParaRPr lang="en-US"/>
        </a:p>
      </dgm:t>
    </dgm:pt>
    <dgm:pt modelId="{BD2A5398-9306-4C30-899F-5165B007346B}" type="pres">
      <dgm:prSet presAssocID="{9F33D48B-E7E6-4734-B111-D038DA53DCF0}" presName="rootConnector" presStyleLbl="node3" presStyleIdx="2" presStyleCnt="15"/>
      <dgm:spPr/>
      <dgm:t>
        <a:bodyPr/>
        <a:lstStyle/>
        <a:p>
          <a:endParaRPr lang="en-US"/>
        </a:p>
      </dgm:t>
    </dgm:pt>
    <dgm:pt modelId="{8B4EC3DC-FC2C-41CE-AF10-CF770D7CAD42}" type="pres">
      <dgm:prSet presAssocID="{9F33D48B-E7E6-4734-B111-D038DA53DCF0}" presName="hierChild4" presStyleCnt="0"/>
      <dgm:spPr/>
    </dgm:pt>
    <dgm:pt modelId="{C323DC3C-D9F0-4DAC-8791-D123AB23E18B}" type="pres">
      <dgm:prSet presAssocID="{9F33D48B-E7E6-4734-B111-D038DA53DCF0}" presName="hierChild5" presStyleCnt="0"/>
      <dgm:spPr/>
    </dgm:pt>
    <dgm:pt modelId="{7D2D8082-4008-45FF-B552-9FCD60B1CAC7}" type="pres">
      <dgm:prSet presAssocID="{2E2BF1EF-6475-4A13-9BDF-0E3CDD9FFAD6}" presName="Name37" presStyleLbl="parChTrans1D3" presStyleIdx="3" presStyleCnt="15"/>
      <dgm:spPr/>
      <dgm:t>
        <a:bodyPr/>
        <a:lstStyle/>
        <a:p>
          <a:endParaRPr lang="en-US"/>
        </a:p>
      </dgm:t>
    </dgm:pt>
    <dgm:pt modelId="{D23C3A23-EDE0-4FE4-9E7C-8676284EEB33}" type="pres">
      <dgm:prSet presAssocID="{07F9E660-D2DB-43F7-9A8C-4C267D76FC7B}" presName="hierRoot2" presStyleCnt="0">
        <dgm:presLayoutVars>
          <dgm:hierBranch val="init"/>
        </dgm:presLayoutVars>
      </dgm:prSet>
      <dgm:spPr/>
    </dgm:pt>
    <dgm:pt modelId="{63F94172-9B88-4D7B-8D51-E8FA9D84399B}" type="pres">
      <dgm:prSet presAssocID="{07F9E660-D2DB-43F7-9A8C-4C267D76FC7B}" presName="rootComposite" presStyleCnt="0"/>
      <dgm:spPr/>
    </dgm:pt>
    <dgm:pt modelId="{D4F92C83-C494-4443-A085-6CFEA13539D2}" type="pres">
      <dgm:prSet presAssocID="{07F9E660-D2DB-43F7-9A8C-4C267D76FC7B}" presName="rootText" presStyleLbl="node3" presStyleIdx="3" presStyleCnt="15" custScaleX="126225">
        <dgm:presLayoutVars>
          <dgm:chPref val="3"/>
        </dgm:presLayoutVars>
      </dgm:prSet>
      <dgm:spPr/>
      <dgm:t>
        <a:bodyPr/>
        <a:lstStyle/>
        <a:p>
          <a:endParaRPr lang="en-US"/>
        </a:p>
      </dgm:t>
    </dgm:pt>
    <dgm:pt modelId="{A6F8B0F6-A1DB-4F4C-815E-4CB3D7D4B798}" type="pres">
      <dgm:prSet presAssocID="{07F9E660-D2DB-43F7-9A8C-4C267D76FC7B}" presName="rootConnector" presStyleLbl="node3" presStyleIdx="3" presStyleCnt="15"/>
      <dgm:spPr/>
      <dgm:t>
        <a:bodyPr/>
        <a:lstStyle/>
        <a:p>
          <a:endParaRPr lang="en-US"/>
        </a:p>
      </dgm:t>
    </dgm:pt>
    <dgm:pt modelId="{E62E1CE2-7BEB-43F2-86E2-8D7036E35584}" type="pres">
      <dgm:prSet presAssocID="{07F9E660-D2DB-43F7-9A8C-4C267D76FC7B}" presName="hierChild4" presStyleCnt="0"/>
      <dgm:spPr/>
    </dgm:pt>
    <dgm:pt modelId="{5528CE9C-4915-4C57-9196-ACE0FF786F7B}" type="pres">
      <dgm:prSet presAssocID="{07F9E660-D2DB-43F7-9A8C-4C267D76FC7B}" presName="hierChild5" presStyleCnt="0"/>
      <dgm:spPr/>
    </dgm:pt>
    <dgm:pt modelId="{270151AE-D139-40DF-A603-F0B3F7DDDC4D}" type="pres">
      <dgm:prSet presAssocID="{D790EDC8-DBC7-47D9-AD8D-E7CE4F48BB0A}" presName="Name37" presStyleLbl="parChTrans1D3" presStyleIdx="4" presStyleCnt="15"/>
      <dgm:spPr/>
      <dgm:t>
        <a:bodyPr/>
        <a:lstStyle/>
        <a:p>
          <a:endParaRPr lang="en-US"/>
        </a:p>
      </dgm:t>
    </dgm:pt>
    <dgm:pt modelId="{5E7476B3-AD7E-4825-A023-25C6BDFD35CA}" type="pres">
      <dgm:prSet presAssocID="{0B0BE489-18FC-4AB8-89F0-E5B83E82DEE3}" presName="hierRoot2" presStyleCnt="0">
        <dgm:presLayoutVars>
          <dgm:hierBranch val="init"/>
        </dgm:presLayoutVars>
      </dgm:prSet>
      <dgm:spPr/>
    </dgm:pt>
    <dgm:pt modelId="{132C54E8-DB97-4D17-8179-D1BC98F5D07C}" type="pres">
      <dgm:prSet presAssocID="{0B0BE489-18FC-4AB8-89F0-E5B83E82DEE3}" presName="rootComposite" presStyleCnt="0"/>
      <dgm:spPr/>
    </dgm:pt>
    <dgm:pt modelId="{F3605272-BB3C-482A-BD0E-4FF39B81FDEE}" type="pres">
      <dgm:prSet presAssocID="{0B0BE489-18FC-4AB8-89F0-E5B83E82DEE3}" presName="rootText" presStyleLbl="node3" presStyleIdx="4" presStyleCnt="15" custScaleX="126225">
        <dgm:presLayoutVars>
          <dgm:chPref val="3"/>
        </dgm:presLayoutVars>
      </dgm:prSet>
      <dgm:spPr/>
      <dgm:t>
        <a:bodyPr/>
        <a:lstStyle/>
        <a:p>
          <a:endParaRPr lang="en-US"/>
        </a:p>
      </dgm:t>
    </dgm:pt>
    <dgm:pt modelId="{80D30C1D-7614-46E9-A72C-A8C7C4CE7688}" type="pres">
      <dgm:prSet presAssocID="{0B0BE489-18FC-4AB8-89F0-E5B83E82DEE3}" presName="rootConnector" presStyleLbl="node3" presStyleIdx="4" presStyleCnt="15"/>
      <dgm:spPr/>
      <dgm:t>
        <a:bodyPr/>
        <a:lstStyle/>
        <a:p>
          <a:endParaRPr lang="en-US"/>
        </a:p>
      </dgm:t>
    </dgm:pt>
    <dgm:pt modelId="{52A2A06A-EC5A-449C-89CB-5D43FB38563B}" type="pres">
      <dgm:prSet presAssocID="{0B0BE489-18FC-4AB8-89F0-E5B83E82DEE3}" presName="hierChild4" presStyleCnt="0"/>
      <dgm:spPr/>
    </dgm:pt>
    <dgm:pt modelId="{642F05A1-9B99-45A9-95F7-36FBF693468C}" type="pres">
      <dgm:prSet presAssocID="{0B0BE489-18FC-4AB8-89F0-E5B83E82DEE3}" presName="hierChild5" presStyleCnt="0"/>
      <dgm:spPr/>
    </dgm:pt>
    <dgm:pt modelId="{3E362709-8DF5-4ED1-BE78-2D67C7F6CD59}" type="pres">
      <dgm:prSet presAssocID="{620DD3EC-BDCD-468B-B566-7FE2B848507E}" presName="hierChild5" presStyleCnt="0"/>
      <dgm:spPr/>
    </dgm:pt>
    <dgm:pt modelId="{D2613D50-256B-4B68-8FAD-AE3AD5188EA2}" type="pres">
      <dgm:prSet presAssocID="{D652C70C-8554-4301-869A-D02E3BDCCF9C}" presName="Name37" presStyleLbl="parChTrans1D2" presStyleIdx="2" presStyleCnt="4"/>
      <dgm:spPr/>
      <dgm:t>
        <a:bodyPr/>
        <a:lstStyle/>
        <a:p>
          <a:endParaRPr lang="en-US"/>
        </a:p>
      </dgm:t>
    </dgm:pt>
    <dgm:pt modelId="{6E9A1A80-60AA-46BF-B8BC-994A37D7A065}" type="pres">
      <dgm:prSet presAssocID="{0394B78F-9F6A-46F9-8192-B5368C603428}" presName="hierRoot2" presStyleCnt="0">
        <dgm:presLayoutVars>
          <dgm:hierBranch val="init"/>
        </dgm:presLayoutVars>
      </dgm:prSet>
      <dgm:spPr/>
    </dgm:pt>
    <dgm:pt modelId="{EB2AB012-BDB3-4569-91E2-8399DDCEDEF5}" type="pres">
      <dgm:prSet presAssocID="{0394B78F-9F6A-46F9-8192-B5368C603428}" presName="rootComposite" presStyleCnt="0"/>
      <dgm:spPr/>
    </dgm:pt>
    <dgm:pt modelId="{81981569-26A3-407E-B3D1-78BFB78884B6}" type="pres">
      <dgm:prSet presAssocID="{0394B78F-9F6A-46F9-8192-B5368C603428}" presName="rootText" presStyleLbl="node2" presStyleIdx="2" presStyleCnt="4" custScaleX="144924" custLinFactNeighborY="11318">
        <dgm:presLayoutVars>
          <dgm:chPref val="3"/>
        </dgm:presLayoutVars>
      </dgm:prSet>
      <dgm:spPr/>
      <dgm:t>
        <a:bodyPr/>
        <a:lstStyle/>
        <a:p>
          <a:endParaRPr lang="en-US"/>
        </a:p>
      </dgm:t>
    </dgm:pt>
    <dgm:pt modelId="{57960999-4B07-4944-ABC8-DDEA0942E4F6}" type="pres">
      <dgm:prSet presAssocID="{0394B78F-9F6A-46F9-8192-B5368C603428}" presName="rootConnector" presStyleLbl="node2" presStyleIdx="2" presStyleCnt="4"/>
      <dgm:spPr/>
      <dgm:t>
        <a:bodyPr/>
        <a:lstStyle/>
        <a:p>
          <a:endParaRPr lang="en-US"/>
        </a:p>
      </dgm:t>
    </dgm:pt>
    <dgm:pt modelId="{2D9C1C89-9263-4701-B340-9B49C74F3097}" type="pres">
      <dgm:prSet presAssocID="{0394B78F-9F6A-46F9-8192-B5368C603428}" presName="hierChild4" presStyleCnt="0"/>
      <dgm:spPr/>
    </dgm:pt>
    <dgm:pt modelId="{E4DDB36F-2927-4491-9CDB-13A7789A09B4}" type="pres">
      <dgm:prSet presAssocID="{43109AA1-FEEE-4F25-AE73-32BDAA3045E7}" presName="Name37" presStyleLbl="parChTrans1D3" presStyleIdx="5" presStyleCnt="15"/>
      <dgm:spPr/>
      <dgm:t>
        <a:bodyPr/>
        <a:lstStyle/>
        <a:p>
          <a:endParaRPr lang="en-US"/>
        </a:p>
      </dgm:t>
    </dgm:pt>
    <dgm:pt modelId="{7646EF8C-1DAA-47DB-8A8D-D0DE218958B2}" type="pres">
      <dgm:prSet presAssocID="{D21AA50B-6F47-4522-9EC2-1DCF65D1D4AF}" presName="hierRoot2" presStyleCnt="0">
        <dgm:presLayoutVars>
          <dgm:hierBranch val="init"/>
        </dgm:presLayoutVars>
      </dgm:prSet>
      <dgm:spPr/>
    </dgm:pt>
    <dgm:pt modelId="{FED87233-B1FC-46E6-B2BB-75782D2DC335}" type="pres">
      <dgm:prSet presAssocID="{D21AA50B-6F47-4522-9EC2-1DCF65D1D4AF}" presName="rootComposite" presStyleCnt="0"/>
      <dgm:spPr/>
    </dgm:pt>
    <dgm:pt modelId="{1183AAC3-0F66-4BAC-8068-2D182E1C064A}" type="pres">
      <dgm:prSet presAssocID="{D21AA50B-6F47-4522-9EC2-1DCF65D1D4AF}" presName="rootText" presStyleLbl="node3" presStyleIdx="5" presStyleCnt="15" custScaleX="116142">
        <dgm:presLayoutVars>
          <dgm:chPref val="3"/>
        </dgm:presLayoutVars>
      </dgm:prSet>
      <dgm:spPr/>
      <dgm:t>
        <a:bodyPr/>
        <a:lstStyle/>
        <a:p>
          <a:endParaRPr lang="en-US"/>
        </a:p>
      </dgm:t>
    </dgm:pt>
    <dgm:pt modelId="{27806D9B-9587-4C75-8FB4-F16C2760781A}" type="pres">
      <dgm:prSet presAssocID="{D21AA50B-6F47-4522-9EC2-1DCF65D1D4AF}" presName="rootConnector" presStyleLbl="node3" presStyleIdx="5" presStyleCnt="15"/>
      <dgm:spPr/>
      <dgm:t>
        <a:bodyPr/>
        <a:lstStyle/>
        <a:p>
          <a:endParaRPr lang="en-US"/>
        </a:p>
      </dgm:t>
    </dgm:pt>
    <dgm:pt modelId="{B0EB7AD5-A550-4863-9F99-1527BDE85833}" type="pres">
      <dgm:prSet presAssocID="{D21AA50B-6F47-4522-9EC2-1DCF65D1D4AF}" presName="hierChild4" presStyleCnt="0"/>
      <dgm:spPr/>
    </dgm:pt>
    <dgm:pt modelId="{10ED4CD1-BBA9-4E42-BDB7-C436FB09E616}" type="pres">
      <dgm:prSet presAssocID="{D21AA50B-6F47-4522-9EC2-1DCF65D1D4AF}" presName="hierChild5" presStyleCnt="0"/>
      <dgm:spPr/>
    </dgm:pt>
    <dgm:pt modelId="{1B4EDDC6-D7B4-4258-9A0D-7219544EB8E5}" type="pres">
      <dgm:prSet presAssocID="{A4934C3B-E7BB-4C9F-B6A5-35E854F1F036}" presName="Name37" presStyleLbl="parChTrans1D3" presStyleIdx="6" presStyleCnt="15"/>
      <dgm:spPr/>
      <dgm:t>
        <a:bodyPr/>
        <a:lstStyle/>
        <a:p>
          <a:endParaRPr lang="en-US"/>
        </a:p>
      </dgm:t>
    </dgm:pt>
    <dgm:pt modelId="{05997A6C-96F3-4094-AFAE-FEEF1D8D89FC}" type="pres">
      <dgm:prSet presAssocID="{CD238030-BE61-429B-BC31-AA581994ED20}" presName="hierRoot2" presStyleCnt="0">
        <dgm:presLayoutVars>
          <dgm:hierBranch val="init"/>
        </dgm:presLayoutVars>
      </dgm:prSet>
      <dgm:spPr/>
    </dgm:pt>
    <dgm:pt modelId="{1B18672A-077D-4043-882D-26B82518CA8D}" type="pres">
      <dgm:prSet presAssocID="{CD238030-BE61-429B-BC31-AA581994ED20}" presName="rootComposite" presStyleCnt="0"/>
      <dgm:spPr/>
    </dgm:pt>
    <dgm:pt modelId="{E963361F-17BA-4178-ADC4-A9ABEB4CCE1D}" type="pres">
      <dgm:prSet presAssocID="{CD238030-BE61-429B-BC31-AA581994ED20}" presName="rootText" presStyleLbl="node3" presStyleIdx="6" presStyleCnt="15" custScaleX="126225">
        <dgm:presLayoutVars>
          <dgm:chPref val="3"/>
        </dgm:presLayoutVars>
      </dgm:prSet>
      <dgm:spPr/>
      <dgm:t>
        <a:bodyPr/>
        <a:lstStyle/>
        <a:p>
          <a:endParaRPr lang="en-US"/>
        </a:p>
      </dgm:t>
    </dgm:pt>
    <dgm:pt modelId="{C2840598-6AE8-498A-999F-F17CF44139D6}" type="pres">
      <dgm:prSet presAssocID="{CD238030-BE61-429B-BC31-AA581994ED20}" presName="rootConnector" presStyleLbl="node3" presStyleIdx="6" presStyleCnt="15"/>
      <dgm:spPr/>
      <dgm:t>
        <a:bodyPr/>
        <a:lstStyle/>
        <a:p>
          <a:endParaRPr lang="en-US"/>
        </a:p>
      </dgm:t>
    </dgm:pt>
    <dgm:pt modelId="{DCE763F2-C023-4A2F-95B4-4B4AE42FC5FD}" type="pres">
      <dgm:prSet presAssocID="{CD238030-BE61-429B-BC31-AA581994ED20}" presName="hierChild4" presStyleCnt="0"/>
      <dgm:spPr/>
    </dgm:pt>
    <dgm:pt modelId="{303F4A0E-2546-421B-91D8-7E76BCF009CB}" type="pres">
      <dgm:prSet presAssocID="{CD238030-BE61-429B-BC31-AA581994ED20}" presName="hierChild5" presStyleCnt="0"/>
      <dgm:spPr/>
    </dgm:pt>
    <dgm:pt modelId="{3FC7B790-F506-48AE-9CEC-8DC9624B5FC7}" type="pres">
      <dgm:prSet presAssocID="{9717FDF0-B947-4AA7-AE95-C83BEC23C8DC}" presName="Name37" presStyleLbl="parChTrans1D3" presStyleIdx="7" presStyleCnt="15"/>
      <dgm:spPr/>
      <dgm:t>
        <a:bodyPr/>
        <a:lstStyle/>
        <a:p>
          <a:endParaRPr lang="en-US"/>
        </a:p>
      </dgm:t>
    </dgm:pt>
    <dgm:pt modelId="{CF8FC8C7-BD0F-469F-BE85-ACD639AC335D}" type="pres">
      <dgm:prSet presAssocID="{92DECB80-8FA5-418C-8E7F-B874C97CE7B9}" presName="hierRoot2" presStyleCnt="0">
        <dgm:presLayoutVars>
          <dgm:hierBranch val="init"/>
        </dgm:presLayoutVars>
      </dgm:prSet>
      <dgm:spPr/>
    </dgm:pt>
    <dgm:pt modelId="{EFEAFCEA-3BB8-45BC-AE07-15A6D793A262}" type="pres">
      <dgm:prSet presAssocID="{92DECB80-8FA5-418C-8E7F-B874C97CE7B9}" presName="rootComposite" presStyleCnt="0"/>
      <dgm:spPr/>
    </dgm:pt>
    <dgm:pt modelId="{CD57C727-46B0-4C5B-8556-85AE694552F7}" type="pres">
      <dgm:prSet presAssocID="{92DECB80-8FA5-418C-8E7F-B874C97CE7B9}" presName="rootText" presStyleLbl="node3" presStyleIdx="7" presStyleCnt="15" custScaleX="126225">
        <dgm:presLayoutVars>
          <dgm:chPref val="3"/>
        </dgm:presLayoutVars>
      </dgm:prSet>
      <dgm:spPr/>
      <dgm:t>
        <a:bodyPr/>
        <a:lstStyle/>
        <a:p>
          <a:endParaRPr lang="en-US"/>
        </a:p>
      </dgm:t>
    </dgm:pt>
    <dgm:pt modelId="{BA808FED-5B4B-4317-80F4-2DF5CD93B76C}" type="pres">
      <dgm:prSet presAssocID="{92DECB80-8FA5-418C-8E7F-B874C97CE7B9}" presName="rootConnector" presStyleLbl="node3" presStyleIdx="7" presStyleCnt="15"/>
      <dgm:spPr/>
      <dgm:t>
        <a:bodyPr/>
        <a:lstStyle/>
        <a:p>
          <a:endParaRPr lang="en-US"/>
        </a:p>
      </dgm:t>
    </dgm:pt>
    <dgm:pt modelId="{BF05207F-C7AB-46A8-B0BC-EB41FDDD1C8C}" type="pres">
      <dgm:prSet presAssocID="{92DECB80-8FA5-418C-8E7F-B874C97CE7B9}" presName="hierChild4" presStyleCnt="0"/>
      <dgm:spPr/>
    </dgm:pt>
    <dgm:pt modelId="{EDAB3B9A-0584-4098-8741-A593A88BB6B8}" type="pres">
      <dgm:prSet presAssocID="{92DECB80-8FA5-418C-8E7F-B874C97CE7B9}" presName="hierChild5" presStyleCnt="0"/>
      <dgm:spPr/>
    </dgm:pt>
    <dgm:pt modelId="{ABB377B0-0814-4A7E-9B42-6263920DD1B5}" type="pres">
      <dgm:prSet presAssocID="{E83F16D7-96B8-4E10-B193-066AA005CDEF}" presName="Name37" presStyleLbl="parChTrans1D3" presStyleIdx="8" presStyleCnt="15"/>
      <dgm:spPr/>
      <dgm:t>
        <a:bodyPr/>
        <a:lstStyle/>
        <a:p>
          <a:endParaRPr lang="en-US"/>
        </a:p>
      </dgm:t>
    </dgm:pt>
    <dgm:pt modelId="{ED08F63B-F343-4864-AE47-E1247F3ADD48}" type="pres">
      <dgm:prSet presAssocID="{71A60468-E9B4-45C7-9155-EF96BF5A2ECF}" presName="hierRoot2" presStyleCnt="0">
        <dgm:presLayoutVars>
          <dgm:hierBranch val="init"/>
        </dgm:presLayoutVars>
      </dgm:prSet>
      <dgm:spPr/>
    </dgm:pt>
    <dgm:pt modelId="{F0F0AC43-609D-4C55-93BB-8F80D2A6C4C1}" type="pres">
      <dgm:prSet presAssocID="{71A60468-E9B4-45C7-9155-EF96BF5A2ECF}" presName="rootComposite" presStyleCnt="0"/>
      <dgm:spPr/>
    </dgm:pt>
    <dgm:pt modelId="{D781F0C4-A73F-4573-B965-28A145D9A574}" type="pres">
      <dgm:prSet presAssocID="{71A60468-E9B4-45C7-9155-EF96BF5A2ECF}" presName="rootText" presStyleLbl="node3" presStyleIdx="8" presStyleCnt="15" custScaleX="126225">
        <dgm:presLayoutVars>
          <dgm:chPref val="3"/>
        </dgm:presLayoutVars>
      </dgm:prSet>
      <dgm:spPr/>
      <dgm:t>
        <a:bodyPr/>
        <a:lstStyle/>
        <a:p>
          <a:endParaRPr lang="en-US"/>
        </a:p>
      </dgm:t>
    </dgm:pt>
    <dgm:pt modelId="{034CA3C4-ED49-40C2-A5D6-7201B428A436}" type="pres">
      <dgm:prSet presAssocID="{71A60468-E9B4-45C7-9155-EF96BF5A2ECF}" presName="rootConnector" presStyleLbl="node3" presStyleIdx="8" presStyleCnt="15"/>
      <dgm:spPr/>
      <dgm:t>
        <a:bodyPr/>
        <a:lstStyle/>
        <a:p>
          <a:endParaRPr lang="en-US"/>
        </a:p>
      </dgm:t>
    </dgm:pt>
    <dgm:pt modelId="{085E7EB4-C6E9-4754-980E-0698CA0ACF84}" type="pres">
      <dgm:prSet presAssocID="{71A60468-E9B4-45C7-9155-EF96BF5A2ECF}" presName="hierChild4" presStyleCnt="0"/>
      <dgm:spPr/>
    </dgm:pt>
    <dgm:pt modelId="{21F39044-EE6C-490B-A9B5-774AB2EC29D3}" type="pres">
      <dgm:prSet presAssocID="{71A60468-E9B4-45C7-9155-EF96BF5A2ECF}" presName="hierChild5" presStyleCnt="0"/>
      <dgm:spPr/>
    </dgm:pt>
    <dgm:pt modelId="{3CE08DA5-6EDF-4A71-BEDE-62EF431B68EE}" type="pres">
      <dgm:prSet presAssocID="{6511FAC8-39AD-4810-9213-8D8499F667C4}" presName="Name37" presStyleLbl="parChTrans1D3" presStyleIdx="9" presStyleCnt="15"/>
      <dgm:spPr/>
      <dgm:t>
        <a:bodyPr/>
        <a:lstStyle/>
        <a:p>
          <a:endParaRPr lang="en-US"/>
        </a:p>
      </dgm:t>
    </dgm:pt>
    <dgm:pt modelId="{2938CA2E-10A7-4CD4-B4A4-8A00EAB1E9DB}" type="pres">
      <dgm:prSet presAssocID="{CC2C2642-7B8D-405E-977E-5B233DC1A602}" presName="hierRoot2" presStyleCnt="0">
        <dgm:presLayoutVars>
          <dgm:hierBranch val="init"/>
        </dgm:presLayoutVars>
      </dgm:prSet>
      <dgm:spPr/>
    </dgm:pt>
    <dgm:pt modelId="{D094AE31-42EC-4A2D-82FC-B3E7A3F4B380}" type="pres">
      <dgm:prSet presAssocID="{CC2C2642-7B8D-405E-977E-5B233DC1A602}" presName="rootComposite" presStyleCnt="0"/>
      <dgm:spPr/>
    </dgm:pt>
    <dgm:pt modelId="{567AD2E2-544C-4658-A5F8-F07E07FE2F47}" type="pres">
      <dgm:prSet presAssocID="{CC2C2642-7B8D-405E-977E-5B233DC1A602}" presName="rootText" presStyleLbl="node3" presStyleIdx="9" presStyleCnt="15" custScaleX="126225">
        <dgm:presLayoutVars>
          <dgm:chPref val="3"/>
        </dgm:presLayoutVars>
      </dgm:prSet>
      <dgm:spPr/>
      <dgm:t>
        <a:bodyPr/>
        <a:lstStyle/>
        <a:p>
          <a:endParaRPr lang="en-US"/>
        </a:p>
      </dgm:t>
    </dgm:pt>
    <dgm:pt modelId="{44448893-3F43-4EBD-83D5-4100DDDB1FC9}" type="pres">
      <dgm:prSet presAssocID="{CC2C2642-7B8D-405E-977E-5B233DC1A602}" presName="rootConnector" presStyleLbl="node3" presStyleIdx="9" presStyleCnt="15"/>
      <dgm:spPr/>
      <dgm:t>
        <a:bodyPr/>
        <a:lstStyle/>
        <a:p>
          <a:endParaRPr lang="en-US"/>
        </a:p>
      </dgm:t>
    </dgm:pt>
    <dgm:pt modelId="{3F8B2CB7-8C4B-4431-9F38-18F9CA643EB9}" type="pres">
      <dgm:prSet presAssocID="{CC2C2642-7B8D-405E-977E-5B233DC1A602}" presName="hierChild4" presStyleCnt="0"/>
      <dgm:spPr/>
    </dgm:pt>
    <dgm:pt modelId="{877467E1-4C24-4F18-92FA-7C940C478AFE}" type="pres">
      <dgm:prSet presAssocID="{CC2C2642-7B8D-405E-977E-5B233DC1A602}" presName="hierChild5" presStyleCnt="0"/>
      <dgm:spPr/>
    </dgm:pt>
    <dgm:pt modelId="{D3616EBE-629E-42F5-9173-EB1C4DD37B67}" type="pres">
      <dgm:prSet presAssocID="{0394B78F-9F6A-46F9-8192-B5368C603428}" presName="hierChild5" presStyleCnt="0"/>
      <dgm:spPr/>
    </dgm:pt>
    <dgm:pt modelId="{E7BE8E11-BA35-4BE7-BF14-F201237C7DC2}" type="pres">
      <dgm:prSet presAssocID="{6C8F1E6B-5504-4471-834B-C3499A04DA76}" presName="Name37" presStyleLbl="parChTrans1D2" presStyleIdx="3" presStyleCnt="4"/>
      <dgm:spPr/>
      <dgm:t>
        <a:bodyPr/>
        <a:lstStyle/>
        <a:p>
          <a:endParaRPr lang="en-US"/>
        </a:p>
      </dgm:t>
    </dgm:pt>
    <dgm:pt modelId="{172911F4-E6C8-4A91-AA12-BA32DB5426BA}" type="pres">
      <dgm:prSet presAssocID="{9EE25B3F-6716-41DA-954C-BBFE7824A41A}" presName="hierRoot2" presStyleCnt="0">
        <dgm:presLayoutVars>
          <dgm:hierBranch val="init"/>
        </dgm:presLayoutVars>
      </dgm:prSet>
      <dgm:spPr/>
    </dgm:pt>
    <dgm:pt modelId="{3D33D6F9-2667-4B6C-9009-C9CDFA149917}" type="pres">
      <dgm:prSet presAssocID="{9EE25B3F-6716-41DA-954C-BBFE7824A41A}" presName="rootComposite" presStyleCnt="0"/>
      <dgm:spPr/>
    </dgm:pt>
    <dgm:pt modelId="{2DB07147-8917-4D17-87A6-7CE141502E2D}" type="pres">
      <dgm:prSet presAssocID="{9EE25B3F-6716-41DA-954C-BBFE7824A41A}" presName="rootText" presStyleLbl="node2" presStyleIdx="3" presStyleCnt="4" custScaleX="140202" custLinFactNeighborY="11318">
        <dgm:presLayoutVars>
          <dgm:chPref val="3"/>
        </dgm:presLayoutVars>
      </dgm:prSet>
      <dgm:spPr/>
      <dgm:t>
        <a:bodyPr/>
        <a:lstStyle/>
        <a:p>
          <a:endParaRPr lang="en-US"/>
        </a:p>
      </dgm:t>
    </dgm:pt>
    <dgm:pt modelId="{9FAAD8B8-5F89-40A3-98B4-6DF747434BFA}" type="pres">
      <dgm:prSet presAssocID="{9EE25B3F-6716-41DA-954C-BBFE7824A41A}" presName="rootConnector" presStyleLbl="node2" presStyleIdx="3" presStyleCnt="4"/>
      <dgm:spPr/>
      <dgm:t>
        <a:bodyPr/>
        <a:lstStyle/>
        <a:p>
          <a:endParaRPr lang="en-US"/>
        </a:p>
      </dgm:t>
    </dgm:pt>
    <dgm:pt modelId="{CAF090E9-7DBA-4035-8D59-138B1B4CA2F2}" type="pres">
      <dgm:prSet presAssocID="{9EE25B3F-6716-41DA-954C-BBFE7824A41A}" presName="hierChild4" presStyleCnt="0"/>
      <dgm:spPr/>
    </dgm:pt>
    <dgm:pt modelId="{AD216CD2-6CE1-4365-9C5D-D083867D00F1}" type="pres">
      <dgm:prSet presAssocID="{609F915B-CBFB-4714-B368-734C4E572A66}" presName="Name37" presStyleLbl="parChTrans1D3" presStyleIdx="10" presStyleCnt="15"/>
      <dgm:spPr/>
      <dgm:t>
        <a:bodyPr/>
        <a:lstStyle/>
        <a:p>
          <a:endParaRPr lang="en-US"/>
        </a:p>
      </dgm:t>
    </dgm:pt>
    <dgm:pt modelId="{6D8B85EA-AC97-482C-B47A-BA22690E02E3}" type="pres">
      <dgm:prSet presAssocID="{E5AF94A0-976E-4874-A9E9-851A50F36576}" presName="hierRoot2" presStyleCnt="0">
        <dgm:presLayoutVars>
          <dgm:hierBranch val="init"/>
        </dgm:presLayoutVars>
      </dgm:prSet>
      <dgm:spPr/>
    </dgm:pt>
    <dgm:pt modelId="{D0788024-B797-48AF-89D1-B86B0A669D28}" type="pres">
      <dgm:prSet presAssocID="{E5AF94A0-976E-4874-A9E9-851A50F36576}" presName="rootComposite" presStyleCnt="0"/>
      <dgm:spPr/>
    </dgm:pt>
    <dgm:pt modelId="{EDF68361-C1C1-4ADC-86CD-BDC3426B8108}" type="pres">
      <dgm:prSet presAssocID="{E5AF94A0-976E-4874-A9E9-851A50F36576}" presName="rootText" presStyleLbl="node3" presStyleIdx="10" presStyleCnt="15" custScaleX="126225">
        <dgm:presLayoutVars>
          <dgm:chPref val="3"/>
        </dgm:presLayoutVars>
      </dgm:prSet>
      <dgm:spPr/>
      <dgm:t>
        <a:bodyPr/>
        <a:lstStyle/>
        <a:p>
          <a:endParaRPr lang="en-US"/>
        </a:p>
      </dgm:t>
    </dgm:pt>
    <dgm:pt modelId="{9142CFA1-6118-4DD7-9477-6D3937B20C5B}" type="pres">
      <dgm:prSet presAssocID="{E5AF94A0-976E-4874-A9E9-851A50F36576}" presName="rootConnector" presStyleLbl="node3" presStyleIdx="10" presStyleCnt="15"/>
      <dgm:spPr/>
      <dgm:t>
        <a:bodyPr/>
        <a:lstStyle/>
        <a:p>
          <a:endParaRPr lang="en-US"/>
        </a:p>
      </dgm:t>
    </dgm:pt>
    <dgm:pt modelId="{F96C5ECB-0A19-4D36-BDA8-A96365805EF2}" type="pres">
      <dgm:prSet presAssocID="{E5AF94A0-976E-4874-A9E9-851A50F36576}" presName="hierChild4" presStyleCnt="0"/>
      <dgm:spPr/>
    </dgm:pt>
    <dgm:pt modelId="{9879B076-DAF0-4802-B651-7D5D1E5915A7}" type="pres">
      <dgm:prSet presAssocID="{E5AF94A0-976E-4874-A9E9-851A50F36576}" presName="hierChild5" presStyleCnt="0"/>
      <dgm:spPr/>
    </dgm:pt>
    <dgm:pt modelId="{478063D6-324B-4F23-A88A-3CBC6697E2F1}" type="pres">
      <dgm:prSet presAssocID="{2D5A58FF-3922-44CE-ADB1-3288EB15CAD0}" presName="Name37" presStyleLbl="parChTrans1D3" presStyleIdx="11" presStyleCnt="15"/>
      <dgm:spPr/>
      <dgm:t>
        <a:bodyPr/>
        <a:lstStyle/>
        <a:p>
          <a:endParaRPr lang="en-US"/>
        </a:p>
      </dgm:t>
    </dgm:pt>
    <dgm:pt modelId="{E87A05A4-E78B-4D09-A66D-FE5A9667DCF9}" type="pres">
      <dgm:prSet presAssocID="{E98ADCDD-B768-493B-B339-4071BA6DB8EA}" presName="hierRoot2" presStyleCnt="0">
        <dgm:presLayoutVars>
          <dgm:hierBranch val="init"/>
        </dgm:presLayoutVars>
      </dgm:prSet>
      <dgm:spPr/>
    </dgm:pt>
    <dgm:pt modelId="{098784D4-7F63-468C-BB14-77C59D379DE7}" type="pres">
      <dgm:prSet presAssocID="{E98ADCDD-B768-493B-B339-4071BA6DB8EA}" presName="rootComposite" presStyleCnt="0"/>
      <dgm:spPr/>
    </dgm:pt>
    <dgm:pt modelId="{55AA89B8-C9AF-4BB0-BF4E-3057AD707FF2}" type="pres">
      <dgm:prSet presAssocID="{E98ADCDD-B768-493B-B339-4071BA6DB8EA}" presName="rootText" presStyleLbl="node3" presStyleIdx="11" presStyleCnt="15" custScaleX="126225">
        <dgm:presLayoutVars>
          <dgm:chPref val="3"/>
        </dgm:presLayoutVars>
      </dgm:prSet>
      <dgm:spPr/>
      <dgm:t>
        <a:bodyPr/>
        <a:lstStyle/>
        <a:p>
          <a:endParaRPr lang="en-US"/>
        </a:p>
      </dgm:t>
    </dgm:pt>
    <dgm:pt modelId="{CDFA930D-9F9C-4C41-9B3A-E79C8486EDCF}" type="pres">
      <dgm:prSet presAssocID="{E98ADCDD-B768-493B-B339-4071BA6DB8EA}" presName="rootConnector" presStyleLbl="node3" presStyleIdx="11" presStyleCnt="15"/>
      <dgm:spPr/>
      <dgm:t>
        <a:bodyPr/>
        <a:lstStyle/>
        <a:p>
          <a:endParaRPr lang="en-US"/>
        </a:p>
      </dgm:t>
    </dgm:pt>
    <dgm:pt modelId="{D862BE28-BE03-4BF6-8159-FB92F548EF87}" type="pres">
      <dgm:prSet presAssocID="{E98ADCDD-B768-493B-B339-4071BA6DB8EA}" presName="hierChild4" presStyleCnt="0"/>
      <dgm:spPr/>
    </dgm:pt>
    <dgm:pt modelId="{9CE3BDFB-54CC-4320-80BE-B3E5B221BB7A}" type="pres">
      <dgm:prSet presAssocID="{E98ADCDD-B768-493B-B339-4071BA6DB8EA}" presName="hierChild5" presStyleCnt="0"/>
      <dgm:spPr/>
    </dgm:pt>
    <dgm:pt modelId="{81A2BF25-9202-4C14-A49D-8625DF74628C}" type="pres">
      <dgm:prSet presAssocID="{B5EA4E2A-8019-427A-B2DE-9F9875B0D3CB}" presName="Name37" presStyleLbl="parChTrans1D3" presStyleIdx="12" presStyleCnt="15"/>
      <dgm:spPr/>
      <dgm:t>
        <a:bodyPr/>
        <a:lstStyle/>
        <a:p>
          <a:endParaRPr lang="en-US"/>
        </a:p>
      </dgm:t>
    </dgm:pt>
    <dgm:pt modelId="{ED75E138-57B7-4B1B-BB24-F52EF20A3508}" type="pres">
      <dgm:prSet presAssocID="{A66D862F-8270-4E7D-A374-01F6D6FE4D35}" presName="hierRoot2" presStyleCnt="0">
        <dgm:presLayoutVars>
          <dgm:hierBranch val="init"/>
        </dgm:presLayoutVars>
      </dgm:prSet>
      <dgm:spPr/>
    </dgm:pt>
    <dgm:pt modelId="{FDE5887D-899E-40BA-97B5-0F7A101A664B}" type="pres">
      <dgm:prSet presAssocID="{A66D862F-8270-4E7D-A374-01F6D6FE4D35}" presName="rootComposite" presStyleCnt="0"/>
      <dgm:spPr/>
    </dgm:pt>
    <dgm:pt modelId="{68A9F295-9725-433E-A981-262E5855EB7A}" type="pres">
      <dgm:prSet presAssocID="{A66D862F-8270-4E7D-A374-01F6D6FE4D35}" presName="rootText" presStyleLbl="node3" presStyleIdx="12" presStyleCnt="15" custScaleX="126225">
        <dgm:presLayoutVars>
          <dgm:chPref val="3"/>
        </dgm:presLayoutVars>
      </dgm:prSet>
      <dgm:spPr/>
      <dgm:t>
        <a:bodyPr/>
        <a:lstStyle/>
        <a:p>
          <a:endParaRPr lang="en-US"/>
        </a:p>
      </dgm:t>
    </dgm:pt>
    <dgm:pt modelId="{02CAD2CD-6131-4870-8E50-E34D406848B7}" type="pres">
      <dgm:prSet presAssocID="{A66D862F-8270-4E7D-A374-01F6D6FE4D35}" presName="rootConnector" presStyleLbl="node3" presStyleIdx="12" presStyleCnt="15"/>
      <dgm:spPr/>
      <dgm:t>
        <a:bodyPr/>
        <a:lstStyle/>
        <a:p>
          <a:endParaRPr lang="en-US"/>
        </a:p>
      </dgm:t>
    </dgm:pt>
    <dgm:pt modelId="{9051792E-FC8A-459B-BEC7-99FD067F1768}" type="pres">
      <dgm:prSet presAssocID="{A66D862F-8270-4E7D-A374-01F6D6FE4D35}" presName="hierChild4" presStyleCnt="0"/>
      <dgm:spPr/>
    </dgm:pt>
    <dgm:pt modelId="{EA917A82-7FBC-4A6A-919F-B2C3EE2C6DFE}" type="pres">
      <dgm:prSet presAssocID="{A66D862F-8270-4E7D-A374-01F6D6FE4D35}" presName="hierChild5" presStyleCnt="0"/>
      <dgm:spPr/>
    </dgm:pt>
    <dgm:pt modelId="{2CBB69F2-4758-4764-AAE6-F2055263CF6A}" type="pres">
      <dgm:prSet presAssocID="{171803E2-285D-459C-BDB9-4F094FA202BC}" presName="Name37" presStyleLbl="parChTrans1D3" presStyleIdx="13" presStyleCnt="15"/>
      <dgm:spPr/>
      <dgm:t>
        <a:bodyPr/>
        <a:lstStyle/>
        <a:p>
          <a:endParaRPr lang="en-US"/>
        </a:p>
      </dgm:t>
    </dgm:pt>
    <dgm:pt modelId="{8FA3AADB-2D13-4CFD-9F65-7A282E798CA6}" type="pres">
      <dgm:prSet presAssocID="{2F2F5BDA-B019-4A99-8BAE-D975F3115D55}" presName="hierRoot2" presStyleCnt="0">
        <dgm:presLayoutVars>
          <dgm:hierBranch val="init"/>
        </dgm:presLayoutVars>
      </dgm:prSet>
      <dgm:spPr/>
    </dgm:pt>
    <dgm:pt modelId="{AB1E364A-BD68-4A6B-B22D-8310F209606F}" type="pres">
      <dgm:prSet presAssocID="{2F2F5BDA-B019-4A99-8BAE-D975F3115D55}" presName="rootComposite" presStyleCnt="0"/>
      <dgm:spPr/>
    </dgm:pt>
    <dgm:pt modelId="{78F0936E-0E2E-47D5-BC07-1D8E647FC20E}" type="pres">
      <dgm:prSet presAssocID="{2F2F5BDA-B019-4A99-8BAE-D975F3115D55}" presName="rootText" presStyleLbl="node3" presStyleIdx="13" presStyleCnt="15" custScaleX="126225">
        <dgm:presLayoutVars>
          <dgm:chPref val="3"/>
        </dgm:presLayoutVars>
      </dgm:prSet>
      <dgm:spPr/>
      <dgm:t>
        <a:bodyPr/>
        <a:lstStyle/>
        <a:p>
          <a:endParaRPr lang="en-US"/>
        </a:p>
      </dgm:t>
    </dgm:pt>
    <dgm:pt modelId="{9F4ADAD6-01F7-4BAE-9CB3-BE8887D19E1E}" type="pres">
      <dgm:prSet presAssocID="{2F2F5BDA-B019-4A99-8BAE-D975F3115D55}" presName="rootConnector" presStyleLbl="node3" presStyleIdx="13" presStyleCnt="15"/>
      <dgm:spPr/>
      <dgm:t>
        <a:bodyPr/>
        <a:lstStyle/>
        <a:p>
          <a:endParaRPr lang="en-US"/>
        </a:p>
      </dgm:t>
    </dgm:pt>
    <dgm:pt modelId="{0A7EECB3-8FF0-44EA-A89D-F2BDAB4DBD2C}" type="pres">
      <dgm:prSet presAssocID="{2F2F5BDA-B019-4A99-8BAE-D975F3115D55}" presName="hierChild4" presStyleCnt="0"/>
      <dgm:spPr/>
    </dgm:pt>
    <dgm:pt modelId="{05E5DA62-16E2-4889-BE25-30502F823B81}" type="pres">
      <dgm:prSet presAssocID="{2F2F5BDA-B019-4A99-8BAE-D975F3115D55}" presName="hierChild5" presStyleCnt="0"/>
      <dgm:spPr/>
    </dgm:pt>
    <dgm:pt modelId="{5C46F5B2-1F9B-4D7C-B21B-BE2D49F421E9}" type="pres">
      <dgm:prSet presAssocID="{DE80B57A-6476-47BD-BED2-991CDA1EAAC4}" presName="Name37" presStyleLbl="parChTrans1D3" presStyleIdx="14" presStyleCnt="15"/>
      <dgm:spPr/>
      <dgm:t>
        <a:bodyPr/>
        <a:lstStyle/>
        <a:p>
          <a:endParaRPr lang="en-US"/>
        </a:p>
      </dgm:t>
    </dgm:pt>
    <dgm:pt modelId="{3A27AF53-9179-4583-B0C2-A426245B4DE7}" type="pres">
      <dgm:prSet presAssocID="{EFE930DC-C39D-4BB4-A43C-070706FBB87B}" presName="hierRoot2" presStyleCnt="0">
        <dgm:presLayoutVars>
          <dgm:hierBranch val="init"/>
        </dgm:presLayoutVars>
      </dgm:prSet>
      <dgm:spPr/>
    </dgm:pt>
    <dgm:pt modelId="{186E0BC4-7756-4456-A8FE-FFCB9AB69734}" type="pres">
      <dgm:prSet presAssocID="{EFE930DC-C39D-4BB4-A43C-070706FBB87B}" presName="rootComposite" presStyleCnt="0"/>
      <dgm:spPr/>
    </dgm:pt>
    <dgm:pt modelId="{184DC869-536A-4D17-AECC-0E56A1EEC7FA}" type="pres">
      <dgm:prSet presAssocID="{EFE930DC-C39D-4BB4-A43C-070706FBB87B}" presName="rootText" presStyleLbl="node3" presStyleIdx="14" presStyleCnt="15" custScaleX="126225">
        <dgm:presLayoutVars>
          <dgm:chPref val="3"/>
        </dgm:presLayoutVars>
      </dgm:prSet>
      <dgm:spPr/>
      <dgm:t>
        <a:bodyPr/>
        <a:lstStyle/>
        <a:p>
          <a:endParaRPr lang="en-US"/>
        </a:p>
      </dgm:t>
    </dgm:pt>
    <dgm:pt modelId="{9F10A599-B080-432B-B8E0-ACCC096D7A75}" type="pres">
      <dgm:prSet presAssocID="{EFE930DC-C39D-4BB4-A43C-070706FBB87B}" presName="rootConnector" presStyleLbl="node3" presStyleIdx="14" presStyleCnt="15"/>
      <dgm:spPr/>
      <dgm:t>
        <a:bodyPr/>
        <a:lstStyle/>
        <a:p>
          <a:endParaRPr lang="en-US"/>
        </a:p>
      </dgm:t>
    </dgm:pt>
    <dgm:pt modelId="{D52C8A45-F47C-4D05-93AA-2E6317C2CC31}" type="pres">
      <dgm:prSet presAssocID="{EFE930DC-C39D-4BB4-A43C-070706FBB87B}" presName="hierChild4" presStyleCnt="0"/>
      <dgm:spPr/>
    </dgm:pt>
    <dgm:pt modelId="{0516710B-0A56-41E2-9541-358999635CB9}" type="pres">
      <dgm:prSet presAssocID="{EFE930DC-C39D-4BB4-A43C-070706FBB87B}" presName="hierChild5" presStyleCnt="0"/>
      <dgm:spPr/>
    </dgm:pt>
    <dgm:pt modelId="{FAEF950E-35E3-44F3-86A8-59D3E2D451EA}" type="pres">
      <dgm:prSet presAssocID="{9EE25B3F-6716-41DA-954C-BBFE7824A41A}" presName="hierChild5" presStyleCnt="0"/>
      <dgm:spPr/>
    </dgm:pt>
    <dgm:pt modelId="{96DEF822-DC52-4FFC-82DA-389CD5B29657}" type="pres">
      <dgm:prSet presAssocID="{9E6404DC-1053-49D6-95EE-599A97C88DD3}" presName="hierChild3" presStyleCnt="0"/>
      <dgm:spPr/>
    </dgm:pt>
  </dgm:ptLst>
  <dgm:cxnLst>
    <dgm:cxn modelId="{586619E3-A7C6-4227-B1EB-9D52818D5F4D}" type="presOf" srcId="{609F915B-CBFB-4714-B368-734C4E572A66}" destId="{AD216CD2-6CE1-4365-9C5D-D083867D00F1}" srcOrd="0" destOrd="0" presId="urn:microsoft.com/office/officeart/2005/8/layout/orgChart1"/>
    <dgm:cxn modelId="{B62B6E01-770A-49CC-88B9-BF879CE354F7}" type="presOf" srcId="{DE80B57A-6476-47BD-BED2-991CDA1EAAC4}" destId="{5C46F5B2-1F9B-4D7C-B21B-BE2D49F421E9}" srcOrd="0" destOrd="0" presId="urn:microsoft.com/office/officeart/2005/8/layout/orgChart1"/>
    <dgm:cxn modelId="{BF27460C-DE11-4D46-B11E-79298C3C8A80}" type="presOf" srcId="{71A60468-E9B4-45C7-9155-EF96BF5A2ECF}" destId="{034CA3C4-ED49-40C2-A5D6-7201B428A436}" srcOrd="1" destOrd="0" presId="urn:microsoft.com/office/officeart/2005/8/layout/orgChart1"/>
    <dgm:cxn modelId="{33B9148F-7818-4777-8EFC-0F9ADC8AD329}" srcId="{620DD3EC-BDCD-468B-B566-7FE2B848507E}" destId="{9F33D48B-E7E6-4734-B111-D038DA53DCF0}" srcOrd="2" destOrd="0" parTransId="{44DE1422-B0E2-44D9-A12C-8CBB858B0FB9}" sibTransId="{DA5AF2D9-4AB7-4A8D-B5A9-DCE98DFCEFC2}"/>
    <dgm:cxn modelId="{72FE195A-BD17-4A0C-9951-C86D9A14D65D}" type="presOf" srcId="{9F33D48B-E7E6-4734-B111-D038DA53DCF0}" destId="{BD2A5398-9306-4C30-899F-5165B007346B}"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ECE11D79-1514-47E5-9803-75E3B6B33B00}" srcId="{620DD3EC-BDCD-468B-B566-7FE2B848507E}" destId="{6D2BC0AE-F643-4057-B2EB-0652F58B33B9}" srcOrd="0" destOrd="0" parTransId="{C088B613-79B3-481F-9BB2-FDCE0903B149}" sibTransId="{DFE859E1-1BA2-420F-9875-6D2EB22C59B3}"/>
    <dgm:cxn modelId="{1FBABB12-B82A-4B95-92A0-A5B217D3B32B}" srcId="{620DD3EC-BDCD-468B-B566-7FE2B848507E}" destId="{07F9E660-D2DB-43F7-9A8C-4C267D76FC7B}" srcOrd="3" destOrd="0" parTransId="{2E2BF1EF-6475-4A13-9BDF-0E3CDD9FFAD6}" sibTransId="{104537B6-9A05-4FA2-B974-D8A70D5D9B30}"/>
    <dgm:cxn modelId="{3371D227-869E-4636-B9B0-BA373BCE5AD6}" srcId="{9E6404DC-1053-49D6-95EE-599A97C88DD3}" destId="{9286A5EC-F2A9-487D-8BF1-B96EEEFD636B}" srcOrd="0" destOrd="0" parTransId="{8CE2CE9A-EBD7-445E-BD99-21666869C1D4}" sibTransId="{D6357A36-116B-440B-A9E1-8EDB3A4D1B88}"/>
    <dgm:cxn modelId="{005AE5D0-768A-4EF7-8003-C470A1F14959}" type="presOf" srcId="{6D2BC0AE-F643-4057-B2EB-0652F58B33B9}" destId="{30840B12-FDD6-4FB0-95BC-31888415C497}" srcOrd="1" destOrd="0" presId="urn:microsoft.com/office/officeart/2005/8/layout/orgChart1"/>
    <dgm:cxn modelId="{FEDC9EFD-95C1-4984-A3F0-A73A7A7881CD}" srcId="{9E6404DC-1053-49D6-95EE-599A97C88DD3}" destId="{9EE25B3F-6716-41DA-954C-BBFE7824A41A}" srcOrd="3" destOrd="0" parTransId="{6C8F1E6B-5504-4471-834B-C3499A04DA76}" sibTransId="{D73843DF-DA6A-4800-A97F-5B03944F3739}"/>
    <dgm:cxn modelId="{19AF4068-3DE4-490A-9264-0F12B60591B8}" type="presOf" srcId="{F0764DAA-254D-4C3C-9708-669D5BF5A337}" destId="{0146BAA9-2B9D-4F2A-B565-A2DCB6505964}" srcOrd="0" destOrd="0" presId="urn:microsoft.com/office/officeart/2005/8/layout/orgChart1"/>
    <dgm:cxn modelId="{54A75129-DA76-40BD-8BC1-0F4ED5AB4AB1}" type="presOf" srcId="{E5AF94A0-976E-4874-A9E9-851A50F36576}" destId="{EDF68361-C1C1-4ADC-86CD-BDC3426B8108}"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56F377E1-06DE-41F0-8ACD-53B33239B090}" srcId="{0394B78F-9F6A-46F9-8192-B5368C603428}" destId="{92DECB80-8FA5-418C-8E7F-B874C97CE7B9}" srcOrd="2" destOrd="0" parTransId="{9717FDF0-B947-4AA7-AE95-C83BEC23C8DC}" sibTransId="{DF9391C1-0987-43DF-B161-9E5EFEEE5624}"/>
    <dgm:cxn modelId="{2CA94709-4116-4AED-A38A-4357D2903CB1}" srcId="{0394B78F-9F6A-46F9-8192-B5368C603428}" destId="{CD238030-BE61-429B-BC31-AA581994ED20}" srcOrd="1" destOrd="0" parTransId="{A4934C3B-E7BB-4C9F-B6A5-35E854F1F036}" sibTransId="{1A9C2A3B-AC15-4B2A-9824-6398550F7B5E}"/>
    <dgm:cxn modelId="{0DBF5DB1-DFA3-46D1-8E1F-1BF3C83DC774}" type="presOf" srcId="{D652C70C-8554-4301-869A-D02E3BDCCF9C}" destId="{D2613D50-256B-4B68-8FAD-AE3AD5188EA2}"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A55F5D5C-BCEA-4CEE-9FBC-7C79469DA9B0}" srcId="{9EE25B3F-6716-41DA-954C-BBFE7824A41A}" destId="{E98ADCDD-B768-493B-B339-4071BA6DB8EA}" srcOrd="1" destOrd="0" parTransId="{2D5A58FF-3922-44CE-ADB1-3288EB15CAD0}" sibTransId="{833FD86F-E7F8-4A9E-923F-5E0AFFF5730B}"/>
    <dgm:cxn modelId="{A162CE61-2C69-4A00-AC12-C662458B33AA}" type="presOf" srcId="{CD238030-BE61-429B-BC31-AA581994ED20}" destId="{C2840598-6AE8-498A-999F-F17CF44139D6}" srcOrd="1" destOrd="0" presId="urn:microsoft.com/office/officeart/2005/8/layout/orgChart1"/>
    <dgm:cxn modelId="{C7F61B0B-78F5-4859-9C78-507446FD9B1E}" type="presOf" srcId="{43109AA1-FEEE-4F25-AE73-32BDAA3045E7}" destId="{E4DDB36F-2927-4491-9CDB-13A7789A09B4}" srcOrd="0" destOrd="0" presId="urn:microsoft.com/office/officeart/2005/8/layout/orgChart1"/>
    <dgm:cxn modelId="{F07A12DC-59F1-4D8B-AC0D-213D476CC43E}" type="presOf" srcId="{92DECB80-8FA5-418C-8E7F-B874C97CE7B9}" destId="{CD57C727-46B0-4C5B-8556-85AE694552F7}"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2CDB3806-4CB8-474E-B706-94234065B310}" type="presOf" srcId="{E98ADCDD-B768-493B-B339-4071BA6DB8EA}" destId="{55AA89B8-C9AF-4BB0-BF4E-3057AD707FF2}" srcOrd="0" destOrd="0" presId="urn:microsoft.com/office/officeart/2005/8/layout/orgChart1"/>
    <dgm:cxn modelId="{209264E8-5F9E-4FB0-BFD9-90C2C0D48434}" type="presOf" srcId="{A4934C3B-E7BB-4C9F-B6A5-35E854F1F036}" destId="{1B4EDDC6-D7B4-4258-9A0D-7219544EB8E5}" srcOrd="0" destOrd="0" presId="urn:microsoft.com/office/officeart/2005/8/layout/orgChart1"/>
    <dgm:cxn modelId="{D8EBBDD4-5DC6-4745-8954-351FE4E324F7}" srcId="{620DD3EC-BDCD-468B-B566-7FE2B848507E}" destId="{4C1AE607-8879-40FA-8B91-8EA53E5C21A0}" srcOrd="1" destOrd="0" parTransId="{92C4C6DD-83B2-4FF9-8A58-98BADCE3D1F3}" sibTransId="{32B79AEB-AF5F-4C43-A7E4-A850E738C596}"/>
    <dgm:cxn modelId="{55322DC1-D5BB-4947-91D3-C49D83A86839}" srcId="{9E6404DC-1053-49D6-95EE-599A97C88DD3}" destId="{620DD3EC-BDCD-468B-B566-7FE2B848507E}" srcOrd="1" destOrd="0" parTransId="{F0764DAA-254D-4C3C-9708-669D5BF5A337}" sibTransId="{61B96E30-C56F-4FDE-AA00-908E8835534F}"/>
    <dgm:cxn modelId="{025F3CB9-CB65-4128-947E-9B6C6492BF1A}" srcId="{0394B78F-9F6A-46F9-8192-B5368C603428}" destId="{D21AA50B-6F47-4522-9EC2-1DCF65D1D4AF}" srcOrd="0" destOrd="0" parTransId="{43109AA1-FEEE-4F25-AE73-32BDAA3045E7}" sibTransId="{CECDADA7-D3E7-4A39-A783-CD0194524D5E}"/>
    <dgm:cxn modelId="{E70CD6A6-EF45-4417-9C5E-A0E4695A045D}" type="presOf" srcId="{A66D862F-8270-4E7D-A374-01F6D6FE4D35}" destId="{02CAD2CD-6131-4870-8E50-E34D406848B7}" srcOrd="1"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3D471D07-17B2-4455-B4B6-11DC73CAE03D}" srcId="{9EE25B3F-6716-41DA-954C-BBFE7824A41A}" destId="{EFE930DC-C39D-4BB4-A43C-070706FBB87B}" srcOrd="4" destOrd="0" parTransId="{DE80B57A-6476-47BD-BED2-991CDA1EAAC4}" sibTransId="{3160CF97-4513-4072-9896-7EF1472DA845}"/>
    <dgm:cxn modelId="{D15BB872-FDAC-49E2-AEE5-BD69C017B6DE}" type="presOf" srcId="{E83F16D7-96B8-4E10-B193-066AA005CDEF}" destId="{ABB377B0-0814-4A7E-9B42-6263920DD1B5}" srcOrd="0" destOrd="0" presId="urn:microsoft.com/office/officeart/2005/8/layout/orgChart1"/>
    <dgm:cxn modelId="{B7D8EF39-3247-4568-A41F-0FA81535CC4E}" type="presOf" srcId="{B5EA4E2A-8019-427A-B2DE-9F9875B0D3CB}" destId="{81A2BF25-9202-4C14-A49D-8625DF74628C}" srcOrd="0" destOrd="0" presId="urn:microsoft.com/office/officeart/2005/8/layout/orgChart1"/>
    <dgm:cxn modelId="{CFDE4681-20E6-41C7-A104-BDB96D047C5D}" type="presOf" srcId="{171803E2-285D-459C-BDB9-4F094FA202BC}" destId="{2CBB69F2-4758-4764-AAE6-F2055263CF6A}"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3224EC18-7927-4AB9-AAC4-9D34DF12BFDE}" type="presOf" srcId="{2F2F5BDA-B019-4A99-8BAE-D975F3115D55}" destId="{9F4ADAD6-01F7-4BAE-9CB3-BE8887D19E1E}" srcOrd="1" destOrd="0" presId="urn:microsoft.com/office/officeart/2005/8/layout/orgChart1"/>
    <dgm:cxn modelId="{D2E421E9-122F-4D89-91E2-44E0AFAC163F}" type="presOf" srcId="{44DE1422-B0E2-44D9-A12C-8CBB858B0FB9}" destId="{58FA5A4F-3D9B-4BF0-88F7-A1EFDA90868F}" srcOrd="0" destOrd="0" presId="urn:microsoft.com/office/officeart/2005/8/layout/orgChart1"/>
    <dgm:cxn modelId="{A1BC0BD6-EDC1-4E6D-804D-7853A832E76F}" type="presOf" srcId="{EFE930DC-C39D-4BB4-A43C-070706FBB87B}" destId="{9F10A599-B080-432B-B8E0-ACCC096D7A75}" srcOrd="1" destOrd="0" presId="urn:microsoft.com/office/officeart/2005/8/layout/orgChart1"/>
    <dgm:cxn modelId="{F3EA8CBC-E5F0-40C1-B163-731C2B8EE8CA}" srcId="{9EE25B3F-6716-41DA-954C-BBFE7824A41A}" destId="{2F2F5BDA-B019-4A99-8BAE-D975F3115D55}" srcOrd="3" destOrd="0" parTransId="{171803E2-285D-459C-BDB9-4F094FA202BC}" sibTransId="{3E8BF2EE-550A-47C5-8892-46280A131BD9}"/>
    <dgm:cxn modelId="{D8656CE8-FB66-4DBD-9CBE-28A2C44BA800}" type="presOf" srcId="{0B0BE489-18FC-4AB8-89F0-E5B83E82DEE3}" destId="{80D30C1D-7614-46E9-A72C-A8C7C4CE7688}" srcOrd="1" destOrd="0" presId="urn:microsoft.com/office/officeart/2005/8/layout/orgChart1"/>
    <dgm:cxn modelId="{A2E7CA46-EA9F-4E6F-A8E9-564FDFB5C8E5}" type="presOf" srcId="{71A60468-E9B4-45C7-9155-EF96BF5A2ECF}" destId="{D781F0C4-A73F-4573-B965-28A145D9A574}" srcOrd="0" destOrd="0" presId="urn:microsoft.com/office/officeart/2005/8/layout/orgChart1"/>
    <dgm:cxn modelId="{7A4A99DF-9897-4E10-9152-08E8CF015C98}" type="presOf" srcId="{2F2F5BDA-B019-4A99-8BAE-D975F3115D55}" destId="{78F0936E-0E2E-47D5-BC07-1D8E647FC20E}" srcOrd="0" destOrd="0" presId="urn:microsoft.com/office/officeart/2005/8/layout/orgChart1"/>
    <dgm:cxn modelId="{9542F19C-DF9A-4212-AA37-1D1AC7485736}" type="presOf" srcId="{07F9E660-D2DB-43F7-9A8C-4C267D76FC7B}" destId="{D4F92C83-C494-4443-A085-6CFEA13539D2}" srcOrd="0" destOrd="0" presId="urn:microsoft.com/office/officeart/2005/8/layout/orgChart1"/>
    <dgm:cxn modelId="{DCE41E39-590A-457A-B3E0-2A0D7519055C}" type="presOf" srcId="{4C1AE607-8879-40FA-8B91-8EA53E5C21A0}" destId="{DD7A0499-20AE-4143-B649-E608EB75D9ED}" srcOrd="0" destOrd="0" presId="urn:microsoft.com/office/officeart/2005/8/layout/orgChart1"/>
    <dgm:cxn modelId="{B9922167-C6C2-430F-A353-D59EFB11BE60}" type="presOf" srcId="{CC2C2642-7B8D-405E-977E-5B233DC1A602}" destId="{567AD2E2-544C-4658-A5F8-F07E07FE2F47}" srcOrd="0" destOrd="0" presId="urn:microsoft.com/office/officeart/2005/8/layout/orgChart1"/>
    <dgm:cxn modelId="{505DE846-2BEB-4329-9FC4-18C002806A3A}" type="presOf" srcId="{D21AA50B-6F47-4522-9EC2-1DCF65D1D4AF}" destId="{1183AAC3-0F66-4BAC-8068-2D182E1C064A}" srcOrd="0" destOrd="0" presId="urn:microsoft.com/office/officeart/2005/8/layout/orgChart1"/>
    <dgm:cxn modelId="{412CFEDE-0F6A-493F-B068-CFFCFDF8AF93}" type="presOf" srcId="{C088B613-79B3-481F-9BB2-FDCE0903B149}" destId="{ECF9C54A-2C83-410A-9F29-C05C7AEBD84A}" srcOrd="0" destOrd="0" presId="urn:microsoft.com/office/officeart/2005/8/layout/orgChart1"/>
    <dgm:cxn modelId="{E7B13789-6617-4FA3-BC1E-F01C7E58A3CA}" type="presOf" srcId="{2E2BF1EF-6475-4A13-9BDF-0E3CDD9FFAD6}" destId="{7D2D8082-4008-45FF-B552-9FCD60B1CAC7}"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87DEC90E-8998-4936-813D-4374E624A509}" type="presOf" srcId="{92C4C6DD-83B2-4FF9-8A58-98BADCE3D1F3}" destId="{E2503A55-8B94-42A2-BE23-0D46DDA997A6}" srcOrd="0" destOrd="0" presId="urn:microsoft.com/office/officeart/2005/8/layout/orgChart1"/>
    <dgm:cxn modelId="{9AA88C1C-15FF-482B-9F9B-2B330473CC90}" type="presOf" srcId="{4C1AE607-8879-40FA-8B91-8EA53E5C21A0}" destId="{8B0ACD13-27E4-48E7-B928-B914FC05AC0D}" srcOrd="1" destOrd="0" presId="urn:microsoft.com/office/officeart/2005/8/layout/orgChart1"/>
    <dgm:cxn modelId="{417CC6D3-B0C6-426A-B006-A2DC24540268}" type="presOf" srcId="{6D2BC0AE-F643-4057-B2EB-0652F58B33B9}" destId="{5BA97E7E-24F2-4FA4-9202-039963B311C6}" srcOrd="0" destOrd="0" presId="urn:microsoft.com/office/officeart/2005/8/layout/orgChart1"/>
    <dgm:cxn modelId="{ECC12452-5F28-41D0-A513-3FBC23B7A853}" type="presOf" srcId="{CC2C2642-7B8D-405E-977E-5B233DC1A602}" destId="{44448893-3F43-4EBD-83D5-4100DDDB1FC9}" srcOrd="1" destOrd="0" presId="urn:microsoft.com/office/officeart/2005/8/layout/orgChart1"/>
    <dgm:cxn modelId="{AE668C20-28A9-4290-881E-1F6A00889C7F}" type="presOf" srcId="{D21AA50B-6F47-4522-9EC2-1DCF65D1D4AF}" destId="{27806D9B-9587-4C75-8FB4-F16C2760781A}" srcOrd="1" destOrd="0" presId="urn:microsoft.com/office/officeart/2005/8/layout/orgChart1"/>
    <dgm:cxn modelId="{7DC8F9C3-878D-4F52-B436-2D3CFC533A76}" type="presOf" srcId="{07F9E660-D2DB-43F7-9A8C-4C267D76FC7B}" destId="{A6F8B0F6-A1DB-4F4C-815E-4CB3D7D4B798}" srcOrd="1" destOrd="0" presId="urn:microsoft.com/office/officeart/2005/8/layout/orgChart1"/>
    <dgm:cxn modelId="{FC76EA11-5F5B-4057-9F22-582939E6610B}" type="presOf" srcId="{0394B78F-9F6A-46F9-8192-B5368C603428}" destId="{81981569-26A3-407E-B3D1-78BFB78884B6}" srcOrd="0" destOrd="0" presId="urn:microsoft.com/office/officeart/2005/8/layout/orgChart1"/>
    <dgm:cxn modelId="{0A920F40-A95E-4DA0-A7FC-B78ED87E5706}" srcId="{9EE25B3F-6716-41DA-954C-BBFE7824A41A}" destId="{A66D862F-8270-4E7D-A374-01F6D6FE4D35}" srcOrd="2" destOrd="0" parTransId="{B5EA4E2A-8019-427A-B2DE-9F9875B0D3CB}" sibTransId="{084C70F3-2883-46E4-81CF-A3AB29867B78}"/>
    <dgm:cxn modelId="{A60CC0C0-D4BB-4D25-BA45-99CDEF3D7C45}" type="presOf" srcId="{2D5A58FF-3922-44CE-ADB1-3288EB15CAD0}" destId="{478063D6-324B-4F23-A88A-3CBC6697E2F1}" srcOrd="0"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7C338F74-3453-4349-9878-15FEB8963D18}" srcId="{0394B78F-9F6A-46F9-8192-B5368C603428}" destId="{71A60468-E9B4-45C7-9155-EF96BF5A2ECF}" srcOrd="3" destOrd="0" parTransId="{E83F16D7-96B8-4E10-B193-066AA005CDEF}" sibTransId="{408E91AC-B283-4305-9B19-5C44C06F86B4}"/>
    <dgm:cxn modelId="{450DDD89-63AE-43DE-8D53-D20BF5AC27DF}" type="presOf" srcId="{CD238030-BE61-429B-BC31-AA581994ED20}" destId="{E963361F-17BA-4178-ADC4-A9ABEB4CCE1D}" srcOrd="0" destOrd="0" presId="urn:microsoft.com/office/officeart/2005/8/layout/orgChart1"/>
    <dgm:cxn modelId="{D7DE7B5C-9E40-4DE4-9AC1-4E0FB469B8CA}" type="presOf" srcId="{A66D862F-8270-4E7D-A374-01F6D6FE4D35}" destId="{68A9F295-9725-433E-A981-262E5855EB7A}" srcOrd="0" destOrd="0" presId="urn:microsoft.com/office/officeart/2005/8/layout/orgChart1"/>
    <dgm:cxn modelId="{C3AE66DF-EC9B-4E28-A9A4-06E69AEB40F9}" type="presOf" srcId="{E98ADCDD-B768-493B-B339-4071BA6DB8EA}" destId="{CDFA930D-9F9C-4C41-9B3A-E79C8486EDCF}" srcOrd="1" destOrd="0" presId="urn:microsoft.com/office/officeart/2005/8/layout/orgChart1"/>
    <dgm:cxn modelId="{DBE44AD2-460A-4A86-BD7A-D943C21033A5}" type="presOf" srcId="{9EE25B3F-6716-41DA-954C-BBFE7824A41A}" destId="{2DB07147-8917-4D17-87A6-7CE141502E2D}" srcOrd="0" destOrd="0" presId="urn:microsoft.com/office/officeart/2005/8/layout/orgChart1"/>
    <dgm:cxn modelId="{D8D9545D-1AE3-46A6-8ECD-473374CD3EE0}" type="presOf" srcId="{6C8F1E6B-5504-4471-834B-C3499A04DA76}" destId="{E7BE8E11-BA35-4BE7-BF14-F201237C7DC2}" srcOrd="0" destOrd="0" presId="urn:microsoft.com/office/officeart/2005/8/layout/orgChart1"/>
    <dgm:cxn modelId="{7C3A6793-2814-4638-84EF-C4884AE87A6F}" type="presOf" srcId="{D790EDC8-DBC7-47D9-AD8D-E7CE4F48BB0A}" destId="{270151AE-D139-40DF-A603-F0B3F7DDDC4D}" srcOrd="0" destOrd="0" presId="urn:microsoft.com/office/officeart/2005/8/layout/orgChart1"/>
    <dgm:cxn modelId="{6954F8C0-BCB4-46A0-969C-D1E8639FAFCB}" srcId="{620DD3EC-BDCD-468B-B566-7FE2B848507E}" destId="{0B0BE489-18FC-4AB8-89F0-E5B83E82DEE3}" srcOrd="4" destOrd="0" parTransId="{D790EDC8-DBC7-47D9-AD8D-E7CE4F48BB0A}" sibTransId="{B707AAE7-D88C-41C7-9B1B-D8B970E4AED3}"/>
    <dgm:cxn modelId="{297C4B71-C3E7-4F7E-BDB7-ABC41FB5D2AF}" type="presOf" srcId="{EFE930DC-C39D-4BB4-A43C-070706FBB87B}" destId="{184DC869-536A-4D17-AECC-0E56A1EEC7FA}"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165E247A-EAAE-4CC4-8B3A-B3BCEADDED9F}" type="presOf" srcId="{9F33D48B-E7E6-4734-B111-D038DA53DCF0}" destId="{5B534664-C654-4015-A448-05FF63AD7820}" srcOrd="0" destOrd="0" presId="urn:microsoft.com/office/officeart/2005/8/layout/orgChart1"/>
    <dgm:cxn modelId="{CF5D52F4-2EC7-4220-9B13-6B28D9D13C04}" srcId="{9EE25B3F-6716-41DA-954C-BBFE7824A41A}" destId="{E5AF94A0-976E-4874-A9E9-851A50F36576}" srcOrd="0" destOrd="0" parTransId="{609F915B-CBFB-4714-B368-734C4E572A66}" sibTransId="{7E245E00-A8C8-4C3E-9ECD-A13C7090CA47}"/>
    <dgm:cxn modelId="{9AA1666B-CA0D-4E68-98C4-3DE18F1CC886}" type="presOf" srcId="{9EE25B3F-6716-41DA-954C-BBFE7824A41A}" destId="{9FAAD8B8-5F89-40A3-98B4-6DF747434BFA}" srcOrd="1" destOrd="0" presId="urn:microsoft.com/office/officeart/2005/8/layout/orgChart1"/>
    <dgm:cxn modelId="{0B20D52D-DD77-4E82-B756-EA4839563898}" type="presOf" srcId="{6511FAC8-39AD-4810-9213-8D8499F667C4}" destId="{3CE08DA5-6EDF-4A71-BEDE-62EF431B68EE}" srcOrd="0" destOrd="0" presId="urn:microsoft.com/office/officeart/2005/8/layout/orgChart1"/>
    <dgm:cxn modelId="{80524D4A-AAF6-47E2-B189-54326DFD9744}" type="presOf" srcId="{0394B78F-9F6A-46F9-8192-B5368C603428}" destId="{57960999-4B07-4944-ABC8-DDEA0942E4F6}" srcOrd="1" destOrd="0" presId="urn:microsoft.com/office/officeart/2005/8/layout/orgChart1"/>
    <dgm:cxn modelId="{CE4CC73F-8243-43E4-98CD-2AA6B0C389E0}" type="presOf" srcId="{9717FDF0-B947-4AA7-AE95-C83BEC23C8DC}" destId="{3FC7B790-F506-48AE-9CEC-8DC9624B5FC7}" srcOrd="0" destOrd="0" presId="urn:microsoft.com/office/officeart/2005/8/layout/orgChart1"/>
    <dgm:cxn modelId="{7B058A5F-598B-4A8D-B6C4-EF89AA39841C}" srcId="{0394B78F-9F6A-46F9-8192-B5368C603428}" destId="{CC2C2642-7B8D-405E-977E-5B233DC1A602}" srcOrd="4" destOrd="0" parTransId="{6511FAC8-39AD-4810-9213-8D8499F667C4}" sibTransId="{8A229553-5869-442D-A853-2BF4A2EDB13B}"/>
    <dgm:cxn modelId="{F3AA4F2D-3CA2-4EF8-B4DD-428DEE4636B7}" type="presOf" srcId="{E5AF94A0-976E-4874-A9E9-851A50F36576}" destId="{9142CFA1-6118-4DD7-9477-6D3937B20C5B}" srcOrd="1" destOrd="0" presId="urn:microsoft.com/office/officeart/2005/8/layout/orgChart1"/>
    <dgm:cxn modelId="{DB3D56D1-35C6-4B89-8F2B-747D344D287B}" type="presOf" srcId="{0B0BE489-18FC-4AB8-89F0-E5B83E82DEE3}" destId="{F3605272-BB3C-482A-BD0E-4FF39B81FDEE}" srcOrd="0" destOrd="0" presId="urn:microsoft.com/office/officeart/2005/8/layout/orgChart1"/>
    <dgm:cxn modelId="{D8D2560E-BA1F-47C6-B3E1-9D78F869BA28}" type="presOf" srcId="{92DECB80-8FA5-418C-8E7F-B874C97CE7B9}" destId="{BA808FED-5B4B-4317-80F4-2DF5CD93B76C}" srcOrd="1" destOrd="0" presId="urn:microsoft.com/office/officeart/2005/8/layout/orgChart1"/>
    <dgm:cxn modelId="{B5ABC604-1326-4694-B54C-E5E593D5B4D3}" srcId="{9E6404DC-1053-49D6-95EE-599A97C88DD3}" destId="{0394B78F-9F6A-46F9-8192-B5368C603428}" srcOrd="2" destOrd="0" parTransId="{D652C70C-8554-4301-869A-D02E3BDCCF9C}" sibTransId="{4FD2C2F4-D20F-4955-BB38-134D0C8C3F3C}"/>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F8D8315A-D6F3-4911-9B3D-961287B67AC2}" type="presParOf" srcId="{4C592C92-3156-443C-BB98-9204DFF01F72}" destId="{ECF9C54A-2C83-410A-9F29-C05C7AEBD84A}" srcOrd="0" destOrd="0" presId="urn:microsoft.com/office/officeart/2005/8/layout/orgChart1"/>
    <dgm:cxn modelId="{C6CAAAAD-5023-43BB-8F10-4B4107CD9BD9}" type="presParOf" srcId="{4C592C92-3156-443C-BB98-9204DFF01F72}" destId="{A242C717-EE65-4806-BDCB-A67EF3805705}" srcOrd="1" destOrd="0" presId="urn:microsoft.com/office/officeart/2005/8/layout/orgChart1"/>
    <dgm:cxn modelId="{07ADD068-79F9-44A3-ACCF-03080E8E450F}" type="presParOf" srcId="{A242C717-EE65-4806-BDCB-A67EF3805705}" destId="{095996C5-D51A-456A-A14C-244672EC407D}" srcOrd="0" destOrd="0" presId="urn:microsoft.com/office/officeart/2005/8/layout/orgChart1"/>
    <dgm:cxn modelId="{F63E84E6-6C84-48C6-851A-96F7B301D949}" type="presParOf" srcId="{095996C5-D51A-456A-A14C-244672EC407D}" destId="{5BA97E7E-24F2-4FA4-9202-039963B311C6}" srcOrd="0" destOrd="0" presId="urn:microsoft.com/office/officeart/2005/8/layout/orgChart1"/>
    <dgm:cxn modelId="{AF4E8A52-6A00-4B4F-BB61-E0C55F838A23}" type="presParOf" srcId="{095996C5-D51A-456A-A14C-244672EC407D}" destId="{30840B12-FDD6-4FB0-95BC-31888415C497}" srcOrd="1" destOrd="0" presId="urn:microsoft.com/office/officeart/2005/8/layout/orgChart1"/>
    <dgm:cxn modelId="{E01D576D-9AB9-4ED4-91B7-4ECB8E9EF3AD}" type="presParOf" srcId="{A242C717-EE65-4806-BDCB-A67EF3805705}" destId="{177DECE0-6A04-4F8E-9FD0-7909410FCA71}" srcOrd="1" destOrd="0" presId="urn:microsoft.com/office/officeart/2005/8/layout/orgChart1"/>
    <dgm:cxn modelId="{39F5B709-7D51-4ACB-BEA4-1F118574B1FF}" type="presParOf" srcId="{A242C717-EE65-4806-BDCB-A67EF3805705}" destId="{A43BD4DB-D782-4C73-A443-3CECA4908496}" srcOrd="2" destOrd="0" presId="urn:microsoft.com/office/officeart/2005/8/layout/orgChart1"/>
    <dgm:cxn modelId="{422B60DB-76BA-407B-A2E5-9C7EFAC6ECC3}" type="presParOf" srcId="{4C592C92-3156-443C-BB98-9204DFF01F72}" destId="{E2503A55-8B94-42A2-BE23-0D46DDA997A6}" srcOrd="2" destOrd="0" presId="urn:microsoft.com/office/officeart/2005/8/layout/orgChart1"/>
    <dgm:cxn modelId="{B8556D4D-33EA-45DD-96D2-D2171B32511A}" type="presParOf" srcId="{4C592C92-3156-443C-BB98-9204DFF01F72}" destId="{6E6F8AF4-88E3-4B32-A16E-3E1F1181A773}" srcOrd="3" destOrd="0" presId="urn:microsoft.com/office/officeart/2005/8/layout/orgChart1"/>
    <dgm:cxn modelId="{45D4D1B6-EFF2-47C9-99A4-256A36D25F7E}" type="presParOf" srcId="{6E6F8AF4-88E3-4B32-A16E-3E1F1181A773}" destId="{E0DB4BBE-08E2-4D54-BBFF-795A9F5D5CEA}" srcOrd="0" destOrd="0" presId="urn:microsoft.com/office/officeart/2005/8/layout/orgChart1"/>
    <dgm:cxn modelId="{2ED320F6-649E-4D49-BBA6-701EF1AE11F5}" type="presParOf" srcId="{E0DB4BBE-08E2-4D54-BBFF-795A9F5D5CEA}" destId="{DD7A0499-20AE-4143-B649-E608EB75D9ED}" srcOrd="0" destOrd="0" presId="urn:microsoft.com/office/officeart/2005/8/layout/orgChart1"/>
    <dgm:cxn modelId="{2C2D2637-BFBF-448E-8CC9-F624B28D3375}" type="presParOf" srcId="{E0DB4BBE-08E2-4D54-BBFF-795A9F5D5CEA}" destId="{8B0ACD13-27E4-48E7-B928-B914FC05AC0D}" srcOrd="1" destOrd="0" presId="urn:microsoft.com/office/officeart/2005/8/layout/orgChart1"/>
    <dgm:cxn modelId="{1E87D17B-0522-4DDB-95E0-3B0C367FCF5F}" type="presParOf" srcId="{6E6F8AF4-88E3-4B32-A16E-3E1F1181A773}" destId="{65F3555D-BBA6-4BC7-B52D-A2ABAA62C4B7}" srcOrd="1" destOrd="0" presId="urn:microsoft.com/office/officeart/2005/8/layout/orgChart1"/>
    <dgm:cxn modelId="{13B2582F-3AC7-40BF-A231-4FD7038386D2}" type="presParOf" srcId="{6E6F8AF4-88E3-4B32-A16E-3E1F1181A773}" destId="{4119D1CA-5EB3-459F-8C7B-FF908B6A1E96}" srcOrd="2" destOrd="0" presId="urn:microsoft.com/office/officeart/2005/8/layout/orgChart1"/>
    <dgm:cxn modelId="{9B5BA702-8706-40FC-8F5C-B808EF9484A4}" type="presParOf" srcId="{4C592C92-3156-443C-BB98-9204DFF01F72}" destId="{58FA5A4F-3D9B-4BF0-88F7-A1EFDA90868F}" srcOrd="4" destOrd="0" presId="urn:microsoft.com/office/officeart/2005/8/layout/orgChart1"/>
    <dgm:cxn modelId="{72BD01EF-BD29-4690-B14A-A045C6469267}" type="presParOf" srcId="{4C592C92-3156-443C-BB98-9204DFF01F72}" destId="{B58257FD-3CFD-4C62-8C06-F9EDF3963AE8}" srcOrd="5" destOrd="0" presId="urn:microsoft.com/office/officeart/2005/8/layout/orgChart1"/>
    <dgm:cxn modelId="{FAA8F194-65E1-4C4C-844F-2058964E3E4D}" type="presParOf" srcId="{B58257FD-3CFD-4C62-8C06-F9EDF3963AE8}" destId="{8AAC398F-1036-425F-BFDF-33C83FAE9D85}" srcOrd="0" destOrd="0" presId="urn:microsoft.com/office/officeart/2005/8/layout/orgChart1"/>
    <dgm:cxn modelId="{31748A6D-A6D5-4752-81D9-A0B8945FB374}" type="presParOf" srcId="{8AAC398F-1036-425F-BFDF-33C83FAE9D85}" destId="{5B534664-C654-4015-A448-05FF63AD7820}" srcOrd="0" destOrd="0" presId="urn:microsoft.com/office/officeart/2005/8/layout/orgChart1"/>
    <dgm:cxn modelId="{E58C4D7E-F611-48A0-BB3C-7B6EB979FC05}" type="presParOf" srcId="{8AAC398F-1036-425F-BFDF-33C83FAE9D85}" destId="{BD2A5398-9306-4C30-899F-5165B007346B}" srcOrd="1" destOrd="0" presId="urn:microsoft.com/office/officeart/2005/8/layout/orgChart1"/>
    <dgm:cxn modelId="{1A2FA51C-60E0-4AC5-8507-5597154F6351}" type="presParOf" srcId="{B58257FD-3CFD-4C62-8C06-F9EDF3963AE8}" destId="{8B4EC3DC-FC2C-41CE-AF10-CF770D7CAD42}" srcOrd="1" destOrd="0" presId="urn:microsoft.com/office/officeart/2005/8/layout/orgChart1"/>
    <dgm:cxn modelId="{4F5FF67C-6959-4B84-84E1-04ECA6C6D109}" type="presParOf" srcId="{B58257FD-3CFD-4C62-8C06-F9EDF3963AE8}" destId="{C323DC3C-D9F0-4DAC-8791-D123AB23E18B}" srcOrd="2" destOrd="0" presId="urn:microsoft.com/office/officeart/2005/8/layout/orgChart1"/>
    <dgm:cxn modelId="{E07892D1-5CA6-4ED1-B449-24851979588C}" type="presParOf" srcId="{4C592C92-3156-443C-BB98-9204DFF01F72}" destId="{7D2D8082-4008-45FF-B552-9FCD60B1CAC7}" srcOrd="6" destOrd="0" presId="urn:microsoft.com/office/officeart/2005/8/layout/orgChart1"/>
    <dgm:cxn modelId="{94BA88D6-8436-4FDA-9326-BA07A4CB9B3B}" type="presParOf" srcId="{4C592C92-3156-443C-BB98-9204DFF01F72}" destId="{D23C3A23-EDE0-4FE4-9E7C-8676284EEB33}" srcOrd="7" destOrd="0" presId="urn:microsoft.com/office/officeart/2005/8/layout/orgChart1"/>
    <dgm:cxn modelId="{D6567EAB-AB67-4685-9273-460958D5DB00}" type="presParOf" srcId="{D23C3A23-EDE0-4FE4-9E7C-8676284EEB33}" destId="{63F94172-9B88-4D7B-8D51-E8FA9D84399B}" srcOrd="0" destOrd="0" presId="urn:microsoft.com/office/officeart/2005/8/layout/orgChart1"/>
    <dgm:cxn modelId="{EE5BF98B-1A51-4AE1-9F8A-F135F73CA548}" type="presParOf" srcId="{63F94172-9B88-4D7B-8D51-E8FA9D84399B}" destId="{D4F92C83-C494-4443-A085-6CFEA13539D2}" srcOrd="0" destOrd="0" presId="urn:microsoft.com/office/officeart/2005/8/layout/orgChart1"/>
    <dgm:cxn modelId="{9872BE41-4962-4967-AB6B-A65732C423EF}" type="presParOf" srcId="{63F94172-9B88-4D7B-8D51-E8FA9D84399B}" destId="{A6F8B0F6-A1DB-4F4C-815E-4CB3D7D4B798}" srcOrd="1" destOrd="0" presId="urn:microsoft.com/office/officeart/2005/8/layout/orgChart1"/>
    <dgm:cxn modelId="{61A35D8F-1C4D-4062-B5AB-48324E67DE1B}" type="presParOf" srcId="{D23C3A23-EDE0-4FE4-9E7C-8676284EEB33}" destId="{E62E1CE2-7BEB-43F2-86E2-8D7036E35584}" srcOrd="1" destOrd="0" presId="urn:microsoft.com/office/officeart/2005/8/layout/orgChart1"/>
    <dgm:cxn modelId="{C8CF19D8-480E-47E6-8EED-1FE7F546F41D}" type="presParOf" srcId="{D23C3A23-EDE0-4FE4-9E7C-8676284EEB33}" destId="{5528CE9C-4915-4C57-9196-ACE0FF786F7B}" srcOrd="2" destOrd="0" presId="urn:microsoft.com/office/officeart/2005/8/layout/orgChart1"/>
    <dgm:cxn modelId="{F0FC21C3-4F08-438F-A60A-C09E0F50EAEE}" type="presParOf" srcId="{4C592C92-3156-443C-BB98-9204DFF01F72}" destId="{270151AE-D139-40DF-A603-F0B3F7DDDC4D}" srcOrd="8" destOrd="0" presId="urn:microsoft.com/office/officeart/2005/8/layout/orgChart1"/>
    <dgm:cxn modelId="{7AC4DFD3-C7DD-4755-AFD5-5A2566638D6A}" type="presParOf" srcId="{4C592C92-3156-443C-BB98-9204DFF01F72}" destId="{5E7476B3-AD7E-4825-A023-25C6BDFD35CA}" srcOrd="9" destOrd="0" presId="urn:microsoft.com/office/officeart/2005/8/layout/orgChart1"/>
    <dgm:cxn modelId="{F7069501-FEAB-4A91-A3BB-F545A4226EF7}" type="presParOf" srcId="{5E7476B3-AD7E-4825-A023-25C6BDFD35CA}" destId="{132C54E8-DB97-4D17-8179-D1BC98F5D07C}" srcOrd="0" destOrd="0" presId="urn:microsoft.com/office/officeart/2005/8/layout/orgChart1"/>
    <dgm:cxn modelId="{492835A9-016C-47D4-B1FF-9DFDE1B4342C}" type="presParOf" srcId="{132C54E8-DB97-4D17-8179-D1BC98F5D07C}" destId="{F3605272-BB3C-482A-BD0E-4FF39B81FDEE}" srcOrd="0" destOrd="0" presId="urn:microsoft.com/office/officeart/2005/8/layout/orgChart1"/>
    <dgm:cxn modelId="{B6979C58-8EB7-4773-8C04-598CF3D763BA}" type="presParOf" srcId="{132C54E8-DB97-4D17-8179-D1BC98F5D07C}" destId="{80D30C1D-7614-46E9-A72C-A8C7C4CE7688}" srcOrd="1" destOrd="0" presId="urn:microsoft.com/office/officeart/2005/8/layout/orgChart1"/>
    <dgm:cxn modelId="{F51A9CA6-4A2D-4252-8230-06282025D8DD}" type="presParOf" srcId="{5E7476B3-AD7E-4825-A023-25C6BDFD35CA}" destId="{52A2A06A-EC5A-449C-89CB-5D43FB38563B}" srcOrd="1" destOrd="0" presId="urn:microsoft.com/office/officeart/2005/8/layout/orgChart1"/>
    <dgm:cxn modelId="{32665E8F-BFAF-4EE9-A447-1F23FA2A19BB}" type="presParOf" srcId="{5E7476B3-AD7E-4825-A023-25C6BDFD35CA}" destId="{642F05A1-9B99-45A9-95F7-36FBF693468C}"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3C502DBB-6842-4E8A-91E7-C5A65EF9A35D}" type="presParOf" srcId="{AD53A4B1-01E7-41E8-9724-31F3910545A4}" destId="{D2613D50-256B-4B68-8FAD-AE3AD5188EA2}" srcOrd="4" destOrd="0" presId="urn:microsoft.com/office/officeart/2005/8/layout/orgChart1"/>
    <dgm:cxn modelId="{92C2F4E8-E4AD-4184-801C-B8D1131C33E1}" type="presParOf" srcId="{AD53A4B1-01E7-41E8-9724-31F3910545A4}" destId="{6E9A1A80-60AA-46BF-B8BC-994A37D7A065}" srcOrd="5" destOrd="0" presId="urn:microsoft.com/office/officeart/2005/8/layout/orgChart1"/>
    <dgm:cxn modelId="{A0790151-1BAC-43BA-8E35-8F2B0E2AA7B9}" type="presParOf" srcId="{6E9A1A80-60AA-46BF-B8BC-994A37D7A065}" destId="{EB2AB012-BDB3-4569-91E2-8399DDCEDEF5}" srcOrd="0" destOrd="0" presId="urn:microsoft.com/office/officeart/2005/8/layout/orgChart1"/>
    <dgm:cxn modelId="{7C1A6BB8-8727-4000-B293-E75ABD1ABB54}" type="presParOf" srcId="{EB2AB012-BDB3-4569-91E2-8399DDCEDEF5}" destId="{81981569-26A3-407E-B3D1-78BFB78884B6}" srcOrd="0" destOrd="0" presId="urn:microsoft.com/office/officeart/2005/8/layout/orgChart1"/>
    <dgm:cxn modelId="{4607500F-4F2D-4824-86D9-1A2979AC9C74}" type="presParOf" srcId="{EB2AB012-BDB3-4569-91E2-8399DDCEDEF5}" destId="{57960999-4B07-4944-ABC8-DDEA0942E4F6}" srcOrd="1" destOrd="0" presId="urn:microsoft.com/office/officeart/2005/8/layout/orgChart1"/>
    <dgm:cxn modelId="{8482AD53-A06C-4174-BD80-F879C7507F21}" type="presParOf" srcId="{6E9A1A80-60AA-46BF-B8BC-994A37D7A065}" destId="{2D9C1C89-9263-4701-B340-9B49C74F3097}" srcOrd="1" destOrd="0" presId="urn:microsoft.com/office/officeart/2005/8/layout/orgChart1"/>
    <dgm:cxn modelId="{9593956D-FCFA-4BEB-9033-782FAC98A2B2}" type="presParOf" srcId="{2D9C1C89-9263-4701-B340-9B49C74F3097}" destId="{E4DDB36F-2927-4491-9CDB-13A7789A09B4}" srcOrd="0" destOrd="0" presId="urn:microsoft.com/office/officeart/2005/8/layout/orgChart1"/>
    <dgm:cxn modelId="{B5EADDBB-CEF1-496A-9642-C7C8512A23B4}" type="presParOf" srcId="{2D9C1C89-9263-4701-B340-9B49C74F3097}" destId="{7646EF8C-1DAA-47DB-8A8D-D0DE218958B2}" srcOrd="1" destOrd="0" presId="urn:microsoft.com/office/officeart/2005/8/layout/orgChart1"/>
    <dgm:cxn modelId="{8693F749-EC14-4CFD-AAE2-EDA0BDCDC475}" type="presParOf" srcId="{7646EF8C-1DAA-47DB-8A8D-D0DE218958B2}" destId="{FED87233-B1FC-46E6-B2BB-75782D2DC335}" srcOrd="0" destOrd="0" presId="urn:microsoft.com/office/officeart/2005/8/layout/orgChart1"/>
    <dgm:cxn modelId="{EC79EC12-761E-4F13-BB1D-B37DECD6358D}" type="presParOf" srcId="{FED87233-B1FC-46E6-B2BB-75782D2DC335}" destId="{1183AAC3-0F66-4BAC-8068-2D182E1C064A}" srcOrd="0" destOrd="0" presId="urn:microsoft.com/office/officeart/2005/8/layout/orgChart1"/>
    <dgm:cxn modelId="{29D82601-3778-4D9F-8529-4F6E408CCFE4}" type="presParOf" srcId="{FED87233-B1FC-46E6-B2BB-75782D2DC335}" destId="{27806D9B-9587-4C75-8FB4-F16C2760781A}" srcOrd="1" destOrd="0" presId="urn:microsoft.com/office/officeart/2005/8/layout/orgChart1"/>
    <dgm:cxn modelId="{11235C76-B513-42EB-9EE6-7C089DD333D9}" type="presParOf" srcId="{7646EF8C-1DAA-47DB-8A8D-D0DE218958B2}" destId="{B0EB7AD5-A550-4863-9F99-1527BDE85833}" srcOrd="1" destOrd="0" presId="urn:microsoft.com/office/officeart/2005/8/layout/orgChart1"/>
    <dgm:cxn modelId="{784FB6AE-64C3-41D9-B023-D440F2884C3C}" type="presParOf" srcId="{7646EF8C-1DAA-47DB-8A8D-D0DE218958B2}" destId="{10ED4CD1-BBA9-4E42-BDB7-C436FB09E616}" srcOrd="2" destOrd="0" presId="urn:microsoft.com/office/officeart/2005/8/layout/orgChart1"/>
    <dgm:cxn modelId="{49A83890-A22C-4E45-A29B-90EF561D194C}" type="presParOf" srcId="{2D9C1C89-9263-4701-B340-9B49C74F3097}" destId="{1B4EDDC6-D7B4-4258-9A0D-7219544EB8E5}" srcOrd="2" destOrd="0" presId="urn:microsoft.com/office/officeart/2005/8/layout/orgChart1"/>
    <dgm:cxn modelId="{DBC40081-8FAC-4D72-AEB8-875E160EB865}" type="presParOf" srcId="{2D9C1C89-9263-4701-B340-9B49C74F3097}" destId="{05997A6C-96F3-4094-AFAE-FEEF1D8D89FC}" srcOrd="3" destOrd="0" presId="urn:microsoft.com/office/officeart/2005/8/layout/orgChart1"/>
    <dgm:cxn modelId="{87C2573C-8C10-488D-98B3-5A1035EB4793}" type="presParOf" srcId="{05997A6C-96F3-4094-AFAE-FEEF1D8D89FC}" destId="{1B18672A-077D-4043-882D-26B82518CA8D}" srcOrd="0" destOrd="0" presId="urn:microsoft.com/office/officeart/2005/8/layout/orgChart1"/>
    <dgm:cxn modelId="{5AF25EFF-409D-49BF-AEA1-F83F8468EB39}" type="presParOf" srcId="{1B18672A-077D-4043-882D-26B82518CA8D}" destId="{E963361F-17BA-4178-ADC4-A9ABEB4CCE1D}" srcOrd="0" destOrd="0" presId="urn:microsoft.com/office/officeart/2005/8/layout/orgChart1"/>
    <dgm:cxn modelId="{0ECBCA39-E1AB-4A5D-9068-0C1887612942}" type="presParOf" srcId="{1B18672A-077D-4043-882D-26B82518CA8D}" destId="{C2840598-6AE8-498A-999F-F17CF44139D6}" srcOrd="1" destOrd="0" presId="urn:microsoft.com/office/officeart/2005/8/layout/orgChart1"/>
    <dgm:cxn modelId="{7D372199-7251-4EB4-8C22-7E6C58F3DD19}" type="presParOf" srcId="{05997A6C-96F3-4094-AFAE-FEEF1D8D89FC}" destId="{DCE763F2-C023-4A2F-95B4-4B4AE42FC5FD}" srcOrd="1" destOrd="0" presId="urn:microsoft.com/office/officeart/2005/8/layout/orgChart1"/>
    <dgm:cxn modelId="{B67132E9-7BE9-4CCB-B298-091E8FDBE5B4}" type="presParOf" srcId="{05997A6C-96F3-4094-AFAE-FEEF1D8D89FC}" destId="{303F4A0E-2546-421B-91D8-7E76BCF009CB}" srcOrd="2" destOrd="0" presId="urn:microsoft.com/office/officeart/2005/8/layout/orgChart1"/>
    <dgm:cxn modelId="{1D9CF62B-2512-49F0-8022-4D5CF90D2E9B}" type="presParOf" srcId="{2D9C1C89-9263-4701-B340-9B49C74F3097}" destId="{3FC7B790-F506-48AE-9CEC-8DC9624B5FC7}" srcOrd="4" destOrd="0" presId="urn:microsoft.com/office/officeart/2005/8/layout/orgChart1"/>
    <dgm:cxn modelId="{97136877-5203-470B-8BFF-C6322F70F4F6}" type="presParOf" srcId="{2D9C1C89-9263-4701-B340-9B49C74F3097}" destId="{CF8FC8C7-BD0F-469F-BE85-ACD639AC335D}" srcOrd="5" destOrd="0" presId="urn:microsoft.com/office/officeart/2005/8/layout/orgChart1"/>
    <dgm:cxn modelId="{B590166D-AD92-4DF2-B3B6-1A8CBA11E09F}" type="presParOf" srcId="{CF8FC8C7-BD0F-469F-BE85-ACD639AC335D}" destId="{EFEAFCEA-3BB8-45BC-AE07-15A6D793A262}" srcOrd="0" destOrd="0" presId="urn:microsoft.com/office/officeart/2005/8/layout/orgChart1"/>
    <dgm:cxn modelId="{38DE94DE-DA23-4C36-820D-4809A7C9D23C}" type="presParOf" srcId="{EFEAFCEA-3BB8-45BC-AE07-15A6D793A262}" destId="{CD57C727-46B0-4C5B-8556-85AE694552F7}" srcOrd="0" destOrd="0" presId="urn:microsoft.com/office/officeart/2005/8/layout/orgChart1"/>
    <dgm:cxn modelId="{8012B2EA-5D78-4DE8-A0D8-F0FC2CB6B902}" type="presParOf" srcId="{EFEAFCEA-3BB8-45BC-AE07-15A6D793A262}" destId="{BA808FED-5B4B-4317-80F4-2DF5CD93B76C}" srcOrd="1" destOrd="0" presId="urn:microsoft.com/office/officeart/2005/8/layout/orgChart1"/>
    <dgm:cxn modelId="{619786DC-CFBD-42C1-A371-D0BECBA5843E}" type="presParOf" srcId="{CF8FC8C7-BD0F-469F-BE85-ACD639AC335D}" destId="{BF05207F-C7AB-46A8-B0BC-EB41FDDD1C8C}" srcOrd="1" destOrd="0" presId="urn:microsoft.com/office/officeart/2005/8/layout/orgChart1"/>
    <dgm:cxn modelId="{1697BF35-4C75-4D29-B8E0-B15702443F1C}" type="presParOf" srcId="{CF8FC8C7-BD0F-469F-BE85-ACD639AC335D}" destId="{EDAB3B9A-0584-4098-8741-A593A88BB6B8}" srcOrd="2" destOrd="0" presId="urn:microsoft.com/office/officeart/2005/8/layout/orgChart1"/>
    <dgm:cxn modelId="{B31F01F9-4ABE-467F-97DB-552CEAD0DA13}" type="presParOf" srcId="{2D9C1C89-9263-4701-B340-9B49C74F3097}" destId="{ABB377B0-0814-4A7E-9B42-6263920DD1B5}" srcOrd="6" destOrd="0" presId="urn:microsoft.com/office/officeart/2005/8/layout/orgChart1"/>
    <dgm:cxn modelId="{39F05A75-E3E1-4A9B-BC07-8438CDCDA16A}" type="presParOf" srcId="{2D9C1C89-9263-4701-B340-9B49C74F3097}" destId="{ED08F63B-F343-4864-AE47-E1247F3ADD48}" srcOrd="7" destOrd="0" presId="urn:microsoft.com/office/officeart/2005/8/layout/orgChart1"/>
    <dgm:cxn modelId="{039B8C33-743E-4403-954E-4E9B4BF39BAD}" type="presParOf" srcId="{ED08F63B-F343-4864-AE47-E1247F3ADD48}" destId="{F0F0AC43-609D-4C55-93BB-8F80D2A6C4C1}" srcOrd="0" destOrd="0" presId="urn:microsoft.com/office/officeart/2005/8/layout/orgChart1"/>
    <dgm:cxn modelId="{F47235E1-C759-4409-B030-B93DD1F01803}" type="presParOf" srcId="{F0F0AC43-609D-4C55-93BB-8F80D2A6C4C1}" destId="{D781F0C4-A73F-4573-B965-28A145D9A574}" srcOrd="0" destOrd="0" presId="urn:microsoft.com/office/officeart/2005/8/layout/orgChart1"/>
    <dgm:cxn modelId="{E104B4EF-156A-43A1-B171-D0DD9791A185}" type="presParOf" srcId="{F0F0AC43-609D-4C55-93BB-8F80D2A6C4C1}" destId="{034CA3C4-ED49-40C2-A5D6-7201B428A436}" srcOrd="1" destOrd="0" presId="urn:microsoft.com/office/officeart/2005/8/layout/orgChart1"/>
    <dgm:cxn modelId="{F64BE5A2-5CD1-4B41-9CFB-C66FA4EEB5AB}" type="presParOf" srcId="{ED08F63B-F343-4864-AE47-E1247F3ADD48}" destId="{085E7EB4-C6E9-4754-980E-0698CA0ACF84}" srcOrd="1" destOrd="0" presId="urn:microsoft.com/office/officeart/2005/8/layout/orgChart1"/>
    <dgm:cxn modelId="{70845B30-5358-4D06-AAF9-920DDFD849C1}" type="presParOf" srcId="{ED08F63B-F343-4864-AE47-E1247F3ADD48}" destId="{21F39044-EE6C-490B-A9B5-774AB2EC29D3}" srcOrd="2" destOrd="0" presId="urn:microsoft.com/office/officeart/2005/8/layout/orgChart1"/>
    <dgm:cxn modelId="{51B5B897-39EB-47A3-9093-664327901B9D}" type="presParOf" srcId="{2D9C1C89-9263-4701-B340-9B49C74F3097}" destId="{3CE08DA5-6EDF-4A71-BEDE-62EF431B68EE}" srcOrd="8" destOrd="0" presId="urn:microsoft.com/office/officeart/2005/8/layout/orgChart1"/>
    <dgm:cxn modelId="{93E4C6B3-6CB6-4671-847A-656C9D0319EE}" type="presParOf" srcId="{2D9C1C89-9263-4701-B340-9B49C74F3097}" destId="{2938CA2E-10A7-4CD4-B4A4-8A00EAB1E9DB}" srcOrd="9" destOrd="0" presId="urn:microsoft.com/office/officeart/2005/8/layout/orgChart1"/>
    <dgm:cxn modelId="{2D4BBE53-C88E-4411-8DF6-689555ED23CB}" type="presParOf" srcId="{2938CA2E-10A7-4CD4-B4A4-8A00EAB1E9DB}" destId="{D094AE31-42EC-4A2D-82FC-B3E7A3F4B380}" srcOrd="0" destOrd="0" presId="urn:microsoft.com/office/officeart/2005/8/layout/orgChart1"/>
    <dgm:cxn modelId="{A8A37747-B146-4C6B-87F5-1E3A11734278}" type="presParOf" srcId="{D094AE31-42EC-4A2D-82FC-B3E7A3F4B380}" destId="{567AD2E2-544C-4658-A5F8-F07E07FE2F47}" srcOrd="0" destOrd="0" presId="urn:microsoft.com/office/officeart/2005/8/layout/orgChart1"/>
    <dgm:cxn modelId="{879EBE4C-D556-4DA9-B38E-B3E77E73BC70}" type="presParOf" srcId="{D094AE31-42EC-4A2D-82FC-B3E7A3F4B380}" destId="{44448893-3F43-4EBD-83D5-4100DDDB1FC9}" srcOrd="1" destOrd="0" presId="urn:microsoft.com/office/officeart/2005/8/layout/orgChart1"/>
    <dgm:cxn modelId="{9AA6BF94-94C3-498D-B027-5299972CB6A7}" type="presParOf" srcId="{2938CA2E-10A7-4CD4-B4A4-8A00EAB1E9DB}" destId="{3F8B2CB7-8C4B-4431-9F38-18F9CA643EB9}" srcOrd="1" destOrd="0" presId="urn:microsoft.com/office/officeart/2005/8/layout/orgChart1"/>
    <dgm:cxn modelId="{D8400E6F-FBFA-41C8-9F0E-3C9E3E3F533E}" type="presParOf" srcId="{2938CA2E-10A7-4CD4-B4A4-8A00EAB1E9DB}" destId="{877467E1-4C24-4F18-92FA-7C940C478AFE}" srcOrd="2" destOrd="0" presId="urn:microsoft.com/office/officeart/2005/8/layout/orgChart1"/>
    <dgm:cxn modelId="{1B397590-4D8B-45FC-B670-AB28BBC726F2}" type="presParOf" srcId="{6E9A1A80-60AA-46BF-B8BC-994A37D7A065}" destId="{D3616EBE-629E-42F5-9173-EB1C4DD37B67}" srcOrd="2" destOrd="0" presId="urn:microsoft.com/office/officeart/2005/8/layout/orgChart1"/>
    <dgm:cxn modelId="{81D0BFBC-2025-4F96-8CBE-66FD4DC2B735}" type="presParOf" srcId="{AD53A4B1-01E7-41E8-9724-31F3910545A4}" destId="{E7BE8E11-BA35-4BE7-BF14-F201237C7DC2}" srcOrd="6" destOrd="0" presId="urn:microsoft.com/office/officeart/2005/8/layout/orgChart1"/>
    <dgm:cxn modelId="{9FD7A219-1D58-45AE-AF69-D478ECBE433C}" type="presParOf" srcId="{AD53A4B1-01E7-41E8-9724-31F3910545A4}" destId="{172911F4-E6C8-4A91-AA12-BA32DB5426BA}" srcOrd="7" destOrd="0" presId="urn:microsoft.com/office/officeart/2005/8/layout/orgChart1"/>
    <dgm:cxn modelId="{9114849C-7396-41F6-BFD7-9B4F41D2BD75}" type="presParOf" srcId="{172911F4-E6C8-4A91-AA12-BA32DB5426BA}" destId="{3D33D6F9-2667-4B6C-9009-C9CDFA149917}" srcOrd="0" destOrd="0" presId="urn:microsoft.com/office/officeart/2005/8/layout/orgChart1"/>
    <dgm:cxn modelId="{818A78BF-AB67-4C45-994D-20333B0AC612}" type="presParOf" srcId="{3D33D6F9-2667-4B6C-9009-C9CDFA149917}" destId="{2DB07147-8917-4D17-87A6-7CE141502E2D}" srcOrd="0" destOrd="0" presId="urn:microsoft.com/office/officeart/2005/8/layout/orgChart1"/>
    <dgm:cxn modelId="{3A074B46-BB5B-4797-83E8-69A8603CA6CE}" type="presParOf" srcId="{3D33D6F9-2667-4B6C-9009-C9CDFA149917}" destId="{9FAAD8B8-5F89-40A3-98B4-6DF747434BFA}" srcOrd="1" destOrd="0" presId="urn:microsoft.com/office/officeart/2005/8/layout/orgChart1"/>
    <dgm:cxn modelId="{4E113AE1-E9D8-46C8-81A6-7270DC1DD166}" type="presParOf" srcId="{172911F4-E6C8-4A91-AA12-BA32DB5426BA}" destId="{CAF090E9-7DBA-4035-8D59-138B1B4CA2F2}" srcOrd="1" destOrd="0" presId="urn:microsoft.com/office/officeart/2005/8/layout/orgChart1"/>
    <dgm:cxn modelId="{14182943-1B1E-4593-9399-BBF6EEEF77BA}" type="presParOf" srcId="{CAF090E9-7DBA-4035-8D59-138B1B4CA2F2}" destId="{AD216CD2-6CE1-4365-9C5D-D083867D00F1}" srcOrd="0" destOrd="0" presId="urn:microsoft.com/office/officeart/2005/8/layout/orgChart1"/>
    <dgm:cxn modelId="{D6FAC73F-FA14-402C-94DE-8496196121A9}" type="presParOf" srcId="{CAF090E9-7DBA-4035-8D59-138B1B4CA2F2}" destId="{6D8B85EA-AC97-482C-B47A-BA22690E02E3}" srcOrd="1" destOrd="0" presId="urn:microsoft.com/office/officeart/2005/8/layout/orgChart1"/>
    <dgm:cxn modelId="{52F8E0A7-2AD4-4571-B9BE-2C7FD45962F7}" type="presParOf" srcId="{6D8B85EA-AC97-482C-B47A-BA22690E02E3}" destId="{D0788024-B797-48AF-89D1-B86B0A669D28}" srcOrd="0" destOrd="0" presId="urn:microsoft.com/office/officeart/2005/8/layout/orgChart1"/>
    <dgm:cxn modelId="{80DDDD54-3E91-47F4-B8BC-F7208EDE3F07}" type="presParOf" srcId="{D0788024-B797-48AF-89D1-B86B0A669D28}" destId="{EDF68361-C1C1-4ADC-86CD-BDC3426B8108}" srcOrd="0" destOrd="0" presId="urn:microsoft.com/office/officeart/2005/8/layout/orgChart1"/>
    <dgm:cxn modelId="{3331933A-2AAA-4DD5-9B90-6CBA5D702297}" type="presParOf" srcId="{D0788024-B797-48AF-89D1-B86B0A669D28}" destId="{9142CFA1-6118-4DD7-9477-6D3937B20C5B}" srcOrd="1" destOrd="0" presId="urn:microsoft.com/office/officeart/2005/8/layout/orgChart1"/>
    <dgm:cxn modelId="{EBF0228D-5221-425D-AA57-23A283361AF1}" type="presParOf" srcId="{6D8B85EA-AC97-482C-B47A-BA22690E02E3}" destId="{F96C5ECB-0A19-4D36-BDA8-A96365805EF2}" srcOrd="1" destOrd="0" presId="urn:microsoft.com/office/officeart/2005/8/layout/orgChart1"/>
    <dgm:cxn modelId="{C04B3B1A-304F-4AEF-9882-24A1FC878DC0}" type="presParOf" srcId="{6D8B85EA-AC97-482C-B47A-BA22690E02E3}" destId="{9879B076-DAF0-4802-B651-7D5D1E5915A7}" srcOrd="2" destOrd="0" presId="urn:microsoft.com/office/officeart/2005/8/layout/orgChart1"/>
    <dgm:cxn modelId="{A9787FE4-5E60-4491-9E67-3646724C0822}" type="presParOf" srcId="{CAF090E9-7DBA-4035-8D59-138B1B4CA2F2}" destId="{478063D6-324B-4F23-A88A-3CBC6697E2F1}" srcOrd="2" destOrd="0" presId="urn:microsoft.com/office/officeart/2005/8/layout/orgChart1"/>
    <dgm:cxn modelId="{B25FC0F3-78D5-449E-84F0-6F1CD874E5B7}" type="presParOf" srcId="{CAF090E9-7DBA-4035-8D59-138B1B4CA2F2}" destId="{E87A05A4-E78B-4D09-A66D-FE5A9667DCF9}" srcOrd="3" destOrd="0" presId="urn:microsoft.com/office/officeart/2005/8/layout/orgChart1"/>
    <dgm:cxn modelId="{D55DB28A-7C0E-4D8C-96B8-B772F007CABA}" type="presParOf" srcId="{E87A05A4-E78B-4D09-A66D-FE5A9667DCF9}" destId="{098784D4-7F63-468C-BB14-77C59D379DE7}" srcOrd="0" destOrd="0" presId="urn:microsoft.com/office/officeart/2005/8/layout/orgChart1"/>
    <dgm:cxn modelId="{36BF43BD-89AF-4797-9B21-B4FF4A7104FC}" type="presParOf" srcId="{098784D4-7F63-468C-BB14-77C59D379DE7}" destId="{55AA89B8-C9AF-4BB0-BF4E-3057AD707FF2}" srcOrd="0" destOrd="0" presId="urn:microsoft.com/office/officeart/2005/8/layout/orgChart1"/>
    <dgm:cxn modelId="{CA0A15F0-4783-488C-B8E1-6AB647CFA9D1}" type="presParOf" srcId="{098784D4-7F63-468C-BB14-77C59D379DE7}" destId="{CDFA930D-9F9C-4C41-9B3A-E79C8486EDCF}" srcOrd="1" destOrd="0" presId="urn:microsoft.com/office/officeart/2005/8/layout/orgChart1"/>
    <dgm:cxn modelId="{5E773033-1DBF-432A-9757-8CBF8F98D952}" type="presParOf" srcId="{E87A05A4-E78B-4D09-A66D-FE5A9667DCF9}" destId="{D862BE28-BE03-4BF6-8159-FB92F548EF87}" srcOrd="1" destOrd="0" presId="urn:microsoft.com/office/officeart/2005/8/layout/orgChart1"/>
    <dgm:cxn modelId="{5C1980F3-BD67-4E20-8DB1-E63F2362B673}" type="presParOf" srcId="{E87A05A4-E78B-4D09-A66D-FE5A9667DCF9}" destId="{9CE3BDFB-54CC-4320-80BE-B3E5B221BB7A}" srcOrd="2" destOrd="0" presId="urn:microsoft.com/office/officeart/2005/8/layout/orgChart1"/>
    <dgm:cxn modelId="{D275A1E7-AEE1-4874-8358-ED6BB2F7A205}" type="presParOf" srcId="{CAF090E9-7DBA-4035-8D59-138B1B4CA2F2}" destId="{81A2BF25-9202-4C14-A49D-8625DF74628C}" srcOrd="4" destOrd="0" presId="urn:microsoft.com/office/officeart/2005/8/layout/orgChart1"/>
    <dgm:cxn modelId="{7E85E5A5-636F-4D3A-8FA7-8DDC8EAEC24C}" type="presParOf" srcId="{CAF090E9-7DBA-4035-8D59-138B1B4CA2F2}" destId="{ED75E138-57B7-4B1B-BB24-F52EF20A3508}" srcOrd="5" destOrd="0" presId="urn:microsoft.com/office/officeart/2005/8/layout/orgChart1"/>
    <dgm:cxn modelId="{658BEAE0-72EA-4004-9AC6-51E2AAD11FCA}" type="presParOf" srcId="{ED75E138-57B7-4B1B-BB24-F52EF20A3508}" destId="{FDE5887D-899E-40BA-97B5-0F7A101A664B}" srcOrd="0" destOrd="0" presId="urn:microsoft.com/office/officeart/2005/8/layout/orgChart1"/>
    <dgm:cxn modelId="{7595FCBA-9F55-4EAC-B425-7DCD33B9351B}" type="presParOf" srcId="{FDE5887D-899E-40BA-97B5-0F7A101A664B}" destId="{68A9F295-9725-433E-A981-262E5855EB7A}" srcOrd="0" destOrd="0" presId="urn:microsoft.com/office/officeart/2005/8/layout/orgChart1"/>
    <dgm:cxn modelId="{A896A8FF-BFF8-43F0-90D0-F37FBAF25BAF}" type="presParOf" srcId="{FDE5887D-899E-40BA-97B5-0F7A101A664B}" destId="{02CAD2CD-6131-4870-8E50-E34D406848B7}" srcOrd="1" destOrd="0" presId="urn:microsoft.com/office/officeart/2005/8/layout/orgChart1"/>
    <dgm:cxn modelId="{CB504BBE-07B9-4969-BE0E-8915A54C9A8A}" type="presParOf" srcId="{ED75E138-57B7-4B1B-BB24-F52EF20A3508}" destId="{9051792E-FC8A-459B-BEC7-99FD067F1768}" srcOrd="1" destOrd="0" presId="urn:microsoft.com/office/officeart/2005/8/layout/orgChart1"/>
    <dgm:cxn modelId="{483B6A6C-3CCC-4CD0-8158-1EA3E9CE9861}" type="presParOf" srcId="{ED75E138-57B7-4B1B-BB24-F52EF20A3508}" destId="{EA917A82-7FBC-4A6A-919F-B2C3EE2C6DFE}" srcOrd="2" destOrd="0" presId="urn:microsoft.com/office/officeart/2005/8/layout/orgChart1"/>
    <dgm:cxn modelId="{1EE2C4FF-E374-448F-83D8-88A0AA56508A}" type="presParOf" srcId="{CAF090E9-7DBA-4035-8D59-138B1B4CA2F2}" destId="{2CBB69F2-4758-4764-AAE6-F2055263CF6A}" srcOrd="6" destOrd="0" presId="urn:microsoft.com/office/officeart/2005/8/layout/orgChart1"/>
    <dgm:cxn modelId="{11119D1D-6C68-40DB-A4F1-0D020FF1B2C6}" type="presParOf" srcId="{CAF090E9-7DBA-4035-8D59-138B1B4CA2F2}" destId="{8FA3AADB-2D13-4CFD-9F65-7A282E798CA6}" srcOrd="7" destOrd="0" presId="urn:microsoft.com/office/officeart/2005/8/layout/orgChart1"/>
    <dgm:cxn modelId="{3437561E-7FA0-4C28-8B9B-5EEB396138A0}" type="presParOf" srcId="{8FA3AADB-2D13-4CFD-9F65-7A282E798CA6}" destId="{AB1E364A-BD68-4A6B-B22D-8310F209606F}" srcOrd="0" destOrd="0" presId="urn:microsoft.com/office/officeart/2005/8/layout/orgChart1"/>
    <dgm:cxn modelId="{59D9F9B1-19B9-4B3C-8D16-C6519D14A7EE}" type="presParOf" srcId="{AB1E364A-BD68-4A6B-B22D-8310F209606F}" destId="{78F0936E-0E2E-47D5-BC07-1D8E647FC20E}" srcOrd="0" destOrd="0" presId="urn:microsoft.com/office/officeart/2005/8/layout/orgChart1"/>
    <dgm:cxn modelId="{F64EF7E5-0CCD-4BC5-84D2-AC30EE3C976D}" type="presParOf" srcId="{AB1E364A-BD68-4A6B-B22D-8310F209606F}" destId="{9F4ADAD6-01F7-4BAE-9CB3-BE8887D19E1E}" srcOrd="1" destOrd="0" presId="urn:microsoft.com/office/officeart/2005/8/layout/orgChart1"/>
    <dgm:cxn modelId="{09E888C8-F3E4-4845-9125-17B3FF3E3738}" type="presParOf" srcId="{8FA3AADB-2D13-4CFD-9F65-7A282E798CA6}" destId="{0A7EECB3-8FF0-44EA-A89D-F2BDAB4DBD2C}" srcOrd="1" destOrd="0" presId="urn:microsoft.com/office/officeart/2005/8/layout/orgChart1"/>
    <dgm:cxn modelId="{E7B4FBBA-8BA0-4846-8C8A-3C5616633048}" type="presParOf" srcId="{8FA3AADB-2D13-4CFD-9F65-7A282E798CA6}" destId="{05E5DA62-16E2-4889-BE25-30502F823B81}" srcOrd="2" destOrd="0" presId="urn:microsoft.com/office/officeart/2005/8/layout/orgChart1"/>
    <dgm:cxn modelId="{79558947-CB28-4AD9-9C23-447D52896086}" type="presParOf" srcId="{CAF090E9-7DBA-4035-8D59-138B1B4CA2F2}" destId="{5C46F5B2-1F9B-4D7C-B21B-BE2D49F421E9}" srcOrd="8" destOrd="0" presId="urn:microsoft.com/office/officeart/2005/8/layout/orgChart1"/>
    <dgm:cxn modelId="{EA3CFC0C-D89B-468F-8FC5-047931EEAE05}" type="presParOf" srcId="{CAF090E9-7DBA-4035-8D59-138B1B4CA2F2}" destId="{3A27AF53-9179-4583-B0C2-A426245B4DE7}" srcOrd="9" destOrd="0" presId="urn:microsoft.com/office/officeart/2005/8/layout/orgChart1"/>
    <dgm:cxn modelId="{842BB477-18E6-4C24-A017-C46E083C85FD}" type="presParOf" srcId="{3A27AF53-9179-4583-B0C2-A426245B4DE7}" destId="{186E0BC4-7756-4456-A8FE-FFCB9AB69734}" srcOrd="0" destOrd="0" presId="urn:microsoft.com/office/officeart/2005/8/layout/orgChart1"/>
    <dgm:cxn modelId="{BD432F28-16B2-4728-BE15-7DE2D0CB9825}" type="presParOf" srcId="{186E0BC4-7756-4456-A8FE-FFCB9AB69734}" destId="{184DC869-536A-4D17-AECC-0E56A1EEC7FA}" srcOrd="0" destOrd="0" presId="urn:microsoft.com/office/officeart/2005/8/layout/orgChart1"/>
    <dgm:cxn modelId="{95E61DA0-0C4B-40BD-B2D2-F2765A4AF9CF}" type="presParOf" srcId="{186E0BC4-7756-4456-A8FE-FFCB9AB69734}" destId="{9F10A599-B080-432B-B8E0-ACCC096D7A75}" srcOrd="1" destOrd="0" presId="urn:microsoft.com/office/officeart/2005/8/layout/orgChart1"/>
    <dgm:cxn modelId="{5E5180E0-32EC-4BDE-BC02-2CB1798A2854}" type="presParOf" srcId="{3A27AF53-9179-4583-B0C2-A426245B4DE7}" destId="{D52C8A45-F47C-4D05-93AA-2E6317C2CC31}" srcOrd="1" destOrd="0" presId="urn:microsoft.com/office/officeart/2005/8/layout/orgChart1"/>
    <dgm:cxn modelId="{0D05E765-FA42-4758-B3F7-A0D39689A606}" type="presParOf" srcId="{3A27AF53-9179-4583-B0C2-A426245B4DE7}" destId="{0516710B-0A56-41E2-9541-358999635CB9}" srcOrd="2" destOrd="0" presId="urn:microsoft.com/office/officeart/2005/8/layout/orgChart1"/>
    <dgm:cxn modelId="{233247BD-D6AF-4B49-A1CA-5836815413FB}" type="presParOf" srcId="{172911F4-E6C8-4A91-AA12-BA32DB5426BA}" destId="{FAEF950E-35E3-44F3-86A8-59D3E2D451EA}"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22 – Requirements management practices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200" dirty="0" smtClean="0"/>
            <a:t>Requirements baseline</a:t>
          </a:r>
          <a:endParaRPr lang="en-US" sz="12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200" dirty="0" err="1" smtClean="0"/>
            <a:t>Reqs</a:t>
          </a:r>
          <a:r>
            <a:rPr lang="en-US" sz="1200" dirty="0" smtClean="0"/>
            <a:t>. management process</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0394B78F-9F6A-46F9-8192-B5368C603428}">
      <dgm:prSet phldrT="[Text]" custT="1"/>
      <dgm:spPr/>
      <dgm:t>
        <a:bodyPr/>
        <a:lstStyle/>
        <a:p>
          <a:r>
            <a:rPr lang="en-US" sz="1200" dirty="0" err="1" smtClean="0"/>
            <a:t>Reqs</a:t>
          </a:r>
          <a:r>
            <a:rPr lang="en-US" sz="1200" dirty="0" smtClean="0"/>
            <a:t>. Attributes</a:t>
          </a:r>
          <a:endParaRPr lang="en-US" sz="1200" dirty="0"/>
        </a:p>
      </dgm:t>
    </dgm:pt>
    <dgm:pt modelId="{D652C70C-8554-4301-869A-D02E3BDCCF9C}" type="parTrans" cxnId="{B5ABC604-1326-4694-B54C-E5E593D5B4D3}">
      <dgm:prSet/>
      <dgm:spPr/>
      <dgm:t>
        <a:bodyPr/>
        <a:lstStyle/>
        <a:p>
          <a:endParaRPr lang="en-US"/>
        </a:p>
      </dgm:t>
    </dgm:pt>
    <dgm:pt modelId="{4FD2C2F4-D20F-4955-BB38-134D0C8C3F3C}" type="sibTrans" cxnId="{B5ABC604-1326-4694-B54C-E5E593D5B4D3}">
      <dgm:prSet/>
      <dgm:spPr/>
      <dgm:t>
        <a:bodyPr/>
        <a:lstStyle/>
        <a:p>
          <a:endParaRPr lang="en-US"/>
        </a:p>
      </dgm:t>
    </dgm:pt>
    <dgm:pt modelId="{0B0BE489-18FC-4AB8-89F0-E5B83E82DEE3}">
      <dgm:prSet phldrT="[Text]" custT="1"/>
      <dgm:spPr/>
      <dgm:t>
        <a:bodyPr/>
        <a:lstStyle/>
        <a:p>
          <a:r>
            <a:rPr lang="en-US" sz="1200" dirty="0" err="1" smtClean="0"/>
            <a:t>Reqs</a:t>
          </a:r>
          <a:r>
            <a:rPr lang="en-US" sz="1200" dirty="0" smtClean="0"/>
            <a:t>. version control</a:t>
          </a:r>
          <a:endParaRPr lang="en-US" sz="1200" dirty="0"/>
        </a:p>
      </dgm:t>
    </dgm:pt>
    <dgm:pt modelId="{D790EDC8-DBC7-47D9-AD8D-E7CE4F48BB0A}" type="parTrans" cxnId="{6954F8C0-BCB4-46A0-969C-D1E8639FAFCB}">
      <dgm:prSet/>
      <dgm:spPr/>
      <dgm:t>
        <a:bodyPr/>
        <a:lstStyle/>
        <a:p>
          <a:endParaRPr lang="en-US"/>
        </a:p>
      </dgm:t>
    </dgm:pt>
    <dgm:pt modelId="{B707AAE7-D88C-41C7-9B1B-D8B970E4AED3}" type="sibTrans" cxnId="{6954F8C0-BCB4-46A0-969C-D1E8639FAFCB}">
      <dgm:prSet/>
      <dgm:spPr/>
      <dgm:t>
        <a:bodyPr/>
        <a:lstStyle/>
        <a:p>
          <a:endParaRPr lang="en-US"/>
        </a:p>
      </dgm:t>
    </dgm:pt>
    <dgm:pt modelId="{C2B93BDE-B9AC-4DD4-B6D8-CAB33E905D02}">
      <dgm:prSet phldrT="[Text]" custT="1"/>
      <dgm:spPr/>
      <dgm:t>
        <a:bodyPr/>
        <a:lstStyle/>
        <a:p>
          <a:r>
            <a:rPr lang="en-US" sz="1200" dirty="0" smtClean="0"/>
            <a:t>Version control</a:t>
          </a:r>
          <a:endParaRPr lang="en-US" sz="1200" dirty="0"/>
        </a:p>
      </dgm:t>
    </dgm:pt>
    <dgm:pt modelId="{FFC17712-8F9B-4B40-8B70-1DE05952FC5E}" type="parTrans" cxnId="{0CEFADEA-D4FC-4AB0-AF87-5DD0027AAFAD}">
      <dgm:prSet/>
      <dgm:spPr/>
      <dgm:t>
        <a:bodyPr/>
        <a:lstStyle/>
        <a:p>
          <a:endParaRPr lang="en-US"/>
        </a:p>
      </dgm:t>
    </dgm:pt>
    <dgm:pt modelId="{B8A5F748-84BB-4D87-AE2F-7D900D0F2E58}" type="sibTrans" cxnId="{0CEFADEA-D4FC-4AB0-AF87-5DD0027AAFAD}">
      <dgm:prSet/>
      <dgm:spPr/>
      <dgm:t>
        <a:bodyPr/>
        <a:lstStyle/>
        <a:p>
          <a:endParaRPr lang="en-US"/>
        </a:p>
      </dgm:t>
    </dgm:pt>
    <dgm:pt modelId="{3A0C4CCD-6314-4188-A592-E9B19458C7E8}">
      <dgm:prSet phldrT="[Text]" custT="1"/>
      <dgm:spPr/>
      <dgm:t>
        <a:bodyPr/>
        <a:lstStyle/>
        <a:p>
          <a:r>
            <a:rPr lang="en-US" sz="1200" dirty="0" smtClean="0"/>
            <a:t>Change control</a:t>
          </a:r>
          <a:endParaRPr lang="en-US" sz="1200" dirty="0"/>
        </a:p>
      </dgm:t>
    </dgm:pt>
    <dgm:pt modelId="{EFD2466E-6FE3-46F4-869A-513280D69E8D}" type="parTrans" cxnId="{88EB3241-53D3-4D8D-8B3B-32D35A114B69}">
      <dgm:prSet/>
      <dgm:spPr/>
      <dgm:t>
        <a:bodyPr/>
        <a:lstStyle/>
        <a:p>
          <a:endParaRPr lang="en-US"/>
        </a:p>
      </dgm:t>
    </dgm:pt>
    <dgm:pt modelId="{FC84D4DC-25FF-4A84-BC65-DE966AB46DAE}" type="sibTrans" cxnId="{88EB3241-53D3-4D8D-8B3B-32D35A114B69}">
      <dgm:prSet/>
      <dgm:spPr/>
      <dgm:t>
        <a:bodyPr/>
        <a:lstStyle/>
        <a:p>
          <a:endParaRPr lang="en-US"/>
        </a:p>
      </dgm:t>
    </dgm:pt>
    <dgm:pt modelId="{DBAA7EA5-56C8-4419-B431-B6458DFADC9A}">
      <dgm:prSet phldrT="[Text]" custT="1"/>
      <dgm:spPr/>
      <dgm:t>
        <a:bodyPr/>
        <a:lstStyle/>
        <a:p>
          <a:r>
            <a:rPr lang="en-US" sz="1200" dirty="0" err="1" smtClean="0"/>
            <a:t>Reqs</a:t>
          </a:r>
          <a:r>
            <a:rPr lang="en-US" sz="1200" dirty="0" smtClean="0"/>
            <a:t>. Status tracking</a:t>
          </a:r>
          <a:endParaRPr lang="en-US" sz="1200" dirty="0"/>
        </a:p>
      </dgm:t>
    </dgm:pt>
    <dgm:pt modelId="{9E585E62-3DFA-46CF-ADB7-0A81A220E841}" type="parTrans" cxnId="{F8EE6979-511B-4ED1-895F-96085C96B07D}">
      <dgm:prSet/>
      <dgm:spPr/>
      <dgm:t>
        <a:bodyPr/>
        <a:lstStyle/>
        <a:p>
          <a:endParaRPr lang="en-US"/>
        </a:p>
      </dgm:t>
    </dgm:pt>
    <dgm:pt modelId="{49791FAF-0985-46D3-A87E-98D1B1F6029E}" type="sibTrans" cxnId="{F8EE6979-511B-4ED1-895F-96085C96B07D}">
      <dgm:prSet/>
      <dgm:spPr/>
      <dgm:t>
        <a:bodyPr/>
        <a:lstStyle/>
        <a:p>
          <a:endParaRPr lang="en-US"/>
        </a:p>
      </dgm:t>
    </dgm:pt>
    <dgm:pt modelId="{2AE20CA2-78AC-433C-A1E5-F53D5F977E1E}">
      <dgm:prSet phldrT="[Text]" custT="1"/>
      <dgm:spPr/>
      <dgm:t>
        <a:bodyPr/>
        <a:lstStyle/>
        <a:p>
          <a:r>
            <a:rPr lang="en-US" sz="1200" dirty="0" err="1" smtClean="0"/>
            <a:t>Reqs</a:t>
          </a:r>
          <a:r>
            <a:rPr lang="en-US" sz="1200" dirty="0" smtClean="0"/>
            <a:t>. tracking</a:t>
          </a:r>
          <a:endParaRPr lang="en-US" sz="1200" dirty="0"/>
        </a:p>
      </dgm:t>
    </dgm:pt>
    <dgm:pt modelId="{14F0F6E9-722B-4C3E-BC08-9C8FDE95624F}" type="parTrans" cxnId="{61933712-3398-40A8-8FF4-0D2C2E9C2F67}">
      <dgm:prSet/>
      <dgm:spPr/>
      <dgm:t>
        <a:bodyPr/>
        <a:lstStyle/>
        <a:p>
          <a:endParaRPr lang="en-US"/>
        </a:p>
      </dgm:t>
    </dgm:pt>
    <dgm:pt modelId="{F455BCEC-1408-4DFC-B46B-652465F9EDA1}" type="sibTrans" cxnId="{61933712-3398-40A8-8FF4-0D2C2E9C2F67}">
      <dgm:prSet/>
      <dgm:spPr/>
      <dgm:t>
        <a:bodyPr/>
        <a:lstStyle/>
        <a:p>
          <a:endParaRPr lang="en-US"/>
        </a:p>
      </dgm:t>
    </dgm:pt>
    <dgm:pt modelId="{8FA2B63F-CAB1-4EEA-A640-932A60E9BC47}">
      <dgm:prSet phldrT="[Text]" custT="1"/>
      <dgm:spPr/>
      <dgm:t>
        <a:bodyPr/>
        <a:lstStyle/>
        <a:p>
          <a:r>
            <a:rPr lang="en-US" sz="1200" dirty="0" smtClean="0"/>
            <a:t>Tracking </a:t>
          </a:r>
          <a:r>
            <a:rPr lang="en-US" sz="1200" dirty="0" err="1" smtClean="0"/>
            <a:t>reqs</a:t>
          </a:r>
          <a:r>
            <a:rPr lang="en-US" sz="1200" dirty="0" smtClean="0"/>
            <a:t>. Status</a:t>
          </a:r>
          <a:endParaRPr lang="en-US" sz="1200" dirty="0"/>
        </a:p>
      </dgm:t>
    </dgm:pt>
    <dgm:pt modelId="{93937668-468C-49D7-BE11-FE1C97C717A3}" type="parTrans" cxnId="{E0C8E9C8-69BC-4121-88DC-C5ADE3480B73}">
      <dgm:prSet/>
      <dgm:spPr/>
      <dgm:t>
        <a:bodyPr/>
        <a:lstStyle/>
        <a:p>
          <a:endParaRPr lang="en-US"/>
        </a:p>
      </dgm:t>
    </dgm:pt>
    <dgm:pt modelId="{7C9CE8E4-C1E4-4149-9F5E-986C5869664F}" type="sibTrans" cxnId="{E0C8E9C8-69BC-4121-88DC-C5ADE3480B73}">
      <dgm:prSet/>
      <dgm:spPr/>
      <dgm:t>
        <a:bodyPr/>
        <a:lstStyle/>
        <a:p>
          <a:endParaRPr lang="en-US"/>
        </a:p>
      </dgm:t>
    </dgm:pt>
    <dgm:pt modelId="{76370419-9C51-4DAC-A2E7-85056323C352}">
      <dgm:prSet phldrT="[Text]" custT="1"/>
      <dgm:spPr/>
      <dgm:t>
        <a:bodyPr/>
        <a:lstStyle/>
        <a:p>
          <a:r>
            <a:rPr lang="en-US" sz="1200" dirty="0" smtClean="0"/>
            <a:t>Resolving </a:t>
          </a:r>
          <a:r>
            <a:rPr lang="en-US" sz="1200" dirty="0" err="1" smtClean="0"/>
            <a:t>reqs</a:t>
          </a:r>
          <a:r>
            <a:rPr lang="en-US" sz="1200" dirty="0" smtClean="0"/>
            <a:t>. Issues</a:t>
          </a:r>
          <a:endParaRPr lang="en-US" sz="1200" dirty="0"/>
        </a:p>
      </dgm:t>
    </dgm:pt>
    <dgm:pt modelId="{24A5C281-6636-48D2-AEF5-D0FB63535501}" type="parTrans" cxnId="{3A975C4B-59D9-447A-96D3-52EA5B92FEA7}">
      <dgm:prSet/>
      <dgm:spPr/>
      <dgm:t>
        <a:bodyPr/>
        <a:lstStyle/>
        <a:p>
          <a:endParaRPr lang="en-US"/>
        </a:p>
      </dgm:t>
    </dgm:pt>
    <dgm:pt modelId="{44BCC12A-75FA-46BF-9226-18572E79C23B}" type="sibTrans" cxnId="{3A975C4B-59D9-447A-96D3-52EA5B92FEA7}">
      <dgm:prSet/>
      <dgm:spPr/>
      <dgm:t>
        <a:bodyPr/>
        <a:lstStyle/>
        <a:p>
          <a:endParaRPr lang="en-US"/>
        </a:p>
      </dgm:t>
    </dgm:pt>
    <dgm:pt modelId="{052693DD-86BD-4067-A211-7361AAC800C5}">
      <dgm:prSet phldrT="[Text]" custT="1"/>
      <dgm:spPr/>
      <dgm:t>
        <a:bodyPr/>
        <a:lstStyle/>
        <a:p>
          <a:r>
            <a:rPr lang="en-US" sz="1200" dirty="0" smtClean="0"/>
            <a:t>Measuring </a:t>
          </a:r>
          <a:r>
            <a:rPr lang="en-US" sz="1200" dirty="0" err="1" smtClean="0"/>
            <a:t>reqs</a:t>
          </a:r>
          <a:r>
            <a:rPr lang="en-US" sz="1200" dirty="0" smtClean="0"/>
            <a:t>. Effort</a:t>
          </a:r>
          <a:endParaRPr lang="en-US" sz="1200" dirty="0"/>
        </a:p>
      </dgm:t>
    </dgm:pt>
    <dgm:pt modelId="{3E28AD20-4916-4B69-A5E7-720D3D2C2480}" type="parTrans" cxnId="{D6C3CB5C-0C51-46B2-9291-0EAB4E20B4CD}">
      <dgm:prSet/>
      <dgm:spPr/>
      <dgm:t>
        <a:bodyPr/>
        <a:lstStyle/>
        <a:p>
          <a:endParaRPr lang="en-US"/>
        </a:p>
      </dgm:t>
    </dgm:pt>
    <dgm:pt modelId="{C4EC1566-5D3E-4E6E-A698-83FE02B3972D}" type="sibTrans" cxnId="{D6C3CB5C-0C51-46B2-9291-0EAB4E20B4CD}">
      <dgm:prSet/>
      <dgm:spPr/>
      <dgm:t>
        <a:bodyPr/>
        <a:lstStyle/>
        <a:p>
          <a:endParaRPr lang="en-US"/>
        </a:p>
      </dgm:t>
    </dgm:pt>
    <dgm:pt modelId="{E067647D-6E13-471F-A2DD-E851CCC1CF68}">
      <dgm:prSet phldrT="[Text]" custT="1"/>
      <dgm:spPr/>
      <dgm:t>
        <a:bodyPr/>
        <a:lstStyle/>
        <a:p>
          <a:r>
            <a:rPr lang="en-US" sz="1200" dirty="0" smtClean="0"/>
            <a:t>Managing </a:t>
          </a:r>
          <a:r>
            <a:rPr lang="en-US" sz="1200" dirty="0" err="1" smtClean="0"/>
            <a:t>reqs</a:t>
          </a:r>
          <a:r>
            <a:rPr lang="en-US" sz="1200" dirty="0" smtClean="0"/>
            <a:t>. on </a:t>
          </a:r>
          <a:br>
            <a:rPr lang="en-US" sz="1200" dirty="0" smtClean="0"/>
          </a:br>
          <a:r>
            <a:rPr lang="en-US" sz="1200" dirty="0" smtClean="0"/>
            <a:t>agile projects</a:t>
          </a:r>
          <a:endParaRPr lang="en-US" sz="1200" dirty="0"/>
        </a:p>
      </dgm:t>
    </dgm:pt>
    <dgm:pt modelId="{9FD46E75-A48A-45C1-9E9F-A30FB029AFC7}" type="parTrans" cxnId="{A58B3858-09D8-431B-B2B6-24F4AE6476F2}">
      <dgm:prSet/>
      <dgm:spPr/>
      <dgm:t>
        <a:bodyPr/>
        <a:lstStyle/>
        <a:p>
          <a:endParaRPr lang="en-US"/>
        </a:p>
      </dgm:t>
    </dgm:pt>
    <dgm:pt modelId="{30D09A77-47DA-45E5-8199-D74EECBB6FE2}" type="sibTrans" cxnId="{A58B3858-09D8-431B-B2B6-24F4AE6476F2}">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153424" custLinFactNeighborX="-4584" custLinFactNeighborY="-38509">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8"/>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8" custScaleX="124009" custScaleY="234178" custLinFactNeighborX="4006" custLinFactNeighborY="10813">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8"/>
      <dgm:spPr/>
      <dgm:t>
        <a:bodyPr/>
        <a:lstStyle/>
        <a:p>
          <a:endParaRPr lang="en-US"/>
        </a:p>
      </dgm:t>
    </dgm:pt>
    <dgm:pt modelId="{C9264EDA-91B6-4FAE-AFE6-AFC29BE66386}" type="pres">
      <dgm:prSet presAssocID="{9286A5EC-F2A9-487D-8BF1-B96EEEFD636B}" presName="hierChild4" presStyleCnt="0"/>
      <dgm:spPr/>
    </dgm:pt>
    <dgm:pt modelId="{78815EDC-98E3-4212-BC04-19B4D8A60984}" type="pres">
      <dgm:prSet presAssocID="{FFC17712-8F9B-4B40-8B70-1DE05952FC5E}" presName="Name37" presStyleLbl="parChTrans1D3" presStyleIdx="0" presStyleCnt="4"/>
      <dgm:spPr/>
      <dgm:t>
        <a:bodyPr/>
        <a:lstStyle/>
        <a:p>
          <a:endParaRPr lang="en-US"/>
        </a:p>
      </dgm:t>
    </dgm:pt>
    <dgm:pt modelId="{59D51F4C-8675-4F13-8FA1-D0E62BD0AA7A}" type="pres">
      <dgm:prSet presAssocID="{C2B93BDE-B9AC-4DD4-B6D8-CAB33E905D02}" presName="hierRoot2" presStyleCnt="0">
        <dgm:presLayoutVars>
          <dgm:hierBranch val="init"/>
        </dgm:presLayoutVars>
      </dgm:prSet>
      <dgm:spPr/>
    </dgm:pt>
    <dgm:pt modelId="{8613BB19-B481-4713-BD9E-C6ED6FC1148A}" type="pres">
      <dgm:prSet presAssocID="{C2B93BDE-B9AC-4DD4-B6D8-CAB33E905D02}" presName="rootComposite" presStyleCnt="0"/>
      <dgm:spPr/>
    </dgm:pt>
    <dgm:pt modelId="{01D6CB23-1A65-4EE7-813F-C1ADCA6C0DCA}" type="pres">
      <dgm:prSet presAssocID="{C2B93BDE-B9AC-4DD4-B6D8-CAB33E905D02}" presName="rootText" presStyleLbl="node3" presStyleIdx="0" presStyleCnt="4">
        <dgm:presLayoutVars>
          <dgm:chPref val="3"/>
        </dgm:presLayoutVars>
      </dgm:prSet>
      <dgm:spPr/>
      <dgm:t>
        <a:bodyPr/>
        <a:lstStyle/>
        <a:p>
          <a:endParaRPr lang="en-US"/>
        </a:p>
      </dgm:t>
    </dgm:pt>
    <dgm:pt modelId="{13E7054C-4C43-434F-8E2B-0290CE67C0EC}" type="pres">
      <dgm:prSet presAssocID="{C2B93BDE-B9AC-4DD4-B6D8-CAB33E905D02}" presName="rootConnector" presStyleLbl="node3" presStyleIdx="0" presStyleCnt="4"/>
      <dgm:spPr/>
      <dgm:t>
        <a:bodyPr/>
        <a:lstStyle/>
        <a:p>
          <a:endParaRPr lang="en-US"/>
        </a:p>
      </dgm:t>
    </dgm:pt>
    <dgm:pt modelId="{F0176587-0135-4C0B-8D8C-03A2A24E3B6D}" type="pres">
      <dgm:prSet presAssocID="{C2B93BDE-B9AC-4DD4-B6D8-CAB33E905D02}" presName="hierChild4" presStyleCnt="0"/>
      <dgm:spPr/>
    </dgm:pt>
    <dgm:pt modelId="{80C99821-4C2D-466F-8575-A947167F7F86}" type="pres">
      <dgm:prSet presAssocID="{C2B93BDE-B9AC-4DD4-B6D8-CAB33E905D02}" presName="hierChild5" presStyleCnt="0"/>
      <dgm:spPr/>
    </dgm:pt>
    <dgm:pt modelId="{AE9CCFBC-9F12-4ACA-938B-BD32BD6FA1D2}" type="pres">
      <dgm:prSet presAssocID="{EFD2466E-6FE3-46F4-869A-513280D69E8D}" presName="Name37" presStyleLbl="parChTrans1D3" presStyleIdx="1" presStyleCnt="4"/>
      <dgm:spPr/>
      <dgm:t>
        <a:bodyPr/>
        <a:lstStyle/>
        <a:p>
          <a:endParaRPr lang="en-US"/>
        </a:p>
      </dgm:t>
    </dgm:pt>
    <dgm:pt modelId="{26193EDD-E71B-48B3-A170-EC4910B41606}" type="pres">
      <dgm:prSet presAssocID="{3A0C4CCD-6314-4188-A592-E9B19458C7E8}" presName="hierRoot2" presStyleCnt="0">
        <dgm:presLayoutVars>
          <dgm:hierBranch val="init"/>
        </dgm:presLayoutVars>
      </dgm:prSet>
      <dgm:spPr/>
    </dgm:pt>
    <dgm:pt modelId="{9449A843-9043-459F-B1AF-2BC0D39743FF}" type="pres">
      <dgm:prSet presAssocID="{3A0C4CCD-6314-4188-A592-E9B19458C7E8}" presName="rootComposite" presStyleCnt="0"/>
      <dgm:spPr/>
    </dgm:pt>
    <dgm:pt modelId="{691A854C-4BA8-4862-B137-426F83A4B406}" type="pres">
      <dgm:prSet presAssocID="{3A0C4CCD-6314-4188-A592-E9B19458C7E8}" presName="rootText" presStyleLbl="node3" presStyleIdx="1" presStyleCnt="4">
        <dgm:presLayoutVars>
          <dgm:chPref val="3"/>
        </dgm:presLayoutVars>
      </dgm:prSet>
      <dgm:spPr/>
      <dgm:t>
        <a:bodyPr/>
        <a:lstStyle/>
        <a:p>
          <a:endParaRPr lang="en-US"/>
        </a:p>
      </dgm:t>
    </dgm:pt>
    <dgm:pt modelId="{79AEB089-2143-4F14-97DE-5004557F3225}" type="pres">
      <dgm:prSet presAssocID="{3A0C4CCD-6314-4188-A592-E9B19458C7E8}" presName="rootConnector" presStyleLbl="node3" presStyleIdx="1" presStyleCnt="4"/>
      <dgm:spPr/>
      <dgm:t>
        <a:bodyPr/>
        <a:lstStyle/>
        <a:p>
          <a:endParaRPr lang="en-US"/>
        </a:p>
      </dgm:t>
    </dgm:pt>
    <dgm:pt modelId="{3AFD8CA8-D51E-4380-8864-A6323D9A5181}" type="pres">
      <dgm:prSet presAssocID="{3A0C4CCD-6314-4188-A592-E9B19458C7E8}" presName="hierChild4" presStyleCnt="0"/>
      <dgm:spPr/>
    </dgm:pt>
    <dgm:pt modelId="{784EF92E-AF1D-4422-9606-464526718B59}" type="pres">
      <dgm:prSet presAssocID="{3A0C4CCD-6314-4188-A592-E9B19458C7E8}" presName="hierChild5" presStyleCnt="0"/>
      <dgm:spPr/>
    </dgm:pt>
    <dgm:pt modelId="{CAC549CA-BB07-44B7-B812-48E80D9AD27D}" type="pres">
      <dgm:prSet presAssocID="{9E585E62-3DFA-46CF-ADB7-0A81A220E841}" presName="Name37" presStyleLbl="parChTrans1D3" presStyleIdx="2" presStyleCnt="4"/>
      <dgm:spPr/>
      <dgm:t>
        <a:bodyPr/>
        <a:lstStyle/>
        <a:p>
          <a:endParaRPr lang="en-US"/>
        </a:p>
      </dgm:t>
    </dgm:pt>
    <dgm:pt modelId="{B0A4BD53-0AC8-4B43-BBAD-42BF2E327874}" type="pres">
      <dgm:prSet presAssocID="{DBAA7EA5-56C8-4419-B431-B6458DFADC9A}" presName="hierRoot2" presStyleCnt="0">
        <dgm:presLayoutVars>
          <dgm:hierBranch val="init"/>
        </dgm:presLayoutVars>
      </dgm:prSet>
      <dgm:spPr/>
    </dgm:pt>
    <dgm:pt modelId="{ED762776-F7D6-4162-BF75-563F9A0F9857}" type="pres">
      <dgm:prSet presAssocID="{DBAA7EA5-56C8-4419-B431-B6458DFADC9A}" presName="rootComposite" presStyleCnt="0"/>
      <dgm:spPr/>
    </dgm:pt>
    <dgm:pt modelId="{3E14C349-6B2F-4979-8182-2B69FE616402}" type="pres">
      <dgm:prSet presAssocID="{DBAA7EA5-56C8-4419-B431-B6458DFADC9A}" presName="rootText" presStyleLbl="node3" presStyleIdx="2" presStyleCnt="4">
        <dgm:presLayoutVars>
          <dgm:chPref val="3"/>
        </dgm:presLayoutVars>
      </dgm:prSet>
      <dgm:spPr/>
      <dgm:t>
        <a:bodyPr/>
        <a:lstStyle/>
        <a:p>
          <a:endParaRPr lang="en-US"/>
        </a:p>
      </dgm:t>
    </dgm:pt>
    <dgm:pt modelId="{6FC60FAC-4DE1-4229-8A16-2F88047BECEE}" type="pres">
      <dgm:prSet presAssocID="{DBAA7EA5-56C8-4419-B431-B6458DFADC9A}" presName="rootConnector" presStyleLbl="node3" presStyleIdx="2" presStyleCnt="4"/>
      <dgm:spPr/>
      <dgm:t>
        <a:bodyPr/>
        <a:lstStyle/>
        <a:p>
          <a:endParaRPr lang="en-US"/>
        </a:p>
      </dgm:t>
    </dgm:pt>
    <dgm:pt modelId="{49B48CC5-0520-4FF4-8EEF-501464BD67AC}" type="pres">
      <dgm:prSet presAssocID="{DBAA7EA5-56C8-4419-B431-B6458DFADC9A}" presName="hierChild4" presStyleCnt="0"/>
      <dgm:spPr/>
    </dgm:pt>
    <dgm:pt modelId="{CA67F726-2523-4F7C-BFBC-1F7D71D2CEAE}" type="pres">
      <dgm:prSet presAssocID="{DBAA7EA5-56C8-4419-B431-B6458DFADC9A}" presName="hierChild5" presStyleCnt="0"/>
      <dgm:spPr/>
    </dgm:pt>
    <dgm:pt modelId="{236677D1-EB9F-44F7-9921-0C8F07A7A55F}" type="pres">
      <dgm:prSet presAssocID="{14F0F6E9-722B-4C3E-BC08-9C8FDE95624F}" presName="Name37" presStyleLbl="parChTrans1D3" presStyleIdx="3" presStyleCnt="4"/>
      <dgm:spPr/>
      <dgm:t>
        <a:bodyPr/>
        <a:lstStyle/>
        <a:p>
          <a:endParaRPr lang="en-US"/>
        </a:p>
      </dgm:t>
    </dgm:pt>
    <dgm:pt modelId="{D05C482E-7727-4FCF-8AEB-D5A5773BFF68}" type="pres">
      <dgm:prSet presAssocID="{2AE20CA2-78AC-433C-A1E5-F53D5F977E1E}" presName="hierRoot2" presStyleCnt="0">
        <dgm:presLayoutVars>
          <dgm:hierBranch val="init"/>
        </dgm:presLayoutVars>
      </dgm:prSet>
      <dgm:spPr/>
    </dgm:pt>
    <dgm:pt modelId="{CA22DD58-98DD-48A4-9551-CEE1689813A7}" type="pres">
      <dgm:prSet presAssocID="{2AE20CA2-78AC-433C-A1E5-F53D5F977E1E}" presName="rootComposite" presStyleCnt="0"/>
      <dgm:spPr/>
    </dgm:pt>
    <dgm:pt modelId="{DA9CEFBB-7CF5-4C85-A26D-58095FCB878C}" type="pres">
      <dgm:prSet presAssocID="{2AE20CA2-78AC-433C-A1E5-F53D5F977E1E}" presName="rootText" presStyleLbl="node3" presStyleIdx="3" presStyleCnt="4">
        <dgm:presLayoutVars>
          <dgm:chPref val="3"/>
        </dgm:presLayoutVars>
      </dgm:prSet>
      <dgm:spPr/>
      <dgm:t>
        <a:bodyPr/>
        <a:lstStyle/>
        <a:p>
          <a:endParaRPr lang="en-US"/>
        </a:p>
      </dgm:t>
    </dgm:pt>
    <dgm:pt modelId="{32F0C63B-C7FF-4872-9DA9-3E9B2DFB9DB8}" type="pres">
      <dgm:prSet presAssocID="{2AE20CA2-78AC-433C-A1E5-F53D5F977E1E}" presName="rootConnector" presStyleLbl="node3" presStyleIdx="3" presStyleCnt="4"/>
      <dgm:spPr/>
      <dgm:t>
        <a:bodyPr/>
        <a:lstStyle/>
        <a:p>
          <a:endParaRPr lang="en-US"/>
        </a:p>
      </dgm:t>
    </dgm:pt>
    <dgm:pt modelId="{B2E7933A-64EC-4F5E-94E5-927BE140979E}" type="pres">
      <dgm:prSet presAssocID="{2AE20CA2-78AC-433C-A1E5-F53D5F977E1E}" presName="hierChild4" presStyleCnt="0"/>
      <dgm:spPr/>
    </dgm:pt>
    <dgm:pt modelId="{A2269D8A-20DB-444B-A44F-9EC27C1C1F15}" type="pres">
      <dgm:prSet presAssocID="{2AE20CA2-78AC-433C-A1E5-F53D5F977E1E}"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8"/>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8" custScaleX="124009" custScaleY="234178" custLinFactNeighborX="4006" custLinFactNeighborY="10813">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8"/>
      <dgm:spPr/>
      <dgm:t>
        <a:bodyPr/>
        <a:lstStyle/>
        <a:p>
          <a:endParaRPr lang="en-US"/>
        </a:p>
      </dgm:t>
    </dgm:pt>
    <dgm:pt modelId="{4C592C92-3156-443C-BB98-9204DFF01F72}" type="pres">
      <dgm:prSet presAssocID="{620DD3EC-BDCD-468B-B566-7FE2B848507E}" presName="hierChild4" presStyleCnt="0"/>
      <dgm:spPr/>
    </dgm:pt>
    <dgm:pt modelId="{3E362709-8DF5-4ED1-BE78-2D67C7F6CD59}" type="pres">
      <dgm:prSet presAssocID="{620DD3EC-BDCD-468B-B566-7FE2B848507E}" presName="hierChild5" presStyleCnt="0"/>
      <dgm:spPr/>
    </dgm:pt>
    <dgm:pt modelId="{270151AE-D139-40DF-A603-F0B3F7DDDC4D}" type="pres">
      <dgm:prSet presAssocID="{D790EDC8-DBC7-47D9-AD8D-E7CE4F48BB0A}" presName="Name37" presStyleLbl="parChTrans1D2" presStyleIdx="2" presStyleCnt="8"/>
      <dgm:spPr/>
      <dgm:t>
        <a:bodyPr/>
        <a:lstStyle/>
        <a:p>
          <a:endParaRPr lang="en-US"/>
        </a:p>
      </dgm:t>
    </dgm:pt>
    <dgm:pt modelId="{5E7476B3-AD7E-4825-A023-25C6BDFD35CA}" type="pres">
      <dgm:prSet presAssocID="{0B0BE489-18FC-4AB8-89F0-E5B83E82DEE3}" presName="hierRoot2" presStyleCnt="0">
        <dgm:presLayoutVars>
          <dgm:hierBranch val="init"/>
        </dgm:presLayoutVars>
      </dgm:prSet>
      <dgm:spPr/>
    </dgm:pt>
    <dgm:pt modelId="{132C54E8-DB97-4D17-8179-D1BC98F5D07C}" type="pres">
      <dgm:prSet presAssocID="{0B0BE489-18FC-4AB8-89F0-E5B83E82DEE3}" presName="rootComposite" presStyleCnt="0"/>
      <dgm:spPr/>
    </dgm:pt>
    <dgm:pt modelId="{F3605272-BB3C-482A-BD0E-4FF39B81FDEE}" type="pres">
      <dgm:prSet presAssocID="{0B0BE489-18FC-4AB8-89F0-E5B83E82DEE3}" presName="rootText" presStyleLbl="node2" presStyleIdx="2" presStyleCnt="8" custScaleX="110567" custScaleY="224939" custLinFactNeighborX="-2715" custLinFactNeighborY="10860">
        <dgm:presLayoutVars>
          <dgm:chPref val="3"/>
        </dgm:presLayoutVars>
      </dgm:prSet>
      <dgm:spPr/>
      <dgm:t>
        <a:bodyPr/>
        <a:lstStyle/>
        <a:p>
          <a:endParaRPr lang="en-US"/>
        </a:p>
      </dgm:t>
    </dgm:pt>
    <dgm:pt modelId="{80D30C1D-7614-46E9-A72C-A8C7C4CE7688}" type="pres">
      <dgm:prSet presAssocID="{0B0BE489-18FC-4AB8-89F0-E5B83E82DEE3}" presName="rootConnector" presStyleLbl="node2" presStyleIdx="2" presStyleCnt="8"/>
      <dgm:spPr/>
      <dgm:t>
        <a:bodyPr/>
        <a:lstStyle/>
        <a:p>
          <a:endParaRPr lang="en-US"/>
        </a:p>
      </dgm:t>
    </dgm:pt>
    <dgm:pt modelId="{52A2A06A-EC5A-449C-89CB-5D43FB38563B}" type="pres">
      <dgm:prSet presAssocID="{0B0BE489-18FC-4AB8-89F0-E5B83E82DEE3}" presName="hierChild4" presStyleCnt="0"/>
      <dgm:spPr/>
    </dgm:pt>
    <dgm:pt modelId="{642F05A1-9B99-45A9-95F7-36FBF693468C}" type="pres">
      <dgm:prSet presAssocID="{0B0BE489-18FC-4AB8-89F0-E5B83E82DEE3}" presName="hierChild5" presStyleCnt="0"/>
      <dgm:spPr/>
    </dgm:pt>
    <dgm:pt modelId="{D2613D50-256B-4B68-8FAD-AE3AD5188EA2}" type="pres">
      <dgm:prSet presAssocID="{D652C70C-8554-4301-869A-D02E3BDCCF9C}" presName="Name37" presStyleLbl="parChTrans1D2" presStyleIdx="3" presStyleCnt="8"/>
      <dgm:spPr/>
      <dgm:t>
        <a:bodyPr/>
        <a:lstStyle/>
        <a:p>
          <a:endParaRPr lang="en-US"/>
        </a:p>
      </dgm:t>
    </dgm:pt>
    <dgm:pt modelId="{6E9A1A80-60AA-46BF-B8BC-994A37D7A065}" type="pres">
      <dgm:prSet presAssocID="{0394B78F-9F6A-46F9-8192-B5368C603428}" presName="hierRoot2" presStyleCnt="0">
        <dgm:presLayoutVars>
          <dgm:hierBranch val="init"/>
        </dgm:presLayoutVars>
      </dgm:prSet>
      <dgm:spPr/>
    </dgm:pt>
    <dgm:pt modelId="{EB2AB012-BDB3-4569-91E2-8399DDCEDEF5}" type="pres">
      <dgm:prSet presAssocID="{0394B78F-9F6A-46F9-8192-B5368C603428}" presName="rootComposite" presStyleCnt="0"/>
      <dgm:spPr/>
    </dgm:pt>
    <dgm:pt modelId="{81981569-26A3-407E-B3D1-78BFB78884B6}" type="pres">
      <dgm:prSet presAssocID="{0394B78F-9F6A-46F9-8192-B5368C603428}" presName="rootText" presStyleLbl="node2" presStyleIdx="3" presStyleCnt="8" custScaleX="126947" custScaleY="226144" custLinFactNeighborY="11318">
        <dgm:presLayoutVars>
          <dgm:chPref val="3"/>
        </dgm:presLayoutVars>
      </dgm:prSet>
      <dgm:spPr/>
      <dgm:t>
        <a:bodyPr/>
        <a:lstStyle/>
        <a:p>
          <a:endParaRPr lang="en-US"/>
        </a:p>
      </dgm:t>
    </dgm:pt>
    <dgm:pt modelId="{57960999-4B07-4944-ABC8-DDEA0942E4F6}" type="pres">
      <dgm:prSet presAssocID="{0394B78F-9F6A-46F9-8192-B5368C603428}" presName="rootConnector" presStyleLbl="node2" presStyleIdx="3" presStyleCnt="8"/>
      <dgm:spPr/>
      <dgm:t>
        <a:bodyPr/>
        <a:lstStyle/>
        <a:p>
          <a:endParaRPr lang="en-US"/>
        </a:p>
      </dgm:t>
    </dgm:pt>
    <dgm:pt modelId="{2D9C1C89-9263-4701-B340-9B49C74F3097}" type="pres">
      <dgm:prSet presAssocID="{0394B78F-9F6A-46F9-8192-B5368C603428}" presName="hierChild4" presStyleCnt="0"/>
      <dgm:spPr/>
    </dgm:pt>
    <dgm:pt modelId="{D3616EBE-629E-42F5-9173-EB1C4DD37B67}" type="pres">
      <dgm:prSet presAssocID="{0394B78F-9F6A-46F9-8192-B5368C603428}" presName="hierChild5" presStyleCnt="0"/>
      <dgm:spPr/>
    </dgm:pt>
    <dgm:pt modelId="{965B87D8-90D8-413D-8B2A-075FA416D2A7}" type="pres">
      <dgm:prSet presAssocID="{93937668-468C-49D7-BE11-FE1C97C717A3}" presName="Name37" presStyleLbl="parChTrans1D2" presStyleIdx="4" presStyleCnt="8"/>
      <dgm:spPr/>
      <dgm:t>
        <a:bodyPr/>
        <a:lstStyle/>
        <a:p>
          <a:endParaRPr lang="en-US"/>
        </a:p>
      </dgm:t>
    </dgm:pt>
    <dgm:pt modelId="{E0462CD5-B3AF-4AD9-B343-C376FC4E0246}" type="pres">
      <dgm:prSet presAssocID="{8FA2B63F-CAB1-4EEA-A640-932A60E9BC47}" presName="hierRoot2" presStyleCnt="0">
        <dgm:presLayoutVars>
          <dgm:hierBranch val="init"/>
        </dgm:presLayoutVars>
      </dgm:prSet>
      <dgm:spPr/>
    </dgm:pt>
    <dgm:pt modelId="{968D4C26-1911-4D14-B9A4-630D2C68C61E}" type="pres">
      <dgm:prSet presAssocID="{8FA2B63F-CAB1-4EEA-A640-932A60E9BC47}" presName="rootComposite" presStyleCnt="0"/>
      <dgm:spPr/>
    </dgm:pt>
    <dgm:pt modelId="{09E5B8C7-1821-400D-883E-9F810704649A}" type="pres">
      <dgm:prSet presAssocID="{8FA2B63F-CAB1-4EEA-A640-932A60E9BC47}" presName="rootText" presStyleLbl="node2" presStyleIdx="4" presStyleCnt="8" custScaleX="109702" custScaleY="240768">
        <dgm:presLayoutVars>
          <dgm:chPref val="3"/>
        </dgm:presLayoutVars>
      </dgm:prSet>
      <dgm:spPr/>
      <dgm:t>
        <a:bodyPr/>
        <a:lstStyle/>
        <a:p>
          <a:endParaRPr lang="en-US"/>
        </a:p>
      </dgm:t>
    </dgm:pt>
    <dgm:pt modelId="{90764D8F-F221-42B9-BDE7-D866A336F90F}" type="pres">
      <dgm:prSet presAssocID="{8FA2B63F-CAB1-4EEA-A640-932A60E9BC47}" presName="rootConnector" presStyleLbl="node2" presStyleIdx="4" presStyleCnt="8"/>
      <dgm:spPr/>
      <dgm:t>
        <a:bodyPr/>
        <a:lstStyle/>
        <a:p>
          <a:endParaRPr lang="en-US"/>
        </a:p>
      </dgm:t>
    </dgm:pt>
    <dgm:pt modelId="{45973EAD-2C66-48B6-BA80-DFC110A94A57}" type="pres">
      <dgm:prSet presAssocID="{8FA2B63F-CAB1-4EEA-A640-932A60E9BC47}" presName="hierChild4" presStyleCnt="0"/>
      <dgm:spPr/>
    </dgm:pt>
    <dgm:pt modelId="{E81859AA-E497-481C-A2BF-D70FA1BC0FCA}" type="pres">
      <dgm:prSet presAssocID="{8FA2B63F-CAB1-4EEA-A640-932A60E9BC47}" presName="hierChild5" presStyleCnt="0"/>
      <dgm:spPr/>
    </dgm:pt>
    <dgm:pt modelId="{444FFEA5-B951-47C8-A902-566D78CD3DB3}" type="pres">
      <dgm:prSet presAssocID="{24A5C281-6636-48D2-AEF5-D0FB63535501}" presName="Name37" presStyleLbl="parChTrans1D2" presStyleIdx="5" presStyleCnt="8"/>
      <dgm:spPr/>
      <dgm:t>
        <a:bodyPr/>
        <a:lstStyle/>
        <a:p>
          <a:endParaRPr lang="en-US"/>
        </a:p>
      </dgm:t>
    </dgm:pt>
    <dgm:pt modelId="{EF78F1E0-CB18-4415-9EE3-CE7502CAB796}" type="pres">
      <dgm:prSet presAssocID="{76370419-9C51-4DAC-A2E7-85056323C352}" presName="hierRoot2" presStyleCnt="0">
        <dgm:presLayoutVars>
          <dgm:hierBranch val="init"/>
        </dgm:presLayoutVars>
      </dgm:prSet>
      <dgm:spPr/>
    </dgm:pt>
    <dgm:pt modelId="{CF9331FF-6D7B-4DF1-AE76-D5F444CB48D8}" type="pres">
      <dgm:prSet presAssocID="{76370419-9C51-4DAC-A2E7-85056323C352}" presName="rootComposite" presStyleCnt="0"/>
      <dgm:spPr/>
    </dgm:pt>
    <dgm:pt modelId="{67AB7DCC-2807-4A94-B4FC-DDD79641C5E0}" type="pres">
      <dgm:prSet presAssocID="{76370419-9C51-4DAC-A2E7-85056323C352}" presName="rootText" presStyleLbl="node2" presStyleIdx="5" presStyleCnt="8" custScaleY="230295">
        <dgm:presLayoutVars>
          <dgm:chPref val="3"/>
        </dgm:presLayoutVars>
      </dgm:prSet>
      <dgm:spPr/>
      <dgm:t>
        <a:bodyPr/>
        <a:lstStyle/>
        <a:p>
          <a:endParaRPr lang="en-US"/>
        </a:p>
      </dgm:t>
    </dgm:pt>
    <dgm:pt modelId="{B0D267EC-3DDA-4B69-9A64-E2EE7081CFAF}" type="pres">
      <dgm:prSet presAssocID="{76370419-9C51-4DAC-A2E7-85056323C352}" presName="rootConnector" presStyleLbl="node2" presStyleIdx="5" presStyleCnt="8"/>
      <dgm:spPr/>
      <dgm:t>
        <a:bodyPr/>
        <a:lstStyle/>
        <a:p>
          <a:endParaRPr lang="en-US"/>
        </a:p>
      </dgm:t>
    </dgm:pt>
    <dgm:pt modelId="{03255D1B-3482-4ADA-B5B8-A74669519547}" type="pres">
      <dgm:prSet presAssocID="{76370419-9C51-4DAC-A2E7-85056323C352}" presName="hierChild4" presStyleCnt="0"/>
      <dgm:spPr/>
    </dgm:pt>
    <dgm:pt modelId="{E172AA7D-C9C9-403F-B12D-E35D784CFE40}" type="pres">
      <dgm:prSet presAssocID="{76370419-9C51-4DAC-A2E7-85056323C352}" presName="hierChild5" presStyleCnt="0"/>
      <dgm:spPr/>
    </dgm:pt>
    <dgm:pt modelId="{1FF5ED5A-DDE1-4BCA-B771-84C41729B5D2}" type="pres">
      <dgm:prSet presAssocID="{3E28AD20-4916-4B69-A5E7-720D3D2C2480}" presName="Name37" presStyleLbl="parChTrans1D2" presStyleIdx="6" presStyleCnt="8"/>
      <dgm:spPr/>
      <dgm:t>
        <a:bodyPr/>
        <a:lstStyle/>
        <a:p>
          <a:endParaRPr lang="en-US"/>
        </a:p>
      </dgm:t>
    </dgm:pt>
    <dgm:pt modelId="{687B1E70-3D61-4C42-864F-153FDF26F2F6}" type="pres">
      <dgm:prSet presAssocID="{052693DD-86BD-4067-A211-7361AAC800C5}" presName="hierRoot2" presStyleCnt="0">
        <dgm:presLayoutVars>
          <dgm:hierBranch val="init"/>
        </dgm:presLayoutVars>
      </dgm:prSet>
      <dgm:spPr/>
    </dgm:pt>
    <dgm:pt modelId="{7E5655DF-F0AD-4DC2-BBE9-A0604B710D2A}" type="pres">
      <dgm:prSet presAssocID="{052693DD-86BD-4067-A211-7361AAC800C5}" presName="rootComposite" presStyleCnt="0"/>
      <dgm:spPr/>
    </dgm:pt>
    <dgm:pt modelId="{740DB2C5-D7D1-4EBF-8531-EEA75F91BDEA}" type="pres">
      <dgm:prSet presAssocID="{052693DD-86BD-4067-A211-7361AAC800C5}" presName="rootText" presStyleLbl="node2" presStyleIdx="6" presStyleCnt="8" custScaleY="235234">
        <dgm:presLayoutVars>
          <dgm:chPref val="3"/>
        </dgm:presLayoutVars>
      </dgm:prSet>
      <dgm:spPr/>
      <dgm:t>
        <a:bodyPr/>
        <a:lstStyle/>
        <a:p>
          <a:endParaRPr lang="en-US"/>
        </a:p>
      </dgm:t>
    </dgm:pt>
    <dgm:pt modelId="{11FA6195-840C-4051-B1FF-30C25B008CB7}" type="pres">
      <dgm:prSet presAssocID="{052693DD-86BD-4067-A211-7361AAC800C5}" presName="rootConnector" presStyleLbl="node2" presStyleIdx="6" presStyleCnt="8"/>
      <dgm:spPr/>
      <dgm:t>
        <a:bodyPr/>
        <a:lstStyle/>
        <a:p>
          <a:endParaRPr lang="en-US"/>
        </a:p>
      </dgm:t>
    </dgm:pt>
    <dgm:pt modelId="{D1622FCE-5ABC-4099-9DB7-5DF217411866}" type="pres">
      <dgm:prSet presAssocID="{052693DD-86BD-4067-A211-7361AAC800C5}" presName="hierChild4" presStyleCnt="0"/>
      <dgm:spPr/>
    </dgm:pt>
    <dgm:pt modelId="{7F584AB4-7300-4F3E-87DE-2539FC21484E}" type="pres">
      <dgm:prSet presAssocID="{052693DD-86BD-4067-A211-7361AAC800C5}" presName="hierChild5" presStyleCnt="0"/>
      <dgm:spPr/>
    </dgm:pt>
    <dgm:pt modelId="{913308E3-4ACA-4ECB-86C0-D23765F864F4}" type="pres">
      <dgm:prSet presAssocID="{9FD46E75-A48A-45C1-9E9F-A30FB029AFC7}" presName="Name37" presStyleLbl="parChTrans1D2" presStyleIdx="7" presStyleCnt="8"/>
      <dgm:spPr/>
      <dgm:t>
        <a:bodyPr/>
        <a:lstStyle/>
        <a:p>
          <a:endParaRPr lang="en-US"/>
        </a:p>
      </dgm:t>
    </dgm:pt>
    <dgm:pt modelId="{ADC553BE-9E02-4A3B-BD24-49F7EEB83987}" type="pres">
      <dgm:prSet presAssocID="{E067647D-6E13-471F-A2DD-E851CCC1CF68}" presName="hierRoot2" presStyleCnt="0">
        <dgm:presLayoutVars>
          <dgm:hierBranch val="init"/>
        </dgm:presLayoutVars>
      </dgm:prSet>
      <dgm:spPr/>
    </dgm:pt>
    <dgm:pt modelId="{92714BFF-875B-43DB-A54E-2347443F2603}" type="pres">
      <dgm:prSet presAssocID="{E067647D-6E13-471F-A2DD-E851CCC1CF68}" presName="rootComposite" presStyleCnt="0"/>
      <dgm:spPr/>
    </dgm:pt>
    <dgm:pt modelId="{9D593D37-6118-4963-A9DF-B6903D6AF6AD}" type="pres">
      <dgm:prSet presAssocID="{E067647D-6E13-471F-A2DD-E851CCC1CF68}" presName="rootText" presStyleLbl="node2" presStyleIdx="7" presStyleCnt="8" custScaleY="235234">
        <dgm:presLayoutVars>
          <dgm:chPref val="3"/>
        </dgm:presLayoutVars>
      </dgm:prSet>
      <dgm:spPr/>
      <dgm:t>
        <a:bodyPr/>
        <a:lstStyle/>
        <a:p>
          <a:endParaRPr lang="en-US"/>
        </a:p>
      </dgm:t>
    </dgm:pt>
    <dgm:pt modelId="{BD43A729-8D4B-4446-8346-BE2C1D373742}" type="pres">
      <dgm:prSet presAssocID="{E067647D-6E13-471F-A2DD-E851CCC1CF68}" presName="rootConnector" presStyleLbl="node2" presStyleIdx="7" presStyleCnt="8"/>
      <dgm:spPr/>
      <dgm:t>
        <a:bodyPr/>
        <a:lstStyle/>
        <a:p>
          <a:endParaRPr lang="en-US"/>
        </a:p>
      </dgm:t>
    </dgm:pt>
    <dgm:pt modelId="{395149D5-50EC-4108-AE78-C55517634DAA}" type="pres">
      <dgm:prSet presAssocID="{E067647D-6E13-471F-A2DD-E851CCC1CF68}" presName="hierChild4" presStyleCnt="0"/>
      <dgm:spPr/>
    </dgm:pt>
    <dgm:pt modelId="{75EEE035-3BF0-4D26-8197-E72BA1C09387}" type="pres">
      <dgm:prSet presAssocID="{E067647D-6E13-471F-A2DD-E851CCC1CF68}" presName="hierChild5" presStyleCnt="0"/>
      <dgm:spPr/>
    </dgm:pt>
    <dgm:pt modelId="{96DEF822-DC52-4FFC-82DA-389CD5B29657}" type="pres">
      <dgm:prSet presAssocID="{9E6404DC-1053-49D6-95EE-599A97C88DD3}" presName="hierChild3" presStyleCnt="0"/>
      <dgm:spPr/>
    </dgm:pt>
  </dgm:ptLst>
  <dgm:cxnLst>
    <dgm:cxn modelId="{850C7EC2-E71C-4957-8603-8E97A25F683C}" type="presOf" srcId="{8FA2B63F-CAB1-4EEA-A640-932A60E9BC47}" destId="{09E5B8C7-1821-400D-883E-9F810704649A}" srcOrd="0" destOrd="0" presId="urn:microsoft.com/office/officeart/2005/8/layout/orgChart1"/>
    <dgm:cxn modelId="{1DC8E030-8CAB-44D3-BC8B-DDF46E0B1590}" type="presOf" srcId="{24A5C281-6636-48D2-AEF5-D0FB63535501}" destId="{444FFEA5-B951-47C8-A902-566D78CD3DB3}" srcOrd="0" destOrd="0" presId="urn:microsoft.com/office/officeart/2005/8/layout/orgChart1"/>
    <dgm:cxn modelId="{7986E574-3D79-4CAC-944E-50CDD61F26AD}" type="presOf" srcId="{0B0BE489-18FC-4AB8-89F0-E5B83E82DEE3}" destId="{80D30C1D-7614-46E9-A72C-A8C7C4CE7688}" srcOrd="1" destOrd="0" presId="urn:microsoft.com/office/officeart/2005/8/layout/orgChart1"/>
    <dgm:cxn modelId="{568A5EC2-CDC6-40A2-9C47-45E70ED423F2}" type="presOf" srcId="{EFD2466E-6FE3-46F4-869A-513280D69E8D}" destId="{AE9CCFBC-9F12-4ACA-938B-BD32BD6FA1D2}" srcOrd="0" destOrd="0" presId="urn:microsoft.com/office/officeart/2005/8/layout/orgChart1"/>
    <dgm:cxn modelId="{3A975C4B-59D9-447A-96D3-52EA5B92FEA7}" srcId="{9E6404DC-1053-49D6-95EE-599A97C88DD3}" destId="{76370419-9C51-4DAC-A2E7-85056323C352}" srcOrd="5" destOrd="0" parTransId="{24A5C281-6636-48D2-AEF5-D0FB63535501}" sibTransId="{44BCC12A-75FA-46BF-9226-18572E79C23B}"/>
    <dgm:cxn modelId="{80524D4A-AAF6-47E2-B189-54326DFD9744}" type="presOf" srcId="{0394B78F-9F6A-46F9-8192-B5368C603428}" destId="{57960999-4B07-4944-ABC8-DDEA0942E4F6}" srcOrd="1" destOrd="0" presId="urn:microsoft.com/office/officeart/2005/8/layout/orgChart1"/>
    <dgm:cxn modelId="{680A074D-01A2-4585-A614-6489DB9AA178}" type="presOf" srcId="{E067647D-6E13-471F-A2DD-E851CCC1CF68}" destId="{BD43A729-8D4B-4446-8346-BE2C1D373742}" srcOrd="1" destOrd="0" presId="urn:microsoft.com/office/officeart/2005/8/layout/orgChart1"/>
    <dgm:cxn modelId="{319BA3FB-91D4-4819-B5A0-8BEF1F3E0069}" type="presOf" srcId="{93937668-468C-49D7-BE11-FE1C97C717A3}" destId="{965B87D8-90D8-413D-8B2A-075FA416D2A7}" srcOrd="0" destOrd="0" presId="urn:microsoft.com/office/officeart/2005/8/layout/orgChart1"/>
    <dgm:cxn modelId="{61933712-3398-40A8-8FF4-0D2C2E9C2F67}" srcId="{9286A5EC-F2A9-487D-8BF1-B96EEEFD636B}" destId="{2AE20CA2-78AC-433C-A1E5-F53D5F977E1E}" srcOrd="3" destOrd="0" parTransId="{14F0F6E9-722B-4C3E-BC08-9C8FDE95624F}" sibTransId="{F455BCEC-1408-4DFC-B46B-652465F9EDA1}"/>
    <dgm:cxn modelId="{A5879534-DB8D-4120-B3FD-CB78839F82E3}" type="presOf" srcId="{76370419-9C51-4DAC-A2E7-85056323C352}" destId="{B0D267EC-3DDA-4B69-9A64-E2EE7081CFAF}" srcOrd="1" destOrd="0" presId="urn:microsoft.com/office/officeart/2005/8/layout/orgChart1"/>
    <dgm:cxn modelId="{19AF4068-3DE4-490A-9264-0F12B60591B8}" type="presOf" srcId="{F0764DAA-254D-4C3C-9708-669D5BF5A337}" destId="{0146BAA9-2B9D-4F2A-B565-A2DCB6505964}" srcOrd="0" destOrd="0" presId="urn:microsoft.com/office/officeart/2005/8/layout/orgChart1"/>
    <dgm:cxn modelId="{6242B06E-F582-41B8-AE41-EF3F6D5D6D4A}" type="presOf" srcId="{0B0BE489-18FC-4AB8-89F0-E5B83E82DEE3}" destId="{F3605272-BB3C-482A-BD0E-4FF39B81FDEE}" srcOrd="0"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CC079622-4ED0-454E-BCAA-3CD28E6934D6}" type="presOf" srcId="{9FD46E75-A48A-45C1-9E9F-A30FB029AFC7}" destId="{913308E3-4ACA-4ECB-86C0-D23765F864F4}" srcOrd="0" destOrd="0" presId="urn:microsoft.com/office/officeart/2005/8/layout/orgChart1"/>
    <dgm:cxn modelId="{AC211FAF-F611-4E16-ACFF-C8627417AEF8}" type="presOf" srcId="{C2B93BDE-B9AC-4DD4-B6D8-CAB33E905D02}" destId="{01D6CB23-1A65-4EE7-813F-C1ADCA6C0DCA}" srcOrd="0" destOrd="0" presId="urn:microsoft.com/office/officeart/2005/8/layout/orgChart1"/>
    <dgm:cxn modelId="{B14FBB13-FA67-4BE1-9AF9-DA86E5F6FCEA}" type="presOf" srcId="{C2B93BDE-B9AC-4DD4-B6D8-CAB33E905D02}" destId="{13E7054C-4C43-434F-8E2B-0290CE67C0EC}" srcOrd="1" destOrd="0" presId="urn:microsoft.com/office/officeart/2005/8/layout/orgChart1"/>
    <dgm:cxn modelId="{5E4BC5FC-40D3-4FD0-8034-AE4387290147}" type="presOf" srcId="{DBAA7EA5-56C8-4419-B431-B6458DFADC9A}" destId="{3E14C349-6B2F-4979-8182-2B69FE616402}" srcOrd="0" destOrd="0" presId="urn:microsoft.com/office/officeart/2005/8/layout/orgChart1"/>
    <dgm:cxn modelId="{DBE5C904-0A26-4A4E-9A6A-F3E309653E66}" type="presOf" srcId="{E067647D-6E13-471F-A2DD-E851CCC1CF68}" destId="{9D593D37-6118-4963-A9DF-B6903D6AF6AD}" srcOrd="0" destOrd="0" presId="urn:microsoft.com/office/officeart/2005/8/layout/orgChart1"/>
    <dgm:cxn modelId="{7FFC3AA8-821C-4662-A4FB-586D3EE2C0BA}" type="presOf" srcId="{052693DD-86BD-4067-A211-7361AAC800C5}" destId="{740DB2C5-D7D1-4EBF-8531-EEA75F91BDEA}" srcOrd="0" destOrd="0" presId="urn:microsoft.com/office/officeart/2005/8/layout/orgChart1"/>
    <dgm:cxn modelId="{EEE801FE-B756-47AB-9EB3-0C28DC89B614}" type="presOf" srcId="{3A0C4CCD-6314-4188-A592-E9B19458C7E8}" destId="{79AEB089-2143-4F14-97DE-5004557F3225}" srcOrd="1"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0DBF5DB1-DFA3-46D1-8E1F-1BF3C83DC774}" type="presOf" srcId="{D652C70C-8554-4301-869A-D02E3BDCCF9C}" destId="{D2613D50-256B-4B68-8FAD-AE3AD5188EA2}" srcOrd="0" destOrd="0" presId="urn:microsoft.com/office/officeart/2005/8/layout/orgChart1"/>
    <dgm:cxn modelId="{88EB3241-53D3-4D8D-8B3B-32D35A114B69}" srcId="{9286A5EC-F2A9-487D-8BF1-B96EEEFD636B}" destId="{3A0C4CCD-6314-4188-A592-E9B19458C7E8}" srcOrd="1" destOrd="0" parTransId="{EFD2466E-6FE3-46F4-869A-513280D69E8D}" sibTransId="{FC84D4DC-25FF-4A84-BC65-DE966AB46DAE}"/>
    <dgm:cxn modelId="{76C1F549-C4EB-4AED-92A3-711184C34F68}" type="presOf" srcId="{3E28AD20-4916-4B69-A5E7-720D3D2C2480}" destId="{1FF5ED5A-DDE1-4BCA-B771-84C41729B5D2}" srcOrd="0" destOrd="0" presId="urn:microsoft.com/office/officeart/2005/8/layout/orgChart1"/>
    <dgm:cxn modelId="{E0C8E9C8-69BC-4121-88DC-C5ADE3480B73}" srcId="{9E6404DC-1053-49D6-95EE-599A97C88DD3}" destId="{8FA2B63F-CAB1-4EEA-A640-932A60E9BC47}" srcOrd="4" destOrd="0" parTransId="{93937668-468C-49D7-BE11-FE1C97C717A3}" sibTransId="{7C9CE8E4-C1E4-4149-9F5E-986C5869664F}"/>
    <dgm:cxn modelId="{4904235C-6C3B-4676-9C18-E883D6FA9B46}" type="presOf" srcId="{9E585E62-3DFA-46CF-ADB7-0A81A220E841}" destId="{CAC549CA-BB07-44B7-B812-48E80D9AD27D}" srcOrd="0" destOrd="0" presId="urn:microsoft.com/office/officeart/2005/8/layout/orgChart1"/>
    <dgm:cxn modelId="{6D6BCB39-9AB9-4C37-98FC-D6B7ECBC6D18}" type="presOf" srcId="{052693DD-86BD-4067-A211-7361AAC800C5}" destId="{11FA6195-840C-4051-B1FF-30C25B008CB7}" srcOrd="1" destOrd="0" presId="urn:microsoft.com/office/officeart/2005/8/layout/orgChart1"/>
    <dgm:cxn modelId="{8313055F-A4CE-4BAC-8B98-8DBFF3C81027}" type="presOf" srcId="{DBAA7EA5-56C8-4419-B431-B6458DFADC9A}" destId="{6FC60FAC-4DE1-4229-8A16-2F88047BECEE}" srcOrd="1"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99C3D3E2-F5B5-4974-A564-5E3ECE01EFCD}" type="presOf" srcId="{76370419-9C51-4DAC-A2E7-85056323C352}" destId="{67AB7DCC-2807-4A94-B4FC-DDD79641C5E0}" srcOrd="0" destOrd="0" presId="urn:microsoft.com/office/officeart/2005/8/layout/orgChart1"/>
    <dgm:cxn modelId="{B9F197AB-F285-4C7F-996F-411297BB31BB}" type="presOf" srcId="{14F0F6E9-722B-4C3E-BC08-9C8FDE95624F}" destId="{236677D1-EB9F-44F7-9921-0C8F07A7A55F}" srcOrd="0" destOrd="0" presId="urn:microsoft.com/office/officeart/2005/8/layout/orgChart1"/>
    <dgm:cxn modelId="{2131D4FA-6EA9-4FF6-8D51-D3D98A6AE104}" type="presOf" srcId="{8FA2B63F-CAB1-4EEA-A640-932A60E9BC47}" destId="{90764D8F-F221-42B9-BDE7-D866A336F90F}" srcOrd="1"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B5ABC604-1326-4694-B54C-E5E593D5B4D3}" srcId="{9E6404DC-1053-49D6-95EE-599A97C88DD3}" destId="{0394B78F-9F6A-46F9-8192-B5368C603428}" srcOrd="3" destOrd="0" parTransId="{D652C70C-8554-4301-869A-D02E3BDCCF9C}" sibTransId="{4FD2C2F4-D20F-4955-BB38-134D0C8C3F3C}"/>
    <dgm:cxn modelId="{0CEFADEA-D4FC-4AB0-AF87-5DD0027AAFAD}" srcId="{9286A5EC-F2A9-487D-8BF1-B96EEEFD636B}" destId="{C2B93BDE-B9AC-4DD4-B6D8-CAB33E905D02}" srcOrd="0" destOrd="0" parTransId="{FFC17712-8F9B-4B40-8B70-1DE05952FC5E}" sibTransId="{B8A5F748-84BB-4D87-AE2F-7D900D0F2E58}"/>
    <dgm:cxn modelId="{3371D227-869E-4636-B9B0-BA373BCE5AD6}" srcId="{9E6404DC-1053-49D6-95EE-599A97C88DD3}" destId="{9286A5EC-F2A9-487D-8BF1-B96EEEFD636B}" srcOrd="0" destOrd="0" parTransId="{8CE2CE9A-EBD7-445E-BD99-21666869C1D4}" sibTransId="{D6357A36-116B-440B-A9E1-8EDB3A4D1B88}"/>
    <dgm:cxn modelId="{4D407836-8582-4DA6-B128-D82498E2B7D6}" type="presOf" srcId="{FFC17712-8F9B-4B40-8B70-1DE05952FC5E}" destId="{78815EDC-98E3-4212-BC04-19B4D8A60984}" srcOrd="0" destOrd="0" presId="urn:microsoft.com/office/officeart/2005/8/layout/orgChart1"/>
    <dgm:cxn modelId="{C3ED9872-7DA8-44A4-A8CD-528B586B373E}" type="presOf" srcId="{2AE20CA2-78AC-433C-A1E5-F53D5F977E1E}" destId="{DA9CEFBB-7CF5-4C85-A26D-58095FCB878C}"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A58B3858-09D8-431B-B2B6-24F4AE6476F2}" srcId="{9E6404DC-1053-49D6-95EE-599A97C88DD3}" destId="{E067647D-6E13-471F-A2DD-E851CCC1CF68}" srcOrd="7" destOrd="0" parTransId="{9FD46E75-A48A-45C1-9E9F-A30FB029AFC7}" sibTransId="{30D09A77-47DA-45E5-8199-D74EECBB6FE2}"/>
    <dgm:cxn modelId="{4207DC96-F0A6-4BA6-A56E-A1B3A7D58C07}" type="presOf" srcId="{620DD3EC-BDCD-468B-B566-7FE2B848507E}" destId="{1999F93D-C5E3-4B58-A38A-C971B5C1871B}" srcOrd="1" destOrd="0" presId="urn:microsoft.com/office/officeart/2005/8/layout/orgChart1"/>
    <dgm:cxn modelId="{FC76EA11-5F5B-4057-9F22-582939E6610B}" type="presOf" srcId="{0394B78F-9F6A-46F9-8192-B5368C603428}" destId="{81981569-26A3-407E-B3D1-78BFB78884B6}" srcOrd="0"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6954F8C0-BCB4-46A0-969C-D1E8639FAFCB}" srcId="{9E6404DC-1053-49D6-95EE-599A97C88DD3}" destId="{0B0BE489-18FC-4AB8-89F0-E5B83E82DEE3}" srcOrd="2" destOrd="0" parTransId="{D790EDC8-DBC7-47D9-AD8D-E7CE4F48BB0A}" sibTransId="{B707AAE7-D88C-41C7-9B1B-D8B970E4AED3}"/>
    <dgm:cxn modelId="{F8EE6979-511B-4ED1-895F-96085C96B07D}" srcId="{9286A5EC-F2A9-487D-8BF1-B96EEEFD636B}" destId="{DBAA7EA5-56C8-4419-B431-B6458DFADC9A}" srcOrd="2" destOrd="0" parTransId="{9E585E62-3DFA-46CF-ADB7-0A81A220E841}" sibTransId="{49791FAF-0985-46D3-A87E-98D1B1F6029E}"/>
    <dgm:cxn modelId="{F83300C8-E7CC-48D3-9AA8-619DBDCA51EC}" type="presOf" srcId="{3A0C4CCD-6314-4188-A592-E9B19458C7E8}" destId="{691A854C-4BA8-4862-B137-426F83A4B406}" srcOrd="0" destOrd="0" presId="urn:microsoft.com/office/officeart/2005/8/layout/orgChart1"/>
    <dgm:cxn modelId="{44734D2F-E8FE-4BD7-B3F0-6D5DD1B409F4}" type="presOf" srcId="{2AE20CA2-78AC-433C-A1E5-F53D5F977E1E}" destId="{32F0C63B-C7FF-4872-9DA9-3E9B2DFB9DB8}" srcOrd="1" destOrd="0" presId="urn:microsoft.com/office/officeart/2005/8/layout/orgChart1"/>
    <dgm:cxn modelId="{3FB7EB4D-AEA6-4906-8317-A1364B3C4E0C}" type="presOf" srcId="{D790EDC8-DBC7-47D9-AD8D-E7CE4F48BB0A}" destId="{270151AE-D139-40DF-A603-F0B3F7DDDC4D}" srcOrd="0" destOrd="0" presId="urn:microsoft.com/office/officeart/2005/8/layout/orgChart1"/>
    <dgm:cxn modelId="{D6C3CB5C-0C51-46B2-9291-0EAB4E20B4CD}" srcId="{9E6404DC-1053-49D6-95EE-599A97C88DD3}" destId="{052693DD-86BD-4067-A211-7361AAC800C5}" srcOrd="6" destOrd="0" parTransId="{3E28AD20-4916-4B69-A5E7-720D3D2C2480}" sibTransId="{C4EC1566-5D3E-4E6E-A698-83FE02B3972D}"/>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3F8752F9-04F8-484B-9F14-CFCF52BE79BE}" type="presParOf" srcId="{C9264EDA-91B6-4FAE-AFE6-AFC29BE66386}" destId="{78815EDC-98E3-4212-BC04-19B4D8A60984}" srcOrd="0" destOrd="0" presId="urn:microsoft.com/office/officeart/2005/8/layout/orgChart1"/>
    <dgm:cxn modelId="{60351DCE-53B7-4A7C-9A83-CF46A3D68D7F}" type="presParOf" srcId="{C9264EDA-91B6-4FAE-AFE6-AFC29BE66386}" destId="{59D51F4C-8675-4F13-8FA1-D0E62BD0AA7A}" srcOrd="1" destOrd="0" presId="urn:microsoft.com/office/officeart/2005/8/layout/orgChart1"/>
    <dgm:cxn modelId="{81D32916-57CA-4B2C-9522-8D2E422A68CC}" type="presParOf" srcId="{59D51F4C-8675-4F13-8FA1-D0E62BD0AA7A}" destId="{8613BB19-B481-4713-BD9E-C6ED6FC1148A}" srcOrd="0" destOrd="0" presId="urn:microsoft.com/office/officeart/2005/8/layout/orgChart1"/>
    <dgm:cxn modelId="{9CD7BC36-5EB4-45F5-889D-BB587004B8CC}" type="presParOf" srcId="{8613BB19-B481-4713-BD9E-C6ED6FC1148A}" destId="{01D6CB23-1A65-4EE7-813F-C1ADCA6C0DCA}" srcOrd="0" destOrd="0" presId="urn:microsoft.com/office/officeart/2005/8/layout/orgChart1"/>
    <dgm:cxn modelId="{31520C43-802C-4ABF-BBF0-42CB8A17515D}" type="presParOf" srcId="{8613BB19-B481-4713-BD9E-C6ED6FC1148A}" destId="{13E7054C-4C43-434F-8E2B-0290CE67C0EC}" srcOrd="1" destOrd="0" presId="urn:microsoft.com/office/officeart/2005/8/layout/orgChart1"/>
    <dgm:cxn modelId="{03683674-B532-456B-BF56-2C75DC82C48F}" type="presParOf" srcId="{59D51F4C-8675-4F13-8FA1-D0E62BD0AA7A}" destId="{F0176587-0135-4C0B-8D8C-03A2A24E3B6D}" srcOrd="1" destOrd="0" presId="urn:microsoft.com/office/officeart/2005/8/layout/orgChart1"/>
    <dgm:cxn modelId="{D81CF197-0E5B-43F4-9F5B-143C320D6C80}" type="presParOf" srcId="{59D51F4C-8675-4F13-8FA1-D0E62BD0AA7A}" destId="{80C99821-4C2D-466F-8575-A947167F7F86}" srcOrd="2" destOrd="0" presId="urn:microsoft.com/office/officeart/2005/8/layout/orgChart1"/>
    <dgm:cxn modelId="{84E702CB-353A-444C-A196-2CDD7921C2CF}" type="presParOf" srcId="{C9264EDA-91B6-4FAE-AFE6-AFC29BE66386}" destId="{AE9CCFBC-9F12-4ACA-938B-BD32BD6FA1D2}" srcOrd="2" destOrd="0" presId="urn:microsoft.com/office/officeart/2005/8/layout/orgChart1"/>
    <dgm:cxn modelId="{1F2F5CB3-AB0D-4048-B851-AE8977DC1A51}" type="presParOf" srcId="{C9264EDA-91B6-4FAE-AFE6-AFC29BE66386}" destId="{26193EDD-E71B-48B3-A170-EC4910B41606}" srcOrd="3" destOrd="0" presId="urn:microsoft.com/office/officeart/2005/8/layout/orgChart1"/>
    <dgm:cxn modelId="{66D22DC8-F9D0-4E11-BA5B-11A2F8DE9D21}" type="presParOf" srcId="{26193EDD-E71B-48B3-A170-EC4910B41606}" destId="{9449A843-9043-459F-B1AF-2BC0D39743FF}" srcOrd="0" destOrd="0" presId="urn:microsoft.com/office/officeart/2005/8/layout/orgChart1"/>
    <dgm:cxn modelId="{FBFC6C32-DF21-477B-ADE0-F79540EBBFB8}" type="presParOf" srcId="{9449A843-9043-459F-B1AF-2BC0D39743FF}" destId="{691A854C-4BA8-4862-B137-426F83A4B406}" srcOrd="0" destOrd="0" presId="urn:microsoft.com/office/officeart/2005/8/layout/orgChart1"/>
    <dgm:cxn modelId="{F4B48B45-3394-4659-AFB9-9049F18ED331}" type="presParOf" srcId="{9449A843-9043-459F-B1AF-2BC0D39743FF}" destId="{79AEB089-2143-4F14-97DE-5004557F3225}" srcOrd="1" destOrd="0" presId="urn:microsoft.com/office/officeart/2005/8/layout/orgChart1"/>
    <dgm:cxn modelId="{7F978A4F-0732-4F90-AABB-A2C68FCFB333}" type="presParOf" srcId="{26193EDD-E71B-48B3-A170-EC4910B41606}" destId="{3AFD8CA8-D51E-4380-8864-A6323D9A5181}" srcOrd="1" destOrd="0" presId="urn:microsoft.com/office/officeart/2005/8/layout/orgChart1"/>
    <dgm:cxn modelId="{6483ABE9-76EF-4324-870E-4AD47CCF38F9}" type="presParOf" srcId="{26193EDD-E71B-48B3-A170-EC4910B41606}" destId="{784EF92E-AF1D-4422-9606-464526718B59}" srcOrd="2" destOrd="0" presId="urn:microsoft.com/office/officeart/2005/8/layout/orgChart1"/>
    <dgm:cxn modelId="{0B477519-42C5-4C34-B004-10611F6EBA34}" type="presParOf" srcId="{C9264EDA-91B6-4FAE-AFE6-AFC29BE66386}" destId="{CAC549CA-BB07-44B7-B812-48E80D9AD27D}" srcOrd="4" destOrd="0" presId="urn:microsoft.com/office/officeart/2005/8/layout/orgChart1"/>
    <dgm:cxn modelId="{7EC67493-5B64-4FB3-B14B-E9B561B28245}" type="presParOf" srcId="{C9264EDA-91B6-4FAE-AFE6-AFC29BE66386}" destId="{B0A4BD53-0AC8-4B43-BBAD-42BF2E327874}" srcOrd="5" destOrd="0" presId="urn:microsoft.com/office/officeart/2005/8/layout/orgChart1"/>
    <dgm:cxn modelId="{3E7C07F1-A019-417D-972F-0D5AD6AAC201}" type="presParOf" srcId="{B0A4BD53-0AC8-4B43-BBAD-42BF2E327874}" destId="{ED762776-F7D6-4162-BF75-563F9A0F9857}" srcOrd="0" destOrd="0" presId="urn:microsoft.com/office/officeart/2005/8/layout/orgChart1"/>
    <dgm:cxn modelId="{971F1C09-1321-4EB7-80F8-12F5BF0C4C16}" type="presParOf" srcId="{ED762776-F7D6-4162-BF75-563F9A0F9857}" destId="{3E14C349-6B2F-4979-8182-2B69FE616402}" srcOrd="0" destOrd="0" presId="urn:microsoft.com/office/officeart/2005/8/layout/orgChart1"/>
    <dgm:cxn modelId="{C246FBD9-855E-46FA-88BA-F3D975368AB1}" type="presParOf" srcId="{ED762776-F7D6-4162-BF75-563F9A0F9857}" destId="{6FC60FAC-4DE1-4229-8A16-2F88047BECEE}" srcOrd="1" destOrd="0" presId="urn:microsoft.com/office/officeart/2005/8/layout/orgChart1"/>
    <dgm:cxn modelId="{6A45F164-0816-44D6-91E7-2F0FE3BB335E}" type="presParOf" srcId="{B0A4BD53-0AC8-4B43-BBAD-42BF2E327874}" destId="{49B48CC5-0520-4FF4-8EEF-501464BD67AC}" srcOrd="1" destOrd="0" presId="urn:microsoft.com/office/officeart/2005/8/layout/orgChart1"/>
    <dgm:cxn modelId="{32520205-D578-49E5-9B42-39FEA375B124}" type="presParOf" srcId="{B0A4BD53-0AC8-4B43-BBAD-42BF2E327874}" destId="{CA67F726-2523-4F7C-BFBC-1F7D71D2CEAE}" srcOrd="2" destOrd="0" presId="urn:microsoft.com/office/officeart/2005/8/layout/orgChart1"/>
    <dgm:cxn modelId="{647215E1-BE66-43EE-9BE1-0DA6F0D0CA9E}" type="presParOf" srcId="{C9264EDA-91B6-4FAE-AFE6-AFC29BE66386}" destId="{236677D1-EB9F-44F7-9921-0C8F07A7A55F}" srcOrd="6" destOrd="0" presId="urn:microsoft.com/office/officeart/2005/8/layout/orgChart1"/>
    <dgm:cxn modelId="{2EDCF29A-ABAF-492A-B9B2-39A07E794D83}" type="presParOf" srcId="{C9264EDA-91B6-4FAE-AFE6-AFC29BE66386}" destId="{D05C482E-7727-4FCF-8AEB-D5A5773BFF68}" srcOrd="7" destOrd="0" presId="urn:microsoft.com/office/officeart/2005/8/layout/orgChart1"/>
    <dgm:cxn modelId="{862FCD1A-A5CF-4207-8A44-0627D3A0B3FD}" type="presParOf" srcId="{D05C482E-7727-4FCF-8AEB-D5A5773BFF68}" destId="{CA22DD58-98DD-48A4-9551-CEE1689813A7}" srcOrd="0" destOrd="0" presId="urn:microsoft.com/office/officeart/2005/8/layout/orgChart1"/>
    <dgm:cxn modelId="{9A72A953-3612-46A9-9075-2C7EA87AE207}" type="presParOf" srcId="{CA22DD58-98DD-48A4-9551-CEE1689813A7}" destId="{DA9CEFBB-7CF5-4C85-A26D-58095FCB878C}" srcOrd="0" destOrd="0" presId="urn:microsoft.com/office/officeart/2005/8/layout/orgChart1"/>
    <dgm:cxn modelId="{700E6581-2E4E-4332-BD17-9ADA60437DC8}" type="presParOf" srcId="{CA22DD58-98DD-48A4-9551-CEE1689813A7}" destId="{32F0C63B-C7FF-4872-9DA9-3E9B2DFB9DB8}" srcOrd="1" destOrd="0" presId="urn:microsoft.com/office/officeart/2005/8/layout/orgChart1"/>
    <dgm:cxn modelId="{11739389-3276-4ECC-9087-7E3B317F00A6}" type="presParOf" srcId="{D05C482E-7727-4FCF-8AEB-D5A5773BFF68}" destId="{B2E7933A-64EC-4F5E-94E5-927BE140979E}" srcOrd="1" destOrd="0" presId="urn:microsoft.com/office/officeart/2005/8/layout/orgChart1"/>
    <dgm:cxn modelId="{4C85FD4F-4B13-4218-B3B9-09360EE135BA}" type="presParOf" srcId="{D05C482E-7727-4FCF-8AEB-D5A5773BFF68}" destId="{A2269D8A-20DB-444B-A44F-9EC27C1C1F15}"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BC0E2B96-B3FA-46B9-815F-1621DBC4B126}" type="presParOf" srcId="{AD53A4B1-01E7-41E8-9724-31F3910545A4}" destId="{270151AE-D139-40DF-A603-F0B3F7DDDC4D}" srcOrd="4" destOrd="0" presId="urn:microsoft.com/office/officeart/2005/8/layout/orgChart1"/>
    <dgm:cxn modelId="{923317C6-4951-4C0F-B5E4-1AE61E839C77}" type="presParOf" srcId="{AD53A4B1-01E7-41E8-9724-31F3910545A4}" destId="{5E7476B3-AD7E-4825-A023-25C6BDFD35CA}" srcOrd="5" destOrd="0" presId="urn:microsoft.com/office/officeart/2005/8/layout/orgChart1"/>
    <dgm:cxn modelId="{86AAF4B9-78E4-4333-BDA3-E4D3BC5D8B19}" type="presParOf" srcId="{5E7476B3-AD7E-4825-A023-25C6BDFD35CA}" destId="{132C54E8-DB97-4D17-8179-D1BC98F5D07C}" srcOrd="0" destOrd="0" presId="urn:microsoft.com/office/officeart/2005/8/layout/orgChart1"/>
    <dgm:cxn modelId="{95DF85D9-23F6-4014-BE0A-03332F7A4B37}" type="presParOf" srcId="{132C54E8-DB97-4D17-8179-D1BC98F5D07C}" destId="{F3605272-BB3C-482A-BD0E-4FF39B81FDEE}" srcOrd="0" destOrd="0" presId="urn:microsoft.com/office/officeart/2005/8/layout/orgChart1"/>
    <dgm:cxn modelId="{1C110A55-4877-4A2F-922F-33DAF303B817}" type="presParOf" srcId="{132C54E8-DB97-4D17-8179-D1BC98F5D07C}" destId="{80D30C1D-7614-46E9-A72C-A8C7C4CE7688}" srcOrd="1" destOrd="0" presId="urn:microsoft.com/office/officeart/2005/8/layout/orgChart1"/>
    <dgm:cxn modelId="{70C2BD4D-F080-40CD-B97F-0F0B9050D864}" type="presParOf" srcId="{5E7476B3-AD7E-4825-A023-25C6BDFD35CA}" destId="{52A2A06A-EC5A-449C-89CB-5D43FB38563B}" srcOrd="1" destOrd="0" presId="urn:microsoft.com/office/officeart/2005/8/layout/orgChart1"/>
    <dgm:cxn modelId="{84676A0A-4527-46E3-81DE-BC27DFBA63A0}" type="presParOf" srcId="{5E7476B3-AD7E-4825-A023-25C6BDFD35CA}" destId="{642F05A1-9B99-45A9-95F7-36FBF693468C}" srcOrd="2" destOrd="0" presId="urn:microsoft.com/office/officeart/2005/8/layout/orgChart1"/>
    <dgm:cxn modelId="{3C502DBB-6842-4E8A-91E7-C5A65EF9A35D}" type="presParOf" srcId="{AD53A4B1-01E7-41E8-9724-31F3910545A4}" destId="{D2613D50-256B-4B68-8FAD-AE3AD5188EA2}" srcOrd="6" destOrd="0" presId="urn:microsoft.com/office/officeart/2005/8/layout/orgChart1"/>
    <dgm:cxn modelId="{92C2F4E8-E4AD-4184-801C-B8D1131C33E1}" type="presParOf" srcId="{AD53A4B1-01E7-41E8-9724-31F3910545A4}" destId="{6E9A1A80-60AA-46BF-B8BC-994A37D7A065}" srcOrd="7" destOrd="0" presId="urn:microsoft.com/office/officeart/2005/8/layout/orgChart1"/>
    <dgm:cxn modelId="{A0790151-1BAC-43BA-8E35-8F2B0E2AA7B9}" type="presParOf" srcId="{6E9A1A80-60AA-46BF-B8BC-994A37D7A065}" destId="{EB2AB012-BDB3-4569-91E2-8399DDCEDEF5}" srcOrd="0" destOrd="0" presId="urn:microsoft.com/office/officeart/2005/8/layout/orgChart1"/>
    <dgm:cxn modelId="{7C1A6BB8-8727-4000-B293-E75ABD1ABB54}" type="presParOf" srcId="{EB2AB012-BDB3-4569-91E2-8399DDCEDEF5}" destId="{81981569-26A3-407E-B3D1-78BFB78884B6}" srcOrd="0" destOrd="0" presId="urn:microsoft.com/office/officeart/2005/8/layout/orgChart1"/>
    <dgm:cxn modelId="{4607500F-4F2D-4824-86D9-1A2979AC9C74}" type="presParOf" srcId="{EB2AB012-BDB3-4569-91E2-8399DDCEDEF5}" destId="{57960999-4B07-4944-ABC8-DDEA0942E4F6}" srcOrd="1" destOrd="0" presId="urn:microsoft.com/office/officeart/2005/8/layout/orgChart1"/>
    <dgm:cxn modelId="{8482AD53-A06C-4174-BD80-F879C7507F21}" type="presParOf" srcId="{6E9A1A80-60AA-46BF-B8BC-994A37D7A065}" destId="{2D9C1C89-9263-4701-B340-9B49C74F3097}" srcOrd="1" destOrd="0" presId="urn:microsoft.com/office/officeart/2005/8/layout/orgChart1"/>
    <dgm:cxn modelId="{1B397590-4D8B-45FC-B670-AB28BBC726F2}" type="presParOf" srcId="{6E9A1A80-60AA-46BF-B8BC-994A37D7A065}" destId="{D3616EBE-629E-42F5-9173-EB1C4DD37B67}" srcOrd="2" destOrd="0" presId="urn:microsoft.com/office/officeart/2005/8/layout/orgChart1"/>
    <dgm:cxn modelId="{BEBFF62F-2043-4141-836E-0F79AB51D6A0}" type="presParOf" srcId="{AD53A4B1-01E7-41E8-9724-31F3910545A4}" destId="{965B87D8-90D8-413D-8B2A-075FA416D2A7}" srcOrd="8" destOrd="0" presId="urn:microsoft.com/office/officeart/2005/8/layout/orgChart1"/>
    <dgm:cxn modelId="{7033075B-323A-46D8-B541-2A86C11268C8}" type="presParOf" srcId="{AD53A4B1-01E7-41E8-9724-31F3910545A4}" destId="{E0462CD5-B3AF-4AD9-B343-C376FC4E0246}" srcOrd="9" destOrd="0" presId="urn:microsoft.com/office/officeart/2005/8/layout/orgChart1"/>
    <dgm:cxn modelId="{5AD5D36F-F20D-4818-8444-4AF0B7ED434F}" type="presParOf" srcId="{E0462CD5-B3AF-4AD9-B343-C376FC4E0246}" destId="{968D4C26-1911-4D14-B9A4-630D2C68C61E}" srcOrd="0" destOrd="0" presId="urn:microsoft.com/office/officeart/2005/8/layout/orgChart1"/>
    <dgm:cxn modelId="{238FFF7E-986A-4238-BCFD-BEFFAE01D86B}" type="presParOf" srcId="{968D4C26-1911-4D14-B9A4-630D2C68C61E}" destId="{09E5B8C7-1821-400D-883E-9F810704649A}" srcOrd="0" destOrd="0" presId="urn:microsoft.com/office/officeart/2005/8/layout/orgChart1"/>
    <dgm:cxn modelId="{9E638B48-9606-4989-8270-B89DD02461FF}" type="presParOf" srcId="{968D4C26-1911-4D14-B9A4-630D2C68C61E}" destId="{90764D8F-F221-42B9-BDE7-D866A336F90F}" srcOrd="1" destOrd="0" presId="urn:microsoft.com/office/officeart/2005/8/layout/orgChart1"/>
    <dgm:cxn modelId="{69503A18-004B-4811-8412-56819B4D7AF0}" type="presParOf" srcId="{E0462CD5-B3AF-4AD9-B343-C376FC4E0246}" destId="{45973EAD-2C66-48B6-BA80-DFC110A94A57}" srcOrd="1" destOrd="0" presId="urn:microsoft.com/office/officeart/2005/8/layout/orgChart1"/>
    <dgm:cxn modelId="{5DBB4DB5-EC76-4570-AF24-EFF3DDE64FB0}" type="presParOf" srcId="{E0462CD5-B3AF-4AD9-B343-C376FC4E0246}" destId="{E81859AA-E497-481C-A2BF-D70FA1BC0FCA}" srcOrd="2" destOrd="0" presId="urn:microsoft.com/office/officeart/2005/8/layout/orgChart1"/>
    <dgm:cxn modelId="{73114522-B3EC-4C87-8673-E05429DA6129}" type="presParOf" srcId="{AD53A4B1-01E7-41E8-9724-31F3910545A4}" destId="{444FFEA5-B951-47C8-A902-566D78CD3DB3}" srcOrd="10" destOrd="0" presId="urn:microsoft.com/office/officeart/2005/8/layout/orgChart1"/>
    <dgm:cxn modelId="{8EA0DF2D-08C3-4C10-9CAD-7C41B846BD48}" type="presParOf" srcId="{AD53A4B1-01E7-41E8-9724-31F3910545A4}" destId="{EF78F1E0-CB18-4415-9EE3-CE7502CAB796}" srcOrd="11" destOrd="0" presId="urn:microsoft.com/office/officeart/2005/8/layout/orgChart1"/>
    <dgm:cxn modelId="{E8C513E0-A457-43DD-AE2B-E6C7150D298C}" type="presParOf" srcId="{EF78F1E0-CB18-4415-9EE3-CE7502CAB796}" destId="{CF9331FF-6D7B-4DF1-AE76-D5F444CB48D8}" srcOrd="0" destOrd="0" presId="urn:microsoft.com/office/officeart/2005/8/layout/orgChart1"/>
    <dgm:cxn modelId="{048F860B-4655-4A4A-8527-F19D20B1C306}" type="presParOf" srcId="{CF9331FF-6D7B-4DF1-AE76-D5F444CB48D8}" destId="{67AB7DCC-2807-4A94-B4FC-DDD79641C5E0}" srcOrd="0" destOrd="0" presId="urn:microsoft.com/office/officeart/2005/8/layout/orgChart1"/>
    <dgm:cxn modelId="{53491512-C9B2-4EF5-8844-8F7B6AFCBF3F}" type="presParOf" srcId="{CF9331FF-6D7B-4DF1-AE76-D5F444CB48D8}" destId="{B0D267EC-3DDA-4B69-9A64-E2EE7081CFAF}" srcOrd="1" destOrd="0" presId="urn:microsoft.com/office/officeart/2005/8/layout/orgChart1"/>
    <dgm:cxn modelId="{6DE33971-272D-468C-97A5-0F59B15B9D81}" type="presParOf" srcId="{EF78F1E0-CB18-4415-9EE3-CE7502CAB796}" destId="{03255D1B-3482-4ADA-B5B8-A74669519547}" srcOrd="1" destOrd="0" presId="urn:microsoft.com/office/officeart/2005/8/layout/orgChart1"/>
    <dgm:cxn modelId="{64950DD7-7ED8-4492-A554-2D30782C6CE6}" type="presParOf" srcId="{EF78F1E0-CB18-4415-9EE3-CE7502CAB796}" destId="{E172AA7D-C9C9-403F-B12D-E35D784CFE40}" srcOrd="2" destOrd="0" presId="urn:microsoft.com/office/officeart/2005/8/layout/orgChart1"/>
    <dgm:cxn modelId="{4B578E7B-8A57-44A7-BC0A-40DEE16C4B41}" type="presParOf" srcId="{AD53A4B1-01E7-41E8-9724-31F3910545A4}" destId="{1FF5ED5A-DDE1-4BCA-B771-84C41729B5D2}" srcOrd="12" destOrd="0" presId="urn:microsoft.com/office/officeart/2005/8/layout/orgChart1"/>
    <dgm:cxn modelId="{D4996887-6859-4134-BDB1-C26DC7F4E576}" type="presParOf" srcId="{AD53A4B1-01E7-41E8-9724-31F3910545A4}" destId="{687B1E70-3D61-4C42-864F-153FDF26F2F6}" srcOrd="13" destOrd="0" presId="urn:microsoft.com/office/officeart/2005/8/layout/orgChart1"/>
    <dgm:cxn modelId="{06E03249-51D8-4100-99D8-3D70CB6449CF}" type="presParOf" srcId="{687B1E70-3D61-4C42-864F-153FDF26F2F6}" destId="{7E5655DF-F0AD-4DC2-BBE9-A0604B710D2A}" srcOrd="0" destOrd="0" presId="urn:microsoft.com/office/officeart/2005/8/layout/orgChart1"/>
    <dgm:cxn modelId="{69583BC5-65F2-4E91-91DE-753BD0E743A0}" type="presParOf" srcId="{7E5655DF-F0AD-4DC2-BBE9-A0604B710D2A}" destId="{740DB2C5-D7D1-4EBF-8531-EEA75F91BDEA}" srcOrd="0" destOrd="0" presId="urn:microsoft.com/office/officeart/2005/8/layout/orgChart1"/>
    <dgm:cxn modelId="{9556684A-7E5C-4690-B3DE-D11DA6323B0D}" type="presParOf" srcId="{7E5655DF-F0AD-4DC2-BBE9-A0604B710D2A}" destId="{11FA6195-840C-4051-B1FF-30C25B008CB7}" srcOrd="1" destOrd="0" presId="urn:microsoft.com/office/officeart/2005/8/layout/orgChart1"/>
    <dgm:cxn modelId="{B229595E-5E6C-426D-AE16-BEFBE5E45BEA}" type="presParOf" srcId="{687B1E70-3D61-4C42-864F-153FDF26F2F6}" destId="{D1622FCE-5ABC-4099-9DB7-5DF217411866}" srcOrd="1" destOrd="0" presId="urn:microsoft.com/office/officeart/2005/8/layout/orgChart1"/>
    <dgm:cxn modelId="{3B03EBC0-ABB9-4AC1-B45F-56AF45B67946}" type="presParOf" srcId="{687B1E70-3D61-4C42-864F-153FDF26F2F6}" destId="{7F584AB4-7300-4F3E-87DE-2539FC21484E}" srcOrd="2" destOrd="0" presId="urn:microsoft.com/office/officeart/2005/8/layout/orgChart1"/>
    <dgm:cxn modelId="{DA6501AE-6CC1-403E-A219-241D81059636}" type="presParOf" srcId="{AD53A4B1-01E7-41E8-9724-31F3910545A4}" destId="{913308E3-4ACA-4ECB-86C0-D23765F864F4}" srcOrd="14" destOrd="0" presId="urn:microsoft.com/office/officeart/2005/8/layout/orgChart1"/>
    <dgm:cxn modelId="{D11F78D2-09C4-4D67-9DA2-73D6E7DC2080}" type="presParOf" srcId="{AD53A4B1-01E7-41E8-9724-31F3910545A4}" destId="{ADC553BE-9E02-4A3B-BD24-49F7EEB83987}" srcOrd="15" destOrd="0" presId="urn:microsoft.com/office/officeart/2005/8/layout/orgChart1"/>
    <dgm:cxn modelId="{502FE300-DF3F-4692-8F30-4EA75A11257C}" type="presParOf" srcId="{ADC553BE-9E02-4A3B-BD24-49F7EEB83987}" destId="{92714BFF-875B-43DB-A54E-2347443F2603}" srcOrd="0" destOrd="0" presId="urn:microsoft.com/office/officeart/2005/8/layout/orgChart1"/>
    <dgm:cxn modelId="{A7CD98C3-91CB-4ED9-80EB-C993F00BD91E}" type="presParOf" srcId="{92714BFF-875B-43DB-A54E-2347443F2603}" destId="{9D593D37-6118-4963-A9DF-B6903D6AF6AD}" srcOrd="0" destOrd="0" presId="urn:microsoft.com/office/officeart/2005/8/layout/orgChart1"/>
    <dgm:cxn modelId="{0901B3DE-A11D-4A1A-B554-CBF8D3673AA5}" type="presParOf" srcId="{92714BFF-875B-43DB-A54E-2347443F2603}" destId="{BD43A729-8D4B-4446-8346-BE2C1D373742}" srcOrd="1" destOrd="0" presId="urn:microsoft.com/office/officeart/2005/8/layout/orgChart1"/>
    <dgm:cxn modelId="{EB7CEF9D-9DDD-4D04-A93A-1EDC08DD874F}" type="presParOf" srcId="{ADC553BE-9E02-4A3B-BD24-49F7EEB83987}" destId="{395149D5-50EC-4108-AE78-C55517634DAA}" srcOrd="1" destOrd="0" presId="urn:microsoft.com/office/officeart/2005/8/layout/orgChart1"/>
    <dgm:cxn modelId="{4F147206-A42D-48AD-9500-31B9F8FE2D8E}" type="presParOf" srcId="{ADC553BE-9E02-4A3B-BD24-49F7EEB83987}" destId="{75EEE035-3BF0-4D26-8197-E72BA1C09387}"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46F5B2-1F9B-4D7C-B21B-BE2D49F421E9}">
      <dsp:nvSpPr>
        <dsp:cNvPr id="0" name=""/>
        <dsp:cNvSpPr/>
      </dsp:nvSpPr>
      <dsp:spPr>
        <a:xfrm>
          <a:off x="6178950" y="1574328"/>
          <a:ext cx="215757" cy="3327535"/>
        </a:xfrm>
        <a:custGeom>
          <a:avLst/>
          <a:gdLst/>
          <a:ahLst/>
          <a:cxnLst/>
          <a:rect l="0" t="0" r="0" b="0"/>
          <a:pathLst>
            <a:path>
              <a:moveTo>
                <a:pt x="0" y="0"/>
              </a:moveTo>
              <a:lnTo>
                <a:pt x="0" y="3327535"/>
              </a:lnTo>
              <a:lnTo>
                <a:pt x="215757" y="332753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BB69F2-4758-4764-AAE6-F2055263CF6A}">
      <dsp:nvSpPr>
        <dsp:cNvPr id="0" name=""/>
        <dsp:cNvSpPr/>
      </dsp:nvSpPr>
      <dsp:spPr>
        <a:xfrm>
          <a:off x="6178950" y="1574328"/>
          <a:ext cx="215757" cy="2599120"/>
        </a:xfrm>
        <a:custGeom>
          <a:avLst/>
          <a:gdLst/>
          <a:ahLst/>
          <a:cxnLst/>
          <a:rect l="0" t="0" r="0" b="0"/>
          <a:pathLst>
            <a:path>
              <a:moveTo>
                <a:pt x="0" y="0"/>
              </a:moveTo>
              <a:lnTo>
                <a:pt x="0" y="2599120"/>
              </a:lnTo>
              <a:lnTo>
                <a:pt x="215757" y="259912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A2BF25-9202-4C14-A49D-8625DF74628C}">
      <dsp:nvSpPr>
        <dsp:cNvPr id="0" name=""/>
        <dsp:cNvSpPr/>
      </dsp:nvSpPr>
      <dsp:spPr>
        <a:xfrm>
          <a:off x="6178950" y="1574328"/>
          <a:ext cx="215757" cy="1870704"/>
        </a:xfrm>
        <a:custGeom>
          <a:avLst/>
          <a:gdLst/>
          <a:ahLst/>
          <a:cxnLst/>
          <a:rect l="0" t="0" r="0" b="0"/>
          <a:pathLst>
            <a:path>
              <a:moveTo>
                <a:pt x="0" y="0"/>
              </a:moveTo>
              <a:lnTo>
                <a:pt x="0" y="1870704"/>
              </a:lnTo>
              <a:lnTo>
                <a:pt x="215757" y="187070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8063D6-324B-4F23-A88A-3CBC6697E2F1}">
      <dsp:nvSpPr>
        <dsp:cNvPr id="0" name=""/>
        <dsp:cNvSpPr/>
      </dsp:nvSpPr>
      <dsp:spPr>
        <a:xfrm>
          <a:off x="6178950" y="1574328"/>
          <a:ext cx="215757" cy="1142288"/>
        </a:xfrm>
        <a:custGeom>
          <a:avLst/>
          <a:gdLst/>
          <a:ahLst/>
          <a:cxnLst/>
          <a:rect l="0" t="0" r="0" b="0"/>
          <a:pathLst>
            <a:path>
              <a:moveTo>
                <a:pt x="0" y="0"/>
              </a:moveTo>
              <a:lnTo>
                <a:pt x="0" y="1142288"/>
              </a:lnTo>
              <a:lnTo>
                <a:pt x="215757" y="114228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D216CD2-6CE1-4365-9C5D-D083867D00F1}">
      <dsp:nvSpPr>
        <dsp:cNvPr id="0" name=""/>
        <dsp:cNvSpPr/>
      </dsp:nvSpPr>
      <dsp:spPr>
        <a:xfrm>
          <a:off x="6178950" y="1574328"/>
          <a:ext cx="215757" cy="413873"/>
        </a:xfrm>
        <a:custGeom>
          <a:avLst/>
          <a:gdLst/>
          <a:ahLst/>
          <a:cxnLst/>
          <a:rect l="0" t="0" r="0" b="0"/>
          <a:pathLst>
            <a:path>
              <a:moveTo>
                <a:pt x="0" y="0"/>
              </a:moveTo>
              <a:lnTo>
                <a:pt x="0" y="413873"/>
              </a:lnTo>
              <a:lnTo>
                <a:pt x="215757" y="41387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7BE8E11-BA35-4BE7-BF14-F201237C7DC2}">
      <dsp:nvSpPr>
        <dsp:cNvPr id="0" name=""/>
        <dsp:cNvSpPr/>
      </dsp:nvSpPr>
      <dsp:spPr>
        <a:xfrm>
          <a:off x="4188270" y="787017"/>
          <a:ext cx="2566033" cy="274342"/>
        </a:xfrm>
        <a:custGeom>
          <a:avLst/>
          <a:gdLst/>
          <a:ahLst/>
          <a:cxnLst/>
          <a:rect l="0" t="0" r="0" b="0"/>
          <a:pathLst>
            <a:path>
              <a:moveTo>
                <a:pt x="0" y="0"/>
              </a:moveTo>
              <a:lnTo>
                <a:pt x="0" y="166619"/>
              </a:lnTo>
              <a:lnTo>
                <a:pt x="2566033" y="166619"/>
              </a:lnTo>
              <a:lnTo>
                <a:pt x="2566033" y="27434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E08DA5-6EDF-4A71-BEDE-62EF431B68EE}">
      <dsp:nvSpPr>
        <dsp:cNvPr id="0" name=""/>
        <dsp:cNvSpPr/>
      </dsp:nvSpPr>
      <dsp:spPr>
        <a:xfrm>
          <a:off x="4481518" y="1574328"/>
          <a:ext cx="223024" cy="3327535"/>
        </a:xfrm>
        <a:custGeom>
          <a:avLst/>
          <a:gdLst/>
          <a:ahLst/>
          <a:cxnLst/>
          <a:rect l="0" t="0" r="0" b="0"/>
          <a:pathLst>
            <a:path>
              <a:moveTo>
                <a:pt x="0" y="0"/>
              </a:moveTo>
              <a:lnTo>
                <a:pt x="0" y="3327535"/>
              </a:lnTo>
              <a:lnTo>
                <a:pt x="223024" y="332753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BB377B0-0814-4A7E-9B42-6263920DD1B5}">
      <dsp:nvSpPr>
        <dsp:cNvPr id="0" name=""/>
        <dsp:cNvSpPr/>
      </dsp:nvSpPr>
      <dsp:spPr>
        <a:xfrm>
          <a:off x="4481518" y="1574328"/>
          <a:ext cx="223024" cy="2599120"/>
        </a:xfrm>
        <a:custGeom>
          <a:avLst/>
          <a:gdLst/>
          <a:ahLst/>
          <a:cxnLst/>
          <a:rect l="0" t="0" r="0" b="0"/>
          <a:pathLst>
            <a:path>
              <a:moveTo>
                <a:pt x="0" y="0"/>
              </a:moveTo>
              <a:lnTo>
                <a:pt x="0" y="2599120"/>
              </a:lnTo>
              <a:lnTo>
                <a:pt x="223024" y="259912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FC7B790-F506-48AE-9CEC-8DC9624B5FC7}">
      <dsp:nvSpPr>
        <dsp:cNvPr id="0" name=""/>
        <dsp:cNvSpPr/>
      </dsp:nvSpPr>
      <dsp:spPr>
        <a:xfrm>
          <a:off x="4481518" y="1574328"/>
          <a:ext cx="223024" cy="1870704"/>
        </a:xfrm>
        <a:custGeom>
          <a:avLst/>
          <a:gdLst/>
          <a:ahLst/>
          <a:cxnLst/>
          <a:rect l="0" t="0" r="0" b="0"/>
          <a:pathLst>
            <a:path>
              <a:moveTo>
                <a:pt x="0" y="0"/>
              </a:moveTo>
              <a:lnTo>
                <a:pt x="0" y="1870704"/>
              </a:lnTo>
              <a:lnTo>
                <a:pt x="223024" y="187070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B4EDDC6-D7B4-4258-9A0D-7219544EB8E5}">
      <dsp:nvSpPr>
        <dsp:cNvPr id="0" name=""/>
        <dsp:cNvSpPr/>
      </dsp:nvSpPr>
      <dsp:spPr>
        <a:xfrm>
          <a:off x="4481518" y="1574328"/>
          <a:ext cx="223024" cy="1142288"/>
        </a:xfrm>
        <a:custGeom>
          <a:avLst/>
          <a:gdLst/>
          <a:ahLst/>
          <a:cxnLst/>
          <a:rect l="0" t="0" r="0" b="0"/>
          <a:pathLst>
            <a:path>
              <a:moveTo>
                <a:pt x="0" y="0"/>
              </a:moveTo>
              <a:lnTo>
                <a:pt x="0" y="1142288"/>
              </a:lnTo>
              <a:lnTo>
                <a:pt x="223024" y="114228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DDB36F-2927-4491-9CDB-13A7789A09B4}">
      <dsp:nvSpPr>
        <dsp:cNvPr id="0" name=""/>
        <dsp:cNvSpPr/>
      </dsp:nvSpPr>
      <dsp:spPr>
        <a:xfrm>
          <a:off x="4481518" y="1574328"/>
          <a:ext cx="223024" cy="413873"/>
        </a:xfrm>
        <a:custGeom>
          <a:avLst/>
          <a:gdLst/>
          <a:ahLst/>
          <a:cxnLst/>
          <a:rect l="0" t="0" r="0" b="0"/>
          <a:pathLst>
            <a:path>
              <a:moveTo>
                <a:pt x="0" y="0"/>
              </a:moveTo>
              <a:lnTo>
                <a:pt x="0" y="413873"/>
              </a:lnTo>
              <a:lnTo>
                <a:pt x="223024" y="41387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613D50-256B-4B68-8FAD-AE3AD5188EA2}">
      <dsp:nvSpPr>
        <dsp:cNvPr id="0" name=""/>
        <dsp:cNvSpPr/>
      </dsp:nvSpPr>
      <dsp:spPr>
        <a:xfrm>
          <a:off x="4188270" y="787017"/>
          <a:ext cx="887979" cy="274342"/>
        </a:xfrm>
        <a:custGeom>
          <a:avLst/>
          <a:gdLst/>
          <a:ahLst/>
          <a:cxnLst/>
          <a:rect l="0" t="0" r="0" b="0"/>
          <a:pathLst>
            <a:path>
              <a:moveTo>
                <a:pt x="0" y="0"/>
              </a:moveTo>
              <a:lnTo>
                <a:pt x="0" y="166619"/>
              </a:lnTo>
              <a:lnTo>
                <a:pt x="887979" y="166619"/>
              </a:lnTo>
              <a:lnTo>
                <a:pt x="887979" y="27434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0151AE-D139-40DF-A603-F0B3F7DDDC4D}">
      <dsp:nvSpPr>
        <dsp:cNvPr id="0" name=""/>
        <dsp:cNvSpPr/>
      </dsp:nvSpPr>
      <dsp:spPr>
        <a:xfrm>
          <a:off x="2851310" y="1610026"/>
          <a:ext cx="176763" cy="3330126"/>
        </a:xfrm>
        <a:custGeom>
          <a:avLst/>
          <a:gdLst/>
          <a:ahLst/>
          <a:cxnLst/>
          <a:rect l="0" t="0" r="0" b="0"/>
          <a:pathLst>
            <a:path>
              <a:moveTo>
                <a:pt x="0" y="0"/>
              </a:moveTo>
              <a:lnTo>
                <a:pt x="0" y="3330126"/>
              </a:lnTo>
              <a:lnTo>
                <a:pt x="176763" y="333012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2D8082-4008-45FF-B552-9FCD60B1CAC7}">
      <dsp:nvSpPr>
        <dsp:cNvPr id="0" name=""/>
        <dsp:cNvSpPr/>
      </dsp:nvSpPr>
      <dsp:spPr>
        <a:xfrm>
          <a:off x="2851310" y="1610026"/>
          <a:ext cx="176763" cy="2601710"/>
        </a:xfrm>
        <a:custGeom>
          <a:avLst/>
          <a:gdLst/>
          <a:ahLst/>
          <a:cxnLst/>
          <a:rect l="0" t="0" r="0" b="0"/>
          <a:pathLst>
            <a:path>
              <a:moveTo>
                <a:pt x="0" y="0"/>
              </a:moveTo>
              <a:lnTo>
                <a:pt x="0" y="2601710"/>
              </a:lnTo>
              <a:lnTo>
                <a:pt x="176763" y="260171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8FA5A4F-3D9B-4BF0-88F7-A1EFDA90868F}">
      <dsp:nvSpPr>
        <dsp:cNvPr id="0" name=""/>
        <dsp:cNvSpPr/>
      </dsp:nvSpPr>
      <dsp:spPr>
        <a:xfrm>
          <a:off x="2851310" y="1610026"/>
          <a:ext cx="176763" cy="1873294"/>
        </a:xfrm>
        <a:custGeom>
          <a:avLst/>
          <a:gdLst/>
          <a:ahLst/>
          <a:cxnLst/>
          <a:rect l="0" t="0" r="0" b="0"/>
          <a:pathLst>
            <a:path>
              <a:moveTo>
                <a:pt x="0" y="0"/>
              </a:moveTo>
              <a:lnTo>
                <a:pt x="0" y="1873294"/>
              </a:lnTo>
              <a:lnTo>
                <a:pt x="176763" y="187329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503A55-8B94-42A2-BE23-0D46DDA997A6}">
      <dsp:nvSpPr>
        <dsp:cNvPr id="0" name=""/>
        <dsp:cNvSpPr/>
      </dsp:nvSpPr>
      <dsp:spPr>
        <a:xfrm>
          <a:off x="2851310" y="1610026"/>
          <a:ext cx="176763" cy="1144879"/>
        </a:xfrm>
        <a:custGeom>
          <a:avLst/>
          <a:gdLst/>
          <a:ahLst/>
          <a:cxnLst/>
          <a:rect l="0" t="0" r="0" b="0"/>
          <a:pathLst>
            <a:path>
              <a:moveTo>
                <a:pt x="0" y="0"/>
              </a:moveTo>
              <a:lnTo>
                <a:pt x="0" y="1144879"/>
              </a:lnTo>
              <a:lnTo>
                <a:pt x="176763" y="11448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F9C54A-2C83-410A-9F29-C05C7AEBD84A}">
      <dsp:nvSpPr>
        <dsp:cNvPr id="0" name=""/>
        <dsp:cNvSpPr/>
      </dsp:nvSpPr>
      <dsp:spPr>
        <a:xfrm>
          <a:off x="2851310" y="1610026"/>
          <a:ext cx="176763" cy="416463"/>
        </a:xfrm>
        <a:custGeom>
          <a:avLst/>
          <a:gdLst/>
          <a:ahLst/>
          <a:cxnLst/>
          <a:rect l="0" t="0" r="0" b="0"/>
          <a:pathLst>
            <a:path>
              <a:moveTo>
                <a:pt x="0" y="0"/>
              </a:moveTo>
              <a:lnTo>
                <a:pt x="0" y="416463"/>
              </a:lnTo>
              <a:lnTo>
                <a:pt x="176763" y="41646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432277" y="787017"/>
          <a:ext cx="755992" cy="271752"/>
        </a:xfrm>
        <a:custGeom>
          <a:avLst/>
          <a:gdLst/>
          <a:ahLst/>
          <a:cxnLst/>
          <a:rect l="0" t="0" r="0" b="0"/>
          <a:pathLst>
            <a:path>
              <a:moveTo>
                <a:pt x="755992" y="0"/>
              </a:moveTo>
              <a:lnTo>
                <a:pt x="755992" y="164029"/>
              </a:lnTo>
              <a:lnTo>
                <a:pt x="0" y="164029"/>
              </a:lnTo>
              <a:lnTo>
                <a:pt x="0" y="27175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764411" y="787017"/>
          <a:ext cx="2423859" cy="271752"/>
        </a:xfrm>
        <a:custGeom>
          <a:avLst/>
          <a:gdLst/>
          <a:ahLst/>
          <a:cxnLst/>
          <a:rect l="0" t="0" r="0" b="0"/>
          <a:pathLst>
            <a:path>
              <a:moveTo>
                <a:pt x="2423859" y="0"/>
              </a:moveTo>
              <a:lnTo>
                <a:pt x="2423859" y="164029"/>
              </a:lnTo>
              <a:lnTo>
                <a:pt x="0" y="164029"/>
              </a:lnTo>
              <a:lnTo>
                <a:pt x="0" y="27175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241303" y="0"/>
          <a:ext cx="3893935" cy="787017"/>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22 – Packaged solutions  projects</a:t>
          </a:r>
          <a:endParaRPr lang="en-US" sz="1600" kern="1200" dirty="0"/>
        </a:p>
      </dsp:txBody>
      <dsp:txXfrm>
        <a:off x="2241303" y="0"/>
        <a:ext cx="3893935" cy="787017"/>
      </dsp:txXfrm>
    </dsp:sp>
    <dsp:sp modelId="{C9422C4E-2B02-4D33-A16B-EF7B187ECAB7}">
      <dsp:nvSpPr>
        <dsp:cNvPr id="0" name=""/>
        <dsp:cNvSpPr/>
      </dsp:nvSpPr>
      <dsp:spPr>
        <a:xfrm>
          <a:off x="1038201" y="1058769"/>
          <a:ext cx="1452419" cy="55125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Packaged solutions</a:t>
          </a:r>
          <a:endParaRPr lang="en-US" sz="1200" kern="1200" dirty="0"/>
        </a:p>
      </dsp:txBody>
      <dsp:txXfrm>
        <a:off x="1038201" y="1058769"/>
        <a:ext cx="1452419" cy="551256"/>
      </dsp:txXfrm>
    </dsp:sp>
    <dsp:sp modelId="{02B28F85-DE51-42FF-859E-1DD3A478F426}">
      <dsp:nvSpPr>
        <dsp:cNvPr id="0" name=""/>
        <dsp:cNvSpPr/>
      </dsp:nvSpPr>
      <dsp:spPr>
        <a:xfrm>
          <a:off x="2706068" y="1058769"/>
          <a:ext cx="1452419" cy="55125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err="1" smtClean="0"/>
            <a:t>Reqs</a:t>
          </a:r>
          <a:r>
            <a:rPr lang="en-US" sz="1200" kern="1200" dirty="0" smtClean="0"/>
            <a:t>. for selecting packaged solutions</a:t>
          </a:r>
          <a:endParaRPr lang="en-US" sz="1200" kern="1200" dirty="0"/>
        </a:p>
      </dsp:txBody>
      <dsp:txXfrm>
        <a:off x="2706068" y="1058769"/>
        <a:ext cx="1452419" cy="551256"/>
      </dsp:txXfrm>
    </dsp:sp>
    <dsp:sp modelId="{5BA97E7E-24F2-4FA4-9202-039963B311C6}">
      <dsp:nvSpPr>
        <dsp:cNvPr id="0" name=""/>
        <dsp:cNvSpPr/>
      </dsp:nvSpPr>
      <dsp:spPr>
        <a:xfrm>
          <a:off x="3028073" y="1770005"/>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Developing user requirements</a:t>
          </a:r>
          <a:endParaRPr lang="en-US" sz="1200" kern="1200" dirty="0"/>
        </a:p>
      </dsp:txBody>
      <dsp:txXfrm>
        <a:off x="3028073" y="1770005"/>
        <a:ext cx="1294989" cy="512968"/>
      </dsp:txXfrm>
    </dsp:sp>
    <dsp:sp modelId="{DD7A0499-20AE-4143-B649-E608EB75D9ED}">
      <dsp:nvSpPr>
        <dsp:cNvPr id="0" name=""/>
        <dsp:cNvSpPr/>
      </dsp:nvSpPr>
      <dsp:spPr>
        <a:xfrm>
          <a:off x="3028073" y="2498421"/>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Considering business rules</a:t>
          </a:r>
          <a:endParaRPr lang="en-US" sz="1200" kern="1200" dirty="0"/>
        </a:p>
      </dsp:txBody>
      <dsp:txXfrm>
        <a:off x="3028073" y="2498421"/>
        <a:ext cx="1294989" cy="512968"/>
      </dsp:txXfrm>
    </dsp:sp>
    <dsp:sp modelId="{5B534664-C654-4015-A448-05FF63AD7820}">
      <dsp:nvSpPr>
        <dsp:cNvPr id="0" name=""/>
        <dsp:cNvSpPr/>
      </dsp:nvSpPr>
      <dsp:spPr>
        <a:xfrm>
          <a:off x="3028073" y="3226836"/>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Identifying data needs</a:t>
          </a:r>
          <a:endParaRPr lang="en-US" sz="1200" kern="1200" dirty="0"/>
        </a:p>
      </dsp:txBody>
      <dsp:txXfrm>
        <a:off x="3028073" y="3226836"/>
        <a:ext cx="1294989" cy="512968"/>
      </dsp:txXfrm>
    </dsp:sp>
    <dsp:sp modelId="{D4F92C83-C494-4443-A085-6CFEA13539D2}">
      <dsp:nvSpPr>
        <dsp:cNvPr id="0" name=""/>
        <dsp:cNvSpPr/>
      </dsp:nvSpPr>
      <dsp:spPr>
        <a:xfrm>
          <a:off x="3028073" y="3955252"/>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Defining quality requirements</a:t>
          </a:r>
          <a:endParaRPr lang="en-US" sz="1200" kern="1200" dirty="0"/>
        </a:p>
      </dsp:txBody>
      <dsp:txXfrm>
        <a:off x="3028073" y="3955252"/>
        <a:ext cx="1294989" cy="512968"/>
      </dsp:txXfrm>
    </dsp:sp>
    <dsp:sp modelId="{F3605272-BB3C-482A-BD0E-4FF39B81FDEE}">
      <dsp:nvSpPr>
        <dsp:cNvPr id="0" name=""/>
        <dsp:cNvSpPr/>
      </dsp:nvSpPr>
      <dsp:spPr>
        <a:xfrm>
          <a:off x="3028073" y="4683667"/>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Evaluating solutions</a:t>
          </a:r>
          <a:endParaRPr lang="en-US" sz="1200" kern="1200" dirty="0"/>
        </a:p>
      </dsp:txBody>
      <dsp:txXfrm>
        <a:off x="3028073" y="4683667"/>
        <a:ext cx="1294989" cy="512968"/>
      </dsp:txXfrm>
    </dsp:sp>
    <dsp:sp modelId="{81981569-26A3-407E-B3D1-78BFB78884B6}">
      <dsp:nvSpPr>
        <dsp:cNvPr id="0" name=""/>
        <dsp:cNvSpPr/>
      </dsp:nvSpPr>
      <dsp:spPr>
        <a:xfrm>
          <a:off x="4332835" y="1061360"/>
          <a:ext cx="1486829" cy="51296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err="1" smtClean="0"/>
            <a:t>Reqs</a:t>
          </a:r>
          <a:r>
            <a:rPr lang="en-US" sz="1200" kern="1200" dirty="0" smtClean="0"/>
            <a:t>. for implementing packaged solutions</a:t>
          </a:r>
          <a:endParaRPr lang="en-US" sz="1200" kern="1200" dirty="0"/>
        </a:p>
      </dsp:txBody>
      <dsp:txXfrm>
        <a:off x="4332835" y="1061360"/>
        <a:ext cx="1486829" cy="512968"/>
      </dsp:txXfrm>
    </dsp:sp>
    <dsp:sp modelId="{1183AAC3-0F66-4BAC-8068-2D182E1C064A}">
      <dsp:nvSpPr>
        <dsp:cNvPr id="0" name=""/>
        <dsp:cNvSpPr/>
      </dsp:nvSpPr>
      <dsp:spPr>
        <a:xfrm>
          <a:off x="4704542" y="1731717"/>
          <a:ext cx="1191544"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Configuration requirements</a:t>
          </a:r>
          <a:endParaRPr lang="en-US" sz="1200" kern="1200" dirty="0"/>
        </a:p>
      </dsp:txBody>
      <dsp:txXfrm>
        <a:off x="4704542" y="1731717"/>
        <a:ext cx="1191544" cy="512968"/>
      </dsp:txXfrm>
    </dsp:sp>
    <dsp:sp modelId="{E963361F-17BA-4178-ADC4-A9ABEB4CCE1D}">
      <dsp:nvSpPr>
        <dsp:cNvPr id="0" name=""/>
        <dsp:cNvSpPr/>
      </dsp:nvSpPr>
      <dsp:spPr>
        <a:xfrm>
          <a:off x="4704542" y="2460133"/>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Integration requirements</a:t>
          </a:r>
          <a:endParaRPr lang="en-US" sz="1200" kern="1200" dirty="0"/>
        </a:p>
      </dsp:txBody>
      <dsp:txXfrm>
        <a:off x="4704542" y="2460133"/>
        <a:ext cx="1294989" cy="512968"/>
      </dsp:txXfrm>
    </dsp:sp>
    <dsp:sp modelId="{CD57C727-46B0-4C5B-8556-85AE694552F7}">
      <dsp:nvSpPr>
        <dsp:cNvPr id="0" name=""/>
        <dsp:cNvSpPr/>
      </dsp:nvSpPr>
      <dsp:spPr>
        <a:xfrm>
          <a:off x="4704542" y="3188548"/>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Extension requirements</a:t>
          </a:r>
          <a:endParaRPr lang="en-US" sz="1200" kern="1200" dirty="0"/>
        </a:p>
      </dsp:txBody>
      <dsp:txXfrm>
        <a:off x="4704542" y="3188548"/>
        <a:ext cx="1294989" cy="512968"/>
      </dsp:txXfrm>
    </dsp:sp>
    <dsp:sp modelId="{D781F0C4-A73F-4573-B965-28A145D9A574}">
      <dsp:nvSpPr>
        <dsp:cNvPr id="0" name=""/>
        <dsp:cNvSpPr/>
      </dsp:nvSpPr>
      <dsp:spPr>
        <a:xfrm>
          <a:off x="4704542" y="3916964"/>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Data requirements</a:t>
          </a:r>
          <a:endParaRPr lang="en-US" sz="1200" kern="1200" dirty="0"/>
        </a:p>
      </dsp:txBody>
      <dsp:txXfrm>
        <a:off x="4704542" y="3916964"/>
        <a:ext cx="1294989" cy="512968"/>
      </dsp:txXfrm>
    </dsp:sp>
    <dsp:sp modelId="{567AD2E2-544C-4658-A5F8-F07E07FE2F47}">
      <dsp:nvSpPr>
        <dsp:cNvPr id="0" name=""/>
        <dsp:cNvSpPr/>
      </dsp:nvSpPr>
      <dsp:spPr>
        <a:xfrm>
          <a:off x="4704542" y="4645379"/>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Business process changes</a:t>
          </a:r>
          <a:endParaRPr lang="en-US" sz="1200" kern="1200" dirty="0"/>
        </a:p>
      </dsp:txBody>
      <dsp:txXfrm>
        <a:off x="4704542" y="4645379"/>
        <a:ext cx="1294989" cy="512968"/>
      </dsp:txXfrm>
    </dsp:sp>
    <dsp:sp modelId="{2DB07147-8917-4D17-87A6-7CE141502E2D}">
      <dsp:nvSpPr>
        <dsp:cNvPr id="0" name=""/>
        <dsp:cNvSpPr/>
      </dsp:nvSpPr>
      <dsp:spPr>
        <a:xfrm>
          <a:off x="6035111" y="1061360"/>
          <a:ext cx="1438384" cy="51296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Challenges with packaged solutions</a:t>
          </a:r>
          <a:endParaRPr lang="en-US" sz="1200" kern="1200" dirty="0"/>
        </a:p>
      </dsp:txBody>
      <dsp:txXfrm>
        <a:off x="6035111" y="1061360"/>
        <a:ext cx="1438384" cy="512968"/>
      </dsp:txXfrm>
    </dsp:sp>
    <dsp:sp modelId="{EDF68361-C1C1-4ADC-86CD-BDC3426B8108}">
      <dsp:nvSpPr>
        <dsp:cNvPr id="0" name=""/>
        <dsp:cNvSpPr/>
      </dsp:nvSpPr>
      <dsp:spPr>
        <a:xfrm>
          <a:off x="6394707" y="1731717"/>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Too many candidates</a:t>
          </a:r>
          <a:endParaRPr lang="en-US" sz="1200" kern="1200" dirty="0"/>
        </a:p>
      </dsp:txBody>
      <dsp:txXfrm>
        <a:off x="6394707" y="1731717"/>
        <a:ext cx="1294989" cy="512968"/>
      </dsp:txXfrm>
    </dsp:sp>
    <dsp:sp modelId="{55AA89B8-C9AF-4BB0-BF4E-3057AD707FF2}">
      <dsp:nvSpPr>
        <dsp:cNvPr id="0" name=""/>
        <dsp:cNvSpPr/>
      </dsp:nvSpPr>
      <dsp:spPr>
        <a:xfrm>
          <a:off x="6394707" y="2460133"/>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Too many evaluation criteria</a:t>
          </a:r>
          <a:endParaRPr lang="en-US" sz="1200" kern="1200" dirty="0"/>
        </a:p>
      </dsp:txBody>
      <dsp:txXfrm>
        <a:off x="6394707" y="2460133"/>
        <a:ext cx="1294989" cy="512968"/>
      </dsp:txXfrm>
    </dsp:sp>
    <dsp:sp modelId="{68A9F295-9725-433E-A981-262E5855EB7A}">
      <dsp:nvSpPr>
        <dsp:cNvPr id="0" name=""/>
        <dsp:cNvSpPr/>
      </dsp:nvSpPr>
      <dsp:spPr>
        <a:xfrm>
          <a:off x="6394707" y="3188548"/>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Vendor misrepresents package capabilities</a:t>
          </a:r>
          <a:endParaRPr lang="en-US" sz="1200" kern="1200" dirty="0"/>
        </a:p>
      </dsp:txBody>
      <dsp:txXfrm>
        <a:off x="6394707" y="3188548"/>
        <a:ext cx="1294989" cy="512968"/>
      </dsp:txXfrm>
    </dsp:sp>
    <dsp:sp modelId="{78F0936E-0E2E-47D5-BC07-1D8E647FC20E}">
      <dsp:nvSpPr>
        <dsp:cNvPr id="0" name=""/>
        <dsp:cNvSpPr/>
      </dsp:nvSpPr>
      <dsp:spPr>
        <a:xfrm>
          <a:off x="6394707" y="3916964"/>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Incorrect solution expectations</a:t>
          </a:r>
          <a:endParaRPr lang="en-US" sz="1200" kern="1200" dirty="0"/>
        </a:p>
      </dsp:txBody>
      <dsp:txXfrm>
        <a:off x="6394707" y="3916964"/>
        <a:ext cx="1294989" cy="512968"/>
      </dsp:txXfrm>
    </dsp:sp>
    <dsp:sp modelId="{184DC869-536A-4D17-AECC-0E56A1EEC7FA}">
      <dsp:nvSpPr>
        <dsp:cNvPr id="0" name=""/>
        <dsp:cNvSpPr/>
      </dsp:nvSpPr>
      <dsp:spPr>
        <a:xfrm>
          <a:off x="6394707" y="4645379"/>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Users reject the solution</a:t>
          </a:r>
          <a:endParaRPr lang="en-US" sz="1200" kern="1200" dirty="0"/>
        </a:p>
      </dsp:txBody>
      <dsp:txXfrm>
        <a:off x="6394707" y="4645379"/>
        <a:ext cx="1294989" cy="5129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3308E3-4ACA-4ECB-86C0-D23765F864F4}">
      <dsp:nvSpPr>
        <dsp:cNvPr id="0" name=""/>
        <dsp:cNvSpPr/>
      </dsp:nvSpPr>
      <dsp:spPr>
        <a:xfrm>
          <a:off x="4305242" y="1000976"/>
          <a:ext cx="3959803" cy="335084"/>
        </a:xfrm>
        <a:custGeom>
          <a:avLst/>
          <a:gdLst/>
          <a:ahLst/>
          <a:cxnLst/>
          <a:rect l="0" t="0" r="0" b="0"/>
          <a:pathLst>
            <a:path>
              <a:moveTo>
                <a:pt x="0" y="0"/>
              </a:moveTo>
              <a:lnTo>
                <a:pt x="0" y="247680"/>
              </a:lnTo>
              <a:lnTo>
                <a:pt x="3959803" y="247680"/>
              </a:lnTo>
              <a:lnTo>
                <a:pt x="3959803" y="33508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FF5ED5A-DDE1-4BCA-B771-84C41729B5D2}">
      <dsp:nvSpPr>
        <dsp:cNvPr id="0" name=""/>
        <dsp:cNvSpPr/>
      </dsp:nvSpPr>
      <dsp:spPr>
        <a:xfrm>
          <a:off x="4305242" y="1000976"/>
          <a:ext cx="2952581" cy="335084"/>
        </a:xfrm>
        <a:custGeom>
          <a:avLst/>
          <a:gdLst/>
          <a:ahLst/>
          <a:cxnLst/>
          <a:rect l="0" t="0" r="0" b="0"/>
          <a:pathLst>
            <a:path>
              <a:moveTo>
                <a:pt x="0" y="0"/>
              </a:moveTo>
              <a:lnTo>
                <a:pt x="0" y="247680"/>
              </a:lnTo>
              <a:lnTo>
                <a:pt x="2952581" y="247680"/>
              </a:lnTo>
              <a:lnTo>
                <a:pt x="2952581" y="33508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44FFEA5-B951-47C8-A902-566D78CD3DB3}">
      <dsp:nvSpPr>
        <dsp:cNvPr id="0" name=""/>
        <dsp:cNvSpPr/>
      </dsp:nvSpPr>
      <dsp:spPr>
        <a:xfrm>
          <a:off x="4305242" y="1000976"/>
          <a:ext cx="1945360" cy="335084"/>
        </a:xfrm>
        <a:custGeom>
          <a:avLst/>
          <a:gdLst/>
          <a:ahLst/>
          <a:cxnLst/>
          <a:rect l="0" t="0" r="0" b="0"/>
          <a:pathLst>
            <a:path>
              <a:moveTo>
                <a:pt x="0" y="0"/>
              </a:moveTo>
              <a:lnTo>
                <a:pt x="0" y="247680"/>
              </a:lnTo>
              <a:lnTo>
                <a:pt x="1945360" y="247680"/>
              </a:lnTo>
              <a:lnTo>
                <a:pt x="1945360" y="33508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65B87D8-90D8-413D-8B2A-075FA416D2A7}">
      <dsp:nvSpPr>
        <dsp:cNvPr id="0" name=""/>
        <dsp:cNvSpPr/>
      </dsp:nvSpPr>
      <dsp:spPr>
        <a:xfrm>
          <a:off x="4305242" y="1000976"/>
          <a:ext cx="897758" cy="335084"/>
        </a:xfrm>
        <a:custGeom>
          <a:avLst/>
          <a:gdLst/>
          <a:ahLst/>
          <a:cxnLst/>
          <a:rect l="0" t="0" r="0" b="0"/>
          <a:pathLst>
            <a:path>
              <a:moveTo>
                <a:pt x="0" y="0"/>
              </a:moveTo>
              <a:lnTo>
                <a:pt x="0" y="247680"/>
              </a:lnTo>
              <a:lnTo>
                <a:pt x="897758" y="247680"/>
              </a:lnTo>
              <a:lnTo>
                <a:pt x="897758" y="33508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613D50-256B-4B68-8FAD-AE3AD5188EA2}">
      <dsp:nvSpPr>
        <dsp:cNvPr id="0" name=""/>
        <dsp:cNvSpPr/>
      </dsp:nvSpPr>
      <dsp:spPr>
        <a:xfrm>
          <a:off x="4043243" y="1000976"/>
          <a:ext cx="261998" cy="382190"/>
        </a:xfrm>
        <a:custGeom>
          <a:avLst/>
          <a:gdLst/>
          <a:ahLst/>
          <a:cxnLst/>
          <a:rect l="0" t="0" r="0" b="0"/>
          <a:pathLst>
            <a:path>
              <a:moveTo>
                <a:pt x="261998" y="0"/>
              </a:moveTo>
              <a:lnTo>
                <a:pt x="261998" y="294787"/>
              </a:lnTo>
              <a:lnTo>
                <a:pt x="0" y="294787"/>
              </a:lnTo>
              <a:lnTo>
                <a:pt x="0" y="382190"/>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0151AE-D139-40DF-A603-F0B3F7DDDC4D}">
      <dsp:nvSpPr>
        <dsp:cNvPr id="0" name=""/>
        <dsp:cNvSpPr/>
      </dsp:nvSpPr>
      <dsp:spPr>
        <a:xfrm>
          <a:off x="2857286" y="1000976"/>
          <a:ext cx="1447955" cy="380284"/>
        </a:xfrm>
        <a:custGeom>
          <a:avLst/>
          <a:gdLst/>
          <a:ahLst/>
          <a:cxnLst/>
          <a:rect l="0" t="0" r="0" b="0"/>
          <a:pathLst>
            <a:path>
              <a:moveTo>
                <a:pt x="1447955" y="0"/>
              </a:moveTo>
              <a:lnTo>
                <a:pt x="1447955" y="292880"/>
              </a:lnTo>
              <a:lnTo>
                <a:pt x="0" y="292880"/>
              </a:lnTo>
              <a:lnTo>
                <a:pt x="0" y="380284"/>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1762104" y="1000976"/>
          <a:ext cx="2543138" cy="380088"/>
        </a:xfrm>
        <a:custGeom>
          <a:avLst/>
          <a:gdLst/>
          <a:ahLst/>
          <a:cxnLst/>
          <a:rect l="0" t="0" r="0" b="0"/>
          <a:pathLst>
            <a:path>
              <a:moveTo>
                <a:pt x="2543138" y="0"/>
              </a:moveTo>
              <a:lnTo>
                <a:pt x="2543138" y="292685"/>
              </a:lnTo>
              <a:lnTo>
                <a:pt x="0" y="292685"/>
              </a:lnTo>
              <a:lnTo>
                <a:pt x="0" y="38008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6677D1-EB9F-44F7-9921-0C8F07A7A55F}">
      <dsp:nvSpPr>
        <dsp:cNvPr id="0" name=""/>
        <dsp:cNvSpPr/>
      </dsp:nvSpPr>
      <dsp:spPr>
        <a:xfrm>
          <a:off x="142120" y="2355730"/>
          <a:ext cx="121493" cy="2110948"/>
        </a:xfrm>
        <a:custGeom>
          <a:avLst/>
          <a:gdLst/>
          <a:ahLst/>
          <a:cxnLst/>
          <a:rect l="0" t="0" r="0" b="0"/>
          <a:pathLst>
            <a:path>
              <a:moveTo>
                <a:pt x="0" y="0"/>
              </a:moveTo>
              <a:lnTo>
                <a:pt x="0" y="2110948"/>
              </a:lnTo>
              <a:lnTo>
                <a:pt x="121493" y="211094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AC549CA-BB07-44B7-B812-48E80D9AD27D}">
      <dsp:nvSpPr>
        <dsp:cNvPr id="0" name=""/>
        <dsp:cNvSpPr/>
      </dsp:nvSpPr>
      <dsp:spPr>
        <a:xfrm>
          <a:off x="142120" y="2355730"/>
          <a:ext cx="121493" cy="1519934"/>
        </a:xfrm>
        <a:custGeom>
          <a:avLst/>
          <a:gdLst/>
          <a:ahLst/>
          <a:cxnLst/>
          <a:rect l="0" t="0" r="0" b="0"/>
          <a:pathLst>
            <a:path>
              <a:moveTo>
                <a:pt x="0" y="0"/>
              </a:moveTo>
              <a:lnTo>
                <a:pt x="0" y="1519934"/>
              </a:lnTo>
              <a:lnTo>
                <a:pt x="121493" y="151993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E9CCFBC-9F12-4ACA-938B-BD32BD6FA1D2}">
      <dsp:nvSpPr>
        <dsp:cNvPr id="0" name=""/>
        <dsp:cNvSpPr/>
      </dsp:nvSpPr>
      <dsp:spPr>
        <a:xfrm>
          <a:off x="142120" y="2355730"/>
          <a:ext cx="121493" cy="928920"/>
        </a:xfrm>
        <a:custGeom>
          <a:avLst/>
          <a:gdLst/>
          <a:ahLst/>
          <a:cxnLst/>
          <a:rect l="0" t="0" r="0" b="0"/>
          <a:pathLst>
            <a:path>
              <a:moveTo>
                <a:pt x="0" y="0"/>
              </a:moveTo>
              <a:lnTo>
                <a:pt x="0" y="928920"/>
              </a:lnTo>
              <a:lnTo>
                <a:pt x="121493" y="92892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815EDC-98E3-4212-BC04-19B4D8A60984}">
      <dsp:nvSpPr>
        <dsp:cNvPr id="0" name=""/>
        <dsp:cNvSpPr/>
      </dsp:nvSpPr>
      <dsp:spPr>
        <a:xfrm>
          <a:off x="142120" y="2355730"/>
          <a:ext cx="121493" cy="337906"/>
        </a:xfrm>
        <a:custGeom>
          <a:avLst/>
          <a:gdLst/>
          <a:ahLst/>
          <a:cxnLst/>
          <a:rect l="0" t="0" r="0" b="0"/>
          <a:pathLst>
            <a:path>
              <a:moveTo>
                <a:pt x="0" y="0"/>
              </a:moveTo>
              <a:lnTo>
                <a:pt x="0" y="337906"/>
              </a:lnTo>
              <a:lnTo>
                <a:pt x="121493" y="33790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555028" y="1000976"/>
          <a:ext cx="3750213" cy="380088"/>
        </a:xfrm>
        <a:custGeom>
          <a:avLst/>
          <a:gdLst/>
          <a:ahLst/>
          <a:cxnLst/>
          <a:rect l="0" t="0" r="0" b="0"/>
          <a:pathLst>
            <a:path>
              <a:moveTo>
                <a:pt x="3750213" y="0"/>
              </a:moveTo>
              <a:lnTo>
                <a:pt x="3750213" y="292685"/>
              </a:lnTo>
              <a:lnTo>
                <a:pt x="0" y="292685"/>
              </a:lnTo>
              <a:lnTo>
                <a:pt x="0" y="38008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725532" y="362414"/>
          <a:ext cx="3159420" cy="638561"/>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22 – Requirements management practices</a:t>
          </a:r>
          <a:endParaRPr lang="en-US" sz="1600" kern="1200" dirty="0"/>
        </a:p>
      </dsp:txBody>
      <dsp:txXfrm>
        <a:off x="2725532" y="362414"/>
        <a:ext cx="3159420" cy="638561"/>
      </dsp:txXfrm>
    </dsp:sp>
    <dsp:sp modelId="{C9422C4E-2B02-4D33-A16B-EF7B187ECAB7}">
      <dsp:nvSpPr>
        <dsp:cNvPr id="0" name=""/>
        <dsp:cNvSpPr/>
      </dsp:nvSpPr>
      <dsp:spPr>
        <a:xfrm>
          <a:off x="38894" y="1381065"/>
          <a:ext cx="1032268" cy="97466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err="1" smtClean="0"/>
            <a:t>Reqs</a:t>
          </a:r>
          <a:r>
            <a:rPr lang="en-US" sz="1200" kern="1200" dirty="0" smtClean="0"/>
            <a:t>. management process</a:t>
          </a:r>
          <a:endParaRPr lang="en-US" sz="1200" kern="1200" dirty="0"/>
        </a:p>
      </dsp:txBody>
      <dsp:txXfrm>
        <a:off x="38894" y="1381065"/>
        <a:ext cx="1032268" cy="974665"/>
      </dsp:txXfrm>
    </dsp:sp>
    <dsp:sp modelId="{01D6CB23-1A65-4EE7-813F-C1ADCA6C0DCA}">
      <dsp:nvSpPr>
        <dsp:cNvPr id="0" name=""/>
        <dsp:cNvSpPr/>
      </dsp:nvSpPr>
      <dsp:spPr>
        <a:xfrm>
          <a:off x="263614" y="2485533"/>
          <a:ext cx="832414" cy="41620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Version control</a:t>
          </a:r>
          <a:endParaRPr lang="en-US" sz="1200" kern="1200" dirty="0"/>
        </a:p>
      </dsp:txBody>
      <dsp:txXfrm>
        <a:off x="263614" y="2485533"/>
        <a:ext cx="832414" cy="416207"/>
      </dsp:txXfrm>
    </dsp:sp>
    <dsp:sp modelId="{691A854C-4BA8-4862-B137-426F83A4B406}">
      <dsp:nvSpPr>
        <dsp:cNvPr id="0" name=""/>
        <dsp:cNvSpPr/>
      </dsp:nvSpPr>
      <dsp:spPr>
        <a:xfrm>
          <a:off x="263614" y="3076547"/>
          <a:ext cx="832414" cy="41620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Change control</a:t>
          </a:r>
          <a:endParaRPr lang="en-US" sz="1200" kern="1200" dirty="0"/>
        </a:p>
      </dsp:txBody>
      <dsp:txXfrm>
        <a:off x="263614" y="3076547"/>
        <a:ext cx="832414" cy="416207"/>
      </dsp:txXfrm>
    </dsp:sp>
    <dsp:sp modelId="{3E14C349-6B2F-4979-8182-2B69FE616402}">
      <dsp:nvSpPr>
        <dsp:cNvPr id="0" name=""/>
        <dsp:cNvSpPr/>
      </dsp:nvSpPr>
      <dsp:spPr>
        <a:xfrm>
          <a:off x="263614" y="3667561"/>
          <a:ext cx="832414" cy="41620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err="1" smtClean="0"/>
            <a:t>Reqs</a:t>
          </a:r>
          <a:r>
            <a:rPr lang="en-US" sz="1200" kern="1200" dirty="0" smtClean="0"/>
            <a:t>. Status tracking</a:t>
          </a:r>
          <a:endParaRPr lang="en-US" sz="1200" kern="1200" dirty="0"/>
        </a:p>
      </dsp:txBody>
      <dsp:txXfrm>
        <a:off x="263614" y="3667561"/>
        <a:ext cx="832414" cy="416207"/>
      </dsp:txXfrm>
    </dsp:sp>
    <dsp:sp modelId="{DA9CEFBB-7CF5-4C85-A26D-58095FCB878C}">
      <dsp:nvSpPr>
        <dsp:cNvPr id="0" name=""/>
        <dsp:cNvSpPr/>
      </dsp:nvSpPr>
      <dsp:spPr>
        <a:xfrm>
          <a:off x="263614" y="4258575"/>
          <a:ext cx="832414" cy="416207"/>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err="1" smtClean="0"/>
            <a:t>Reqs</a:t>
          </a:r>
          <a:r>
            <a:rPr lang="en-US" sz="1200" kern="1200" dirty="0" smtClean="0"/>
            <a:t>. tracking</a:t>
          </a:r>
          <a:endParaRPr lang="en-US" sz="1200" kern="1200" dirty="0"/>
        </a:p>
      </dsp:txBody>
      <dsp:txXfrm>
        <a:off x="263614" y="4258575"/>
        <a:ext cx="832414" cy="416207"/>
      </dsp:txXfrm>
    </dsp:sp>
    <dsp:sp modelId="{02B28F85-DE51-42FF-859E-1DD3A478F426}">
      <dsp:nvSpPr>
        <dsp:cNvPr id="0" name=""/>
        <dsp:cNvSpPr/>
      </dsp:nvSpPr>
      <dsp:spPr>
        <a:xfrm>
          <a:off x="1245969" y="1381065"/>
          <a:ext cx="1032268" cy="97466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Requirements baseline</a:t>
          </a:r>
          <a:endParaRPr lang="en-US" sz="1200" kern="1200" dirty="0"/>
        </a:p>
      </dsp:txBody>
      <dsp:txXfrm>
        <a:off x="1245969" y="1381065"/>
        <a:ext cx="1032268" cy="974665"/>
      </dsp:txXfrm>
    </dsp:sp>
    <dsp:sp modelId="{F3605272-BB3C-482A-BD0E-4FF39B81FDEE}">
      <dsp:nvSpPr>
        <dsp:cNvPr id="0" name=""/>
        <dsp:cNvSpPr/>
      </dsp:nvSpPr>
      <dsp:spPr>
        <a:xfrm>
          <a:off x="2397098" y="1381260"/>
          <a:ext cx="920375" cy="936212"/>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err="1" smtClean="0"/>
            <a:t>Reqs</a:t>
          </a:r>
          <a:r>
            <a:rPr lang="en-US" sz="1200" kern="1200" dirty="0" smtClean="0"/>
            <a:t>. version control</a:t>
          </a:r>
          <a:endParaRPr lang="en-US" sz="1200" kern="1200" dirty="0"/>
        </a:p>
      </dsp:txBody>
      <dsp:txXfrm>
        <a:off x="2397098" y="1381260"/>
        <a:ext cx="920375" cy="936212"/>
      </dsp:txXfrm>
    </dsp:sp>
    <dsp:sp modelId="{81981569-26A3-407E-B3D1-78BFB78884B6}">
      <dsp:nvSpPr>
        <dsp:cNvPr id="0" name=""/>
        <dsp:cNvSpPr/>
      </dsp:nvSpPr>
      <dsp:spPr>
        <a:xfrm>
          <a:off x="3514881" y="1383167"/>
          <a:ext cx="1056724" cy="941227"/>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err="1" smtClean="0"/>
            <a:t>Reqs</a:t>
          </a:r>
          <a:r>
            <a:rPr lang="en-US" sz="1200" kern="1200" dirty="0" smtClean="0"/>
            <a:t>. Attributes</a:t>
          </a:r>
          <a:endParaRPr lang="en-US" sz="1200" kern="1200" dirty="0"/>
        </a:p>
      </dsp:txBody>
      <dsp:txXfrm>
        <a:off x="3514881" y="1383167"/>
        <a:ext cx="1056724" cy="941227"/>
      </dsp:txXfrm>
    </dsp:sp>
    <dsp:sp modelId="{09E5B8C7-1821-400D-883E-9F810704649A}">
      <dsp:nvSpPr>
        <dsp:cNvPr id="0" name=""/>
        <dsp:cNvSpPr/>
      </dsp:nvSpPr>
      <dsp:spPr>
        <a:xfrm>
          <a:off x="4746413" y="1336060"/>
          <a:ext cx="913175" cy="1002093"/>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Tracking </a:t>
          </a:r>
          <a:r>
            <a:rPr lang="en-US" sz="1200" kern="1200" dirty="0" err="1" smtClean="0"/>
            <a:t>reqs</a:t>
          </a:r>
          <a:r>
            <a:rPr lang="en-US" sz="1200" kern="1200" dirty="0" smtClean="0"/>
            <a:t>. Status</a:t>
          </a:r>
          <a:endParaRPr lang="en-US" sz="1200" kern="1200" dirty="0"/>
        </a:p>
      </dsp:txBody>
      <dsp:txXfrm>
        <a:off x="4746413" y="1336060"/>
        <a:ext cx="913175" cy="1002093"/>
      </dsp:txXfrm>
    </dsp:sp>
    <dsp:sp modelId="{67AB7DCC-2807-4A94-B4FC-DDD79641C5E0}">
      <dsp:nvSpPr>
        <dsp:cNvPr id="0" name=""/>
        <dsp:cNvSpPr/>
      </dsp:nvSpPr>
      <dsp:spPr>
        <a:xfrm>
          <a:off x="5834395" y="1336060"/>
          <a:ext cx="832414" cy="958504"/>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Resolving </a:t>
          </a:r>
          <a:r>
            <a:rPr lang="en-US" sz="1200" kern="1200" dirty="0" err="1" smtClean="0"/>
            <a:t>reqs</a:t>
          </a:r>
          <a:r>
            <a:rPr lang="en-US" sz="1200" kern="1200" dirty="0" smtClean="0"/>
            <a:t>. Issues</a:t>
          </a:r>
          <a:endParaRPr lang="en-US" sz="1200" kern="1200" dirty="0"/>
        </a:p>
      </dsp:txBody>
      <dsp:txXfrm>
        <a:off x="5834395" y="1336060"/>
        <a:ext cx="832414" cy="958504"/>
      </dsp:txXfrm>
    </dsp:sp>
    <dsp:sp modelId="{740DB2C5-D7D1-4EBF-8531-EEA75F91BDEA}">
      <dsp:nvSpPr>
        <dsp:cNvPr id="0" name=""/>
        <dsp:cNvSpPr/>
      </dsp:nvSpPr>
      <dsp:spPr>
        <a:xfrm>
          <a:off x="6841616" y="1336060"/>
          <a:ext cx="832414" cy="97906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Measuring </a:t>
          </a:r>
          <a:r>
            <a:rPr lang="en-US" sz="1200" kern="1200" dirty="0" err="1" smtClean="0"/>
            <a:t>reqs</a:t>
          </a:r>
          <a:r>
            <a:rPr lang="en-US" sz="1200" kern="1200" dirty="0" smtClean="0"/>
            <a:t>. Effort</a:t>
          </a:r>
          <a:endParaRPr lang="en-US" sz="1200" kern="1200" dirty="0"/>
        </a:p>
      </dsp:txBody>
      <dsp:txXfrm>
        <a:off x="6841616" y="1336060"/>
        <a:ext cx="832414" cy="979060"/>
      </dsp:txXfrm>
    </dsp:sp>
    <dsp:sp modelId="{9D593D37-6118-4963-A9DF-B6903D6AF6AD}">
      <dsp:nvSpPr>
        <dsp:cNvPr id="0" name=""/>
        <dsp:cNvSpPr/>
      </dsp:nvSpPr>
      <dsp:spPr>
        <a:xfrm>
          <a:off x="7848838" y="1336060"/>
          <a:ext cx="832414" cy="979060"/>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Managing </a:t>
          </a:r>
          <a:r>
            <a:rPr lang="en-US" sz="1200" kern="1200" dirty="0" err="1" smtClean="0"/>
            <a:t>reqs</a:t>
          </a:r>
          <a:r>
            <a:rPr lang="en-US" sz="1200" kern="1200" dirty="0" smtClean="0"/>
            <a:t>. on </a:t>
          </a:r>
          <a:br>
            <a:rPr lang="en-US" sz="1200" kern="1200" dirty="0" smtClean="0"/>
          </a:br>
          <a:r>
            <a:rPr lang="en-US" sz="1200" kern="1200" dirty="0" smtClean="0"/>
            <a:t>agile projects</a:t>
          </a:r>
          <a:endParaRPr lang="en-US" sz="1200" kern="1200" dirty="0"/>
        </a:p>
      </dsp:txBody>
      <dsp:txXfrm>
        <a:off x="7848838" y="1336060"/>
        <a:ext cx="832414" cy="97906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8F8823-BEE8-49D6-AE7C-644654359F61}" type="datetimeFigureOut">
              <a:rPr lang="en-US" smtClean="0"/>
              <a:t>23/03/2020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6FDC7A-6230-4540-8CD2-5B87F251F231}" type="slidenum">
              <a:rPr lang="en-US" smtClean="0"/>
              <a:t>‹#›</a:t>
            </a:fld>
            <a:endParaRPr lang="en-US"/>
          </a:p>
        </p:txBody>
      </p:sp>
    </p:spTree>
    <p:extLst>
      <p:ext uri="{BB962C8B-B14F-4D97-AF65-F5344CB8AC3E}">
        <p14:creationId xmlns:p14="http://schemas.microsoft.com/office/powerpoint/2010/main" val="8741152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6804889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i="0" u="none" strike="noStrike" kern="1200" baseline="0" dirty="0" smtClean="0">
                <a:solidFill>
                  <a:schemeClr val="tx1"/>
                </a:solidFill>
                <a:latin typeface="+mn-lt"/>
                <a:ea typeface="+mn-ea"/>
                <a:cs typeface="+mn-cs"/>
              </a:rPr>
              <a:t>The requirement has been requested by an authorized source.: </a:t>
            </a:r>
            <a:r>
              <a:rPr lang="vi-VN" sz="1200" b="0" i="0" u="none" strike="noStrike" kern="1200" baseline="0" dirty="0" smtClean="0">
                <a:solidFill>
                  <a:schemeClr val="tx1"/>
                </a:solidFill>
                <a:latin typeface="+mn-lt"/>
                <a:ea typeface="+mn-ea"/>
                <a:cs typeface="+mn-cs"/>
              </a:rPr>
              <a:t>Yêu </a:t>
            </a:r>
            <a:r>
              <a:rPr lang="vi-VN" sz="1200" b="0" i="0" u="none" strike="noStrike" kern="1200" baseline="0" dirty="0" err="1" smtClean="0">
                <a:solidFill>
                  <a:schemeClr val="tx1"/>
                </a:solidFill>
                <a:latin typeface="+mn-lt"/>
                <a:ea typeface="+mn-ea"/>
                <a:cs typeface="+mn-cs"/>
              </a:rPr>
              <a:t>cầu</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đã</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được</a:t>
            </a:r>
            <a:r>
              <a:rPr lang="vi-VN" sz="1200" b="0" i="0" u="none" strike="noStrike" kern="1200" baseline="0" dirty="0" smtClean="0">
                <a:solidFill>
                  <a:schemeClr val="tx1"/>
                </a:solidFill>
                <a:latin typeface="+mn-lt"/>
                <a:ea typeface="+mn-ea"/>
                <a:cs typeface="+mn-cs"/>
              </a:rPr>
              <a:t> yêu </a:t>
            </a:r>
            <a:r>
              <a:rPr lang="vi-VN" sz="1200" b="0" i="0" u="none" strike="noStrike" kern="1200" baseline="0" dirty="0" err="1" smtClean="0">
                <a:solidFill>
                  <a:schemeClr val="tx1"/>
                </a:solidFill>
                <a:latin typeface="+mn-lt"/>
                <a:ea typeface="+mn-ea"/>
                <a:cs typeface="+mn-cs"/>
              </a:rPr>
              <a:t>cầu</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bởi</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một</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nguồn</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có</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thẩm</a:t>
            </a:r>
            <a:r>
              <a:rPr lang="vi-VN" sz="1200" b="0" i="0" u="none" strike="noStrike" kern="1200" baseline="0" dirty="0" smtClean="0">
                <a:solidFill>
                  <a:schemeClr val="tx1"/>
                </a:solidFill>
                <a:latin typeface="+mn-lt"/>
                <a:ea typeface="+mn-ea"/>
                <a:cs typeface="+mn-cs"/>
              </a:rPr>
              <a:t> </a:t>
            </a:r>
            <a:r>
              <a:rPr lang="vi-VN" sz="1200" b="0" i="0" u="none" strike="noStrike" kern="1200" baseline="0" dirty="0" err="1" smtClean="0">
                <a:solidFill>
                  <a:schemeClr val="tx1"/>
                </a:solidFill>
                <a:latin typeface="+mn-lt"/>
                <a:ea typeface="+mn-ea"/>
                <a:cs typeface="+mn-cs"/>
              </a:rPr>
              <a:t>quyền</a:t>
            </a:r>
            <a:r>
              <a:rPr lang="vi-VN" sz="1200" b="0" i="0" u="none" strike="noStrike" kern="1200" baseline="0" dirty="0" smtClean="0">
                <a:solidFill>
                  <a:schemeClr val="tx1"/>
                </a:solidFill>
                <a:latin typeface="+mn-lt"/>
                <a:ea typeface="+mn-ea"/>
                <a:cs typeface="+mn-cs"/>
              </a:rPr>
              <a:t>.</a:t>
            </a:r>
            <a:endParaRPr lang="en-US" sz="1200" b="0" i="0" u="none" strike="noStrike" kern="1200" baseline="0" dirty="0" smtClean="0">
              <a:solidFill>
                <a:schemeClr val="tx1"/>
              </a:solidFill>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b="0" i="0" u="none" strike="noStrike" kern="1200" baseline="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416FDC7A-6230-4540-8CD2-5B87F251F231}" type="slidenum">
              <a:rPr lang="en-US" smtClean="0"/>
              <a:t>10</a:t>
            </a:fld>
            <a:endParaRPr lang="en-US"/>
          </a:p>
        </p:txBody>
      </p:sp>
    </p:spTree>
    <p:extLst>
      <p:ext uri="{BB962C8B-B14F-4D97-AF65-F5344CB8AC3E}">
        <p14:creationId xmlns:p14="http://schemas.microsoft.com/office/powerpoint/2010/main" val="611726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6FDC7A-6230-4540-8CD2-5B87F251F231}" type="slidenum">
              <a:rPr lang="en-US" smtClean="0"/>
              <a:t>13</a:t>
            </a:fld>
            <a:endParaRPr lang="en-US"/>
          </a:p>
        </p:txBody>
      </p:sp>
    </p:spTree>
    <p:extLst>
      <p:ext uri="{BB962C8B-B14F-4D97-AF65-F5344CB8AC3E}">
        <p14:creationId xmlns:p14="http://schemas.microsoft.com/office/powerpoint/2010/main" val="3129381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16FDC7A-6230-4540-8CD2-5B87F251F231}" type="slidenum">
              <a:rPr lang="en-US" smtClean="0"/>
              <a:t>14</a:t>
            </a:fld>
            <a:endParaRPr lang="en-US"/>
          </a:p>
        </p:txBody>
      </p:sp>
    </p:spTree>
    <p:extLst>
      <p:ext uri="{BB962C8B-B14F-4D97-AF65-F5344CB8AC3E}">
        <p14:creationId xmlns:p14="http://schemas.microsoft.com/office/powerpoint/2010/main" val="384450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16</a:t>
            </a:fld>
            <a:endParaRPr lang="en-US"/>
          </a:p>
        </p:txBody>
      </p:sp>
    </p:spTree>
    <p:extLst>
      <p:ext uri="{BB962C8B-B14F-4D97-AF65-F5344CB8AC3E}">
        <p14:creationId xmlns:p14="http://schemas.microsoft.com/office/powerpoint/2010/main" val="3572931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pay-off (n): chi </a:t>
            </a:r>
            <a:r>
              <a:rPr lang="en-US" dirty="0" err="1" smtClean="0"/>
              <a:t>trả</a:t>
            </a:r>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17</a:t>
            </a:fld>
            <a:endParaRPr lang="en-US"/>
          </a:p>
        </p:txBody>
      </p:sp>
    </p:spTree>
    <p:extLst>
      <p:ext uri="{BB962C8B-B14F-4D97-AF65-F5344CB8AC3E}">
        <p14:creationId xmlns:p14="http://schemas.microsoft.com/office/powerpoint/2010/main" val="3990934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smtClean="0">
                <a:solidFill>
                  <a:srgbClr val="0000FF"/>
                </a:solidFill>
                <a:latin typeface="+mn-lt"/>
              </a:rPr>
              <a:t>ĐẠI</a:t>
            </a:r>
            <a:r>
              <a:rPr lang="en-US" sz="3200" b="1" baseline="0" dirty="0" smtClean="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7239191"/>
      </p:ext>
    </p:extLst>
  </p:cSld>
  <p:clrMapOvr>
    <a:masterClrMapping/>
  </p:clrMapOvr>
  <p:transition>
    <p:split orient="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itle 7"/>
          <p:cNvSpPr>
            <a:spLocks noGrp="1"/>
          </p:cNvSpPr>
          <p:nvPr>
            <p:ph type="title"/>
          </p:nvPr>
        </p:nvSpPr>
        <p:spPr>
          <a:xfrm>
            <a:off x="2819400" y="27105"/>
            <a:ext cx="6324600" cy="1084146"/>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vi-VN" smtClean="0"/>
              <a:t>Chapter 27: Requirements management practices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2302890"/>
      </p:ext>
    </p:extLst>
  </p:cSld>
  <p:clrMapOvr>
    <a:masterClrMapping/>
  </p:clrMapOvr>
  <p:transition>
    <p:split orient="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3200" b="1" i="0">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vi-VN" smtClean="0"/>
              <a:t>Chapter 27: Requirements management practices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06872071"/>
      </p:ext>
    </p:extLst>
  </p:cSld>
  <p:clrMapOvr>
    <a:masterClrMapping/>
  </p:clrMapOvr>
  <p:transition>
    <p:split orient="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43200" y="-1"/>
            <a:ext cx="6400800" cy="1111252"/>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vi-VN" smtClean="0"/>
              <a:t>Chapter 27: Requirements management practices _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7074511"/>
      </p:ext>
    </p:extLst>
  </p:cSld>
  <p:clrMapOvr>
    <a:masterClrMapping/>
  </p:clrMapOvr>
  <p:transition>
    <p:split orient="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1066800"/>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vi-VN" smtClean="0"/>
              <a:t>Chapter 27: Requirements management practices _ BayHV</a:t>
            </a:r>
            <a:endParaRPr lang="en-US"/>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59149053"/>
      </p:ext>
    </p:extLst>
  </p:cSld>
  <p:clrMapOvr>
    <a:masterClrMapping/>
  </p:clrMapOvr>
  <p:transition>
    <p:split orient="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559370" y="0"/>
            <a:ext cx="658463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lvl="0"/>
            <a:r>
              <a:rPr lang="en-US" dirty="0" smtClean="0"/>
              <a:t>  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vi-VN" smtClean="0"/>
              <a:t>Chapter 27: Requirements management practices _ BayHV</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8477204"/>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Lst>
  <p:transition>
    <p:split orient="vert"/>
  </p:transition>
  <p:timing>
    <p:tnLst>
      <p:par>
        <p:cTn id="1" dur="indefinite" restart="never" nodeType="tmRoot"/>
      </p:par>
    </p:tnLst>
  </p:timing>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62546" y="4378037"/>
            <a:ext cx="7176654" cy="1316182"/>
          </a:xfrm>
        </p:spPr>
        <p:txBody>
          <a:bodyPr>
            <a:normAutofit fontScale="90000"/>
          </a:bodyPr>
          <a:lstStyle/>
          <a:p>
            <a:r>
              <a:rPr lang="en-US" dirty="0"/>
              <a:t>Chapter </a:t>
            </a:r>
            <a:r>
              <a:rPr lang="en-US" dirty="0" smtClean="0"/>
              <a:t>27</a:t>
            </a:r>
            <a:br>
              <a:rPr lang="en-US" dirty="0" smtClean="0"/>
            </a:br>
            <a:r>
              <a:rPr lang="en-US" dirty="0" smtClean="0"/>
              <a:t/>
            </a:r>
            <a:br>
              <a:rPr lang="en-US" dirty="0" smtClean="0"/>
            </a:br>
            <a:r>
              <a:rPr lang="en-US" sz="3600" dirty="0" smtClean="0"/>
              <a:t>Requirements </a:t>
            </a:r>
            <a:r>
              <a:rPr lang="en-US" sz="3600" dirty="0"/>
              <a:t>management practices</a:t>
            </a:r>
            <a:endParaRPr lang="en-US" dirty="0"/>
          </a:p>
        </p:txBody>
      </p:sp>
    </p:spTree>
    <p:extLst>
      <p:ext uri="{BB962C8B-B14F-4D97-AF65-F5344CB8AC3E}">
        <p14:creationId xmlns:p14="http://schemas.microsoft.com/office/powerpoint/2010/main" val="2723298242"/>
      </p:ext>
    </p:extLst>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22</a:t>
            </a:r>
            <a:endParaRPr lang="en-US" sz="3200" dirty="0"/>
          </a:p>
        </p:txBody>
      </p:sp>
      <p:sp>
        <p:nvSpPr>
          <p:cNvPr id="4" name="Footer Placeholder 3"/>
          <p:cNvSpPr>
            <a:spLocks noGrp="1"/>
          </p:cNvSpPr>
          <p:nvPr>
            <p:ph type="ftr" sz="quarter" idx="10"/>
          </p:nvPr>
        </p:nvSpPr>
        <p:spPr/>
        <p:txBody>
          <a:bodyPr/>
          <a:lstStyle/>
          <a:p>
            <a:pPr>
              <a:defRPr/>
            </a:pPr>
            <a:r>
              <a:rPr lang="en-US" smtClean="0"/>
              <a:t>Chapter 22: Packaged solution projects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5927243"/>
      </p:ext>
    </p:extLst>
  </p:cSld>
  <p:clrMapOvr>
    <a:masterClrMapping/>
  </p:clrMapOvr>
  <p:transition>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2509" y="1111251"/>
            <a:ext cx="8617527" cy="5229224"/>
          </a:xfrm>
        </p:spPr>
        <p:txBody>
          <a:bodyPr>
            <a:normAutofit/>
          </a:bodyPr>
          <a:lstStyle/>
          <a:p>
            <a:r>
              <a:rPr lang="en-US" dirty="0" smtClean="0"/>
              <a:t>Addresses </a:t>
            </a:r>
            <a:r>
              <a:rPr lang="en-US" dirty="0"/>
              <a:t>some principles and practices of requirements </a:t>
            </a:r>
            <a:r>
              <a:rPr lang="en-US" dirty="0" smtClean="0"/>
              <a:t>management. </a:t>
            </a:r>
          </a:p>
          <a:p>
            <a:r>
              <a:rPr lang="en-US" dirty="0" smtClean="0"/>
              <a:t>Student should enhance that effective management and communication among </a:t>
            </a:r>
            <a:r>
              <a:rPr lang="en-US" dirty="0"/>
              <a:t>the project </a:t>
            </a:r>
            <a:r>
              <a:rPr lang="en-US" dirty="0" smtClean="0"/>
              <a:t>participants take an important role in </a:t>
            </a:r>
            <a:r>
              <a:rPr lang="en-US" dirty="0"/>
              <a:t>having great </a:t>
            </a:r>
            <a:r>
              <a:rPr lang="en-US" dirty="0" smtClean="0"/>
              <a:t>requirements.</a:t>
            </a:r>
          </a:p>
          <a:p>
            <a:r>
              <a:rPr lang="en-US" dirty="0" smtClean="0"/>
              <a:t>Student should only understand basic concepts.  The more detail of every process will be clarified in the next chapters.</a:t>
            </a:r>
            <a:endParaRPr lang="en-US" dirty="0"/>
          </a:p>
        </p:txBody>
      </p:sp>
      <p:sp>
        <p:nvSpPr>
          <p:cNvPr id="2" name="Title 1"/>
          <p:cNvSpPr>
            <a:spLocks noGrp="1"/>
          </p:cNvSpPr>
          <p:nvPr>
            <p:ph type="title"/>
          </p:nvPr>
        </p:nvSpPr>
        <p:spPr/>
        <p:txBody>
          <a:bodyPr/>
          <a:lstStyle/>
          <a:p>
            <a:r>
              <a:rPr lang="en-US" dirty="0" smtClean="0"/>
              <a:t>Objectives</a:t>
            </a:r>
            <a:endParaRPr lang="en-US" dirty="0"/>
          </a:p>
        </p:txBody>
      </p:sp>
      <p:sp>
        <p:nvSpPr>
          <p:cNvPr id="4" name="Footer Placeholder 3"/>
          <p:cNvSpPr>
            <a:spLocks noGrp="1"/>
          </p:cNvSpPr>
          <p:nvPr>
            <p:ph type="ftr" sz="quarter" idx="10"/>
          </p:nvPr>
        </p:nvSpPr>
        <p:spPr/>
        <p:txBody>
          <a:bodyPr/>
          <a:lstStyle/>
          <a:p>
            <a:pPr>
              <a:defRPr/>
            </a:pPr>
            <a:r>
              <a:rPr lang="vi-VN" smtClean="0"/>
              <a:t>Chapter 27: Requirements management practices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pic>
        <p:nvPicPr>
          <p:cNvPr id="6" name="Picture 5"/>
          <p:cNvPicPr>
            <a:picLocks noChangeAspect="1"/>
          </p:cNvPicPr>
          <p:nvPr/>
        </p:nvPicPr>
        <p:blipFill>
          <a:blip r:embed="rId2"/>
          <a:stretch>
            <a:fillRect/>
          </a:stretch>
        </p:blipFill>
        <p:spPr>
          <a:xfrm>
            <a:off x="7024254" y="4433454"/>
            <a:ext cx="1814945" cy="1814945"/>
          </a:xfrm>
          <a:prstGeom prst="rect">
            <a:avLst/>
          </a:prstGeom>
        </p:spPr>
      </p:pic>
    </p:spTree>
    <p:extLst>
      <p:ext uri="{BB962C8B-B14F-4D97-AF65-F5344CB8AC3E}">
        <p14:creationId xmlns:p14="http://schemas.microsoft.com/office/powerpoint/2010/main" val="159266319"/>
      </p:ext>
    </p:extLst>
  </p:cSld>
  <p:clrMapOvr>
    <a:masterClrMapping/>
  </p:clrMapOvr>
  <p:transition>
    <p:split orient="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23626" y="2183733"/>
            <a:ext cx="5290886" cy="3043769"/>
          </a:xfrm>
        </p:spPr>
        <p:txBody>
          <a:bodyPr>
            <a:normAutofit/>
          </a:bodyPr>
          <a:lstStyle/>
          <a:p>
            <a:pPr marL="0" indent="0">
              <a:buNone/>
            </a:pPr>
            <a:endParaRPr lang="en-US"/>
          </a:p>
          <a:p>
            <a:pPr marL="342900" indent="-342900">
              <a:buFont typeface="+mj-lt"/>
              <a:buAutoNum type="arabicPeriod"/>
            </a:pPr>
            <a:endParaRPr lang="en-US"/>
          </a:p>
        </p:txBody>
      </p:sp>
      <p:sp>
        <p:nvSpPr>
          <p:cNvPr id="2" name="Title 1"/>
          <p:cNvSpPr>
            <a:spLocks noGrp="1"/>
          </p:cNvSpPr>
          <p:nvPr>
            <p:ph type="title"/>
          </p:nvPr>
        </p:nvSpPr>
        <p:spPr>
          <a:xfrm>
            <a:off x="3853114" y="31274"/>
            <a:ext cx="5290886" cy="1032060"/>
          </a:xfrm>
        </p:spPr>
        <p:txBody>
          <a:bodyPr>
            <a:noAutofit/>
          </a:bodyPr>
          <a:lstStyle/>
          <a:p>
            <a:r>
              <a:rPr lang="en-US" dirty="0" smtClean="0"/>
              <a:t/>
            </a:r>
            <a:br>
              <a:rPr lang="en-US" dirty="0" smtClean="0"/>
            </a:br>
            <a:r>
              <a:rPr lang="en-US" dirty="0" smtClean="0"/>
              <a:t>Contents</a:t>
            </a:r>
            <a:br>
              <a:rPr lang="en-US" dirty="0" smtClean="0"/>
            </a:br>
            <a:endParaRPr lang="en-US" dirty="0"/>
          </a:p>
        </p:txBody>
      </p:sp>
      <p:sp>
        <p:nvSpPr>
          <p:cNvPr id="4" name="Content Placeholder 2"/>
          <p:cNvSpPr txBox="1">
            <a:spLocks/>
          </p:cNvSpPr>
          <p:nvPr/>
        </p:nvSpPr>
        <p:spPr>
          <a:xfrm>
            <a:off x="332509" y="1177635"/>
            <a:ext cx="8582891" cy="5086639"/>
          </a:xfrm>
          <a:prstGeom prst="rect">
            <a:avLst/>
          </a:prstGeom>
        </p:spPr>
        <p:txBody>
          <a:bodyPr vert="horz" lIns="68580" tIns="34290" rIns="68580" bIns="3429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24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22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20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sz="2800" dirty="0"/>
              <a:t>Requirements management process </a:t>
            </a:r>
          </a:p>
          <a:p>
            <a:r>
              <a:rPr lang="en-US" sz="2800" dirty="0"/>
              <a:t>Requirement attributes </a:t>
            </a:r>
          </a:p>
          <a:p>
            <a:r>
              <a:rPr lang="en-US" sz="2800" dirty="0"/>
              <a:t>Tracking requirements status</a:t>
            </a:r>
          </a:p>
          <a:p>
            <a:r>
              <a:rPr lang="en-US" sz="2800" dirty="0"/>
              <a:t>Resolving requirements issues</a:t>
            </a:r>
          </a:p>
          <a:p>
            <a:r>
              <a:rPr lang="en-US" sz="2800" dirty="0"/>
              <a:t>Common types of requirements issues </a:t>
            </a:r>
          </a:p>
          <a:p>
            <a:r>
              <a:rPr lang="en-US" sz="2800" dirty="0"/>
              <a:t>Measuring requirements effort</a:t>
            </a:r>
          </a:p>
          <a:p>
            <a:r>
              <a:rPr lang="en-US" sz="2800" dirty="0"/>
              <a:t>Managing requirements on agile projects</a:t>
            </a:r>
            <a:br>
              <a:rPr lang="en-US" sz="2800" dirty="0"/>
            </a:br>
            <a:endParaRPr lang="en-US" sz="2800" dirty="0"/>
          </a:p>
        </p:txBody>
      </p:sp>
      <p:sp>
        <p:nvSpPr>
          <p:cNvPr id="5" name="Footer Placeholder 4"/>
          <p:cNvSpPr>
            <a:spLocks noGrp="1"/>
          </p:cNvSpPr>
          <p:nvPr>
            <p:ph type="ftr" sz="quarter" idx="10"/>
          </p:nvPr>
        </p:nvSpPr>
        <p:spPr/>
        <p:txBody>
          <a:bodyPr/>
          <a:lstStyle/>
          <a:p>
            <a:pPr>
              <a:defRPr/>
            </a:pPr>
            <a:r>
              <a:rPr lang="vi-VN" smtClean="0"/>
              <a:t>Chapter 27: Requirements management practices _ BayHV</a:t>
            </a:r>
            <a:endParaRPr lang="en-US"/>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pic>
        <p:nvPicPr>
          <p:cNvPr id="7" name="Picture 6"/>
          <p:cNvPicPr>
            <a:picLocks noChangeAspect="1"/>
          </p:cNvPicPr>
          <p:nvPr/>
        </p:nvPicPr>
        <p:blipFill>
          <a:blip r:embed="rId2"/>
          <a:stretch>
            <a:fillRect/>
          </a:stretch>
        </p:blipFill>
        <p:spPr>
          <a:xfrm>
            <a:off x="6286500" y="1101434"/>
            <a:ext cx="2819400" cy="2819400"/>
          </a:xfrm>
          <a:prstGeom prst="rect">
            <a:avLst/>
          </a:prstGeom>
        </p:spPr>
      </p:pic>
    </p:spTree>
    <p:extLst>
      <p:ext uri="{BB962C8B-B14F-4D97-AF65-F5344CB8AC3E}">
        <p14:creationId xmlns:p14="http://schemas.microsoft.com/office/powerpoint/2010/main" val="1856017727"/>
      </p:ext>
    </p:extLst>
  </p:cSld>
  <p:clrMapOvr>
    <a:masterClrMapping/>
  </p:clrMapOvr>
  <p:transition>
    <p:split orient="vert"/>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Requirements management </a:t>
            </a:r>
            <a:r>
              <a:rPr lang="en-US" dirty="0" smtClean="0"/>
              <a:t>process</a:t>
            </a:r>
            <a:endParaRPr lang="en-US" dirty="0"/>
          </a:p>
        </p:txBody>
      </p:sp>
      <p:pic>
        <p:nvPicPr>
          <p:cNvPr id="4" name="Picture 3"/>
          <p:cNvPicPr>
            <a:picLocks noChangeAspect="1"/>
          </p:cNvPicPr>
          <p:nvPr/>
        </p:nvPicPr>
        <p:blipFill>
          <a:blip r:embed="rId2"/>
          <a:stretch>
            <a:fillRect/>
          </a:stretch>
        </p:blipFill>
        <p:spPr>
          <a:xfrm>
            <a:off x="1427018" y="1254995"/>
            <a:ext cx="7716982" cy="5085480"/>
          </a:xfrm>
          <a:prstGeom prst="rect">
            <a:avLst/>
          </a:prstGeom>
        </p:spPr>
      </p:pic>
      <p:sp>
        <p:nvSpPr>
          <p:cNvPr id="3" name="Footer Placeholder 2"/>
          <p:cNvSpPr>
            <a:spLocks noGrp="1"/>
          </p:cNvSpPr>
          <p:nvPr>
            <p:ph type="ftr" sz="quarter" idx="10"/>
          </p:nvPr>
        </p:nvSpPr>
        <p:spPr/>
        <p:txBody>
          <a:bodyPr/>
          <a:lstStyle/>
          <a:p>
            <a:pPr>
              <a:defRPr/>
            </a:pPr>
            <a:r>
              <a:rPr lang="vi-VN" smtClean="0"/>
              <a:t>Chapter 27: Requirements management practices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sp>
        <p:nvSpPr>
          <p:cNvPr id="6" name="Content Placeholder 2"/>
          <p:cNvSpPr>
            <a:spLocks noGrp="1"/>
          </p:cNvSpPr>
          <p:nvPr>
            <p:ph idx="1"/>
          </p:nvPr>
        </p:nvSpPr>
        <p:spPr>
          <a:xfrm>
            <a:off x="0" y="1111251"/>
            <a:ext cx="4488873" cy="1534967"/>
          </a:xfrm>
        </p:spPr>
        <p:txBody>
          <a:bodyPr>
            <a:normAutofit fontScale="70000" lnSpcReduction="20000"/>
          </a:bodyPr>
          <a:lstStyle/>
          <a:p>
            <a:r>
              <a:rPr lang="en-US" dirty="0"/>
              <a:t>Requirements management includes all activities that maintain the integrity, accuracy, and </a:t>
            </a:r>
            <a:r>
              <a:rPr lang="en-US" dirty="0" smtClean="0"/>
              <a:t>currency </a:t>
            </a:r>
            <a:r>
              <a:rPr lang="en-US" sz="2000" dirty="0" smtClean="0"/>
              <a:t>(</a:t>
            </a:r>
            <a:r>
              <a:rPr lang="en-US" sz="2000" dirty="0" err="1" smtClean="0"/>
              <a:t>Sự</a:t>
            </a:r>
            <a:r>
              <a:rPr lang="en-US" sz="2000" dirty="0" smtClean="0"/>
              <a:t> </a:t>
            </a:r>
            <a:r>
              <a:rPr lang="en-US" sz="2000" dirty="0" err="1" smtClean="0"/>
              <a:t>phổ</a:t>
            </a:r>
            <a:r>
              <a:rPr lang="en-US" sz="2000" dirty="0" smtClean="0"/>
              <a:t> </a:t>
            </a:r>
            <a:r>
              <a:rPr lang="en-US" sz="2000" dirty="0" err="1" smtClean="0"/>
              <a:t>biến</a:t>
            </a:r>
            <a:r>
              <a:rPr lang="en-US" sz="2000" dirty="0" smtClean="0"/>
              <a:t>)</a:t>
            </a:r>
            <a:r>
              <a:rPr lang="en-US" dirty="0" smtClean="0"/>
              <a:t> </a:t>
            </a:r>
            <a:r>
              <a:rPr lang="en-US" dirty="0"/>
              <a:t>of requirements agreements throughout the project. </a:t>
            </a:r>
          </a:p>
        </p:txBody>
      </p:sp>
    </p:spTree>
    <p:extLst>
      <p:ext uri="{BB962C8B-B14F-4D97-AF65-F5344CB8AC3E}">
        <p14:creationId xmlns:p14="http://schemas.microsoft.com/office/powerpoint/2010/main" val="775714050"/>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2509" y="1111251"/>
            <a:ext cx="8631382" cy="5229224"/>
          </a:xfrm>
        </p:spPr>
        <p:txBody>
          <a:bodyPr>
            <a:normAutofit fontScale="92500" lnSpcReduction="20000"/>
          </a:bodyPr>
          <a:lstStyle/>
          <a:p>
            <a:r>
              <a:rPr lang="en-US" dirty="0"/>
              <a:t>Requirements development involves activities to elicit, analyze, specify, and validate a software project’s requirements. </a:t>
            </a:r>
            <a:endParaRPr lang="en-US" dirty="0" smtClean="0"/>
          </a:p>
          <a:p>
            <a:r>
              <a:rPr lang="en-US" dirty="0" smtClean="0"/>
              <a:t>Requirements </a:t>
            </a:r>
            <a:r>
              <a:rPr lang="en-US" dirty="0"/>
              <a:t>development deliverables include business requirements, user requirements, functional and nonfunctional requirements, a data dictionary, and various analysis models. </a:t>
            </a:r>
            <a:endParaRPr lang="en-US" dirty="0" smtClean="0"/>
          </a:p>
          <a:p>
            <a:r>
              <a:rPr lang="en-US" dirty="0" smtClean="0"/>
              <a:t>After </a:t>
            </a:r>
            <a:r>
              <a:rPr lang="en-US" dirty="0"/>
              <a:t>they are reviewed and approved, any defined subset of these items constitutes a </a:t>
            </a:r>
            <a:r>
              <a:rPr lang="en-US" i="1" dirty="0">
                <a:solidFill>
                  <a:srgbClr val="FF0000"/>
                </a:solidFill>
              </a:rPr>
              <a:t>requirements baseline</a:t>
            </a:r>
            <a:r>
              <a:rPr lang="en-US" dirty="0" smtClean="0"/>
              <a:t>.</a:t>
            </a:r>
          </a:p>
          <a:p>
            <a:r>
              <a:rPr lang="en-US" i="1" dirty="0" smtClean="0">
                <a:solidFill>
                  <a:srgbClr val="FF0000"/>
                </a:solidFill>
              </a:rPr>
              <a:t>A requirements </a:t>
            </a:r>
            <a:r>
              <a:rPr lang="en-US" i="1" dirty="0">
                <a:solidFill>
                  <a:srgbClr val="FF0000"/>
                </a:solidFill>
              </a:rPr>
              <a:t>baseline</a:t>
            </a:r>
            <a:r>
              <a:rPr lang="en-US" i="1" dirty="0"/>
              <a:t> </a:t>
            </a:r>
            <a:r>
              <a:rPr lang="en-US" dirty="0"/>
              <a:t>is a set of requirements that stakeholders have agreed to, often defining the contents of a specific planned release or development iteration</a:t>
            </a:r>
            <a:r>
              <a:rPr lang="en-US" dirty="0" smtClean="0"/>
              <a:t>.</a:t>
            </a:r>
          </a:p>
          <a:p>
            <a:r>
              <a:rPr lang="en-US" dirty="0"/>
              <a:t>Subsequent changes can </a:t>
            </a:r>
            <a:r>
              <a:rPr lang="en-US" i="1" dirty="0">
                <a:solidFill>
                  <a:srgbClr val="FF0000"/>
                </a:solidFill>
              </a:rPr>
              <a:t>be made only</a:t>
            </a:r>
            <a:r>
              <a:rPr lang="en-US" dirty="0"/>
              <a:t> through the project’s defined </a:t>
            </a:r>
            <a:r>
              <a:rPr lang="en-US" dirty="0">
                <a:solidFill>
                  <a:srgbClr val="FF0000"/>
                </a:solidFill>
              </a:rPr>
              <a:t>change control procedure</a:t>
            </a:r>
            <a:r>
              <a:rPr lang="en-US" dirty="0"/>
              <a:t>. </a:t>
            </a:r>
          </a:p>
        </p:txBody>
      </p:sp>
      <p:sp>
        <p:nvSpPr>
          <p:cNvPr id="2" name="Title 1"/>
          <p:cNvSpPr>
            <a:spLocks noGrp="1"/>
          </p:cNvSpPr>
          <p:nvPr>
            <p:ph type="title"/>
          </p:nvPr>
        </p:nvSpPr>
        <p:spPr/>
        <p:txBody>
          <a:bodyPr>
            <a:normAutofit/>
          </a:bodyPr>
          <a:lstStyle/>
          <a:p>
            <a:r>
              <a:rPr lang="en-US" dirty="0" smtClean="0"/>
              <a:t>Requirements baseline</a:t>
            </a:r>
            <a:endParaRPr lang="en-US" dirty="0"/>
          </a:p>
        </p:txBody>
      </p:sp>
      <p:sp>
        <p:nvSpPr>
          <p:cNvPr id="4" name="Footer Placeholder 3"/>
          <p:cNvSpPr>
            <a:spLocks noGrp="1"/>
          </p:cNvSpPr>
          <p:nvPr>
            <p:ph type="ftr" sz="quarter" idx="10"/>
          </p:nvPr>
        </p:nvSpPr>
        <p:spPr/>
        <p:txBody>
          <a:bodyPr/>
          <a:lstStyle/>
          <a:p>
            <a:pPr>
              <a:defRPr/>
            </a:pPr>
            <a:r>
              <a:rPr lang="vi-VN" smtClean="0"/>
              <a:t>Chapter 27: Requirements management practices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Tree>
    <p:extLst>
      <p:ext uri="{BB962C8B-B14F-4D97-AF65-F5344CB8AC3E}">
        <p14:creationId xmlns:p14="http://schemas.microsoft.com/office/powerpoint/2010/main" val="3935045690"/>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8545" y="1111251"/>
            <a:ext cx="8825346" cy="5229224"/>
          </a:xfrm>
        </p:spPr>
        <p:txBody>
          <a:bodyPr>
            <a:normAutofit fontScale="77500" lnSpcReduction="20000"/>
          </a:bodyPr>
          <a:lstStyle/>
          <a:p>
            <a:r>
              <a:rPr lang="en-US" dirty="0"/>
              <a:t>Version control—uniquely identifying different versions of an item—applies at the level of both individual requirements and requirements sets, most commonly represented in the form of documents. </a:t>
            </a:r>
            <a:endParaRPr lang="en-US" dirty="0" smtClean="0"/>
          </a:p>
          <a:p>
            <a:r>
              <a:rPr lang="en-US" dirty="0" smtClean="0"/>
              <a:t>Begin </a:t>
            </a:r>
            <a:r>
              <a:rPr lang="en-US" dirty="0"/>
              <a:t>version control as soon as you draft a requirement or a document so you can retain a history of changes made</a:t>
            </a:r>
            <a:r>
              <a:rPr lang="en-US" dirty="0" smtClean="0"/>
              <a:t>.</a:t>
            </a:r>
          </a:p>
          <a:p>
            <a:r>
              <a:rPr lang="en-US" dirty="0"/>
              <a:t>Every version of the requirements must be uniquely identified. Every team member must be able to access the current version of the requirements. </a:t>
            </a:r>
            <a:endParaRPr lang="en-US" dirty="0" smtClean="0"/>
          </a:p>
          <a:p>
            <a:r>
              <a:rPr lang="en-US" dirty="0" smtClean="0"/>
              <a:t>Changes </a:t>
            </a:r>
            <a:r>
              <a:rPr lang="en-US" dirty="0"/>
              <a:t>must be clearly documented and </a:t>
            </a:r>
            <a:r>
              <a:rPr lang="en-US" dirty="0" smtClean="0"/>
              <a:t>communicated </a:t>
            </a:r>
            <a:r>
              <a:rPr lang="en-US" sz="2100" dirty="0" smtClean="0"/>
              <a:t>(</a:t>
            </a:r>
            <a:r>
              <a:rPr lang="en-US" sz="2100" dirty="0" err="1" smtClean="0"/>
              <a:t>truyền</a:t>
            </a:r>
            <a:r>
              <a:rPr lang="en-US" sz="2100" dirty="0" smtClean="0"/>
              <a:t> đạt) </a:t>
            </a:r>
            <a:r>
              <a:rPr lang="en-US" dirty="0"/>
              <a:t>to everyone affected. </a:t>
            </a:r>
            <a:endParaRPr lang="en-US" dirty="0" smtClean="0"/>
          </a:p>
          <a:p>
            <a:r>
              <a:rPr lang="en-US" dirty="0" smtClean="0"/>
              <a:t>To </a:t>
            </a:r>
            <a:r>
              <a:rPr lang="en-US" dirty="0"/>
              <a:t>minimize confusion and miscommunication, permit only designated individuals to update the requirements, and make sure that the version identifier changes whenever an update is made. </a:t>
            </a:r>
            <a:endParaRPr lang="en-US" dirty="0" smtClean="0"/>
          </a:p>
          <a:p>
            <a:r>
              <a:rPr lang="en-US" dirty="0" smtClean="0"/>
              <a:t>Each circulated </a:t>
            </a:r>
            <a:r>
              <a:rPr lang="en-US" sz="2100" dirty="0" smtClean="0"/>
              <a:t>(</a:t>
            </a:r>
            <a:r>
              <a:rPr lang="en-US" sz="2100" dirty="0" err="1" smtClean="0"/>
              <a:t>lưu</a:t>
            </a:r>
            <a:r>
              <a:rPr lang="en-US" sz="2100" dirty="0" smtClean="0"/>
              <a:t> </a:t>
            </a:r>
            <a:r>
              <a:rPr lang="en-US" sz="2100" dirty="0" err="1" smtClean="0"/>
              <a:t>hành</a:t>
            </a:r>
            <a:r>
              <a:rPr lang="en-US" sz="2100" dirty="0" smtClean="0"/>
              <a:t>)</a:t>
            </a:r>
            <a:r>
              <a:rPr lang="en-US" dirty="0" smtClean="0"/>
              <a:t> version </a:t>
            </a:r>
            <a:r>
              <a:rPr lang="en-US" dirty="0"/>
              <a:t>of a requirements document </a:t>
            </a:r>
            <a:r>
              <a:rPr lang="en-US" dirty="0" smtClean="0"/>
              <a:t>should </a:t>
            </a:r>
            <a:r>
              <a:rPr lang="en-US" dirty="0"/>
              <a:t>include a revision history that identifies the changes made, the date of each change, the individual who made the change, and the reason for each change.</a:t>
            </a:r>
            <a:endParaRPr lang="en-US" dirty="0" smtClean="0"/>
          </a:p>
        </p:txBody>
      </p:sp>
      <p:sp>
        <p:nvSpPr>
          <p:cNvPr id="2" name="Title 1"/>
          <p:cNvSpPr>
            <a:spLocks noGrp="1"/>
          </p:cNvSpPr>
          <p:nvPr>
            <p:ph type="title"/>
          </p:nvPr>
        </p:nvSpPr>
        <p:spPr/>
        <p:txBody>
          <a:bodyPr>
            <a:normAutofit/>
          </a:bodyPr>
          <a:lstStyle/>
          <a:p>
            <a:r>
              <a:rPr lang="en-US" dirty="0" smtClean="0"/>
              <a:t>Requirements version control</a:t>
            </a:r>
            <a:endParaRPr lang="en-US" dirty="0"/>
          </a:p>
        </p:txBody>
      </p:sp>
      <p:sp>
        <p:nvSpPr>
          <p:cNvPr id="4" name="Footer Placeholder 3"/>
          <p:cNvSpPr>
            <a:spLocks noGrp="1"/>
          </p:cNvSpPr>
          <p:nvPr>
            <p:ph type="ftr" sz="quarter" idx="10"/>
          </p:nvPr>
        </p:nvSpPr>
        <p:spPr/>
        <p:txBody>
          <a:bodyPr/>
          <a:lstStyle/>
          <a:p>
            <a:pPr>
              <a:defRPr/>
            </a:pPr>
            <a:r>
              <a:rPr lang="vi-VN" smtClean="0"/>
              <a:t>Chapter 27: Requirements management practices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Tree>
    <p:extLst>
      <p:ext uri="{BB962C8B-B14F-4D97-AF65-F5344CB8AC3E}">
        <p14:creationId xmlns:p14="http://schemas.microsoft.com/office/powerpoint/2010/main" val="3228451903"/>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11250"/>
            <a:ext cx="8811491" cy="5245099"/>
          </a:xfrm>
        </p:spPr>
        <p:txBody>
          <a:bodyPr>
            <a:normAutofit fontScale="77500" lnSpcReduction="20000"/>
          </a:bodyPr>
          <a:lstStyle/>
          <a:p>
            <a:r>
              <a:rPr lang="en-US" dirty="0"/>
              <a:t>Think of each requirement as an object with properties that distinguish it from other requirements. </a:t>
            </a:r>
            <a:endParaRPr lang="en-US" dirty="0" smtClean="0"/>
          </a:p>
          <a:p>
            <a:r>
              <a:rPr lang="en-US" dirty="0" smtClean="0"/>
              <a:t>In </a:t>
            </a:r>
            <a:r>
              <a:rPr lang="en-US" dirty="0"/>
              <a:t>addition to </a:t>
            </a:r>
            <a:r>
              <a:rPr lang="en-US" sz="1900" dirty="0" smtClean="0"/>
              <a:t>(</a:t>
            </a:r>
            <a:r>
              <a:rPr lang="en-US" sz="1900" dirty="0" err="1" smtClean="0"/>
              <a:t>ngoài</a:t>
            </a:r>
            <a:r>
              <a:rPr lang="en-US" sz="1900" dirty="0" smtClean="0"/>
              <a:t>)</a:t>
            </a:r>
            <a:r>
              <a:rPr lang="en-US" sz="2400" dirty="0" smtClean="0"/>
              <a:t> </a:t>
            </a:r>
            <a:r>
              <a:rPr lang="en-US" dirty="0" smtClean="0"/>
              <a:t>its </a:t>
            </a:r>
            <a:r>
              <a:rPr lang="en-US" dirty="0"/>
              <a:t>textual description, each requirement should have supporting pieces of information or </a:t>
            </a:r>
            <a:r>
              <a:rPr lang="en-US" i="1" dirty="0">
                <a:solidFill>
                  <a:srgbClr val="003399"/>
                </a:solidFill>
              </a:rPr>
              <a:t>attributes</a:t>
            </a:r>
            <a:r>
              <a:rPr lang="en-US" i="1" dirty="0"/>
              <a:t> </a:t>
            </a:r>
            <a:r>
              <a:rPr lang="en-US" dirty="0"/>
              <a:t>associated with it. These attributes establish a context and background for each requirement</a:t>
            </a:r>
            <a:r>
              <a:rPr lang="en-US" dirty="0" smtClean="0"/>
              <a:t>.</a:t>
            </a:r>
          </a:p>
          <a:p>
            <a:r>
              <a:rPr lang="en-US" dirty="0"/>
              <a:t>Following is a list of potential requirement attributes to consider:</a:t>
            </a:r>
            <a:endParaRPr lang="en-US" dirty="0" smtClean="0"/>
          </a:p>
          <a:p>
            <a:pPr lvl="1"/>
            <a:r>
              <a:rPr lang="en-US" dirty="0" smtClean="0"/>
              <a:t>Date </a:t>
            </a:r>
            <a:r>
              <a:rPr lang="en-US" dirty="0"/>
              <a:t>the requirement was </a:t>
            </a:r>
            <a:r>
              <a:rPr lang="en-US" dirty="0" smtClean="0"/>
              <a:t>created.</a:t>
            </a:r>
          </a:p>
          <a:p>
            <a:pPr lvl="1"/>
            <a:r>
              <a:rPr lang="en-US" dirty="0" smtClean="0"/>
              <a:t> Current </a:t>
            </a:r>
            <a:r>
              <a:rPr lang="en-US" dirty="0"/>
              <a:t>version number of the </a:t>
            </a:r>
            <a:r>
              <a:rPr lang="en-US" dirty="0" smtClean="0"/>
              <a:t>requirement.</a:t>
            </a:r>
          </a:p>
          <a:p>
            <a:pPr lvl="1"/>
            <a:r>
              <a:rPr lang="en-US" dirty="0" smtClean="0"/>
              <a:t> Author </a:t>
            </a:r>
            <a:r>
              <a:rPr lang="en-US" dirty="0"/>
              <a:t>who wrote the </a:t>
            </a:r>
            <a:r>
              <a:rPr lang="en-US" dirty="0" smtClean="0"/>
              <a:t>requirement.</a:t>
            </a:r>
          </a:p>
          <a:p>
            <a:pPr lvl="1"/>
            <a:r>
              <a:rPr lang="en-US" dirty="0" smtClean="0"/>
              <a:t> Priority.</a:t>
            </a:r>
          </a:p>
          <a:p>
            <a:pPr lvl="1"/>
            <a:r>
              <a:rPr lang="en-US" dirty="0" smtClean="0"/>
              <a:t>Status.</a:t>
            </a:r>
          </a:p>
          <a:p>
            <a:pPr lvl="1"/>
            <a:r>
              <a:rPr lang="en-US" dirty="0" smtClean="0"/>
              <a:t>Origin </a:t>
            </a:r>
            <a:r>
              <a:rPr lang="en-US" dirty="0"/>
              <a:t>or source of the </a:t>
            </a:r>
            <a:r>
              <a:rPr lang="en-US" dirty="0" smtClean="0"/>
              <a:t>requirement.</a:t>
            </a:r>
          </a:p>
          <a:p>
            <a:pPr lvl="1"/>
            <a:r>
              <a:rPr lang="en-US" dirty="0" smtClean="0"/>
              <a:t> Rationale </a:t>
            </a:r>
            <a:r>
              <a:rPr lang="en-US" dirty="0"/>
              <a:t>behind the </a:t>
            </a:r>
            <a:r>
              <a:rPr lang="en-US" dirty="0" smtClean="0"/>
              <a:t>requirement.</a:t>
            </a:r>
          </a:p>
          <a:p>
            <a:pPr lvl="1"/>
            <a:r>
              <a:rPr lang="en-US" dirty="0" smtClean="0"/>
              <a:t> Release </a:t>
            </a:r>
            <a:r>
              <a:rPr lang="en-US" dirty="0"/>
              <a:t>number or iteration to which the requirement is </a:t>
            </a:r>
            <a:r>
              <a:rPr lang="en-US" dirty="0" smtClean="0"/>
              <a:t>allocated.</a:t>
            </a:r>
          </a:p>
          <a:p>
            <a:pPr lvl="1"/>
            <a:r>
              <a:rPr lang="en-US" dirty="0" smtClean="0"/>
              <a:t>Stakeholder </a:t>
            </a:r>
            <a:r>
              <a:rPr lang="en-US" dirty="0"/>
              <a:t>to contact with questions or to make decisions about proposed </a:t>
            </a:r>
            <a:r>
              <a:rPr lang="en-US" dirty="0" smtClean="0"/>
              <a:t>changes.</a:t>
            </a:r>
          </a:p>
          <a:p>
            <a:pPr lvl="1"/>
            <a:r>
              <a:rPr lang="en-US" dirty="0" smtClean="0"/>
              <a:t>Validation </a:t>
            </a:r>
            <a:r>
              <a:rPr lang="en-US" dirty="0"/>
              <a:t>method to be used or acceptance </a:t>
            </a:r>
            <a:r>
              <a:rPr lang="en-US" dirty="0" smtClean="0"/>
              <a:t>criteria.</a:t>
            </a:r>
            <a:endParaRPr lang="en-US" dirty="0"/>
          </a:p>
        </p:txBody>
      </p:sp>
      <p:sp>
        <p:nvSpPr>
          <p:cNvPr id="2" name="Title 1"/>
          <p:cNvSpPr>
            <a:spLocks noGrp="1"/>
          </p:cNvSpPr>
          <p:nvPr>
            <p:ph type="title"/>
          </p:nvPr>
        </p:nvSpPr>
        <p:spPr/>
        <p:txBody>
          <a:bodyPr>
            <a:normAutofit/>
          </a:bodyPr>
          <a:lstStyle/>
          <a:p>
            <a:r>
              <a:rPr lang="en-US" dirty="0"/>
              <a:t>Requirement </a:t>
            </a:r>
            <a:r>
              <a:rPr lang="en-US" dirty="0" smtClean="0"/>
              <a:t>attributes</a:t>
            </a:r>
            <a:endParaRPr lang="en-US" dirty="0"/>
          </a:p>
        </p:txBody>
      </p:sp>
      <p:sp>
        <p:nvSpPr>
          <p:cNvPr id="4" name="Footer Placeholder 3"/>
          <p:cNvSpPr>
            <a:spLocks noGrp="1"/>
          </p:cNvSpPr>
          <p:nvPr>
            <p:ph type="ftr" sz="quarter" idx="10"/>
          </p:nvPr>
        </p:nvSpPr>
        <p:spPr/>
        <p:txBody>
          <a:bodyPr/>
          <a:lstStyle/>
          <a:p>
            <a:pPr>
              <a:defRPr/>
            </a:pPr>
            <a:r>
              <a:rPr lang="vi-VN" smtClean="0"/>
              <a:t>Chapter 27: Requirements management practices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Tree>
    <p:extLst>
      <p:ext uri="{BB962C8B-B14F-4D97-AF65-F5344CB8AC3E}">
        <p14:creationId xmlns:p14="http://schemas.microsoft.com/office/powerpoint/2010/main" val="2693025488"/>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Tracking requirements status</a:t>
            </a:r>
          </a:p>
        </p:txBody>
      </p:sp>
      <p:sp>
        <p:nvSpPr>
          <p:cNvPr id="3" name="Footer Placeholder 2"/>
          <p:cNvSpPr>
            <a:spLocks noGrp="1"/>
          </p:cNvSpPr>
          <p:nvPr>
            <p:ph type="ftr" sz="quarter" idx="10"/>
          </p:nvPr>
        </p:nvSpPr>
        <p:spPr/>
        <p:txBody>
          <a:bodyPr/>
          <a:lstStyle/>
          <a:p>
            <a:pPr>
              <a:defRPr/>
            </a:pPr>
            <a:r>
              <a:rPr lang="vi-VN" smtClean="0"/>
              <a:t>Chapter 27: Requirements management practices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sp>
        <p:nvSpPr>
          <p:cNvPr id="6" name="Content Placeholder 2"/>
          <p:cNvSpPr>
            <a:spLocks noGrp="1"/>
          </p:cNvSpPr>
          <p:nvPr>
            <p:ph idx="1"/>
          </p:nvPr>
        </p:nvSpPr>
        <p:spPr>
          <a:xfrm>
            <a:off x="152400" y="1111250"/>
            <a:ext cx="8811491" cy="5245099"/>
          </a:xfrm>
        </p:spPr>
        <p:txBody>
          <a:bodyPr>
            <a:normAutofit/>
          </a:bodyPr>
          <a:lstStyle/>
          <a:p>
            <a:r>
              <a:rPr lang="en-US" dirty="0"/>
              <a:t>Like nearly everyone, software developers are sometimes overly optimistic when they report how much of a task is </a:t>
            </a:r>
            <a:r>
              <a:rPr lang="en-US" dirty="0" smtClean="0"/>
              <a:t>complete.</a:t>
            </a:r>
          </a:p>
          <a:p>
            <a:r>
              <a:rPr lang="en-US" dirty="0"/>
              <a:t>Tracking status means comparing where you really are at a particular time </a:t>
            </a:r>
            <a:r>
              <a:rPr lang="en-US" dirty="0" smtClean="0"/>
              <a:t>against</a:t>
            </a:r>
            <a:r>
              <a:rPr lang="en-US" sz="1800" dirty="0" smtClean="0"/>
              <a:t> (so </a:t>
            </a:r>
            <a:r>
              <a:rPr lang="en-US" sz="1800" dirty="0" err="1" smtClean="0"/>
              <a:t>với</a:t>
            </a:r>
            <a:r>
              <a:rPr lang="en-US" sz="1800" dirty="0" smtClean="0"/>
              <a:t>)</a:t>
            </a:r>
            <a:r>
              <a:rPr lang="en-US" dirty="0" smtClean="0"/>
              <a:t> </a:t>
            </a:r>
            <a:r>
              <a:rPr lang="en-US" dirty="0"/>
              <a:t>the expectation of what “complete” means for this development </a:t>
            </a:r>
            <a:r>
              <a:rPr lang="en-US" dirty="0" smtClean="0"/>
              <a:t>cycle.</a:t>
            </a:r>
          </a:p>
          <a:p>
            <a:r>
              <a:rPr lang="en-US" dirty="0" smtClean="0"/>
              <a:t>Next slide shows you the suggested requirement statuses.</a:t>
            </a:r>
          </a:p>
        </p:txBody>
      </p:sp>
    </p:spTree>
    <p:extLst>
      <p:ext uri="{BB962C8B-B14F-4D97-AF65-F5344CB8AC3E}">
        <p14:creationId xmlns:p14="http://schemas.microsoft.com/office/powerpoint/2010/main" val="2129632580"/>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Tracking requirements status</a:t>
            </a:r>
          </a:p>
        </p:txBody>
      </p:sp>
      <p:pic>
        <p:nvPicPr>
          <p:cNvPr id="4" name="Picture 3"/>
          <p:cNvPicPr>
            <a:picLocks noChangeAspect="1"/>
          </p:cNvPicPr>
          <p:nvPr/>
        </p:nvPicPr>
        <p:blipFill>
          <a:blip r:embed="rId3"/>
          <a:stretch>
            <a:fillRect/>
          </a:stretch>
        </p:blipFill>
        <p:spPr>
          <a:xfrm>
            <a:off x="457200" y="1111251"/>
            <a:ext cx="8159094" cy="5152474"/>
          </a:xfrm>
          <a:prstGeom prst="rect">
            <a:avLst/>
          </a:prstGeom>
        </p:spPr>
      </p:pic>
      <p:sp>
        <p:nvSpPr>
          <p:cNvPr id="3" name="Footer Placeholder 2"/>
          <p:cNvSpPr>
            <a:spLocks noGrp="1"/>
          </p:cNvSpPr>
          <p:nvPr>
            <p:ph type="ftr" sz="quarter" idx="10"/>
          </p:nvPr>
        </p:nvSpPr>
        <p:spPr/>
        <p:txBody>
          <a:bodyPr/>
          <a:lstStyle/>
          <a:p>
            <a:pPr>
              <a:defRPr/>
            </a:pPr>
            <a:r>
              <a:rPr lang="vi-VN" smtClean="0"/>
              <a:t>Chapter 27: Requirements management practices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spTree>
    <p:extLst>
      <p:ext uri="{BB962C8B-B14F-4D97-AF65-F5344CB8AC3E}">
        <p14:creationId xmlns:p14="http://schemas.microsoft.com/office/powerpoint/2010/main" val="4252260560"/>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882" y="1111251"/>
            <a:ext cx="8829207" cy="5245099"/>
          </a:xfrm>
        </p:spPr>
        <p:txBody>
          <a:bodyPr>
            <a:normAutofit lnSpcReduction="10000"/>
          </a:bodyPr>
          <a:lstStyle/>
          <a:p>
            <a:r>
              <a:rPr lang="en-US" dirty="0"/>
              <a:t>Numerous questions, decisions, and issues related to requirements will arise during the course of a </a:t>
            </a:r>
            <a:r>
              <a:rPr lang="en-US" dirty="0" smtClean="0"/>
              <a:t>project.</a:t>
            </a:r>
          </a:p>
          <a:p>
            <a:r>
              <a:rPr lang="en-US" dirty="0" smtClean="0"/>
              <a:t>Potential </a:t>
            </a:r>
            <a:r>
              <a:rPr lang="en-US" dirty="0"/>
              <a:t>issues include items flagged as TBD, pending decisions, information that is needed, and conflicts awaiting resolution. </a:t>
            </a:r>
            <a:r>
              <a:rPr lang="en-US" dirty="0" smtClean="0"/>
              <a:t>Issues </a:t>
            </a:r>
            <a:r>
              <a:rPr lang="en-US" dirty="0"/>
              <a:t>from multiple requirements reviews are collected so that no issue ever gets lost</a:t>
            </a:r>
            <a:r>
              <a:rPr lang="en-US" dirty="0" smtClean="0"/>
              <a:t>.</a:t>
            </a:r>
          </a:p>
          <a:p>
            <a:r>
              <a:rPr lang="en-US" dirty="0" smtClean="0"/>
              <a:t>Some of </a:t>
            </a:r>
            <a:r>
              <a:rPr lang="en-US" dirty="0"/>
              <a:t>the benefits of using an issue-tracking tool are:</a:t>
            </a:r>
            <a:endParaRPr lang="en-US" dirty="0" smtClean="0"/>
          </a:p>
          <a:p>
            <a:pPr lvl="1"/>
            <a:r>
              <a:rPr lang="en-US" dirty="0" smtClean="0"/>
              <a:t>The </a:t>
            </a:r>
            <a:r>
              <a:rPr lang="en-US" dirty="0"/>
              <a:t>project manager can easily see the current status of all issues. </a:t>
            </a:r>
          </a:p>
          <a:p>
            <a:pPr lvl="1"/>
            <a:r>
              <a:rPr lang="en-US" dirty="0" smtClean="0"/>
              <a:t>A </a:t>
            </a:r>
            <a:r>
              <a:rPr lang="en-US" dirty="0"/>
              <a:t>single owner can be assigned to each issue. </a:t>
            </a:r>
          </a:p>
          <a:p>
            <a:pPr lvl="1"/>
            <a:r>
              <a:rPr lang="en-US" dirty="0" smtClean="0"/>
              <a:t>The </a:t>
            </a:r>
            <a:r>
              <a:rPr lang="en-US" dirty="0"/>
              <a:t>history of discussion around an issue can be retained. </a:t>
            </a:r>
          </a:p>
          <a:p>
            <a:pPr lvl="1"/>
            <a:r>
              <a:rPr lang="en-US" dirty="0" smtClean="0"/>
              <a:t>The </a:t>
            </a:r>
            <a:r>
              <a:rPr lang="en-US" dirty="0"/>
              <a:t>team can begin development earlier with a known set of open issues rather than having to wait until the SRS is complete. </a:t>
            </a:r>
          </a:p>
        </p:txBody>
      </p:sp>
      <p:sp>
        <p:nvSpPr>
          <p:cNvPr id="2" name="Title 1"/>
          <p:cNvSpPr>
            <a:spLocks noGrp="1"/>
          </p:cNvSpPr>
          <p:nvPr>
            <p:ph type="title"/>
          </p:nvPr>
        </p:nvSpPr>
        <p:spPr/>
        <p:txBody>
          <a:bodyPr>
            <a:normAutofit/>
          </a:bodyPr>
          <a:lstStyle/>
          <a:p>
            <a:r>
              <a:rPr lang="en-US" dirty="0"/>
              <a:t>Resolving requirements </a:t>
            </a:r>
            <a:r>
              <a:rPr lang="en-US" dirty="0" smtClean="0"/>
              <a:t>issues</a:t>
            </a:r>
            <a:endParaRPr lang="en-US" dirty="0"/>
          </a:p>
        </p:txBody>
      </p:sp>
      <p:sp>
        <p:nvSpPr>
          <p:cNvPr id="4" name="Footer Placeholder 3"/>
          <p:cNvSpPr>
            <a:spLocks noGrp="1"/>
          </p:cNvSpPr>
          <p:nvPr>
            <p:ph type="ftr" sz="quarter" idx="10"/>
          </p:nvPr>
        </p:nvSpPr>
        <p:spPr/>
        <p:txBody>
          <a:bodyPr/>
          <a:lstStyle/>
          <a:p>
            <a:pPr>
              <a:defRPr/>
            </a:pPr>
            <a:r>
              <a:rPr lang="vi-VN" smtClean="0"/>
              <a:t>Chapter 27: Requirements management practices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spTree>
    <p:extLst>
      <p:ext uri="{BB962C8B-B14F-4D97-AF65-F5344CB8AC3E}">
        <p14:creationId xmlns:p14="http://schemas.microsoft.com/office/powerpoint/2010/main" val="1619529921"/>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Common types </a:t>
            </a:r>
            <a:r>
              <a:rPr lang="en-US" dirty="0" smtClean="0"/>
              <a:t>of requirements </a:t>
            </a:r>
            <a:r>
              <a:rPr lang="en-US" dirty="0"/>
              <a:t>issues </a:t>
            </a:r>
          </a:p>
        </p:txBody>
      </p:sp>
      <p:pic>
        <p:nvPicPr>
          <p:cNvPr id="4" name="Picture 3"/>
          <p:cNvPicPr>
            <a:picLocks noChangeAspect="1"/>
          </p:cNvPicPr>
          <p:nvPr/>
        </p:nvPicPr>
        <p:blipFill>
          <a:blip r:embed="rId2"/>
          <a:stretch>
            <a:fillRect/>
          </a:stretch>
        </p:blipFill>
        <p:spPr>
          <a:xfrm>
            <a:off x="269566" y="3222885"/>
            <a:ext cx="8493434" cy="2969927"/>
          </a:xfrm>
          <a:prstGeom prst="rect">
            <a:avLst/>
          </a:prstGeom>
        </p:spPr>
      </p:pic>
      <p:sp>
        <p:nvSpPr>
          <p:cNvPr id="3" name="Footer Placeholder 2"/>
          <p:cNvSpPr>
            <a:spLocks noGrp="1"/>
          </p:cNvSpPr>
          <p:nvPr>
            <p:ph type="ftr" sz="quarter" idx="10"/>
          </p:nvPr>
        </p:nvSpPr>
        <p:spPr/>
        <p:txBody>
          <a:bodyPr/>
          <a:lstStyle/>
          <a:p>
            <a:pPr>
              <a:defRPr/>
            </a:pPr>
            <a:r>
              <a:rPr lang="vi-VN" smtClean="0"/>
              <a:t>Chapter 27: Requirements management practices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
        <p:nvSpPr>
          <p:cNvPr id="6" name="Content Placeholder 2"/>
          <p:cNvSpPr>
            <a:spLocks noGrp="1"/>
          </p:cNvSpPr>
          <p:nvPr>
            <p:ph idx="1"/>
          </p:nvPr>
        </p:nvSpPr>
        <p:spPr>
          <a:xfrm>
            <a:off x="179882" y="1111251"/>
            <a:ext cx="8829207" cy="1963971"/>
          </a:xfrm>
        </p:spPr>
        <p:txBody>
          <a:bodyPr>
            <a:normAutofit fontScale="77500" lnSpcReduction="20000"/>
          </a:bodyPr>
          <a:lstStyle/>
          <a:p>
            <a:r>
              <a:rPr lang="en-US" dirty="0" smtClean="0"/>
              <a:t>Nearly </a:t>
            </a:r>
            <a:r>
              <a:rPr lang="en-US" sz="2100" dirty="0" smtClean="0"/>
              <a:t>(</a:t>
            </a:r>
            <a:r>
              <a:rPr lang="en-US" sz="2100" dirty="0" err="1" smtClean="0"/>
              <a:t>gần</a:t>
            </a:r>
            <a:r>
              <a:rPr lang="en-US" sz="2100" dirty="0" smtClean="0"/>
              <a:t> </a:t>
            </a:r>
            <a:r>
              <a:rPr lang="en-US" sz="2100" dirty="0" err="1" smtClean="0"/>
              <a:t>như</a:t>
            </a:r>
            <a:r>
              <a:rPr lang="en-US" sz="2100" dirty="0" smtClean="0"/>
              <a:t>)</a:t>
            </a:r>
            <a:r>
              <a:rPr lang="en-US" dirty="0" smtClean="0"/>
              <a:t> </a:t>
            </a:r>
            <a:r>
              <a:rPr lang="en-US" dirty="0"/>
              <a:t>all of the defects logged early in a project are related to issues in the requirements, such as asking for clarification on a requirement, scope decisions, questions about development feasibility, and to-do items on the requirements </a:t>
            </a:r>
            <a:r>
              <a:rPr lang="en-US" dirty="0" smtClean="0"/>
              <a:t>themselves.</a:t>
            </a:r>
          </a:p>
          <a:p>
            <a:r>
              <a:rPr lang="en-US" dirty="0"/>
              <a:t>All stakeholders can log questions as they review the requirements. Table 27-2 lists several common types of requirements issues that can arise.</a:t>
            </a:r>
          </a:p>
        </p:txBody>
      </p:sp>
    </p:spTree>
    <p:extLst>
      <p:ext uri="{BB962C8B-B14F-4D97-AF65-F5344CB8AC3E}">
        <p14:creationId xmlns:p14="http://schemas.microsoft.com/office/powerpoint/2010/main" val="4077981453"/>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9861" y="1064301"/>
            <a:ext cx="8694295" cy="5276173"/>
          </a:xfrm>
        </p:spPr>
        <p:txBody>
          <a:bodyPr>
            <a:normAutofit fontScale="92500"/>
          </a:bodyPr>
          <a:lstStyle/>
          <a:p>
            <a:r>
              <a:rPr lang="en-US" dirty="0"/>
              <a:t>As with requirements development, your project plan should include tasks and resources for the requirements management activities described in this chapter</a:t>
            </a:r>
            <a:r>
              <a:rPr lang="en-US" dirty="0" smtClean="0"/>
              <a:t>.</a:t>
            </a:r>
          </a:p>
          <a:p>
            <a:r>
              <a:rPr lang="en-US" dirty="0"/>
              <a:t>Record the number of hours spent on </a:t>
            </a:r>
            <a:r>
              <a:rPr lang="en-US" i="1" dirty="0">
                <a:solidFill>
                  <a:srgbClr val="FF0000"/>
                </a:solidFill>
              </a:rPr>
              <a:t>requirements development activities</a:t>
            </a:r>
            <a:r>
              <a:rPr lang="en-US" dirty="0"/>
              <a:t> such as the following:</a:t>
            </a:r>
            <a:endParaRPr lang="en-US" dirty="0" smtClean="0"/>
          </a:p>
          <a:p>
            <a:pPr lvl="1"/>
            <a:r>
              <a:rPr lang="en-US" dirty="0" smtClean="0"/>
              <a:t>Planning </a:t>
            </a:r>
            <a:r>
              <a:rPr lang="en-US" dirty="0"/>
              <a:t>requirements-related activities for the </a:t>
            </a:r>
            <a:r>
              <a:rPr lang="en-US" dirty="0" smtClean="0"/>
              <a:t>project.</a:t>
            </a:r>
          </a:p>
          <a:p>
            <a:pPr lvl="1"/>
            <a:r>
              <a:rPr lang="en-US" dirty="0" smtClean="0"/>
              <a:t>Holding </a:t>
            </a:r>
            <a:r>
              <a:rPr lang="en-US" dirty="0"/>
              <a:t>workshops and interviews, analyzing documents, and performing other elicitation </a:t>
            </a:r>
            <a:r>
              <a:rPr lang="en-US" dirty="0" smtClean="0"/>
              <a:t>activities.</a:t>
            </a:r>
          </a:p>
          <a:p>
            <a:pPr lvl="1"/>
            <a:r>
              <a:rPr lang="en-US" dirty="0" smtClean="0"/>
              <a:t>Writing </a:t>
            </a:r>
            <a:r>
              <a:rPr lang="en-US" dirty="0"/>
              <a:t>requirements specifications, creating analysis models, and prioritizing </a:t>
            </a:r>
            <a:r>
              <a:rPr lang="en-US" dirty="0" smtClean="0"/>
              <a:t>requirements.</a:t>
            </a:r>
          </a:p>
          <a:p>
            <a:pPr lvl="1"/>
            <a:r>
              <a:rPr lang="en-US" dirty="0" smtClean="0"/>
              <a:t>Creating </a:t>
            </a:r>
            <a:r>
              <a:rPr lang="en-US" dirty="0"/>
              <a:t>and evaluating prototypes intended to assist with requirements </a:t>
            </a:r>
            <a:r>
              <a:rPr lang="en-US" dirty="0" smtClean="0"/>
              <a:t>development.</a:t>
            </a:r>
          </a:p>
          <a:p>
            <a:pPr lvl="1"/>
            <a:r>
              <a:rPr lang="en-US" dirty="0" smtClean="0"/>
              <a:t>Reviewing </a:t>
            </a:r>
            <a:r>
              <a:rPr lang="en-US" dirty="0"/>
              <a:t>requirements and performing other validation </a:t>
            </a:r>
            <a:r>
              <a:rPr lang="en-US" dirty="0" smtClean="0"/>
              <a:t>activities.</a:t>
            </a:r>
          </a:p>
        </p:txBody>
      </p:sp>
      <p:sp>
        <p:nvSpPr>
          <p:cNvPr id="2" name="Title 1"/>
          <p:cNvSpPr>
            <a:spLocks noGrp="1"/>
          </p:cNvSpPr>
          <p:nvPr>
            <p:ph type="title"/>
          </p:nvPr>
        </p:nvSpPr>
        <p:spPr>
          <a:xfrm>
            <a:off x="2332309" y="12139"/>
            <a:ext cx="6811691" cy="1052161"/>
          </a:xfrm>
        </p:spPr>
        <p:txBody>
          <a:bodyPr>
            <a:normAutofit/>
          </a:bodyPr>
          <a:lstStyle/>
          <a:p>
            <a:r>
              <a:rPr lang="en-US" dirty="0"/>
              <a:t>Measuring requirements </a:t>
            </a:r>
            <a:r>
              <a:rPr lang="en-US" dirty="0" smtClean="0"/>
              <a:t>effort</a:t>
            </a:r>
            <a:endParaRPr lang="en-US" dirty="0"/>
          </a:p>
        </p:txBody>
      </p:sp>
      <p:sp>
        <p:nvSpPr>
          <p:cNvPr id="4" name="Footer Placeholder 3"/>
          <p:cNvSpPr>
            <a:spLocks noGrp="1"/>
          </p:cNvSpPr>
          <p:nvPr>
            <p:ph type="ftr" sz="quarter" idx="10"/>
          </p:nvPr>
        </p:nvSpPr>
        <p:spPr/>
        <p:txBody>
          <a:bodyPr/>
          <a:lstStyle/>
          <a:p>
            <a:pPr>
              <a:defRPr/>
            </a:pPr>
            <a:r>
              <a:rPr lang="vi-VN" smtClean="0"/>
              <a:t>Chapter 27: Requirements management practices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Tree>
    <p:extLst>
      <p:ext uri="{BB962C8B-B14F-4D97-AF65-F5344CB8AC3E}">
        <p14:creationId xmlns:p14="http://schemas.microsoft.com/office/powerpoint/2010/main" val="3507190693"/>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9861" y="1064301"/>
            <a:ext cx="8694295" cy="5276173"/>
          </a:xfrm>
        </p:spPr>
        <p:txBody>
          <a:bodyPr>
            <a:normAutofit/>
          </a:bodyPr>
          <a:lstStyle/>
          <a:p>
            <a:r>
              <a:rPr lang="en-US" dirty="0"/>
              <a:t>Count the effort devoted to the following activities as </a:t>
            </a:r>
            <a:r>
              <a:rPr lang="en-US" i="1" dirty="0">
                <a:solidFill>
                  <a:srgbClr val="FF0000"/>
                </a:solidFill>
              </a:rPr>
              <a:t>requirements management </a:t>
            </a:r>
            <a:r>
              <a:rPr lang="en-US" dirty="0" smtClean="0"/>
              <a:t>effort:</a:t>
            </a:r>
            <a:endParaRPr lang="en-US" dirty="0"/>
          </a:p>
          <a:p>
            <a:pPr lvl="1"/>
            <a:r>
              <a:rPr lang="en-US" dirty="0" smtClean="0"/>
              <a:t>Configuring </a:t>
            </a:r>
            <a:r>
              <a:rPr lang="en-US" dirty="0"/>
              <a:t>a requirements management tool for your </a:t>
            </a:r>
            <a:r>
              <a:rPr lang="en-US" dirty="0" smtClean="0"/>
              <a:t>project.</a:t>
            </a:r>
          </a:p>
          <a:p>
            <a:pPr lvl="1"/>
            <a:r>
              <a:rPr lang="en-US" dirty="0" smtClean="0"/>
              <a:t>Submitting </a:t>
            </a:r>
            <a:r>
              <a:rPr lang="en-US" dirty="0"/>
              <a:t>requirements changes and proposing new </a:t>
            </a:r>
            <a:r>
              <a:rPr lang="en-US" dirty="0" smtClean="0"/>
              <a:t>requirements.</a:t>
            </a:r>
          </a:p>
          <a:p>
            <a:pPr lvl="1"/>
            <a:r>
              <a:rPr lang="en-US" dirty="0" smtClean="0"/>
              <a:t>Evaluating </a:t>
            </a:r>
            <a:r>
              <a:rPr lang="en-US" dirty="0"/>
              <a:t>proposed changes, including performing impact analysis and making </a:t>
            </a:r>
            <a:r>
              <a:rPr lang="en-US" dirty="0" smtClean="0"/>
              <a:t>decisions.</a:t>
            </a:r>
          </a:p>
          <a:p>
            <a:pPr lvl="1"/>
            <a:r>
              <a:rPr lang="en-US" dirty="0" smtClean="0"/>
              <a:t>Updating </a:t>
            </a:r>
            <a:r>
              <a:rPr lang="en-US" dirty="0"/>
              <a:t>the requirements </a:t>
            </a:r>
            <a:r>
              <a:rPr lang="en-US" dirty="0" smtClean="0"/>
              <a:t>repository.</a:t>
            </a:r>
          </a:p>
          <a:p>
            <a:pPr lvl="1"/>
            <a:r>
              <a:rPr lang="en-US" dirty="0" smtClean="0"/>
              <a:t>Communicating </a:t>
            </a:r>
            <a:r>
              <a:rPr lang="en-US" dirty="0"/>
              <a:t>requirements changes to affected </a:t>
            </a:r>
            <a:r>
              <a:rPr lang="en-US" dirty="0" smtClean="0"/>
              <a:t>stakeholders.</a:t>
            </a:r>
          </a:p>
          <a:p>
            <a:pPr lvl="1"/>
            <a:r>
              <a:rPr lang="en-US" dirty="0" smtClean="0"/>
              <a:t>Tracking </a:t>
            </a:r>
            <a:r>
              <a:rPr lang="en-US" dirty="0"/>
              <a:t>and reporting requirements </a:t>
            </a:r>
            <a:r>
              <a:rPr lang="en-US" dirty="0" smtClean="0"/>
              <a:t>status.</a:t>
            </a:r>
          </a:p>
          <a:p>
            <a:pPr lvl="1"/>
            <a:r>
              <a:rPr lang="en-US" dirty="0" smtClean="0"/>
              <a:t>Creating </a:t>
            </a:r>
            <a:r>
              <a:rPr lang="en-US" dirty="0"/>
              <a:t>requirements trace </a:t>
            </a:r>
            <a:r>
              <a:rPr lang="en-US" dirty="0" smtClean="0"/>
              <a:t>information.</a:t>
            </a:r>
            <a:endParaRPr lang="en-US" dirty="0"/>
          </a:p>
        </p:txBody>
      </p:sp>
      <p:sp>
        <p:nvSpPr>
          <p:cNvPr id="2" name="Title 1"/>
          <p:cNvSpPr>
            <a:spLocks noGrp="1"/>
          </p:cNvSpPr>
          <p:nvPr>
            <p:ph type="title"/>
          </p:nvPr>
        </p:nvSpPr>
        <p:spPr>
          <a:xfrm>
            <a:off x="2332309" y="12139"/>
            <a:ext cx="6811691" cy="1052161"/>
          </a:xfrm>
        </p:spPr>
        <p:txBody>
          <a:bodyPr>
            <a:normAutofit/>
          </a:bodyPr>
          <a:lstStyle/>
          <a:p>
            <a:r>
              <a:rPr lang="en-US" dirty="0"/>
              <a:t>Measuring requirements </a:t>
            </a:r>
            <a:r>
              <a:rPr lang="en-US" dirty="0" smtClean="0"/>
              <a:t>effort</a:t>
            </a:r>
            <a:endParaRPr lang="en-US" dirty="0"/>
          </a:p>
        </p:txBody>
      </p:sp>
      <p:sp>
        <p:nvSpPr>
          <p:cNvPr id="4" name="Footer Placeholder 3"/>
          <p:cNvSpPr>
            <a:spLocks noGrp="1"/>
          </p:cNvSpPr>
          <p:nvPr>
            <p:ph type="ftr" sz="quarter" idx="10"/>
          </p:nvPr>
        </p:nvSpPr>
        <p:spPr/>
        <p:txBody>
          <a:bodyPr/>
          <a:lstStyle/>
          <a:p>
            <a:pPr>
              <a:defRPr/>
            </a:pPr>
            <a:r>
              <a:rPr lang="vi-VN" smtClean="0"/>
              <a:t>Chapter 27: Requirements management practices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spTree>
    <p:extLst>
      <p:ext uri="{BB962C8B-B14F-4D97-AF65-F5344CB8AC3E}">
        <p14:creationId xmlns:p14="http://schemas.microsoft.com/office/powerpoint/2010/main" val="3994242699"/>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5213350"/>
          </a:xfrm>
        </p:spPr>
        <p:txBody>
          <a:bodyPr>
            <a:normAutofit fontScale="85000" lnSpcReduction="20000"/>
          </a:bodyPr>
          <a:lstStyle/>
          <a:p>
            <a:r>
              <a:rPr lang="en-US" dirty="0"/>
              <a:t>Agile projects </a:t>
            </a:r>
            <a:r>
              <a:rPr lang="en-US" dirty="0" smtClean="0"/>
              <a:t>accommodate </a:t>
            </a:r>
            <a:r>
              <a:rPr lang="en-US" sz="1800" dirty="0" smtClean="0"/>
              <a:t>(</a:t>
            </a:r>
            <a:r>
              <a:rPr lang="en-US" sz="1800" dirty="0" err="1" smtClean="0"/>
              <a:t>điều</a:t>
            </a:r>
            <a:r>
              <a:rPr lang="en-US" sz="1800" dirty="0" smtClean="0"/>
              <a:t> </a:t>
            </a:r>
            <a:r>
              <a:rPr lang="en-US" sz="1800" dirty="0" err="1" smtClean="0"/>
              <a:t>tiết</a:t>
            </a:r>
            <a:r>
              <a:rPr lang="en-US" sz="1800" dirty="0" smtClean="0"/>
              <a:t>)</a:t>
            </a:r>
            <a:r>
              <a:rPr lang="en-US" dirty="0" smtClean="0"/>
              <a:t> </a:t>
            </a:r>
            <a:r>
              <a:rPr lang="en-US" dirty="0"/>
              <a:t>change by building the product through a series of development iterations and managing a dynamic product backlog of work remaining to be </a:t>
            </a:r>
            <a:r>
              <a:rPr lang="en-US" dirty="0" smtClean="0"/>
              <a:t>done.</a:t>
            </a:r>
          </a:p>
          <a:p>
            <a:r>
              <a:rPr lang="en-US" dirty="0"/>
              <a:t>Some agile teams, particularly large or distributed teams, use an agile project management tool to track the status of an iteration and the stories allocated to it. The stories and their associated acceptance criteria and acceptance tests might all be placed in a product backlog or user story–management tool. </a:t>
            </a:r>
            <a:endParaRPr lang="en-US" dirty="0" smtClean="0"/>
          </a:p>
          <a:p>
            <a:r>
              <a:rPr lang="en-US" dirty="0"/>
              <a:t>Story status can be monitored by using </a:t>
            </a:r>
            <a:r>
              <a:rPr lang="en-US" dirty="0" smtClean="0"/>
              <a:t>statuses:</a:t>
            </a:r>
            <a:endParaRPr lang="en-US" dirty="0"/>
          </a:p>
          <a:p>
            <a:pPr lvl="1"/>
            <a:r>
              <a:rPr lang="en-US" dirty="0"/>
              <a:t>In backlog (the story is not yet allocated to an </a:t>
            </a:r>
            <a:r>
              <a:rPr lang="en-US" dirty="0" smtClean="0"/>
              <a:t>iteration)</a:t>
            </a:r>
          </a:p>
          <a:p>
            <a:pPr lvl="1"/>
            <a:r>
              <a:rPr lang="en-US" dirty="0" smtClean="0"/>
              <a:t>Defined </a:t>
            </a:r>
            <a:r>
              <a:rPr lang="en-US" dirty="0"/>
              <a:t>(details of the story were discussed and understood, and acceptance tests were </a:t>
            </a:r>
            <a:r>
              <a:rPr lang="en-US" dirty="0" smtClean="0"/>
              <a:t>written)</a:t>
            </a:r>
          </a:p>
          <a:p>
            <a:pPr lvl="1"/>
            <a:r>
              <a:rPr lang="en-US" dirty="0" smtClean="0"/>
              <a:t>In </a:t>
            </a:r>
            <a:r>
              <a:rPr lang="en-US" dirty="0"/>
              <a:t>progress (the story is being </a:t>
            </a:r>
            <a:r>
              <a:rPr lang="en-US" dirty="0" smtClean="0"/>
              <a:t>implemented)</a:t>
            </a:r>
          </a:p>
          <a:p>
            <a:pPr lvl="1"/>
            <a:r>
              <a:rPr lang="en-US" dirty="0" smtClean="0"/>
              <a:t>Completed </a:t>
            </a:r>
            <a:r>
              <a:rPr lang="en-US" dirty="0"/>
              <a:t>(the story is fully </a:t>
            </a:r>
            <a:r>
              <a:rPr lang="en-US" dirty="0" smtClean="0"/>
              <a:t>implemented)</a:t>
            </a:r>
          </a:p>
          <a:p>
            <a:pPr lvl="1"/>
            <a:r>
              <a:rPr lang="en-US" dirty="0" smtClean="0"/>
              <a:t>Accepted </a:t>
            </a:r>
            <a:r>
              <a:rPr lang="en-US" dirty="0"/>
              <a:t>(acceptance tests were </a:t>
            </a:r>
            <a:r>
              <a:rPr lang="en-US" dirty="0" smtClean="0"/>
              <a:t>passed)</a:t>
            </a:r>
          </a:p>
          <a:p>
            <a:pPr lvl="1"/>
            <a:r>
              <a:rPr lang="en-US" dirty="0" smtClean="0"/>
              <a:t>Blocked </a:t>
            </a:r>
            <a:r>
              <a:rPr lang="en-US" dirty="0"/>
              <a:t>(the developer is unable to proceed until something else is resolved)</a:t>
            </a:r>
          </a:p>
          <a:p>
            <a:pPr lvl="1"/>
            <a:endParaRPr lang="en-US" dirty="0"/>
          </a:p>
        </p:txBody>
      </p:sp>
      <p:sp>
        <p:nvSpPr>
          <p:cNvPr id="2" name="Title 1"/>
          <p:cNvSpPr>
            <a:spLocks noGrp="1"/>
          </p:cNvSpPr>
          <p:nvPr>
            <p:ph type="title"/>
          </p:nvPr>
        </p:nvSpPr>
        <p:spPr/>
        <p:txBody>
          <a:bodyPr>
            <a:normAutofit/>
          </a:bodyPr>
          <a:lstStyle/>
          <a:p>
            <a:r>
              <a:rPr lang="en-US" dirty="0"/>
              <a:t>Managing requirements on </a:t>
            </a:r>
            <a:r>
              <a:rPr lang="en-US" dirty="0" smtClean="0"/>
              <a:t/>
            </a:r>
            <a:br>
              <a:rPr lang="en-US" dirty="0" smtClean="0"/>
            </a:br>
            <a:r>
              <a:rPr lang="en-US" dirty="0" smtClean="0"/>
              <a:t>agile projects</a:t>
            </a:r>
            <a:endParaRPr lang="en-US" dirty="0"/>
          </a:p>
        </p:txBody>
      </p:sp>
      <p:sp>
        <p:nvSpPr>
          <p:cNvPr id="4" name="Footer Placeholder 3"/>
          <p:cNvSpPr>
            <a:spLocks noGrp="1"/>
          </p:cNvSpPr>
          <p:nvPr>
            <p:ph type="ftr" sz="quarter" idx="10"/>
          </p:nvPr>
        </p:nvSpPr>
        <p:spPr/>
        <p:txBody>
          <a:bodyPr/>
          <a:lstStyle/>
          <a:p>
            <a:pPr>
              <a:defRPr/>
            </a:pPr>
            <a:r>
              <a:rPr lang="vi-VN" smtClean="0"/>
              <a:t>Chapter 27: Requirements management practices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spTree>
    <p:extLst>
      <p:ext uri="{BB962C8B-B14F-4D97-AF65-F5344CB8AC3E}">
        <p14:creationId xmlns:p14="http://schemas.microsoft.com/office/powerpoint/2010/main" val="813389342"/>
      </p:ext>
    </p:extLst>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27</a:t>
            </a:r>
            <a:endParaRPr lang="en-US" sz="3200" dirty="0"/>
          </a:p>
        </p:txBody>
      </p:sp>
      <p:sp>
        <p:nvSpPr>
          <p:cNvPr id="4" name="Footer Placeholder 3"/>
          <p:cNvSpPr>
            <a:spLocks noGrp="1"/>
          </p:cNvSpPr>
          <p:nvPr>
            <p:ph type="ftr" sz="quarter" idx="10"/>
          </p:nvPr>
        </p:nvSpPr>
        <p:spPr/>
        <p:txBody>
          <a:bodyPr/>
          <a:lstStyle/>
          <a:p>
            <a:pPr>
              <a:defRPr/>
            </a:pPr>
            <a:r>
              <a:rPr lang="en-US" smtClean="0"/>
              <a:t>Chapter 22: Packaged solution projects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16</a:t>
            </a:fld>
            <a:endParaRPr lang="en-US" dirty="0"/>
          </a:p>
        </p:txBody>
      </p:sp>
      <p:graphicFrame>
        <p:nvGraphicFramePr>
          <p:cNvPr id="7" name="Content Placeholder 6"/>
          <p:cNvGraphicFramePr>
            <a:graphicFrameLocks noGrp="1"/>
          </p:cNvGraphicFramePr>
          <p:nvPr>
            <p:ph idx="1"/>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84298530"/>
      </p:ext>
    </p:extLst>
  </p:cSld>
  <p:clrMapOvr>
    <a:masterClrMapping/>
  </p:clrMapOvr>
  <p:transition>
    <p:split orient="vert"/>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smtClean="0"/>
              <a:t>Chapter 27: Requirements management practices _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17</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2814356441"/>
      </p:ext>
    </p:extLst>
  </p:cSld>
  <p:clrMapOvr>
    <a:masterClrMapping/>
  </p:clrMapOvr>
  <p:transition>
    <p:split orient="vert"/>
  </p:transition>
  <p:timing>
    <p:tnLst>
      <p:par>
        <p:cTn id="1" dur="indefinite" restart="never" nodeType="tmRoot"/>
      </p:par>
    </p:tnLst>
  </p:timing>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361</TotalTime>
  <Words>1405</Words>
  <Application>Microsoft Office PowerPoint</Application>
  <PresentationFormat>On-screen Show (4:3)</PresentationFormat>
  <Paragraphs>160</Paragraphs>
  <Slides>17</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Tahoma</vt:lpstr>
      <vt:lpstr>Wingdings 3</vt:lpstr>
      <vt:lpstr>1_template</vt:lpstr>
      <vt:lpstr>Chapter 27  Requirements management practices</vt:lpstr>
      <vt:lpstr>Review chapter 22</vt:lpstr>
      <vt:lpstr>Objectives</vt:lpstr>
      <vt:lpstr> Contents </vt:lpstr>
      <vt:lpstr>Requirements management process</vt:lpstr>
      <vt:lpstr>Requirements baseline</vt:lpstr>
      <vt:lpstr>Requirements version control</vt:lpstr>
      <vt:lpstr>Requirement attributes</vt:lpstr>
      <vt:lpstr>Tracking requirements status</vt:lpstr>
      <vt:lpstr>Tracking requirements status</vt:lpstr>
      <vt:lpstr>Resolving requirements issues</vt:lpstr>
      <vt:lpstr>Common types of requirements issues </vt:lpstr>
      <vt:lpstr>Measuring requirements effort</vt:lpstr>
      <vt:lpstr>Measuring requirements effort</vt:lpstr>
      <vt:lpstr>Managing requirements on  agile projects</vt:lpstr>
      <vt:lpstr>Review chapter 27</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27 Requirements management practices</dc:title>
  <dc:creator>Huong</dc:creator>
  <cp:lastModifiedBy>Bay Huynh Van (FE FPTU CT)</cp:lastModifiedBy>
  <cp:revision>44</cp:revision>
  <dcterms:created xsi:type="dcterms:W3CDTF">2018-04-24T07:12:27Z</dcterms:created>
  <dcterms:modified xsi:type="dcterms:W3CDTF">2020-03-23T12:04:44Z</dcterms:modified>
</cp:coreProperties>
</file>