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1"/>
  </p:sldMasterIdLst>
  <p:notesMasterIdLst>
    <p:notesMasterId r:id="rId28"/>
  </p:notesMasterIdLst>
  <p:sldIdLst>
    <p:sldId id="257" r:id="rId2"/>
    <p:sldId id="269" r:id="rId3"/>
    <p:sldId id="258" r:id="rId4"/>
    <p:sldId id="259" r:id="rId5"/>
    <p:sldId id="271" r:id="rId6"/>
    <p:sldId id="272" r:id="rId7"/>
    <p:sldId id="260" r:id="rId8"/>
    <p:sldId id="261" r:id="rId9"/>
    <p:sldId id="273" r:id="rId10"/>
    <p:sldId id="262" r:id="rId11"/>
    <p:sldId id="275" r:id="rId12"/>
    <p:sldId id="276" r:id="rId13"/>
    <p:sldId id="277" r:id="rId14"/>
    <p:sldId id="274" r:id="rId15"/>
    <p:sldId id="278" r:id="rId16"/>
    <p:sldId id="279" r:id="rId17"/>
    <p:sldId id="263" r:id="rId18"/>
    <p:sldId id="264" r:id="rId19"/>
    <p:sldId id="265" r:id="rId20"/>
    <p:sldId id="266" r:id="rId21"/>
    <p:sldId id="267" r:id="rId22"/>
    <p:sldId id="281" r:id="rId23"/>
    <p:sldId id="280" r:id="rId24"/>
    <p:sldId id="268" r:id="rId25"/>
    <p:sldId id="282" r:id="rId26"/>
    <p:sldId id="270"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0342" autoAdjust="0"/>
  </p:normalViewPr>
  <p:slideViewPr>
    <p:cSldViewPr snapToGrid="0">
      <p:cViewPr varScale="1">
        <p:scale>
          <a:sx n="105" d="100"/>
          <a:sy n="105" d="100"/>
        </p:scale>
        <p:origin x="18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a:t>Chapter 13 – Specifying Data requirements</a:t>
          </a:r>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a:t>Dada dictionary</a:t>
          </a:r>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1FDE73C1-1773-4DFF-80D8-CE538843B8D6}">
      <dgm:prSet phldrT="[Text]" custT="1"/>
      <dgm:spPr/>
      <dgm:t>
        <a:bodyPr/>
        <a:lstStyle/>
        <a:p>
          <a:r>
            <a:rPr lang="en-US" sz="1600" dirty="0"/>
            <a:t>Data analysis</a:t>
          </a:r>
        </a:p>
      </dgm:t>
    </dgm:pt>
    <dgm:pt modelId="{9BFD04D4-D27E-47FD-B17A-0660BE35F1CF}" type="parTrans" cxnId="{5D8E00E0-9552-4EAC-9DC8-D6AAED642315}">
      <dgm:prSet/>
      <dgm:spPr/>
      <dgm:t>
        <a:bodyPr/>
        <a:lstStyle/>
        <a:p>
          <a:endParaRPr lang="en-US"/>
        </a:p>
      </dgm:t>
    </dgm:pt>
    <dgm:pt modelId="{43EBF1FA-1DAE-4CFF-8F77-984B40970F7F}" type="sibTrans" cxnId="{5D8E00E0-9552-4EAC-9DC8-D6AAED642315}">
      <dgm:prSet/>
      <dgm:spPr/>
      <dgm:t>
        <a:bodyPr/>
        <a:lstStyle/>
        <a:p>
          <a:endParaRPr lang="en-US"/>
        </a:p>
      </dgm:t>
    </dgm:pt>
    <dgm:pt modelId="{9286A5EC-F2A9-487D-8BF1-B96EEEFD636B}">
      <dgm:prSet phldrT="[Text]" custT="1"/>
      <dgm:spPr/>
      <dgm:t>
        <a:bodyPr/>
        <a:lstStyle/>
        <a:p>
          <a:r>
            <a:rPr lang="en-US" sz="1600" dirty="0"/>
            <a:t>Modeling data relationship</a:t>
          </a:r>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8B93368D-220F-4F51-922B-E3D40AEF4871}">
      <dgm:prSet phldrT="[Text]" custT="1"/>
      <dgm:spPr/>
      <dgm:t>
        <a:bodyPr/>
        <a:lstStyle/>
        <a:p>
          <a:r>
            <a:rPr lang="en-US" sz="1600" dirty="0"/>
            <a:t>CRUD matrix</a:t>
          </a:r>
        </a:p>
      </dgm:t>
    </dgm:pt>
    <dgm:pt modelId="{FD8FE40B-879F-4F4E-B1C0-B05B7EF61B85}" type="parTrans" cxnId="{8D8C3FA4-9174-40CF-A8BD-7F932B2D0964}">
      <dgm:prSet/>
      <dgm:spPr/>
      <dgm:t>
        <a:bodyPr/>
        <a:lstStyle/>
        <a:p>
          <a:endParaRPr lang="en-US"/>
        </a:p>
      </dgm:t>
    </dgm:pt>
    <dgm:pt modelId="{DEC3EE81-7009-4889-8EA1-20032230294E}" type="sibTrans" cxnId="{8D8C3FA4-9174-40CF-A8BD-7F932B2D0964}">
      <dgm:prSet/>
      <dgm:spPr/>
      <dgm:t>
        <a:bodyPr/>
        <a:lstStyle/>
        <a:p>
          <a:endParaRPr lang="en-US"/>
        </a:p>
      </dgm:t>
    </dgm:pt>
    <dgm:pt modelId="{A1A03C13-4BED-4BB7-8AFB-BDB236A519FA}">
      <dgm:prSet phldrT="[Text]" custT="1"/>
      <dgm:spPr/>
      <dgm:t>
        <a:bodyPr/>
        <a:lstStyle/>
        <a:p>
          <a:r>
            <a:rPr lang="en-US" sz="1600" dirty="0"/>
            <a:t>Specifying report</a:t>
          </a:r>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AD364B6B-599B-471E-B57A-D1AC5D89F0BB}">
      <dgm:prSet phldrT="[Text]" custT="1"/>
      <dgm:spPr/>
      <dgm:t>
        <a:bodyPr/>
        <a:lstStyle/>
        <a:p>
          <a:r>
            <a:rPr lang="en-US" sz="1400" dirty="0"/>
            <a:t>Dashboard reporting</a:t>
          </a:r>
        </a:p>
      </dgm:t>
    </dgm:pt>
    <dgm:pt modelId="{050B7652-B2ED-404E-AA57-5A9109C9C4AD}" type="parTrans" cxnId="{61A9FD26-C8C7-44E2-8540-E0644D82B833}">
      <dgm:prSet/>
      <dgm:spPr/>
      <dgm:t>
        <a:bodyPr/>
        <a:lstStyle/>
        <a:p>
          <a:endParaRPr lang="en-US"/>
        </a:p>
      </dgm:t>
    </dgm:pt>
    <dgm:pt modelId="{07904351-DCD9-4880-84F3-DBF42C6506B5}" type="sibTrans" cxnId="{61A9FD26-C8C7-44E2-8540-E0644D82B833}">
      <dgm:prSet/>
      <dgm:spPr/>
      <dgm:t>
        <a:bodyPr/>
        <a:lstStyle/>
        <a:p>
          <a:endParaRPr lang="en-US"/>
        </a:p>
      </dgm:t>
    </dgm:pt>
    <dgm:pt modelId="{ADFFC400-8BBA-4CA0-97DA-A5239AD7FF83}">
      <dgm:prSet phldrT="[Text]" custT="1"/>
      <dgm:spPr/>
      <dgm:t>
        <a:bodyPr/>
        <a:lstStyle/>
        <a:p>
          <a:r>
            <a:rPr lang="en-US" sz="1400" dirty="0"/>
            <a:t>ERD-Entities relationship diagram</a:t>
          </a:r>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dgm:presLayoutVars>
          <dgm:chPref val="3"/>
        </dgm:presLayoutVars>
      </dgm:prSet>
      <dgm:spPr/>
    </dgm:pt>
    <dgm:pt modelId="{C8C73746-D1E9-45A4-A4B2-4DB251C0CC5A}" type="pres">
      <dgm:prSet presAssocID="{9E6404DC-1053-49D6-95EE-599A97C88DD3}" presName="rootConnector1" presStyleLbl="node1" presStyleIdx="0" presStyleCnt="0"/>
      <dgm:spPr/>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5"/>
      <dgm:spPr/>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5">
        <dgm:presLayoutVars>
          <dgm:chPref val="3"/>
        </dgm:presLayoutVars>
      </dgm:prSet>
      <dgm:spPr/>
    </dgm:pt>
    <dgm:pt modelId="{A10B8E6A-AEE1-4C2B-8634-C515AEDBA0E5}" type="pres">
      <dgm:prSet presAssocID="{9286A5EC-F2A9-487D-8BF1-B96EEEFD636B}" presName="rootConnector" presStyleLbl="node2" presStyleIdx="0" presStyleCnt="5"/>
      <dgm:spPr/>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2"/>
      <dgm:spPr/>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2">
        <dgm:presLayoutVars>
          <dgm:chPref val="3"/>
        </dgm:presLayoutVars>
      </dgm:prSet>
      <dgm:spPr/>
    </dgm:pt>
    <dgm:pt modelId="{7C494E9C-07EE-4809-A445-329E5D279BED}" type="pres">
      <dgm:prSet presAssocID="{ADFFC400-8BBA-4CA0-97DA-A5239AD7FF83}" presName="rootConnector" presStyleLbl="node3" presStyleIdx="0" presStyleCnt="2"/>
      <dgm:spPr/>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5"/>
      <dgm:spPr/>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5">
        <dgm:presLayoutVars>
          <dgm:chPref val="3"/>
        </dgm:presLayoutVars>
      </dgm:prSet>
      <dgm:spPr/>
    </dgm:pt>
    <dgm:pt modelId="{1999F93D-C5E3-4B58-A38A-C971B5C1871B}" type="pres">
      <dgm:prSet presAssocID="{620DD3EC-BDCD-468B-B566-7FE2B848507E}" presName="rootConnector" presStyleLbl="node2" presStyleIdx="1" presStyleCnt="5"/>
      <dgm:spPr/>
    </dgm:pt>
    <dgm:pt modelId="{4C592C92-3156-443C-BB98-9204DFF01F72}" type="pres">
      <dgm:prSet presAssocID="{620DD3EC-BDCD-468B-B566-7FE2B848507E}" presName="hierChild4" presStyleCnt="0"/>
      <dgm:spPr/>
    </dgm:pt>
    <dgm:pt modelId="{3E362709-8DF5-4ED1-BE78-2D67C7F6CD59}" type="pres">
      <dgm:prSet presAssocID="{620DD3EC-BDCD-468B-B566-7FE2B848507E}" presName="hierChild5" presStyleCnt="0"/>
      <dgm:spPr/>
    </dgm:pt>
    <dgm:pt modelId="{0E020EB3-B687-49B5-864A-7775365865BE}" type="pres">
      <dgm:prSet presAssocID="{9BFD04D4-D27E-47FD-B17A-0660BE35F1CF}" presName="Name37" presStyleLbl="parChTrans1D2" presStyleIdx="2" presStyleCnt="5"/>
      <dgm:spPr/>
    </dgm:pt>
    <dgm:pt modelId="{BBAFE3D2-3A5A-4490-A81A-2A8E15028CC9}" type="pres">
      <dgm:prSet presAssocID="{1FDE73C1-1773-4DFF-80D8-CE538843B8D6}" presName="hierRoot2" presStyleCnt="0">
        <dgm:presLayoutVars>
          <dgm:hierBranch val="init"/>
        </dgm:presLayoutVars>
      </dgm:prSet>
      <dgm:spPr/>
    </dgm:pt>
    <dgm:pt modelId="{5D13AC61-CB0D-439C-A3B7-8B75673646F3}" type="pres">
      <dgm:prSet presAssocID="{1FDE73C1-1773-4DFF-80D8-CE538843B8D6}" presName="rootComposite" presStyleCnt="0"/>
      <dgm:spPr/>
    </dgm:pt>
    <dgm:pt modelId="{03758FE5-334A-46EC-AD76-4289659832B6}" type="pres">
      <dgm:prSet presAssocID="{1FDE73C1-1773-4DFF-80D8-CE538843B8D6}" presName="rootText" presStyleLbl="node2" presStyleIdx="2" presStyleCnt="5">
        <dgm:presLayoutVars>
          <dgm:chPref val="3"/>
        </dgm:presLayoutVars>
      </dgm:prSet>
      <dgm:spPr/>
    </dgm:pt>
    <dgm:pt modelId="{2B09EB8B-ED69-45F5-BA37-36CF2B0643CF}" type="pres">
      <dgm:prSet presAssocID="{1FDE73C1-1773-4DFF-80D8-CE538843B8D6}" presName="rootConnector" presStyleLbl="node2" presStyleIdx="2" presStyleCnt="5"/>
      <dgm:spPr/>
    </dgm:pt>
    <dgm:pt modelId="{1DE9D2D5-FD8E-457B-8509-AF1B11F236B3}" type="pres">
      <dgm:prSet presAssocID="{1FDE73C1-1773-4DFF-80D8-CE538843B8D6}" presName="hierChild4" presStyleCnt="0"/>
      <dgm:spPr/>
    </dgm:pt>
    <dgm:pt modelId="{B24AC9E0-962C-4E78-A693-CB404F97964B}" type="pres">
      <dgm:prSet presAssocID="{FD8FE40B-879F-4F4E-B1C0-B05B7EF61B85}" presName="Name37" presStyleLbl="parChTrans1D3" presStyleIdx="1" presStyleCnt="2"/>
      <dgm:spPr/>
    </dgm:pt>
    <dgm:pt modelId="{14081BD0-0331-49D1-9132-48E38CC72506}" type="pres">
      <dgm:prSet presAssocID="{8B93368D-220F-4F51-922B-E3D40AEF4871}" presName="hierRoot2" presStyleCnt="0">
        <dgm:presLayoutVars>
          <dgm:hierBranch val="init"/>
        </dgm:presLayoutVars>
      </dgm:prSet>
      <dgm:spPr/>
    </dgm:pt>
    <dgm:pt modelId="{CD57EBD1-6290-48D5-B876-F6B8F3E71B1C}" type="pres">
      <dgm:prSet presAssocID="{8B93368D-220F-4F51-922B-E3D40AEF4871}" presName="rootComposite" presStyleCnt="0"/>
      <dgm:spPr/>
    </dgm:pt>
    <dgm:pt modelId="{AF41A196-D073-444E-BDCD-FC763BCB5F43}" type="pres">
      <dgm:prSet presAssocID="{8B93368D-220F-4F51-922B-E3D40AEF4871}" presName="rootText" presStyleLbl="node3" presStyleIdx="1" presStyleCnt="2">
        <dgm:presLayoutVars>
          <dgm:chPref val="3"/>
        </dgm:presLayoutVars>
      </dgm:prSet>
      <dgm:spPr/>
    </dgm:pt>
    <dgm:pt modelId="{D2461159-78CB-4A23-999D-2C7EB906725F}" type="pres">
      <dgm:prSet presAssocID="{8B93368D-220F-4F51-922B-E3D40AEF4871}" presName="rootConnector" presStyleLbl="node3" presStyleIdx="1" presStyleCnt="2"/>
      <dgm:spPr/>
    </dgm:pt>
    <dgm:pt modelId="{B7419B15-5138-497F-9E6A-0A8D19A45473}" type="pres">
      <dgm:prSet presAssocID="{8B93368D-220F-4F51-922B-E3D40AEF4871}" presName="hierChild4" presStyleCnt="0"/>
      <dgm:spPr/>
    </dgm:pt>
    <dgm:pt modelId="{913DBA18-54C7-4B85-987E-75AE9FC67706}" type="pres">
      <dgm:prSet presAssocID="{8B93368D-220F-4F51-922B-E3D40AEF4871}" presName="hierChild5" presStyleCnt="0"/>
      <dgm:spPr/>
    </dgm:pt>
    <dgm:pt modelId="{D835F695-B50D-418C-A907-0CB512CD6F3C}" type="pres">
      <dgm:prSet presAssocID="{1FDE73C1-1773-4DFF-80D8-CE538843B8D6}" presName="hierChild5" presStyleCnt="0"/>
      <dgm:spPr/>
    </dgm:pt>
    <dgm:pt modelId="{62821369-B757-43AF-BF6D-02B9EF83A7FF}" type="pres">
      <dgm:prSet presAssocID="{9E18C130-4D81-4BDD-8DE6-22CF9F45E19E}" presName="Name37" presStyleLbl="parChTrans1D2" presStyleIdx="3" presStyleCnt="5"/>
      <dgm:spPr/>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3" presStyleCnt="5">
        <dgm:presLayoutVars>
          <dgm:chPref val="3"/>
        </dgm:presLayoutVars>
      </dgm:prSet>
      <dgm:spPr/>
    </dgm:pt>
    <dgm:pt modelId="{0FE7A504-1A99-42A4-92D2-369E93728B6E}" type="pres">
      <dgm:prSet presAssocID="{A1A03C13-4BED-4BB7-8AFB-BDB236A519FA}" presName="rootConnector" presStyleLbl="node2" presStyleIdx="3" presStyleCnt="5"/>
      <dgm:spPr/>
    </dgm:pt>
    <dgm:pt modelId="{5C832EA0-92EB-4018-A238-AAD0380D7AE1}" type="pres">
      <dgm:prSet presAssocID="{A1A03C13-4BED-4BB7-8AFB-BDB236A519FA}" presName="hierChild4" presStyleCnt="0"/>
      <dgm:spPr/>
    </dgm:pt>
    <dgm:pt modelId="{AFF152E2-0280-4325-8B01-B43435B7724D}" type="pres">
      <dgm:prSet presAssocID="{A1A03C13-4BED-4BB7-8AFB-BDB236A519FA}" presName="hierChild5" presStyleCnt="0"/>
      <dgm:spPr/>
    </dgm:pt>
    <dgm:pt modelId="{1C6780BE-0BFA-452E-B23B-840ADD2F1082}" type="pres">
      <dgm:prSet presAssocID="{050B7652-B2ED-404E-AA57-5A9109C9C4AD}" presName="Name37" presStyleLbl="parChTrans1D2" presStyleIdx="4" presStyleCnt="5"/>
      <dgm:spPr/>
    </dgm:pt>
    <dgm:pt modelId="{91542984-1884-4075-85FF-10D3512C3511}" type="pres">
      <dgm:prSet presAssocID="{AD364B6B-599B-471E-B57A-D1AC5D89F0BB}" presName="hierRoot2" presStyleCnt="0">
        <dgm:presLayoutVars>
          <dgm:hierBranch val="init"/>
        </dgm:presLayoutVars>
      </dgm:prSet>
      <dgm:spPr/>
    </dgm:pt>
    <dgm:pt modelId="{2197488C-9BB4-4FE6-913F-95BF99328D53}" type="pres">
      <dgm:prSet presAssocID="{AD364B6B-599B-471E-B57A-D1AC5D89F0BB}" presName="rootComposite" presStyleCnt="0"/>
      <dgm:spPr/>
    </dgm:pt>
    <dgm:pt modelId="{9BB5FF79-6973-4054-99B9-A54F1965A453}" type="pres">
      <dgm:prSet presAssocID="{AD364B6B-599B-471E-B57A-D1AC5D89F0BB}" presName="rootText" presStyleLbl="node2" presStyleIdx="4" presStyleCnt="5">
        <dgm:presLayoutVars>
          <dgm:chPref val="3"/>
        </dgm:presLayoutVars>
      </dgm:prSet>
      <dgm:spPr/>
    </dgm:pt>
    <dgm:pt modelId="{B78A35CA-8616-4084-9244-9BF0A5A39633}" type="pres">
      <dgm:prSet presAssocID="{AD364B6B-599B-471E-B57A-D1AC5D89F0BB}" presName="rootConnector" presStyleLbl="node2" presStyleIdx="4" presStyleCnt="5"/>
      <dgm:spPr/>
    </dgm:pt>
    <dgm:pt modelId="{F4B924C5-04CD-43B1-A77B-46828D59C785}" type="pres">
      <dgm:prSet presAssocID="{AD364B6B-599B-471E-B57A-D1AC5D89F0BB}" presName="hierChild4" presStyleCnt="0"/>
      <dgm:spPr/>
    </dgm:pt>
    <dgm:pt modelId="{0FF70A95-51AF-418C-8B0E-B269569EF317}" type="pres">
      <dgm:prSet presAssocID="{AD364B6B-599B-471E-B57A-D1AC5D89F0BB}" presName="hierChild5" presStyleCnt="0"/>
      <dgm:spPr/>
    </dgm:pt>
    <dgm:pt modelId="{96DEF822-DC52-4FFC-82DA-389CD5B29657}" type="pres">
      <dgm:prSet presAssocID="{9E6404DC-1053-49D6-95EE-599A97C88DD3}" presName="hierChild3" presStyleCnt="0"/>
      <dgm:spPr/>
    </dgm:pt>
  </dgm:ptLst>
  <dgm:cxnLst>
    <dgm:cxn modelId="{F0CF5909-719F-42C5-AA61-EA4592BEB843}" type="presOf" srcId="{AD364B6B-599B-471E-B57A-D1AC5D89F0BB}" destId="{B78A35CA-8616-4084-9244-9BF0A5A39633}" srcOrd="1" destOrd="0" presId="urn:microsoft.com/office/officeart/2005/8/layout/orgChart1"/>
    <dgm:cxn modelId="{73C9670A-0D27-4AAF-B447-A7AD46679F7E}" type="presOf" srcId="{A1A03C13-4BED-4BB7-8AFB-BDB236A519FA}" destId="{E2CE8193-46AF-44C0-B4A1-4402C2A6388E}" srcOrd="0" destOrd="0" presId="urn:microsoft.com/office/officeart/2005/8/layout/orgChart1"/>
    <dgm:cxn modelId="{A6162019-8CD4-4A12-BF91-47DE9FC3623A}" type="presOf" srcId="{FD8FE40B-879F-4F4E-B1C0-B05B7EF61B85}" destId="{B24AC9E0-962C-4E78-A693-CB404F97964B}"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61A9FD26-C8C7-44E2-8540-E0644D82B833}" srcId="{9E6404DC-1053-49D6-95EE-599A97C88DD3}" destId="{AD364B6B-599B-471E-B57A-D1AC5D89F0BB}" srcOrd="4" destOrd="0" parTransId="{050B7652-B2ED-404E-AA57-5A9109C9C4AD}" sibTransId="{07904351-DCD9-4880-84F3-DBF42C6506B5}"/>
    <dgm:cxn modelId="{3371D227-869E-4636-B9B0-BA373BCE5AD6}" srcId="{9E6404DC-1053-49D6-95EE-599A97C88DD3}" destId="{9286A5EC-F2A9-487D-8BF1-B96EEEFD636B}" srcOrd="0" destOrd="0" parTransId="{8CE2CE9A-EBD7-445E-BD99-21666869C1D4}" sibTransId="{D6357A36-116B-440B-A9E1-8EDB3A4D1B88}"/>
    <dgm:cxn modelId="{286E9828-A3BB-444D-A998-B27837355EDF}" type="presOf" srcId="{8B93368D-220F-4F51-922B-E3D40AEF4871}" destId="{AF41A196-D073-444E-BDCD-FC763BCB5F43}" srcOrd="0" destOrd="0" presId="urn:microsoft.com/office/officeart/2005/8/layout/orgChart1"/>
    <dgm:cxn modelId="{85E9F129-FD3C-4B37-8237-A38F3A756CE5}" type="presOf" srcId="{050B7652-B2ED-404E-AA57-5A9109C9C4AD}" destId="{1C6780BE-0BFA-452E-B23B-840ADD2F1082}" srcOrd="0" destOrd="0" presId="urn:microsoft.com/office/officeart/2005/8/layout/orgChart1"/>
    <dgm:cxn modelId="{52D5A22A-19E9-4520-8A1E-26BB629C0EBD}" type="presOf" srcId="{99711691-FE7D-42E5-90F7-7213A0866CC3}" destId="{75D5AD84-DBF1-46D6-A5BA-E9CD0863B250}"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AC39F653-00D5-4219-8557-1E633AAA0D11}" type="presOf" srcId="{9E6404DC-1053-49D6-95EE-599A97C88DD3}" destId="{C8C73746-D1E9-45A4-A4B2-4DB251C0CC5A}" srcOrd="1"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CC4B7466-B981-44E3-8FF7-C492034F99C8}" type="presOf" srcId="{9BFD04D4-D27E-47FD-B17A-0660BE35F1CF}" destId="{0E020EB3-B687-49B5-864A-7775365865BE}" srcOrd="0"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7EAB966C-D9D5-41D0-93B2-6E7A94027603}" type="presOf" srcId="{8B93368D-220F-4F51-922B-E3D40AEF4871}" destId="{D2461159-78CB-4A23-999D-2C7EB906725F}" srcOrd="1" destOrd="0" presId="urn:microsoft.com/office/officeart/2005/8/layout/orgChart1"/>
    <dgm:cxn modelId="{86C0796D-E0B6-445C-A4B4-80D5BA43F72D}" type="presOf" srcId="{1FDE73C1-1773-4DFF-80D8-CE538843B8D6}" destId="{2B09EB8B-ED69-45F5-BA37-36CF2B0643CF}"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1A46CE7F-A917-4FBF-8C99-90283829C0A5}" type="presOf" srcId="{1FDE73C1-1773-4DFF-80D8-CE538843B8D6}" destId="{03758FE5-334A-46EC-AD76-4289659832B6}"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8D8C3FA4-9174-40CF-A8BD-7F932B2D0964}" srcId="{1FDE73C1-1773-4DFF-80D8-CE538843B8D6}" destId="{8B93368D-220F-4F51-922B-E3D40AEF4871}" srcOrd="0" destOrd="0" parTransId="{FD8FE40B-879F-4F4E-B1C0-B05B7EF61B85}" sibTransId="{DEC3EE81-7009-4889-8EA1-20032230294E}"/>
    <dgm:cxn modelId="{39D4BBAB-E420-4730-BA4C-FEC9AFAC74F6}" type="presOf" srcId="{ADFFC400-8BBA-4CA0-97DA-A5239AD7FF83}" destId="{ED8B7DF3-7C68-4E1C-A743-283531BE19BD}"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97A6EAB1-DF25-4EA5-B806-EDD1B50240A8}" type="presOf" srcId="{A1A03C13-4BED-4BB7-8AFB-BDB236A519FA}" destId="{0FE7A504-1A99-42A4-92D2-369E93728B6E}" srcOrd="1"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DF2A62D8-EF4F-4867-BE53-9BC6815F112C}" type="presOf" srcId="{9E18C130-4D81-4BDD-8DE6-22CF9F45E19E}" destId="{62821369-B757-43AF-BF6D-02B9EF83A7FF}" srcOrd="0" destOrd="0" presId="urn:microsoft.com/office/officeart/2005/8/layout/orgChart1"/>
    <dgm:cxn modelId="{5D8E00E0-9552-4EAC-9DC8-D6AAED642315}" srcId="{9E6404DC-1053-49D6-95EE-599A97C88DD3}" destId="{1FDE73C1-1773-4DFF-80D8-CE538843B8D6}" srcOrd="2" destOrd="0" parTransId="{9BFD04D4-D27E-47FD-B17A-0660BE35F1CF}" sibTransId="{43EBF1FA-1DAE-4CFF-8F77-984B40970F7F}"/>
    <dgm:cxn modelId="{1EAD89EE-11AC-458E-AFDE-D65B78D7EF55}" type="presOf" srcId="{9286A5EC-F2A9-487D-8BF1-B96EEEFD636B}" destId="{A10B8E6A-AEE1-4C2B-8634-C515AEDBA0E5}" srcOrd="1" destOrd="0" presId="urn:microsoft.com/office/officeart/2005/8/layout/orgChart1"/>
    <dgm:cxn modelId="{020E18F7-7CAC-4792-B20C-F314BE023283}" type="presOf" srcId="{AD364B6B-599B-471E-B57A-D1AC5D89F0BB}" destId="{9BB5FF79-6973-4054-99B9-A54F1965A453}" srcOrd="0" destOrd="0" presId="urn:microsoft.com/office/officeart/2005/8/layout/orgChart1"/>
    <dgm:cxn modelId="{7C7485FC-4CFA-45FF-817B-B38DD356F0B5}" srcId="{9E6404DC-1053-49D6-95EE-599A97C88DD3}" destId="{A1A03C13-4BED-4BB7-8AFB-BDB236A519FA}" srcOrd="3" destOrd="0" parTransId="{9E18C130-4D81-4BDD-8DE6-22CF9F45E19E}" sibTransId="{CF4AE597-246B-4D28-8B3B-D3E59AB05BD8}"/>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94B74EC5-0238-48C2-B95F-43CA8159DF69}" type="presParOf" srcId="{AD53A4B1-01E7-41E8-9724-31F3910545A4}" destId="{0E020EB3-B687-49B5-864A-7775365865BE}" srcOrd="4" destOrd="0" presId="urn:microsoft.com/office/officeart/2005/8/layout/orgChart1"/>
    <dgm:cxn modelId="{D0B549FF-5801-4E1A-89E7-24344A5EB9AD}" type="presParOf" srcId="{AD53A4B1-01E7-41E8-9724-31F3910545A4}" destId="{BBAFE3D2-3A5A-4490-A81A-2A8E15028CC9}" srcOrd="5" destOrd="0" presId="urn:microsoft.com/office/officeart/2005/8/layout/orgChart1"/>
    <dgm:cxn modelId="{1CB230E5-C9E8-4D9C-A489-0E3F05701E3A}" type="presParOf" srcId="{BBAFE3D2-3A5A-4490-A81A-2A8E15028CC9}" destId="{5D13AC61-CB0D-439C-A3B7-8B75673646F3}" srcOrd="0" destOrd="0" presId="urn:microsoft.com/office/officeart/2005/8/layout/orgChart1"/>
    <dgm:cxn modelId="{81B880D2-9FD4-4A89-97F5-87A39B9AEFA7}" type="presParOf" srcId="{5D13AC61-CB0D-439C-A3B7-8B75673646F3}" destId="{03758FE5-334A-46EC-AD76-4289659832B6}" srcOrd="0" destOrd="0" presId="urn:microsoft.com/office/officeart/2005/8/layout/orgChart1"/>
    <dgm:cxn modelId="{9BD8690F-C487-4C6A-B1D7-5BB23558C4DB}" type="presParOf" srcId="{5D13AC61-CB0D-439C-A3B7-8B75673646F3}" destId="{2B09EB8B-ED69-45F5-BA37-36CF2B0643CF}" srcOrd="1" destOrd="0" presId="urn:microsoft.com/office/officeart/2005/8/layout/orgChart1"/>
    <dgm:cxn modelId="{6A79E406-27FB-4D79-B620-B01551AA34E8}" type="presParOf" srcId="{BBAFE3D2-3A5A-4490-A81A-2A8E15028CC9}" destId="{1DE9D2D5-FD8E-457B-8509-AF1B11F236B3}" srcOrd="1" destOrd="0" presId="urn:microsoft.com/office/officeart/2005/8/layout/orgChart1"/>
    <dgm:cxn modelId="{9AA2F6E1-BBD8-4AD7-AC38-EAD5AED2371B}" type="presParOf" srcId="{1DE9D2D5-FD8E-457B-8509-AF1B11F236B3}" destId="{B24AC9E0-962C-4E78-A693-CB404F97964B}" srcOrd="0" destOrd="0" presId="urn:microsoft.com/office/officeart/2005/8/layout/orgChart1"/>
    <dgm:cxn modelId="{DA275F05-0BFC-4A51-A3D9-3E164B3CC876}" type="presParOf" srcId="{1DE9D2D5-FD8E-457B-8509-AF1B11F236B3}" destId="{14081BD0-0331-49D1-9132-48E38CC72506}" srcOrd="1" destOrd="0" presId="urn:microsoft.com/office/officeart/2005/8/layout/orgChart1"/>
    <dgm:cxn modelId="{91894A99-937E-4250-945D-97E76F06FDEC}" type="presParOf" srcId="{14081BD0-0331-49D1-9132-48E38CC72506}" destId="{CD57EBD1-6290-48D5-B876-F6B8F3E71B1C}" srcOrd="0" destOrd="0" presId="urn:microsoft.com/office/officeart/2005/8/layout/orgChart1"/>
    <dgm:cxn modelId="{F967BDCC-0E07-438E-8A8E-6EF1FFB5C5EB}" type="presParOf" srcId="{CD57EBD1-6290-48D5-B876-F6B8F3E71B1C}" destId="{AF41A196-D073-444E-BDCD-FC763BCB5F43}" srcOrd="0" destOrd="0" presId="urn:microsoft.com/office/officeart/2005/8/layout/orgChart1"/>
    <dgm:cxn modelId="{A57F7E84-78A5-4475-B36E-47AFF3C94F24}" type="presParOf" srcId="{CD57EBD1-6290-48D5-B876-F6B8F3E71B1C}" destId="{D2461159-78CB-4A23-999D-2C7EB906725F}" srcOrd="1" destOrd="0" presId="urn:microsoft.com/office/officeart/2005/8/layout/orgChart1"/>
    <dgm:cxn modelId="{D1D95D4C-BE77-410E-86B2-9CD3BE248F9C}" type="presParOf" srcId="{14081BD0-0331-49D1-9132-48E38CC72506}" destId="{B7419B15-5138-497F-9E6A-0A8D19A45473}" srcOrd="1" destOrd="0" presId="urn:microsoft.com/office/officeart/2005/8/layout/orgChart1"/>
    <dgm:cxn modelId="{E70E52F5-7D2A-4F5B-A767-42C7F16EF50C}" type="presParOf" srcId="{14081BD0-0331-49D1-9132-48E38CC72506}" destId="{913DBA18-54C7-4B85-987E-75AE9FC67706}" srcOrd="2" destOrd="0" presId="urn:microsoft.com/office/officeart/2005/8/layout/orgChart1"/>
    <dgm:cxn modelId="{6C746DDC-32FE-48E3-BA11-1095D27BC0DB}" type="presParOf" srcId="{BBAFE3D2-3A5A-4490-A81A-2A8E15028CC9}" destId="{D835F695-B50D-418C-A907-0CB512CD6F3C}" srcOrd="2" destOrd="0" presId="urn:microsoft.com/office/officeart/2005/8/layout/orgChart1"/>
    <dgm:cxn modelId="{F7EF19E1-490D-4ADB-A8EF-15E9D56C50C8}" type="presParOf" srcId="{AD53A4B1-01E7-41E8-9724-31F3910545A4}" destId="{62821369-B757-43AF-BF6D-02B9EF83A7FF}" srcOrd="6" destOrd="0" presId="urn:microsoft.com/office/officeart/2005/8/layout/orgChart1"/>
    <dgm:cxn modelId="{F7E54C5D-FDD8-4592-9E3D-49D8CC32008C}" type="presParOf" srcId="{AD53A4B1-01E7-41E8-9724-31F3910545A4}" destId="{739885B7-7422-46AE-AE38-C86EED9C22BF}" srcOrd="7" destOrd="0" presId="urn:microsoft.com/office/officeart/2005/8/layout/orgChart1"/>
    <dgm:cxn modelId="{DA35BD92-6ADF-4D4A-B853-240E7B29522C}" type="presParOf" srcId="{739885B7-7422-46AE-AE38-C86EED9C22BF}" destId="{1BDBFDD5-3230-44FF-B170-FE93CAC5A6B8}" srcOrd="0" destOrd="0" presId="urn:microsoft.com/office/officeart/2005/8/layout/orgChart1"/>
    <dgm:cxn modelId="{73F29BB4-A672-47BF-A744-DFBEDBCD5079}" type="presParOf" srcId="{1BDBFDD5-3230-44FF-B170-FE93CAC5A6B8}" destId="{E2CE8193-46AF-44C0-B4A1-4402C2A6388E}" srcOrd="0" destOrd="0" presId="urn:microsoft.com/office/officeart/2005/8/layout/orgChart1"/>
    <dgm:cxn modelId="{4B5E9D26-4CF1-41B8-A356-947AC2CC8672}" type="presParOf" srcId="{1BDBFDD5-3230-44FF-B170-FE93CAC5A6B8}" destId="{0FE7A504-1A99-42A4-92D2-369E93728B6E}" srcOrd="1" destOrd="0" presId="urn:microsoft.com/office/officeart/2005/8/layout/orgChart1"/>
    <dgm:cxn modelId="{10D27593-B3C4-4354-B9C9-552B475B285E}" type="presParOf" srcId="{739885B7-7422-46AE-AE38-C86EED9C22BF}" destId="{5C832EA0-92EB-4018-A238-AAD0380D7AE1}" srcOrd="1" destOrd="0" presId="urn:microsoft.com/office/officeart/2005/8/layout/orgChart1"/>
    <dgm:cxn modelId="{6F8AF738-9217-4272-A790-814721386095}" type="presParOf" srcId="{739885B7-7422-46AE-AE38-C86EED9C22BF}" destId="{AFF152E2-0280-4325-8B01-B43435B7724D}" srcOrd="2" destOrd="0" presId="urn:microsoft.com/office/officeart/2005/8/layout/orgChart1"/>
    <dgm:cxn modelId="{67AC10A7-5C94-4AD0-83AB-1F8ECD339B07}" type="presParOf" srcId="{AD53A4B1-01E7-41E8-9724-31F3910545A4}" destId="{1C6780BE-0BFA-452E-B23B-840ADD2F1082}" srcOrd="8" destOrd="0" presId="urn:microsoft.com/office/officeart/2005/8/layout/orgChart1"/>
    <dgm:cxn modelId="{48D4F759-8BF1-4D1F-AA3B-59998FF73969}" type="presParOf" srcId="{AD53A4B1-01E7-41E8-9724-31F3910545A4}" destId="{91542984-1884-4075-85FF-10D3512C3511}" srcOrd="9" destOrd="0" presId="urn:microsoft.com/office/officeart/2005/8/layout/orgChart1"/>
    <dgm:cxn modelId="{693E8E9D-E3F9-4E73-A417-75BBB709D97E}" type="presParOf" srcId="{91542984-1884-4075-85FF-10D3512C3511}" destId="{2197488C-9BB4-4FE6-913F-95BF99328D53}" srcOrd="0" destOrd="0" presId="urn:microsoft.com/office/officeart/2005/8/layout/orgChart1"/>
    <dgm:cxn modelId="{DCBCC01F-AC96-4071-B0FD-551183F3799C}" type="presParOf" srcId="{2197488C-9BB4-4FE6-913F-95BF99328D53}" destId="{9BB5FF79-6973-4054-99B9-A54F1965A453}" srcOrd="0" destOrd="0" presId="urn:microsoft.com/office/officeart/2005/8/layout/orgChart1"/>
    <dgm:cxn modelId="{745A0598-378C-4F7C-8A26-FE5153803D59}" type="presParOf" srcId="{2197488C-9BB4-4FE6-913F-95BF99328D53}" destId="{B78A35CA-8616-4084-9244-9BF0A5A39633}" srcOrd="1" destOrd="0" presId="urn:microsoft.com/office/officeart/2005/8/layout/orgChart1"/>
    <dgm:cxn modelId="{268E1F55-B83E-4629-BEBB-656A4A7A4144}" type="presParOf" srcId="{91542984-1884-4075-85FF-10D3512C3511}" destId="{F4B924C5-04CD-43B1-A77B-46828D59C785}" srcOrd="1" destOrd="0" presId="urn:microsoft.com/office/officeart/2005/8/layout/orgChart1"/>
    <dgm:cxn modelId="{135A823D-95EF-4046-B6B0-1338352C3C53}" type="presParOf" srcId="{91542984-1884-4075-85FF-10D3512C3511}" destId="{0FF70A95-51AF-418C-8B0E-B269569EF317}"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a:t>Chapter 14 – Beyond functionality</a:t>
          </a:r>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dirty="0"/>
            <a:t>External quality attributes</a:t>
          </a:r>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1FDE73C1-1773-4DFF-80D8-CE538843B8D6}">
      <dgm:prSet phldrT="[Text]" custT="1"/>
      <dgm:spPr/>
      <dgm:t>
        <a:bodyPr/>
        <a:lstStyle/>
        <a:p>
          <a:r>
            <a:rPr lang="en-US" sz="1200" dirty="0"/>
            <a:t>Internal quality attributes</a:t>
          </a:r>
        </a:p>
      </dgm:t>
    </dgm:pt>
    <dgm:pt modelId="{9BFD04D4-D27E-47FD-B17A-0660BE35F1CF}" type="parTrans" cxnId="{5D8E00E0-9552-4EAC-9DC8-D6AAED642315}">
      <dgm:prSet/>
      <dgm:spPr/>
      <dgm:t>
        <a:bodyPr/>
        <a:lstStyle/>
        <a:p>
          <a:endParaRPr lang="en-US"/>
        </a:p>
      </dgm:t>
    </dgm:pt>
    <dgm:pt modelId="{43EBF1FA-1DAE-4CFF-8F77-984B40970F7F}" type="sibTrans" cxnId="{5D8E00E0-9552-4EAC-9DC8-D6AAED642315}">
      <dgm:prSet/>
      <dgm:spPr/>
      <dgm:t>
        <a:bodyPr/>
        <a:lstStyle/>
        <a:p>
          <a:endParaRPr lang="en-US"/>
        </a:p>
      </dgm:t>
    </dgm:pt>
    <dgm:pt modelId="{9286A5EC-F2A9-487D-8BF1-B96EEEFD636B}">
      <dgm:prSet phldrT="[Text]" custT="1"/>
      <dgm:spPr/>
      <dgm:t>
        <a:bodyPr/>
        <a:lstStyle/>
        <a:p>
          <a:r>
            <a:rPr lang="en-US" sz="1200" dirty="0"/>
            <a:t>Software quality attributes</a:t>
          </a:r>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8B93368D-220F-4F51-922B-E3D40AEF4871}">
      <dgm:prSet phldrT="[Text]" custT="1"/>
      <dgm:spPr/>
      <dgm:t>
        <a:bodyPr/>
        <a:lstStyle/>
        <a:p>
          <a:r>
            <a:rPr lang="en-US" sz="1200" dirty="0"/>
            <a:t>Efficiency</a:t>
          </a:r>
        </a:p>
      </dgm:t>
    </dgm:pt>
    <dgm:pt modelId="{FD8FE40B-879F-4F4E-B1C0-B05B7EF61B85}" type="parTrans" cxnId="{8D8C3FA4-9174-40CF-A8BD-7F932B2D0964}">
      <dgm:prSet/>
      <dgm:spPr/>
      <dgm:t>
        <a:bodyPr/>
        <a:lstStyle/>
        <a:p>
          <a:endParaRPr lang="en-US"/>
        </a:p>
      </dgm:t>
    </dgm:pt>
    <dgm:pt modelId="{DEC3EE81-7009-4889-8EA1-20032230294E}" type="sibTrans" cxnId="{8D8C3FA4-9174-40CF-A8BD-7F932B2D0964}">
      <dgm:prSet/>
      <dgm:spPr/>
      <dgm:t>
        <a:bodyPr/>
        <a:lstStyle/>
        <a:p>
          <a:endParaRPr lang="en-US"/>
        </a:p>
      </dgm:t>
    </dgm:pt>
    <dgm:pt modelId="{A1A03C13-4BED-4BB7-8AFB-BDB236A519FA}">
      <dgm:prSet phldrT="[Text]" custT="1"/>
      <dgm:spPr/>
      <dgm:t>
        <a:bodyPr/>
        <a:lstStyle/>
        <a:p>
          <a:r>
            <a:rPr lang="en-US" sz="1200" dirty="0"/>
            <a:t>Quality Req. with </a:t>
          </a:r>
          <a:r>
            <a:rPr lang="en-US" sz="1200" dirty="0" err="1"/>
            <a:t>Planguage</a:t>
          </a:r>
          <a:endParaRPr lang="en-US" sz="1200" dirty="0"/>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AD364B6B-599B-471E-B57A-D1AC5D89F0BB}">
      <dgm:prSet phldrT="[Text]" custT="1"/>
      <dgm:spPr/>
      <dgm:t>
        <a:bodyPr/>
        <a:lstStyle/>
        <a:p>
          <a:r>
            <a:rPr lang="en-US" sz="1200" dirty="0"/>
            <a:t>Tag</a:t>
          </a:r>
        </a:p>
      </dgm:t>
    </dgm:pt>
    <dgm:pt modelId="{050B7652-B2ED-404E-AA57-5A9109C9C4AD}" type="parTrans" cxnId="{61A9FD26-C8C7-44E2-8540-E0644D82B833}">
      <dgm:prSet/>
      <dgm:spPr/>
      <dgm:t>
        <a:bodyPr/>
        <a:lstStyle/>
        <a:p>
          <a:endParaRPr lang="en-US"/>
        </a:p>
      </dgm:t>
    </dgm:pt>
    <dgm:pt modelId="{07904351-DCD9-4880-84F3-DBF42C6506B5}" type="sibTrans" cxnId="{61A9FD26-C8C7-44E2-8540-E0644D82B833}">
      <dgm:prSet/>
      <dgm:spPr/>
      <dgm:t>
        <a:bodyPr/>
        <a:lstStyle/>
        <a:p>
          <a:endParaRPr lang="en-US"/>
        </a:p>
      </dgm:t>
    </dgm:pt>
    <dgm:pt modelId="{ADFFC400-8BBA-4CA0-97DA-A5239AD7FF83}">
      <dgm:prSet phldrT="[Text]" custT="1"/>
      <dgm:spPr/>
      <dgm:t>
        <a:bodyPr/>
        <a:lstStyle/>
        <a:p>
          <a:r>
            <a:rPr lang="en-US" sz="1200" dirty="0"/>
            <a:t>External quality</a:t>
          </a:r>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AB6BE931-FCC3-48CB-BD82-9DF1CBA8A3BD}">
      <dgm:prSet phldrT="[Text]" custT="1"/>
      <dgm:spPr/>
      <dgm:t>
        <a:bodyPr/>
        <a:lstStyle/>
        <a:p>
          <a:r>
            <a:rPr lang="en-US" sz="1200" dirty="0"/>
            <a:t>Internal quality</a:t>
          </a:r>
        </a:p>
      </dgm:t>
    </dgm:pt>
    <dgm:pt modelId="{6E3C6C02-D32B-4974-94DB-479C502E5245}" type="parTrans" cxnId="{A9F71AEE-C8D7-4183-9B46-AE6E6F3B7314}">
      <dgm:prSet/>
      <dgm:spPr/>
      <dgm:t>
        <a:bodyPr/>
        <a:lstStyle/>
        <a:p>
          <a:endParaRPr lang="en-US"/>
        </a:p>
      </dgm:t>
    </dgm:pt>
    <dgm:pt modelId="{BD05CC53-E22C-4567-B3EF-5D9184AA5600}" type="sibTrans" cxnId="{A9F71AEE-C8D7-4183-9B46-AE6E6F3B7314}">
      <dgm:prSet/>
      <dgm:spPr/>
      <dgm:t>
        <a:bodyPr/>
        <a:lstStyle/>
        <a:p>
          <a:endParaRPr lang="en-US"/>
        </a:p>
      </dgm:t>
    </dgm:pt>
    <dgm:pt modelId="{552219B0-29E3-4A6C-90E3-BE0B83069EBC}">
      <dgm:prSet phldrT="[Text]" custT="1"/>
      <dgm:spPr/>
      <dgm:t>
        <a:bodyPr/>
        <a:lstStyle/>
        <a:p>
          <a:r>
            <a:rPr lang="en-US" sz="1200" dirty="0"/>
            <a:t>Availability,</a:t>
          </a:r>
        </a:p>
      </dgm:t>
    </dgm:pt>
    <dgm:pt modelId="{D723B879-676C-4614-8859-D09DEFF2A3B3}" type="parTrans" cxnId="{81ECBBE0-B641-4AE9-A53F-16A71BDFB9C1}">
      <dgm:prSet/>
      <dgm:spPr/>
      <dgm:t>
        <a:bodyPr/>
        <a:lstStyle/>
        <a:p>
          <a:endParaRPr lang="en-US"/>
        </a:p>
      </dgm:t>
    </dgm:pt>
    <dgm:pt modelId="{3AAC379C-C229-429B-B8C5-9157680B919C}" type="sibTrans" cxnId="{81ECBBE0-B641-4AE9-A53F-16A71BDFB9C1}">
      <dgm:prSet/>
      <dgm:spPr/>
      <dgm:t>
        <a:bodyPr/>
        <a:lstStyle/>
        <a:p>
          <a:endParaRPr lang="en-US"/>
        </a:p>
      </dgm:t>
    </dgm:pt>
    <dgm:pt modelId="{1F903EBE-540A-403B-AE13-6A09126352BD}">
      <dgm:prSet phldrT="[Text]" custT="1"/>
      <dgm:spPr/>
      <dgm:t>
        <a:bodyPr/>
        <a:lstStyle/>
        <a:p>
          <a:r>
            <a:rPr lang="en-US" sz="1200" dirty="0" err="1"/>
            <a:t>Installability</a:t>
          </a:r>
          <a:endParaRPr lang="en-US" sz="1200" dirty="0"/>
        </a:p>
      </dgm:t>
    </dgm:pt>
    <dgm:pt modelId="{248E9311-DF61-4B0E-BD57-16AE2D707A60}" type="parTrans" cxnId="{3AA2732E-E1F3-4BD5-9990-5D30D82B08ED}">
      <dgm:prSet/>
      <dgm:spPr/>
      <dgm:t>
        <a:bodyPr/>
        <a:lstStyle/>
        <a:p>
          <a:endParaRPr lang="en-US"/>
        </a:p>
      </dgm:t>
    </dgm:pt>
    <dgm:pt modelId="{BB52F0E9-3899-452E-BFB9-D8344A4C6147}" type="sibTrans" cxnId="{3AA2732E-E1F3-4BD5-9990-5D30D82B08ED}">
      <dgm:prSet/>
      <dgm:spPr/>
      <dgm:t>
        <a:bodyPr/>
        <a:lstStyle/>
        <a:p>
          <a:endParaRPr lang="en-US"/>
        </a:p>
      </dgm:t>
    </dgm:pt>
    <dgm:pt modelId="{1FA8D87B-D027-4904-B477-6E95F9D01534}">
      <dgm:prSet phldrT="[Text]" custT="1"/>
      <dgm:spPr/>
      <dgm:t>
        <a:bodyPr/>
        <a:lstStyle/>
        <a:p>
          <a:r>
            <a:rPr lang="en-US" sz="1200" dirty="0"/>
            <a:t>Integrity</a:t>
          </a:r>
        </a:p>
      </dgm:t>
    </dgm:pt>
    <dgm:pt modelId="{EE20AAEE-7171-4BB9-A8D5-39721DAA6096}" type="parTrans" cxnId="{57E44EE0-E89E-4F3E-B27D-5CD40B1EF99B}">
      <dgm:prSet/>
      <dgm:spPr/>
      <dgm:t>
        <a:bodyPr/>
        <a:lstStyle/>
        <a:p>
          <a:endParaRPr lang="en-US"/>
        </a:p>
      </dgm:t>
    </dgm:pt>
    <dgm:pt modelId="{504464E9-555B-47C3-9FF8-D666CF19DFBA}" type="sibTrans" cxnId="{57E44EE0-E89E-4F3E-B27D-5CD40B1EF99B}">
      <dgm:prSet/>
      <dgm:spPr/>
      <dgm:t>
        <a:bodyPr/>
        <a:lstStyle/>
        <a:p>
          <a:endParaRPr lang="en-US"/>
        </a:p>
      </dgm:t>
    </dgm:pt>
    <dgm:pt modelId="{82B7C0DB-CE47-48C4-89ED-8874CF6DE729}">
      <dgm:prSet phldrT="[Text]" custT="1"/>
      <dgm:spPr/>
      <dgm:t>
        <a:bodyPr/>
        <a:lstStyle/>
        <a:p>
          <a:r>
            <a:rPr lang="en-US" sz="1200" dirty="0"/>
            <a:t>Interoperability</a:t>
          </a:r>
        </a:p>
      </dgm:t>
    </dgm:pt>
    <dgm:pt modelId="{7D7C3F90-4894-423B-9957-28D1989E14BB}" type="parTrans" cxnId="{AA64121D-52F3-4804-A4C5-66713E41F392}">
      <dgm:prSet/>
      <dgm:spPr/>
      <dgm:t>
        <a:bodyPr/>
        <a:lstStyle/>
        <a:p>
          <a:endParaRPr lang="en-US"/>
        </a:p>
      </dgm:t>
    </dgm:pt>
    <dgm:pt modelId="{FB4FDC0F-5618-4436-AAC9-A90B28030BE1}" type="sibTrans" cxnId="{AA64121D-52F3-4804-A4C5-66713E41F392}">
      <dgm:prSet/>
      <dgm:spPr/>
      <dgm:t>
        <a:bodyPr/>
        <a:lstStyle/>
        <a:p>
          <a:endParaRPr lang="en-US"/>
        </a:p>
      </dgm:t>
    </dgm:pt>
    <dgm:pt modelId="{8AEB5098-FCED-480D-BBD2-094DB8A3921A}">
      <dgm:prSet phldrT="[Text]" custT="1"/>
      <dgm:spPr/>
      <dgm:t>
        <a:bodyPr/>
        <a:lstStyle/>
        <a:p>
          <a:r>
            <a:rPr lang="en-US" sz="1200" dirty="0"/>
            <a:t>Performance</a:t>
          </a:r>
        </a:p>
      </dgm:t>
    </dgm:pt>
    <dgm:pt modelId="{2CDD424D-00BD-47EE-A872-1A21EC26F96C}" type="parTrans" cxnId="{10B3C362-CBC0-4D60-AEAD-31AB73932D9E}">
      <dgm:prSet/>
      <dgm:spPr/>
      <dgm:t>
        <a:bodyPr/>
        <a:lstStyle/>
        <a:p>
          <a:endParaRPr lang="en-US"/>
        </a:p>
      </dgm:t>
    </dgm:pt>
    <dgm:pt modelId="{AE422253-5ACC-4F22-A2F4-36262611D67B}" type="sibTrans" cxnId="{10B3C362-CBC0-4D60-AEAD-31AB73932D9E}">
      <dgm:prSet/>
      <dgm:spPr/>
      <dgm:t>
        <a:bodyPr/>
        <a:lstStyle/>
        <a:p>
          <a:endParaRPr lang="en-US"/>
        </a:p>
      </dgm:t>
    </dgm:pt>
    <dgm:pt modelId="{9C14CEF8-8A9C-4F99-8160-FD0BBB70CFC7}">
      <dgm:prSet phldrT="[Text]" custT="1"/>
      <dgm:spPr/>
      <dgm:t>
        <a:bodyPr/>
        <a:lstStyle/>
        <a:p>
          <a:r>
            <a:rPr lang="en-US" sz="1200" dirty="0"/>
            <a:t>Reliability</a:t>
          </a:r>
        </a:p>
      </dgm:t>
    </dgm:pt>
    <dgm:pt modelId="{7114BC4E-EA33-4CFC-9353-6D45225BCCC6}" type="parTrans" cxnId="{BD4EA407-1572-40EA-9710-7B933582606E}">
      <dgm:prSet/>
      <dgm:spPr/>
      <dgm:t>
        <a:bodyPr/>
        <a:lstStyle/>
        <a:p>
          <a:endParaRPr lang="en-US"/>
        </a:p>
      </dgm:t>
    </dgm:pt>
    <dgm:pt modelId="{2EEBC27F-0A45-4AE5-9BAA-A4C08E6C305F}" type="sibTrans" cxnId="{BD4EA407-1572-40EA-9710-7B933582606E}">
      <dgm:prSet/>
      <dgm:spPr/>
      <dgm:t>
        <a:bodyPr/>
        <a:lstStyle/>
        <a:p>
          <a:endParaRPr lang="en-US"/>
        </a:p>
      </dgm:t>
    </dgm:pt>
    <dgm:pt modelId="{9D5B5DCB-F5DD-4410-A358-629951B13726}">
      <dgm:prSet phldrT="[Text]" custT="1"/>
      <dgm:spPr/>
      <dgm:t>
        <a:bodyPr/>
        <a:lstStyle/>
        <a:p>
          <a:r>
            <a:rPr lang="en-US" sz="1200" dirty="0"/>
            <a:t>Robustness</a:t>
          </a:r>
        </a:p>
      </dgm:t>
    </dgm:pt>
    <dgm:pt modelId="{95401D47-709A-46DF-B06A-1B1BF94D1690}" type="parTrans" cxnId="{38771D1A-7995-4DBE-8EE8-2BF7AB448824}">
      <dgm:prSet/>
      <dgm:spPr/>
      <dgm:t>
        <a:bodyPr/>
        <a:lstStyle/>
        <a:p>
          <a:endParaRPr lang="en-US"/>
        </a:p>
      </dgm:t>
    </dgm:pt>
    <dgm:pt modelId="{98BA8957-8A60-4CE1-9D54-B3024433229E}" type="sibTrans" cxnId="{38771D1A-7995-4DBE-8EE8-2BF7AB448824}">
      <dgm:prSet/>
      <dgm:spPr/>
      <dgm:t>
        <a:bodyPr/>
        <a:lstStyle/>
        <a:p>
          <a:endParaRPr lang="en-US"/>
        </a:p>
      </dgm:t>
    </dgm:pt>
    <dgm:pt modelId="{6C8BDFAD-98C7-40DC-9600-88AB64F6EE03}">
      <dgm:prSet phldrT="[Text]" custT="1"/>
      <dgm:spPr/>
      <dgm:t>
        <a:bodyPr/>
        <a:lstStyle/>
        <a:p>
          <a:r>
            <a:rPr lang="en-US" sz="1200" dirty="0"/>
            <a:t>Safety</a:t>
          </a:r>
        </a:p>
      </dgm:t>
    </dgm:pt>
    <dgm:pt modelId="{41503EEF-911B-4E28-B947-D4C1D831EC38}" type="parTrans" cxnId="{A67E42B2-CB1A-4991-B493-7F5280322758}">
      <dgm:prSet/>
      <dgm:spPr/>
      <dgm:t>
        <a:bodyPr/>
        <a:lstStyle/>
        <a:p>
          <a:endParaRPr lang="en-US"/>
        </a:p>
      </dgm:t>
    </dgm:pt>
    <dgm:pt modelId="{19CB6CB1-3A54-4C24-9F2F-3556E27C04DF}" type="sibTrans" cxnId="{A67E42B2-CB1A-4991-B493-7F5280322758}">
      <dgm:prSet/>
      <dgm:spPr/>
      <dgm:t>
        <a:bodyPr/>
        <a:lstStyle/>
        <a:p>
          <a:endParaRPr lang="en-US"/>
        </a:p>
      </dgm:t>
    </dgm:pt>
    <dgm:pt modelId="{CE34F162-4745-4679-A58B-1ADAA9194A3B}">
      <dgm:prSet phldrT="[Text]" custT="1"/>
      <dgm:spPr/>
      <dgm:t>
        <a:bodyPr/>
        <a:lstStyle/>
        <a:p>
          <a:r>
            <a:rPr lang="en-US" sz="1200" dirty="0"/>
            <a:t>Security</a:t>
          </a:r>
        </a:p>
      </dgm:t>
    </dgm:pt>
    <dgm:pt modelId="{89693932-38C2-4209-BF89-D0CD70AB6FAD}" type="parTrans" cxnId="{875E837D-78FE-4348-9D66-5ABD66CB7F09}">
      <dgm:prSet/>
      <dgm:spPr/>
      <dgm:t>
        <a:bodyPr/>
        <a:lstStyle/>
        <a:p>
          <a:endParaRPr lang="en-US"/>
        </a:p>
      </dgm:t>
    </dgm:pt>
    <dgm:pt modelId="{A2B83694-0CDF-4FF7-9BB8-E414247B3691}" type="sibTrans" cxnId="{875E837D-78FE-4348-9D66-5ABD66CB7F09}">
      <dgm:prSet/>
      <dgm:spPr/>
      <dgm:t>
        <a:bodyPr/>
        <a:lstStyle/>
        <a:p>
          <a:endParaRPr lang="en-US"/>
        </a:p>
      </dgm:t>
    </dgm:pt>
    <dgm:pt modelId="{15041AE0-1376-4755-9848-68DFCBED067C}">
      <dgm:prSet phldrT="[Text]" custT="1"/>
      <dgm:spPr/>
      <dgm:t>
        <a:bodyPr/>
        <a:lstStyle/>
        <a:p>
          <a:r>
            <a:rPr lang="en-US" sz="1200"/>
            <a:t>Usability</a:t>
          </a:r>
          <a:endParaRPr lang="en-US" sz="1200" dirty="0"/>
        </a:p>
      </dgm:t>
    </dgm:pt>
    <dgm:pt modelId="{C5EF5680-CB1F-44B8-9D16-6C9B3B02A950}" type="parTrans" cxnId="{F5C0DEE6-D176-45A2-9E3C-775F951C589F}">
      <dgm:prSet/>
      <dgm:spPr/>
      <dgm:t>
        <a:bodyPr/>
        <a:lstStyle/>
        <a:p>
          <a:endParaRPr lang="en-US"/>
        </a:p>
      </dgm:t>
    </dgm:pt>
    <dgm:pt modelId="{3E04AF32-995E-4484-B1FE-5666DC296470}" type="sibTrans" cxnId="{F5C0DEE6-D176-45A2-9E3C-775F951C589F}">
      <dgm:prSet/>
      <dgm:spPr/>
      <dgm:t>
        <a:bodyPr/>
        <a:lstStyle/>
        <a:p>
          <a:endParaRPr lang="en-US"/>
        </a:p>
      </dgm:t>
    </dgm:pt>
    <dgm:pt modelId="{0F15CCAC-C0BB-45D4-B9E3-00CFEBC158AB}">
      <dgm:prSet phldrT="[Text]" custT="1"/>
      <dgm:spPr/>
      <dgm:t>
        <a:bodyPr/>
        <a:lstStyle/>
        <a:p>
          <a:r>
            <a:rPr lang="en-US" sz="1200" dirty="0"/>
            <a:t>Modifiability</a:t>
          </a:r>
        </a:p>
      </dgm:t>
    </dgm:pt>
    <dgm:pt modelId="{B93255FE-F472-4FCA-B57D-62769D45406C}" type="parTrans" cxnId="{5E5FB5FE-BA69-45DA-B32A-84B59A53D206}">
      <dgm:prSet/>
      <dgm:spPr/>
      <dgm:t>
        <a:bodyPr/>
        <a:lstStyle/>
        <a:p>
          <a:endParaRPr lang="en-US"/>
        </a:p>
      </dgm:t>
    </dgm:pt>
    <dgm:pt modelId="{BC399495-9A7F-472E-9E84-DBFB7A1FB6F0}" type="sibTrans" cxnId="{5E5FB5FE-BA69-45DA-B32A-84B59A53D206}">
      <dgm:prSet/>
      <dgm:spPr/>
      <dgm:t>
        <a:bodyPr/>
        <a:lstStyle/>
        <a:p>
          <a:endParaRPr lang="en-US"/>
        </a:p>
      </dgm:t>
    </dgm:pt>
    <dgm:pt modelId="{8974A62B-86E1-41E5-9A3F-C58243281814}">
      <dgm:prSet phldrT="[Text]" custT="1"/>
      <dgm:spPr/>
      <dgm:t>
        <a:bodyPr/>
        <a:lstStyle/>
        <a:p>
          <a:r>
            <a:rPr lang="en-US" sz="1200" dirty="0"/>
            <a:t>Portability</a:t>
          </a:r>
        </a:p>
      </dgm:t>
    </dgm:pt>
    <dgm:pt modelId="{72321157-20D7-49DE-845F-C02FB1A2276A}" type="parTrans" cxnId="{6BF5D5D5-FA55-4C40-BE5D-3B27B4B9E7F8}">
      <dgm:prSet/>
      <dgm:spPr/>
      <dgm:t>
        <a:bodyPr/>
        <a:lstStyle/>
        <a:p>
          <a:endParaRPr lang="en-US"/>
        </a:p>
      </dgm:t>
    </dgm:pt>
    <dgm:pt modelId="{B975BD28-5481-467E-AFEB-B73F5CC980F7}" type="sibTrans" cxnId="{6BF5D5D5-FA55-4C40-BE5D-3B27B4B9E7F8}">
      <dgm:prSet/>
      <dgm:spPr/>
      <dgm:t>
        <a:bodyPr/>
        <a:lstStyle/>
        <a:p>
          <a:endParaRPr lang="en-US"/>
        </a:p>
      </dgm:t>
    </dgm:pt>
    <dgm:pt modelId="{A4918E1A-5953-4BBE-BAF3-88104C65A356}">
      <dgm:prSet phldrT="[Text]" custT="1"/>
      <dgm:spPr/>
      <dgm:t>
        <a:bodyPr/>
        <a:lstStyle/>
        <a:p>
          <a:r>
            <a:rPr lang="en-US" sz="1200" dirty="0"/>
            <a:t>Reusability</a:t>
          </a:r>
        </a:p>
      </dgm:t>
    </dgm:pt>
    <dgm:pt modelId="{A554D112-ACA0-49E3-82C2-BAB77C40A5DB}" type="parTrans" cxnId="{0BACAEF7-05A5-4573-84EB-ACD3FFD4D58C}">
      <dgm:prSet/>
      <dgm:spPr/>
      <dgm:t>
        <a:bodyPr/>
        <a:lstStyle/>
        <a:p>
          <a:endParaRPr lang="en-US"/>
        </a:p>
      </dgm:t>
    </dgm:pt>
    <dgm:pt modelId="{2AD0140E-04AB-452E-8C65-C5394A6C29D8}" type="sibTrans" cxnId="{0BACAEF7-05A5-4573-84EB-ACD3FFD4D58C}">
      <dgm:prSet/>
      <dgm:spPr/>
      <dgm:t>
        <a:bodyPr/>
        <a:lstStyle/>
        <a:p>
          <a:endParaRPr lang="en-US"/>
        </a:p>
      </dgm:t>
    </dgm:pt>
    <dgm:pt modelId="{537F5C71-1623-4B4D-93B1-3E6B43CEF64D}">
      <dgm:prSet phldrT="[Text]" custT="1"/>
      <dgm:spPr/>
      <dgm:t>
        <a:bodyPr/>
        <a:lstStyle/>
        <a:p>
          <a:r>
            <a:rPr lang="en-US" sz="1200" dirty="0"/>
            <a:t>Scalability</a:t>
          </a:r>
        </a:p>
      </dgm:t>
    </dgm:pt>
    <dgm:pt modelId="{D344735A-245E-46E9-AA2C-799DE03351C2}" type="parTrans" cxnId="{8C15ACA4-CB2E-45C6-9104-7B2CCD666A4F}">
      <dgm:prSet/>
      <dgm:spPr/>
      <dgm:t>
        <a:bodyPr/>
        <a:lstStyle/>
        <a:p>
          <a:endParaRPr lang="en-US"/>
        </a:p>
      </dgm:t>
    </dgm:pt>
    <dgm:pt modelId="{E092A894-0E6A-4DF7-80C1-D6A93A58DA01}" type="sibTrans" cxnId="{8C15ACA4-CB2E-45C6-9104-7B2CCD666A4F}">
      <dgm:prSet/>
      <dgm:spPr/>
      <dgm:t>
        <a:bodyPr/>
        <a:lstStyle/>
        <a:p>
          <a:endParaRPr lang="en-US"/>
        </a:p>
      </dgm:t>
    </dgm:pt>
    <dgm:pt modelId="{DE2CDE36-36F7-4F79-A663-3794295EAC87}">
      <dgm:prSet phldrT="[Text]" custT="1"/>
      <dgm:spPr/>
      <dgm:t>
        <a:bodyPr/>
        <a:lstStyle/>
        <a:p>
          <a:r>
            <a:rPr lang="en-US" sz="1200"/>
            <a:t>Verifiability</a:t>
          </a:r>
          <a:endParaRPr lang="en-US" sz="1200" dirty="0"/>
        </a:p>
      </dgm:t>
    </dgm:pt>
    <dgm:pt modelId="{88117585-23CB-4B62-AF28-F5DC4E48DF32}" type="parTrans" cxnId="{68727441-B275-46DA-80F5-9D0E061EF19E}">
      <dgm:prSet/>
      <dgm:spPr/>
      <dgm:t>
        <a:bodyPr/>
        <a:lstStyle/>
        <a:p>
          <a:endParaRPr lang="en-US"/>
        </a:p>
      </dgm:t>
    </dgm:pt>
    <dgm:pt modelId="{C7900632-4013-4FD9-9CC6-F8F898722027}" type="sibTrans" cxnId="{68727441-B275-46DA-80F5-9D0E061EF19E}">
      <dgm:prSet/>
      <dgm:spPr/>
      <dgm:t>
        <a:bodyPr/>
        <a:lstStyle/>
        <a:p>
          <a:endParaRPr lang="en-US"/>
        </a:p>
      </dgm:t>
    </dgm:pt>
    <dgm:pt modelId="{7ECE2163-EB71-4F7F-BBA2-BC36E02E2B31}">
      <dgm:prSet phldrT="[Text]" custT="1"/>
      <dgm:spPr/>
      <dgm:t>
        <a:bodyPr/>
        <a:lstStyle/>
        <a:p>
          <a:r>
            <a:rPr lang="en-US" sz="1200" dirty="0"/>
            <a:t>Ambition</a:t>
          </a:r>
        </a:p>
      </dgm:t>
    </dgm:pt>
    <dgm:pt modelId="{C85640FB-C804-4065-BA00-85F4CC1162DE}" type="parTrans" cxnId="{E90F55AD-3C58-47AD-8619-6F17C7F3C817}">
      <dgm:prSet/>
      <dgm:spPr/>
      <dgm:t>
        <a:bodyPr/>
        <a:lstStyle/>
        <a:p>
          <a:endParaRPr lang="en-US"/>
        </a:p>
      </dgm:t>
    </dgm:pt>
    <dgm:pt modelId="{7FD49496-4688-4B1E-91F1-9F958226F3A7}" type="sibTrans" cxnId="{E90F55AD-3C58-47AD-8619-6F17C7F3C817}">
      <dgm:prSet/>
      <dgm:spPr/>
      <dgm:t>
        <a:bodyPr/>
        <a:lstStyle/>
        <a:p>
          <a:endParaRPr lang="en-US"/>
        </a:p>
      </dgm:t>
    </dgm:pt>
    <dgm:pt modelId="{0A895B2C-C138-4449-9FB3-7B00CEEC35A6}">
      <dgm:prSet phldrT="[Text]" custT="1"/>
      <dgm:spPr/>
      <dgm:t>
        <a:bodyPr/>
        <a:lstStyle/>
        <a:p>
          <a:r>
            <a:rPr lang="en-US" sz="1200" dirty="0"/>
            <a:t>Scale</a:t>
          </a:r>
        </a:p>
      </dgm:t>
    </dgm:pt>
    <dgm:pt modelId="{9AA07B4B-0D0A-4248-9B7C-8B37BCC10884}" type="parTrans" cxnId="{09292C7E-36B7-4BA9-9CE7-210789A709F9}">
      <dgm:prSet/>
      <dgm:spPr/>
      <dgm:t>
        <a:bodyPr/>
        <a:lstStyle/>
        <a:p>
          <a:endParaRPr lang="en-US"/>
        </a:p>
      </dgm:t>
    </dgm:pt>
    <dgm:pt modelId="{D531BAC0-AF0C-4409-860E-8E99BC5D9917}" type="sibTrans" cxnId="{09292C7E-36B7-4BA9-9CE7-210789A709F9}">
      <dgm:prSet/>
      <dgm:spPr/>
      <dgm:t>
        <a:bodyPr/>
        <a:lstStyle/>
        <a:p>
          <a:endParaRPr lang="en-US"/>
        </a:p>
      </dgm:t>
    </dgm:pt>
    <dgm:pt modelId="{462F3B5C-E62F-4D84-8BA3-626B44C92647}">
      <dgm:prSet phldrT="[Text]" custT="1"/>
      <dgm:spPr/>
      <dgm:t>
        <a:bodyPr/>
        <a:lstStyle/>
        <a:p>
          <a:r>
            <a:rPr lang="en-US" sz="1200" dirty="0"/>
            <a:t>Meter</a:t>
          </a:r>
        </a:p>
      </dgm:t>
    </dgm:pt>
    <dgm:pt modelId="{1E06AC89-6839-446A-A388-9936D43031BC}" type="parTrans" cxnId="{7ED9939E-7B49-419F-A01F-3A1A6AC7133A}">
      <dgm:prSet/>
      <dgm:spPr/>
      <dgm:t>
        <a:bodyPr/>
        <a:lstStyle/>
        <a:p>
          <a:endParaRPr lang="en-US"/>
        </a:p>
      </dgm:t>
    </dgm:pt>
    <dgm:pt modelId="{9696AEE2-9CCB-4E65-9C75-B23A79B6C9E3}" type="sibTrans" cxnId="{7ED9939E-7B49-419F-A01F-3A1A6AC7133A}">
      <dgm:prSet/>
      <dgm:spPr/>
      <dgm:t>
        <a:bodyPr/>
        <a:lstStyle/>
        <a:p>
          <a:endParaRPr lang="en-US"/>
        </a:p>
      </dgm:t>
    </dgm:pt>
    <dgm:pt modelId="{49FF3A78-F25E-4583-A8DF-08F228F2B342}">
      <dgm:prSet phldrT="[Text]" custT="1"/>
      <dgm:spPr/>
      <dgm:t>
        <a:bodyPr/>
        <a:lstStyle/>
        <a:p>
          <a:r>
            <a:rPr lang="en-US" sz="1200" dirty="0"/>
            <a:t>Goal</a:t>
          </a:r>
        </a:p>
      </dgm:t>
    </dgm:pt>
    <dgm:pt modelId="{20CD0B92-36CD-48E8-8A95-97BECC45A33E}" type="parTrans" cxnId="{92240EBE-0A75-43F0-9FCE-7AFD98E17ABB}">
      <dgm:prSet/>
      <dgm:spPr/>
      <dgm:t>
        <a:bodyPr/>
        <a:lstStyle/>
        <a:p>
          <a:endParaRPr lang="en-US"/>
        </a:p>
      </dgm:t>
    </dgm:pt>
    <dgm:pt modelId="{7BE29042-6777-4864-A6C0-E8F83CAF03D2}" type="sibTrans" cxnId="{92240EBE-0A75-43F0-9FCE-7AFD98E17ABB}">
      <dgm:prSet/>
      <dgm:spPr/>
      <dgm:t>
        <a:bodyPr/>
        <a:lstStyle/>
        <a:p>
          <a:endParaRPr lang="en-US"/>
        </a:p>
      </dgm:t>
    </dgm:pt>
    <dgm:pt modelId="{18D0E002-5129-4597-B69B-2D6B32D70F42}">
      <dgm:prSet phldrT="[Text]" custT="1"/>
      <dgm:spPr/>
      <dgm:t>
        <a:bodyPr/>
        <a:lstStyle/>
        <a:p>
          <a:r>
            <a:rPr lang="en-US" sz="1200" dirty="0" err="1"/>
            <a:t>Tretch</a:t>
          </a:r>
          <a:endParaRPr lang="en-US" sz="1200" dirty="0"/>
        </a:p>
      </dgm:t>
    </dgm:pt>
    <dgm:pt modelId="{3DA154FF-B74D-4B80-A8DD-8AF58D436B8B}" type="parTrans" cxnId="{59BFEEF4-2AE3-422B-87A0-CEC8C158318A}">
      <dgm:prSet/>
      <dgm:spPr/>
      <dgm:t>
        <a:bodyPr/>
        <a:lstStyle/>
        <a:p>
          <a:endParaRPr lang="en-US"/>
        </a:p>
      </dgm:t>
    </dgm:pt>
    <dgm:pt modelId="{8FFC3198-EEA5-400E-9D87-BC14EC0057CB}" type="sibTrans" cxnId="{59BFEEF4-2AE3-422B-87A0-CEC8C158318A}">
      <dgm:prSet/>
      <dgm:spPr/>
      <dgm:t>
        <a:bodyPr/>
        <a:lstStyle/>
        <a:p>
          <a:endParaRPr lang="en-US"/>
        </a:p>
      </dgm:t>
    </dgm:pt>
    <dgm:pt modelId="{B09E3641-B8E5-4781-9FE5-04151AD847CE}">
      <dgm:prSet phldrT="[Text]" custT="1"/>
      <dgm:spPr/>
      <dgm:t>
        <a:bodyPr/>
        <a:lstStyle/>
        <a:p>
          <a:r>
            <a:rPr lang="en-US" sz="1200" dirty="0"/>
            <a:t>…</a:t>
          </a:r>
        </a:p>
      </dgm:t>
    </dgm:pt>
    <dgm:pt modelId="{748243D8-F2BC-47D9-9C0D-A1A4D5E12A4A}" type="parTrans" cxnId="{CD6E0D77-FF4B-4F5B-BCB4-0CAD269E1620}">
      <dgm:prSet/>
      <dgm:spPr/>
      <dgm:t>
        <a:bodyPr/>
        <a:lstStyle/>
        <a:p>
          <a:endParaRPr lang="en-US"/>
        </a:p>
      </dgm:t>
    </dgm:pt>
    <dgm:pt modelId="{194EF768-C0F5-4D50-9042-F01FC5197BCC}" type="sibTrans" cxnId="{CD6E0D77-FF4B-4F5B-BCB4-0CAD269E1620}">
      <dgm:prSet/>
      <dgm:spPr/>
      <dgm:t>
        <a:bodyPr/>
        <a:lstStyle/>
        <a:p>
          <a:endParaRPr lang="en-US"/>
        </a:p>
      </dgm:t>
    </dgm:pt>
    <dgm:pt modelId="{B8B29D0A-F667-4742-A5FE-EF12134344EF}">
      <dgm:prSet phldrT="[Text]" custT="1"/>
      <dgm:spPr/>
      <dgm:t>
        <a:bodyPr/>
        <a:lstStyle/>
        <a:p>
          <a:r>
            <a:rPr lang="en-US" sz="1200"/>
            <a:t>Quality attribute trade-offs</a:t>
          </a:r>
          <a:endParaRPr lang="en-US" sz="1200" dirty="0"/>
        </a:p>
      </dgm:t>
    </dgm:pt>
    <dgm:pt modelId="{52C60D6E-634A-4A55-8E00-3AC33AEC64A4}" type="parTrans" cxnId="{D695E20D-CF72-4242-BAA4-94ED68C93EE3}">
      <dgm:prSet/>
      <dgm:spPr/>
      <dgm:t>
        <a:bodyPr/>
        <a:lstStyle/>
        <a:p>
          <a:endParaRPr lang="en-US"/>
        </a:p>
      </dgm:t>
    </dgm:pt>
    <dgm:pt modelId="{62DF6381-96AA-4379-A578-621554470BBB}" type="sibTrans" cxnId="{D695E20D-CF72-4242-BAA4-94ED68C93EE3}">
      <dgm:prSet/>
      <dgm:spPr/>
      <dgm:t>
        <a:bodyPr/>
        <a:lstStyle/>
        <a:p>
          <a:endParaRPr lang="en-US"/>
        </a:p>
      </dgm:t>
    </dgm:pt>
    <dgm:pt modelId="{A10DA948-E32B-4636-8ABC-B57372AC3FED}">
      <dgm:prSet phldrT="[Text]" custT="1"/>
      <dgm:spPr/>
      <dgm:t>
        <a:bodyPr/>
        <a:lstStyle/>
        <a:p>
          <a:r>
            <a:rPr lang="en-US" sz="1200"/>
            <a:t>Constraints</a:t>
          </a:r>
          <a:endParaRPr lang="en-US" sz="1200" dirty="0"/>
        </a:p>
      </dgm:t>
    </dgm:pt>
    <dgm:pt modelId="{D34EF476-1A3C-4F05-8912-AC8117721477}" type="parTrans" cxnId="{D6442E9B-9182-4677-9FAF-7B606EF872B8}">
      <dgm:prSet/>
      <dgm:spPr/>
      <dgm:t>
        <a:bodyPr/>
        <a:lstStyle/>
        <a:p>
          <a:endParaRPr lang="en-US"/>
        </a:p>
      </dgm:t>
    </dgm:pt>
    <dgm:pt modelId="{7B7DF71A-C77E-4F81-ACCE-ADBEB3FA850C}" type="sibTrans" cxnId="{D6442E9B-9182-4677-9FAF-7B606EF872B8}">
      <dgm:prSet/>
      <dgm:spPr/>
      <dgm:t>
        <a:bodyPr/>
        <a:lstStyle/>
        <a:p>
          <a:endParaRPr lang="en-US"/>
        </a:p>
      </dgm:t>
    </dgm:pt>
    <dgm:pt modelId="{1CD9272D-1AC8-4166-B759-BD2460765B07}">
      <dgm:prSet phldrT="[Text]" custT="1"/>
      <dgm:spPr/>
      <dgm:t>
        <a:bodyPr/>
        <a:lstStyle/>
        <a:p>
          <a:r>
            <a:rPr lang="en-US" sz="1200"/>
            <a:t>quality attributes on agile projects</a:t>
          </a:r>
          <a:endParaRPr lang="en-US" sz="1200" dirty="0"/>
        </a:p>
      </dgm:t>
    </dgm:pt>
    <dgm:pt modelId="{4A0D96F5-06D9-485F-AEB5-2B27D37DA6F8}" type="parTrans" cxnId="{72609910-D3BA-48BD-A7DA-80D91E1FA6B6}">
      <dgm:prSet/>
      <dgm:spPr/>
      <dgm:t>
        <a:bodyPr/>
        <a:lstStyle/>
        <a:p>
          <a:endParaRPr lang="en-US"/>
        </a:p>
      </dgm:t>
    </dgm:pt>
    <dgm:pt modelId="{8DC6733E-1600-4C4F-9D0D-BA8273CB5ECB}" type="sibTrans" cxnId="{72609910-D3BA-48BD-A7DA-80D91E1FA6B6}">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533618" custScaleY="232259" custLinFactNeighborX="-4584" custLinFactNeighborY="-38509">
        <dgm:presLayoutVars>
          <dgm:chPref val="3"/>
        </dgm:presLayoutVars>
      </dgm:prSet>
      <dgm:spPr/>
    </dgm:pt>
    <dgm:pt modelId="{C8C73746-D1E9-45A4-A4B2-4DB251C0CC5A}" type="pres">
      <dgm:prSet presAssocID="{9E6404DC-1053-49D6-95EE-599A97C88DD3}" presName="rootConnector1" presStyleLbl="node1" presStyleIdx="0" presStyleCnt="0"/>
      <dgm:spPr/>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7"/>
      <dgm:spPr/>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7" custScaleX="228089" custScaleY="242971" custLinFactNeighborX="4006">
        <dgm:presLayoutVars>
          <dgm:chPref val="3"/>
        </dgm:presLayoutVars>
      </dgm:prSet>
      <dgm:spPr/>
    </dgm:pt>
    <dgm:pt modelId="{A10B8E6A-AEE1-4C2B-8634-C515AEDBA0E5}" type="pres">
      <dgm:prSet presAssocID="{9286A5EC-F2A9-487D-8BF1-B96EEEFD636B}" presName="rootConnector" presStyleLbl="node2" presStyleIdx="0" presStyleCnt="7"/>
      <dgm:spPr/>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25"/>
      <dgm:spPr/>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25" custScaleX="223091" custScaleY="90830">
        <dgm:presLayoutVars>
          <dgm:chPref val="3"/>
        </dgm:presLayoutVars>
      </dgm:prSet>
      <dgm:spPr/>
    </dgm:pt>
    <dgm:pt modelId="{7C494E9C-07EE-4809-A445-329E5D279BED}" type="pres">
      <dgm:prSet presAssocID="{ADFFC400-8BBA-4CA0-97DA-A5239AD7FF83}" presName="rootConnector" presStyleLbl="node3" presStyleIdx="0" presStyleCnt="25"/>
      <dgm:spPr/>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A10C7147-D3FF-405C-979F-6E81271FD42E}" type="pres">
      <dgm:prSet presAssocID="{6E3C6C02-D32B-4974-94DB-479C502E5245}" presName="Name37" presStyleLbl="parChTrans1D3" presStyleIdx="1" presStyleCnt="25"/>
      <dgm:spPr/>
    </dgm:pt>
    <dgm:pt modelId="{56D242FD-CAA4-4E88-AE52-BBE6D992692F}" type="pres">
      <dgm:prSet presAssocID="{AB6BE931-FCC3-48CB-BD82-9DF1CBA8A3BD}" presName="hierRoot2" presStyleCnt="0">
        <dgm:presLayoutVars>
          <dgm:hierBranch val="init"/>
        </dgm:presLayoutVars>
      </dgm:prSet>
      <dgm:spPr/>
    </dgm:pt>
    <dgm:pt modelId="{88D9FA4B-631E-4BC4-9383-A4EC48F04DC6}" type="pres">
      <dgm:prSet presAssocID="{AB6BE931-FCC3-48CB-BD82-9DF1CBA8A3BD}" presName="rootComposite" presStyleCnt="0"/>
      <dgm:spPr/>
    </dgm:pt>
    <dgm:pt modelId="{E037BA20-CE03-4AC9-B936-025A19D0DCA8}" type="pres">
      <dgm:prSet presAssocID="{AB6BE931-FCC3-48CB-BD82-9DF1CBA8A3BD}" presName="rootText" presStyleLbl="node3" presStyleIdx="1" presStyleCnt="25" custScaleX="223091" custScaleY="90830">
        <dgm:presLayoutVars>
          <dgm:chPref val="3"/>
        </dgm:presLayoutVars>
      </dgm:prSet>
      <dgm:spPr/>
    </dgm:pt>
    <dgm:pt modelId="{7092EE1C-4EF6-42CA-8459-D9EFCCBA1A61}" type="pres">
      <dgm:prSet presAssocID="{AB6BE931-FCC3-48CB-BD82-9DF1CBA8A3BD}" presName="rootConnector" presStyleLbl="node3" presStyleIdx="1" presStyleCnt="25"/>
      <dgm:spPr/>
    </dgm:pt>
    <dgm:pt modelId="{784C011B-3121-41B4-B6B1-61CE5B91A095}" type="pres">
      <dgm:prSet presAssocID="{AB6BE931-FCC3-48CB-BD82-9DF1CBA8A3BD}" presName="hierChild4" presStyleCnt="0"/>
      <dgm:spPr/>
    </dgm:pt>
    <dgm:pt modelId="{A34EC77C-D29A-4E19-9445-1BFAA795B4E5}" type="pres">
      <dgm:prSet presAssocID="{AB6BE931-FCC3-48CB-BD82-9DF1CBA8A3BD}"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7"/>
      <dgm:spPr/>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7" custScaleX="228089" custScaleY="242971" custLinFactNeighborX="4006">
        <dgm:presLayoutVars>
          <dgm:chPref val="3"/>
        </dgm:presLayoutVars>
      </dgm:prSet>
      <dgm:spPr/>
    </dgm:pt>
    <dgm:pt modelId="{1999F93D-C5E3-4B58-A38A-C971B5C1871B}" type="pres">
      <dgm:prSet presAssocID="{620DD3EC-BDCD-468B-B566-7FE2B848507E}" presName="rootConnector" presStyleLbl="node2" presStyleIdx="1" presStyleCnt="7"/>
      <dgm:spPr/>
    </dgm:pt>
    <dgm:pt modelId="{4C592C92-3156-443C-BB98-9204DFF01F72}" type="pres">
      <dgm:prSet presAssocID="{620DD3EC-BDCD-468B-B566-7FE2B848507E}" presName="hierChild4" presStyleCnt="0"/>
      <dgm:spPr/>
    </dgm:pt>
    <dgm:pt modelId="{8BF33A23-B9E7-4732-917C-5D66B726362F}" type="pres">
      <dgm:prSet presAssocID="{D723B879-676C-4614-8859-D09DEFF2A3B3}" presName="Name37" presStyleLbl="parChTrans1D3" presStyleIdx="2" presStyleCnt="25"/>
      <dgm:spPr/>
    </dgm:pt>
    <dgm:pt modelId="{20C774D7-4094-42B3-BC8F-AB5D0586E671}" type="pres">
      <dgm:prSet presAssocID="{552219B0-29E3-4A6C-90E3-BE0B83069EBC}" presName="hierRoot2" presStyleCnt="0">
        <dgm:presLayoutVars>
          <dgm:hierBranch val="init"/>
        </dgm:presLayoutVars>
      </dgm:prSet>
      <dgm:spPr/>
    </dgm:pt>
    <dgm:pt modelId="{B158E239-C176-4132-B1BA-6C1E7461F09C}" type="pres">
      <dgm:prSet presAssocID="{552219B0-29E3-4A6C-90E3-BE0B83069EBC}" presName="rootComposite" presStyleCnt="0"/>
      <dgm:spPr/>
    </dgm:pt>
    <dgm:pt modelId="{9449DAAE-E410-44C5-A07D-A0445C0B7E6B}" type="pres">
      <dgm:prSet presAssocID="{552219B0-29E3-4A6C-90E3-BE0B83069EBC}" presName="rootText" presStyleLbl="node3" presStyleIdx="2" presStyleCnt="25" custScaleX="223091" custScaleY="90830">
        <dgm:presLayoutVars>
          <dgm:chPref val="3"/>
        </dgm:presLayoutVars>
      </dgm:prSet>
      <dgm:spPr/>
    </dgm:pt>
    <dgm:pt modelId="{44F89C81-6EDD-4313-B033-6AFE4A6B1597}" type="pres">
      <dgm:prSet presAssocID="{552219B0-29E3-4A6C-90E3-BE0B83069EBC}" presName="rootConnector" presStyleLbl="node3" presStyleIdx="2" presStyleCnt="25"/>
      <dgm:spPr/>
    </dgm:pt>
    <dgm:pt modelId="{131D6045-90D5-4A9B-AF7A-E47E958A6183}" type="pres">
      <dgm:prSet presAssocID="{552219B0-29E3-4A6C-90E3-BE0B83069EBC}" presName="hierChild4" presStyleCnt="0"/>
      <dgm:spPr/>
    </dgm:pt>
    <dgm:pt modelId="{61412022-130F-4D56-8A65-CD43AA487E99}" type="pres">
      <dgm:prSet presAssocID="{552219B0-29E3-4A6C-90E3-BE0B83069EBC}" presName="hierChild5" presStyleCnt="0"/>
      <dgm:spPr/>
    </dgm:pt>
    <dgm:pt modelId="{76E33A9D-9480-40FB-A4DF-EE1E2E7E401E}" type="pres">
      <dgm:prSet presAssocID="{248E9311-DF61-4B0E-BD57-16AE2D707A60}" presName="Name37" presStyleLbl="parChTrans1D3" presStyleIdx="3" presStyleCnt="25"/>
      <dgm:spPr/>
    </dgm:pt>
    <dgm:pt modelId="{04B8EA4A-11CB-4AF7-85D7-32F9AD439CB7}" type="pres">
      <dgm:prSet presAssocID="{1F903EBE-540A-403B-AE13-6A09126352BD}" presName="hierRoot2" presStyleCnt="0">
        <dgm:presLayoutVars>
          <dgm:hierBranch val="init"/>
        </dgm:presLayoutVars>
      </dgm:prSet>
      <dgm:spPr/>
    </dgm:pt>
    <dgm:pt modelId="{D50DA092-4409-4311-BEA8-2E2A816EFE92}" type="pres">
      <dgm:prSet presAssocID="{1F903EBE-540A-403B-AE13-6A09126352BD}" presName="rootComposite" presStyleCnt="0"/>
      <dgm:spPr/>
    </dgm:pt>
    <dgm:pt modelId="{B4DA07B5-29B3-4442-A69E-055EEC652BE8}" type="pres">
      <dgm:prSet presAssocID="{1F903EBE-540A-403B-AE13-6A09126352BD}" presName="rootText" presStyleLbl="node3" presStyleIdx="3" presStyleCnt="25" custScaleX="223091" custScaleY="90830">
        <dgm:presLayoutVars>
          <dgm:chPref val="3"/>
        </dgm:presLayoutVars>
      </dgm:prSet>
      <dgm:spPr/>
    </dgm:pt>
    <dgm:pt modelId="{746FE1B3-37E8-4050-B0B7-5668D5D7D118}" type="pres">
      <dgm:prSet presAssocID="{1F903EBE-540A-403B-AE13-6A09126352BD}" presName="rootConnector" presStyleLbl="node3" presStyleIdx="3" presStyleCnt="25"/>
      <dgm:spPr/>
    </dgm:pt>
    <dgm:pt modelId="{CA531930-87B7-4E2B-AA93-B0ECAA52CC09}" type="pres">
      <dgm:prSet presAssocID="{1F903EBE-540A-403B-AE13-6A09126352BD}" presName="hierChild4" presStyleCnt="0"/>
      <dgm:spPr/>
    </dgm:pt>
    <dgm:pt modelId="{E9A486E8-3FB6-41A6-BD46-32EB689AD74B}" type="pres">
      <dgm:prSet presAssocID="{1F903EBE-540A-403B-AE13-6A09126352BD}" presName="hierChild5" presStyleCnt="0"/>
      <dgm:spPr/>
    </dgm:pt>
    <dgm:pt modelId="{98F59064-103E-473A-A55B-DACAE0C5B977}" type="pres">
      <dgm:prSet presAssocID="{EE20AAEE-7171-4BB9-A8D5-39721DAA6096}" presName="Name37" presStyleLbl="parChTrans1D3" presStyleIdx="4" presStyleCnt="25"/>
      <dgm:spPr/>
    </dgm:pt>
    <dgm:pt modelId="{1F427809-0817-444A-A1CD-4673F23A0430}" type="pres">
      <dgm:prSet presAssocID="{1FA8D87B-D027-4904-B477-6E95F9D01534}" presName="hierRoot2" presStyleCnt="0">
        <dgm:presLayoutVars>
          <dgm:hierBranch val="init"/>
        </dgm:presLayoutVars>
      </dgm:prSet>
      <dgm:spPr/>
    </dgm:pt>
    <dgm:pt modelId="{E4E8A50C-BE85-45CA-8225-97FECBEF3AA7}" type="pres">
      <dgm:prSet presAssocID="{1FA8D87B-D027-4904-B477-6E95F9D01534}" presName="rootComposite" presStyleCnt="0"/>
      <dgm:spPr/>
    </dgm:pt>
    <dgm:pt modelId="{362DD6BD-9262-4B2C-9DDE-4D5BEA07F5EE}" type="pres">
      <dgm:prSet presAssocID="{1FA8D87B-D027-4904-B477-6E95F9D01534}" presName="rootText" presStyleLbl="node3" presStyleIdx="4" presStyleCnt="25" custScaleX="223091" custScaleY="90830">
        <dgm:presLayoutVars>
          <dgm:chPref val="3"/>
        </dgm:presLayoutVars>
      </dgm:prSet>
      <dgm:spPr/>
    </dgm:pt>
    <dgm:pt modelId="{9C3CBAF8-2104-4A11-8B8B-F0485E167135}" type="pres">
      <dgm:prSet presAssocID="{1FA8D87B-D027-4904-B477-6E95F9D01534}" presName="rootConnector" presStyleLbl="node3" presStyleIdx="4" presStyleCnt="25"/>
      <dgm:spPr/>
    </dgm:pt>
    <dgm:pt modelId="{E16ACC74-4F87-4FCA-B6DF-EEC2EC9150A9}" type="pres">
      <dgm:prSet presAssocID="{1FA8D87B-D027-4904-B477-6E95F9D01534}" presName="hierChild4" presStyleCnt="0"/>
      <dgm:spPr/>
    </dgm:pt>
    <dgm:pt modelId="{A571E6F9-F9E4-4573-90E7-A7698270D56C}" type="pres">
      <dgm:prSet presAssocID="{1FA8D87B-D027-4904-B477-6E95F9D01534}" presName="hierChild5" presStyleCnt="0"/>
      <dgm:spPr/>
    </dgm:pt>
    <dgm:pt modelId="{B7D28B6A-2825-4E08-B446-8EC5450412F4}" type="pres">
      <dgm:prSet presAssocID="{7D7C3F90-4894-423B-9957-28D1989E14BB}" presName="Name37" presStyleLbl="parChTrans1D3" presStyleIdx="5" presStyleCnt="25"/>
      <dgm:spPr/>
    </dgm:pt>
    <dgm:pt modelId="{2AF9A92D-2E82-43B0-A9A8-DE6FAEDBE94E}" type="pres">
      <dgm:prSet presAssocID="{82B7C0DB-CE47-48C4-89ED-8874CF6DE729}" presName="hierRoot2" presStyleCnt="0">
        <dgm:presLayoutVars>
          <dgm:hierBranch val="init"/>
        </dgm:presLayoutVars>
      </dgm:prSet>
      <dgm:spPr/>
    </dgm:pt>
    <dgm:pt modelId="{6B6A0FC3-5334-43CC-B161-3CBE898CFB18}" type="pres">
      <dgm:prSet presAssocID="{82B7C0DB-CE47-48C4-89ED-8874CF6DE729}" presName="rootComposite" presStyleCnt="0"/>
      <dgm:spPr/>
    </dgm:pt>
    <dgm:pt modelId="{DA48BB98-7FEE-4C56-907D-898F64208C8F}" type="pres">
      <dgm:prSet presAssocID="{82B7C0DB-CE47-48C4-89ED-8874CF6DE729}" presName="rootText" presStyleLbl="node3" presStyleIdx="5" presStyleCnt="25" custScaleX="223091" custScaleY="90830">
        <dgm:presLayoutVars>
          <dgm:chPref val="3"/>
        </dgm:presLayoutVars>
      </dgm:prSet>
      <dgm:spPr/>
    </dgm:pt>
    <dgm:pt modelId="{784AB4DD-EFF2-48C5-9840-E27B540BEC7E}" type="pres">
      <dgm:prSet presAssocID="{82B7C0DB-CE47-48C4-89ED-8874CF6DE729}" presName="rootConnector" presStyleLbl="node3" presStyleIdx="5" presStyleCnt="25"/>
      <dgm:spPr/>
    </dgm:pt>
    <dgm:pt modelId="{5F559C4A-D761-4D8E-8E66-D39EF452EABE}" type="pres">
      <dgm:prSet presAssocID="{82B7C0DB-CE47-48C4-89ED-8874CF6DE729}" presName="hierChild4" presStyleCnt="0"/>
      <dgm:spPr/>
    </dgm:pt>
    <dgm:pt modelId="{4AE4BECC-A19F-4205-B645-32270D4B04D6}" type="pres">
      <dgm:prSet presAssocID="{82B7C0DB-CE47-48C4-89ED-8874CF6DE729}" presName="hierChild5" presStyleCnt="0"/>
      <dgm:spPr/>
    </dgm:pt>
    <dgm:pt modelId="{0A74CE7B-A1D2-4B1A-95FB-702919421DD3}" type="pres">
      <dgm:prSet presAssocID="{2CDD424D-00BD-47EE-A872-1A21EC26F96C}" presName="Name37" presStyleLbl="parChTrans1D3" presStyleIdx="6" presStyleCnt="25"/>
      <dgm:spPr/>
    </dgm:pt>
    <dgm:pt modelId="{05601AED-A0F4-427A-B394-B98C2911971B}" type="pres">
      <dgm:prSet presAssocID="{8AEB5098-FCED-480D-BBD2-094DB8A3921A}" presName="hierRoot2" presStyleCnt="0">
        <dgm:presLayoutVars>
          <dgm:hierBranch val="init"/>
        </dgm:presLayoutVars>
      </dgm:prSet>
      <dgm:spPr/>
    </dgm:pt>
    <dgm:pt modelId="{35145683-C882-4D29-B96C-68C8716A419B}" type="pres">
      <dgm:prSet presAssocID="{8AEB5098-FCED-480D-BBD2-094DB8A3921A}" presName="rootComposite" presStyleCnt="0"/>
      <dgm:spPr/>
    </dgm:pt>
    <dgm:pt modelId="{BFC02DAA-2A89-47DA-8ED1-F88D5D0D7A1F}" type="pres">
      <dgm:prSet presAssocID="{8AEB5098-FCED-480D-BBD2-094DB8A3921A}" presName="rootText" presStyleLbl="node3" presStyleIdx="6" presStyleCnt="25" custScaleX="223091" custScaleY="90830">
        <dgm:presLayoutVars>
          <dgm:chPref val="3"/>
        </dgm:presLayoutVars>
      </dgm:prSet>
      <dgm:spPr/>
    </dgm:pt>
    <dgm:pt modelId="{23E39F20-3A56-428A-8EF8-67B767140A2D}" type="pres">
      <dgm:prSet presAssocID="{8AEB5098-FCED-480D-BBD2-094DB8A3921A}" presName="rootConnector" presStyleLbl="node3" presStyleIdx="6" presStyleCnt="25"/>
      <dgm:spPr/>
    </dgm:pt>
    <dgm:pt modelId="{A31B29DF-DB5B-4D70-B88C-721584DECBB3}" type="pres">
      <dgm:prSet presAssocID="{8AEB5098-FCED-480D-BBD2-094DB8A3921A}" presName="hierChild4" presStyleCnt="0"/>
      <dgm:spPr/>
    </dgm:pt>
    <dgm:pt modelId="{B6FF2C2D-9D6E-458E-98C2-4DD90118DB16}" type="pres">
      <dgm:prSet presAssocID="{8AEB5098-FCED-480D-BBD2-094DB8A3921A}" presName="hierChild5" presStyleCnt="0"/>
      <dgm:spPr/>
    </dgm:pt>
    <dgm:pt modelId="{72FAA63C-1C8A-407F-9902-8FB3E159FD2E}" type="pres">
      <dgm:prSet presAssocID="{7114BC4E-EA33-4CFC-9353-6D45225BCCC6}" presName="Name37" presStyleLbl="parChTrans1D3" presStyleIdx="7" presStyleCnt="25"/>
      <dgm:spPr/>
    </dgm:pt>
    <dgm:pt modelId="{C366902A-273C-4F3E-A02D-DC77FF655BF3}" type="pres">
      <dgm:prSet presAssocID="{9C14CEF8-8A9C-4F99-8160-FD0BBB70CFC7}" presName="hierRoot2" presStyleCnt="0">
        <dgm:presLayoutVars>
          <dgm:hierBranch val="init"/>
        </dgm:presLayoutVars>
      </dgm:prSet>
      <dgm:spPr/>
    </dgm:pt>
    <dgm:pt modelId="{5F467059-5AC0-41A0-B499-0F65B0EFC840}" type="pres">
      <dgm:prSet presAssocID="{9C14CEF8-8A9C-4F99-8160-FD0BBB70CFC7}" presName="rootComposite" presStyleCnt="0"/>
      <dgm:spPr/>
    </dgm:pt>
    <dgm:pt modelId="{47E4C2A9-BBCB-41A8-A3D8-BFC2DBE12EB9}" type="pres">
      <dgm:prSet presAssocID="{9C14CEF8-8A9C-4F99-8160-FD0BBB70CFC7}" presName="rootText" presStyleLbl="node3" presStyleIdx="7" presStyleCnt="25" custScaleX="223091" custScaleY="90830">
        <dgm:presLayoutVars>
          <dgm:chPref val="3"/>
        </dgm:presLayoutVars>
      </dgm:prSet>
      <dgm:spPr/>
    </dgm:pt>
    <dgm:pt modelId="{1BA3A908-E20D-4580-B7DE-7E1AE1228A86}" type="pres">
      <dgm:prSet presAssocID="{9C14CEF8-8A9C-4F99-8160-FD0BBB70CFC7}" presName="rootConnector" presStyleLbl="node3" presStyleIdx="7" presStyleCnt="25"/>
      <dgm:spPr/>
    </dgm:pt>
    <dgm:pt modelId="{9E07050E-9017-4F2B-9889-4F1D2D44F667}" type="pres">
      <dgm:prSet presAssocID="{9C14CEF8-8A9C-4F99-8160-FD0BBB70CFC7}" presName="hierChild4" presStyleCnt="0"/>
      <dgm:spPr/>
    </dgm:pt>
    <dgm:pt modelId="{9834D5DF-32CB-4469-AB90-7AC780364225}" type="pres">
      <dgm:prSet presAssocID="{9C14CEF8-8A9C-4F99-8160-FD0BBB70CFC7}" presName="hierChild5" presStyleCnt="0"/>
      <dgm:spPr/>
    </dgm:pt>
    <dgm:pt modelId="{578DD833-D5A5-4EE4-AC53-41B0D2C85899}" type="pres">
      <dgm:prSet presAssocID="{95401D47-709A-46DF-B06A-1B1BF94D1690}" presName="Name37" presStyleLbl="parChTrans1D3" presStyleIdx="8" presStyleCnt="25"/>
      <dgm:spPr/>
    </dgm:pt>
    <dgm:pt modelId="{A23F67AF-2ECD-4519-906C-7849384DA41A}" type="pres">
      <dgm:prSet presAssocID="{9D5B5DCB-F5DD-4410-A358-629951B13726}" presName="hierRoot2" presStyleCnt="0">
        <dgm:presLayoutVars>
          <dgm:hierBranch val="init"/>
        </dgm:presLayoutVars>
      </dgm:prSet>
      <dgm:spPr/>
    </dgm:pt>
    <dgm:pt modelId="{C218478C-BE9B-4395-958E-F315132B9716}" type="pres">
      <dgm:prSet presAssocID="{9D5B5DCB-F5DD-4410-A358-629951B13726}" presName="rootComposite" presStyleCnt="0"/>
      <dgm:spPr/>
    </dgm:pt>
    <dgm:pt modelId="{3E8135BF-BCBB-4B5E-A1CB-264C7E2C884F}" type="pres">
      <dgm:prSet presAssocID="{9D5B5DCB-F5DD-4410-A358-629951B13726}" presName="rootText" presStyleLbl="node3" presStyleIdx="8" presStyleCnt="25" custScaleX="223091" custScaleY="90830">
        <dgm:presLayoutVars>
          <dgm:chPref val="3"/>
        </dgm:presLayoutVars>
      </dgm:prSet>
      <dgm:spPr/>
    </dgm:pt>
    <dgm:pt modelId="{895F9B5E-7116-4ACE-A06D-885F6AA275E0}" type="pres">
      <dgm:prSet presAssocID="{9D5B5DCB-F5DD-4410-A358-629951B13726}" presName="rootConnector" presStyleLbl="node3" presStyleIdx="8" presStyleCnt="25"/>
      <dgm:spPr/>
    </dgm:pt>
    <dgm:pt modelId="{59B8851E-EB51-4CC5-B189-C4B2BFEC419C}" type="pres">
      <dgm:prSet presAssocID="{9D5B5DCB-F5DD-4410-A358-629951B13726}" presName="hierChild4" presStyleCnt="0"/>
      <dgm:spPr/>
    </dgm:pt>
    <dgm:pt modelId="{EC009E0B-945C-4C62-AE7C-25924C6934BA}" type="pres">
      <dgm:prSet presAssocID="{9D5B5DCB-F5DD-4410-A358-629951B13726}" presName="hierChild5" presStyleCnt="0"/>
      <dgm:spPr/>
    </dgm:pt>
    <dgm:pt modelId="{9088FD99-4937-46C5-924A-F51B321BF542}" type="pres">
      <dgm:prSet presAssocID="{41503EEF-911B-4E28-B947-D4C1D831EC38}" presName="Name37" presStyleLbl="parChTrans1D3" presStyleIdx="9" presStyleCnt="25"/>
      <dgm:spPr/>
    </dgm:pt>
    <dgm:pt modelId="{94289D94-A252-4FEC-B885-5D0DED4C524E}" type="pres">
      <dgm:prSet presAssocID="{6C8BDFAD-98C7-40DC-9600-88AB64F6EE03}" presName="hierRoot2" presStyleCnt="0">
        <dgm:presLayoutVars>
          <dgm:hierBranch val="init"/>
        </dgm:presLayoutVars>
      </dgm:prSet>
      <dgm:spPr/>
    </dgm:pt>
    <dgm:pt modelId="{47FB7993-EEBF-4348-8B3D-823485946604}" type="pres">
      <dgm:prSet presAssocID="{6C8BDFAD-98C7-40DC-9600-88AB64F6EE03}" presName="rootComposite" presStyleCnt="0"/>
      <dgm:spPr/>
    </dgm:pt>
    <dgm:pt modelId="{469CAF21-1513-4CB4-A436-10802A52549F}" type="pres">
      <dgm:prSet presAssocID="{6C8BDFAD-98C7-40DC-9600-88AB64F6EE03}" presName="rootText" presStyleLbl="node3" presStyleIdx="9" presStyleCnt="25" custScaleX="223091" custScaleY="90830">
        <dgm:presLayoutVars>
          <dgm:chPref val="3"/>
        </dgm:presLayoutVars>
      </dgm:prSet>
      <dgm:spPr/>
    </dgm:pt>
    <dgm:pt modelId="{7F51C97F-860E-48CD-BD1E-2610535F7FA0}" type="pres">
      <dgm:prSet presAssocID="{6C8BDFAD-98C7-40DC-9600-88AB64F6EE03}" presName="rootConnector" presStyleLbl="node3" presStyleIdx="9" presStyleCnt="25"/>
      <dgm:spPr/>
    </dgm:pt>
    <dgm:pt modelId="{E9B37F1B-BB2B-42C4-9A6C-333EF515F71C}" type="pres">
      <dgm:prSet presAssocID="{6C8BDFAD-98C7-40DC-9600-88AB64F6EE03}" presName="hierChild4" presStyleCnt="0"/>
      <dgm:spPr/>
    </dgm:pt>
    <dgm:pt modelId="{90E89380-61FA-48A3-9907-5AD47801C282}" type="pres">
      <dgm:prSet presAssocID="{6C8BDFAD-98C7-40DC-9600-88AB64F6EE03}" presName="hierChild5" presStyleCnt="0"/>
      <dgm:spPr/>
    </dgm:pt>
    <dgm:pt modelId="{2950EBDC-D558-491C-A58C-E63A104F5225}" type="pres">
      <dgm:prSet presAssocID="{89693932-38C2-4209-BF89-D0CD70AB6FAD}" presName="Name37" presStyleLbl="parChTrans1D3" presStyleIdx="10" presStyleCnt="25"/>
      <dgm:spPr/>
    </dgm:pt>
    <dgm:pt modelId="{82F9FA8D-997C-4F48-B25F-E73DC45DD89A}" type="pres">
      <dgm:prSet presAssocID="{CE34F162-4745-4679-A58B-1ADAA9194A3B}" presName="hierRoot2" presStyleCnt="0">
        <dgm:presLayoutVars>
          <dgm:hierBranch val="init"/>
        </dgm:presLayoutVars>
      </dgm:prSet>
      <dgm:spPr/>
    </dgm:pt>
    <dgm:pt modelId="{B8DC4FBA-A918-479B-B196-26C26E2F99B5}" type="pres">
      <dgm:prSet presAssocID="{CE34F162-4745-4679-A58B-1ADAA9194A3B}" presName="rootComposite" presStyleCnt="0"/>
      <dgm:spPr/>
    </dgm:pt>
    <dgm:pt modelId="{414E760F-358A-4836-9407-B480384FE32D}" type="pres">
      <dgm:prSet presAssocID="{CE34F162-4745-4679-A58B-1ADAA9194A3B}" presName="rootText" presStyleLbl="node3" presStyleIdx="10" presStyleCnt="25" custScaleX="223091" custScaleY="90830">
        <dgm:presLayoutVars>
          <dgm:chPref val="3"/>
        </dgm:presLayoutVars>
      </dgm:prSet>
      <dgm:spPr/>
    </dgm:pt>
    <dgm:pt modelId="{47521A23-2212-43A7-90B8-0A76466CD3E8}" type="pres">
      <dgm:prSet presAssocID="{CE34F162-4745-4679-A58B-1ADAA9194A3B}" presName="rootConnector" presStyleLbl="node3" presStyleIdx="10" presStyleCnt="25"/>
      <dgm:spPr/>
    </dgm:pt>
    <dgm:pt modelId="{456B80B7-72FD-4BD7-BE1A-0F3610B8C7D5}" type="pres">
      <dgm:prSet presAssocID="{CE34F162-4745-4679-A58B-1ADAA9194A3B}" presName="hierChild4" presStyleCnt="0"/>
      <dgm:spPr/>
    </dgm:pt>
    <dgm:pt modelId="{55EBCD8D-3CBE-452D-B313-598B8E0384D1}" type="pres">
      <dgm:prSet presAssocID="{CE34F162-4745-4679-A58B-1ADAA9194A3B}" presName="hierChild5" presStyleCnt="0"/>
      <dgm:spPr/>
    </dgm:pt>
    <dgm:pt modelId="{6AABE029-3C83-4187-8AC5-D8BA4B92FE81}" type="pres">
      <dgm:prSet presAssocID="{C5EF5680-CB1F-44B8-9D16-6C9B3B02A950}" presName="Name37" presStyleLbl="parChTrans1D3" presStyleIdx="11" presStyleCnt="25"/>
      <dgm:spPr/>
    </dgm:pt>
    <dgm:pt modelId="{492F77D0-8693-4FCE-9305-63B44E57B20A}" type="pres">
      <dgm:prSet presAssocID="{15041AE0-1376-4755-9848-68DFCBED067C}" presName="hierRoot2" presStyleCnt="0">
        <dgm:presLayoutVars>
          <dgm:hierBranch val="init"/>
        </dgm:presLayoutVars>
      </dgm:prSet>
      <dgm:spPr/>
    </dgm:pt>
    <dgm:pt modelId="{6091B0B5-5E98-4540-A261-60A6F7BC4907}" type="pres">
      <dgm:prSet presAssocID="{15041AE0-1376-4755-9848-68DFCBED067C}" presName="rootComposite" presStyleCnt="0"/>
      <dgm:spPr/>
    </dgm:pt>
    <dgm:pt modelId="{C2D84C4F-B27B-4866-8972-B783A0942361}" type="pres">
      <dgm:prSet presAssocID="{15041AE0-1376-4755-9848-68DFCBED067C}" presName="rootText" presStyleLbl="node3" presStyleIdx="11" presStyleCnt="25" custScaleX="223091" custScaleY="90830">
        <dgm:presLayoutVars>
          <dgm:chPref val="3"/>
        </dgm:presLayoutVars>
      </dgm:prSet>
      <dgm:spPr/>
    </dgm:pt>
    <dgm:pt modelId="{B6C5E8AE-FD7E-4B99-97B8-745FC3209A9C}" type="pres">
      <dgm:prSet presAssocID="{15041AE0-1376-4755-9848-68DFCBED067C}" presName="rootConnector" presStyleLbl="node3" presStyleIdx="11" presStyleCnt="25"/>
      <dgm:spPr/>
    </dgm:pt>
    <dgm:pt modelId="{837CF2AA-8B4E-4ED5-A127-5690E2535DC4}" type="pres">
      <dgm:prSet presAssocID="{15041AE0-1376-4755-9848-68DFCBED067C}" presName="hierChild4" presStyleCnt="0"/>
      <dgm:spPr/>
    </dgm:pt>
    <dgm:pt modelId="{BC55535D-7655-4BCC-A764-681E752C3F69}" type="pres">
      <dgm:prSet presAssocID="{15041AE0-1376-4755-9848-68DFCBED067C}" presName="hierChild5" presStyleCnt="0"/>
      <dgm:spPr/>
    </dgm:pt>
    <dgm:pt modelId="{3E362709-8DF5-4ED1-BE78-2D67C7F6CD59}" type="pres">
      <dgm:prSet presAssocID="{620DD3EC-BDCD-468B-B566-7FE2B848507E}" presName="hierChild5" presStyleCnt="0"/>
      <dgm:spPr/>
    </dgm:pt>
    <dgm:pt modelId="{0E020EB3-B687-49B5-864A-7775365865BE}" type="pres">
      <dgm:prSet presAssocID="{9BFD04D4-D27E-47FD-B17A-0660BE35F1CF}" presName="Name37" presStyleLbl="parChTrans1D2" presStyleIdx="2" presStyleCnt="7"/>
      <dgm:spPr/>
    </dgm:pt>
    <dgm:pt modelId="{BBAFE3D2-3A5A-4490-A81A-2A8E15028CC9}" type="pres">
      <dgm:prSet presAssocID="{1FDE73C1-1773-4DFF-80D8-CE538843B8D6}" presName="hierRoot2" presStyleCnt="0">
        <dgm:presLayoutVars>
          <dgm:hierBranch val="init"/>
        </dgm:presLayoutVars>
      </dgm:prSet>
      <dgm:spPr/>
    </dgm:pt>
    <dgm:pt modelId="{5D13AC61-CB0D-439C-A3B7-8B75673646F3}" type="pres">
      <dgm:prSet presAssocID="{1FDE73C1-1773-4DFF-80D8-CE538843B8D6}" presName="rootComposite" presStyleCnt="0"/>
      <dgm:spPr/>
    </dgm:pt>
    <dgm:pt modelId="{03758FE5-334A-46EC-AD76-4289659832B6}" type="pres">
      <dgm:prSet presAssocID="{1FDE73C1-1773-4DFF-80D8-CE538843B8D6}" presName="rootText" presStyleLbl="node2" presStyleIdx="2" presStyleCnt="7" custScaleX="228089" custScaleY="242971" custLinFactNeighborX="4006">
        <dgm:presLayoutVars>
          <dgm:chPref val="3"/>
        </dgm:presLayoutVars>
      </dgm:prSet>
      <dgm:spPr/>
    </dgm:pt>
    <dgm:pt modelId="{2B09EB8B-ED69-45F5-BA37-36CF2B0643CF}" type="pres">
      <dgm:prSet presAssocID="{1FDE73C1-1773-4DFF-80D8-CE538843B8D6}" presName="rootConnector" presStyleLbl="node2" presStyleIdx="2" presStyleCnt="7"/>
      <dgm:spPr/>
    </dgm:pt>
    <dgm:pt modelId="{1DE9D2D5-FD8E-457B-8509-AF1B11F236B3}" type="pres">
      <dgm:prSet presAssocID="{1FDE73C1-1773-4DFF-80D8-CE538843B8D6}" presName="hierChild4" presStyleCnt="0"/>
      <dgm:spPr/>
    </dgm:pt>
    <dgm:pt modelId="{B24AC9E0-962C-4E78-A693-CB404F97964B}" type="pres">
      <dgm:prSet presAssocID="{FD8FE40B-879F-4F4E-B1C0-B05B7EF61B85}" presName="Name37" presStyleLbl="parChTrans1D3" presStyleIdx="12" presStyleCnt="25"/>
      <dgm:spPr/>
    </dgm:pt>
    <dgm:pt modelId="{14081BD0-0331-49D1-9132-48E38CC72506}" type="pres">
      <dgm:prSet presAssocID="{8B93368D-220F-4F51-922B-E3D40AEF4871}" presName="hierRoot2" presStyleCnt="0">
        <dgm:presLayoutVars>
          <dgm:hierBranch val="init"/>
        </dgm:presLayoutVars>
      </dgm:prSet>
      <dgm:spPr/>
    </dgm:pt>
    <dgm:pt modelId="{CD57EBD1-6290-48D5-B876-F6B8F3E71B1C}" type="pres">
      <dgm:prSet presAssocID="{8B93368D-220F-4F51-922B-E3D40AEF4871}" presName="rootComposite" presStyleCnt="0"/>
      <dgm:spPr/>
    </dgm:pt>
    <dgm:pt modelId="{AF41A196-D073-444E-BDCD-FC763BCB5F43}" type="pres">
      <dgm:prSet presAssocID="{8B93368D-220F-4F51-922B-E3D40AEF4871}" presName="rootText" presStyleLbl="node3" presStyleIdx="12" presStyleCnt="25" custScaleX="223091" custScaleY="90830">
        <dgm:presLayoutVars>
          <dgm:chPref val="3"/>
        </dgm:presLayoutVars>
      </dgm:prSet>
      <dgm:spPr/>
    </dgm:pt>
    <dgm:pt modelId="{D2461159-78CB-4A23-999D-2C7EB906725F}" type="pres">
      <dgm:prSet presAssocID="{8B93368D-220F-4F51-922B-E3D40AEF4871}" presName="rootConnector" presStyleLbl="node3" presStyleIdx="12" presStyleCnt="25"/>
      <dgm:spPr/>
    </dgm:pt>
    <dgm:pt modelId="{B7419B15-5138-497F-9E6A-0A8D19A45473}" type="pres">
      <dgm:prSet presAssocID="{8B93368D-220F-4F51-922B-E3D40AEF4871}" presName="hierChild4" presStyleCnt="0"/>
      <dgm:spPr/>
    </dgm:pt>
    <dgm:pt modelId="{913DBA18-54C7-4B85-987E-75AE9FC67706}" type="pres">
      <dgm:prSet presAssocID="{8B93368D-220F-4F51-922B-E3D40AEF4871}" presName="hierChild5" presStyleCnt="0"/>
      <dgm:spPr/>
    </dgm:pt>
    <dgm:pt modelId="{D1F3B684-E017-4F86-8C26-185FF4950B12}" type="pres">
      <dgm:prSet presAssocID="{B93255FE-F472-4FCA-B57D-62769D45406C}" presName="Name37" presStyleLbl="parChTrans1D3" presStyleIdx="13" presStyleCnt="25"/>
      <dgm:spPr/>
    </dgm:pt>
    <dgm:pt modelId="{49829AD2-873A-4D62-9724-B73219D181BA}" type="pres">
      <dgm:prSet presAssocID="{0F15CCAC-C0BB-45D4-B9E3-00CFEBC158AB}" presName="hierRoot2" presStyleCnt="0">
        <dgm:presLayoutVars>
          <dgm:hierBranch val="init"/>
        </dgm:presLayoutVars>
      </dgm:prSet>
      <dgm:spPr/>
    </dgm:pt>
    <dgm:pt modelId="{5B6E2E8D-8F8C-429A-A394-C2F23A64E53E}" type="pres">
      <dgm:prSet presAssocID="{0F15CCAC-C0BB-45D4-B9E3-00CFEBC158AB}" presName="rootComposite" presStyleCnt="0"/>
      <dgm:spPr/>
    </dgm:pt>
    <dgm:pt modelId="{1531043F-8795-4B21-8088-A15A99966869}" type="pres">
      <dgm:prSet presAssocID="{0F15CCAC-C0BB-45D4-B9E3-00CFEBC158AB}" presName="rootText" presStyleLbl="node3" presStyleIdx="13" presStyleCnt="25" custScaleX="223091" custScaleY="90830">
        <dgm:presLayoutVars>
          <dgm:chPref val="3"/>
        </dgm:presLayoutVars>
      </dgm:prSet>
      <dgm:spPr/>
    </dgm:pt>
    <dgm:pt modelId="{F2C2BEAD-A73F-49AB-B3BD-7E4A09214EC6}" type="pres">
      <dgm:prSet presAssocID="{0F15CCAC-C0BB-45D4-B9E3-00CFEBC158AB}" presName="rootConnector" presStyleLbl="node3" presStyleIdx="13" presStyleCnt="25"/>
      <dgm:spPr/>
    </dgm:pt>
    <dgm:pt modelId="{00668948-0A41-439B-BCF5-3D7E918DD408}" type="pres">
      <dgm:prSet presAssocID="{0F15CCAC-C0BB-45D4-B9E3-00CFEBC158AB}" presName="hierChild4" presStyleCnt="0"/>
      <dgm:spPr/>
    </dgm:pt>
    <dgm:pt modelId="{E4A57550-6D56-4F88-8E30-A72A8AA5C440}" type="pres">
      <dgm:prSet presAssocID="{0F15CCAC-C0BB-45D4-B9E3-00CFEBC158AB}" presName="hierChild5" presStyleCnt="0"/>
      <dgm:spPr/>
    </dgm:pt>
    <dgm:pt modelId="{414C7D41-C0D4-4459-BBB5-2C8D13BAB807}" type="pres">
      <dgm:prSet presAssocID="{72321157-20D7-49DE-845F-C02FB1A2276A}" presName="Name37" presStyleLbl="parChTrans1D3" presStyleIdx="14" presStyleCnt="25"/>
      <dgm:spPr/>
    </dgm:pt>
    <dgm:pt modelId="{D3BB2BDE-0804-431E-B58B-B4A1EAABFBAD}" type="pres">
      <dgm:prSet presAssocID="{8974A62B-86E1-41E5-9A3F-C58243281814}" presName="hierRoot2" presStyleCnt="0">
        <dgm:presLayoutVars>
          <dgm:hierBranch val="init"/>
        </dgm:presLayoutVars>
      </dgm:prSet>
      <dgm:spPr/>
    </dgm:pt>
    <dgm:pt modelId="{800EC588-C92C-435B-99D4-35FF3030DB0D}" type="pres">
      <dgm:prSet presAssocID="{8974A62B-86E1-41E5-9A3F-C58243281814}" presName="rootComposite" presStyleCnt="0"/>
      <dgm:spPr/>
    </dgm:pt>
    <dgm:pt modelId="{B035253A-EFC7-48C1-B143-E9695D438A7C}" type="pres">
      <dgm:prSet presAssocID="{8974A62B-86E1-41E5-9A3F-C58243281814}" presName="rootText" presStyleLbl="node3" presStyleIdx="14" presStyleCnt="25" custScaleX="223091" custScaleY="90830">
        <dgm:presLayoutVars>
          <dgm:chPref val="3"/>
        </dgm:presLayoutVars>
      </dgm:prSet>
      <dgm:spPr/>
    </dgm:pt>
    <dgm:pt modelId="{2D1050D5-D3F5-4594-8492-CADA49122876}" type="pres">
      <dgm:prSet presAssocID="{8974A62B-86E1-41E5-9A3F-C58243281814}" presName="rootConnector" presStyleLbl="node3" presStyleIdx="14" presStyleCnt="25"/>
      <dgm:spPr/>
    </dgm:pt>
    <dgm:pt modelId="{ADE08C16-A75A-4844-8703-117DDEEDDE14}" type="pres">
      <dgm:prSet presAssocID="{8974A62B-86E1-41E5-9A3F-C58243281814}" presName="hierChild4" presStyleCnt="0"/>
      <dgm:spPr/>
    </dgm:pt>
    <dgm:pt modelId="{A9CC6526-9C90-4406-B9CE-48F22C77F804}" type="pres">
      <dgm:prSet presAssocID="{8974A62B-86E1-41E5-9A3F-C58243281814}" presName="hierChild5" presStyleCnt="0"/>
      <dgm:spPr/>
    </dgm:pt>
    <dgm:pt modelId="{1B67105F-ECD7-44F8-A5C6-19D745593D1A}" type="pres">
      <dgm:prSet presAssocID="{A554D112-ACA0-49E3-82C2-BAB77C40A5DB}" presName="Name37" presStyleLbl="parChTrans1D3" presStyleIdx="15" presStyleCnt="25"/>
      <dgm:spPr/>
    </dgm:pt>
    <dgm:pt modelId="{4E0FF4BB-1A2C-4C8D-AF74-F15AF8783F22}" type="pres">
      <dgm:prSet presAssocID="{A4918E1A-5953-4BBE-BAF3-88104C65A356}" presName="hierRoot2" presStyleCnt="0">
        <dgm:presLayoutVars>
          <dgm:hierBranch val="init"/>
        </dgm:presLayoutVars>
      </dgm:prSet>
      <dgm:spPr/>
    </dgm:pt>
    <dgm:pt modelId="{943285A0-5974-434B-8643-6383D8E0BB1B}" type="pres">
      <dgm:prSet presAssocID="{A4918E1A-5953-4BBE-BAF3-88104C65A356}" presName="rootComposite" presStyleCnt="0"/>
      <dgm:spPr/>
    </dgm:pt>
    <dgm:pt modelId="{1782EC50-1D2D-4E22-878C-87859919B902}" type="pres">
      <dgm:prSet presAssocID="{A4918E1A-5953-4BBE-BAF3-88104C65A356}" presName="rootText" presStyleLbl="node3" presStyleIdx="15" presStyleCnt="25" custScaleX="223091" custScaleY="90830">
        <dgm:presLayoutVars>
          <dgm:chPref val="3"/>
        </dgm:presLayoutVars>
      </dgm:prSet>
      <dgm:spPr/>
    </dgm:pt>
    <dgm:pt modelId="{873BA853-F789-473E-8D19-18E2BC80AA7B}" type="pres">
      <dgm:prSet presAssocID="{A4918E1A-5953-4BBE-BAF3-88104C65A356}" presName="rootConnector" presStyleLbl="node3" presStyleIdx="15" presStyleCnt="25"/>
      <dgm:spPr/>
    </dgm:pt>
    <dgm:pt modelId="{5763E8B2-EAAC-4E9A-8F43-8795E9C0D54F}" type="pres">
      <dgm:prSet presAssocID="{A4918E1A-5953-4BBE-BAF3-88104C65A356}" presName="hierChild4" presStyleCnt="0"/>
      <dgm:spPr/>
    </dgm:pt>
    <dgm:pt modelId="{D32C5E0F-0AC1-4330-A6BD-3AEADEDE39B1}" type="pres">
      <dgm:prSet presAssocID="{A4918E1A-5953-4BBE-BAF3-88104C65A356}" presName="hierChild5" presStyleCnt="0"/>
      <dgm:spPr/>
    </dgm:pt>
    <dgm:pt modelId="{63869B18-0E40-4E74-BAE2-50D23ADF541A}" type="pres">
      <dgm:prSet presAssocID="{D344735A-245E-46E9-AA2C-799DE03351C2}" presName="Name37" presStyleLbl="parChTrans1D3" presStyleIdx="16" presStyleCnt="25"/>
      <dgm:spPr/>
    </dgm:pt>
    <dgm:pt modelId="{56FD046E-C985-43FB-A292-69029AE3BCF3}" type="pres">
      <dgm:prSet presAssocID="{537F5C71-1623-4B4D-93B1-3E6B43CEF64D}" presName="hierRoot2" presStyleCnt="0">
        <dgm:presLayoutVars>
          <dgm:hierBranch val="init"/>
        </dgm:presLayoutVars>
      </dgm:prSet>
      <dgm:spPr/>
    </dgm:pt>
    <dgm:pt modelId="{CB430598-2807-4BF5-B90C-944F8806C996}" type="pres">
      <dgm:prSet presAssocID="{537F5C71-1623-4B4D-93B1-3E6B43CEF64D}" presName="rootComposite" presStyleCnt="0"/>
      <dgm:spPr/>
    </dgm:pt>
    <dgm:pt modelId="{738AF0CD-F409-4DFF-AC88-70D63900B563}" type="pres">
      <dgm:prSet presAssocID="{537F5C71-1623-4B4D-93B1-3E6B43CEF64D}" presName="rootText" presStyleLbl="node3" presStyleIdx="16" presStyleCnt="25" custScaleX="223091" custScaleY="90830">
        <dgm:presLayoutVars>
          <dgm:chPref val="3"/>
        </dgm:presLayoutVars>
      </dgm:prSet>
      <dgm:spPr/>
    </dgm:pt>
    <dgm:pt modelId="{E22688AA-84A4-4A87-BFB2-B43976A576FA}" type="pres">
      <dgm:prSet presAssocID="{537F5C71-1623-4B4D-93B1-3E6B43CEF64D}" presName="rootConnector" presStyleLbl="node3" presStyleIdx="16" presStyleCnt="25"/>
      <dgm:spPr/>
    </dgm:pt>
    <dgm:pt modelId="{D12EC92D-D826-4AB1-88BB-7FC54F7CA95A}" type="pres">
      <dgm:prSet presAssocID="{537F5C71-1623-4B4D-93B1-3E6B43CEF64D}" presName="hierChild4" presStyleCnt="0"/>
      <dgm:spPr/>
    </dgm:pt>
    <dgm:pt modelId="{2BE98D8E-EF88-4AAB-84B0-AF028DA6CE2F}" type="pres">
      <dgm:prSet presAssocID="{537F5C71-1623-4B4D-93B1-3E6B43CEF64D}" presName="hierChild5" presStyleCnt="0"/>
      <dgm:spPr/>
    </dgm:pt>
    <dgm:pt modelId="{40E57C39-E8A8-460E-A1E7-B28C562578E6}" type="pres">
      <dgm:prSet presAssocID="{88117585-23CB-4B62-AF28-F5DC4E48DF32}" presName="Name37" presStyleLbl="parChTrans1D3" presStyleIdx="17" presStyleCnt="25"/>
      <dgm:spPr/>
    </dgm:pt>
    <dgm:pt modelId="{8CE639B0-1A46-4D9B-BB2A-B1D0524BCBDA}" type="pres">
      <dgm:prSet presAssocID="{DE2CDE36-36F7-4F79-A663-3794295EAC87}" presName="hierRoot2" presStyleCnt="0">
        <dgm:presLayoutVars>
          <dgm:hierBranch val="init"/>
        </dgm:presLayoutVars>
      </dgm:prSet>
      <dgm:spPr/>
    </dgm:pt>
    <dgm:pt modelId="{38C34ACF-0F0F-494E-AF63-0D953161FE63}" type="pres">
      <dgm:prSet presAssocID="{DE2CDE36-36F7-4F79-A663-3794295EAC87}" presName="rootComposite" presStyleCnt="0"/>
      <dgm:spPr/>
    </dgm:pt>
    <dgm:pt modelId="{33DA69DD-CC29-4B80-B4C4-74D75AC13654}" type="pres">
      <dgm:prSet presAssocID="{DE2CDE36-36F7-4F79-A663-3794295EAC87}" presName="rootText" presStyleLbl="node3" presStyleIdx="17" presStyleCnt="25" custScaleX="223091" custScaleY="90830">
        <dgm:presLayoutVars>
          <dgm:chPref val="3"/>
        </dgm:presLayoutVars>
      </dgm:prSet>
      <dgm:spPr/>
    </dgm:pt>
    <dgm:pt modelId="{DA06BA89-6685-4EF9-B953-68B9C28A8575}" type="pres">
      <dgm:prSet presAssocID="{DE2CDE36-36F7-4F79-A663-3794295EAC87}" presName="rootConnector" presStyleLbl="node3" presStyleIdx="17" presStyleCnt="25"/>
      <dgm:spPr/>
    </dgm:pt>
    <dgm:pt modelId="{F143A1F1-9AE0-46DF-B42D-3D1D72D61BB6}" type="pres">
      <dgm:prSet presAssocID="{DE2CDE36-36F7-4F79-A663-3794295EAC87}" presName="hierChild4" presStyleCnt="0"/>
      <dgm:spPr/>
    </dgm:pt>
    <dgm:pt modelId="{58830E30-C77D-4FCD-A0EC-00410A6FE1AC}" type="pres">
      <dgm:prSet presAssocID="{DE2CDE36-36F7-4F79-A663-3794295EAC87}" presName="hierChild5" presStyleCnt="0"/>
      <dgm:spPr/>
    </dgm:pt>
    <dgm:pt modelId="{D835F695-B50D-418C-A907-0CB512CD6F3C}" type="pres">
      <dgm:prSet presAssocID="{1FDE73C1-1773-4DFF-80D8-CE538843B8D6}" presName="hierChild5" presStyleCnt="0"/>
      <dgm:spPr/>
    </dgm:pt>
    <dgm:pt modelId="{62821369-B757-43AF-BF6D-02B9EF83A7FF}" type="pres">
      <dgm:prSet presAssocID="{9E18C130-4D81-4BDD-8DE6-22CF9F45E19E}" presName="Name37" presStyleLbl="parChTrans1D2" presStyleIdx="3" presStyleCnt="7"/>
      <dgm:spPr/>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3" presStyleCnt="7" custScaleX="228089" custScaleY="242971" custLinFactNeighborX="4006">
        <dgm:presLayoutVars>
          <dgm:chPref val="3"/>
        </dgm:presLayoutVars>
      </dgm:prSet>
      <dgm:spPr/>
    </dgm:pt>
    <dgm:pt modelId="{0FE7A504-1A99-42A4-92D2-369E93728B6E}" type="pres">
      <dgm:prSet presAssocID="{A1A03C13-4BED-4BB7-8AFB-BDB236A519FA}" presName="rootConnector" presStyleLbl="node2" presStyleIdx="3" presStyleCnt="7"/>
      <dgm:spPr/>
    </dgm:pt>
    <dgm:pt modelId="{5C832EA0-92EB-4018-A238-AAD0380D7AE1}" type="pres">
      <dgm:prSet presAssocID="{A1A03C13-4BED-4BB7-8AFB-BDB236A519FA}" presName="hierChild4" presStyleCnt="0"/>
      <dgm:spPr/>
    </dgm:pt>
    <dgm:pt modelId="{1C6780BE-0BFA-452E-B23B-840ADD2F1082}" type="pres">
      <dgm:prSet presAssocID="{050B7652-B2ED-404E-AA57-5A9109C9C4AD}" presName="Name37" presStyleLbl="parChTrans1D3" presStyleIdx="18" presStyleCnt="25"/>
      <dgm:spPr/>
    </dgm:pt>
    <dgm:pt modelId="{91542984-1884-4075-85FF-10D3512C3511}" type="pres">
      <dgm:prSet presAssocID="{AD364B6B-599B-471E-B57A-D1AC5D89F0BB}" presName="hierRoot2" presStyleCnt="0">
        <dgm:presLayoutVars>
          <dgm:hierBranch val="init"/>
        </dgm:presLayoutVars>
      </dgm:prSet>
      <dgm:spPr/>
    </dgm:pt>
    <dgm:pt modelId="{2197488C-9BB4-4FE6-913F-95BF99328D53}" type="pres">
      <dgm:prSet presAssocID="{AD364B6B-599B-471E-B57A-D1AC5D89F0BB}" presName="rootComposite" presStyleCnt="0"/>
      <dgm:spPr/>
    </dgm:pt>
    <dgm:pt modelId="{9BB5FF79-6973-4054-99B9-A54F1965A453}" type="pres">
      <dgm:prSet presAssocID="{AD364B6B-599B-471E-B57A-D1AC5D89F0BB}" presName="rootText" presStyleLbl="node3" presStyleIdx="18" presStyleCnt="25" custScaleX="223091" custScaleY="90830">
        <dgm:presLayoutVars>
          <dgm:chPref val="3"/>
        </dgm:presLayoutVars>
      </dgm:prSet>
      <dgm:spPr/>
    </dgm:pt>
    <dgm:pt modelId="{B78A35CA-8616-4084-9244-9BF0A5A39633}" type="pres">
      <dgm:prSet presAssocID="{AD364B6B-599B-471E-B57A-D1AC5D89F0BB}" presName="rootConnector" presStyleLbl="node3" presStyleIdx="18" presStyleCnt="25"/>
      <dgm:spPr/>
    </dgm:pt>
    <dgm:pt modelId="{F4B924C5-04CD-43B1-A77B-46828D59C785}" type="pres">
      <dgm:prSet presAssocID="{AD364B6B-599B-471E-B57A-D1AC5D89F0BB}" presName="hierChild4" presStyleCnt="0"/>
      <dgm:spPr/>
    </dgm:pt>
    <dgm:pt modelId="{0FF70A95-51AF-418C-8B0E-B269569EF317}" type="pres">
      <dgm:prSet presAssocID="{AD364B6B-599B-471E-B57A-D1AC5D89F0BB}" presName="hierChild5" presStyleCnt="0"/>
      <dgm:spPr/>
    </dgm:pt>
    <dgm:pt modelId="{711712DF-1661-48BF-94D8-02EB0F75B3C9}" type="pres">
      <dgm:prSet presAssocID="{C85640FB-C804-4065-BA00-85F4CC1162DE}" presName="Name37" presStyleLbl="parChTrans1D3" presStyleIdx="19" presStyleCnt="25"/>
      <dgm:spPr/>
    </dgm:pt>
    <dgm:pt modelId="{5F0B58ED-37BC-4E60-8AF9-A0FCB8F283BE}" type="pres">
      <dgm:prSet presAssocID="{7ECE2163-EB71-4F7F-BBA2-BC36E02E2B31}" presName="hierRoot2" presStyleCnt="0">
        <dgm:presLayoutVars>
          <dgm:hierBranch val="init"/>
        </dgm:presLayoutVars>
      </dgm:prSet>
      <dgm:spPr/>
    </dgm:pt>
    <dgm:pt modelId="{E88A8F7C-EF9E-410E-A4CE-E1BD4AE9AD1A}" type="pres">
      <dgm:prSet presAssocID="{7ECE2163-EB71-4F7F-BBA2-BC36E02E2B31}" presName="rootComposite" presStyleCnt="0"/>
      <dgm:spPr/>
    </dgm:pt>
    <dgm:pt modelId="{9AE0E3D3-1E07-408B-94AE-583CE6DC67CB}" type="pres">
      <dgm:prSet presAssocID="{7ECE2163-EB71-4F7F-BBA2-BC36E02E2B31}" presName="rootText" presStyleLbl="node3" presStyleIdx="19" presStyleCnt="25" custScaleX="223091" custScaleY="90830">
        <dgm:presLayoutVars>
          <dgm:chPref val="3"/>
        </dgm:presLayoutVars>
      </dgm:prSet>
      <dgm:spPr/>
    </dgm:pt>
    <dgm:pt modelId="{1161B411-25D6-4E54-A6B5-01F0E696D37F}" type="pres">
      <dgm:prSet presAssocID="{7ECE2163-EB71-4F7F-BBA2-BC36E02E2B31}" presName="rootConnector" presStyleLbl="node3" presStyleIdx="19" presStyleCnt="25"/>
      <dgm:spPr/>
    </dgm:pt>
    <dgm:pt modelId="{FD1A9ED2-C73F-4A5D-8912-D5BBD4323FD0}" type="pres">
      <dgm:prSet presAssocID="{7ECE2163-EB71-4F7F-BBA2-BC36E02E2B31}" presName="hierChild4" presStyleCnt="0"/>
      <dgm:spPr/>
    </dgm:pt>
    <dgm:pt modelId="{6EA0EE07-6D26-49A9-9842-79963667B3FE}" type="pres">
      <dgm:prSet presAssocID="{7ECE2163-EB71-4F7F-BBA2-BC36E02E2B31}" presName="hierChild5" presStyleCnt="0"/>
      <dgm:spPr/>
    </dgm:pt>
    <dgm:pt modelId="{8209FAA0-2D45-49A3-9654-E2F21DB1EEBF}" type="pres">
      <dgm:prSet presAssocID="{9AA07B4B-0D0A-4248-9B7C-8B37BCC10884}" presName="Name37" presStyleLbl="parChTrans1D3" presStyleIdx="20" presStyleCnt="25"/>
      <dgm:spPr/>
    </dgm:pt>
    <dgm:pt modelId="{ABEEBA9A-FB28-41DC-B908-833AAC49BC29}" type="pres">
      <dgm:prSet presAssocID="{0A895B2C-C138-4449-9FB3-7B00CEEC35A6}" presName="hierRoot2" presStyleCnt="0">
        <dgm:presLayoutVars>
          <dgm:hierBranch val="init"/>
        </dgm:presLayoutVars>
      </dgm:prSet>
      <dgm:spPr/>
    </dgm:pt>
    <dgm:pt modelId="{72BED14A-ECEB-4733-801B-77FFA2E0B14B}" type="pres">
      <dgm:prSet presAssocID="{0A895B2C-C138-4449-9FB3-7B00CEEC35A6}" presName="rootComposite" presStyleCnt="0"/>
      <dgm:spPr/>
    </dgm:pt>
    <dgm:pt modelId="{AC410092-A890-4B5B-B5CF-25F1B643F136}" type="pres">
      <dgm:prSet presAssocID="{0A895B2C-C138-4449-9FB3-7B00CEEC35A6}" presName="rootText" presStyleLbl="node3" presStyleIdx="20" presStyleCnt="25" custScaleX="223091" custScaleY="90830">
        <dgm:presLayoutVars>
          <dgm:chPref val="3"/>
        </dgm:presLayoutVars>
      </dgm:prSet>
      <dgm:spPr/>
    </dgm:pt>
    <dgm:pt modelId="{AB5BCA6A-B28D-444F-8FD5-16FB3C5D3FFC}" type="pres">
      <dgm:prSet presAssocID="{0A895B2C-C138-4449-9FB3-7B00CEEC35A6}" presName="rootConnector" presStyleLbl="node3" presStyleIdx="20" presStyleCnt="25"/>
      <dgm:spPr/>
    </dgm:pt>
    <dgm:pt modelId="{C9D79AD5-4078-4E4D-8004-477976E7E606}" type="pres">
      <dgm:prSet presAssocID="{0A895B2C-C138-4449-9FB3-7B00CEEC35A6}" presName="hierChild4" presStyleCnt="0"/>
      <dgm:spPr/>
    </dgm:pt>
    <dgm:pt modelId="{E22AE339-4412-4784-AA5C-9AE7B9038C78}" type="pres">
      <dgm:prSet presAssocID="{0A895B2C-C138-4449-9FB3-7B00CEEC35A6}" presName="hierChild5" presStyleCnt="0"/>
      <dgm:spPr/>
    </dgm:pt>
    <dgm:pt modelId="{59B9C19D-A136-49C9-B36B-C1BC6B70BDC0}" type="pres">
      <dgm:prSet presAssocID="{1E06AC89-6839-446A-A388-9936D43031BC}" presName="Name37" presStyleLbl="parChTrans1D3" presStyleIdx="21" presStyleCnt="25"/>
      <dgm:spPr/>
    </dgm:pt>
    <dgm:pt modelId="{5EC67C15-6434-4391-BCF1-87E4976D9683}" type="pres">
      <dgm:prSet presAssocID="{462F3B5C-E62F-4D84-8BA3-626B44C92647}" presName="hierRoot2" presStyleCnt="0">
        <dgm:presLayoutVars>
          <dgm:hierBranch val="init"/>
        </dgm:presLayoutVars>
      </dgm:prSet>
      <dgm:spPr/>
    </dgm:pt>
    <dgm:pt modelId="{3CF8FF65-2D96-4438-810F-EC90321BE8AA}" type="pres">
      <dgm:prSet presAssocID="{462F3B5C-E62F-4D84-8BA3-626B44C92647}" presName="rootComposite" presStyleCnt="0"/>
      <dgm:spPr/>
    </dgm:pt>
    <dgm:pt modelId="{7BC1F158-3DCC-484F-A5A4-F28E158B4874}" type="pres">
      <dgm:prSet presAssocID="{462F3B5C-E62F-4D84-8BA3-626B44C92647}" presName="rootText" presStyleLbl="node3" presStyleIdx="21" presStyleCnt="25" custScaleX="223091" custScaleY="90830">
        <dgm:presLayoutVars>
          <dgm:chPref val="3"/>
        </dgm:presLayoutVars>
      </dgm:prSet>
      <dgm:spPr/>
    </dgm:pt>
    <dgm:pt modelId="{2C7EBE91-492A-4E47-8748-4761A0110B83}" type="pres">
      <dgm:prSet presAssocID="{462F3B5C-E62F-4D84-8BA3-626B44C92647}" presName="rootConnector" presStyleLbl="node3" presStyleIdx="21" presStyleCnt="25"/>
      <dgm:spPr/>
    </dgm:pt>
    <dgm:pt modelId="{2DAC0F45-D115-4BD8-ABEC-803E97571F9B}" type="pres">
      <dgm:prSet presAssocID="{462F3B5C-E62F-4D84-8BA3-626B44C92647}" presName="hierChild4" presStyleCnt="0"/>
      <dgm:spPr/>
    </dgm:pt>
    <dgm:pt modelId="{76322141-77EB-407D-AFC7-35E6CB77EA6F}" type="pres">
      <dgm:prSet presAssocID="{462F3B5C-E62F-4D84-8BA3-626B44C92647}" presName="hierChild5" presStyleCnt="0"/>
      <dgm:spPr/>
    </dgm:pt>
    <dgm:pt modelId="{D53250DA-5B46-404D-B21A-1A1B69C0A318}" type="pres">
      <dgm:prSet presAssocID="{20CD0B92-36CD-48E8-8A95-97BECC45A33E}" presName="Name37" presStyleLbl="parChTrans1D3" presStyleIdx="22" presStyleCnt="25"/>
      <dgm:spPr/>
    </dgm:pt>
    <dgm:pt modelId="{4581B00B-9635-4B0E-A072-9B272087BB1A}" type="pres">
      <dgm:prSet presAssocID="{49FF3A78-F25E-4583-A8DF-08F228F2B342}" presName="hierRoot2" presStyleCnt="0">
        <dgm:presLayoutVars>
          <dgm:hierBranch val="init"/>
        </dgm:presLayoutVars>
      </dgm:prSet>
      <dgm:spPr/>
    </dgm:pt>
    <dgm:pt modelId="{42F8A10F-2799-4B64-A5CC-75884335B9FD}" type="pres">
      <dgm:prSet presAssocID="{49FF3A78-F25E-4583-A8DF-08F228F2B342}" presName="rootComposite" presStyleCnt="0"/>
      <dgm:spPr/>
    </dgm:pt>
    <dgm:pt modelId="{43521752-1B05-4642-9125-29CA0188D0F0}" type="pres">
      <dgm:prSet presAssocID="{49FF3A78-F25E-4583-A8DF-08F228F2B342}" presName="rootText" presStyleLbl="node3" presStyleIdx="22" presStyleCnt="25" custScaleX="223091" custScaleY="90830">
        <dgm:presLayoutVars>
          <dgm:chPref val="3"/>
        </dgm:presLayoutVars>
      </dgm:prSet>
      <dgm:spPr/>
    </dgm:pt>
    <dgm:pt modelId="{F2D125A9-D3F5-4AB5-BF67-43FF2E53093B}" type="pres">
      <dgm:prSet presAssocID="{49FF3A78-F25E-4583-A8DF-08F228F2B342}" presName="rootConnector" presStyleLbl="node3" presStyleIdx="22" presStyleCnt="25"/>
      <dgm:spPr/>
    </dgm:pt>
    <dgm:pt modelId="{D6758356-EA34-410D-BFD3-1D1D1B41A2E0}" type="pres">
      <dgm:prSet presAssocID="{49FF3A78-F25E-4583-A8DF-08F228F2B342}" presName="hierChild4" presStyleCnt="0"/>
      <dgm:spPr/>
    </dgm:pt>
    <dgm:pt modelId="{2B53E0B5-032E-448D-95BA-31A81577B7C0}" type="pres">
      <dgm:prSet presAssocID="{49FF3A78-F25E-4583-A8DF-08F228F2B342}" presName="hierChild5" presStyleCnt="0"/>
      <dgm:spPr/>
    </dgm:pt>
    <dgm:pt modelId="{0456385A-3655-4EFB-9AF3-8E560450BC13}" type="pres">
      <dgm:prSet presAssocID="{3DA154FF-B74D-4B80-A8DD-8AF58D436B8B}" presName="Name37" presStyleLbl="parChTrans1D3" presStyleIdx="23" presStyleCnt="25"/>
      <dgm:spPr/>
    </dgm:pt>
    <dgm:pt modelId="{156047AA-E5BD-435B-B263-36137FEF84AF}" type="pres">
      <dgm:prSet presAssocID="{18D0E002-5129-4597-B69B-2D6B32D70F42}" presName="hierRoot2" presStyleCnt="0">
        <dgm:presLayoutVars>
          <dgm:hierBranch val="init"/>
        </dgm:presLayoutVars>
      </dgm:prSet>
      <dgm:spPr/>
    </dgm:pt>
    <dgm:pt modelId="{CB78A225-91E8-40C7-961A-1B616C0A727D}" type="pres">
      <dgm:prSet presAssocID="{18D0E002-5129-4597-B69B-2D6B32D70F42}" presName="rootComposite" presStyleCnt="0"/>
      <dgm:spPr/>
    </dgm:pt>
    <dgm:pt modelId="{65A7C63C-33D9-4ED2-BD62-6ADB507AA2A0}" type="pres">
      <dgm:prSet presAssocID="{18D0E002-5129-4597-B69B-2D6B32D70F42}" presName="rootText" presStyleLbl="node3" presStyleIdx="23" presStyleCnt="25" custScaleX="223091" custScaleY="90830">
        <dgm:presLayoutVars>
          <dgm:chPref val="3"/>
        </dgm:presLayoutVars>
      </dgm:prSet>
      <dgm:spPr/>
    </dgm:pt>
    <dgm:pt modelId="{5717C691-5A8B-4D46-B947-356AD5864A63}" type="pres">
      <dgm:prSet presAssocID="{18D0E002-5129-4597-B69B-2D6B32D70F42}" presName="rootConnector" presStyleLbl="node3" presStyleIdx="23" presStyleCnt="25"/>
      <dgm:spPr/>
    </dgm:pt>
    <dgm:pt modelId="{7C26707A-567B-4B5B-9539-5A1100DB0841}" type="pres">
      <dgm:prSet presAssocID="{18D0E002-5129-4597-B69B-2D6B32D70F42}" presName="hierChild4" presStyleCnt="0"/>
      <dgm:spPr/>
    </dgm:pt>
    <dgm:pt modelId="{E9D22FB7-093B-4035-A9BC-1AD6EBE8E5EA}" type="pres">
      <dgm:prSet presAssocID="{18D0E002-5129-4597-B69B-2D6B32D70F42}" presName="hierChild5" presStyleCnt="0"/>
      <dgm:spPr/>
    </dgm:pt>
    <dgm:pt modelId="{0B6038CA-4EC7-46C3-8FF8-5417B028441F}" type="pres">
      <dgm:prSet presAssocID="{748243D8-F2BC-47D9-9C0D-A1A4D5E12A4A}" presName="Name37" presStyleLbl="parChTrans1D3" presStyleIdx="24" presStyleCnt="25"/>
      <dgm:spPr/>
    </dgm:pt>
    <dgm:pt modelId="{5EA79A18-3D78-4467-BF17-5E44043635B0}" type="pres">
      <dgm:prSet presAssocID="{B09E3641-B8E5-4781-9FE5-04151AD847CE}" presName="hierRoot2" presStyleCnt="0">
        <dgm:presLayoutVars>
          <dgm:hierBranch val="init"/>
        </dgm:presLayoutVars>
      </dgm:prSet>
      <dgm:spPr/>
    </dgm:pt>
    <dgm:pt modelId="{84E5EB81-158B-4DCE-8EE7-0D7CE5E41A9E}" type="pres">
      <dgm:prSet presAssocID="{B09E3641-B8E5-4781-9FE5-04151AD847CE}" presName="rootComposite" presStyleCnt="0"/>
      <dgm:spPr/>
    </dgm:pt>
    <dgm:pt modelId="{445A7C02-F9A8-4E8A-B43C-D8D42A091E94}" type="pres">
      <dgm:prSet presAssocID="{B09E3641-B8E5-4781-9FE5-04151AD847CE}" presName="rootText" presStyleLbl="node3" presStyleIdx="24" presStyleCnt="25" custScaleX="223091" custScaleY="90830">
        <dgm:presLayoutVars>
          <dgm:chPref val="3"/>
        </dgm:presLayoutVars>
      </dgm:prSet>
      <dgm:spPr/>
    </dgm:pt>
    <dgm:pt modelId="{47025495-9327-4487-A0E9-A44B7CA3C45C}" type="pres">
      <dgm:prSet presAssocID="{B09E3641-B8E5-4781-9FE5-04151AD847CE}" presName="rootConnector" presStyleLbl="node3" presStyleIdx="24" presStyleCnt="25"/>
      <dgm:spPr/>
    </dgm:pt>
    <dgm:pt modelId="{40932D0C-2710-43AD-80DF-0F31D9B40875}" type="pres">
      <dgm:prSet presAssocID="{B09E3641-B8E5-4781-9FE5-04151AD847CE}" presName="hierChild4" presStyleCnt="0"/>
      <dgm:spPr/>
    </dgm:pt>
    <dgm:pt modelId="{D2168FED-D0B4-4EB3-87D0-0A894E392BE3}" type="pres">
      <dgm:prSet presAssocID="{B09E3641-B8E5-4781-9FE5-04151AD847CE}" presName="hierChild5" presStyleCnt="0"/>
      <dgm:spPr/>
    </dgm:pt>
    <dgm:pt modelId="{AFF152E2-0280-4325-8B01-B43435B7724D}" type="pres">
      <dgm:prSet presAssocID="{A1A03C13-4BED-4BB7-8AFB-BDB236A519FA}" presName="hierChild5" presStyleCnt="0"/>
      <dgm:spPr/>
    </dgm:pt>
    <dgm:pt modelId="{3EDF4FB4-B6DA-485A-8990-3A27AC76E8AB}" type="pres">
      <dgm:prSet presAssocID="{52C60D6E-634A-4A55-8E00-3AC33AEC64A4}" presName="Name37" presStyleLbl="parChTrans1D2" presStyleIdx="4" presStyleCnt="7"/>
      <dgm:spPr/>
    </dgm:pt>
    <dgm:pt modelId="{F8A97257-090E-4E3C-9D70-3B5DAC76AD56}" type="pres">
      <dgm:prSet presAssocID="{B8B29D0A-F667-4742-A5FE-EF12134344EF}" presName="hierRoot2" presStyleCnt="0">
        <dgm:presLayoutVars>
          <dgm:hierBranch val="init"/>
        </dgm:presLayoutVars>
      </dgm:prSet>
      <dgm:spPr/>
    </dgm:pt>
    <dgm:pt modelId="{FCAD40B0-8420-4CC5-8883-21D165309B1C}" type="pres">
      <dgm:prSet presAssocID="{B8B29D0A-F667-4742-A5FE-EF12134344EF}" presName="rootComposite" presStyleCnt="0"/>
      <dgm:spPr/>
    </dgm:pt>
    <dgm:pt modelId="{A4EBA583-4AE2-47FF-BF17-80385E011765}" type="pres">
      <dgm:prSet presAssocID="{B8B29D0A-F667-4742-A5FE-EF12134344EF}" presName="rootText" presStyleLbl="node2" presStyleIdx="4" presStyleCnt="7" custScaleX="228089" custScaleY="242971" custLinFactNeighborX="4006">
        <dgm:presLayoutVars>
          <dgm:chPref val="3"/>
        </dgm:presLayoutVars>
      </dgm:prSet>
      <dgm:spPr/>
    </dgm:pt>
    <dgm:pt modelId="{9B3F9F57-8BC6-48AC-8C98-C8945CC54C5C}" type="pres">
      <dgm:prSet presAssocID="{B8B29D0A-F667-4742-A5FE-EF12134344EF}" presName="rootConnector" presStyleLbl="node2" presStyleIdx="4" presStyleCnt="7"/>
      <dgm:spPr/>
    </dgm:pt>
    <dgm:pt modelId="{968CE116-F698-42AD-81AA-7E33A98BF3B8}" type="pres">
      <dgm:prSet presAssocID="{B8B29D0A-F667-4742-A5FE-EF12134344EF}" presName="hierChild4" presStyleCnt="0"/>
      <dgm:spPr/>
    </dgm:pt>
    <dgm:pt modelId="{D5B1A326-27A8-4D67-9F8F-DD60B986CA0C}" type="pres">
      <dgm:prSet presAssocID="{B8B29D0A-F667-4742-A5FE-EF12134344EF}" presName="hierChild5" presStyleCnt="0"/>
      <dgm:spPr/>
    </dgm:pt>
    <dgm:pt modelId="{76FCB14D-004B-4B73-A8A5-9F2858470E9D}" type="pres">
      <dgm:prSet presAssocID="{D34EF476-1A3C-4F05-8912-AC8117721477}" presName="Name37" presStyleLbl="parChTrans1D2" presStyleIdx="5" presStyleCnt="7"/>
      <dgm:spPr/>
    </dgm:pt>
    <dgm:pt modelId="{D8BF653F-6E55-494A-9830-91415587B421}" type="pres">
      <dgm:prSet presAssocID="{A10DA948-E32B-4636-8ABC-B57372AC3FED}" presName="hierRoot2" presStyleCnt="0">
        <dgm:presLayoutVars>
          <dgm:hierBranch val="init"/>
        </dgm:presLayoutVars>
      </dgm:prSet>
      <dgm:spPr/>
    </dgm:pt>
    <dgm:pt modelId="{AEE2E68B-52AB-4D82-BE50-75BAC2E6A946}" type="pres">
      <dgm:prSet presAssocID="{A10DA948-E32B-4636-8ABC-B57372AC3FED}" presName="rootComposite" presStyleCnt="0"/>
      <dgm:spPr/>
    </dgm:pt>
    <dgm:pt modelId="{EC971F5F-7233-4EC6-BFEE-D0739E52B7EC}" type="pres">
      <dgm:prSet presAssocID="{A10DA948-E32B-4636-8ABC-B57372AC3FED}" presName="rootText" presStyleLbl="node2" presStyleIdx="5" presStyleCnt="7" custScaleX="228089" custScaleY="242971" custLinFactNeighborX="4006">
        <dgm:presLayoutVars>
          <dgm:chPref val="3"/>
        </dgm:presLayoutVars>
      </dgm:prSet>
      <dgm:spPr/>
    </dgm:pt>
    <dgm:pt modelId="{AC45B32C-2280-40BF-81D0-E14714AF7740}" type="pres">
      <dgm:prSet presAssocID="{A10DA948-E32B-4636-8ABC-B57372AC3FED}" presName="rootConnector" presStyleLbl="node2" presStyleIdx="5" presStyleCnt="7"/>
      <dgm:spPr/>
    </dgm:pt>
    <dgm:pt modelId="{5931B297-0615-441C-917E-DE3F7F714CB5}" type="pres">
      <dgm:prSet presAssocID="{A10DA948-E32B-4636-8ABC-B57372AC3FED}" presName="hierChild4" presStyleCnt="0"/>
      <dgm:spPr/>
    </dgm:pt>
    <dgm:pt modelId="{BD63629F-E470-40C3-AA24-5B8B6BD7F436}" type="pres">
      <dgm:prSet presAssocID="{A10DA948-E32B-4636-8ABC-B57372AC3FED}" presName="hierChild5" presStyleCnt="0"/>
      <dgm:spPr/>
    </dgm:pt>
    <dgm:pt modelId="{41173D40-128D-4048-83A1-7C68DE4B0041}" type="pres">
      <dgm:prSet presAssocID="{4A0D96F5-06D9-485F-AEB5-2B27D37DA6F8}" presName="Name37" presStyleLbl="parChTrans1D2" presStyleIdx="6" presStyleCnt="7"/>
      <dgm:spPr/>
    </dgm:pt>
    <dgm:pt modelId="{77C8DAFF-F1C4-4376-ADCE-FAE7B586EEC6}" type="pres">
      <dgm:prSet presAssocID="{1CD9272D-1AC8-4166-B759-BD2460765B07}" presName="hierRoot2" presStyleCnt="0">
        <dgm:presLayoutVars>
          <dgm:hierBranch val="init"/>
        </dgm:presLayoutVars>
      </dgm:prSet>
      <dgm:spPr/>
    </dgm:pt>
    <dgm:pt modelId="{9BA2FD92-C266-461A-9CEF-3F5B3F322573}" type="pres">
      <dgm:prSet presAssocID="{1CD9272D-1AC8-4166-B759-BD2460765B07}" presName="rootComposite" presStyleCnt="0"/>
      <dgm:spPr/>
    </dgm:pt>
    <dgm:pt modelId="{1FF2C928-7E62-4953-B1D7-8B0B163A6AFE}" type="pres">
      <dgm:prSet presAssocID="{1CD9272D-1AC8-4166-B759-BD2460765B07}" presName="rootText" presStyleLbl="node2" presStyleIdx="6" presStyleCnt="7" custScaleX="228089" custScaleY="242971" custLinFactNeighborX="4006">
        <dgm:presLayoutVars>
          <dgm:chPref val="3"/>
        </dgm:presLayoutVars>
      </dgm:prSet>
      <dgm:spPr/>
    </dgm:pt>
    <dgm:pt modelId="{BD367FDB-F21D-4007-903C-1680264363A2}" type="pres">
      <dgm:prSet presAssocID="{1CD9272D-1AC8-4166-B759-BD2460765B07}" presName="rootConnector" presStyleLbl="node2" presStyleIdx="6" presStyleCnt="7"/>
      <dgm:spPr/>
    </dgm:pt>
    <dgm:pt modelId="{89E75F9B-EF94-49CA-B184-A185FABDCC9E}" type="pres">
      <dgm:prSet presAssocID="{1CD9272D-1AC8-4166-B759-BD2460765B07}" presName="hierChild4" presStyleCnt="0"/>
      <dgm:spPr/>
    </dgm:pt>
    <dgm:pt modelId="{723E8A3D-30CC-43F6-B950-6A5B5D6CC2D7}" type="pres">
      <dgm:prSet presAssocID="{1CD9272D-1AC8-4166-B759-BD2460765B07}" presName="hierChild5" presStyleCnt="0"/>
      <dgm:spPr/>
    </dgm:pt>
    <dgm:pt modelId="{96DEF822-DC52-4FFC-82DA-389CD5B29657}" type="pres">
      <dgm:prSet presAssocID="{9E6404DC-1053-49D6-95EE-599A97C88DD3}" presName="hierChild3" presStyleCnt="0"/>
      <dgm:spPr/>
    </dgm:pt>
  </dgm:ptLst>
  <dgm:cxnLst>
    <dgm:cxn modelId="{7AC18502-245B-4171-9871-F05CB697038C}" type="presOf" srcId="{95401D47-709A-46DF-B06A-1B1BF94D1690}" destId="{578DD833-D5A5-4EE4-AC53-41B0D2C85899}" srcOrd="0" destOrd="0" presId="urn:microsoft.com/office/officeart/2005/8/layout/orgChart1"/>
    <dgm:cxn modelId="{D4426A05-453A-4F71-B99D-7BF091CE8B1F}" type="presOf" srcId="{9AA07B4B-0D0A-4248-9B7C-8B37BCC10884}" destId="{8209FAA0-2D45-49A3-9654-E2F21DB1EEBF}" srcOrd="0" destOrd="0" presId="urn:microsoft.com/office/officeart/2005/8/layout/orgChart1"/>
    <dgm:cxn modelId="{825C5406-9B1C-4832-9548-672543C806F3}" type="presOf" srcId="{7114BC4E-EA33-4CFC-9353-6D45225BCCC6}" destId="{72FAA63C-1C8A-407F-9902-8FB3E159FD2E}" srcOrd="0" destOrd="0" presId="urn:microsoft.com/office/officeart/2005/8/layout/orgChart1"/>
    <dgm:cxn modelId="{BD4EA407-1572-40EA-9710-7B933582606E}" srcId="{620DD3EC-BDCD-468B-B566-7FE2B848507E}" destId="{9C14CEF8-8A9C-4F99-8160-FD0BBB70CFC7}" srcOrd="5" destOrd="0" parTransId="{7114BC4E-EA33-4CFC-9353-6D45225BCCC6}" sibTransId="{2EEBC27F-0A45-4AE5-9BAA-A4C08E6C305F}"/>
    <dgm:cxn modelId="{B9385408-ACC7-43A8-A368-A61DCB33947D}" type="presOf" srcId="{0A895B2C-C138-4449-9FB3-7B00CEEC35A6}" destId="{AC410092-A890-4B5B-B5CF-25F1B643F136}" srcOrd="0" destOrd="0" presId="urn:microsoft.com/office/officeart/2005/8/layout/orgChart1"/>
    <dgm:cxn modelId="{73C9670A-0D27-4AAF-B447-A7AD46679F7E}" type="presOf" srcId="{A1A03C13-4BED-4BB7-8AFB-BDB236A519FA}" destId="{E2CE8193-46AF-44C0-B4A1-4402C2A6388E}" srcOrd="0" destOrd="0" presId="urn:microsoft.com/office/officeart/2005/8/layout/orgChart1"/>
    <dgm:cxn modelId="{D695E20D-CF72-4242-BAA4-94ED68C93EE3}" srcId="{9E6404DC-1053-49D6-95EE-599A97C88DD3}" destId="{B8B29D0A-F667-4742-A5FE-EF12134344EF}" srcOrd="4" destOrd="0" parTransId="{52C60D6E-634A-4A55-8E00-3AC33AEC64A4}" sibTransId="{62DF6381-96AA-4379-A578-621554470BBB}"/>
    <dgm:cxn modelId="{72609910-D3BA-48BD-A7DA-80D91E1FA6B6}" srcId="{9E6404DC-1053-49D6-95EE-599A97C88DD3}" destId="{1CD9272D-1AC8-4166-B759-BD2460765B07}" srcOrd="6" destOrd="0" parTransId="{4A0D96F5-06D9-485F-AEB5-2B27D37DA6F8}" sibTransId="{8DC6733E-1600-4C4F-9D0D-BA8273CB5ECB}"/>
    <dgm:cxn modelId="{AF769213-A5D8-4D3C-903F-65013ED44110}" type="presOf" srcId="{537F5C71-1623-4B4D-93B1-3E6B43CEF64D}" destId="{E22688AA-84A4-4A87-BFB2-B43976A576FA}" srcOrd="1" destOrd="0" presId="urn:microsoft.com/office/officeart/2005/8/layout/orgChart1"/>
    <dgm:cxn modelId="{D2069714-9E87-49AB-9721-4EB80769D6EA}" type="presOf" srcId="{8974A62B-86E1-41E5-9A3F-C58243281814}" destId="{2D1050D5-D3F5-4594-8492-CADA49122876}" srcOrd="1" destOrd="0" presId="urn:microsoft.com/office/officeart/2005/8/layout/orgChart1"/>
    <dgm:cxn modelId="{A6162019-8CD4-4A12-BF91-47DE9FC3623A}" type="presOf" srcId="{FD8FE40B-879F-4F4E-B1C0-B05B7EF61B85}" destId="{B24AC9E0-962C-4E78-A693-CB404F97964B}" srcOrd="0" destOrd="0" presId="urn:microsoft.com/office/officeart/2005/8/layout/orgChart1"/>
    <dgm:cxn modelId="{38771D1A-7995-4DBE-8EE8-2BF7AB448824}" srcId="{620DD3EC-BDCD-468B-B566-7FE2B848507E}" destId="{9D5B5DCB-F5DD-4410-A358-629951B13726}" srcOrd="6" destOrd="0" parTransId="{95401D47-709A-46DF-B06A-1B1BF94D1690}" sibTransId="{98BA8957-8A60-4CE1-9D54-B3024433229E}"/>
    <dgm:cxn modelId="{8749021B-2268-44B1-AD84-B0921B253255}" type="presOf" srcId="{9286A5EC-F2A9-487D-8BF1-B96EEEFD636B}" destId="{C9422C4E-2B02-4D33-A16B-EF7B187ECAB7}" srcOrd="0" destOrd="0" presId="urn:microsoft.com/office/officeart/2005/8/layout/orgChart1"/>
    <dgm:cxn modelId="{C969201C-156A-445E-BC05-C0295A3167EE}" type="presOf" srcId="{1FA8D87B-D027-4904-B477-6E95F9D01534}" destId="{9C3CBAF8-2104-4A11-8B8B-F0485E167135}" srcOrd="1" destOrd="0" presId="urn:microsoft.com/office/officeart/2005/8/layout/orgChart1"/>
    <dgm:cxn modelId="{AA64121D-52F3-4804-A4C5-66713E41F392}" srcId="{620DD3EC-BDCD-468B-B566-7FE2B848507E}" destId="{82B7C0DB-CE47-48C4-89ED-8874CF6DE729}" srcOrd="3" destOrd="0" parTransId="{7D7C3F90-4894-423B-9957-28D1989E14BB}" sibTransId="{FB4FDC0F-5618-4436-AAC9-A90B28030BE1}"/>
    <dgm:cxn modelId="{1CE6EF21-E001-4AED-80B6-18ACDE831227}" type="presOf" srcId="{B09E3641-B8E5-4781-9FE5-04151AD847CE}" destId="{47025495-9327-4487-A0E9-A44B7CA3C45C}" srcOrd="1" destOrd="0" presId="urn:microsoft.com/office/officeart/2005/8/layout/orgChart1"/>
    <dgm:cxn modelId="{DD394F22-1D45-4A3F-93E3-688DAFF722F0}" type="presOf" srcId="{C5EF5680-CB1F-44B8-9D16-6C9B3B02A950}" destId="{6AABE029-3C83-4187-8AC5-D8BA4B92FE81}"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7B0EBB22-539E-4619-9721-3158FAA409E1}" type="presOf" srcId="{9C14CEF8-8A9C-4F99-8160-FD0BBB70CFC7}" destId="{47E4C2A9-BBCB-41A8-A3D8-BFC2DBE12EB9}"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61A9FD26-C8C7-44E2-8540-E0644D82B833}" srcId="{A1A03C13-4BED-4BB7-8AFB-BDB236A519FA}" destId="{AD364B6B-599B-471E-B57A-D1AC5D89F0BB}" srcOrd="0" destOrd="0" parTransId="{050B7652-B2ED-404E-AA57-5A9109C9C4AD}" sibTransId="{07904351-DCD9-4880-84F3-DBF42C6506B5}"/>
    <dgm:cxn modelId="{46665F27-13BE-4F0C-AF49-4D7A356711B5}" type="presOf" srcId="{A10DA948-E32B-4636-8ABC-B57372AC3FED}" destId="{EC971F5F-7233-4EC6-BFEE-D0739E52B7EC}" srcOrd="0" destOrd="0" presId="urn:microsoft.com/office/officeart/2005/8/layout/orgChart1"/>
    <dgm:cxn modelId="{D420BD27-AD25-40B7-A90A-987B940BE58A}" type="presOf" srcId="{82B7C0DB-CE47-48C4-89ED-8874CF6DE729}" destId="{DA48BB98-7FEE-4C56-907D-898F64208C8F}"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286E9828-A3BB-444D-A998-B27837355EDF}" type="presOf" srcId="{8B93368D-220F-4F51-922B-E3D40AEF4871}" destId="{AF41A196-D073-444E-BDCD-FC763BCB5F43}" srcOrd="0" destOrd="0" presId="urn:microsoft.com/office/officeart/2005/8/layout/orgChart1"/>
    <dgm:cxn modelId="{52D5A22A-19E9-4520-8A1E-26BB629C0EBD}" type="presOf" srcId="{99711691-FE7D-42E5-90F7-7213A0866CC3}" destId="{75D5AD84-DBF1-46D6-A5BA-E9CD0863B250}"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9767352D-2F28-4907-8026-4C2BC21D0B68}" type="presOf" srcId="{462F3B5C-E62F-4D84-8BA3-626B44C92647}" destId="{2C7EBE91-492A-4E47-8748-4761A0110B83}" srcOrd="1" destOrd="0" presId="urn:microsoft.com/office/officeart/2005/8/layout/orgChart1"/>
    <dgm:cxn modelId="{3AA2732E-E1F3-4BD5-9990-5D30D82B08ED}" srcId="{620DD3EC-BDCD-468B-B566-7FE2B848507E}" destId="{1F903EBE-540A-403B-AE13-6A09126352BD}" srcOrd="1" destOrd="0" parTransId="{248E9311-DF61-4B0E-BD57-16AE2D707A60}" sibTransId="{BB52F0E9-3899-452E-BFB9-D8344A4C6147}"/>
    <dgm:cxn modelId="{B8F50A32-11F7-4983-B1BB-7B6CC0A3945F}" type="presOf" srcId="{89693932-38C2-4209-BF89-D0CD70AB6FAD}" destId="{2950EBDC-D558-491C-A58C-E63A104F5225}" srcOrd="0" destOrd="0" presId="urn:microsoft.com/office/officeart/2005/8/layout/orgChart1"/>
    <dgm:cxn modelId="{483E8233-5094-4517-9954-9D1F652BD679}" type="presOf" srcId="{DE2CDE36-36F7-4F79-A663-3794295EAC87}" destId="{DA06BA89-6685-4EF9-B953-68B9C28A8575}" srcOrd="1" destOrd="0" presId="urn:microsoft.com/office/officeart/2005/8/layout/orgChart1"/>
    <dgm:cxn modelId="{A1D15D38-78F7-412B-B0CE-4A8B840F249A}" type="presOf" srcId="{0F15CCAC-C0BB-45D4-B9E3-00CFEBC158AB}" destId="{F2C2BEAD-A73F-49AB-B3BD-7E4A09214EC6}" srcOrd="1" destOrd="0" presId="urn:microsoft.com/office/officeart/2005/8/layout/orgChart1"/>
    <dgm:cxn modelId="{68727441-B275-46DA-80F5-9D0E061EF19E}" srcId="{1FDE73C1-1773-4DFF-80D8-CE538843B8D6}" destId="{DE2CDE36-36F7-4F79-A663-3794295EAC87}" srcOrd="5" destOrd="0" parTransId="{88117585-23CB-4B62-AF28-F5DC4E48DF32}" sibTransId="{C7900632-4013-4FD9-9CC6-F8F898722027}"/>
    <dgm:cxn modelId="{0493CA42-B1C7-4DB4-BFF8-9CB7C84F719A}" type="presOf" srcId="{20CD0B92-36CD-48E8-8A95-97BECC45A33E}" destId="{D53250DA-5B46-404D-B21A-1A1B69C0A318}" srcOrd="0" destOrd="0" presId="urn:microsoft.com/office/officeart/2005/8/layout/orgChart1"/>
    <dgm:cxn modelId="{69B5CB46-E0C8-4FAF-9773-90963E2D22AC}" type="presOf" srcId="{49FF3A78-F25E-4583-A8DF-08F228F2B342}" destId="{43521752-1B05-4642-9125-29CA0188D0F0}" srcOrd="0" destOrd="0" presId="urn:microsoft.com/office/officeart/2005/8/layout/orgChart1"/>
    <dgm:cxn modelId="{C6897B47-06F8-49FC-B60E-48A7D40EEA5A}" type="presOf" srcId="{6C8BDFAD-98C7-40DC-9600-88AB64F6EE03}" destId="{7F51C97F-860E-48CD-BD1E-2610535F7FA0}" srcOrd="1" destOrd="0" presId="urn:microsoft.com/office/officeart/2005/8/layout/orgChart1"/>
    <dgm:cxn modelId="{F29C2B4A-4A32-488D-B3C6-F39504D2CFE6}" type="presOf" srcId="{552219B0-29E3-4A6C-90E3-BE0B83069EBC}" destId="{44F89C81-6EDD-4313-B033-6AFE4A6B1597}" srcOrd="1" destOrd="0" presId="urn:microsoft.com/office/officeart/2005/8/layout/orgChart1"/>
    <dgm:cxn modelId="{31462A4E-8224-436F-96D6-8AE5F9C40920}" type="presOf" srcId="{9D5B5DCB-F5DD-4410-A358-629951B13726}" destId="{895F9B5E-7116-4ACE-A06D-885F6AA275E0}" srcOrd="1" destOrd="0" presId="urn:microsoft.com/office/officeart/2005/8/layout/orgChart1"/>
    <dgm:cxn modelId="{F3C32E50-15A9-4DD4-B96F-08A8D69AA5F6}" type="presOf" srcId="{88117585-23CB-4B62-AF28-F5DC4E48DF32}" destId="{40E57C39-E8A8-460E-A1E7-B28C562578E6}" srcOrd="0" destOrd="0" presId="urn:microsoft.com/office/officeart/2005/8/layout/orgChart1"/>
    <dgm:cxn modelId="{91149053-4677-4587-A380-2C22E6CC0052}" type="presOf" srcId="{B8B29D0A-F667-4742-A5FE-EF12134344EF}" destId="{A4EBA583-4AE2-47FF-BF17-80385E011765}"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D24A4F57-86C2-4D03-957B-7A696F98F89F}" type="presOf" srcId="{9D5B5DCB-F5DD-4410-A358-629951B13726}" destId="{3E8135BF-BCBB-4B5E-A1CB-264C7E2C884F}" srcOrd="0" destOrd="0" presId="urn:microsoft.com/office/officeart/2005/8/layout/orgChart1"/>
    <dgm:cxn modelId="{8C9B6D59-44C9-4DC5-80EB-509BA5F220E7}" type="presOf" srcId="{B09E3641-B8E5-4781-9FE5-04151AD847CE}" destId="{445A7C02-F9A8-4E8A-B43C-D8D42A091E94}" srcOrd="0"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10B3C362-CBC0-4D60-AEAD-31AB73932D9E}" srcId="{620DD3EC-BDCD-468B-B566-7FE2B848507E}" destId="{8AEB5098-FCED-480D-BBD2-094DB8A3921A}" srcOrd="4" destOrd="0" parTransId="{2CDD424D-00BD-47EE-A872-1A21EC26F96C}" sibTransId="{AE422253-5ACC-4F22-A2F4-36262611D67B}"/>
    <dgm:cxn modelId="{33103464-FEAF-462D-BDC1-400091E5A50E}" type="presOf" srcId="{AD364B6B-599B-471E-B57A-D1AC5D89F0BB}" destId="{B78A35CA-8616-4084-9244-9BF0A5A39633}" srcOrd="1" destOrd="0" presId="urn:microsoft.com/office/officeart/2005/8/layout/orgChart1"/>
    <dgm:cxn modelId="{CC4B7466-B981-44E3-8FF7-C492034F99C8}" type="presOf" srcId="{9BFD04D4-D27E-47FD-B17A-0660BE35F1CF}" destId="{0E020EB3-B687-49B5-864A-7775365865BE}" srcOrd="0" destOrd="0" presId="urn:microsoft.com/office/officeart/2005/8/layout/orgChart1"/>
    <dgm:cxn modelId="{01FAF066-6697-4A16-A34C-B61F6B7DAE7C}" type="presOf" srcId="{552219B0-29E3-4A6C-90E3-BE0B83069EBC}" destId="{9449DAAE-E410-44C5-A07D-A0445C0B7E6B}" srcOrd="0"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DC66CD6A-3672-47F6-A72B-B3BDA10F1D1A}" type="presOf" srcId="{8AEB5098-FCED-480D-BBD2-094DB8A3921A}" destId="{BFC02DAA-2A89-47DA-8ED1-F88D5D0D7A1F}" srcOrd="0" destOrd="0" presId="urn:microsoft.com/office/officeart/2005/8/layout/orgChart1"/>
    <dgm:cxn modelId="{6F33E66B-A237-48F3-A2D0-CAC2DF6DD2CA}" type="presOf" srcId="{41503EEF-911B-4E28-B947-D4C1D831EC38}" destId="{9088FD99-4937-46C5-924A-F51B321BF542}" srcOrd="0" destOrd="0" presId="urn:microsoft.com/office/officeart/2005/8/layout/orgChart1"/>
    <dgm:cxn modelId="{7EAB966C-D9D5-41D0-93B2-6E7A94027603}" type="presOf" srcId="{8B93368D-220F-4F51-922B-E3D40AEF4871}" destId="{D2461159-78CB-4A23-999D-2C7EB906725F}" srcOrd="1" destOrd="0" presId="urn:microsoft.com/office/officeart/2005/8/layout/orgChart1"/>
    <dgm:cxn modelId="{CD9FDF6C-AA22-4CD5-9C8F-535684797143}" type="presOf" srcId="{72321157-20D7-49DE-845F-C02FB1A2276A}" destId="{414C7D41-C0D4-4459-BBB5-2C8D13BAB807}" srcOrd="0" destOrd="0" presId="urn:microsoft.com/office/officeart/2005/8/layout/orgChart1"/>
    <dgm:cxn modelId="{86C0796D-E0B6-445C-A4B4-80D5BA43F72D}" type="presOf" srcId="{1FDE73C1-1773-4DFF-80D8-CE538843B8D6}" destId="{2B09EB8B-ED69-45F5-BA37-36CF2B0643CF}" srcOrd="1" destOrd="0" presId="urn:microsoft.com/office/officeart/2005/8/layout/orgChart1"/>
    <dgm:cxn modelId="{32819F6E-6CA7-41E4-9A80-DE887C444D64}" type="presOf" srcId="{1CD9272D-1AC8-4166-B759-BD2460765B07}" destId="{1FF2C928-7E62-4953-B1D7-8B0B163A6AFE}" srcOrd="0" destOrd="0" presId="urn:microsoft.com/office/officeart/2005/8/layout/orgChart1"/>
    <dgm:cxn modelId="{35EFA470-2995-450A-BB41-15E5440B189D}" type="presOf" srcId="{1E06AC89-6839-446A-A388-9936D43031BC}" destId="{59B9C19D-A136-49C9-B36B-C1BC6B70BDC0}"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5B3DF672-5B9C-4D54-B756-FD178957085A}" type="presOf" srcId="{8974A62B-86E1-41E5-9A3F-C58243281814}" destId="{B035253A-EFC7-48C1-B143-E9695D438A7C}" srcOrd="0" destOrd="0" presId="urn:microsoft.com/office/officeart/2005/8/layout/orgChart1"/>
    <dgm:cxn modelId="{8C211675-85B0-49D0-BDFF-F21742F653D5}" type="presOf" srcId="{52C60D6E-634A-4A55-8E00-3AC33AEC64A4}" destId="{3EDF4FB4-B6DA-485A-8990-3A27AC76E8AB}" srcOrd="0" destOrd="0" presId="urn:microsoft.com/office/officeart/2005/8/layout/orgChart1"/>
    <dgm:cxn modelId="{CD6E0D77-FF4B-4F5B-BCB4-0CAD269E1620}" srcId="{A1A03C13-4BED-4BB7-8AFB-BDB236A519FA}" destId="{B09E3641-B8E5-4781-9FE5-04151AD847CE}" srcOrd="6" destOrd="0" parTransId="{748243D8-F2BC-47D9-9C0D-A1A4D5E12A4A}" sibTransId="{194EF768-C0F5-4D50-9042-F01FC5197BCC}"/>
    <dgm:cxn modelId="{22A5B27A-82E9-4E01-B38B-CDA1D80DCB8D}" type="presOf" srcId="{A554D112-ACA0-49E3-82C2-BAB77C40A5DB}" destId="{1B67105F-ECD7-44F8-A5C6-19D745593D1A}" srcOrd="0" destOrd="0" presId="urn:microsoft.com/office/officeart/2005/8/layout/orgChart1"/>
    <dgm:cxn modelId="{1556197C-B1AC-433C-97B3-637C0FB10B3A}" type="presOf" srcId="{D344735A-245E-46E9-AA2C-799DE03351C2}" destId="{63869B18-0E40-4E74-BAE2-50D23ADF541A}" srcOrd="0" destOrd="0" presId="urn:microsoft.com/office/officeart/2005/8/layout/orgChart1"/>
    <dgm:cxn modelId="{875E837D-78FE-4348-9D66-5ABD66CB7F09}" srcId="{620DD3EC-BDCD-468B-B566-7FE2B848507E}" destId="{CE34F162-4745-4679-A58B-1ADAA9194A3B}" srcOrd="8" destOrd="0" parTransId="{89693932-38C2-4209-BF89-D0CD70AB6FAD}" sibTransId="{A2B83694-0CDF-4FF7-9BB8-E414247B3691}"/>
    <dgm:cxn modelId="{BF49057E-F217-435C-8C24-3347D4BBE3AA}" type="presOf" srcId="{0A895B2C-C138-4449-9FB3-7B00CEEC35A6}" destId="{AB5BCA6A-B28D-444F-8FD5-16FB3C5D3FFC}" srcOrd="1" destOrd="0" presId="urn:microsoft.com/office/officeart/2005/8/layout/orgChart1"/>
    <dgm:cxn modelId="{7506067E-541A-4A3A-B687-F79671A6EB44}" type="presOf" srcId="{D723B879-676C-4614-8859-D09DEFF2A3B3}" destId="{8BF33A23-B9E7-4732-917C-5D66B726362F}" srcOrd="0" destOrd="0" presId="urn:microsoft.com/office/officeart/2005/8/layout/orgChart1"/>
    <dgm:cxn modelId="{09292C7E-36B7-4BA9-9CE7-210789A709F9}" srcId="{A1A03C13-4BED-4BB7-8AFB-BDB236A519FA}" destId="{0A895B2C-C138-4449-9FB3-7B00CEEC35A6}" srcOrd="2" destOrd="0" parTransId="{9AA07B4B-0D0A-4248-9B7C-8B37BCC10884}" sibTransId="{D531BAC0-AF0C-4409-860E-8E99BC5D9917}"/>
    <dgm:cxn modelId="{1A46CE7F-A917-4FBF-8C99-90283829C0A5}" type="presOf" srcId="{1FDE73C1-1773-4DFF-80D8-CE538843B8D6}" destId="{03758FE5-334A-46EC-AD76-4289659832B6}" srcOrd="0" destOrd="0" presId="urn:microsoft.com/office/officeart/2005/8/layout/orgChart1"/>
    <dgm:cxn modelId="{43DE0581-5EC5-483A-82DE-78EA0308EA80}" type="presOf" srcId="{6C8BDFAD-98C7-40DC-9600-88AB64F6EE03}" destId="{469CAF21-1513-4CB4-A436-10802A52549F}" srcOrd="0" destOrd="0" presId="urn:microsoft.com/office/officeart/2005/8/layout/orgChart1"/>
    <dgm:cxn modelId="{784EE587-D5A8-4E5A-9DD3-2CA3DCFE4E29}" type="presOf" srcId="{2CDD424D-00BD-47EE-A872-1A21EC26F96C}" destId="{0A74CE7B-A1D2-4B1A-95FB-702919421DD3}"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0185008C-C2D7-48E3-94ED-D46869336753}" type="presOf" srcId="{AB6BE931-FCC3-48CB-BD82-9DF1CBA8A3BD}" destId="{E037BA20-CE03-4AC9-B936-025A19D0DCA8}" srcOrd="0" destOrd="0" presId="urn:microsoft.com/office/officeart/2005/8/layout/orgChart1"/>
    <dgm:cxn modelId="{F3CB968C-E7D9-4FB6-8451-CD8CB064444A}" type="presOf" srcId="{B8B29D0A-F667-4742-A5FE-EF12134344EF}" destId="{9B3F9F57-8BC6-48AC-8C98-C8945CC54C5C}" srcOrd="1" destOrd="0" presId="urn:microsoft.com/office/officeart/2005/8/layout/orgChart1"/>
    <dgm:cxn modelId="{3D50288F-BDAC-44F2-803F-7ABC74ED0B18}" type="presOf" srcId="{A10DA948-E32B-4636-8ABC-B57372AC3FED}" destId="{AC45B32C-2280-40BF-81D0-E14714AF7740}" srcOrd="1" destOrd="0" presId="urn:microsoft.com/office/officeart/2005/8/layout/orgChart1"/>
    <dgm:cxn modelId="{BD32FC90-32F1-440F-9979-A59213EF5940}" type="presOf" srcId="{AD364B6B-599B-471E-B57A-D1AC5D89F0BB}" destId="{9BB5FF79-6973-4054-99B9-A54F1965A453}" srcOrd="0" destOrd="0" presId="urn:microsoft.com/office/officeart/2005/8/layout/orgChart1"/>
    <dgm:cxn modelId="{95602F91-0F1C-4965-A699-C6A1D11B685A}" type="presOf" srcId="{1FA8D87B-D027-4904-B477-6E95F9D01534}" destId="{362DD6BD-9262-4B2C-9DDE-4D5BEA07F5EE}"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DE00959A-19CA-4CCF-B1F0-D411D9CCB9B1}" type="presOf" srcId="{462F3B5C-E62F-4D84-8BA3-626B44C92647}" destId="{7BC1F158-3DCC-484F-A5A4-F28E158B4874}" srcOrd="0" destOrd="0" presId="urn:microsoft.com/office/officeart/2005/8/layout/orgChart1"/>
    <dgm:cxn modelId="{D6442E9B-9182-4677-9FAF-7B606EF872B8}" srcId="{9E6404DC-1053-49D6-95EE-599A97C88DD3}" destId="{A10DA948-E32B-4636-8ABC-B57372AC3FED}" srcOrd="5" destOrd="0" parTransId="{D34EF476-1A3C-4F05-8912-AC8117721477}" sibTransId="{7B7DF71A-C77E-4F81-ACCE-ADBEB3FA850C}"/>
    <dgm:cxn modelId="{7ED9939E-7B49-419F-A01F-3A1A6AC7133A}" srcId="{A1A03C13-4BED-4BB7-8AFB-BDB236A519FA}" destId="{462F3B5C-E62F-4D84-8BA3-626B44C92647}" srcOrd="3" destOrd="0" parTransId="{1E06AC89-6839-446A-A388-9936D43031BC}" sibTransId="{9696AEE2-9CCB-4E65-9C75-B23A79B6C9E3}"/>
    <dgm:cxn modelId="{F6972DA4-954A-4230-A1C6-CF793E62B77C}" type="presOf" srcId="{7D7C3F90-4894-423B-9957-28D1989E14BB}" destId="{B7D28B6A-2825-4E08-B446-8EC5450412F4}" srcOrd="0" destOrd="0" presId="urn:microsoft.com/office/officeart/2005/8/layout/orgChart1"/>
    <dgm:cxn modelId="{8D8C3FA4-9174-40CF-A8BD-7F932B2D0964}" srcId="{1FDE73C1-1773-4DFF-80D8-CE538843B8D6}" destId="{8B93368D-220F-4F51-922B-E3D40AEF4871}" srcOrd="0" destOrd="0" parTransId="{FD8FE40B-879F-4F4E-B1C0-B05B7EF61B85}" sibTransId="{DEC3EE81-7009-4889-8EA1-20032230294E}"/>
    <dgm:cxn modelId="{8C15ACA4-CB2E-45C6-9104-7B2CCD666A4F}" srcId="{1FDE73C1-1773-4DFF-80D8-CE538843B8D6}" destId="{537F5C71-1623-4B4D-93B1-3E6B43CEF64D}" srcOrd="4" destOrd="0" parTransId="{D344735A-245E-46E9-AA2C-799DE03351C2}" sibTransId="{E092A894-0E6A-4DF7-80C1-D6A93A58DA01}"/>
    <dgm:cxn modelId="{F9CE9AA7-E930-4198-AD82-B7C476C68F19}" type="presOf" srcId="{AB6BE931-FCC3-48CB-BD82-9DF1CBA8A3BD}" destId="{7092EE1C-4EF6-42CA-8459-D9EFCCBA1A61}" srcOrd="1" destOrd="0" presId="urn:microsoft.com/office/officeart/2005/8/layout/orgChart1"/>
    <dgm:cxn modelId="{735C7EAA-D38C-40C8-82EC-188802DC0CA7}" type="presOf" srcId="{4A0D96F5-06D9-485F-AEB5-2B27D37DA6F8}" destId="{41173D40-128D-4048-83A1-7C68DE4B0041}" srcOrd="0" destOrd="0" presId="urn:microsoft.com/office/officeart/2005/8/layout/orgChart1"/>
    <dgm:cxn modelId="{39D4BBAB-E420-4730-BA4C-FEC9AFAC74F6}" type="presOf" srcId="{ADFFC400-8BBA-4CA0-97DA-A5239AD7FF83}" destId="{ED8B7DF3-7C68-4E1C-A743-283531BE19BD}" srcOrd="0" destOrd="0" presId="urn:microsoft.com/office/officeart/2005/8/layout/orgChart1"/>
    <dgm:cxn modelId="{B4271FAD-4D95-4F1B-8083-FB4B6EA21FE5}" type="presOf" srcId="{248E9311-DF61-4B0E-BD57-16AE2D707A60}" destId="{76E33A9D-9480-40FB-A4DF-EE1E2E7E401E}" srcOrd="0" destOrd="0" presId="urn:microsoft.com/office/officeart/2005/8/layout/orgChart1"/>
    <dgm:cxn modelId="{E90F55AD-3C58-47AD-8619-6F17C7F3C817}" srcId="{A1A03C13-4BED-4BB7-8AFB-BDB236A519FA}" destId="{7ECE2163-EB71-4F7F-BBA2-BC36E02E2B31}" srcOrd="1" destOrd="0" parTransId="{C85640FB-C804-4065-BA00-85F4CC1162DE}" sibTransId="{7FD49496-4688-4B1E-91F1-9F958226F3A7}"/>
    <dgm:cxn modelId="{394D97AE-E6BD-4B15-94A9-1FD1ABF34002}" type="presOf" srcId="{3DA154FF-B74D-4B80-A8DD-8AF58D436B8B}" destId="{0456385A-3655-4EFB-9AF3-8E560450BC13}"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97A6EAB1-DF25-4EA5-B806-EDD1B50240A8}" type="presOf" srcId="{A1A03C13-4BED-4BB7-8AFB-BDB236A519FA}" destId="{0FE7A504-1A99-42A4-92D2-369E93728B6E}" srcOrd="1" destOrd="0" presId="urn:microsoft.com/office/officeart/2005/8/layout/orgChart1"/>
    <dgm:cxn modelId="{A67E42B2-CB1A-4991-B493-7F5280322758}" srcId="{620DD3EC-BDCD-468B-B566-7FE2B848507E}" destId="{6C8BDFAD-98C7-40DC-9600-88AB64F6EE03}" srcOrd="7" destOrd="0" parTransId="{41503EEF-911B-4E28-B947-D4C1D831EC38}" sibTransId="{19CB6CB1-3A54-4C24-9F2F-3556E27C04DF}"/>
    <dgm:cxn modelId="{4B33E3B3-72AA-4880-BA32-9642E281010B}" type="presOf" srcId="{C85640FB-C804-4065-BA00-85F4CC1162DE}" destId="{711712DF-1661-48BF-94D8-02EB0F75B3C9}" srcOrd="0" destOrd="0" presId="urn:microsoft.com/office/officeart/2005/8/layout/orgChart1"/>
    <dgm:cxn modelId="{9576B1B5-7185-4514-9983-7557C6F38BA3}" type="presOf" srcId="{7ECE2163-EB71-4F7F-BBA2-BC36E02E2B31}" destId="{9AE0E3D3-1E07-408B-94AE-583CE6DC67CB}" srcOrd="0" destOrd="0" presId="urn:microsoft.com/office/officeart/2005/8/layout/orgChart1"/>
    <dgm:cxn modelId="{55547DB7-977D-4BC9-9637-0BE2D4CA817A}" type="presOf" srcId="{DE2CDE36-36F7-4F79-A663-3794295EAC87}" destId="{33DA69DD-CC29-4B80-B4C4-74D75AC13654}" srcOrd="0" destOrd="0" presId="urn:microsoft.com/office/officeart/2005/8/layout/orgChart1"/>
    <dgm:cxn modelId="{6079E8B9-79D9-4950-922A-FEE2C121E345}" type="presOf" srcId="{49FF3A78-F25E-4583-A8DF-08F228F2B342}" destId="{F2D125A9-D3F5-4AB5-BF67-43FF2E53093B}" srcOrd="1" destOrd="0" presId="urn:microsoft.com/office/officeart/2005/8/layout/orgChart1"/>
    <dgm:cxn modelId="{D0761ABB-E8E0-4EC3-8531-748143C3C9C9}" type="presOf" srcId="{7ECE2163-EB71-4F7F-BBA2-BC36E02E2B31}" destId="{1161B411-25D6-4E54-A6B5-01F0E696D37F}" srcOrd="1" destOrd="0" presId="urn:microsoft.com/office/officeart/2005/8/layout/orgChart1"/>
    <dgm:cxn modelId="{5F53DFBD-0494-40B1-A5BF-F7149D131457}" type="presOf" srcId="{1F903EBE-540A-403B-AE13-6A09126352BD}" destId="{746FE1B3-37E8-4050-B0B7-5668D5D7D118}" srcOrd="1" destOrd="0" presId="urn:microsoft.com/office/officeart/2005/8/layout/orgChart1"/>
    <dgm:cxn modelId="{92240EBE-0A75-43F0-9FCE-7AFD98E17ABB}" srcId="{A1A03C13-4BED-4BB7-8AFB-BDB236A519FA}" destId="{49FF3A78-F25E-4583-A8DF-08F228F2B342}" srcOrd="4" destOrd="0" parTransId="{20CD0B92-36CD-48E8-8A95-97BECC45A33E}" sibTransId="{7BE29042-6777-4864-A6C0-E8F83CAF03D2}"/>
    <dgm:cxn modelId="{FCD123BE-1466-4CBB-9ABC-D1A6849294CA}" type="presOf" srcId="{748243D8-F2BC-47D9-9C0D-A1A4D5E12A4A}" destId="{0B6038CA-4EC7-46C3-8FF8-5417B028441F}"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643B4BC3-44C9-4EF4-9154-128D3CE873BF}" type="presOf" srcId="{050B7652-B2ED-404E-AA57-5A9109C9C4AD}" destId="{1C6780BE-0BFA-452E-B23B-840ADD2F1082}" srcOrd="0" destOrd="0" presId="urn:microsoft.com/office/officeart/2005/8/layout/orgChart1"/>
    <dgm:cxn modelId="{0096CBC6-CA25-493B-9D87-ADFDE58B1382}" type="presOf" srcId="{82B7C0DB-CE47-48C4-89ED-8874CF6DE729}" destId="{784AB4DD-EFF2-48C5-9840-E27B540BEC7E}" srcOrd="1" destOrd="0" presId="urn:microsoft.com/office/officeart/2005/8/layout/orgChart1"/>
    <dgm:cxn modelId="{1B16BECA-FF48-40CA-8E4F-CF00AF255305}" type="presOf" srcId="{D34EF476-1A3C-4F05-8912-AC8117721477}" destId="{76FCB14D-004B-4B73-A8A5-9F2858470E9D}" srcOrd="0" destOrd="0" presId="urn:microsoft.com/office/officeart/2005/8/layout/orgChart1"/>
    <dgm:cxn modelId="{FF2B59CD-D057-4D62-BD64-8187EBF969CC}" type="presOf" srcId="{15041AE0-1376-4755-9848-68DFCBED067C}" destId="{C2D84C4F-B27B-4866-8972-B783A0942361}" srcOrd="0" destOrd="0" presId="urn:microsoft.com/office/officeart/2005/8/layout/orgChart1"/>
    <dgm:cxn modelId="{297F3BCE-A32A-4203-BDDB-982FB5217639}" type="presOf" srcId="{B93255FE-F472-4FCA-B57D-62769D45406C}" destId="{D1F3B684-E017-4F86-8C26-185FF4950B12}" srcOrd="0" destOrd="0" presId="urn:microsoft.com/office/officeart/2005/8/layout/orgChart1"/>
    <dgm:cxn modelId="{CA3E85D0-7E80-49FC-B2FE-42303CCD1A30}" type="presOf" srcId="{1F903EBE-540A-403B-AE13-6A09126352BD}" destId="{B4DA07B5-29B3-4442-A69E-055EEC652BE8}" srcOrd="0" destOrd="0" presId="urn:microsoft.com/office/officeart/2005/8/layout/orgChart1"/>
    <dgm:cxn modelId="{1C8AB7D0-1B36-42BB-A387-30CD7E39BA73}" type="presOf" srcId="{EE20AAEE-7171-4BB9-A8D5-39721DAA6096}" destId="{98F59064-103E-473A-A55B-DACAE0C5B977}" srcOrd="0" destOrd="0" presId="urn:microsoft.com/office/officeart/2005/8/layout/orgChart1"/>
    <dgm:cxn modelId="{75037BD3-76D4-4D5D-8E62-DAE906C5DFD6}" type="presOf" srcId="{CE34F162-4745-4679-A58B-1ADAA9194A3B}" destId="{414E760F-358A-4836-9407-B480384FE32D}" srcOrd="0" destOrd="0" presId="urn:microsoft.com/office/officeart/2005/8/layout/orgChart1"/>
    <dgm:cxn modelId="{6BF5D5D5-FA55-4C40-BE5D-3B27B4B9E7F8}" srcId="{1FDE73C1-1773-4DFF-80D8-CE538843B8D6}" destId="{8974A62B-86E1-41E5-9A3F-C58243281814}" srcOrd="2" destOrd="0" parTransId="{72321157-20D7-49DE-845F-C02FB1A2276A}" sibTransId="{B975BD28-5481-467E-AFEB-B73F5CC980F7}"/>
    <dgm:cxn modelId="{A44F4ED6-7CF9-4737-9D5E-4A36C5FA26E7}" type="presOf" srcId="{1CD9272D-1AC8-4166-B759-BD2460765B07}" destId="{BD367FDB-F21D-4007-903C-1680264363A2}" srcOrd="1" destOrd="0" presId="urn:microsoft.com/office/officeart/2005/8/layout/orgChart1"/>
    <dgm:cxn modelId="{DF2A62D8-EF4F-4867-BE53-9BC6815F112C}" type="presOf" srcId="{9E18C130-4D81-4BDD-8DE6-22CF9F45E19E}" destId="{62821369-B757-43AF-BF6D-02B9EF83A7FF}" srcOrd="0" destOrd="0" presId="urn:microsoft.com/office/officeart/2005/8/layout/orgChart1"/>
    <dgm:cxn modelId="{39351EDD-6246-4D4A-A2C2-972256C81D22}" type="presOf" srcId="{18D0E002-5129-4597-B69B-2D6B32D70F42}" destId="{5717C691-5A8B-4D46-B947-356AD5864A63}" srcOrd="1" destOrd="0" presId="urn:microsoft.com/office/officeart/2005/8/layout/orgChart1"/>
    <dgm:cxn modelId="{9AB4F6DD-CEBA-4B9F-BFF9-B4BD184410E8}" type="presOf" srcId="{6E3C6C02-D32B-4974-94DB-479C502E5245}" destId="{A10C7147-D3FF-405C-979F-6E81271FD42E}" srcOrd="0" destOrd="0" presId="urn:microsoft.com/office/officeart/2005/8/layout/orgChart1"/>
    <dgm:cxn modelId="{5D8E00E0-9552-4EAC-9DC8-D6AAED642315}" srcId="{9E6404DC-1053-49D6-95EE-599A97C88DD3}" destId="{1FDE73C1-1773-4DFF-80D8-CE538843B8D6}" srcOrd="2" destOrd="0" parTransId="{9BFD04D4-D27E-47FD-B17A-0660BE35F1CF}" sibTransId="{43EBF1FA-1DAE-4CFF-8F77-984B40970F7F}"/>
    <dgm:cxn modelId="{57E44EE0-E89E-4F3E-B27D-5CD40B1EF99B}" srcId="{620DD3EC-BDCD-468B-B566-7FE2B848507E}" destId="{1FA8D87B-D027-4904-B477-6E95F9D01534}" srcOrd="2" destOrd="0" parTransId="{EE20AAEE-7171-4BB9-A8D5-39721DAA6096}" sibTransId="{504464E9-555B-47C3-9FF8-D666CF19DFBA}"/>
    <dgm:cxn modelId="{9B79B5E0-F06B-4B8E-A16D-91F14BD479DB}" type="presOf" srcId="{18D0E002-5129-4597-B69B-2D6B32D70F42}" destId="{65A7C63C-33D9-4ED2-BD62-6ADB507AA2A0}" srcOrd="0" destOrd="0" presId="urn:microsoft.com/office/officeart/2005/8/layout/orgChart1"/>
    <dgm:cxn modelId="{81ECBBE0-B641-4AE9-A53F-16A71BDFB9C1}" srcId="{620DD3EC-BDCD-468B-B566-7FE2B848507E}" destId="{552219B0-29E3-4A6C-90E3-BE0B83069EBC}" srcOrd="0" destOrd="0" parTransId="{D723B879-676C-4614-8859-D09DEFF2A3B3}" sibTransId="{3AAC379C-C229-429B-B8C5-9157680B919C}"/>
    <dgm:cxn modelId="{F5C0DEE6-D176-45A2-9E3C-775F951C589F}" srcId="{620DD3EC-BDCD-468B-B566-7FE2B848507E}" destId="{15041AE0-1376-4755-9848-68DFCBED067C}" srcOrd="9" destOrd="0" parTransId="{C5EF5680-CB1F-44B8-9D16-6C9B3B02A950}" sibTransId="{3E04AF32-995E-4484-B1FE-5666DC296470}"/>
    <dgm:cxn modelId="{AA403FE7-2A13-446D-8AAD-5C9E7FD9FDE8}" type="presOf" srcId="{CE34F162-4745-4679-A58B-1ADAA9194A3B}" destId="{47521A23-2212-43A7-90B8-0A76466CD3E8}" srcOrd="1" destOrd="0" presId="urn:microsoft.com/office/officeart/2005/8/layout/orgChart1"/>
    <dgm:cxn modelId="{0C33F4E7-EDB6-46A7-A146-3ECC57E610CA}" type="presOf" srcId="{537F5C71-1623-4B4D-93B1-3E6B43CEF64D}" destId="{738AF0CD-F409-4DFF-AC88-70D63900B563}" srcOrd="0" destOrd="0" presId="urn:microsoft.com/office/officeart/2005/8/layout/orgChart1"/>
    <dgm:cxn modelId="{1D9710E8-5B7C-4478-956B-849A4C897474}" type="presOf" srcId="{8AEB5098-FCED-480D-BBD2-094DB8A3921A}" destId="{23E39F20-3A56-428A-8EF8-67B767140A2D}" srcOrd="1" destOrd="0" presId="urn:microsoft.com/office/officeart/2005/8/layout/orgChart1"/>
    <dgm:cxn modelId="{797BD1ED-B9D9-44D1-97C6-C6156CF2841B}" type="presOf" srcId="{0F15CCAC-C0BB-45D4-B9E3-00CFEBC158AB}" destId="{1531043F-8795-4B21-8088-A15A99966869}" srcOrd="0" destOrd="0" presId="urn:microsoft.com/office/officeart/2005/8/layout/orgChart1"/>
    <dgm:cxn modelId="{A9F71AEE-C8D7-4183-9B46-AE6E6F3B7314}" srcId="{9286A5EC-F2A9-487D-8BF1-B96EEEFD636B}" destId="{AB6BE931-FCC3-48CB-BD82-9DF1CBA8A3BD}" srcOrd="1" destOrd="0" parTransId="{6E3C6C02-D32B-4974-94DB-479C502E5245}" sibTransId="{BD05CC53-E22C-4567-B3EF-5D9184AA5600}"/>
    <dgm:cxn modelId="{D7FA42EE-916E-46E0-84AB-7E9E8E274337}" type="presOf" srcId="{9C14CEF8-8A9C-4F99-8160-FD0BBB70CFC7}" destId="{1BA3A908-E20D-4580-B7DE-7E1AE1228A86}"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1C85AFF1-870A-4EC9-B564-5870FE1F4ED8}" type="presOf" srcId="{A4918E1A-5953-4BBE-BAF3-88104C65A356}" destId="{873BA853-F789-473E-8D19-18E2BC80AA7B}" srcOrd="1" destOrd="0" presId="urn:microsoft.com/office/officeart/2005/8/layout/orgChart1"/>
    <dgm:cxn modelId="{59BFEEF4-2AE3-422B-87A0-CEC8C158318A}" srcId="{A1A03C13-4BED-4BB7-8AFB-BDB236A519FA}" destId="{18D0E002-5129-4597-B69B-2D6B32D70F42}" srcOrd="5" destOrd="0" parTransId="{3DA154FF-B74D-4B80-A8DD-8AF58D436B8B}" sibTransId="{8FFC3198-EEA5-400E-9D87-BC14EC0057CB}"/>
    <dgm:cxn modelId="{1715B8F5-E0C6-4F58-9F7A-F1C55CE3674E}" type="presOf" srcId="{A4918E1A-5953-4BBE-BAF3-88104C65A356}" destId="{1782EC50-1D2D-4E22-878C-87859919B902}" srcOrd="0" destOrd="0" presId="urn:microsoft.com/office/officeart/2005/8/layout/orgChart1"/>
    <dgm:cxn modelId="{0BACAEF7-05A5-4573-84EB-ACD3FFD4D58C}" srcId="{1FDE73C1-1773-4DFF-80D8-CE538843B8D6}" destId="{A4918E1A-5953-4BBE-BAF3-88104C65A356}" srcOrd="3" destOrd="0" parTransId="{A554D112-ACA0-49E3-82C2-BAB77C40A5DB}" sibTransId="{2AD0140E-04AB-452E-8C65-C5394A6C29D8}"/>
    <dgm:cxn modelId="{AA15BBFA-D3F8-4525-A2F0-C9AE8564E843}" type="presOf" srcId="{15041AE0-1376-4755-9848-68DFCBED067C}" destId="{B6C5E8AE-FD7E-4B99-97B8-745FC3209A9C}" srcOrd="1" destOrd="0" presId="urn:microsoft.com/office/officeart/2005/8/layout/orgChart1"/>
    <dgm:cxn modelId="{7C7485FC-4CFA-45FF-817B-B38DD356F0B5}" srcId="{9E6404DC-1053-49D6-95EE-599A97C88DD3}" destId="{A1A03C13-4BED-4BB7-8AFB-BDB236A519FA}" srcOrd="3" destOrd="0" parTransId="{9E18C130-4D81-4BDD-8DE6-22CF9F45E19E}" sibTransId="{CF4AE597-246B-4D28-8B3B-D3E59AB05BD8}"/>
    <dgm:cxn modelId="{5E5FB5FE-BA69-45DA-B32A-84B59A53D206}" srcId="{1FDE73C1-1773-4DFF-80D8-CE538843B8D6}" destId="{0F15CCAC-C0BB-45D4-B9E3-00CFEBC158AB}" srcOrd="1" destOrd="0" parTransId="{B93255FE-F472-4FCA-B57D-62769D45406C}" sibTransId="{BC399495-9A7F-472E-9E84-DBFB7A1FB6F0}"/>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1E34E1E9-6401-4A97-B023-0D048F692387}" type="presParOf" srcId="{C9264EDA-91B6-4FAE-AFE6-AFC29BE66386}" destId="{A10C7147-D3FF-405C-979F-6E81271FD42E}" srcOrd="2" destOrd="0" presId="urn:microsoft.com/office/officeart/2005/8/layout/orgChart1"/>
    <dgm:cxn modelId="{FC4E4150-6204-4B18-84C1-61EB3D9D7911}" type="presParOf" srcId="{C9264EDA-91B6-4FAE-AFE6-AFC29BE66386}" destId="{56D242FD-CAA4-4E88-AE52-BBE6D992692F}" srcOrd="3" destOrd="0" presId="urn:microsoft.com/office/officeart/2005/8/layout/orgChart1"/>
    <dgm:cxn modelId="{43DFDF98-F857-44F3-A3A2-76537BFD3557}" type="presParOf" srcId="{56D242FD-CAA4-4E88-AE52-BBE6D992692F}" destId="{88D9FA4B-631E-4BC4-9383-A4EC48F04DC6}" srcOrd="0" destOrd="0" presId="urn:microsoft.com/office/officeart/2005/8/layout/orgChart1"/>
    <dgm:cxn modelId="{8F69F845-EDBC-4DF9-9C49-C87A9EA81F11}" type="presParOf" srcId="{88D9FA4B-631E-4BC4-9383-A4EC48F04DC6}" destId="{E037BA20-CE03-4AC9-B936-025A19D0DCA8}" srcOrd="0" destOrd="0" presId="urn:microsoft.com/office/officeart/2005/8/layout/orgChart1"/>
    <dgm:cxn modelId="{B7BFA7A2-43A0-4867-8696-A85E9F1F8688}" type="presParOf" srcId="{88D9FA4B-631E-4BC4-9383-A4EC48F04DC6}" destId="{7092EE1C-4EF6-42CA-8459-D9EFCCBA1A61}" srcOrd="1" destOrd="0" presId="urn:microsoft.com/office/officeart/2005/8/layout/orgChart1"/>
    <dgm:cxn modelId="{595B53F0-5AF1-423C-AE2D-92D00D5AE355}" type="presParOf" srcId="{56D242FD-CAA4-4E88-AE52-BBE6D992692F}" destId="{784C011B-3121-41B4-B6B1-61CE5B91A095}" srcOrd="1" destOrd="0" presId="urn:microsoft.com/office/officeart/2005/8/layout/orgChart1"/>
    <dgm:cxn modelId="{18C9D9BF-3448-4F73-8ADA-705C198FC645}" type="presParOf" srcId="{56D242FD-CAA4-4E88-AE52-BBE6D992692F}" destId="{A34EC77C-D29A-4E19-9445-1BFAA795B4E5}"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D5FE90A-5A76-4746-A0E6-6E5DCD06734D}" type="presParOf" srcId="{4C592C92-3156-443C-BB98-9204DFF01F72}" destId="{8BF33A23-B9E7-4732-917C-5D66B726362F}" srcOrd="0" destOrd="0" presId="urn:microsoft.com/office/officeart/2005/8/layout/orgChart1"/>
    <dgm:cxn modelId="{DDD2DA3D-5A91-4E8F-B0C3-FC2CB0352C2C}" type="presParOf" srcId="{4C592C92-3156-443C-BB98-9204DFF01F72}" destId="{20C774D7-4094-42B3-BC8F-AB5D0586E671}" srcOrd="1" destOrd="0" presId="urn:microsoft.com/office/officeart/2005/8/layout/orgChart1"/>
    <dgm:cxn modelId="{ABA6A3AD-A1B1-40A5-BE8D-12862AB27A08}" type="presParOf" srcId="{20C774D7-4094-42B3-BC8F-AB5D0586E671}" destId="{B158E239-C176-4132-B1BA-6C1E7461F09C}" srcOrd="0" destOrd="0" presId="urn:microsoft.com/office/officeart/2005/8/layout/orgChart1"/>
    <dgm:cxn modelId="{882CDF62-AD7B-4F87-B134-424062227C48}" type="presParOf" srcId="{B158E239-C176-4132-B1BA-6C1E7461F09C}" destId="{9449DAAE-E410-44C5-A07D-A0445C0B7E6B}" srcOrd="0" destOrd="0" presId="urn:microsoft.com/office/officeart/2005/8/layout/orgChart1"/>
    <dgm:cxn modelId="{EA654119-2C8F-4500-9717-999EDB31627C}" type="presParOf" srcId="{B158E239-C176-4132-B1BA-6C1E7461F09C}" destId="{44F89C81-6EDD-4313-B033-6AFE4A6B1597}" srcOrd="1" destOrd="0" presId="urn:microsoft.com/office/officeart/2005/8/layout/orgChart1"/>
    <dgm:cxn modelId="{23504326-4C99-4969-926C-16EDD405C94A}" type="presParOf" srcId="{20C774D7-4094-42B3-BC8F-AB5D0586E671}" destId="{131D6045-90D5-4A9B-AF7A-E47E958A6183}" srcOrd="1" destOrd="0" presId="urn:microsoft.com/office/officeart/2005/8/layout/orgChart1"/>
    <dgm:cxn modelId="{3589BF7E-629D-432D-B0CA-9280AF8AD34B}" type="presParOf" srcId="{20C774D7-4094-42B3-BC8F-AB5D0586E671}" destId="{61412022-130F-4D56-8A65-CD43AA487E99}" srcOrd="2" destOrd="0" presId="urn:microsoft.com/office/officeart/2005/8/layout/orgChart1"/>
    <dgm:cxn modelId="{AC94A215-E159-4C9E-BC7A-F334F7EAD016}" type="presParOf" srcId="{4C592C92-3156-443C-BB98-9204DFF01F72}" destId="{76E33A9D-9480-40FB-A4DF-EE1E2E7E401E}" srcOrd="2" destOrd="0" presId="urn:microsoft.com/office/officeart/2005/8/layout/orgChart1"/>
    <dgm:cxn modelId="{ED75B494-8157-4E29-95DC-D94D470C7C8C}" type="presParOf" srcId="{4C592C92-3156-443C-BB98-9204DFF01F72}" destId="{04B8EA4A-11CB-4AF7-85D7-32F9AD439CB7}" srcOrd="3" destOrd="0" presId="urn:microsoft.com/office/officeart/2005/8/layout/orgChart1"/>
    <dgm:cxn modelId="{8F02A0C7-BF79-4406-BF5A-84BF14E99C51}" type="presParOf" srcId="{04B8EA4A-11CB-4AF7-85D7-32F9AD439CB7}" destId="{D50DA092-4409-4311-BEA8-2E2A816EFE92}" srcOrd="0" destOrd="0" presId="urn:microsoft.com/office/officeart/2005/8/layout/orgChart1"/>
    <dgm:cxn modelId="{298E27EE-9470-4784-A90F-E14BF486EA5D}" type="presParOf" srcId="{D50DA092-4409-4311-BEA8-2E2A816EFE92}" destId="{B4DA07B5-29B3-4442-A69E-055EEC652BE8}" srcOrd="0" destOrd="0" presId="urn:microsoft.com/office/officeart/2005/8/layout/orgChart1"/>
    <dgm:cxn modelId="{B03EAFB3-5681-4586-AEC8-52084CC1FE52}" type="presParOf" srcId="{D50DA092-4409-4311-BEA8-2E2A816EFE92}" destId="{746FE1B3-37E8-4050-B0B7-5668D5D7D118}" srcOrd="1" destOrd="0" presId="urn:microsoft.com/office/officeart/2005/8/layout/orgChart1"/>
    <dgm:cxn modelId="{03C0DF5F-37B0-4999-92CE-0CAB2C2742F2}" type="presParOf" srcId="{04B8EA4A-11CB-4AF7-85D7-32F9AD439CB7}" destId="{CA531930-87B7-4E2B-AA93-B0ECAA52CC09}" srcOrd="1" destOrd="0" presId="urn:microsoft.com/office/officeart/2005/8/layout/orgChart1"/>
    <dgm:cxn modelId="{3E91A5FF-C80D-4BC6-96B2-3C0A0F34E50F}" type="presParOf" srcId="{04B8EA4A-11CB-4AF7-85D7-32F9AD439CB7}" destId="{E9A486E8-3FB6-41A6-BD46-32EB689AD74B}" srcOrd="2" destOrd="0" presId="urn:microsoft.com/office/officeart/2005/8/layout/orgChart1"/>
    <dgm:cxn modelId="{7F010C55-ED5A-485E-B6A9-6A81BECC647B}" type="presParOf" srcId="{4C592C92-3156-443C-BB98-9204DFF01F72}" destId="{98F59064-103E-473A-A55B-DACAE0C5B977}" srcOrd="4" destOrd="0" presId="urn:microsoft.com/office/officeart/2005/8/layout/orgChart1"/>
    <dgm:cxn modelId="{4BA01261-EC2A-4806-A094-1963A4E5CB64}" type="presParOf" srcId="{4C592C92-3156-443C-BB98-9204DFF01F72}" destId="{1F427809-0817-444A-A1CD-4673F23A0430}" srcOrd="5" destOrd="0" presId="urn:microsoft.com/office/officeart/2005/8/layout/orgChart1"/>
    <dgm:cxn modelId="{C28DCC17-953B-4EDB-BD2F-39BAB79DC833}" type="presParOf" srcId="{1F427809-0817-444A-A1CD-4673F23A0430}" destId="{E4E8A50C-BE85-45CA-8225-97FECBEF3AA7}" srcOrd="0" destOrd="0" presId="urn:microsoft.com/office/officeart/2005/8/layout/orgChart1"/>
    <dgm:cxn modelId="{F5FFE95E-A7ED-4AA8-A4FF-AC42C7242DC4}" type="presParOf" srcId="{E4E8A50C-BE85-45CA-8225-97FECBEF3AA7}" destId="{362DD6BD-9262-4B2C-9DDE-4D5BEA07F5EE}" srcOrd="0" destOrd="0" presId="urn:microsoft.com/office/officeart/2005/8/layout/orgChart1"/>
    <dgm:cxn modelId="{1E03910C-60FC-4D40-B449-425411D68E6E}" type="presParOf" srcId="{E4E8A50C-BE85-45CA-8225-97FECBEF3AA7}" destId="{9C3CBAF8-2104-4A11-8B8B-F0485E167135}" srcOrd="1" destOrd="0" presId="urn:microsoft.com/office/officeart/2005/8/layout/orgChart1"/>
    <dgm:cxn modelId="{48226D11-8E8B-4F04-B028-25D33E5D1389}" type="presParOf" srcId="{1F427809-0817-444A-A1CD-4673F23A0430}" destId="{E16ACC74-4F87-4FCA-B6DF-EEC2EC9150A9}" srcOrd="1" destOrd="0" presId="urn:microsoft.com/office/officeart/2005/8/layout/orgChart1"/>
    <dgm:cxn modelId="{C15D6D7D-AA30-4DFB-97B1-1D724D8D0E6D}" type="presParOf" srcId="{1F427809-0817-444A-A1CD-4673F23A0430}" destId="{A571E6F9-F9E4-4573-90E7-A7698270D56C}" srcOrd="2" destOrd="0" presId="urn:microsoft.com/office/officeart/2005/8/layout/orgChart1"/>
    <dgm:cxn modelId="{38121ABD-35BA-4E08-8B42-05A3FB901AF4}" type="presParOf" srcId="{4C592C92-3156-443C-BB98-9204DFF01F72}" destId="{B7D28B6A-2825-4E08-B446-8EC5450412F4}" srcOrd="6" destOrd="0" presId="urn:microsoft.com/office/officeart/2005/8/layout/orgChart1"/>
    <dgm:cxn modelId="{F889E881-002F-4A76-BD37-8FA9214E187F}" type="presParOf" srcId="{4C592C92-3156-443C-BB98-9204DFF01F72}" destId="{2AF9A92D-2E82-43B0-A9A8-DE6FAEDBE94E}" srcOrd="7" destOrd="0" presId="urn:microsoft.com/office/officeart/2005/8/layout/orgChart1"/>
    <dgm:cxn modelId="{1265B991-EF36-49E2-937B-C74DB7E86D11}" type="presParOf" srcId="{2AF9A92D-2E82-43B0-A9A8-DE6FAEDBE94E}" destId="{6B6A0FC3-5334-43CC-B161-3CBE898CFB18}" srcOrd="0" destOrd="0" presId="urn:microsoft.com/office/officeart/2005/8/layout/orgChart1"/>
    <dgm:cxn modelId="{28ED4C69-9536-4858-A779-2B7C36CDBE4B}" type="presParOf" srcId="{6B6A0FC3-5334-43CC-B161-3CBE898CFB18}" destId="{DA48BB98-7FEE-4C56-907D-898F64208C8F}" srcOrd="0" destOrd="0" presId="urn:microsoft.com/office/officeart/2005/8/layout/orgChart1"/>
    <dgm:cxn modelId="{66B43B36-C957-47A9-ABC0-8B67F61AD3DA}" type="presParOf" srcId="{6B6A0FC3-5334-43CC-B161-3CBE898CFB18}" destId="{784AB4DD-EFF2-48C5-9840-E27B540BEC7E}" srcOrd="1" destOrd="0" presId="urn:microsoft.com/office/officeart/2005/8/layout/orgChart1"/>
    <dgm:cxn modelId="{E2D6936D-DC66-4164-9D5D-CB73956DCD77}" type="presParOf" srcId="{2AF9A92D-2E82-43B0-A9A8-DE6FAEDBE94E}" destId="{5F559C4A-D761-4D8E-8E66-D39EF452EABE}" srcOrd="1" destOrd="0" presId="urn:microsoft.com/office/officeart/2005/8/layout/orgChart1"/>
    <dgm:cxn modelId="{24824BD1-3E67-49D2-AA47-EC0B0A866C98}" type="presParOf" srcId="{2AF9A92D-2E82-43B0-A9A8-DE6FAEDBE94E}" destId="{4AE4BECC-A19F-4205-B645-32270D4B04D6}" srcOrd="2" destOrd="0" presId="urn:microsoft.com/office/officeart/2005/8/layout/orgChart1"/>
    <dgm:cxn modelId="{A5F69CA8-31C2-44AE-A4D5-C80025C61576}" type="presParOf" srcId="{4C592C92-3156-443C-BB98-9204DFF01F72}" destId="{0A74CE7B-A1D2-4B1A-95FB-702919421DD3}" srcOrd="8" destOrd="0" presId="urn:microsoft.com/office/officeart/2005/8/layout/orgChart1"/>
    <dgm:cxn modelId="{A4D18FFB-515B-4A30-B836-BFDEDC11AAFA}" type="presParOf" srcId="{4C592C92-3156-443C-BB98-9204DFF01F72}" destId="{05601AED-A0F4-427A-B394-B98C2911971B}" srcOrd="9" destOrd="0" presId="urn:microsoft.com/office/officeart/2005/8/layout/orgChart1"/>
    <dgm:cxn modelId="{103993D1-F557-477A-B5F1-26F51B6C2E5D}" type="presParOf" srcId="{05601AED-A0F4-427A-B394-B98C2911971B}" destId="{35145683-C882-4D29-B96C-68C8716A419B}" srcOrd="0" destOrd="0" presId="urn:microsoft.com/office/officeart/2005/8/layout/orgChart1"/>
    <dgm:cxn modelId="{2851BBA7-DACD-4860-8F6E-7F9073E55BB6}" type="presParOf" srcId="{35145683-C882-4D29-B96C-68C8716A419B}" destId="{BFC02DAA-2A89-47DA-8ED1-F88D5D0D7A1F}" srcOrd="0" destOrd="0" presId="urn:microsoft.com/office/officeart/2005/8/layout/orgChart1"/>
    <dgm:cxn modelId="{3FCA54B0-B681-414E-9A58-75397EA05997}" type="presParOf" srcId="{35145683-C882-4D29-B96C-68C8716A419B}" destId="{23E39F20-3A56-428A-8EF8-67B767140A2D}" srcOrd="1" destOrd="0" presId="urn:microsoft.com/office/officeart/2005/8/layout/orgChart1"/>
    <dgm:cxn modelId="{C5B6F860-E937-4B6E-A415-8AC5699297C9}" type="presParOf" srcId="{05601AED-A0F4-427A-B394-B98C2911971B}" destId="{A31B29DF-DB5B-4D70-B88C-721584DECBB3}" srcOrd="1" destOrd="0" presId="urn:microsoft.com/office/officeart/2005/8/layout/orgChart1"/>
    <dgm:cxn modelId="{498E218C-0E26-4827-87BA-8C92B99C2968}" type="presParOf" srcId="{05601AED-A0F4-427A-B394-B98C2911971B}" destId="{B6FF2C2D-9D6E-458E-98C2-4DD90118DB16}" srcOrd="2" destOrd="0" presId="urn:microsoft.com/office/officeart/2005/8/layout/orgChart1"/>
    <dgm:cxn modelId="{7E19782D-FAE2-439A-B1D7-6262210B6852}" type="presParOf" srcId="{4C592C92-3156-443C-BB98-9204DFF01F72}" destId="{72FAA63C-1C8A-407F-9902-8FB3E159FD2E}" srcOrd="10" destOrd="0" presId="urn:microsoft.com/office/officeart/2005/8/layout/orgChart1"/>
    <dgm:cxn modelId="{D0DA0528-AB1F-4663-BA7C-A88C5D601091}" type="presParOf" srcId="{4C592C92-3156-443C-BB98-9204DFF01F72}" destId="{C366902A-273C-4F3E-A02D-DC77FF655BF3}" srcOrd="11" destOrd="0" presId="urn:microsoft.com/office/officeart/2005/8/layout/orgChart1"/>
    <dgm:cxn modelId="{331C5FB9-9C56-4B86-B28D-A17519A7741C}" type="presParOf" srcId="{C366902A-273C-4F3E-A02D-DC77FF655BF3}" destId="{5F467059-5AC0-41A0-B499-0F65B0EFC840}" srcOrd="0" destOrd="0" presId="urn:microsoft.com/office/officeart/2005/8/layout/orgChart1"/>
    <dgm:cxn modelId="{8132751F-6434-4C94-A591-6C9B3EAE2D9A}" type="presParOf" srcId="{5F467059-5AC0-41A0-B499-0F65B0EFC840}" destId="{47E4C2A9-BBCB-41A8-A3D8-BFC2DBE12EB9}" srcOrd="0" destOrd="0" presId="urn:microsoft.com/office/officeart/2005/8/layout/orgChart1"/>
    <dgm:cxn modelId="{0DC02F31-2266-41A3-A2F1-60AD158E7F56}" type="presParOf" srcId="{5F467059-5AC0-41A0-B499-0F65B0EFC840}" destId="{1BA3A908-E20D-4580-B7DE-7E1AE1228A86}" srcOrd="1" destOrd="0" presId="urn:microsoft.com/office/officeart/2005/8/layout/orgChart1"/>
    <dgm:cxn modelId="{2861BEFD-5D90-49BC-BCDF-A8FE1160E7EE}" type="presParOf" srcId="{C366902A-273C-4F3E-A02D-DC77FF655BF3}" destId="{9E07050E-9017-4F2B-9889-4F1D2D44F667}" srcOrd="1" destOrd="0" presId="urn:microsoft.com/office/officeart/2005/8/layout/orgChart1"/>
    <dgm:cxn modelId="{F5668BFA-570C-46AB-904B-71258681BF6D}" type="presParOf" srcId="{C366902A-273C-4F3E-A02D-DC77FF655BF3}" destId="{9834D5DF-32CB-4469-AB90-7AC780364225}" srcOrd="2" destOrd="0" presId="urn:microsoft.com/office/officeart/2005/8/layout/orgChart1"/>
    <dgm:cxn modelId="{CD8C08F5-A362-4AB6-9A00-01DFAAC1916E}" type="presParOf" srcId="{4C592C92-3156-443C-BB98-9204DFF01F72}" destId="{578DD833-D5A5-4EE4-AC53-41B0D2C85899}" srcOrd="12" destOrd="0" presId="urn:microsoft.com/office/officeart/2005/8/layout/orgChart1"/>
    <dgm:cxn modelId="{E109C8E4-09A8-41A5-8FF8-618BD7875600}" type="presParOf" srcId="{4C592C92-3156-443C-BB98-9204DFF01F72}" destId="{A23F67AF-2ECD-4519-906C-7849384DA41A}" srcOrd="13" destOrd="0" presId="urn:microsoft.com/office/officeart/2005/8/layout/orgChart1"/>
    <dgm:cxn modelId="{E2846609-5213-40B6-AA66-1463DF23B530}" type="presParOf" srcId="{A23F67AF-2ECD-4519-906C-7849384DA41A}" destId="{C218478C-BE9B-4395-958E-F315132B9716}" srcOrd="0" destOrd="0" presId="urn:microsoft.com/office/officeart/2005/8/layout/orgChart1"/>
    <dgm:cxn modelId="{2F2BCF57-4DC1-4AB5-B54B-C5B2DEC03F93}" type="presParOf" srcId="{C218478C-BE9B-4395-958E-F315132B9716}" destId="{3E8135BF-BCBB-4B5E-A1CB-264C7E2C884F}" srcOrd="0" destOrd="0" presId="urn:microsoft.com/office/officeart/2005/8/layout/orgChart1"/>
    <dgm:cxn modelId="{1E169BD7-036A-4118-A87E-7CC52EE8B7BD}" type="presParOf" srcId="{C218478C-BE9B-4395-958E-F315132B9716}" destId="{895F9B5E-7116-4ACE-A06D-885F6AA275E0}" srcOrd="1" destOrd="0" presId="urn:microsoft.com/office/officeart/2005/8/layout/orgChart1"/>
    <dgm:cxn modelId="{60C4A21C-8A7E-4CBE-AFBD-4C1B1FECED7B}" type="presParOf" srcId="{A23F67AF-2ECD-4519-906C-7849384DA41A}" destId="{59B8851E-EB51-4CC5-B189-C4B2BFEC419C}" srcOrd="1" destOrd="0" presId="urn:microsoft.com/office/officeart/2005/8/layout/orgChart1"/>
    <dgm:cxn modelId="{15A74380-7AED-4405-B9DD-A58B21FE4731}" type="presParOf" srcId="{A23F67AF-2ECD-4519-906C-7849384DA41A}" destId="{EC009E0B-945C-4C62-AE7C-25924C6934BA}" srcOrd="2" destOrd="0" presId="urn:microsoft.com/office/officeart/2005/8/layout/orgChart1"/>
    <dgm:cxn modelId="{0866B6D9-FDA7-47F3-B226-F143E48FBAAA}" type="presParOf" srcId="{4C592C92-3156-443C-BB98-9204DFF01F72}" destId="{9088FD99-4937-46C5-924A-F51B321BF542}" srcOrd="14" destOrd="0" presId="urn:microsoft.com/office/officeart/2005/8/layout/orgChart1"/>
    <dgm:cxn modelId="{ABD57D43-A7EB-4F20-8A37-51E0488CCB2E}" type="presParOf" srcId="{4C592C92-3156-443C-BB98-9204DFF01F72}" destId="{94289D94-A252-4FEC-B885-5D0DED4C524E}" srcOrd="15" destOrd="0" presId="urn:microsoft.com/office/officeart/2005/8/layout/orgChart1"/>
    <dgm:cxn modelId="{DC4CAD76-B158-48BF-A932-DBBBD1E06D93}" type="presParOf" srcId="{94289D94-A252-4FEC-B885-5D0DED4C524E}" destId="{47FB7993-EEBF-4348-8B3D-823485946604}" srcOrd="0" destOrd="0" presId="urn:microsoft.com/office/officeart/2005/8/layout/orgChart1"/>
    <dgm:cxn modelId="{649690F6-F063-4A14-8B89-0FDFCE487E9E}" type="presParOf" srcId="{47FB7993-EEBF-4348-8B3D-823485946604}" destId="{469CAF21-1513-4CB4-A436-10802A52549F}" srcOrd="0" destOrd="0" presId="urn:microsoft.com/office/officeart/2005/8/layout/orgChart1"/>
    <dgm:cxn modelId="{A679FF7A-2C60-4AAD-BDDA-7F3FD9A3AD52}" type="presParOf" srcId="{47FB7993-EEBF-4348-8B3D-823485946604}" destId="{7F51C97F-860E-48CD-BD1E-2610535F7FA0}" srcOrd="1" destOrd="0" presId="urn:microsoft.com/office/officeart/2005/8/layout/orgChart1"/>
    <dgm:cxn modelId="{826814DD-E053-4292-B57F-35C7A03D1184}" type="presParOf" srcId="{94289D94-A252-4FEC-B885-5D0DED4C524E}" destId="{E9B37F1B-BB2B-42C4-9A6C-333EF515F71C}" srcOrd="1" destOrd="0" presId="urn:microsoft.com/office/officeart/2005/8/layout/orgChart1"/>
    <dgm:cxn modelId="{E7EF5A75-47D3-40EC-BF3A-18AB804AF761}" type="presParOf" srcId="{94289D94-A252-4FEC-B885-5D0DED4C524E}" destId="{90E89380-61FA-48A3-9907-5AD47801C282}" srcOrd="2" destOrd="0" presId="urn:microsoft.com/office/officeart/2005/8/layout/orgChart1"/>
    <dgm:cxn modelId="{85F8E93C-CC4B-4707-942E-17E73C6C1153}" type="presParOf" srcId="{4C592C92-3156-443C-BB98-9204DFF01F72}" destId="{2950EBDC-D558-491C-A58C-E63A104F5225}" srcOrd="16" destOrd="0" presId="urn:microsoft.com/office/officeart/2005/8/layout/orgChart1"/>
    <dgm:cxn modelId="{5432AAD5-E527-4CB8-A21C-6FF4A44850D6}" type="presParOf" srcId="{4C592C92-3156-443C-BB98-9204DFF01F72}" destId="{82F9FA8D-997C-4F48-B25F-E73DC45DD89A}" srcOrd="17" destOrd="0" presId="urn:microsoft.com/office/officeart/2005/8/layout/orgChart1"/>
    <dgm:cxn modelId="{BF45D684-C76E-4765-BCA6-561D70765CC7}" type="presParOf" srcId="{82F9FA8D-997C-4F48-B25F-E73DC45DD89A}" destId="{B8DC4FBA-A918-479B-B196-26C26E2F99B5}" srcOrd="0" destOrd="0" presId="urn:microsoft.com/office/officeart/2005/8/layout/orgChart1"/>
    <dgm:cxn modelId="{9BFE30D3-E28C-453B-87F7-11B46EC6F5B5}" type="presParOf" srcId="{B8DC4FBA-A918-479B-B196-26C26E2F99B5}" destId="{414E760F-358A-4836-9407-B480384FE32D}" srcOrd="0" destOrd="0" presId="urn:microsoft.com/office/officeart/2005/8/layout/orgChart1"/>
    <dgm:cxn modelId="{F0C51250-D503-457F-A0CB-4645789B9B8D}" type="presParOf" srcId="{B8DC4FBA-A918-479B-B196-26C26E2F99B5}" destId="{47521A23-2212-43A7-90B8-0A76466CD3E8}" srcOrd="1" destOrd="0" presId="urn:microsoft.com/office/officeart/2005/8/layout/orgChart1"/>
    <dgm:cxn modelId="{86161CBA-8869-4F28-AC77-D28103D35D71}" type="presParOf" srcId="{82F9FA8D-997C-4F48-B25F-E73DC45DD89A}" destId="{456B80B7-72FD-4BD7-BE1A-0F3610B8C7D5}" srcOrd="1" destOrd="0" presId="urn:microsoft.com/office/officeart/2005/8/layout/orgChart1"/>
    <dgm:cxn modelId="{A120CB74-5329-4A42-9F56-CFB7EF98022C}" type="presParOf" srcId="{82F9FA8D-997C-4F48-B25F-E73DC45DD89A}" destId="{55EBCD8D-3CBE-452D-B313-598B8E0384D1}" srcOrd="2" destOrd="0" presId="urn:microsoft.com/office/officeart/2005/8/layout/orgChart1"/>
    <dgm:cxn modelId="{2D7C7C1F-3DEB-4989-B337-BAD70B4AA2D2}" type="presParOf" srcId="{4C592C92-3156-443C-BB98-9204DFF01F72}" destId="{6AABE029-3C83-4187-8AC5-D8BA4B92FE81}" srcOrd="18" destOrd="0" presId="urn:microsoft.com/office/officeart/2005/8/layout/orgChart1"/>
    <dgm:cxn modelId="{32A6682D-9404-4E4D-A2C2-FA540B7921A8}" type="presParOf" srcId="{4C592C92-3156-443C-BB98-9204DFF01F72}" destId="{492F77D0-8693-4FCE-9305-63B44E57B20A}" srcOrd="19" destOrd="0" presId="urn:microsoft.com/office/officeart/2005/8/layout/orgChart1"/>
    <dgm:cxn modelId="{13C14EF3-879F-40EB-8060-7CAF2AC765C1}" type="presParOf" srcId="{492F77D0-8693-4FCE-9305-63B44E57B20A}" destId="{6091B0B5-5E98-4540-A261-60A6F7BC4907}" srcOrd="0" destOrd="0" presId="urn:microsoft.com/office/officeart/2005/8/layout/orgChart1"/>
    <dgm:cxn modelId="{89D1CB3A-70E3-4A8D-A693-D8A4BA15209A}" type="presParOf" srcId="{6091B0B5-5E98-4540-A261-60A6F7BC4907}" destId="{C2D84C4F-B27B-4866-8972-B783A0942361}" srcOrd="0" destOrd="0" presId="urn:microsoft.com/office/officeart/2005/8/layout/orgChart1"/>
    <dgm:cxn modelId="{856C7D38-9D01-425A-8C42-B5EAC8500FEF}" type="presParOf" srcId="{6091B0B5-5E98-4540-A261-60A6F7BC4907}" destId="{B6C5E8AE-FD7E-4B99-97B8-745FC3209A9C}" srcOrd="1" destOrd="0" presId="urn:microsoft.com/office/officeart/2005/8/layout/orgChart1"/>
    <dgm:cxn modelId="{B74CC11A-4D46-481D-AC9A-4D6185C2C87D}" type="presParOf" srcId="{492F77D0-8693-4FCE-9305-63B44E57B20A}" destId="{837CF2AA-8B4E-4ED5-A127-5690E2535DC4}" srcOrd="1" destOrd="0" presId="urn:microsoft.com/office/officeart/2005/8/layout/orgChart1"/>
    <dgm:cxn modelId="{DDCB210B-5D68-41C6-BDC2-ED7BA50FC925}" type="presParOf" srcId="{492F77D0-8693-4FCE-9305-63B44E57B20A}" destId="{BC55535D-7655-4BCC-A764-681E752C3F69}"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94B74EC5-0238-48C2-B95F-43CA8159DF69}" type="presParOf" srcId="{AD53A4B1-01E7-41E8-9724-31F3910545A4}" destId="{0E020EB3-B687-49B5-864A-7775365865BE}" srcOrd="4" destOrd="0" presId="urn:microsoft.com/office/officeart/2005/8/layout/orgChart1"/>
    <dgm:cxn modelId="{D0B549FF-5801-4E1A-89E7-24344A5EB9AD}" type="presParOf" srcId="{AD53A4B1-01E7-41E8-9724-31F3910545A4}" destId="{BBAFE3D2-3A5A-4490-A81A-2A8E15028CC9}" srcOrd="5" destOrd="0" presId="urn:microsoft.com/office/officeart/2005/8/layout/orgChart1"/>
    <dgm:cxn modelId="{1CB230E5-C9E8-4D9C-A489-0E3F05701E3A}" type="presParOf" srcId="{BBAFE3D2-3A5A-4490-A81A-2A8E15028CC9}" destId="{5D13AC61-CB0D-439C-A3B7-8B75673646F3}" srcOrd="0" destOrd="0" presId="urn:microsoft.com/office/officeart/2005/8/layout/orgChart1"/>
    <dgm:cxn modelId="{81B880D2-9FD4-4A89-97F5-87A39B9AEFA7}" type="presParOf" srcId="{5D13AC61-CB0D-439C-A3B7-8B75673646F3}" destId="{03758FE5-334A-46EC-AD76-4289659832B6}" srcOrd="0" destOrd="0" presId="urn:microsoft.com/office/officeart/2005/8/layout/orgChart1"/>
    <dgm:cxn modelId="{9BD8690F-C487-4C6A-B1D7-5BB23558C4DB}" type="presParOf" srcId="{5D13AC61-CB0D-439C-A3B7-8B75673646F3}" destId="{2B09EB8B-ED69-45F5-BA37-36CF2B0643CF}" srcOrd="1" destOrd="0" presId="urn:microsoft.com/office/officeart/2005/8/layout/orgChart1"/>
    <dgm:cxn modelId="{6A79E406-27FB-4D79-B620-B01551AA34E8}" type="presParOf" srcId="{BBAFE3D2-3A5A-4490-A81A-2A8E15028CC9}" destId="{1DE9D2D5-FD8E-457B-8509-AF1B11F236B3}" srcOrd="1" destOrd="0" presId="urn:microsoft.com/office/officeart/2005/8/layout/orgChart1"/>
    <dgm:cxn modelId="{9AA2F6E1-BBD8-4AD7-AC38-EAD5AED2371B}" type="presParOf" srcId="{1DE9D2D5-FD8E-457B-8509-AF1B11F236B3}" destId="{B24AC9E0-962C-4E78-A693-CB404F97964B}" srcOrd="0" destOrd="0" presId="urn:microsoft.com/office/officeart/2005/8/layout/orgChart1"/>
    <dgm:cxn modelId="{DA275F05-0BFC-4A51-A3D9-3E164B3CC876}" type="presParOf" srcId="{1DE9D2D5-FD8E-457B-8509-AF1B11F236B3}" destId="{14081BD0-0331-49D1-9132-48E38CC72506}" srcOrd="1" destOrd="0" presId="urn:microsoft.com/office/officeart/2005/8/layout/orgChart1"/>
    <dgm:cxn modelId="{91894A99-937E-4250-945D-97E76F06FDEC}" type="presParOf" srcId="{14081BD0-0331-49D1-9132-48E38CC72506}" destId="{CD57EBD1-6290-48D5-B876-F6B8F3E71B1C}" srcOrd="0" destOrd="0" presId="urn:microsoft.com/office/officeart/2005/8/layout/orgChart1"/>
    <dgm:cxn modelId="{F967BDCC-0E07-438E-8A8E-6EF1FFB5C5EB}" type="presParOf" srcId="{CD57EBD1-6290-48D5-B876-F6B8F3E71B1C}" destId="{AF41A196-D073-444E-BDCD-FC763BCB5F43}" srcOrd="0" destOrd="0" presId="urn:microsoft.com/office/officeart/2005/8/layout/orgChart1"/>
    <dgm:cxn modelId="{A57F7E84-78A5-4475-B36E-47AFF3C94F24}" type="presParOf" srcId="{CD57EBD1-6290-48D5-B876-F6B8F3E71B1C}" destId="{D2461159-78CB-4A23-999D-2C7EB906725F}" srcOrd="1" destOrd="0" presId="urn:microsoft.com/office/officeart/2005/8/layout/orgChart1"/>
    <dgm:cxn modelId="{D1D95D4C-BE77-410E-86B2-9CD3BE248F9C}" type="presParOf" srcId="{14081BD0-0331-49D1-9132-48E38CC72506}" destId="{B7419B15-5138-497F-9E6A-0A8D19A45473}" srcOrd="1" destOrd="0" presId="urn:microsoft.com/office/officeart/2005/8/layout/orgChart1"/>
    <dgm:cxn modelId="{E70E52F5-7D2A-4F5B-A767-42C7F16EF50C}" type="presParOf" srcId="{14081BD0-0331-49D1-9132-48E38CC72506}" destId="{913DBA18-54C7-4B85-987E-75AE9FC67706}" srcOrd="2" destOrd="0" presId="urn:microsoft.com/office/officeart/2005/8/layout/orgChart1"/>
    <dgm:cxn modelId="{9AF0FCE5-6AEA-4201-8670-7153DCF7EEAC}" type="presParOf" srcId="{1DE9D2D5-FD8E-457B-8509-AF1B11F236B3}" destId="{D1F3B684-E017-4F86-8C26-185FF4950B12}" srcOrd="2" destOrd="0" presId="urn:microsoft.com/office/officeart/2005/8/layout/orgChart1"/>
    <dgm:cxn modelId="{5C642083-BA77-4CC3-8897-113B7ED36C57}" type="presParOf" srcId="{1DE9D2D5-FD8E-457B-8509-AF1B11F236B3}" destId="{49829AD2-873A-4D62-9724-B73219D181BA}" srcOrd="3" destOrd="0" presId="urn:microsoft.com/office/officeart/2005/8/layout/orgChart1"/>
    <dgm:cxn modelId="{73E41AB6-4BC1-4081-A9A6-A5BDF6BB3543}" type="presParOf" srcId="{49829AD2-873A-4D62-9724-B73219D181BA}" destId="{5B6E2E8D-8F8C-429A-A394-C2F23A64E53E}" srcOrd="0" destOrd="0" presId="urn:microsoft.com/office/officeart/2005/8/layout/orgChart1"/>
    <dgm:cxn modelId="{767B0862-4CCF-46D4-B25C-2288CB82AE9D}" type="presParOf" srcId="{5B6E2E8D-8F8C-429A-A394-C2F23A64E53E}" destId="{1531043F-8795-4B21-8088-A15A99966869}" srcOrd="0" destOrd="0" presId="urn:microsoft.com/office/officeart/2005/8/layout/orgChart1"/>
    <dgm:cxn modelId="{4AA92344-6C44-4426-B2B4-C955303CE86C}" type="presParOf" srcId="{5B6E2E8D-8F8C-429A-A394-C2F23A64E53E}" destId="{F2C2BEAD-A73F-49AB-B3BD-7E4A09214EC6}" srcOrd="1" destOrd="0" presId="urn:microsoft.com/office/officeart/2005/8/layout/orgChart1"/>
    <dgm:cxn modelId="{EF963F75-4FDB-4958-8367-027853FCE936}" type="presParOf" srcId="{49829AD2-873A-4D62-9724-B73219D181BA}" destId="{00668948-0A41-439B-BCF5-3D7E918DD408}" srcOrd="1" destOrd="0" presId="urn:microsoft.com/office/officeart/2005/8/layout/orgChart1"/>
    <dgm:cxn modelId="{1A6DBD26-2F3A-452A-8B49-832B5B60B747}" type="presParOf" srcId="{49829AD2-873A-4D62-9724-B73219D181BA}" destId="{E4A57550-6D56-4F88-8E30-A72A8AA5C440}" srcOrd="2" destOrd="0" presId="urn:microsoft.com/office/officeart/2005/8/layout/orgChart1"/>
    <dgm:cxn modelId="{D5929E14-9878-4855-B061-5DF51BD6533C}" type="presParOf" srcId="{1DE9D2D5-FD8E-457B-8509-AF1B11F236B3}" destId="{414C7D41-C0D4-4459-BBB5-2C8D13BAB807}" srcOrd="4" destOrd="0" presId="urn:microsoft.com/office/officeart/2005/8/layout/orgChart1"/>
    <dgm:cxn modelId="{5BFEDA0E-1D39-4157-9F5F-70DA8913BCD9}" type="presParOf" srcId="{1DE9D2D5-FD8E-457B-8509-AF1B11F236B3}" destId="{D3BB2BDE-0804-431E-B58B-B4A1EAABFBAD}" srcOrd="5" destOrd="0" presId="urn:microsoft.com/office/officeart/2005/8/layout/orgChart1"/>
    <dgm:cxn modelId="{90C3DED0-F8F5-4DF7-9057-F3BA3CB84CA3}" type="presParOf" srcId="{D3BB2BDE-0804-431E-B58B-B4A1EAABFBAD}" destId="{800EC588-C92C-435B-99D4-35FF3030DB0D}" srcOrd="0" destOrd="0" presId="urn:microsoft.com/office/officeart/2005/8/layout/orgChart1"/>
    <dgm:cxn modelId="{08451520-C7F4-46BF-87A6-87C2756F05F2}" type="presParOf" srcId="{800EC588-C92C-435B-99D4-35FF3030DB0D}" destId="{B035253A-EFC7-48C1-B143-E9695D438A7C}" srcOrd="0" destOrd="0" presId="urn:microsoft.com/office/officeart/2005/8/layout/orgChart1"/>
    <dgm:cxn modelId="{6B372A96-0816-4EE8-8B59-6C0000B7B86B}" type="presParOf" srcId="{800EC588-C92C-435B-99D4-35FF3030DB0D}" destId="{2D1050D5-D3F5-4594-8492-CADA49122876}" srcOrd="1" destOrd="0" presId="urn:microsoft.com/office/officeart/2005/8/layout/orgChart1"/>
    <dgm:cxn modelId="{95F293D7-D34E-407A-8330-2EB523C01EB0}" type="presParOf" srcId="{D3BB2BDE-0804-431E-B58B-B4A1EAABFBAD}" destId="{ADE08C16-A75A-4844-8703-117DDEEDDE14}" srcOrd="1" destOrd="0" presId="urn:microsoft.com/office/officeart/2005/8/layout/orgChart1"/>
    <dgm:cxn modelId="{91D4CAF2-5F31-45B2-A82E-1CC5F038C423}" type="presParOf" srcId="{D3BB2BDE-0804-431E-B58B-B4A1EAABFBAD}" destId="{A9CC6526-9C90-4406-B9CE-48F22C77F804}" srcOrd="2" destOrd="0" presId="urn:microsoft.com/office/officeart/2005/8/layout/orgChart1"/>
    <dgm:cxn modelId="{0C408066-027F-4794-BBF3-EB1EEB82B535}" type="presParOf" srcId="{1DE9D2D5-FD8E-457B-8509-AF1B11F236B3}" destId="{1B67105F-ECD7-44F8-A5C6-19D745593D1A}" srcOrd="6" destOrd="0" presId="urn:microsoft.com/office/officeart/2005/8/layout/orgChart1"/>
    <dgm:cxn modelId="{1045427B-0972-451D-A29F-70BB739525F1}" type="presParOf" srcId="{1DE9D2D5-FD8E-457B-8509-AF1B11F236B3}" destId="{4E0FF4BB-1A2C-4C8D-AF74-F15AF8783F22}" srcOrd="7" destOrd="0" presId="urn:microsoft.com/office/officeart/2005/8/layout/orgChart1"/>
    <dgm:cxn modelId="{A8B36D96-C67C-4929-83C1-F4D5787F00F2}" type="presParOf" srcId="{4E0FF4BB-1A2C-4C8D-AF74-F15AF8783F22}" destId="{943285A0-5974-434B-8643-6383D8E0BB1B}" srcOrd="0" destOrd="0" presId="urn:microsoft.com/office/officeart/2005/8/layout/orgChart1"/>
    <dgm:cxn modelId="{4E5039AE-4C84-4B9A-A07B-0686FA86C29A}" type="presParOf" srcId="{943285A0-5974-434B-8643-6383D8E0BB1B}" destId="{1782EC50-1D2D-4E22-878C-87859919B902}" srcOrd="0" destOrd="0" presId="urn:microsoft.com/office/officeart/2005/8/layout/orgChart1"/>
    <dgm:cxn modelId="{38139B3A-6C0C-427A-B707-B88FDCAFC5B2}" type="presParOf" srcId="{943285A0-5974-434B-8643-6383D8E0BB1B}" destId="{873BA853-F789-473E-8D19-18E2BC80AA7B}" srcOrd="1" destOrd="0" presId="urn:microsoft.com/office/officeart/2005/8/layout/orgChart1"/>
    <dgm:cxn modelId="{56074E66-91ED-433C-9697-24D6AED9070C}" type="presParOf" srcId="{4E0FF4BB-1A2C-4C8D-AF74-F15AF8783F22}" destId="{5763E8B2-EAAC-4E9A-8F43-8795E9C0D54F}" srcOrd="1" destOrd="0" presId="urn:microsoft.com/office/officeart/2005/8/layout/orgChart1"/>
    <dgm:cxn modelId="{FF9048F8-5EB0-4E55-8625-84763031F52A}" type="presParOf" srcId="{4E0FF4BB-1A2C-4C8D-AF74-F15AF8783F22}" destId="{D32C5E0F-0AC1-4330-A6BD-3AEADEDE39B1}" srcOrd="2" destOrd="0" presId="urn:microsoft.com/office/officeart/2005/8/layout/orgChart1"/>
    <dgm:cxn modelId="{2CAB6561-248B-434D-94A1-FF55E9E174A4}" type="presParOf" srcId="{1DE9D2D5-FD8E-457B-8509-AF1B11F236B3}" destId="{63869B18-0E40-4E74-BAE2-50D23ADF541A}" srcOrd="8" destOrd="0" presId="urn:microsoft.com/office/officeart/2005/8/layout/orgChart1"/>
    <dgm:cxn modelId="{9B9A836A-BF09-4A7E-8D39-7521ABAF4BD9}" type="presParOf" srcId="{1DE9D2D5-FD8E-457B-8509-AF1B11F236B3}" destId="{56FD046E-C985-43FB-A292-69029AE3BCF3}" srcOrd="9" destOrd="0" presId="urn:microsoft.com/office/officeart/2005/8/layout/orgChart1"/>
    <dgm:cxn modelId="{1DD1D978-63AB-46DE-B483-AF14316AF9D9}" type="presParOf" srcId="{56FD046E-C985-43FB-A292-69029AE3BCF3}" destId="{CB430598-2807-4BF5-B90C-944F8806C996}" srcOrd="0" destOrd="0" presId="urn:microsoft.com/office/officeart/2005/8/layout/orgChart1"/>
    <dgm:cxn modelId="{AF2B06FB-93B5-4AC0-B264-F7FA805890E2}" type="presParOf" srcId="{CB430598-2807-4BF5-B90C-944F8806C996}" destId="{738AF0CD-F409-4DFF-AC88-70D63900B563}" srcOrd="0" destOrd="0" presId="urn:microsoft.com/office/officeart/2005/8/layout/orgChart1"/>
    <dgm:cxn modelId="{1E35C730-9D58-4566-A5DA-D416715DFC8F}" type="presParOf" srcId="{CB430598-2807-4BF5-B90C-944F8806C996}" destId="{E22688AA-84A4-4A87-BFB2-B43976A576FA}" srcOrd="1" destOrd="0" presId="urn:microsoft.com/office/officeart/2005/8/layout/orgChart1"/>
    <dgm:cxn modelId="{29CEEDD6-372E-4913-97EB-F658F63A9448}" type="presParOf" srcId="{56FD046E-C985-43FB-A292-69029AE3BCF3}" destId="{D12EC92D-D826-4AB1-88BB-7FC54F7CA95A}" srcOrd="1" destOrd="0" presId="urn:microsoft.com/office/officeart/2005/8/layout/orgChart1"/>
    <dgm:cxn modelId="{8AB3CE23-026F-4E8D-B02E-94BCC8F4D7C0}" type="presParOf" srcId="{56FD046E-C985-43FB-A292-69029AE3BCF3}" destId="{2BE98D8E-EF88-4AAB-84B0-AF028DA6CE2F}" srcOrd="2" destOrd="0" presId="urn:microsoft.com/office/officeart/2005/8/layout/orgChart1"/>
    <dgm:cxn modelId="{7165566C-C496-49D7-95A5-33A9BB6F3EAA}" type="presParOf" srcId="{1DE9D2D5-FD8E-457B-8509-AF1B11F236B3}" destId="{40E57C39-E8A8-460E-A1E7-B28C562578E6}" srcOrd="10" destOrd="0" presId="urn:microsoft.com/office/officeart/2005/8/layout/orgChart1"/>
    <dgm:cxn modelId="{322A75D8-8480-4EA0-B05A-3D6123113399}" type="presParOf" srcId="{1DE9D2D5-FD8E-457B-8509-AF1B11F236B3}" destId="{8CE639B0-1A46-4D9B-BB2A-B1D0524BCBDA}" srcOrd="11" destOrd="0" presId="urn:microsoft.com/office/officeart/2005/8/layout/orgChart1"/>
    <dgm:cxn modelId="{A2834296-F983-4B6C-8513-E6913722CBCD}" type="presParOf" srcId="{8CE639B0-1A46-4D9B-BB2A-B1D0524BCBDA}" destId="{38C34ACF-0F0F-494E-AF63-0D953161FE63}" srcOrd="0" destOrd="0" presId="urn:microsoft.com/office/officeart/2005/8/layout/orgChart1"/>
    <dgm:cxn modelId="{BACB4451-01C0-40F1-80BB-E5BC720944AE}" type="presParOf" srcId="{38C34ACF-0F0F-494E-AF63-0D953161FE63}" destId="{33DA69DD-CC29-4B80-B4C4-74D75AC13654}" srcOrd="0" destOrd="0" presId="urn:microsoft.com/office/officeart/2005/8/layout/orgChart1"/>
    <dgm:cxn modelId="{A1624D97-A5AD-4A12-8A0A-449AD02C9741}" type="presParOf" srcId="{38C34ACF-0F0F-494E-AF63-0D953161FE63}" destId="{DA06BA89-6685-4EF9-B953-68B9C28A8575}" srcOrd="1" destOrd="0" presId="urn:microsoft.com/office/officeart/2005/8/layout/orgChart1"/>
    <dgm:cxn modelId="{70E9651E-A326-4057-8009-4CC15E48B800}" type="presParOf" srcId="{8CE639B0-1A46-4D9B-BB2A-B1D0524BCBDA}" destId="{F143A1F1-9AE0-46DF-B42D-3D1D72D61BB6}" srcOrd="1" destOrd="0" presId="urn:microsoft.com/office/officeart/2005/8/layout/orgChart1"/>
    <dgm:cxn modelId="{30CA0D31-2E22-48D5-BD8A-CA8A883D111D}" type="presParOf" srcId="{8CE639B0-1A46-4D9B-BB2A-B1D0524BCBDA}" destId="{58830E30-C77D-4FCD-A0EC-00410A6FE1AC}" srcOrd="2" destOrd="0" presId="urn:microsoft.com/office/officeart/2005/8/layout/orgChart1"/>
    <dgm:cxn modelId="{6C746DDC-32FE-48E3-BA11-1095D27BC0DB}" type="presParOf" srcId="{BBAFE3D2-3A5A-4490-A81A-2A8E15028CC9}" destId="{D835F695-B50D-418C-A907-0CB512CD6F3C}" srcOrd="2" destOrd="0" presId="urn:microsoft.com/office/officeart/2005/8/layout/orgChart1"/>
    <dgm:cxn modelId="{F7EF19E1-490D-4ADB-A8EF-15E9D56C50C8}" type="presParOf" srcId="{AD53A4B1-01E7-41E8-9724-31F3910545A4}" destId="{62821369-B757-43AF-BF6D-02B9EF83A7FF}" srcOrd="6" destOrd="0" presId="urn:microsoft.com/office/officeart/2005/8/layout/orgChart1"/>
    <dgm:cxn modelId="{F7E54C5D-FDD8-4592-9E3D-49D8CC32008C}" type="presParOf" srcId="{AD53A4B1-01E7-41E8-9724-31F3910545A4}" destId="{739885B7-7422-46AE-AE38-C86EED9C22BF}" srcOrd="7" destOrd="0" presId="urn:microsoft.com/office/officeart/2005/8/layout/orgChart1"/>
    <dgm:cxn modelId="{DA35BD92-6ADF-4D4A-B853-240E7B29522C}" type="presParOf" srcId="{739885B7-7422-46AE-AE38-C86EED9C22BF}" destId="{1BDBFDD5-3230-44FF-B170-FE93CAC5A6B8}" srcOrd="0" destOrd="0" presId="urn:microsoft.com/office/officeart/2005/8/layout/orgChart1"/>
    <dgm:cxn modelId="{73F29BB4-A672-47BF-A744-DFBEDBCD5079}" type="presParOf" srcId="{1BDBFDD5-3230-44FF-B170-FE93CAC5A6B8}" destId="{E2CE8193-46AF-44C0-B4A1-4402C2A6388E}" srcOrd="0" destOrd="0" presId="urn:microsoft.com/office/officeart/2005/8/layout/orgChart1"/>
    <dgm:cxn modelId="{4B5E9D26-4CF1-41B8-A356-947AC2CC8672}" type="presParOf" srcId="{1BDBFDD5-3230-44FF-B170-FE93CAC5A6B8}" destId="{0FE7A504-1A99-42A4-92D2-369E93728B6E}" srcOrd="1" destOrd="0" presId="urn:microsoft.com/office/officeart/2005/8/layout/orgChart1"/>
    <dgm:cxn modelId="{10D27593-B3C4-4354-B9C9-552B475B285E}" type="presParOf" srcId="{739885B7-7422-46AE-AE38-C86EED9C22BF}" destId="{5C832EA0-92EB-4018-A238-AAD0380D7AE1}" srcOrd="1" destOrd="0" presId="urn:microsoft.com/office/officeart/2005/8/layout/orgChart1"/>
    <dgm:cxn modelId="{72D26FFB-EE31-4FD2-B9F7-E6CE0D53C636}" type="presParOf" srcId="{5C832EA0-92EB-4018-A238-AAD0380D7AE1}" destId="{1C6780BE-0BFA-452E-B23B-840ADD2F1082}" srcOrd="0" destOrd="0" presId="urn:microsoft.com/office/officeart/2005/8/layout/orgChart1"/>
    <dgm:cxn modelId="{ADFFF1BB-FFD0-47CA-BF30-1D7F0592AEC0}" type="presParOf" srcId="{5C832EA0-92EB-4018-A238-AAD0380D7AE1}" destId="{91542984-1884-4075-85FF-10D3512C3511}" srcOrd="1" destOrd="0" presId="urn:microsoft.com/office/officeart/2005/8/layout/orgChart1"/>
    <dgm:cxn modelId="{F9469F16-3293-4849-AEED-C2AA9421F0EC}" type="presParOf" srcId="{91542984-1884-4075-85FF-10D3512C3511}" destId="{2197488C-9BB4-4FE6-913F-95BF99328D53}" srcOrd="0" destOrd="0" presId="urn:microsoft.com/office/officeart/2005/8/layout/orgChart1"/>
    <dgm:cxn modelId="{56936B48-9F8F-46DB-A074-C4AF23A4CB4E}" type="presParOf" srcId="{2197488C-9BB4-4FE6-913F-95BF99328D53}" destId="{9BB5FF79-6973-4054-99B9-A54F1965A453}" srcOrd="0" destOrd="0" presId="urn:microsoft.com/office/officeart/2005/8/layout/orgChart1"/>
    <dgm:cxn modelId="{826EAE7B-E255-4254-9D08-E21A8E5E6CEC}" type="presParOf" srcId="{2197488C-9BB4-4FE6-913F-95BF99328D53}" destId="{B78A35CA-8616-4084-9244-9BF0A5A39633}" srcOrd="1" destOrd="0" presId="urn:microsoft.com/office/officeart/2005/8/layout/orgChart1"/>
    <dgm:cxn modelId="{94BBC595-F51C-4474-A274-904272C905B7}" type="presParOf" srcId="{91542984-1884-4075-85FF-10D3512C3511}" destId="{F4B924C5-04CD-43B1-A77B-46828D59C785}" srcOrd="1" destOrd="0" presId="urn:microsoft.com/office/officeart/2005/8/layout/orgChart1"/>
    <dgm:cxn modelId="{7856C73E-9AEF-4123-B4EC-F9DA60AF7276}" type="presParOf" srcId="{91542984-1884-4075-85FF-10D3512C3511}" destId="{0FF70A95-51AF-418C-8B0E-B269569EF317}" srcOrd="2" destOrd="0" presId="urn:microsoft.com/office/officeart/2005/8/layout/orgChart1"/>
    <dgm:cxn modelId="{70833C7C-67EC-4758-9127-4293DDCF91DD}" type="presParOf" srcId="{5C832EA0-92EB-4018-A238-AAD0380D7AE1}" destId="{711712DF-1661-48BF-94D8-02EB0F75B3C9}" srcOrd="2" destOrd="0" presId="urn:microsoft.com/office/officeart/2005/8/layout/orgChart1"/>
    <dgm:cxn modelId="{5B5CD03C-6A7C-4F65-8F7F-AEE4BBC9647A}" type="presParOf" srcId="{5C832EA0-92EB-4018-A238-AAD0380D7AE1}" destId="{5F0B58ED-37BC-4E60-8AF9-A0FCB8F283BE}" srcOrd="3" destOrd="0" presId="urn:microsoft.com/office/officeart/2005/8/layout/orgChart1"/>
    <dgm:cxn modelId="{8C72226C-8DC6-49EE-8045-5E23E4B20287}" type="presParOf" srcId="{5F0B58ED-37BC-4E60-8AF9-A0FCB8F283BE}" destId="{E88A8F7C-EF9E-410E-A4CE-E1BD4AE9AD1A}" srcOrd="0" destOrd="0" presId="urn:microsoft.com/office/officeart/2005/8/layout/orgChart1"/>
    <dgm:cxn modelId="{09AAEE75-4B34-4A99-8C4B-4156EA857C7E}" type="presParOf" srcId="{E88A8F7C-EF9E-410E-A4CE-E1BD4AE9AD1A}" destId="{9AE0E3D3-1E07-408B-94AE-583CE6DC67CB}" srcOrd="0" destOrd="0" presId="urn:microsoft.com/office/officeart/2005/8/layout/orgChart1"/>
    <dgm:cxn modelId="{176A316F-590E-4183-A0DF-DC921CBE49FF}" type="presParOf" srcId="{E88A8F7C-EF9E-410E-A4CE-E1BD4AE9AD1A}" destId="{1161B411-25D6-4E54-A6B5-01F0E696D37F}" srcOrd="1" destOrd="0" presId="urn:microsoft.com/office/officeart/2005/8/layout/orgChart1"/>
    <dgm:cxn modelId="{A0335FC6-5C28-4B82-AF7B-D4107DF0D07D}" type="presParOf" srcId="{5F0B58ED-37BC-4E60-8AF9-A0FCB8F283BE}" destId="{FD1A9ED2-C73F-4A5D-8912-D5BBD4323FD0}" srcOrd="1" destOrd="0" presId="urn:microsoft.com/office/officeart/2005/8/layout/orgChart1"/>
    <dgm:cxn modelId="{0F57BD16-13D9-4622-A9AD-ECBB3C6A9098}" type="presParOf" srcId="{5F0B58ED-37BC-4E60-8AF9-A0FCB8F283BE}" destId="{6EA0EE07-6D26-49A9-9842-79963667B3FE}" srcOrd="2" destOrd="0" presId="urn:microsoft.com/office/officeart/2005/8/layout/orgChart1"/>
    <dgm:cxn modelId="{81799785-8F9A-4B47-B9DC-E1F7210CFE49}" type="presParOf" srcId="{5C832EA0-92EB-4018-A238-AAD0380D7AE1}" destId="{8209FAA0-2D45-49A3-9654-E2F21DB1EEBF}" srcOrd="4" destOrd="0" presId="urn:microsoft.com/office/officeart/2005/8/layout/orgChart1"/>
    <dgm:cxn modelId="{E0967FAF-9305-41D6-A56D-683299B94DF8}" type="presParOf" srcId="{5C832EA0-92EB-4018-A238-AAD0380D7AE1}" destId="{ABEEBA9A-FB28-41DC-B908-833AAC49BC29}" srcOrd="5" destOrd="0" presId="urn:microsoft.com/office/officeart/2005/8/layout/orgChart1"/>
    <dgm:cxn modelId="{D3E0A03A-61B4-4DF1-A31E-E45DDF71116E}" type="presParOf" srcId="{ABEEBA9A-FB28-41DC-B908-833AAC49BC29}" destId="{72BED14A-ECEB-4733-801B-77FFA2E0B14B}" srcOrd="0" destOrd="0" presId="urn:microsoft.com/office/officeart/2005/8/layout/orgChart1"/>
    <dgm:cxn modelId="{CF977BA0-5F94-4611-99D0-DD4564720A3A}" type="presParOf" srcId="{72BED14A-ECEB-4733-801B-77FFA2E0B14B}" destId="{AC410092-A890-4B5B-B5CF-25F1B643F136}" srcOrd="0" destOrd="0" presId="urn:microsoft.com/office/officeart/2005/8/layout/orgChart1"/>
    <dgm:cxn modelId="{D38458A4-6D73-4B21-AF21-336DDFC10827}" type="presParOf" srcId="{72BED14A-ECEB-4733-801B-77FFA2E0B14B}" destId="{AB5BCA6A-B28D-444F-8FD5-16FB3C5D3FFC}" srcOrd="1" destOrd="0" presId="urn:microsoft.com/office/officeart/2005/8/layout/orgChart1"/>
    <dgm:cxn modelId="{06F4AD9C-0A44-4C10-B810-CC965FFE9757}" type="presParOf" srcId="{ABEEBA9A-FB28-41DC-B908-833AAC49BC29}" destId="{C9D79AD5-4078-4E4D-8004-477976E7E606}" srcOrd="1" destOrd="0" presId="urn:microsoft.com/office/officeart/2005/8/layout/orgChart1"/>
    <dgm:cxn modelId="{4B156013-776E-445C-B131-2F4DB29633CF}" type="presParOf" srcId="{ABEEBA9A-FB28-41DC-B908-833AAC49BC29}" destId="{E22AE339-4412-4784-AA5C-9AE7B9038C78}" srcOrd="2" destOrd="0" presId="urn:microsoft.com/office/officeart/2005/8/layout/orgChart1"/>
    <dgm:cxn modelId="{ED5FFAF6-85DA-43AF-85B8-C3F1C2E524E8}" type="presParOf" srcId="{5C832EA0-92EB-4018-A238-AAD0380D7AE1}" destId="{59B9C19D-A136-49C9-B36B-C1BC6B70BDC0}" srcOrd="6" destOrd="0" presId="urn:microsoft.com/office/officeart/2005/8/layout/orgChart1"/>
    <dgm:cxn modelId="{57210CD1-0F5A-4998-8023-08131DC88C58}" type="presParOf" srcId="{5C832EA0-92EB-4018-A238-AAD0380D7AE1}" destId="{5EC67C15-6434-4391-BCF1-87E4976D9683}" srcOrd="7" destOrd="0" presId="urn:microsoft.com/office/officeart/2005/8/layout/orgChart1"/>
    <dgm:cxn modelId="{820CFBD2-9154-486F-9800-9888122E90D6}" type="presParOf" srcId="{5EC67C15-6434-4391-BCF1-87E4976D9683}" destId="{3CF8FF65-2D96-4438-810F-EC90321BE8AA}" srcOrd="0" destOrd="0" presId="urn:microsoft.com/office/officeart/2005/8/layout/orgChart1"/>
    <dgm:cxn modelId="{8EAEDB5A-10F9-4F98-B8EB-605DABBB9E07}" type="presParOf" srcId="{3CF8FF65-2D96-4438-810F-EC90321BE8AA}" destId="{7BC1F158-3DCC-484F-A5A4-F28E158B4874}" srcOrd="0" destOrd="0" presId="urn:microsoft.com/office/officeart/2005/8/layout/orgChart1"/>
    <dgm:cxn modelId="{05CC3EFD-D260-42F5-A905-88BBF5DC1849}" type="presParOf" srcId="{3CF8FF65-2D96-4438-810F-EC90321BE8AA}" destId="{2C7EBE91-492A-4E47-8748-4761A0110B83}" srcOrd="1" destOrd="0" presId="urn:microsoft.com/office/officeart/2005/8/layout/orgChart1"/>
    <dgm:cxn modelId="{D1CD583A-17FA-4126-8390-FA55493FC7C1}" type="presParOf" srcId="{5EC67C15-6434-4391-BCF1-87E4976D9683}" destId="{2DAC0F45-D115-4BD8-ABEC-803E97571F9B}" srcOrd="1" destOrd="0" presId="urn:microsoft.com/office/officeart/2005/8/layout/orgChart1"/>
    <dgm:cxn modelId="{A173CEE3-B060-46E5-BFB0-1EAE916840F2}" type="presParOf" srcId="{5EC67C15-6434-4391-BCF1-87E4976D9683}" destId="{76322141-77EB-407D-AFC7-35E6CB77EA6F}" srcOrd="2" destOrd="0" presId="urn:microsoft.com/office/officeart/2005/8/layout/orgChart1"/>
    <dgm:cxn modelId="{5D06F4AC-6F32-4A6B-9E3C-245528882B83}" type="presParOf" srcId="{5C832EA0-92EB-4018-A238-AAD0380D7AE1}" destId="{D53250DA-5B46-404D-B21A-1A1B69C0A318}" srcOrd="8" destOrd="0" presId="urn:microsoft.com/office/officeart/2005/8/layout/orgChart1"/>
    <dgm:cxn modelId="{7A1167E1-B789-4A68-8441-F33B8CFC67E0}" type="presParOf" srcId="{5C832EA0-92EB-4018-A238-AAD0380D7AE1}" destId="{4581B00B-9635-4B0E-A072-9B272087BB1A}" srcOrd="9" destOrd="0" presId="urn:microsoft.com/office/officeart/2005/8/layout/orgChart1"/>
    <dgm:cxn modelId="{32B47725-7EB6-457E-A54A-BCF156267402}" type="presParOf" srcId="{4581B00B-9635-4B0E-A072-9B272087BB1A}" destId="{42F8A10F-2799-4B64-A5CC-75884335B9FD}" srcOrd="0" destOrd="0" presId="urn:microsoft.com/office/officeart/2005/8/layout/orgChart1"/>
    <dgm:cxn modelId="{1F557FAC-A7E0-4918-BDCF-F6AD5E96F7F4}" type="presParOf" srcId="{42F8A10F-2799-4B64-A5CC-75884335B9FD}" destId="{43521752-1B05-4642-9125-29CA0188D0F0}" srcOrd="0" destOrd="0" presId="urn:microsoft.com/office/officeart/2005/8/layout/orgChart1"/>
    <dgm:cxn modelId="{7C6C735B-86EC-472C-B8B5-95D5B90DB876}" type="presParOf" srcId="{42F8A10F-2799-4B64-A5CC-75884335B9FD}" destId="{F2D125A9-D3F5-4AB5-BF67-43FF2E53093B}" srcOrd="1" destOrd="0" presId="urn:microsoft.com/office/officeart/2005/8/layout/orgChart1"/>
    <dgm:cxn modelId="{FFDCE224-CCE3-4AB1-A738-475A54D34980}" type="presParOf" srcId="{4581B00B-9635-4B0E-A072-9B272087BB1A}" destId="{D6758356-EA34-410D-BFD3-1D1D1B41A2E0}" srcOrd="1" destOrd="0" presId="urn:microsoft.com/office/officeart/2005/8/layout/orgChart1"/>
    <dgm:cxn modelId="{49439AF2-D2FE-4DA8-9D8C-8475888E6B62}" type="presParOf" srcId="{4581B00B-9635-4B0E-A072-9B272087BB1A}" destId="{2B53E0B5-032E-448D-95BA-31A81577B7C0}" srcOrd="2" destOrd="0" presId="urn:microsoft.com/office/officeart/2005/8/layout/orgChart1"/>
    <dgm:cxn modelId="{C5967240-EEA0-4B84-B604-2243DC2E0432}" type="presParOf" srcId="{5C832EA0-92EB-4018-A238-AAD0380D7AE1}" destId="{0456385A-3655-4EFB-9AF3-8E560450BC13}" srcOrd="10" destOrd="0" presId="urn:microsoft.com/office/officeart/2005/8/layout/orgChart1"/>
    <dgm:cxn modelId="{13BE377C-0E44-4D29-810D-159EAB777712}" type="presParOf" srcId="{5C832EA0-92EB-4018-A238-AAD0380D7AE1}" destId="{156047AA-E5BD-435B-B263-36137FEF84AF}" srcOrd="11" destOrd="0" presId="urn:microsoft.com/office/officeart/2005/8/layout/orgChart1"/>
    <dgm:cxn modelId="{17206F2C-7E9B-4474-B7EB-0B5EB0E85D5C}" type="presParOf" srcId="{156047AA-E5BD-435B-B263-36137FEF84AF}" destId="{CB78A225-91E8-40C7-961A-1B616C0A727D}" srcOrd="0" destOrd="0" presId="urn:microsoft.com/office/officeart/2005/8/layout/orgChart1"/>
    <dgm:cxn modelId="{F5CE1055-21FE-459B-8BEF-C11263A2BB9A}" type="presParOf" srcId="{CB78A225-91E8-40C7-961A-1B616C0A727D}" destId="{65A7C63C-33D9-4ED2-BD62-6ADB507AA2A0}" srcOrd="0" destOrd="0" presId="urn:microsoft.com/office/officeart/2005/8/layout/orgChart1"/>
    <dgm:cxn modelId="{1EFDDA07-EE38-427E-B58B-189EA279374C}" type="presParOf" srcId="{CB78A225-91E8-40C7-961A-1B616C0A727D}" destId="{5717C691-5A8B-4D46-B947-356AD5864A63}" srcOrd="1" destOrd="0" presId="urn:microsoft.com/office/officeart/2005/8/layout/orgChart1"/>
    <dgm:cxn modelId="{2B60D26A-28B9-4A8C-84BF-304E6BBADDC0}" type="presParOf" srcId="{156047AA-E5BD-435B-B263-36137FEF84AF}" destId="{7C26707A-567B-4B5B-9539-5A1100DB0841}" srcOrd="1" destOrd="0" presId="urn:microsoft.com/office/officeart/2005/8/layout/orgChart1"/>
    <dgm:cxn modelId="{68955449-B17B-4549-9EBE-C2EBCE45CB74}" type="presParOf" srcId="{156047AA-E5BD-435B-B263-36137FEF84AF}" destId="{E9D22FB7-093B-4035-A9BC-1AD6EBE8E5EA}" srcOrd="2" destOrd="0" presId="urn:microsoft.com/office/officeart/2005/8/layout/orgChart1"/>
    <dgm:cxn modelId="{A969B2C2-FD30-4727-A26D-C33E35610D15}" type="presParOf" srcId="{5C832EA0-92EB-4018-A238-AAD0380D7AE1}" destId="{0B6038CA-4EC7-46C3-8FF8-5417B028441F}" srcOrd="12" destOrd="0" presId="urn:microsoft.com/office/officeart/2005/8/layout/orgChart1"/>
    <dgm:cxn modelId="{64FDDA72-5B50-4B81-9A7E-4109F01D17B8}" type="presParOf" srcId="{5C832EA0-92EB-4018-A238-AAD0380D7AE1}" destId="{5EA79A18-3D78-4467-BF17-5E44043635B0}" srcOrd="13" destOrd="0" presId="urn:microsoft.com/office/officeart/2005/8/layout/orgChart1"/>
    <dgm:cxn modelId="{D0096403-3C72-42B4-A9DC-2860D080651A}" type="presParOf" srcId="{5EA79A18-3D78-4467-BF17-5E44043635B0}" destId="{84E5EB81-158B-4DCE-8EE7-0D7CE5E41A9E}" srcOrd="0" destOrd="0" presId="urn:microsoft.com/office/officeart/2005/8/layout/orgChart1"/>
    <dgm:cxn modelId="{C7FE5DCC-2669-4241-A503-92288B33AC0D}" type="presParOf" srcId="{84E5EB81-158B-4DCE-8EE7-0D7CE5E41A9E}" destId="{445A7C02-F9A8-4E8A-B43C-D8D42A091E94}" srcOrd="0" destOrd="0" presId="urn:microsoft.com/office/officeart/2005/8/layout/orgChart1"/>
    <dgm:cxn modelId="{A1ACFA44-9778-4966-BB69-2C48899156DC}" type="presParOf" srcId="{84E5EB81-158B-4DCE-8EE7-0D7CE5E41A9E}" destId="{47025495-9327-4487-A0E9-A44B7CA3C45C}" srcOrd="1" destOrd="0" presId="urn:microsoft.com/office/officeart/2005/8/layout/orgChart1"/>
    <dgm:cxn modelId="{EA771829-34CF-4B1B-B75C-CAF3DEF2DAD7}" type="presParOf" srcId="{5EA79A18-3D78-4467-BF17-5E44043635B0}" destId="{40932D0C-2710-43AD-80DF-0F31D9B40875}" srcOrd="1" destOrd="0" presId="urn:microsoft.com/office/officeart/2005/8/layout/orgChart1"/>
    <dgm:cxn modelId="{845C2B22-4370-4DE0-9806-EBF2A6DE1AFB}" type="presParOf" srcId="{5EA79A18-3D78-4467-BF17-5E44043635B0}" destId="{D2168FED-D0B4-4EB3-87D0-0A894E392BE3}" srcOrd="2" destOrd="0" presId="urn:microsoft.com/office/officeart/2005/8/layout/orgChart1"/>
    <dgm:cxn modelId="{6F8AF738-9217-4272-A790-814721386095}" type="presParOf" srcId="{739885B7-7422-46AE-AE38-C86EED9C22BF}" destId="{AFF152E2-0280-4325-8B01-B43435B7724D}" srcOrd="2" destOrd="0" presId="urn:microsoft.com/office/officeart/2005/8/layout/orgChart1"/>
    <dgm:cxn modelId="{14D23547-F372-46C3-9C12-8A10E26E33B4}" type="presParOf" srcId="{AD53A4B1-01E7-41E8-9724-31F3910545A4}" destId="{3EDF4FB4-B6DA-485A-8990-3A27AC76E8AB}" srcOrd="8" destOrd="0" presId="urn:microsoft.com/office/officeart/2005/8/layout/orgChart1"/>
    <dgm:cxn modelId="{93CEEB4E-D360-41D3-9D99-FD8829B1C4D2}" type="presParOf" srcId="{AD53A4B1-01E7-41E8-9724-31F3910545A4}" destId="{F8A97257-090E-4E3C-9D70-3B5DAC76AD56}" srcOrd="9" destOrd="0" presId="urn:microsoft.com/office/officeart/2005/8/layout/orgChart1"/>
    <dgm:cxn modelId="{21546198-BB76-4F19-81D1-720F9D9EC108}" type="presParOf" srcId="{F8A97257-090E-4E3C-9D70-3B5DAC76AD56}" destId="{FCAD40B0-8420-4CC5-8883-21D165309B1C}" srcOrd="0" destOrd="0" presId="urn:microsoft.com/office/officeart/2005/8/layout/orgChart1"/>
    <dgm:cxn modelId="{4A0A69DD-4575-477D-A373-D1489D71219E}" type="presParOf" srcId="{FCAD40B0-8420-4CC5-8883-21D165309B1C}" destId="{A4EBA583-4AE2-47FF-BF17-80385E011765}" srcOrd="0" destOrd="0" presId="urn:microsoft.com/office/officeart/2005/8/layout/orgChart1"/>
    <dgm:cxn modelId="{D2ED7ABA-7165-4EAB-969B-85CDD079194B}" type="presParOf" srcId="{FCAD40B0-8420-4CC5-8883-21D165309B1C}" destId="{9B3F9F57-8BC6-48AC-8C98-C8945CC54C5C}" srcOrd="1" destOrd="0" presId="urn:microsoft.com/office/officeart/2005/8/layout/orgChart1"/>
    <dgm:cxn modelId="{7A06C3C6-A133-4660-960F-DE9CF9375BA6}" type="presParOf" srcId="{F8A97257-090E-4E3C-9D70-3B5DAC76AD56}" destId="{968CE116-F698-42AD-81AA-7E33A98BF3B8}" srcOrd="1" destOrd="0" presId="urn:microsoft.com/office/officeart/2005/8/layout/orgChart1"/>
    <dgm:cxn modelId="{DEB577B4-BF64-442B-A734-2EE97215A2E6}" type="presParOf" srcId="{F8A97257-090E-4E3C-9D70-3B5DAC76AD56}" destId="{D5B1A326-27A8-4D67-9F8F-DD60B986CA0C}" srcOrd="2" destOrd="0" presId="urn:microsoft.com/office/officeart/2005/8/layout/orgChart1"/>
    <dgm:cxn modelId="{7A26BBD2-FD95-4DC8-9F8A-43CDB504114C}" type="presParOf" srcId="{AD53A4B1-01E7-41E8-9724-31F3910545A4}" destId="{76FCB14D-004B-4B73-A8A5-9F2858470E9D}" srcOrd="10" destOrd="0" presId="urn:microsoft.com/office/officeart/2005/8/layout/orgChart1"/>
    <dgm:cxn modelId="{8A1223E6-090E-43C2-857F-E5192C3C8D8B}" type="presParOf" srcId="{AD53A4B1-01E7-41E8-9724-31F3910545A4}" destId="{D8BF653F-6E55-494A-9830-91415587B421}" srcOrd="11" destOrd="0" presId="urn:microsoft.com/office/officeart/2005/8/layout/orgChart1"/>
    <dgm:cxn modelId="{7362C192-AC01-4836-BD52-96CE5CFDF884}" type="presParOf" srcId="{D8BF653F-6E55-494A-9830-91415587B421}" destId="{AEE2E68B-52AB-4D82-BE50-75BAC2E6A946}" srcOrd="0" destOrd="0" presId="urn:microsoft.com/office/officeart/2005/8/layout/orgChart1"/>
    <dgm:cxn modelId="{46A4FE65-A287-4EDF-9490-2BE8F270F16F}" type="presParOf" srcId="{AEE2E68B-52AB-4D82-BE50-75BAC2E6A946}" destId="{EC971F5F-7233-4EC6-BFEE-D0739E52B7EC}" srcOrd="0" destOrd="0" presId="urn:microsoft.com/office/officeart/2005/8/layout/orgChart1"/>
    <dgm:cxn modelId="{139B9459-9162-4552-83C7-7293A3988BA1}" type="presParOf" srcId="{AEE2E68B-52AB-4D82-BE50-75BAC2E6A946}" destId="{AC45B32C-2280-40BF-81D0-E14714AF7740}" srcOrd="1" destOrd="0" presId="urn:microsoft.com/office/officeart/2005/8/layout/orgChart1"/>
    <dgm:cxn modelId="{60C0D251-D1D6-45B5-82D0-B418399641D4}" type="presParOf" srcId="{D8BF653F-6E55-494A-9830-91415587B421}" destId="{5931B297-0615-441C-917E-DE3F7F714CB5}" srcOrd="1" destOrd="0" presId="urn:microsoft.com/office/officeart/2005/8/layout/orgChart1"/>
    <dgm:cxn modelId="{DB1E7740-723E-4203-BF5B-61FC128897BD}" type="presParOf" srcId="{D8BF653F-6E55-494A-9830-91415587B421}" destId="{BD63629F-E470-40C3-AA24-5B8B6BD7F436}" srcOrd="2" destOrd="0" presId="urn:microsoft.com/office/officeart/2005/8/layout/orgChart1"/>
    <dgm:cxn modelId="{7000FAAA-C959-4F67-9858-7AC603820ED6}" type="presParOf" srcId="{AD53A4B1-01E7-41E8-9724-31F3910545A4}" destId="{41173D40-128D-4048-83A1-7C68DE4B0041}" srcOrd="12" destOrd="0" presId="urn:microsoft.com/office/officeart/2005/8/layout/orgChart1"/>
    <dgm:cxn modelId="{41138FDD-405F-43F1-93B6-2F1E860264D5}" type="presParOf" srcId="{AD53A4B1-01E7-41E8-9724-31F3910545A4}" destId="{77C8DAFF-F1C4-4376-ADCE-FAE7B586EEC6}" srcOrd="13" destOrd="0" presId="urn:microsoft.com/office/officeart/2005/8/layout/orgChart1"/>
    <dgm:cxn modelId="{19745979-2FCF-4FE8-A246-801ACB3D6146}" type="presParOf" srcId="{77C8DAFF-F1C4-4376-ADCE-FAE7B586EEC6}" destId="{9BA2FD92-C266-461A-9CEF-3F5B3F322573}" srcOrd="0" destOrd="0" presId="urn:microsoft.com/office/officeart/2005/8/layout/orgChart1"/>
    <dgm:cxn modelId="{54A2A962-EB35-4599-985B-15A66BAB26AC}" type="presParOf" srcId="{9BA2FD92-C266-461A-9CEF-3F5B3F322573}" destId="{1FF2C928-7E62-4953-B1D7-8B0B163A6AFE}" srcOrd="0" destOrd="0" presId="urn:microsoft.com/office/officeart/2005/8/layout/orgChart1"/>
    <dgm:cxn modelId="{A4F0BFF8-3E52-4A23-9988-B689D34DE4E7}" type="presParOf" srcId="{9BA2FD92-C266-461A-9CEF-3F5B3F322573}" destId="{BD367FDB-F21D-4007-903C-1680264363A2}" srcOrd="1" destOrd="0" presId="urn:microsoft.com/office/officeart/2005/8/layout/orgChart1"/>
    <dgm:cxn modelId="{32E603D2-7262-45C7-A786-E9AD6C98C8B9}" type="presParOf" srcId="{77C8DAFF-F1C4-4376-ADCE-FAE7B586EEC6}" destId="{89E75F9B-EF94-49CA-B184-A185FABDCC9E}" srcOrd="1" destOrd="0" presId="urn:microsoft.com/office/officeart/2005/8/layout/orgChart1"/>
    <dgm:cxn modelId="{6F3E05BE-4219-451D-BC9A-48A8A3A3AE91}" type="presParOf" srcId="{77C8DAFF-F1C4-4376-ADCE-FAE7B586EEC6}" destId="{723E8A3D-30CC-43F6-B950-6A5B5D6CC2D7}"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6780BE-0BFA-452E-B23B-840ADD2F1082}">
      <dsp:nvSpPr>
        <dsp:cNvPr id="0" name=""/>
        <dsp:cNvSpPr/>
      </dsp:nvSpPr>
      <dsp:spPr>
        <a:xfrm>
          <a:off x="4343400" y="1914620"/>
          <a:ext cx="3599051" cy="312314"/>
        </a:xfrm>
        <a:custGeom>
          <a:avLst/>
          <a:gdLst/>
          <a:ahLst/>
          <a:cxnLst/>
          <a:rect l="0" t="0" r="0" b="0"/>
          <a:pathLst>
            <a:path>
              <a:moveTo>
                <a:pt x="0" y="0"/>
              </a:moveTo>
              <a:lnTo>
                <a:pt x="0" y="156157"/>
              </a:lnTo>
              <a:lnTo>
                <a:pt x="3599051" y="156157"/>
              </a:lnTo>
              <a:lnTo>
                <a:pt x="3599051" y="31231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343400" y="1914620"/>
          <a:ext cx="1799525" cy="312314"/>
        </a:xfrm>
        <a:custGeom>
          <a:avLst/>
          <a:gdLst/>
          <a:ahLst/>
          <a:cxnLst/>
          <a:rect l="0" t="0" r="0" b="0"/>
          <a:pathLst>
            <a:path>
              <a:moveTo>
                <a:pt x="0" y="0"/>
              </a:moveTo>
              <a:lnTo>
                <a:pt x="0" y="156157"/>
              </a:lnTo>
              <a:lnTo>
                <a:pt x="1799525" y="156157"/>
              </a:lnTo>
              <a:lnTo>
                <a:pt x="1799525" y="31231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AC9E0-962C-4E78-A693-CB404F97964B}">
      <dsp:nvSpPr>
        <dsp:cNvPr id="0" name=""/>
        <dsp:cNvSpPr/>
      </dsp:nvSpPr>
      <dsp:spPr>
        <a:xfrm>
          <a:off x="3748515" y="2970540"/>
          <a:ext cx="223081" cy="684117"/>
        </a:xfrm>
        <a:custGeom>
          <a:avLst/>
          <a:gdLst/>
          <a:ahLst/>
          <a:cxnLst/>
          <a:rect l="0" t="0" r="0" b="0"/>
          <a:pathLst>
            <a:path>
              <a:moveTo>
                <a:pt x="0" y="0"/>
              </a:moveTo>
              <a:lnTo>
                <a:pt x="0" y="684117"/>
              </a:lnTo>
              <a:lnTo>
                <a:pt x="223081" y="68411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020EB3-B687-49B5-864A-7775365865BE}">
      <dsp:nvSpPr>
        <dsp:cNvPr id="0" name=""/>
        <dsp:cNvSpPr/>
      </dsp:nvSpPr>
      <dsp:spPr>
        <a:xfrm>
          <a:off x="4297680" y="1914620"/>
          <a:ext cx="91440" cy="312314"/>
        </a:xfrm>
        <a:custGeom>
          <a:avLst/>
          <a:gdLst/>
          <a:ahLst/>
          <a:cxnLst/>
          <a:rect l="0" t="0" r="0" b="0"/>
          <a:pathLst>
            <a:path>
              <a:moveTo>
                <a:pt x="45720" y="0"/>
              </a:moveTo>
              <a:lnTo>
                <a:pt x="45720" y="31231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2543874" y="1914620"/>
          <a:ext cx="1799525" cy="312314"/>
        </a:xfrm>
        <a:custGeom>
          <a:avLst/>
          <a:gdLst/>
          <a:ahLst/>
          <a:cxnLst/>
          <a:rect l="0" t="0" r="0" b="0"/>
          <a:pathLst>
            <a:path>
              <a:moveTo>
                <a:pt x="1799525" y="0"/>
              </a:moveTo>
              <a:lnTo>
                <a:pt x="1799525" y="156157"/>
              </a:lnTo>
              <a:lnTo>
                <a:pt x="0" y="156157"/>
              </a:lnTo>
              <a:lnTo>
                <a:pt x="0" y="31231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149463" y="2970540"/>
          <a:ext cx="223081" cy="684117"/>
        </a:xfrm>
        <a:custGeom>
          <a:avLst/>
          <a:gdLst/>
          <a:ahLst/>
          <a:cxnLst/>
          <a:rect l="0" t="0" r="0" b="0"/>
          <a:pathLst>
            <a:path>
              <a:moveTo>
                <a:pt x="0" y="0"/>
              </a:moveTo>
              <a:lnTo>
                <a:pt x="0" y="684117"/>
              </a:lnTo>
              <a:lnTo>
                <a:pt x="223081" y="68411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744348" y="1914620"/>
          <a:ext cx="3599051" cy="312314"/>
        </a:xfrm>
        <a:custGeom>
          <a:avLst/>
          <a:gdLst/>
          <a:ahLst/>
          <a:cxnLst/>
          <a:rect l="0" t="0" r="0" b="0"/>
          <a:pathLst>
            <a:path>
              <a:moveTo>
                <a:pt x="3599051" y="0"/>
              </a:moveTo>
              <a:lnTo>
                <a:pt x="3599051" y="156157"/>
              </a:lnTo>
              <a:lnTo>
                <a:pt x="0" y="156157"/>
              </a:lnTo>
              <a:lnTo>
                <a:pt x="0" y="31231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599794" y="1171014"/>
          <a:ext cx="1487211" cy="743605"/>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Chapter 13 – Specifying Data requirements</a:t>
          </a:r>
        </a:p>
      </dsp:txBody>
      <dsp:txXfrm>
        <a:off x="3599794" y="1171014"/>
        <a:ext cx="1487211" cy="743605"/>
      </dsp:txXfrm>
    </dsp:sp>
    <dsp:sp modelId="{C9422C4E-2B02-4D33-A16B-EF7B187ECAB7}">
      <dsp:nvSpPr>
        <dsp:cNvPr id="0" name=""/>
        <dsp:cNvSpPr/>
      </dsp:nvSpPr>
      <dsp:spPr>
        <a:xfrm>
          <a:off x="742" y="2226934"/>
          <a:ext cx="1487211" cy="74360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Modeling data relationship</a:t>
          </a:r>
        </a:p>
      </dsp:txBody>
      <dsp:txXfrm>
        <a:off x="742" y="2226934"/>
        <a:ext cx="1487211" cy="743605"/>
      </dsp:txXfrm>
    </dsp:sp>
    <dsp:sp modelId="{ED8B7DF3-7C68-4E1C-A743-283531BE19BD}">
      <dsp:nvSpPr>
        <dsp:cNvPr id="0" name=""/>
        <dsp:cNvSpPr/>
      </dsp:nvSpPr>
      <dsp:spPr>
        <a:xfrm>
          <a:off x="372545" y="3282854"/>
          <a:ext cx="1487211" cy="74360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ERD-Entities relationship diagram</a:t>
          </a:r>
        </a:p>
      </dsp:txBody>
      <dsp:txXfrm>
        <a:off x="372545" y="3282854"/>
        <a:ext cx="1487211" cy="743605"/>
      </dsp:txXfrm>
    </dsp:sp>
    <dsp:sp modelId="{02B28F85-DE51-42FF-859E-1DD3A478F426}">
      <dsp:nvSpPr>
        <dsp:cNvPr id="0" name=""/>
        <dsp:cNvSpPr/>
      </dsp:nvSpPr>
      <dsp:spPr>
        <a:xfrm>
          <a:off x="1800268" y="2226934"/>
          <a:ext cx="1487211" cy="74360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Dada dictionary</a:t>
          </a:r>
        </a:p>
      </dsp:txBody>
      <dsp:txXfrm>
        <a:off x="1800268" y="2226934"/>
        <a:ext cx="1487211" cy="743605"/>
      </dsp:txXfrm>
    </dsp:sp>
    <dsp:sp modelId="{03758FE5-334A-46EC-AD76-4289659832B6}">
      <dsp:nvSpPr>
        <dsp:cNvPr id="0" name=""/>
        <dsp:cNvSpPr/>
      </dsp:nvSpPr>
      <dsp:spPr>
        <a:xfrm>
          <a:off x="3599794" y="2226934"/>
          <a:ext cx="1487211" cy="74360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Data analysis</a:t>
          </a:r>
        </a:p>
      </dsp:txBody>
      <dsp:txXfrm>
        <a:off x="3599794" y="2226934"/>
        <a:ext cx="1487211" cy="743605"/>
      </dsp:txXfrm>
    </dsp:sp>
    <dsp:sp modelId="{AF41A196-D073-444E-BDCD-FC763BCB5F43}">
      <dsp:nvSpPr>
        <dsp:cNvPr id="0" name=""/>
        <dsp:cNvSpPr/>
      </dsp:nvSpPr>
      <dsp:spPr>
        <a:xfrm>
          <a:off x="3971597" y="3282854"/>
          <a:ext cx="1487211" cy="74360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CRUD matrix</a:t>
          </a:r>
        </a:p>
      </dsp:txBody>
      <dsp:txXfrm>
        <a:off x="3971597" y="3282854"/>
        <a:ext cx="1487211" cy="743605"/>
      </dsp:txXfrm>
    </dsp:sp>
    <dsp:sp modelId="{E2CE8193-46AF-44C0-B4A1-4402C2A6388E}">
      <dsp:nvSpPr>
        <dsp:cNvPr id="0" name=""/>
        <dsp:cNvSpPr/>
      </dsp:nvSpPr>
      <dsp:spPr>
        <a:xfrm>
          <a:off x="5399320" y="2226934"/>
          <a:ext cx="1487211" cy="74360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Specifying report</a:t>
          </a:r>
        </a:p>
      </dsp:txBody>
      <dsp:txXfrm>
        <a:off x="5399320" y="2226934"/>
        <a:ext cx="1487211" cy="743605"/>
      </dsp:txXfrm>
    </dsp:sp>
    <dsp:sp modelId="{9BB5FF79-6973-4054-99B9-A54F1965A453}">
      <dsp:nvSpPr>
        <dsp:cNvPr id="0" name=""/>
        <dsp:cNvSpPr/>
      </dsp:nvSpPr>
      <dsp:spPr>
        <a:xfrm>
          <a:off x="7198846" y="2226934"/>
          <a:ext cx="1487211" cy="74360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Dashboard reporting</a:t>
          </a:r>
        </a:p>
      </dsp:txBody>
      <dsp:txXfrm>
        <a:off x="7198846" y="2226934"/>
        <a:ext cx="1487211" cy="7436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73D40-128D-4048-83A1-7C68DE4B0041}">
      <dsp:nvSpPr>
        <dsp:cNvPr id="0" name=""/>
        <dsp:cNvSpPr/>
      </dsp:nvSpPr>
      <dsp:spPr>
        <a:xfrm>
          <a:off x="4320310" y="762748"/>
          <a:ext cx="3792058" cy="202757"/>
        </a:xfrm>
        <a:custGeom>
          <a:avLst/>
          <a:gdLst/>
          <a:ahLst/>
          <a:cxnLst/>
          <a:rect l="0" t="0" r="0" b="0"/>
          <a:pathLst>
            <a:path>
              <a:moveTo>
                <a:pt x="0" y="0"/>
              </a:moveTo>
              <a:lnTo>
                <a:pt x="0" y="149870"/>
              </a:lnTo>
              <a:lnTo>
                <a:pt x="3792058" y="149870"/>
              </a:lnTo>
              <a:lnTo>
                <a:pt x="3792058" y="20275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FCB14D-004B-4B73-A8A5-9F2858470E9D}">
      <dsp:nvSpPr>
        <dsp:cNvPr id="0" name=""/>
        <dsp:cNvSpPr/>
      </dsp:nvSpPr>
      <dsp:spPr>
        <a:xfrm>
          <a:off x="4320310" y="762748"/>
          <a:ext cx="2552540" cy="202757"/>
        </a:xfrm>
        <a:custGeom>
          <a:avLst/>
          <a:gdLst/>
          <a:ahLst/>
          <a:cxnLst/>
          <a:rect l="0" t="0" r="0" b="0"/>
          <a:pathLst>
            <a:path>
              <a:moveTo>
                <a:pt x="0" y="0"/>
              </a:moveTo>
              <a:lnTo>
                <a:pt x="0" y="149870"/>
              </a:lnTo>
              <a:lnTo>
                <a:pt x="2552540" y="149870"/>
              </a:lnTo>
              <a:lnTo>
                <a:pt x="2552540" y="20275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DF4FB4-B6DA-485A-8990-3A27AC76E8AB}">
      <dsp:nvSpPr>
        <dsp:cNvPr id="0" name=""/>
        <dsp:cNvSpPr/>
      </dsp:nvSpPr>
      <dsp:spPr>
        <a:xfrm>
          <a:off x="4320310" y="762748"/>
          <a:ext cx="1297903" cy="202757"/>
        </a:xfrm>
        <a:custGeom>
          <a:avLst/>
          <a:gdLst/>
          <a:ahLst/>
          <a:cxnLst/>
          <a:rect l="0" t="0" r="0" b="0"/>
          <a:pathLst>
            <a:path>
              <a:moveTo>
                <a:pt x="0" y="0"/>
              </a:moveTo>
              <a:lnTo>
                <a:pt x="0" y="149870"/>
              </a:lnTo>
              <a:lnTo>
                <a:pt x="1297903" y="149870"/>
              </a:lnTo>
              <a:lnTo>
                <a:pt x="1297903" y="20275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6038CA-4EC7-46C3-8FF8-5417B028441F}">
      <dsp:nvSpPr>
        <dsp:cNvPr id="0" name=""/>
        <dsp:cNvSpPr/>
      </dsp:nvSpPr>
      <dsp:spPr>
        <a:xfrm>
          <a:off x="3904033" y="1577417"/>
          <a:ext cx="152151" cy="2227305"/>
        </a:xfrm>
        <a:custGeom>
          <a:avLst/>
          <a:gdLst/>
          <a:ahLst/>
          <a:cxnLst/>
          <a:rect l="0" t="0" r="0" b="0"/>
          <a:pathLst>
            <a:path>
              <a:moveTo>
                <a:pt x="0" y="0"/>
              </a:moveTo>
              <a:lnTo>
                <a:pt x="0" y="2227305"/>
              </a:lnTo>
              <a:lnTo>
                <a:pt x="152151" y="222730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456385A-3655-4EFB-9AF3-8E560450BC13}">
      <dsp:nvSpPr>
        <dsp:cNvPr id="0" name=""/>
        <dsp:cNvSpPr/>
      </dsp:nvSpPr>
      <dsp:spPr>
        <a:xfrm>
          <a:off x="3904033" y="1577417"/>
          <a:ext cx="152151" cy="1892779"/>
        </a:xfrm>
        <a:custGeom>
          <a:avLst/>
          <a:gdLst/>
          <a:ahLst/>
          <a:cxnLst/>
          <a:rect l="0" t="0" r="0" b="0"/>
          <a:pathLst>
            <a:path>
              <a:moveTo>
                <a:pt x="0" y="0"/>
              </a:moveTo>
              <a:lnTo>
                <a:pt x="0" y="1892779"/>
              </a:lnTo>
              <a:lnTo>
                <a:pt x="152151" y="18927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3250DA-5B46-404D-B21A-1A1B69C0A318}">
      <dsp:nvSpPr>
        <dsp:cNvPr id="0" name=""/>
        <dsp:cNvSpPr/>
      </dsp:nvSpPr>
      <dsp:spPr>
        <a:xfrm>
          <a:off x="3904033" y="1577417"/>
          <a:ext cx="152151" cy="1558253"/>
        </a:xfrm>
        <a:custGeom>
          <a:avLst/>
          <a:gdLst/>
          <a:ahLst/>
          <a:cxnLst/>
          <a:rect l="0" t="0" r="0" b="0"/>
          <a:pathLst>
            <a:path>
              <a:moveTo>
                <a:pt x="0" y="0"/>
              </a:moveTo>
              <a:lnTo>
                <a:pt x="0" y="1558253"/>
              </a:lnTo>
              <a:lnTo>
                <a:pt x="152151" y="155825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B9C19D-A136-49C9-B36B-C1BC6B70BDC0}">
      <dsp:nvSpPr>
        <dsp:cNvPr id="0" name=""/>
        <dsp:cNvSpPr/>
      </dsp:nvSpPr>
      <dsp:spPr>
        <a:xfrm>
          <a:off x="3904033" y="1577417"/>
          <a:ext cx="152151" cy="1223727"/>
        </a:xfrm>
        <a:custGeom>
          <a:avLst/>
          <a:gdLst/>
          <a:ahLst/>
          <a:cxnLst/>
          <a:rect l="0" t="0" r="0" b="0"/>
          <a:pathLst>
            <a:path>
              <a:moveTo>
                <a:pt x="0" y="0"/>
              </a:moveTo>
              <a:lnTo>
                <a:pt x="0" y="1223727"/>
              </a:lnTo>
              <a:lnTo>
                <a:pt x="152151" y="122372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09FAA0-2D45-49A3-9654-E2F21DB1EEBF}">
      <dsp:nvSpPr>
        <dsp:cNvPr id="0" name=""/>
        <dsp:cNvSpPr/>
      </dsp:nvSpPr>
      <dsp:spPr>
        <a:xfrm>
          <a:off x="3904033" y="1577417"/>
          <a:ext cx="152151" cy="889202"/>
        </a:xfrm>
        <a:custGeom>
          <a:avLst/>
          <a:gdLst/>
          <a:ahLst/>
          <a:cxnLst/>
          <a:rect l="0" t="0" r="0" b="0"/>
          <a:pathLst>
            <a:path>
              <a:moveTo>
                <a:pt x="0" y="0"/>
              </a:moveTo>
              <a:lnTo>
                <a:pt x="0" y="889202"/>
              </a:lnTo>
              <a:lnTo>
                <a:pt x="152151" y="88920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1712DF-1661-48BF-94D8-02EB0F75B3C9}">
      <dsp:nvSpPr>
        <dsp:cNvPr id="0" name=""/>
        <dsp:cNvSpPr/>
      </dsp:nvSpPr>
      <dsp:spPr>
        <a:xfrm>
          <a:off x="3904033" y="1577417"/>
          <a:ext cx="152151" cy="554676"/>
        </a:xfrm>
        <a:custGeom>
          <a:avLst/>
          <a:gdLst/>
          <a:ahLst/>
          <a:cxnLst/>
          <a:rect l="0" t="0" r="0" b="0"/>
          <a:pathLst>
            <a:path>
              <a:moveTo>
                <a:pt x="0" y="0"/>
              </a:moveTo>
              <a:lnTo>
                <a:pt x="0" y="554676"/>
              </a:lnTo>
              <a:lnTo>
                <a:pt x="152151" y="55467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6780BE-0BFA-452E-B23B-840ADD2F1082}">
      <dsp:nvSpPr>
        <dsp:cNvPr id="0" name=""/>
        <dsp:cNvSpPr/>
      </dsp:nvSpPr>
      <dsp:spPr>
        <a:xfrm>
          <a:off x="3904033" y="1577417"/>
          <a:ext cx="152151" cy="220150"/>
        </a:xfrm>
        <a:custGeom>
          <a:avLst/>
          <a:gdLst/>
          <a:ahLst/>
          <a:cxnLst/>
          <a:rect l="0" t="0" r="0" b="0"/>
          <a:pathLst>
            <a:path>
              <a:moveTo>
                <a:pt x="0" y="0"/>
              </a:moveTo>
              <a:lnTo>
                <a:pt x="0" y="220150"/>
              </a:lnTo>
              <a:lnTo>
                <a:pt x="152151" y="22015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274590" y="762748"/>
          <a:ext cx="91440" cy="202757"/>
        </a:xfrm>
        <a:custGeom>
          <a:avLst/>
          <a:gdLst/>
          <a:ahLst/>
          <a:cxnLst/>
          <a:rect l="0" t="0" r="0" b="0"/>
          <a:pathLst>
            <a:path>
              <a:moveTo>
                <a:pt x="45720" y="0"/>
              </a:moveTo>
              <a:lnTo>
                <a:pt x="45720" y="149870"/>
              </a:lnTo>
              <a:lnTo>
                <a:pt x="88986" y="149870"/>
              </a:lnTo>
              <a:lnTo>
                <a:pt x="88986" y="20275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E57C39-E8A8-460E-A1E7-B28C562578E6}">
      <dsp:nvSpPr>
        <dsp:cNvPr id="0" name=""/>
        <dsp:cNvSpPr/>
      </dsp:nvSpPr>
      <dsp:spPr>
        <a:xfrm>
          <a:off x="2649396" y="1577417"/>
          <a:ext cx="152151" cy="1892779"/>
        </a:xfrm>
        <a:custGeom>
          <a:avLst/>
          <a:gdLst/>
          <a:ahLst/>
          <a:cxnLst/>
          <a:rect l="0" t="0" r="0" b="0"/>
          <a:pathLst>
            <a:path>
              <a:moveTo>
                <a:pt x="0" y="0"/>
              </a:moveTo>
              <a:lnTo>
                <a:pt x="0" y="1892779"/>
              </a:lnTo>
              <a:lnTo>
                <a:pt x="152151" y="18927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869B18-0E40-4E74-BAE2-50D23ADF541A}">
      <dsp:nvSpPr>
        <dsp:cNvPr id="0" name=""/>
        <dsp:cNvSpPr/>
      </dsp:nvSpPr>
      <dsp:spPr>
        <a:xfrm>
          <a:off x="2649396" y="1577417"/>
          <a:ext cx="152151" cy="1558253"/>
        </a:xfrm>
        <a:custGeom>
          <a:avLst/>
          <a:gdLst/>
          <a:ahLst/>
          <a:cxnLst/>
          <a:rect l="0" t="0" r="0" b="0"/>
          <a:pathLst>
            <a:path>
              <a:moveTo>
                <a:pt x="0" y="0"/>
              </a:moveTo>
              <a:lnTo>
                <a:pt x="0" y="1558253"/>
              </a:lnTo>
              <a:lnTo>
                <a:pt x="152151" y="155825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B67105F-ECD7-44F8-A5C6-19D745593D1A}">
      <dsp:nvSpPr>
        <dsp:cNvPr id="0" name=""/>
        <dsp:cNvSpPr/>
      </dsp:nvSpPr>
      <dsp:spPr>
        <a:xfrm>
          <a:off x="2649396" y="1577417"/>
          <a:ext cx="152151" cy="1223727"/>
        </a:xfrm>
        <a:custGeom>
          <a:avLst/>
          <a:gdLst/>
          <a:ahLst/>
          <a:cxnLst/>
          <a:rect l="0" t="0" r="0" b="0"/>
          <a:pathLst>
            <a:path>
              <a:moveTo>
                <a:pt x="0" y="0"/>
              </a:moveTo>
              <a:lnTo>
                <a:pt x="0" y="1223727"/>
              </a:lnTo>
              <a:lnTo>
                <a:pt x="152151" y="122372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4C7D41-C0D4-4459-BBB5-2C8D13BAB807}">
      <dsp:nvSpPr>
        <dsp:cNvPr id="0" name=""/>
        <dsp:cNvSpPr/>
      </dsp:nvSpPr>
      <dsp:spPr>
        <a:xfrm>
          <a:off x="2649396" y="1577417"/>
          <a:ext cx="152151" cy="889202"/>
        </a:xfrm>
        <a:custGeom>
          <a:avLst/>
          <a:gdLst/>
          <a:ahLst/>
          <a:cxnLst/>
          <a:rect l="0" t="0" r="0" b="0"/>
          <a:pathLst>
            <a:path>
              <a:moveTo>
                <a:pt x="0" y="0"/>
              </a:moveTo>
              <a:lnTo>
                <a:pt x="0" y="889202"/>
              </a:lnTo>
              <a:lnTo>
                <a:pt x="152151" y="88920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F3B684-E017-4F86-8C26-185FF4950B12}">
      <dsp:nvSpPr>
        <dsp:cNvPr id="0" name=""/>
        <dsp:cNvSpPr/>
      </dsp:nvSpPr>
      <dsp:spPr>
        <a:xfrm>
          <a:off x="2649396" y="1577417"/>
          <a:ext cx="152151" cy="554676"/>
        </a:xfrm>
        <a:custGeom>
          <a:avLst/>
          <a:gdLst/>
          <a:ahLst/>
          <a:cxnLst/>
          <a:rect l="0" t="0" r="0" b="0"/>
          <a:pathLst>
            <a:path>
              <a:moveTo>
                <a:pt x="0" y="0"/>
              </a:moveTo>
              <a:lnTo>
                <a:pt x="0" y="554676"/>
              </a:lnTo>
              <a:lnTo>
                <a:pt x="152151" y="55467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AC9E0-962C-4E78-A693-CB404F97964B}">
      <dsp:nvSpPr>
        <dsp:cNvPr id="0" name=""/>
        <dsp:cNvSpPr/>
      </dsp:nvSpPr>
      <dsp:spPr>
        <a:xfrm>
          <a:off x="2649396" y="1577417"/>
          <a:ext cx="152151" cy="220150"/>
        </a:xfrm>
        <a:custGeom>
          <a:avLst/>
          <a:gdLst/>
          <a:ahLst/>
          <a:cxnLst/>
          <a:rect l="0" t="0" r="0" b="0"/>
          <a:pathLst>
            <a:path>
              <a:moveTo>
                <a:pt x="0" y="0"/>
              </a:moveTo>
              <a:lnTo>
                <a:pt x="0" y="220150"/>
              </a:lnTo>
              <a:lnTo>
                <a:pt x="152151" y="22015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020EB3-B687-49B5-864A-7775365865BE}">
      <dsp:nvSpPr>
        <dsp:cNvPr id="0" name=""/>
        <dsp:cNvSpPr/>
      </dsp:nvSpPr>
      <dsp:spPr>
        <a:xfrm>
          <a:off x="3108940" y="762748"/>
          <a:ext cx="1211369" cy="202757"/>
        </a:xfrm>
        <a:custGeom>
          <a:avLst/>
          <a:gdLst/>
          <a:ahLst/>
          <a:cxnLst/>
          <a:rect l="0" t="0" r="0" b="0"/>
          <a:pathLst>
            <a:path>
              <a:moveTo>
                <a:pt x="1211369" y="0"/>
              </a:moveTo>
              <a:lnTo>
                <a:pt x="1211369" y="149870"/>
              </a:lnTo>
              <a:lnTo>
                <a:pt x="0" y="149870"/>
              </a:lnTo>
              <a:lnTo>
                <a:pt x="0" y="20275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AABE029-3C83-4187-8AC5-D8BA4B92FE81}">
      <dsp:nvSpPr>
        <dsp:cNvPr id="0" name=""/>
        <dsp:cNvSpPr/>
      </dsp:nvSpPr>
      <dsp:spPr>
        <a:xfrm>
          <a:off x="1394759" y="1577417"/>
          <a:ext cx="152151" cy="3230882"/>
        </a:xfrm>
        <a:custGeom>
          <a:avLst/>
          <a:gdLst/>
          <a:ahLst/>
          <a:cxnLst/>
          <a:rect l="0" t="0" r="0" b="0"/>
          <a:pathLst>
            <a:path>
              <a:moveTo>
                <a:pt x="0" y="0"/>
              </a:moveTo>
              <a:lnTo>
                <a:pt x="0" y="3230882"/>
              </a:lnTo>
              <a:lnTo>
                <a:pt x="152151" y="323088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50EBDC-D558-491C-A58C-E63A104F5225}">
      <dsp:nvSpPr>
        <dsp:cNvPr id="0" name=""/>
        <dsp:cNvSpPr/>
      </dsp:nvSpPr>
      <dsp:spPr>
        <a:xfrm>
          <a:off x="1394759" y="1577417"/>
          <a:ext cx="152151" cy="2896357"/>
        </a:xfrm>
        <a:custGeom>
          <a:avLst/>
          <a:gdLst/>
          <a:ahLst/>
          <a:cxnLst/>
          <a:rect l="0" t="0" r="0" b="0"/>
          <a:pathLst>
            <a:path>
              <a:moveTo>
                <a:pt x="0" y="0"/>
              </a:moveTo>
              <a:lnTo>
                <a:pt x="0" y="2896357"/>
              </a:lnTo>
              <a:lnTo>
                <a:pt x="152151" y="289635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88FD99-4937-46C5-924A-F51B321BF542}">
      <dsp:nvSpPr>
        <dsp:cNvPr id="0" name=""/>
        <dsp:cNvSpPr/>
      </dsp:nvSpPr>
      <dsp:spPr>
        <a:xfrm>
          <a:off x="1394759" y="1577417"/>
          <a:ext cx="152151" cy="2561831"/>
        </a:xfrm>
        <a:custGeom>
          <a:avLst/>
          <a:gdLst/>
          <a:ahLst/>
          <a:cxnLst/>
          <a:rect l="0" t="0" r="0" b="0"/>
          <a:pathLst>
            <a:path>
              <a:moveTo>
                <a:pt x="0" y="0"/>
              </a:moveTo>
              <a:lnTo>
                <a:pt x="0" y="2561831"/>
              </a:lnTo>
              <a:lnTo>
                <a:pt x="152151" y="256183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78DD833-D5A5-4EE4-AC53-41B0D2C85899}">
      <dsp:nvSpPr>
        <dsp:cNvPr id="0" name=""/>
        <dsp:cNvSpPr/>
      </dsp:nvSpPr>
      <dsp:spPr>
        <a:xfrm>
          <a:off x="1394759" y="1577417"/>
          <a:ext cx="152151" cy="2227305"/>
        </a:xfrm>
        <a:custGeom>
          <a:avLst/>
          <a:gdLst/>
          <a:ahLst/>
          <a:cxnLst/>
          <a:rect l="0" t="0" r="0" b="0"/>
          <a:pathLst>
            <a:path>
              <a:moveTo>
                <a:pt x="0" y="0"/>
              </a:moveTo>
              <a:lnTo>
                <a:pt x="0" y="2227305"/>
              </a:lnTo>
              <a:lnTo>
                <a:pt x="152151" y="222730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FAA63C-1C8A-407F-9902-8FB3E159FD2E}">
      <dsp:nvSpPr>
        <dsp:cNvPr id="0" name=""/>
        <dsp:cNvSpPr/>
      </dsp:nvSpPr>
      <dsp:spPr>
        <a:xfrm>
          <a:off x="1394759" y="1577417"/>
          <a:ext cx="152151" cy="1892779"/>
        </a:xfrm>
        <a:custGeom>
          <a:avLst/>
          <a:gdLst/>
          <a:ahLst/>
          <a:cxnLst/>
          <a:rect l="0" t="0" r="0" b="0"/>
          <a:pathLst>
            <a:path>
              <a:moveTo>
                <a:pt x="0" y="0"/>
              </a:moveTo>
              <a:lnTo>
                <a:pt x="0" y="1892779"/>
              </a:lnTo>
              <a:lnTo>
                <a:pt x="152151" y="18927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74CE7B-A1D2-4B1A-95FB-702919421DD3}">
      <dsp:nvSpPr>
        <dsp:cNvPr id="0" name=""/>
        <dsp:cNvSpPr/>
      </dsp:nvSpPr>
      <dsp:spPr>
        <a:xfrm>
          <a:off x="1394759" y="1577417"/>
          <a:ext cx="152151" cy="1558253"/>
        </a:xfrm>
        <a:custGeom>
          <a:avLst/>
          <a:gdLst/>
          <a:ahLst/>
          <a:cxnLst/>
          <a:rect l="0" t="0" r="0" b="0"/>
          <a:pathLst>
            <a:path>
              <a:moveTo>
                <a:pt x="0" y="0"/>
              </a:moveTo>
              <a:lnTo>
                <a:pt x="0" y="1558253"/>
              </a:lnTo>
              <a:lnTo>
                <a:pt x="152151" y="155825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D28B6A-2825-4E08-B446-8EC5450412F4}">
      <dsp:nvSpPr>
        <dsp:cNvPr id="0" name=""/>
        <dsp:cNvSpPr/>
      </dsp:nvSpPr>
      <dsp:spPr>
        <a:xfrm>
          <a:off x="1394759" y="1577417"/>
          <a:ext cx="152151" cy="1223727"/>
        </a:xfrm>
        <a:custGeom>
          <a:avLst/>
          <a:gdLst/>
          <a:ahLst/>
          <a:cxnLst/>
          <a:rect l="0" t="0" r="0" b="0"/>
          <a:pathLst>
            <a:path>
              <a:moveTo>
                <a:pt x="0" y="0"/>
              </a:moveTo>
              <a:lnTo>
                <a:pt x="0" y="1223727"/>
              </a:lnTo>
              <a:lnTo>
                <a:pt x="152151" y="122372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8F59064-103E-473A-A55B-DACAE0C5B977}">
      <dsp:nvSpPr>
        <dsp:cNvPr id="0" name=""/>
        <dsp:cNvSpPr/>
      </dsp:nvSpPr>
      <dsp:spPr>
        <a:xfrm>
          <a:off x="1394759" y="1577417"/>
          <a:ext cx="152151" cy="889202"/>
        </a:xfrm>
        <a:custGeom>
          <a:avLst/>
          <a:gdLst/>
          <a:ahLst/>
          <a:cxnLst/>
          <a:rect l="0" t="0" r="0" b="0"/>
          <a:pathLst>
            <a:path>
              <a:moveTo>
                <a:pt x="0" y="0"/>
              </a:moveTo>
              <a:lnTo>
                <a:pt x="0" y="889202"/>
              </a:lnTo>
              <a:lnTo>
                <a:pt x="152151" y="88920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E33A9D-9480-40FB-A4DF-EE1E2E7E401E}">
      <dsp:nvSpPr>
        <dsp:cNvPr id="0" name=""/>
        <dsp:cNvSpPr/>
      </dsp:nvSpPr>
      <dsp:spPr>
        <a:xfrm>
          <a:off x="1394759" y="1577417"/>
          <a:ext cx="152151" cy="554676"/>
        </a:xfrm>
        <a:custGeom>
          <a:avLst/>
          <a:gdLst/>
          <a:ahLst/>
          <a:cxnLst/>
          <a:rect l="0" t="0" r="0" b="0"/>
          <a:pathLst>
            <a:path>
              <a:moveTo>
                <a:pt x="0" y="0"/>
              </a:moveTo>
              <a:lnTo>
                <a:pt x="0" y="554676"/>
              </a:lnTo>
              <a:lnTo>
                <a:pt x="152151" y="55467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F33A23-B9E7-4732-917C-5D66B726362F}">
      <dsp:nvSpPr>
        <dsp:cNvPr id="0" name=""/>
        <dsp:cNvSpPr/>
      </dsp:nvSpPr>
      <dsp:spPr>
        <a:xfrm>
          <a:off x="1394759" y="1577417"/>
          <a:ext cx="152151" cy="220150"/>
        </a:xfrm>
        <a:custGeom>
          <a:avLst/>
          <a:gdLst/>
          <a:ahLst/>
          <a:cxnLst/>
          <a:rect l="0" t="0" r="0" b="0"/>
          <a:pathLst>
            <a:path>
              <a:moveTo>
                <a:pt x="0" y="0"/>
              </a:moveTo>
              <a:lnTo>
                <a:pt x="0" y="220150"/>
              </a:lnTo>
              <a:lnTo>
                <a:pt x="152151" y="22015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1854304" y="762748"/>
          <a:ext cx="2466006" cy="202757"/>
        </a:xfrm>
        <a:custGeom>
          <a:avLst/>
          <a:gdLst/>
          <a:ahLst/>
          <a:cxnLst/>
          <a:rect l="0" t="0" r="0" b="0"/>
          <a:pathLst>
            <a:path>
              <a:moveTo>
                <a:pt x="2466006" y="0"/>
              </a:moveTo>
              <a:lnTo>
                <a:pt x="2466006" y="149870"/>
              </a:lnTo>
              <a:lnTo>
                <a:pt x="0" y="149870"/>
              </a:lnTo>
              <a:lnTo>
                <a:pt x="0" y="20275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0C7147-D3FF-405C-979F-6E81271FD42E}">
      <dsp:nvSpPr>
        <dsp:cNvPr id="0" name=""/>
        <dsp:cNvSpPr/>
      </dsp:nvSpPr>
      <dsp:spPr>
        <a:xfrm>
          <a:off x="140122" y="1577417"/>
          <a:ext cx="152151" cy="554676"/>
        </a:xfrm>
        <a:custGeom>
          <a:avLst/>
          <a:gdLst/>
          <a:ahLst/>
          <a:cxnLst/>
          <a:rect l="0" t="0" r="0" b="0"/>
          <a:pathLst>
            <a:path>
              <a:moveTo>
                <a:pt x="0" y="0"/>
              </a:moveTo>
              <a:lnTo>
                <a:pt x="0" y="554676"/>
              </a:lnTo>
              <a:lnTo>
                <a:pt x="152151" y="55467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140122" y="1577417"/>
          <a:ext cx="152151" cy="220150"/>
        </a:xfrm>
        <a:custGeom>
          <a:avLst/>
          <a:gdLst/>
          <a:ahLst/>
          <a:cxnLst/>
          <a:rect l="0" t="0" r="0" b="0"/>
          <a:pathLst>
            <a:path>
              <a:moveTo>
                <a:pt x="0" y="0"/>
              </a:moveTo>
              <a:lnTo>
                <a:pt x="0" y="220150"/>
              </a:lnTo>
              <a:lnTo>
                <a:pt x="152151" y="22015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599667" y="762748"/>
          <a:ext cx="3720643" cy="202757"/>
        </a:xfrm>
        <a:custGeom>
          <a:avLst/>
          <a:gdLst/>
          <a:ahLst/>
          <a:cxnLst/>
          <a:rect l="0" t="0" r="0" b="0"/>
          <a:pathLst>
            <a:path>
              <a:moveTo>
                <a:pt x="3720643" y="0"/>
              </a:moveTo>
              <a:lnTo>
                <a:pt x="3720643" y="149870"/>
              </a:lnTo>
              <a:lnTo>
                <a:pt x="0" y="149870"/>
              </a:lnTo>
              <a:lnTo>
                <a:pt x="0" y="20275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976420" y="177816"/>
          <a:ext cx="2687781" cy="584932"/>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Chapter 14 – Beyond functionality</a:t>
          </a:r>
        </a:p>
      </dsp:txBody>
      <dsp:txXfrm>
        <a:off x="2976420" y="177816"/>
        <a:ext cx="2687781" cy="584932"/>
      </dsp:txXfrm>
    </dsp:sp>
    <dsp:sp modelId="{C9422C4E-2B02-4D33-A16B-EF7B187ECAB7}">
      <dsp:nvSpPr>
        <dsp:cNvPr id="0" name=""/>
        <dsp:cNvSpPr/>
      </dsp:nvSpPr>
      <dsp:spPr>
        <a:xfrm>
          <a:off x="25236" y="965506"/>
          <a:ext cx="1148861" cy="61191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Software quality attributes</a:t>
          </a:r>
        </a:p>
      </dsp:txBody>
      <dsp:txXfrm>
        <a:off x="25236" y="965506"/>
        <a:ext cx="1148861" cy="611910"/>
      </dsp:txXfrm>
    </dsp:sp>
    <dsp:sp modelId="{ED8B7DF3-7C68-4E1C-A743-283531BE19BD}">
      <dsp:nvSpPr>
        <dsp:cNvPr id="0" name=""/>
        <dsp:cNvSpPr/>
      </dsp:nvSpPr>
      <dsp:spPr>
        <a:xfrm>
          <a:off x="292273" y="1683192"/>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External quality</a:t>
          </a:r>
        </a:p>
      </dsp:txBody>
      <dsp:txXfrm>
        <a:off x="292273" y="1683192"/>
        <a:ext cx="1123687" cy="228750"/>
      </dsp:txXfrm>
    </dsp:sp>
    <dsp:sp modelId="{E037BA20-CE03-4AC9-B936-025A19D0DCA8}">
      <dsp:nvSpPr>
        <dsp:cNvPr id="0" name=""/>
        <dsp:cNvSpPr/>
      </dsp:nvSpPr>
      <dsp:spPr>
        <a:xfrm>
          <a:off x="292273" y="2017718"/>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Internal quality</a:t>
          </a:r>
        </a:p>
      </dsp:txBody>
      <dsp:txXfrm>
        <a:off x="292273" y="2017718"/>
        <a:ext cx="1123687" cy="228750"/>
      </dsp:txXfrm>
    </dsp:sp>
    <dsp:sp modelId="{02B28F85-DE51-42FF-859E-1DD3A478F426}">
      <dsp:nvSpPr>
        <dsp:cNvPr id="0" name=""/>
        <dsp:cNvSpPr/>
      </dsp:nvSpPr>
      <dsp:spPr>
        <a:xfrm>
          <a:off x="1279873" y="965506"/>
          <a:ext cx="1148861" cy="61191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External quality attributes</a:t>
          </a:r>
        </a:p>
      </dsp:txBody>
      <dsp:txXfrm>
        <a:off x="1279873" y="965506"/>
        <a:ext cx="1148861" cy="611910"/>
      </dsp:txXfrm>
    </dsp:sp>
    <dsp:sp modelId="{9449DAAE-E410-44C5-A07D-A0445C0B7E6B}">
      <dsp:nvSpPr>
        <dsp:cNvPr id="0" name=""/>
        <dsp:cNvSpPr/>
      </dsp:nvSpPr>
      <dsp:spPr>
        <a:xfrm>
          <a:off x="1546910" y="1683192"/>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Availability,</a:t>
          </a:r>
        </a:p>
      </dsp:txBody>
      <dsp:txXfrm>
        <a:off x="1546910" y="1683192"/>
        <a:ext cx="1123687" cy="228750"/>
      </dsp:txXfrm>
    </dsp:sp>
    <dsp:sp modelId="{B4DA07B5-29B3-4442-A69E-055EEC652BE8}">
      <dsp:nvSpPr>
        <dsp:cNvPr id="0" name=""/>
        <dsp:cNvSpPr/>
      </dsp:nvSpPr>
      <dsp:spPr>
        <a:xfrm>
          <a:off x="1546910" y="2017718"/>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t>Installability</a:t>
          </a:r>
          <a:endParaRPr lang="en-US" sz="1200" kern="1200" dirty="0"/>
        </a:p>
      </dsp:txBody>
      <dsp:txXfrm>
        <a:off x="1546910" y="2017718"/>
        <a:ext cx="1123687" cy="228750"/>
      </dsp:txXfrm>
    </dsp:sp>
    <dsp:sp modelId="{362DD6BD-9262-4B2C-9DDE-4D5BEA07F5EE}">
      <dsp:nvSpPr>
        <dsp:cNvPr id="0" name=""/>
        <dsp:cNvSpPr/>
      </dsp:nvSpPr>
      <dsp:spPr>
        <a:xfrm>
          <a:off x="1546910" y="2352244"/>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Integrity</a:t>
          </a:r>
        </a:p>
      </dsp:txBody>
      <dsp:txXfrm>
        <a:off x="1546910" y="2352244"/>
        <a:ext cx="1123687" cy="228750"/>
      </dsp:txXfrm>
    </dsp:sp>
    <dsp:sp modelId="{DA48BB98-7FEE-4C56-907D-898F64208C8F}">
      <dsp:nvSpPr>
        <dsp:cNvPr id="0" name=""/>
        <dsp:cNvSpPr/>
      </dsp:nvSpPr>
      <dsp:spPr>
        <a:xfrm>
          <a:off x="1546910" y="2686769"/>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Interoperability</a:t>
          </a:r>
        </a:p>
      </dsp:txBody>
      <dsp:txXfrm>
        <a:off x="1546910" y="2686769"/>
        <a:ext cx="1123687" cy="228750"/>
      </dsp:txXfrm>
    </dsp:sp>
    <dsp:sp modelId="{BFC02DAA-2A89-47DA-8ED1-F88D5D0D7A1F}">
      <dsp:nvSpPr>
        <dsp:cNvPr id="0" name=""/>
        <dsp:cNvSpPr/>
      </dsp:nvSpPr>
      <dsp:spPr>
        <a:xfrm>
          <a:off x="1546910" y="3021295"/>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Performance</a:t>
          </a:r>
        </a:p>
      </dsp:txBody>
      <dsp:txXfrm>
        <a:off x="1546910" y="3021295"/>
        <a:ext cx="1123687" cy="228750"/>
      </dsp:txXfrm>
    </dsp:sp>
    <dsp:sp modelId="{47E4C2A9-BBCB-41A8-A3D8-BFC2DBE12EB9}">
      <dsp:nvSpPr>
        <dsp:cNvPr id="0" name=""/>
        <dsp:cNvSpPr/>
      </dsp:nvSpPr>
      <dsp:spPr>
        <a:xfrm>
          <a:off x="1546910" y="3355821"/>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Reliability</a:t>
          </a:r>
        </a:p>
      </dsp:txBody>
      <dsp:txXfrm>
        <a:off x="1546910" y="3355821"/>
        <a:ext cx="1123687" cy="228750"/>
      </dsp:txXfrm>
    </dsp:sp>
    <dsp:sp modelId="{3E8135BF-BCBB-4B5E-A1CB-264C7E2C884F}">
      <dsp:nvSpPr>
        <dsp:cNvPr id="0" name=""/>
        <dsp:cNvSpPr/>
      </dsp:nvSpPr>
      <dsp:spPr>
        <a:xfrm>
          <a:off x="1546910" y="3690347"/>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Robustness</a:t>
          </a:r>
        </a:p>
      </dsp:txBody>
      <dsp:txXfrm>
        <a:off x="1546910" y="3690347"/>
        <a:ext cx="1123687" cy="228750"/>
      </dsp:txXfrm>
    </dsp:sp>
    <dsp:sp modelId="{469CAF21-1513-4CB4-A436-10802A52549F}">
      <dsp:nvSpPr>
        <dsp:cNvPr id="0" name=""/>
        <dsp:cNvSpPr/>
      </dsp:nvSpPr>
      <dsp:spPr>
        <a:xfrm>
          <a:off x="1546910" y="4024873"/>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Safety</a:t>
          </a:r>
        </a:p>
      </dsp:txBody>
      <dsp:txXfrm>
        <a:off x="1546910" y="4024873"/>
        <a:ext cx="1123687" cy="228750"/>
      </dsp:txXfrm>
    </dsp:sp>
    <dsp:sp modelId="{414E760F-358A-4836-9407-B480384FE32D}">
      <dsp:nvSpPr>
        <dsp:cNvPr id="0" name=""/>
        <dsp:cNvSpPr/>
      </dsp:nvSpPr>
      <dsp:spPr>
        <a:xfrm>
          <a:off x="1546910" y="4359399"/>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Security</a:t>
          </a:r>
        </a:p>
      </dsp:txBody>
      <dsp:txXfrm>
        <a:off x="1546910" y="4359399"/>
        <a:ext cx="1123687" cy="228750"/>
      </dsp:txXfrm>
    </dsp:sp>
    <dsp:sp modelId="{C2D84C4F-B27B-4866-8972-B783A0942361}">
      <dsp:nvSpPr>
        <dsp:cNvPr id="0" name=""/>
        <dsp:cNvSpPr/>
      </dsp:nvSpPr>
      <dsp:spPr>
        <a:xfrm>
          <a:off x="1546910" y="4693924"/>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a:t>Usability</a:t>
          </a:r>
          <a:endParaRPr lang="en-US" sz="1200" kern="1200" dirty="0"/>
        </a:p>
      </dsp:txBody>
      <dsp:txXfrm>
        <a:off x="1546910" y="4693924"/>
        <a:ext cx="1123687" cy="228750"/>
      </dsp:txXfrm>
    </dsp:sp>
    <dsp:sp modelId="{03758FE5-334A-46EC-AD76-4289659832B6}">
      <dsp:nvSpPr>
        <dsp:cNvPr id="0" name=""/>
        <dsp:cNvSpPr/>
      </dsp:nvSpPr>
      <dsp:spPr>
        <a:xfrm>
          <a:off x="2534510" y="965506"/>
          <a:ext cx="1148861" cy="61191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Internal quality attributes</a:t>
          </a:r>
        </a:p>
      </dsp:txBody>
      <dsp:txXfrm>
        <a:off x="2534510" y="965506"/>
        <a:ext cx="1148861" cy="611910"/>
      </dsp:txXfrm>
    </dsp:sp>
    <dsp:sp modelId="{AF41A196-D073-444E-BDCD-FC763BCB5F43}">
      <dsp:nvSpPr>
        <dsp:cNvPr id="0" name=""/>
        <dsp:cNvSpPr/>
      </dsp:nvSpPr>
      <dsp:spPr>
        <a:xfrm>
          <a:off x="2801547" y="1683192"/>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Efficiency</a:t>
          </a:r>
        </a:p>
      </dsp:txBody>
      <dsp:txXfrm>
        <a:off x="2801547" y="1683192"/>
        <a:ext cx="1123687" cy="228750"/>
      </dsp:txXfrm>
    </dsp:sp>
    <dsp:sp modelId="{1531043F-8795-4B21-8088-A15A99966869}">
      <dsp:nvSpPr>
        <dsp:cNvPr id="0" name=""/>
        <dsp:cNvSpPr/>
      </dsp:nvSpPr>
      <dsp:spPr>
        <a:xfrm>
          <a:off x="2801547" y="2017718"/>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Modifiability</a:t>
          </a:r>
        </a:p>
      </dsp:txBody>
      <dsp:txXfrm>
        <a:off x="2801547" y="2017718"/>
        <a:ext cx="1123687" cy="228750"/>
      </dsp:txXfrm>
    </dsp:sp>
    <dsp:sp modelId="{B035253A-EFC7-48C1-B143-E9695D438A7C}">
      <dsp:nvSpPr>
        <dsp:cNvPr id="0" name=""/>
        <dsp:cNvSpPr/>
      </dsp:nvSpPr>
      <dsp:spPr>
        <a:xfrm>
          <a:off x="2801547" y="2352244"/>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Portability</a:t>
          </a:r>
        </a:p>
      </dsp:txBody>
      <dsp:txXfrm>
        <a:off x="2801547" y="2352244"/>
        <a:ext cx="1123687" cy="228750"/>
      </dsp:txXfrm>
    </dsp:sp>
    <dsp:sp modelId="{1782EC50-1D2D-4E22-878C-87859919B902}">
      <dsp:nvSpPr>
        <dsp:cNvPr id="0" name=""/>
        <dsp:cNvSpPr/>
      </dsp:nvSpPr>
      <dsp:spPr>
        <a:xfrm>
          <a:off x="2801547" y="2686769"/>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Reusability</a:t>
          </a:r>
        </a:p>
      </dsp:txBody>
      <dsp:txXfrm>
        <a:off x="2801547" y="2686769"/>
        <a:ext cx="1123687" cy="228750"/>
      </dsp:txXfrm>
    </dsp:sp>
    <dsp:sp modelId="{738AF0CD-F409-4DFF-AC88-70D63900B563}">
      <dsp:nvSpPr>
        <dsp:cNvPr id="0" name=""/>
        <dsp:cNvSpPr/>
      </dsp:nvSpPr>
      <dsp:spPr>
        <a:xfrm>
          <a:off x="2801547" y="3021295"/>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Scalability</a:t>
          </a:r>
        </a:p>
      </dsp:txBody>
      <dsp:txXfrm>
        <a:off x="2801547" y="3021295"/>
        <a:ext cx="1123687" cy="228750"/>
      </dsp:txXfrm>
    </dsp:sp>
    <dsp:sp modelId="{33DA69DD-CC29-4B80-B4C4-74D75AC13654}">
      <dsp:nvSpPr>
        <dsp:cNvPr id="0" name=""/>
        <dsp:cNvSpPr/>
      </dsp:nvSpPr>
      <dsp:spPr>
        <a:xfrm>
          <a:off x="2801547" y="3355821"/>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a:t>Verifiability</a:t>
          </a:r>
          <a:endParaRPr lang="en-US" sz="1200" kern="1200" dirty="0"/>
        </a:p>
      </dsp:txBody>
      <dsp:txXfrm>
        <a:off x="2801547" y="3355821"/>
        <a:ext cx="1123687" cy="228750"/>
      </dsp:txXfrm>
    </dsp:sp>
    <dsp:sp modelId="{E2CE8193-46AF-44C0-B4A1-4402C2A6388E}">
      <dsp:nvSpPr>
        <dsp:cNvPr id="0" name=""/>
        <dsp:cNvSpPr/>
      </dsp:nvSpPr>
      <dsp:spPr>
        <a:xfrm>
          <a:off x="3789146" y="965506"/>
          <a:ext cx="1148861" cy="61191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Quality Req. with </a:t>
          </a:r>
          <a:r>
            <a:rPr lang="en-US" sz="1200" kern="1200" dirty="0" err="1"/>
            <a:t>Planguage</a:t>
          </a:r>
          <a:endParaRPr lang="en-US" sz="1200" kern="1200" dirty="0"/>
        </a:p>
      </dsp:txBody>
      <dsp:txXfrm>
        <a:off x="3789146" y="965506"/>
        <a:ext cx="1148861" cy="611910"/>
      </dsp:txXfrm>
    </dsp:sp>
    <dsp:sp modelId="{9BB5FF79-6973-4054-99B9-A54F1965A453}">
      <dsp:nvSpPr>
        <dsp:cNvPr id="0" name=""/>
        <dsp:cNvSpPr/>
      </dsp:nvSpPr>
      <dsp:spPr>
        <a:xfrm>
          <a:off x="4056184" y="1683192"/>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Tag</a:t>
          </a:r>
        </a:p>
      </dsp:txBody>
      <dsp:txXfrm>
        <a:off x="4056184" y="1683192"/>
        <a:ext cx="1123687" cy="228750"/>
      </dsp:txXfrm>
    </dsp:sp>
    <dsp:sp modelId="{9AE0E3D3-1E07-408B-94AE-583CE6DC67CB}">
      <dsp:nvSpPr>
        <dsp:cNvPr id="0" name=""/>
        <dsp:cNvSpPr/>
      </dsp:nvSpPr>
      <dsp:spPr>
        <a:xfrm>
          <a:off x="4056184" y="2017718"/>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Ambition</a:t>
          </a:r>
        </a:p>
      </dsp:txBody>
      <dsp:txXfrm>
        <a:off x="4056184" y="2017718"/>
        <a:ext cx="1123687" cy="228750"/>
      </dsp:txXfrm>
    </dsp:sp>
    <dsp:sp modelId="{AC410092-A890-4B5B-B5CF-25F1B643F136}">
      <dsp:nvSpPr>
        <dsp:cNvPr id="0" name=""/>
        <dsp:cNvSpPr/>
      </dsp:nvSpPr>
      <dsp:spPr>
        <a:xfrm>
          <a:off x="4056184" y="2352244"/>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Scale</a:t>
          </a:r>
        </a:p>
      </dsp:txBody>
      <dsp:txXfrm>
        <a:off x="4056184" y="2352244"/>
        <a:ext cx="1123687" cy="228750"/>
      </dsp:txXfrm>
    </dsp:sp>
    <dsp:sp modelId="{7BC1F158-3DCC-484F-A5A4-F28E158B4874}">
      <dsp:nvSpPr>
        <dsp:cNvPr id="0" name=""/>
        <dsp:cNvSpPr/>
      </dsp:nvSpPr>
      <dsp:spPr>
        <a:xfrm>
          <a:off x="4056184" y="2686769"/>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Meter</a:t>
          </a:r>
        </a:p>
      </dsp:txBody>
      <dsp:txXfrm>
        <a:off x="4056184" y="2686769"/>
        <a:ext cx="1123687" cy="228750"/>
      </dsp:txXfrm>
    </dsp:sp>
    <dsp:sp modelId="{43521752-1B05-4642-9125-29CA0188D0F0}">
      <dsp:nvSpPr>
        <dsp:cNvPr id="0" name=""/>
        <dsp:cNvSpPr/>
      </dsp:nvSpPr>
      <dsp:spPr>
        <a:xfrm>
          <a:off x="4056184" y="3021295"/>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Goal</a:t>
          </a:r>
        </a:p>
      </dsp:txBody>
      <dsp:txXfrm>
        <a:off x="4056184" y="3021295"/>
        <a:ext cx="1123687" cy="228750"/>
      </dsp:txXfrm>
    </dsp:sp>
    <dsp:sp modelId="{65A7C63C-33D9-4ED2-BD62-6ADB507AA2A0}">
      <dsp:nvSpPr>
        <dsp:cNvPr id="0" name=""/>
        <dsp:cNvSpPr/>
      </dsp:nvSpPr>
      <dsp:spPr>
        <a:xfrm>
          <a:off x="4056184" y="3355821"/>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t>Tretch</a:t>
          </a:r>
          <a:endParaRPr lang="en-US" sz="1200" kern="1200" dirty="0"/>
        </a:p>
      </dsp:txBody>
      <dsp:txXfrm>
        <a:off x="4056184" y="3355821"/>
        <a:ext cx="1123687" cy="228750"/>
      </dsp:txXfrm>
    </dsp:sp>
    <dsp:sp modelId="{445A7C02-F9A8-4E8A-B43C-D8D42A091E94}">
      <dsp:nvSpPr>
        <dsp:cNvPr id="0" name=""/>
        <dsp:cNvSpPr/>
      </dsp:nvSpPr>
      <dsp:spPr>
        <a:xfrm>
          <a:off x="4056184" y="3690347"/>
          <a:ext cx="1123687" cy="2287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a:t>
          </a:r>
        </a:p>
      </dsp:txBody>
      <dsp:txXfrm>
        <a:off x="4056184" y="3690347"/>
        <a:ext cx="1123687" cy="228750"/>
      </dsp:txXfrm>
    </dsp:sp>
    <dsp:sp modelId="{A4EBA583-4AE2-47FF-BF17-80385E011765}">
      <dsp:nvSpPr>
        <dsp:cNvPr id="0" name=""/>
        <dsp:cNvSpPr/>
      </dsp:nvSpPr>
      <dsp:spPr>
        <a:xfrm>
          <a:off x="5043783" y="965506"/>
          <a:ext cx="1148861" cy="61191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a:t>Quality attribute trade-offs</a:t>
          </a:r>
          <a:endParaRPr lang="en-US" sz="1200" kern="1200" dirty="0"/>
        </a:p>
      </dsp:txBody>
      <dsp:txXfrm>
        <a:off x="5043783" y="965506"/>
        <a:ext cx="1148861" cy="611910"/>
      </dsp:txXfrm>
    </dsp:sp>
    <dsp:sp modelId="{EC971F5F-7233-4EC6-BFEE-D0739E52B7EC}">
      <dsp:nvSpPr>
        <dsp:cNvPr id="0" name=""/>
        <dsp:cNvSpPr/>
      </dsp:nvSpPr>
      <dsp:spPr>
        <a:xfrm>
          <a:off x="6298420" y="965506"/>
          <a:ext cx="1148861" cy="61191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a:t>Constraints</a:t>
          </a:r>
          <a:endParaRPr lang="en-US" sz="1200" kern="1200" dirty="0"/>
        </a:p>
      </dsp:txBody>
      <dsp:txXfrm>
        <a:off x="6298420" y="965506"/>
        <a:ext cx="1148861" cy="611910"/>
      </dsp:txXfrm>
    </dsp:sp>
    <dsp:sp modelId="{1FF2C928-7E62-4953-B1D7-8B0B163A6AFE}">
      <dsp:nvSpPr>
        <dsp:cNvPr id="0" name=""/>
        <dsp:cNvSpPr/>
      </dsp:nvSpPr>
      <dsp:spPr>
        <a:xfrm>
          <a:off x="7537938" y="965506"/>
          <a:ext cx="1148861" cy="61191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a:t>quality attributes on agile projects</a:t>
          </a:r>
          <a:endParaRPr lang="en-US" sz="1200" kern="1200" dirty="0"/>
        </a:p>
      </dsp:txBody>
      <dsp:txXfrm>
        <a:off x="7537938" y="965506"/>
        <a:ext cx="1148861" cy="61191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9F6F9B-F9A2-44C7-AF00-9C3C564C7CDF}" type="datetimeFigureOut">
              <a:rPr lang="en-US" smtClean="0"/>
              <a:t>6/9/21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CC7267-44C8-407B-891D-5A5CE6B8B6CC}" type="slidenum">
              <a:rPr lang="en-US" smtClean="0"/>
              <a:t>‹#›</a:t>
            </a:fld>
            <a:endParaRPr lang="en-US"/>
          </a:p>
        </p:txBody>
      </p:sp>
    </p:spTree>
    <p:extLst>
      <p:ext uri="{BB962C8B-B14F-4D97-AF65-F5344CB8AC3E}">
        <p14:creationId xmlns:p14="http://schemas.microsoft.com/office/powerpoint/2010/main" val="3413894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Backlog (n): </a:t>
            </a:r>
            <a:r>
              <a:rPr lang="en-US" dirty="0" err="1"/>
              <a:t>phần</a:t>
            </a:r>
            <a:r>
              <a:rPr lang="en-US" baseline="0" dirty="0"/>
              <a:t> </a:t>
            </a:r>
            <a:r>
              <a:rPr lang="en-US" baseline="0" dirty="0" err="1"/>
              <a:t>công</a:t>
            </a:r>
            <a:r>
              <a:rPr lang="en-US" baseline="0" dirty="0"/>
              <a:t> </a:t>
            </a:r>
            <a:r>
              <a:rPr lang="en-US" baseline="0" dirty="0" err="1"/>
              <a:t>việc</a:t>
            </a:r>
            <a:r>
              <a:rPr lang="en-US" baseline="0" dirty="0"/>
              <a:t> </a:t>
            </a:r>
            <a:r>
              <a:rPr lang="en-US" baseline="0" dirty="0" err="1"/>
              <a:t>còn</a:t>
            </a:r>
            <a:r>
              <a:rPr lang="en-US" baseline="0" dirty="0"/>
              <a:t> </a:t>
            </a:r>
            <a:r>
              <a:rPr lang="en-US" baseline="0" dirty="0" err="1"/>
              <a:t>tồn</a:t>
            </a:r>
            <a:r>
              <a:rPr lang="en-US" baseline="0" dirty="0"/>
              <a:t> </a:t>
            </a:r>
            <a:r>
              <a:rPr lang="en-US" baseline="0" dirty="0" err="1"/>
              <a:t>đọng</a:t>
            </a:r>
            <a:r>
              <a:rPr lang="en-US" baseline="0" dirty="0"/>
              <a:t> </a:t>
            </a:r>
            <a:r>
              <a:rPr lang="en-US" baseline="0" dirty="0" err="1"/>
              <a:t>thưa</a:t>
            </a:r>
            <a:r>
              <a:rPr lang="en-US" baseline="0" dirty="0"/>
              <a:t> </a:t>
            </a:r>
            <a:r>
              <a:rPr lang="en-US" baseline="0" dirty="0" err="1"/>
              <a:t>chực</a:t>
            </a:r>
            <a:r>
              <a:rPr lang="en-US" baseline="0" dirty="0"/>
              <a:t> </a:t>
            </a:r>
            <a:r>
              <a:rPr lang="en-US" baseline="0" dirty="0" err="1"/>
              <a:t>hiện</a:t>
            </a:r>
            <a:r>
              <a:rPr lang="en-US" baseline="0" dirty="0"/>
              <a:t>. </a:t>
            </a:r>
          </a:p>
          <a:p>
            <a:pPr marL="171450" indent="-171450">
              <a:buFontTx/>
              <a:buChar char="-"/>
            </a:pPr>
            <a:r>
              <a:rPr lang="en-US" baseline="0" dirty="0"/>
              <a:t>Product backlog: </a:t>
            </a:r>
            <a:r>
              <a:rPr lang="en-US" baseline="0" dirty="0" err="1"/>
              <a:t>phần</a:t>
            </a:r>
            <a:r>
              <a:rPr lang="en-US" baseline="0" dirty="0"/>
              <a:t> </a:t>
            </a:r>
            <a:r>
              <a:rPr lang="en-US" baseline="0" dirty="0" err="1"/>
              <a:t>còn</a:t>
            </a:r>
            <a:r>
              <a:rPr lang="en-US" baseline="0" dirty="0"/>
              <a:t> </a:t>
            </a:r>
            <a:r>
              <a:rPr lang="en-US" baseline="0" dirty="0" err="1"/>
              <a:t>lại</a:t>
            </a:r>
            <a:r>
              <a:rPr lang="en-US" baseline="0" dirty="0"/>
              <a:t> </a:t>
            </a:r>
            <a:r>
              <a:rPr lang="en-US" baseline="0" dirty="0" err="1"/>
              <a:t>của</a:t>
            </a:r>
            <a:r>
              <a:rPr lang="en-US" baseline="0" dirty="0"/>
              <a:t> </a:t>
            </a:r>
            <a:r>
              <a:rPr lang="en-US" baseline="0" dirty="0" err="1"/>
              <a:t>dự</a:t>
            </a:r>
            <a:r>
              <a:rPr lang="en-US" baseline="0" dirty="0"/>
              <a:t> </a:t>
            </a:r>
            <a:r>
              <a:rPr lang="en-US" baseline="0" dirty="0" err="1"/>
              <a:t>án</a:t>
            </a:r>
            <a:endParaRPr lang="en-US" baseline="0" dirty="0"/>
          </a:p>
          <a:p>
            <a:pPr marL="171450" indent="-171450">
              <a:buFontTx/>
              <a:buChar char="-"/>
            </a:pPr>
            <a:r>
              <a:rPr lang="en-US" baseline="0" dirty="0"/>
              <a:t>Velocity (n): </a:t>
            </a:r>
            <a:r>
              <a:rPr lang="en-US" baseline="0" dirty="0" err="1"/>
              <a:t>Tốc</a:t>
            </a:r>
            <a:r>
              <a:rPr lang="en-US" baseline="0" dirty="0"/>
              <a:t> </a:t>
            </a:r>
            <a:r>
              <a:rPr lang="en-US" baseline="0" dirty="0" err="1"/>
              <a:t>độ</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3125429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There’s more to software success than just delivering the right functionality. Users also have expectations, often unstated, about </a:t>
            </a:r>
            <a:r>
              <a:rPr lang="en-US" i="1" dirty="0">
                <a:solidFill>
                  <a:srgbClr val="003399"/>
                </a:solidFill>
              </a:rPr>
              <a:t>how well</a:t>
            </a:r>
            <a:r>
              <a:rPr lang="en-US" i="1" dirty="0"/>
              <a:t> </a:t>
            </a:r>
            <a:r>
              <a:rPr lang="en-US" dirty="0"/>
              <a:t>the product will work: </a:t>
            </a:r>
            <a:r>
              <a:rPr lang="vi-VN" dirty="0"/>
              <a:t>Có nhiều thứ để thành công phần mềm hơn là chỉ cung cấp đúng chức năng. Người dùng cũng có những kỳ vọng, thường không được nói, về việc sản phẩm sẽ hoạt động tốt như thế nào.</a:t>
            </a:r>
            <a:endParaRPr lang="en-US" dirty="0"/>
          </a:p>
        </p:txBody>
      </p:sp>
      <p:sp>
        <p:nvSpPr>
          <p:cNvPr id="4" name="Slide Number Placeholder 3"/>
          <p:cNvSpPr>
            <a:spLocks noGrp="1"/>
          </p:cNvSpPr>
          <p:nvPr>
            <p:ph type="sldNum" sz="quarter" idx="10"/>
          </p:nvPr>
        </p:nvSpPr>
        <p:spPr/>
        <p:txBody>
          <a:bodyPr/>
          <a:lstStyle/>
          <a:p>
            <a:fld id="{6BCC7267-44C8-407B-891D-5A5CE6B8B6CC}" type="slidenum">
              <a:rPr lang="en-US" smtClean="0"/>
              <a:t>5</a:t>
            </a:fld>
            <a:endParaRPr lang="en-US"/>
          </a:p>
        </p:txBody>
      </p:sp>
    </p:spTree>
    <p:extLst>
      <p:ext uri="{BB962C8B-B14F-4D97-AF65-F5344CB8AC3E}">
        <p14:creationId xmlns:p14="http://schemas.microsoft.com/office/powerpoint/2010/main" val="1511139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CC7267-44C8-407B-891D-5A5CE6B8B6CC}" type="slidenum">
              <a:rPr lang="en-US" smtClean="0"/>
              <a:t>6</a:t>
            </a:fld>
            <a:endParaRPr lang="en-US"/>
          </a:p>
        </p:txBody>
      </p:sp>
    </p:spTree>
    <p:extLst>
      <p:ext uri="{BB962C8B-B14F-4D97-AF65-F5344CB8AC3E}">
        <p14:creationId xmlns:p14="http://schemas.microsoft.com/office/powerpoint/2010/main" val="2260442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How long the system runs before experiencing a failure.:  </a:t>
            </a:r>
            <a:r>
              <a:rPr lang="vi-VN" dirty="0"/>
              <a:t>hệ thống chạy trong bao lâu trước khi gặp sự cố.</a:t>
            </a:r>
            <a:endParaRPr lang="en-US" dirty="0"/>
          </a:p>
          <a:p>
            <a:pPr marL="171450" indent="-171450">
              <a:buFontTx/>
              <a:buChar char="-"/>
            </a:pPr>
            <a:r>
              <a:rPr lang="en-US" dirty="0"/>
              <a:t>How efficiently the system</a:t>
            </a:r>
            <a:r>
              <a:rPr lang="en-US" baseline="0" dirty="0"/>
              <a:t> uses computer resources: </a:t>
            </a:r>
            <a:r>
              <a:rPr lang="vi-VN" baseline="0" dirty="0"/>
              <a:t>Hệ thống sử dụng tài nguyên máy tính hiệu quả như thế nào:</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6BCC7267-44C8-407B-891D-5A5CE6B8B6CC}" type="slidenum">
              <a:rPr lang="en-US" smtClean="0"/>
              <a:t>7</a:t>
            </a:fld>
            <a:endParaRPr lang="en-US"/>
          </a:p>
        </p:txBody>
      </p:sp>
    </p:spTree>
    <p:extLst>
      <p:ext uri="{BB962C8B-B14F-4D97-AF65-F5344CB8AC3E}">
        <p14:creationId xmlns:p14="http://schemas.microsoft.com/office/powerpoint/2010/main" val="1292630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because most users will encounter it infrequently: </a:t>
            </a:r>
            <a:r>
              <a:rPr lang="vi-VN" dirty="0"/>
              <a:t>bởi vì hầu hết người dùng sẽ gặp nó không thường xuyên.</a:t>
            </a:r>
            <a:endParaRPr lang="en-US" dirty="0"/>
          </a:p>
          <a:p>
            <a:pPr marL="171450" indent="-171450">
              <a:buFontTx/>
              <a:buChar char="-"/>
            </a:pPr>
            <a:r>
              <a:rPr lang="en-US" sz="1200" b="0" i="0" u="none" strike="noStrike" kern="1200" baseline="0" dirty="0">
                <a:solidFill>
                  <a:schemeClr val="tx1"/>
                </a:solidFill>
                <a:latin typeface="+mn-lt"/>
                <a:ea typeface="+mn-ea"/>
                <a:cs typeface="+mn-cs"/>
              </a:rPr>
              <a:t>Prioritizing the pertinent attributes sets the focus for future elicitation discussions : </a:t>
            </a:r>
            <a:r>
              <a:rPr lang="vi-VN" sz="1200" b="0" i="0" u="none" strike="noStrike" kern="1200" baseline="0" dirty="0">
                <a:solidFill>
                  <a:schemeClr val="tx1"/>
                </a:solidFill>
                <a:latin typeface="+mn-lt"/>
                <a:ea typeface="+mn-ea"/>
                <a:cs typeface="+mn-cs"/>
              </a:rPr>
              <a:t>Ưu tiên các thuộc tính thích hợp đặt trọng tâm cho các cuộc thảo luận khơi gợi trong tương lai.</a:t>
            </a:r>
            <a:endParaRPr lang="en-US"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6BCC7267-44C8-407B-891D-5A5CE6B8B6CC}" type="slidenum">
              <a:rPr lang="en-US" smtClean="0"/>
              <a:t>9</a:t>
            </a:fld>
            <a:endParaRPr lang="en-US"/>
          </a:p>
        </p:txBody>
      </p:sp>
    </p:spTree>
    <p:extLst>
      <p:ext uri="{BB962C8B-B14F-4D97-AF65-F5344CB8AC3E}">
        <p14:creationId xmlns:p14="http://schemas.microsoft.com/office/powerpoint/2010/main" val="1549128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200" b="0" i="0" u="none" strike="noStrike" kern="1200" baseline="0" dirty="0">
                <a:solidFill>
                  <a:schemeClr val="tx1"/>
                </a:solidFill>
                <a:latin typeface="+mn-lt"/>
                <a:ea typeface="+mn-ea"/>
                <a:cs typeface="+mn-cs"/>
              </a:rPr>
              <a:t>Integrity deals with preventing information loss and preserving the correctness of data entered into the system. Integrity requirements have no tolerance for error: the data is either in good shape and protected, or it is not. : </a:t>
            </a:r>
            <a:r>
              <a:rPr lang="vi-VN" sz="1200" b="0" i="0" u="none" strike="noStrike" kern="1200" baseline="0" dirty="0">
                <a:solidFill>
                  <a:schemeClr val="tx1"/>
                </a:solidFill>
                <a:latin typeface="+mn-lt"/>
                <a:ea typeface="+mn-ea"/>
                <a:cs typeface="+mn-cs"/>
              </a:rPr>
              <a:t>Tính toàn vẹn liên quan đến việc ngăn ngừa mất thông tin và bảo vệ tính chính xác của dữ liệu được nhập vào hệ thống. Các yêu cầu về tính toàn vẹn không có </a:t>
            </a:r>
            <a:r>
              <a:rPr lang="en-US" sz="1200" b="0" i="0" u="none" strike="noStrike" kern="1200" baseline="0" dirty="0" err="1">
                <a:solidFill>
                  <a:schemeClr val="tx1"/>
                </a:solidFill>
                <a:latin typeface="+mn-lt"/>
                <a:ea typeface="+mn-ea"/>
                <a:cs typeface="+mn-cs"/>
              </a:rPr>
              <a:t>bao</a:t>
            </a:r>
            <a:r>
              <a:rPr lang="en-US" sz="1200" b="0" i="0" u="none" strike="noStrike" kern="1200" baseline="0" dirty="0">
                <a:solidFill>
                  <a:schemeClr val="tx1"/>
                </a:solidFill>
                <a:latin typeface="+mn-lt"/>
                <a:ea typeface="+mn-ea"/>
                <a:cs typeface="+mn-cs"/>
              </a:rPr>
              <a:t> </a:t>
            </a:r>
            <a:r>
              <a:rPr lang="vi-VN" sz="1200" b="0" i="0" u="none" strike="noStrike" kern="1200" baseline="0" dirty="0">
                <a:solidFill>
                  <a:schemeClr val="tx1"/>
                </a:solidFill>
                <a:latin typeface="+mn-lt"/>
                <a:ea typeface="+mn-ea"/>
                <a:cs typeface="+mn-cs"/>
              </a:rPr>
              <a:t>dung cho lỗi: dữ liệu có dạng tốt và được bảo vệ hoặc không.</a:t>
            </a:r>
            <a:endParaRPr lang="en-US" dirty="0"/>
          </a:p>
        </p:txBody>
      </p:sp>
      <p:sp>
        <p:nvSpPr>
          <p:cNvPr id="4" name="Slide Number Placeholder 3"/>
          <p:cNvSpPr>
            <a:spLocks noGrp="1"/>
          </p:cNvSpPr>
          <p:nvPr>
            <p:ph type="sldNum" sz="quarter" idx="10"/>
          </p:nvPr>
        </p:nvSpPr>
        <p:spPr/>
        <p:txBody>
          <a:bodyPr/>
          <a:lstStyle/>
          <a:p>
            <a:fld id="{6BCC7267-44C8-407B-891D-5A5CE6B8B6CC}" type="slidenum">
              <a:rPr lang="en-US" smtClean="0"/>
              <a:t>11</a:t>
            </a:fld>
            <a:endParaRPr lang="en-US"/>
          </a:p>
        </p:txBody>
      </p:sp>
    </p:spTree>
    <p:extLst>
      <p:ext uri="{BB962C8B-B14F-4D97-AF65-F5344CB8AC3E}">
        <p14:creationId xmlns:p14="http://schemas.microsoft.com/office/powerpoint/2010/main" val="685049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a:solidFill>
                  <a:schemeClr val="tx1"/>
                </a:solidFill>
                <a:effectLst/>
                <a:latin typeface="+mn-lt"/>
                <a:ea typeface="+mn-ea"/>
                <a:cs typeface="+mn-cs"/>
              </a:rPr>
              <a:t>1. Effective là tính hiệu quả của một việc bạn làm, ta hiểu đơn giản là kết quả của việc bạn làm là đúng như mong đợi của bạn.</a:t>
            </a:r>
          </a:p>
          <a:p>
            <a:r>
              <a:rPr lang="vi-VN" sz="1200" b="0" i="0" kern="1200" dirty="0">
                <a:solidFill>
                  <a:schemeClr val="tx1"/>
                </a:solidFill>
                <a:effectLst/>
                <a:latin typeface="+mn-lt"/>
                <a:ea typeface="+mn-ea"/>
                <a:cs typeface="+mn-cs"/>
              </a:rPr>
              <a:t>2. Efficient là hiệu quả về mặt kinh tế, sử dụng năng lượng hoặc thời gian. Ví dụ như khi nói về "dự án hiệu quả về kinh tế" thì phải dùng efficient.</a:t>
            </a:r>
          </a:p>
          <a:p>
            <a:endParaRPr lang="en-US" dirty="0"/>
          </a:p>
        </p:txBody>
      </p:sp>
      <p:sp>
        <p:nvSpPr>
          <p:cNvPr id="4" name="Slide Number Placeholder 3"/>
          <p:cNvSpPr>
            <a:spLocks noGrp="1"/>
          </p:cNvSpPr>
          <p:nvPr>
            <p:ph type="sldNum" sz="quarter" idx="10"/>
          </p:nvPr>
        </p:nvSpPr>
        <p:spPr/>
        <p:txBody>
          <a:bodyPr/>
          <a:lstStyle/>
          <a:p>
            <a:fld id="{6BCC7267-44C8-407B-891D-5A5CE6B8B6CC}" type="slidenum">
              <a:rPr lang="en-US" smtClean="0"/>
              <a:t>16</a:t>
            </a:fld>
            <a:endParaRPr lang="en-US"/>
          </a:p>
        </p:txBody>
      </p:sp>
    </p:spTree>
    <p:extLst>
      <p:ext uri="{BB962C8B-B14F-4D97-AF65-F5344CB8AC3E}">
        <p14:creationId xmlns:p14="http://schemas.microsoft.com/office/powerpoint/2010/main" val="2841977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At least 95 percent of the time, the  system shall take no more than 8 seconds to display any of the predefined accounting reports: </a:t>
            </a:r>
            <a:r>
              <a:rPr lang="vi-VN" dirty="0"/>
              <a:t>Ít nhất 95 phần trăm thời gian, hệ thống sẽ mất không quá 8 giây để hiển thị bất kỳ báo cáo kế toán được xác định trước nào.</a:t>
            </a:r>
            <a:endParaRPr lang="en-US"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6BCC7267-44C8-407B-891D-5A5CE6B8B6CC}" type="slidenum">
              <a:rPr lang="en-US" smtClean="0"/>
              <a:t>17</a:t>
            </a:fld>
            <a:endParaRPr lang="en-US"/>
          </a:p>
        </p:txBody>
      </p:sp>
    </p:spTree>
    <p:extLst>
      <p:ext uri="{BB962C8B-B14F-4D97-AF65-F5344CB8AC3E}">
        <p14:creationId xmlns:p14="http://schemas.microsoft.com/office/powerpoint/2010/main" val="3569010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Metter (n):</a:t>
            </a:r>
            <a:r>
              <a:rPr lang="en-US" baseline="0" dirty="0"/>
              <a:t> </a:t>
            </a:r>
            <a:r>
              <a:rPr lang="en-US" baseline="0" dirty="0" err="1"/>
              <a:t>dụng</a:t>
            </a:r>
            <a:r>
              <a:rPr lang="en-US" baseline="0" dirty="0"/>
              <a:t> </a:t>
            </a:r>
            <a:r>
              <a:rPr lang="en-US" baseline="0" dirty="0" err="1"/>
              <a:t>cụ</a:t>
            </a:r>
            <a:r>
              <a:rPr lang="en-US" baseline="0" dirty="0"/>
              <a:t> </a:t>
            </a:r>
            <a:r>
              <a:rPr lang="en-US" baseline="0" dirty="0" err="1"/>
              <a:t>đo</a:t>
            </a:r>
            <a:endParaRPr lang="en-US" baseline="0" dirty="0"/>
          </a:p>
          <a:p>
            <a:pPr marL="171450" indent="-171450">
              <a:buFontTx/>
              <a:buChar char="-"/>
            </a:pPr>
            <a:r>
              <a:rPr lang="en-US" baseline="0" dirty="0"/>
              <a:t>Scale (n): </a:t>
            </a:r>
            <a:r>
              <a:rPr lang="en-US" baseline="0" dirty="0" err="1"/>
              <a:t>Thước</a:t>
            </a:r>
            <a:r>
              <a:rPr lang="en-US" baseline="0" dirty="0"/>
              <a:t> chia </a:t>
            </a:r>
            <a:r>
              <a:rPr lang="en-US" baseline="0" dirty="0" err="1"/>
              <a:t>độ</a:t>
            </a:r>
            <a:endParaRPr lang="en-US" baseline="0" dirty="0"/>
          </a:p>
          <a:p>
            <a:pPr marL="171450" indent="-171450">
              <a:buFontTx/>
              <a:buChar char="-"/>
            </a:pPr>
            <a:r>
              <a:rPr lang="en-US" baseline="0" dirty="0"/>
              <a:t>Stretch (n): </a:t>
            </a:r>
            <a:r>
              <a:rPr lang="en-US" baseline="0" dirty="0" err="1"/>
              <a:t>tính</a:t>
            </a:r>
            <a:r>
              <a:rPr lang="en-US" baseline="0" dirty="0"/>
              <a:t> co </a:t>
            </a:r>
            <a:r>
              <a:rPr lang="en-US" baseline="0" dirty="0" err="1"/>
              <a:t>dãn</a:t>
            </a:r>
            <a:endParaRPr lang="en-US" dirty="0"/>
          </a:p>
        </p:txBody>
      </p:sp>
      <p:sp>
        <p:nvSpPr>
          <p:cNvPr id="4" name="Slide Number Placeholder 3"/>
          <p:cNvSpPr>
            <a:spLocks noGrp="1"/>
          </p:cNvSpPr>
          <p:nvPr>
            <p:ph type="sldNum" sz="quarter" idx="10"/>
          </p:nvPr>
        </p:nvSpPr>
        <p:spPr/>
        <p:txBody>
          <a:bodyPr/>
          <a:lstStyle/>
          <a:p>
            <a:fld id="{6BCC7267-44C8-407B-891D-5A5CE6B8B6CC}" type="slidenum">
              <a:rPr lang="en-US" smtClean="0"/>
              <a:t>18</a:t>
            </a:fld>
            <a:endParaRPr lang="en-US"/>
          </a:p>
        </p:txBody>
      </p:sp>
    </p:spTree>
    <p:extLst>
      <p:ext uri="{BB962C8B-B14F-4D97-AF65-F5344CB8AC3E}">
        <p14:creationId xmlns:p14="http://schemas.microsoft.com/office/powerpoint/2010/main" val="1796608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 Certain attribute combinations have inescapable trade-offs. :</a:t>
            </a:r>
            <a:r>
              <a:rPr lang="en-US" baseline="0" dirty="0"/>
              <a:t> </a:t>
            </a:r>
            <a:r>
              <a:rPr lang="en-US" baseline="0" dirty="0" err="1"/>
              <a:t>Một</a:t>
            </a:r>
            <a:r>
              <a:rPr lang="en-US" baseline="0" dirty="0"/>
              <a:t> </a:t>
            </a:r>
            <a:r>
              <a:rPr lang="en-US" baseline="0" dirty="0" err="1"/>
              <a:t>số</a:t>
            </a:r>
            <a:r>
              <a:rPr lang="en-US" baseline="0" dirty="0"/>
              <a:t> </a:t>
            </a:r>
            <a:r>
              <a:rPr lang="en-US" baseline="0" dirty="0" err="1"/>
              <a:t>kết</a:t>
            </a:r>
            <a:r>
              <a:rPr lang="en-US" baseline="0" dirty="0"/>
              <a:t> </a:t>
            </a:r>
            <a:r>
              <a:rPr lang="en-US" baseline="0" dirty="0" err="1"/>
              <a:t>hợp</a:t>
            </a:r>
            <a:r>
              <a:rPr lang="en-US" baseline="0" dirty="0"/>
              <a:t> </a:t>
            </a:r>
            <a:r>
              <a:rPr lang="en-US" baseline="0" dirty="0" err="1"/>
              <a:t>thuộc</a:t>
            </a:r>
            <a:r>
              <a:rPr lang="en-US" baseline="0" dirty="0"/>
              <a:t> </a:t>
            </a:r>
            <a:r>
              <a:rPr lang="en-US" baseline="0" dirty="0" err="1"/>
              <a:t>tính</a:t>
            </a:r>
            <a:r>
              <a:rPr lang="en-US" baseline="0" dirty="0"/>
              <a:t> </a:t>
            </a:r>
            <a:r>
              <a:rPr lang="en-US" baseline="0" dirty="0" err="1"/>
              <a:t>nhất</a:t>
            </a:r>
            <a:r>
              <a:rPr lang="en-US" baseline="0" dirty="0"/>
              <a:t> </a:t>
            </a:r>
            <a:r>
              <a:rPr lang="en-US" baseline="0" dirty="0" err="1"/>
              <a:t>định</a:t>
            </a:r>
            <a:r>
              <a:rPr lang="en-US" baseline="0" dirty="0"/>
              <a:t> </a:t>
            </a:r>
            <a:r>
              <a:rPr lang="en-US" baseline="0" dirty="0" err="1"/>
              <a:t>có</a:t>
            </a:r>
            <a:r>
              <a:rPr lang="en-US" baseline="0" dirty="0"/>
              <a:t> </a:t>
            </a:r>
            <a:r>
              <a:rPr lang="en-US" baseline="0" dirty="0" err="1"/>
              <a:t>những</a:t>
            </a:r>
            <a:r>
              <a:rPr lang="en-US" baseline="0" dirty="0"/>
              <a:t> </a:t>
            </a:r>
            <a:r>
              <a:rPr lang="en-US" baseline="0" dirty="0" err="1"/>
              <a:t>yếu</a:t>
            </a:r>
            <a:r>
              <a:rPr lang="en-US" baseline="0" dirty="0"/>
              <a:t> </a:t>
            </a:r>
            <a:r>
              <a:rPr lang="en-US" baseline="0" dirty="0" err="1"/>
              <a:t>tố</a:t>
            </a:r>
            <a:r>
              <a:rPr lang="en-US" baseline="0" dirty="0"/>
              <a:t> </a:t>
            </a:r>
            <a:r>
              <a:rPr lang="en-US" baseline="0" dirty="0" err="1"/>
              <a:t>cần</a:t>
            </a:r>
            <a:r>
              <a:rPr lang="en-US" baseline="0" dirty="0"/>
              <a:t> </a:t>
            </a:r>
            <a:r>
              <a:rPr lang="en-US" baseline="0" dirty="0" err="1"/>
              <a:t>cân</a:t>
            </a:r>
            <a:r>
              <a:rPr lang="en-US" baseline="0" dirty="0"/>
              <a:t> </a:t>
            </a:r>
            <a:r>
              <a:rPr lang="en-US" baseline="0" dirty="0" err="1"/>
              <a:t>bằng</a:t>
            </a:r>
            <a:r>
              <a:rPr lang="en-US" baseline="0" dirty="0"/>
              <a:t> </a:t>
            </a:r>
            <a:r>
              <a:rPr lang="en-US" baseline="0" dirty="0" err="1"/>
              <a:t>không</a:t>
            </a:r>
            <a:r>
              <a:rPr lang="en-US" baseline="0" dirty="0"/>
              <a:t> </a:t>
            </a:r>
            <a:r>
              <a:rPr lang="en-US" baseline="0" dirty="0" err="1"/>
              <a:t>thể</a:t>
            </a:r>
            <a:r>
              <a:rPr lang="en-US" baseline="0" dirty="0"/>
              <a:t> </a:t>
            </a:r>
            <a:r>
              <a:rPr lang="en-US" baseline="0" dirty="0" err="1"/>
              <a:t>bỏ</a:t>
            </a:r>
            <a:r>
              <a:rPr lang="en-US" baseline="0" dirty="0"/>
              <a:t> qua.</a:t>
            </a:r>
            <a:endParaRPr lang="en-US" dirty="0"/>
          </a:p>
        </p:txBody>
      </p:sp>
      <p:sp>
        <p:nvSpPr>
          <p:cNvPr id="4" name="Slide Number Placeholder 3"/>
          <p:cNvSpPr>
            <a:spLocks noGrp="1"/>
          </p:cNvSpPr>
          <p:nvPr>
            <p:ph type="sldNum" sz="quarter" idx="10"/>
          </p:nvPr>
        </p:nvSpPr>
        <p:spPr/>
        <p:txBody>
          <a:bodyPr/>
          <a:lstStyle/>
          <a:p>
            <a:fld id="{6BCC7267-44C8-407B-891D-5A5CE6B8B6CC}" type="slidenum">
              <a:rPr lang="en-US" smtClean="0"/>
              <a:t>19</a:t>
            </a:fld>
            <a:endParaRPr lang="en-US"/>
          </a:p>
        </p:txBody>
      </p:sp>
    </p:spTree>
    <p:extLst>
      <p:ext uri="{BB962C8B-B14F-4D97-AF65-F5344CB8AC3E}">
        <p14:creationId xmlns:p14="http://schemas.microsoft.com/office/powerpoint/2010/main" val="4154333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err="1"/>
              <a:t>Hệ</a:t>
            </a:r>
            <a:r>
              <a:rPr lang="en-US" baseline="0" dirty="0"/>
              <a:t> </a:t>
            </a:r>
            <a:r>
              <a:rPr lang="en-US" baseline="0" dirty="0" err="1"/>
              <a:t>điều</a:t>
            </a:r>
            <a:r>
              <a:rPr lang="en-US" baseline="0" dirty="0"/>
              <a:t> </a:t>
            </a:r>
            <a:r>
              <a:rPr lang="en-US" baseline="0" dirty="0" err="1"/>
              <a:t>hành</a:t>
            </a:r>
            <a:r>
              <a:rPr lang="en-US" baseline="0" dirty="0"/>
              <a:t> GNU</a:t>
            </a:r>
            <a:endParaRPr lang="en-US" dirty="0"/>
          </a:p>
        </p:txBody>
      </p:sp>
      <p:sp>
        <p:nvSpPr>
          <p:cNvPr id="4" name="Slide Number Placeholder 3"/>
          <p:cNvSpPr>
            <a:spLocks noGrp="1"/>
          </p:cNvSpPr>
          <p:nvPr>
            <p:ph type="sldNum" sz="quarter" idx="10"/>
          </p:nvPr>
        </p:nvSpPr>
        <p:spPr/>
        <p:txBody>
          <a:bodyPr/>
          <a:lstStyle/>
          <a:p>
            <a:fld id="{6BCC7267-44C8-407B-891D-5A5CE6B8B6CC}" type="slidenum">
              <a:rPr lang="en-US" smtClean="0"/>
              <a:t>23</a:t>
            </a:fld>
            <a:endParaRPr lang="en-US"/>
          </a:p>
        </p:txBody>
      </p:sp>
    </p:spTree>
    <p:extLst>
      <p:ext uri="{BB962C8B-B14F-4D97-AF65-F5344CB8AC3E}">
        <p14:creationId xmlns:p14="http://schemas.microsoft.com/office/powerpoint/2010/main" val="2828360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25</a:t>
            </a:fld>
            <a:endParaRPr lang="en-US"/>
          </a:p>
        </p:txBody>
      </p:sp>
    </p:spTree>
    <p:extLst>
      <p:ext uri="{BB962C8B-B14F-4D97-AF65-F5344CB8AC3E}">
        <p14:creationId xmlns:p14="http://schemas.microsoft.com/office/powerpoint/2010/main" val="4258386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pay-off (n): chi </a:t>
            </a:r>
            <a:r>
              <a:rPr lang="en-US" dirty="0" err="1"/>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26</a:t>
            </a:fld>
            <a:endParaRPr lang="en-US"/>
          </a:p>
        </p:txBody>
      </p:sp>
    </p:spTree>
    <p:extLst>
      <p:ext uri="{BB962C8B-B14F-4D97-AF65-F5344CB8AC3E}">
        <p14:creationId xmlns:p14="http://schemas.microsoft.com/office/powerpoint/2010/main" val="35868966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a:solidFill>
                  <a:srgbClr val="0000FF"/>
                </a:solidFill>
                <a:latin typeface="+mn-lt"/>
              </a:rPr>
              <a:t>ĐẠI</a:t>
            </a:r>
            <a:r>
              <a:rPr lang="en-US" sz="3200" b="1" baseline="0" dirty="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005379"/>
      </p:ext>
    </p:extLst>
  </p:cSld>
  <p:clrMapOvr>
    <a:masterClrMapping/>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a:t>Click to edit Master title style</a:t>
            </a:r>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a:t>Chapter 14: Beyond functionality _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0890023"/>
      </p:ext>
    </p:extLst>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14: Beyond functionality _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82764131"/>
      </p:ext>
    </p:extLst>
  </p:cSld>
  <p:clrMapOvr>
    <a:masterClrMapping/>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14: Beyond functionality _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54385011"/>
      </p:ext>
    </p:extLst>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14: Beyond functionality _ BayHV</a:t>
            </a:r>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42708070"/>
      </p:ext>
    </p:extLst>
  </p:cSld>
  <p:clrMapOvr>
    <a:masterClrMapping/>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a:t>Chapter 14: Beyond functionality _ BayHV</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515005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Lst>
  <p:transition>
    <p:split orient="vert"/>
  </p:transition>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95055" y="4197927"/>
            <a:ext cx="6417907" cy="1648692"/>
          </a:xfrm>
        </p:spPr>
        <p:txBody>
          <a:bodyPr>
            <a:normAutofit/>
          </a:bodyPr>
          <a:lstStyle/>
          <a:p>
            <a:r>
              <a:rPr lang="en-US" sz="2400" dirty="0"/>
              <a:t>CHAPTER 14</a:t>
            </a:r>
            <a:br>
              <a:rPr lang="en-US" sz="2400" dirty="0"/>
            </a:br>
            <a:br>
              <a:rPr lang="en-US" dirty="0"/>
            </a:br>
            <a:r>
              <a:rPr lang="en-US" sz="3600" dirty="0"/>
              <a:t>Beyond functionality</a:t>
            </a:r>
            <a:endParaRPr lang="en-US" i="1" dirty="0"/>
          </a:p>
        </p:txBody>
      </p:sp>
    </p:spTree>
    <p:extLst>
      <p:ext uri="{BB962C8B-B14F-4D97-AF65-F5344CB8AC3E}">
        <p14:creationId xmlns:p14="http://schemas.microsoft.com/office/powerpoint/2010/main" val="1524148573"/>
      </p:ext>
    </p:extLst>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a:t>Review chapter 13</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022100578"/>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85428936"/>
      </p:ext>
    </p:extLst>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60764"/>
            <a:ext cx="8305800" cy="4835236"/>
          </a:xfrm>
        </p:spPr>
        <p:txBody>
          <a:bodyPr/>
          <a:lstStyle/>
          <a:p>
            <a:r>
              <a:rPr lang="en-US" sz="3200" dirty="0"/>
              <a:t>After finish this chapter, student could:</a:t>
            </a:r>
          </a:p>
          <a:p>
            <a:pPr lvl="1"/>
            <a:r>
              <a:rPr lang="en-US" sz="2800" dirty="0"/>
              <a:t>detect and specify nonfunctional requirements.</a:t>
            </a:r>
          </a:p>
          <a:p>
            <a:pPr lvl="1"/>
            <a:r>
              <a:rPr lang="en-US" sz="2800" dirty="0"/>
              <a:t>Understand the role of quality requirements in software development.</a:t>
            </a:r>
          </a:p>
          <a:p>
            <a:pPr lvl="1"/>
            <a:endParaRPr lang="en-US" sz="2800" dirty="0"/>
          </a:p>
          <a:p>
            <a:endParaRPr lang="en-US" sz="3200" dirty="0"/>
          </a:p>
        </p:txBody>
      </p:sp>
      <p:sp>
        <p:nvSpPr>
          <p:cNvPr id="2" name="Title 1"/>
          <p:cNvSpPr>
            <a:spLocks noGrp="1"/>
          </p:cNvSpPr>
          <p:nvPr>
            <p:ph type="title"/>
          </p:nvPr>
        </p:nvSpPr>
        <p:spPr>
          <a:xfrm>
            <a:off x="2819400" y="27105"/>
            <a:ext cx="6324600" cy="1067404"/>
          </a:xfrm>
        </p:spPr>
        <p:txBody>
          <a:bodyPr/>
          <a:lstStyle/>
          <a:p>
            <a:r>
              <a:rPr lang="en-US" sz="3200" dirty="0"/>
              <a:t>Objectives</a:t>
            </a:r>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614104029"/>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05345"/>
            <a:ext cx="8305800" cy="4752110"/>
          </a:xfrm>
        </p:spPr>
        <p:txBody>
          <a:bodyPr>
            <a:noAutofit/>
          </a:bodyPr>
          <a:lstStyle/>
          <a:p>
            <a:pPr marL="342900" indent="-342900">
              <a:buFont typeface="+mj-lt"/>
              <a:buAutoNum type="arabicPeriod"/>
            </a:pPr>
            <a:r>
              <a:rPr lang="en-US" dirty="0"/>
              <a:t>Software quality attributes.</a:t>
            </a:r>
          </a:p>
          <a:p>
            <a:pPr marL="342900" indent="-342900">
              <a:buFont typeface="+mj-lt"/>
              <a:buAutoNum type="arabicPeriod"/>
            </a:pPr>
            <a:r>
              <a:rPr lang="en-US" dirty="0"/>
              <a:t>Exploring quality attributes.</a:t>
            </a:r>
          </a:p>
          <a:p>
            <a:pPr marL="342900" indent="-342900">
              <a:buFont typeface="+mj-lt"/>
              <a:buAutoNum type="arabicPeriod"/>
            </a:pPr>
            <a:r>
              <a:rPr lang="en-US" dirty="0"/>
              <a:t>Defining quality requirements.</a:t>
            </a:r>
          </a:p>
          <a:p>
            <a:pPr marL="342900" indent="-342900">
              <a:buFont typeface="+mj-lt"/>
              <a:buAutoNum type="arabicPeriod"/>
            </a:pPr>
            <a:r>
              <a:rPr lang="en-US" dirty="0"/>
              <a:t>Specifying quality requirements with </a:t>
            </a:r>
            <a:r>
              <a:rPr lang="en-US" dirty="0" err="1"/>
              <a:t>Planguage</a:t>
            </a:r>
            <a:r>
              <a:rPr lang="en-US" dirty="0"/>
              <a:t>.</a:t>
            </a:r>
          </a:p>
          <a:p>
            <a:pPr marL="342900" indent="-342900">
              <a:buFont typeface="+mj-lt"/>
              <a:buAutoNum type="arabicPeriod"/>
            </a:pPr>
            <a:r>
              <a:rPr lang="en-US" dirty="0"/>
              <a:t>Quality attribute trade-offs </a:t>
            </a:r>
            <a:r>
              <a:rPr lang="en-US" sz="1800" dirty="0"/>
              <a:t>(</a:t>
            </a:r>
            <a:r>
              <a:rPr lang="en-US" sz="1800" dirty="0" err="1"/>
              <a:t>sự</a:t>
            </a:r>
            <a:r>
              <a:rPr lang="en-US" sz="1800" dirty="0"/>
              <a:t> </a:t>
            </a:r>
            <a:r>
              <a:rPr lang="en-US" sz="1800" dirty="0" err="1"/>
              <a:t>cân</a:t>
            </a:r>
            <a:r>
              <a:rPr lang="en-US" sz="1800" dirty="0"/>
              <a:t> </a:t>
            </a:r>
            <a:r>
              <a:rPr lang="en-US" sz="1800" dirty="0" err="1"/>
              <a:t>bằng</a:t>
            </a:r>
            <a:r>
              <a:rPr lang="en-US" sz="1800" dirty="0"/>
              <a:t>)</a:t>
            </a:r>
            <a:r>
              <a:rPr lang="en-US" dirty="0"/>
              <a:t>.</a:t>
            </a:r>
          </a:p>
          <a:p>
            <a:pPr marL="342900" indent="-342900">
              <a:buFont typeface="+mj-lt"/>
              <a:buAutoNum type="arabicPeriod"/>
            </a:pPr>
            <a:r>
              <a:rPr lang="en-US" dirty="0"/>
              <a:t>Implementing quality attribute requirements.</a:t>
            </a:r>
          </a:p>
          <a:p>
            <a:pPr marL="342900" indent="-342900">
              <a:buFont typeface="+mj-lt"/>
              <a:buAutoNum type="arabicPeriod"/>
            </a:pPr>
            <a:r>
              <a:rPr lang="en-US" dirty="0"/>
              <a:t>Constraints.</a:t>
            </a:r>
          </a:p>
          <a:p>
            <a:pPr marL="342900" indent="-342900">
              <a:buFont typeface="+mj-lt"/>
              <a:buAutoNum type="arabicPeriod"/>
            </a:pPr>
            <a:r>
              <a:rPr lang="en-US" dirty="0"/>
              <a:t>Handling quality attributes on agile projects.</a:t>
            </a:r>
          </a:p>
          <a:p>
            <a:pPr marL="342900" indent="-342900">
              <a:buFont typeface="+mj-lt"/>
              <a:buAutoNum type="arabicPeriod"/>
            </a:pPr>
            <a:endParaRPr lang="en-US" dirty="0"/>
          </a:p>
        </p:txBody>
      </p:sp>
      <p:sp>
        <p:nvSpPr>
          <p:cNvPr id="2" name="Title 1"/>
          <p:cNvSpPr>
            <a:spLocks noGrp="1"/>
          </p:cNvSpPr>
          <p:nvPr>
            <p:ph type="title"/>
          </p:nvPr>
        </p:nvSpPr>
        <p:spPr>
          <a:xfrm>
            <a:off x="3853114" y="0"/>
            <a:ext cx="5290886" cy="1066800"/>
          </a:xfrm>
        </p:spPr>
        <p:txBody>
          <a:bodyPr>
            <a:noAutofit/>
          </a:bodyPr>
          <a:lstStyle/>
          <a:p>
            <a:br>
              <a:rPr lang="en-US" sz="3200" dirty="0"/>
            </a:br>
            <a:r>
              <a:rPr lang="en-US" sz="3200" dirty="0"/>
              <a:t>Contents</a:t>
            </a:r>
            <a:br>
              <a:rPr lang="en-US" sz="3200" dirty="0"/>
            </a:br>
            <a:endParaRPr lang="en-US" sz="3200" dirty="0"/>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68438782"/>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53114" y="0"/>
            <a:ext cx="5290886" cy="1066800"/>
          </a:xfrm>
        </p:spPr>
        <p:txBody>
          <a:bodyPr>
            <a:noAutofit/>
          </a:bodyPr>
          <a:lstStyle/>
          <a:p>
            <a:br>
              <a:rPr lang="en-US" sz="3200" dirty="0"/>
            </a:br>
            <a:r>
              <a:rPr lang="en-US" sz="3200" dirty="0"/>
              <a:t>Beyond functionality</a:t>
            </a:r>
            <a:br>
              <a:rPr lang="en-US" sz="3200" dirty="0"/>
            </a:br>
            <a:endParaRPr lang="en-US" sz="3200" dirty="0"/>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
        <p:nvSpPr>
          <p:cNvPr id="6" name="Content Placeholder 5"/>
          <p:cNvSpPr>
            <a:spLocks noGrp="1"/>
          </p:cNvSpPr>
          <p:nvPr>
            <p:ph idx="1"/>
          </p:nvPr>
        </p:nvSpPr>
        <p:spPr/>
        <p:txBody>
          <a:bodyPr>
            <a:normAutofit/>
          </a:bodyPr>
          <a:lstStyle/>
          <a:p>
            <a:r>
              <a:rPr lang="en-US" dirty="0"/>
              <a:t>There’s more to software success than just delivering the right functionality. Users also have expectations, often unstated </a:t>
            </a:r>
            <a:r>
              <a:rPr lang="en-US" sz="1800" dirty="0"/>
              <a:t>(</a:t>
            </a:r>
            <a:r>
              <a:rPr lang="en-US" sz="1800" dirty="0" err="1"/>
              <a:t>thường</a:t>
            </a:r>
            <a:r>
              <a:rPr lang="en-US" sz="1800" dirty="0"/>
              <a:t> </a:t>
            </a:r>
            <a:r>
              <a:rPr lang="en-US" sz="1800" dirty="0" err="1"/>
              <a:t>ko</a:t>
            </a:r>
            <a:r>
              <a:rPr lang="en-US" sz="1800" dirty="0"/>
              <a:t> </a:t>
            </a:r>
            <a:r>
              <a:rPr lang="en-US" sz="1800" dirty="0" err="1"/>
              <a:t>nói</a:t>
            </a:r>
            <a:r>
              <a:rPr lang="en-US" sz="1800" dirty="0"/>
              <a:t> </a:t>
            </a:r>
            <a:r>
              <a:rPr lang="en-US" sz="1800" dirty="0" err="1"/>
              <a:t>ra</a:t>
            </a:r>
            <a:r>
              <a:rPr lang="en-US" sz="1800" dirty="0"/>
              <a:t>)</a:t>
            </a:r>
            <a:r>
              <a:rPr lang="en-US" dirty="0"/>
              <a:t>, about </a:t>
            </a:r>
            <a:r>
              <a:rPr lang="en-US" i="1" dirty="0">
                <a:solidFill>
                  <a:srgbClr val="003399"/>
                </a:solidFill>
              </a:rPr>
              <a:t>how well</a:t>
            </a:r>
            <a:r>
              <a:rPr lang="en-US" i="1" dirty="0"/>
              <a:t> </a:t>
            </a:r>
            <a:r>
              <a:rPr lang="en-US" dirty="0"/>
              <a:t>the product will work. </a:t>
            </a:r>
          </a:p>
          <a:p>
            <a:r>
              <a:rPr lang="en-US" dirty="0"/>
              <a:t>Such expectations include how easy it is to use, how quickly it executes, how rarely it fails, how it handles unexpected conditions—and perhaps, how loud it is. </a:t>
            </a:r>
          </a:p>
          <a:p>
            <a:r>
              <a:rPr lang="en-US" dirty="0"/>
              <a:t>Such characteristics, collectively known as </a:t>
            </a:r>
            <a:r>
              <a:rPr lang="en-US" i="1" dirty="0">
                <a:solidFill>
                  <a:srgbClr val="003399"/>
                </a:solidFill>
              </a:rPr>
              <a:t>quality attributes</a:t>
            </a:r>
            <a:r>
              <a:rPr lang="en-US" i="1" dirty="0"/>
              <a:t>, </a:t>
            </a:r>
            <a:r>
              <a:rPr lang="en-US" i="1" dirty="0">
                <a:solidFill>
                  <a:srgbClr val="003399"/>
                </a:solidFill>
              </a:rPr>
              <a:t>quality factors</a:t>
            </a:r>
            <a:r>
              <a:rPr lang="en-US" dirty="0"/>
              <a:t>, </a:t>
            </a:r>
            <a:r>
              <a:rPr lang="en-US" i="1" dirty="0">
                <a:solidFill>
                  <a:srgbClr val="003399"/>
                </a:solidFill>
              </a:rPr>
              <a:t>quality requirements</a:t>
            </a:r>
            <a:r>
              <a:rPr lang="en-US" dirty="0"/>
              <a:t>, </a:t>
            </a:r>
            <a:r>
              <a:rPr lang="en-US" i="1" dirty="0">
                <a:solidFill>
                  <a:srgbClr val="003399"/>
                </a:solidFill>
              </a:rPr>
              <a:t>quality of service requirements</a:t>
            </a:r>
            <a:r>
              <a:rPr lang="en-US" dirty="0"/>
              <a:t>, constitute a major portion of the system’s nonfunctional requirements.</a:t>
            </a:r>
          </a:p>
        </p:txBody>
      </p:sp>
    </p:spTree>
    <p:extLst>
      <p:ext uri="{BB962C8B-B14F-4D97-AF65-F5344CB8AC3E}">
        <p14:creationId xmlns:p14="http://schemas.microsoft.com/office/powerpoint/2010/main" val="1396730809"/>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53114" y="0"/>
            <a:ext cx="5290886" cy="1066800"/>
          </a:xfrm>
        </p:spPr>
        <p:txBody>
          <a:bodyPr>
            <a:noAutofit/>
          </a:bodyPr>
          <a:lstStyle/>
          <a:p>
            <a:br>
              <a:rPr lang="en-US" sz="3200" dirty="0"/>
            </a:br>
            <a:r>
              <a:rPr lang="en-US" sz="3200" dirty="0"/>
              <a:t>Software quality attributes</a:t>
            </a:r>
            <a:br>
              <a:rPr lang="en-US" sz="3200" dirty="0"/>
            </a:br>
            <a:endParaRPr lang="en-US" sz="3200" dirty="0"/>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
        <p:nvSpPr>
          <p:cNvPr id="6" name="Content Placeholder 5"/>
          <p:cNvSpPr>
            <a:spLocks noGrp="1"/>
          </p:cNvSpPr>
          <p:nvPr>
            <p:ph idx="1"/>
          </p:nvPr>
        </p:nvSpPr>
        <p:spPr/>
        <p:txBody>
          <a:bodyPr>
            <a:normAutofit fontScale="92500" lnSpcReduction="20000"/>
          </a:bodyPr>
          <a:lstStyle/>
          <a:p>
            <a:r>
              <a:rPr lang="en-US" dirty="0"/>
              <a:t>External quality factors are primarily important to users, whereas internal qualities are more significant to development and maintenance staff.</a:t>
            </a:r>
          </a:p>
          <a:p>
            <a:r>
              <a:rPr lang="en-US" dirty="0"/>
              <a:t>Internal quality attributes indirectly contribute to customer satisfaction by making the product easier to enhance, correct, test, and migrate to new platforms.</a:t>
            </a:r>
          </a:p>
          <a:p>
            <a:r>
              <a:rPr lang="en-US" dirty="0"/>
              <a:t>Certain attributes are of particular importance on certain types of projects:</a:t>
            </a:r>
          </a:p>
          <a:p>
            <a:pPr lvl="1"/>
            <a:r>
              <a:rPr lang="en-US" dirty="0"/>
              <a:t>Embedded systems: performance, efficiency, reliability, robustness, safety, security, usability,…</a:t>
            </a:r>
          </a:p>
          <a:p>
            <a:pPr lvl="1"/>
            <a:r>
              <a:rPr lang="en-US" dirty="0"/>
              <a:t>Internet and corporate applications: availability, integrity, interoperability </a:t>
            </a:r>
            <a:r>
              <a:rPr lang="en-US" sz="1700" dirty="0"/>
              <a:t>(</a:t>
            </a:r>
            <a:r>
              <a:rPr lang="en-US" sz="1700" dirty="0" err="1"/>
              <a:t>khả</a:t>
            </a:r>
            <a:r>
              <a:rPr lang="en-US" sz="1700" dirty="0"/>
              <a:t> </a:t>
            </a:r>
            <a:r>
              <a:rPr lang="en-US" sz="1700" dirty="0" err="1"/>
              <a:t>năng</a:t>
            </a:r>
            <a:r>
              <a:rPr lang="en-US" sz="1700" dirty="0"/>
              <a:t> </a:t>
            </a:r>
            <a:r>
              <a:rPr lang="en-US" sz="1700" dirty="0" err="1"/>
              <a:t>tương</a:t>
            </a:r>
            <a:r>
              <a:rPr lang="en-US" sz="1700" dirty="0"/>
              <a:t> </a:t>
            </a:r>
            <a:r>
              <a:rPr lang="en-US" sz="1700" dirty="0" err="1"/>
              <a:t>tác</a:t>
            </a:r>
            <a:r>
              <a:rPr lang="en-US" sz="1700" dirty="0"/>
              <a:t>)</a:t>
            </a:r>
            <a:r>
              <a:rPr lang="en-US" dirty="0"/>
              <a:t>, performance, scalability, security, usability,…</a:t>
            </a:r>
          </a:p>
          <a:p>
            <a:pPr lvl="1"/>
            <a:r>
              <a:rPr lang="en-US" dirty="0"/>
              <a:t>Desktop and mobile systems: performance, security, usability,…</a:t>
            </a:r>
          </a:p>
          <a:p>
            <a:pPr lvl="1"/>
            <a:endParaRPr lang="en-US" dirty="0"/>
          </a:p>
        </p:txBody>
      </p:sp>
    </p:spTree>
    <p:extLst>
      <p:ext uri="{BB962C8B-B14F-4D97-AF65-F5344CB8AC3E}">
        <p14:creationId xmlns:p14="http://schemas.microsoft.com/office/powerpoint/2010/main" val="3868914611"/>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7105"/>
            <a:ext cx="6324600" cy="1053550"/>
          </a:xfrm>
        </p:spPr>
        <p:txBody>
          <a:bodyPr>
            <a:normAutofit/>
          </a:bodyPr>
          <a:lstStyle/>
          <a:p>
            <a:r>
              <a:rPr lang="en-US" sz="3200" dirty="0"/>
              <a:t>Software quality attributes</a:t>
            </a:r>
          </a:p>
        </p:txBody>
      </p:sp>
      <p:pic>
        <p:nvPicPr>
          <p:cNvPr id="4" name="Picture 3"/>
          <p:cNvPicPr>
            <a:picLocks noChangeAspect="1"/>
          </p:cNvPicPr>
          <p:nvPr/>
        </p:nvPicPr>
        <p:blipFill>
          <a:blip r:embed="rId3"/>
          <a:stretch>
            <a:fillRect/>
          </a:stretch>
        </p:blipFill>
        <p:spPr>
          <a:xfrm>
            <a:off x="286951" y="1191491"/>
            <a:ext cx="8672221" cy="4488873"/>
          </a:xfrm>
          <a:prstGeom prst="rect">
            <a:avLst/>
          </a:prstGeom>
        </p:spPr>
      </p:pic>
      <p:sp>
        <p:nvSpPr>
          <p:cNvPr id="3" name="Footer Placeholder 2"/>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3509674379"/>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2403763"/>
          </a:xfrm>
        </p:spPr>
        <p:txBody>
          <a:bodyPr>
            <a:normAutofit fontScale="85000" lnSpcReduction="20000"/>
          </a:bodyPr>
          <a:lstStyle/>
          <a:p>
            <a:r>
              <a:rPr lang="en-US" dirty="0"/>
              <a:t>Different projects will demand different sets of quality attributes for success.</a:t>
            </a:r>
          </a:p>
          <a:p>
            <a:r>
              <a:rPr lang="en-US" dirty="0"/>
              <a:t>the following practical approach for identifying and specifying the most important attributes for your project (5 steps):</a:t>
            </a:r>
          </a:p>
          <a:p>
            <a:pPr lvl="1"/>
            <a:r>
              <a:rPr lang="en-US" dirty="0"/>
              <a:t>Step 1: Start with a broad taxonomy: Begin with a rich set of quality attributes to consider, such as those listed in Table 14-1. This broad starting point reduces the likelihood </a:t>
            </a:r>
            <a:r>
              <a:rPr lang="en-US" sz="1600" dirty="0"/>
              <a:t>(</a:t>
            </a:r>
            <a:r>
              <a:rPr lang="en-US" sz="1600" dirty="0" err="1"/>
              <a:t>khả</a:t>
            </a:r>
            <a:r>
              <a:rPr lang="en-US" sz="1600" dirty="0"/>
              <a:t> </a:t>
            </a:r>
            <a:r>
              <a:rPr lang="en-US" sz="1600" dirty="0" err="1"/>
              <a:t>năng</a:t>
            </a:r>
            <a:r>
              <a:rPr lang="en-US" sz="1600" dirty="0"/>
              <a:t> </a:t>
            </a:r>
            <a:r>
              <a:rPr lang="en-US" sz="1600" dirty="0" err="1"/>
              <a:t>có</a:t>
            </a:r>
            <a:r>
              <a:rPr lang="en-US" sz="1600" dirty="0"/>
              <a:t> </a:t>
            </a:r>
            <a:r>
              <a:rPr lang="en-US" sz="1600" dirty="0" err="1"/>
              <a:t>thể</a:t>
            </a:r>
            <a:r>
              <a:rPr lang="en-US" sz="1600" dirty="0"/>
              <a:t> </a:t>
            </a:r>
            <a:r>
              <a:rPr lang="en-US" sz="1600" dirty="0" err="1"/>
              <a:t>xảy</a:t>
            </a:r>
            <a:r>
              <a:rPr lang="en-US" sz="1600" dirty="0"/>
              <a:t> </a:t>
            </a:r>
            <a:r>
              <a:rPr lang="en-US" sz="1600" dirty="0" err="1"/>
              <a:t>ra</a:t>
            </a:r>
            <a:r>
              <a:rPr lang="en-US" sz="1600" dirty="0"/>
              <a:t>)</a:t>
            </a:r>
            <a:r>
              <a:rPr lang="en-US" dirty="0"/>
              <a:t> of overlooking an important quality dimension.</a:t>
            </a:r>
          </a:p>
        </p:txBody>
      </p:sp>
      <p:sp>
        <p:nvSpPr>
          <p:cNvPr id="2" name="Title 1"/>
          <p:cNvSpPr>
            <a:spLocks noGrp="1"/>
          </p:cNvSpPr>
          <p:nvPr>
            <p:ph type="title"/>
          </p:nvPr>
        </p:nvSpPr>
        <p:spPr>
          <a:xfrm>
            <a:off x="2819400" y="1"/>
            <a:ext cx="6324600" cy="1058862"/>
          </a:xfrm>
        </p:spPr>
        <p:txBody>
          <a:bodyPr/>
          <a:lstStyle/>
          <a:p>
            <a:r>
              <a:rPr lang="en-US" sz="3200" dirty="0"/>
              <a:t>Exploring quality attributes</a:t>
            </a:r>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pic>
        <p:nvPicPr>
          <p:cNvPr id="6" name="Picture 5"/>
          <p:cNvPicPr>
            <a:picLocks noChangeAspect="1"/>
          </p:cNvPicPr>
          <p:nvPr/>
        </p:nvPicPr>
        <p:blipFill>
          <a:blip r:embed="rId2"/>
          <a:stretch>
            <a:fillRect/>
          </a:stretch>
        </p:blipFill>
        <p:spPr>
          <a:xfrm>
            <a:off x="2568720" y="3439940"/>
            <a:ext cx="6194280" cy="2635843"/>
          </a:xfrm>
          <a:prstGeom prst="rect">
            <a:avLst/>
          </a:prstGeom>
        </p:spPr>
      </p:pic>
      <p:sp>
        <p:nvSpPr>
          <p:cNvPr id="7" name="TextBox 6"/>
          <p:cNvSpPr txBox="1"/>
          <p:nvPr/>
        </p:nvSpPr>
        <p:spPr>
          <a:xfrm>
            <a:off x="2038715" y="6048378"/>
            <a:ext cx="5993115" cy="307777"/>
          </a:xfrm>
          <a:prstGeom prst="rect">
            <a:avLst/>
          </a:prstGeom>
          <a:noFill/>
        </p:spPr>
        <p:txBody>
          <a:bodyPr wrap="none" rtlCol="0">
            <a:spAutoFit/>
          </a:bodyPr>
          <a:lstStyle/>
          <a:p>
            <a:r>
              <a:rPr lang="en-US" sz="1400" b="1" i="1" dirty="0"/>
              <a:t>FIGURE 14-1 </a:t>
            </a:r>
            <a:r>
              <a:rPr lang="en-US" sz="1400" i="1" dirty="0"/>
              <a:t>Sample quality attribute prioritization for an airport check-in kiosk.</a:t>
            </a:r>
          </a:p>
        </p:txBody>
      </p:sp>
      <p:sp>
        <p:nvSpPr>
          <p:cNvPr id="8" name="TextBox 7"/>
          <p:cNvSpPr txBox="1"/>
          <p:nvPr/>
        </p:nvSpPr>
        <p:spPr>
          <a:xfrm>
            <a:off x="228600" y="4107976"/>
            <a:ext cx="2187720" cy="2062103"/>
          </a:xfrm>
          <a:prstGeom prst="rect">
            <a:avLst/>
          </a:prstGeom>
          <a:noFill/>
        </p:spPr>
        <p:txBody>
          <a:bodyPr wrap="square" rtlCol="0">
            <a:spAutoFit/>
          </a:bodyPr>
          <a:lstStyle/>
          <a:p>
            <a:pPr algn="just"/>
            <a:r>
              <a:rPr lang="en-US" sz="1600" i="1" dirty="0"/>
              <a:t>a less-than sign (&lt;) in the cell indicates that the attribute in the row is more important; a caret symbol (^) points to the attribute at the top of the column as being more important.</a:t>
            </a:r>
          </a:p>
        </p:txBody>
      </p:sp>
    </p:spTree>
    <p:extLst>
      <p:ext uri="{BB962C8B-B14F-4D97-AF65-F5344CB8AC3E}">
        <p14:creationId xmlns:p14="http://schemas.microsoft.com/office/powerpoint/2010/main" val="245128131"/>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85000" lnSpcReduction="10000"/>
          </a:bodyPr>
          <a:lstStyle/>
          <a:p>
            <a:pPr lvl="1"/>
            <a:r>
              <a:rPr lang="en-US" dirty="0"/>
              <a:t>Step 2: Reduce the list</a:t>
            </a:r>
          </a:p>
          <a:p>
            <a:pPr lvl="2"/>
            <a:r>
              <a:rPr lang="en-US" dirty="0"/>
              <a:t>Hold a meeting for cross-section of stakeholders to assess which of the attributes are likely to be important to the project.</a:t>
            </a:r>
          </a:p>
          <a:p>
            <a:pPr lvl="2"/>
            <a:r>
              <a:rPr lang="en-US" dirty="0"/>
              <a:t>EX: An airport check-in kiosk needs to emphasize usability (because most users will encounter it infrequently) and security (because it has to handle payments). </a:t>
            </a:r>
          </a:p>
          <a:p>
            <a:pPr lvl="1"/>
            <a:r>
              <a:rPr lang="en-US" dirty="0"/>
              <a:t>Step 3: Prioritize the attributes:</a:t>
            </a:r>
          </a:p>
          <a:p>
            <a:pPr lvl="2"/>
            <a:r>
              <a:rPr lang="en-US" dirty="0"/>
              <a:t>Prioritizing the pertinent attributes sets the focus for future elicitation discussions.</a:t>
            </a:r>
          </a:p>
          <a:p>
            <a:pPr lvl="2"/>
            <a:r>
              <a:rPr lang="en-US" dirty="0"/>
              <a:t>Pairwise ranking comparisons </a:t>
            </a:r>
            <a:r>
              <a:rPr lang="en-US" sz="1400" dirty="0"/>
              <a:t>(so </a:t>
            </a:r>
            <a:r>
              <a:rPr lang="en-US" sz="1400" dirty="0" err="1"/>
              <a:t>sánh</a:t>
            </a:r>
            <a:r>
              <a:rPr lang="en-US" sz="1400" dirty="0"/>
              <a:t> </a:t>
            </a:r>
            <a:r>
              <a:rPr lang="en-US" sz="1400" dirty="0" err="1"/>
              <a:t>xếp</a:t>
            </a:r>
            <a:r>
              <a:rPr lang="en-US" sz="1400" dirty="0"/>
              <a:t> </a:t>
            </a:r>
            <a:r>
              <a:rPr lang="en-US" sz="1400" dirty="0" err="1"/>
              <a:t>hạng</a:t>
            </a:r>
            <a:r>
              <a:rPr lang="en-US" sz="1400" dirty="0"/>
              <a:t> </a:t>
            </a:r>
            <a:r>
              <a:rPr lang="en-US" sz="1400" dirty="0" err="1"/>
              <a:t>theo</a:t>
            </a:r>
            <a:r>
              <a:rPr lang="en-US" sz="1400" dirty="0"/>
              <a:t> </a:t>
            </a:r>
            <a:r>
              <a:rPr lang="en-US" sz="1400" dirty="0" err="1"/>
              <a:t>cặp</a:t>
            </a:r>
            <a:r>
              <a:rPr lang="en-US" sz="1400" dirty="0"/>
              <a:t>)</a:t>
            </a:r>
            <a:r>
              <a:rPr lang="en-US" dirty="0"/>
              <a:t> can work efficiently with a small list of items like this.</a:t>
            </a:r>
          </a:p>
          <a:p>
            <a:pPr lvl="1"/>
            <a:r>
              <a:rPr lang="en-US" dirty="0"/>
              <a:t>Step 4: Elicit specific expectations for each attribute:</a:t>
            </a:r>
          </a:p>
          <a:p>
            <a:pPr lvl="2"/>
            <a:r>
              <a:rPr lang="en-US" dirty="0"/>
              <a:t>The comments users make during requirements elicitation supply some clues about the quality characteristics they have in mind for the product. </a:t>
            </a:r>
          </a:p>
          <a:p>
            <a:pPr lvl="1"/>
            <a:r>
              <a:rPr lang="en-US" dirty="0"/>
              <a:t>Step 5: Specify well-structured quality requirements:</a:t>
            </a:r>
          </a:p>
          <a:p>
            <a:pPr lvl="2"/>
            <a:r>
              <a:rPr lang="en-US" dirty="0"/>
              <a:t>When writing quality requirements, keep in mind the useful SMART mnemonic—make them </a:t>
            </a:r>
            <a:r>
              <a:rPr lang="en-US" i="1" dirty="0"/>
              <a:t>Specific</a:t>
            </a:r>
            <a:r>
              <a:rPr lang="en-US" dirty="0"/>
              <a:t>, </a:t>
            </a:r>
            <a:r>
              <a:rPr lang="en-US" i="1" dirty="0"/>
              <a:t>Measurable</a:t>
            </a:r>
            <a:r>
              <a:rPr lang="en-US" dirty="0"/>
              <a:t>, </a:t>
            </a:r>
            <a:r>
              <a:rPr lang="en-US" i="1" dirty="0"/>
              <a:t>Attainable</a:t>
            </a:r>
            <a:r>
              <a:rPr lang="en-US" dirty="0"/>
              <a:t>, </a:t>
            </a:r>
            <a:r>
              <a:rPr lang="en-US" i="1" dirty="0"/>
              <a:t>Relevant</a:t>
            </a:r>
            <a:r>
              <a:rPr lang="en-US" dirty="0"/>
              <a:t>, and </a:t>
            </a:r>
            <a:r>
              <a:rPr lang="en-US" i="1" dirty="0"/>
              <a:t>Time-sensitive</a:t>
            </a:r>
            <a:r>
              <a:rPr lang="en-US" dirty="0"/>
              <a:t>.</a:t>
            </a:r>
          </a:p>
          <a:p>
            <a:pPr lvl="2"/>
            <a:r>
              <a:rPr lang="en-US" dirty="0"/>
              <a:t>Quality requirements need to be measurable to establish a precise agreement on expectations among the BA, the customers, and the development team.</a:t>
            </a:r>
          </a:p>
          <a:p>
            <a:endParaRPr lang="en-US" dirty="0"/>
          </a:p>
        </p:txBody>
      </p:sp>
      <p:sp>
        <p:nvSpPr>
          <p:cNvPr id="2" name="Title 1"/>
          <p:cNvSpPr>
            <a:spLocks noGrp="1"/>
          </p:cNvSpPr>
          <p:nvPr>
            <p:ph type="title"/>
          </p:nvPr>
        </p:nvSpPr>
        <p:spPr>
          <a:xfrm>
            <a:off x="2819400" y="1"/>
            <a:ext cx="6324600" cy="1058862"/>
          </a:xfrm>
        </p:spPr>
        <p:txBody>
          <a:bodyPr/>
          <a:lstStyle/>
          <a:p>
            <a:r>
              <a:rPr lang="en-US" sz="3200" dirty="0"/>
              <a:t>Exploring quality attributes</a:t>
            </a:r>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Tree>
    <p:extLst>
      <p:ext uri="{BB962C8B-B14F-4D97-AF65-F5344CB8AC3E}">
        <p14:creationId xmlns:p14="http://schemas.microsoft.com/office/powerpoint/2010/main" val="3932525480"/>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External quality attributes: </a:t>
            </a:r>
          </a:p>
          <a:p>
            <a:pPr lvl="1"/>
            <a:r>
              <a:rPr lang="en-US" dirty="0"/>
              <a:t>External quality attributes describe characteristics that are observed when the software is executing. They profoundly influence the user experience and the user’s perception of system quality. It includes Availability, </a:t>
            </a:r>
            <a:r>
              <a:rPr lang="en-US" dirty="0" err="1"/>
              <a:t>Installability</a:t>
            </a:r>
            <a:r>
              <a:rPr lang="en-US" dirty="0"/>
              <a:t>, Integrity, Interoperability, Performance, Reliability, Robustness, Safety, Security, Usability,</a:t>
            </a:r>
          </a:p>
          <a:p>
            <a:pPr lvl="1"/>
            <a:r>
              <a:rPr lang="en-US" dirty="0"/>
              <a:t>Availability: </a:t>
            </a:r>
            <a:r>
              <a:rPr lang="en-US" sz="1600" dirty="0"/>
              <a:t>Availability is a measure of the planned up time during which the system’s services are available for use and fully operational. </a:t>
            </a:r>
            <a:endParaRPr lang="en-US" dirty="0"/>
          </a:p>
          <a:p>
            <a:pPr lvl="1"/>
            <a:r>
              <a:rPr lang="en-US" dirty="0" err="1"/>
              <a:t>Installability</a:t>
            </a:r>
            <a:r>
              <a:rPr lang="en-US" dirty="0"/>
              <a:t>: </a:t>
            </a:r>
            <a:r>
              <a:rPr lang="en-US" sz="1600" dirty="0"/>
              <a:t>Software is not useful until it is installed on the appropriate device or platform. </a:t>
            </a:r>
            <a:r>
              <a:rPr lang="en-US" sz="1600" dirty="0" err="1"/>
              <a:t>Installability</a:t>
            </a:r>
            <a:r>
              <a:rPr lang="en-US" sz="1600" dirty="0"/>
              <a:t> describes how easy is it to perform these operations correctly.</a:t>
            </a:r>
            <a:r>
              <a:rPr lang="en-US" dirty="0"/>
              <a:t> </a:t>
            </a:r>
          </a:p>
          <a:p>
            <a:pPr lvl="2"/>
            <a:r>
              <a:rPr lang="en-US" dirty="0"/>
              <a:t>Initial installation</a:t>
            </a:r>
          </a:p>
          <a:p>
            <a:pPr lvl="2"/>
            <a:r>
              <a:rPr lang="en-US" dirty="0"/>
              <a:t>Recovery from an incomplete, incorrect, or user-aborted installation</a:t>
            </a:r>
          </a:p>
          <a:p>
            <a:pPr lvl="2"/>
            <a:r>
              <a:rPr lang="en-US" dirty="0"/>
              <a:t>Reinstallation of the same version</a:t>
            </a:r>
          </a:p>
          <a:p>
            <a:pPr lvl="2"/>
            <a:r>
              <a:rPr lang="en-US" dirty="0"/>
              <a:t>Installation of a new version</a:t>
            </a:r>
          </a:p>
          <a:p>
            <a:pPr lvl="2"/>
            <a:r>
              <a:rPr lang="en-US" dirty="0"/>
              <a:t>Reverting to a previous version</a:t>
            </a:r>
          </a:p>
          <a:p>
            <a:pPr lvl="2"/>
            <a:r>
              <a:rPr lang="en-US" dirty="0"/>
              <a:t>Installation of additional components or updates</a:t>
            </a:r>
          </a:p>
          <a:p>
            <a:pPr lvl="2"/>
            <a:r>
              <a:rPr lang="en-US" dirty="0"/>
              <a:t>Uninstallation</a:t>
            </a:r>
          </a:p>
          <a:p>
            <a:pPr lvl="2"/>
            <a:endParaRPr lang="en-US" dirty="0"/>
          </a:p>
        </p:txBody>
      </p:sp>
      <p:sp>
        <p:nvSpPr>
          <p:cNvPr id="2" name="Title 1"/>
          <p:cNvSpPr>
            <a:spLocks noGrp="1"/>
          </p:cNvSpPr>
          <p:nvPr>
            <p:ph type="title"/>
          </p:nvPr>
        </p:nvSpPr>
        <p:spPr>
          <a:xfrm>
            <a:off x="2819400" y="27105"/>
            <a:ext cx="6324600" cy="1115895"/>
          </a:xfrm>
        </p:spPr>
        <p:txBody>
          <a:bodyPr/>
          <a:lstStyle/>
          <a:p>
            <a:r>
              <a:rPr lang="en-US" sz="3200" dirty="0"/>
              <a:t>Defining quality requirements</a:t>
            </a:r>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Tree>
    <p:extLst>
      <p:ext uri="{BB962C8B-B14F-4D97-AF65-F5344CB8AC3E}">
        <p14:creationId xmlns:p14="http://schemas.microsoft.com/office/powerpoint/2010/main" val="2795225075"/>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3211286"/>
          </a:xfrm>
        </p:spPr>
        <p:txBody>
          <a:bodyPr>
            <a:normAutofit fontScale="92500" lnSpcReduction="20000"/>
          </a:bodyPr>
          <a:lstStyle/>
          <a:p>
            <a:r>
              <a:rPr lang="en-US" dirty="0"/>
              <a:t>External quality attributes: </a:t>
            </a:r>
          </a:p>
          <a:p>
            <a:pPr lvl="1"/>
            <a:r>
              <a:rPr lang="en-US" dirty="0"/>
              <a:t>Integrity: </a:t>
            </a:r>
            <a:r>
              <a:rPr lang="en-US" sz="1800" dirty="0"/>
              <a:t>Integrity deals with preventing information loss and preserving the correctness of data entered into the system. Integrity requirements have no tolerance </a:t>
            </a:r>
            <a:r>
              <a:rPr lang="en-US" sz="1400" dirty="0"/>
              <a:t>(</a:t>
            </a:r>
            <a:r>
              <a:rPr lang="en-US" sz="1400" dirty="0" err="1"/>
              <a:t>bao</a:t>
            </a:r>
            <a:r>
              <a:rPr lang="en-US" sz="1400" dirty="0"/>
              <a:t> dung)</a:t>
            </a:r>
            <a:r>
              <a:rPr lang="en-US" sz="1800" dirty="0"/>
              <a:t> for error: the data is either in good shape and protected, or it is not.</a:t>
            </a:r>
            <a:r>
              <a:rPr lang="en-US" dirty="0"/>
              <a:t> </a:t>
            </a:r>
          </a:p>
          <a:p>
            <a:pPr lvl="1"/>
            <a:r>
              <a:rPr lang="en-US" dirty="0"/>
              <a:t>Interoperability: </a:t>
            </a:r>
            <a:r>
              <a:rPr lang="en-US" sz="1800" dirty="0"/>
              <a:t>Interoperability indicates how readily the system can exchange data and services with other software systems and how easily it can integrate with external hardware devices. To assess interoperability, you need to know which other applications the users will employ in conjunction with your product and what data they expect to exchange. </a:t>
            </a:r>
            <a:endParaRPr lang="en-US" dirty="0"/>
          </a:p>
          <a:p>
            <a:pPr lvl="1"/>
            <a:r>
              <a:rPr lang="en-US" dirty="0"/>
              <a:t>Performance: </a:t>
            </a:r>
            <a:r>
              <a:rPr lang="en-US" sz="1800" dirty="0"/>
              <a:t>Performance represents the responsiveness of the system to various user inquiries </a:t>
            </a:r>
            <a:r>
              <a:rPr lang="en-US" sz="1400" dirty="0"/>
              <a:t>(</a:t>
            </a:r>
            <a:r>
              <a:rPr lang="en-US" sz="1400" dirty="0" err="1"/>
              <a:t>yêu</a:t>
            </a:r>
            <a:r>
              <a:rPr lang="en-US" sz="1400" dirty="0"/>
              <a:t> </a:t>
            </a:r>
            <a:r>
              <a:rPr lang="en-US" sz="1400" dirty="0" err="1"/>
              <a:t>cầu</a:t>
            </a:r>
            <a:r>
              <a:rPr lang="en-US" sz="1400" dirty="0"/>
              <a:t>)</a:t>
            </a:r>
            <a:r>
              <a:rPr lang="en-US" sz="1800" dirty="0"/>
              <a:t> and actions, but it encompasses much more than that. </a:t>
            </a:r>
            <a:endParaRPr lang="en-US" dirty="0"/>
          </a:p>
        </p:txBody>
      </p:sp>
      <p:sp>
        <p:nvSpPr>
          <p:cNvPr id="2" name="Title 1"/>
          <p:cNvSpPr>
            <a:spLocks noGrp="1"/>
          </p:cNvSpPr>
          <p:nvPr>
            <p:ph type="title"/>
          </p:nvPr>
        </p:nvSpPr>
        <p:spPr>
          <a:xfrm>
            <a:off x="2819400" y="27105"/>
            <a:ext cx="6324600" cy="1115895"/>
          </a:xfrm>
        </p:spPr>
        <p:txBody>
          <a:bodyPr/>
          <a:lstStyle/>
          <a:p>
            <a:r>
              <a:rPr lang="en-US" sz="3200" dirty="0"/>
              <a:t>Defining quality requirements</a:t>
            </a:r>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pic>
        <p:nvPicPr>
          <p:cNvPr id="6" name="Picture 5"/>
          <p:cNvPicPr>
            <a:picLocks noChangeAspect="1"/>
          </p:cNvPicPr>
          <p:nvPr/>
        </p:nvPicPr>
        <p:blipFill>
          <a:blip r:embed="rId3"/>
          <a:stretch>
            <a:fillRect/>
          </a:stretch>
        </p:blipFill>
        <p:spPr>
          <a:xfrm>
            <a:off x="3148919" y="4064000"/>
            <a:ext cx="5400675" cy="2276475"/>
          </a:xfrm>
          <a:prstGeom prst="rect">
            <a:avLst/>
          </a:prstGeom>
        </p:spPr>
      </p:pic>
    </p:spTree>
    <p:extLst>
      <p:ext uri="{BB962C8B-B14F-4D97-AF65-F5344CB8AC3E}">
        <p14:creationId xmlns:p14="http://schemas.microsoft.com/office/powerpoint/2010/main" val="2765779708"/>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lstStyle/>
          <a:p>
            <a:r>
              <a:rPr lang="en-US" dirty="0"/>
              <a:t>External quality attributes: </a:t>
            </a:r>
          </a:p>
          <a:p>
            <a:pPr lvl="1"/>
            <a:r>
              <a:rPr lang="en-US" dirty="0"/>
              <a:t>Reliability: </a:t>
            </a:r>
            <a:r>
              <a:rPr lang="en-US" sz="1800" dirty="0"/>
              <a:t>The probability of the software executing without failure for a specific period of time is known as reliability. Reliability problems can occur because of improper inputs, errors in the software code itself, components that are not available when needed, and hardware failures. </a:t>
            </a:r>
            <a:endParaRPr lang="en-US" dirty="0"/>
          </a:p>
          <a:p>
            <a:pPr lvl="1"/>
            <a:r>
              <a:rPr lang="en-US" dirty="0"/>
              <a:t>Robustness: </a:t>
            </a:r>
            <a:r>
              <a:rPr lang="en-US" sz="1800" dirty="0"/>
              <a:t>Robustness is the degree to which a system continues to function properly when confronted with invalid inputs, defects in connected software or hardware components, external attack, or unexpected operating conditions. Robust software recovers gracefully </a:t>
            </a:r>
            <a:r>
              <a:rPr lang="en-US" sz="1600" dirty="0"/>
              <a:t>(</a:t>
            </a:r>
            <a:r>
              <a:rPr lang="en-US" sz="1600" dirty="0" err="1"/>
              <a:t>mềm</a:t>
            </a:r>
            <a:r>
              <a:rPr lang="en-US" sz="1600" dirty="0"/>
              <a:t> </a:t>
            </a:r>
            <a:r>
              <a:rPr lang="en-US" sz="1600" dirty="0" err="1"/>
              <a:t>mại</a:t>
            </a:r>
            <a:r>
              <a:rPr lang="en-US" sz="1600" dirty="0"/>
              <a:t>) </a:t>
            </a:r>
            <a:r>
              <a:rPr lang="en-US" sz="1800" dirty="0"/>
              <a:t>from problem situations and is forgiving of </a:t>
            </a:r>
            <a:r>
              <a:rPr lang="en-US" sz="1600" dirty="0"/>
              <a:t>(</a:t>
            </a:r>
            <a:r>
              <a:rPr lang="en-US" sz="1600" dirty="0" err="1"/>
              <a:t>bỏ</a:t>
            </a:r>
            <a:r>
              <a:rPr lang="en-US" sz="1600" dirty="0"/>
              <a:t> qua)</a:t>
            </a:r>
            <a:r>
              <a:rPr lang="en-US" sz="1800" dirty="0"/>
              <a:t> user mistakes. </a:t>
            </a:r>
            <a:endParaRPr lang="en-US" dirty="0"/>
          </a:p>
          <a:p>
            <a:pPr lvl="1"/>
            <a:r>
              <a:rPr lang="en-US" dirty="0"/>
              <a:t>Safety: </a:t>
            </a:r>
            <a:r>
              <a:rPr lang="en-US" sz="1800" dirty="0"/>
              <a:t>Safety requirements deal with the need to prevent a system from doing any injury </a:t>
            </a:r>
            <a:r>
              <a:rPr lang="en-US" sz="1400" dirty="0"/>
              <a:t>(</a:t>
            </a:r>
            <a:r>
              <a:rPr lang="en-US" sz="1400" dirty="0" err="1"/>
              <a:t>gây</a:t>
            </a:r>
            <a:r>
              <a:rPr lang="en-US" sz="1400" dirty="0"/>
              <a:t> </a:t>
            </a:r>
            <a:r>
              <a:rPr lang="en-US" sz="1400" dirty="0" err="1"/>
              <a:t>thương</a:t>
            </a:r>
            <a:r>
              <a:rPr lang="en-US" sz="1400" dirty="0"/>
              <a:t> </a:t>
            </a:r>
            <a:r>
              <a:rPr lang="en-US" sz="1400" dirty="0" err="1"/>
              <a:t>tích</a:t>
            </a:r>
            <a:r>
              <a:rPr lang="en-US" sz="1400" dirty="0"/>
              <a:t>) </a:t>
            </a:r>
            <a:r>
              <a:rPr lang="en-US" sz="1800" dirty="0"/>
              <a:t>to people or damage to property</a:t>
            </a:r>
            <a:r>
              <a:rPr lang="en-US" sz="1400" dirty="0"/>
              <a:t> (</a:t>
            </a:r>
            <a:r>
              <a:rPr lang="en-US" sz="1400" dirty="0" err="1"/>
              <a:t>tài</a:t>
            </a:r>
            <a:r>
              <a:rPr lang="en-US" sz="1400" dirty="0"/>
              <a:t> </a:t>
            </a:r>
            <a:r>
              <a:rPr lang="en-US" sz="1400" dirty="0" err="1"/>
              <a:t>sản</a:t>
            </a:r>
            <a:r>
              <a:rPr lang="en-US" sz="1400" dirty="0"/>
              <a:t>)</a:t>
            </a:r>
            <a:r>
              <a:rPr lang="en-US" sz="1800" dirty="0"/>
              <a:t>. Safety requirements might be dictated by government regulations or other business rules, and legal or certification issues could be associated with satisfying such requirements. Safety requirements frequently are written in the form of conditions or actions the system must not allow to occur.</a:t>
            </a:r>
            <a:endParaRPr lang="en-US" dirty="0"/>
          </a:p>
        </p:txBody>
      </p:sp>
      <p:sp>
        <p:nvSpPr>
          <p:cNvPr id="2" name="Title 1"/>
          <p:cNvSpPr>
            <a:spLocks noGrp="1"/>
          </p:cNvSpPr>
          <p:nvPr>
            <p:ph type="title"/>
          </p:nvPr>
        </p:nvSpPr>
        <p:spPr>
          <a:xfrm>
            <a:off x="2819400" y="27105"/>
            <a:ext cx="6324600" cy="1115895"/>
          </a:xfrm>
        </p:spPr>
        <p:txBody>
          <a:bodyPr/>
          <a:lstStyle/>
          <a:p>
            <a:r>
              <a:rPr lang="en-US" sz="3200" dirty="0"/>
              <a:t>Defining quality requirements</a:t>
            </a:r>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3495222256"/>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4111171"/>
          </a:xfrm>
        </p:spPr>
        <p:txBody>
          <a:bodyPr/>
          <a:lstStyle/>
          <a:p>
            <a:r>
              <a:rPr lang="en-US" dirty="0"/>
              <a:t>External quality attributes: </a:t>
            </a:r>
          </a:p>
          <a:p>
            <a:pPr lvl="1"/>
            <a:r>
              <a:rPr lang="en-US" dirty="0"/>
              <a:t>Security: </a:t>
            </a:r>
            <a:r>
              <a:rPr lang="en-US" sz="1800" dirty="0"/>
              <a:t>Security deals with blocking unauthorized access to system functions or data, ensuring that the software is protected from malware attacks, and so on. Security is a major issue with Internet software. Users of e-commerce systems want their credit card information to be secure. Web surfers don’t want personal information or a record of the sites they visit to be used inappropriately. . </a:t>
            </a:r>
            <a:endParaRPr lang="en-US" dirty="0"/>
          </a:p>
          <a:p>
            <a:pPr lvl="1" algn="l"/>
            <a:r>
              <a:rPr lang="en-US" dirty="0"/>
              <a:t>Usability: U</a:t>
            </a:r>
            <a:r>
              <a:rPr lang="en-US" sz="1800" dirty="0"/>
              <a:t>sability is often called as </a:t>
            </a:r>
            <a:r>
              <a:rPr lang="en-US" sz="1800" i="1" dirty="0"/>
              <a:t>user-friendliness, ease of use</a:t>
            </a:r>
            <a:r>
              <a:rPr lang="en-US" sz="1800" dirty="0"/>
              <a:t>, and </a:t>
            </a:r>
            <a:r>
              <a:rPr lang="en-US" sz="1800" i="1" dirty="0"/>
              <a:t>human engineering</a:t>
            </a:r>
            <a:r>
              <a:rPr lang="en-US" sz="1800" dirty="0"/>
              <a:t>. Usability </a:t>
            </a:r>
            <a:br>
              <a:rPr lang="en-US" sz="1800" dirty="0"/>
            </a:br>
            <a:r>
              <a:rPr lang="en-US" sz="1800" dirty="0"/>
              <a:t>measures the effort </a:t>
            </a:r>
            <a:br>
              <a:rPr lang="en-US" sz="1800" dirty="0"/>
            </a:br>
            <a:r>
              <a:rPr lang="en-US" sz="1800" dirty="0"/>
              <a:t>required to prepare </a:t>
            </a:r>
            <a:br>
              <a:rPr lang="en-US" sz="1800" dirty="0"/>
            </a:br>
            <a:r>
              <a:rPr lang="en-US" sz="1800" dirty="0"/>
              <a:t>input for a system, </a:t>
            </a:r>
            <a:br>
              <a:rPr lang="en-US" sz="1800" dirty="0"/>
            </a:br>
            <a:r>
              <a:rPr lang="en-US" sz="1800" dirty="0"/>
              <a:t>operate it, and </a:t>
            </a:r>
            <a:br>
              <a:rPr lang="en-US" sz="1800" dirty="0"/>
            </a:br>
            <a:r>
              <a:rPr lang="en-US" sz="1800" dirty="0"/>
              <a:t>interpret its outputs.</a:t>
            </a:r>
          </a:p>
        </p:txBody>
      </p:sp>
      <p:sp>
        <p:nvSpPr>
          <p:cNvPr id="2" name="Title 1"/>
          <p:cNvSpPr>
            <a:spLocks noGrp="1"/>
          </p:cNvSpPr>
          <p:nvPr>
            <p:ph type="title"/>
          </p:nvPr>
        </p:nvSpPr>
        <p:spPr>
          <a:xfrm>
            <a:off x="2819400" y="27105"/>
            <a:ext cx="6324600" cy="1115895"/>
          </a:xfrm>
        </p:spPr>
        <p:txBody>
          <a:bodyPr/>
          <a:lstStyle/>
          <a:p>
            <a:r>
              <a:rPr lang="en-US" sz="3200" dirty="0"/>
              <a:t>Defining quality requirements</a:t>
            </a:r>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pic>
        <p:nvPicPr>
          <p:cNvPr id="6" name="Picture 5"/>
          <p:cNvPicPr>
            <a:picLocks noChangeAspect="1"/>
          </p:cNvPicPr>
          <p:nvPr/>
        </p:nvPicPr>
        <p:blipFill>
          <a:blip r:embed="rId2"/>
          <a:stretch>
            <a:fillRect/>
          </a:stretch>
        </p:blipFill>
        <p:spPr>
          <a:xfrm>
            <a:off x="3386555" y="3740417"/>
            <a:ext cx="5757445" cy="2612250"/>
          </a:xfrm>
          <a:prstGeom prst="rect">
            <a:avLst/>
          </a:prstGeom>
        </p:spPr>
      </p:pic>
    </p:spTree>
    <p:extLst>
      <p:ext uri="{BB962C8B-B14F-4D97-AF65-F5344CB8AC3E}">
        <p14:creationId xmlns:p14="http://schemas.microsoft.com/office/powerpoint/2010/main" val="2737921142"/>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Internal quality attributes </a:t>
            </a:r>
          </a:p>
          <a:p>
            <a:pPr lvl="1"/>
            <a:r>
              <a:rPr lang="en-US" dirty="0"/>
              <a:t>Internal quality attributes are not directly observable during execution of the software. They are properties that a developer or maintainer perceives while looking at the design or code to modify it, reuse it, or move it to another platform. </a:t>
            </a:r>
          </a:p>
          <a:p>
            <a:pPr lvl="1"/>
            <a:r>
              <a:rPr lang="en-US" dirty="0"/>
              <a:t>Some internal quality attributes: Efficiency, Modifiability, Portability, Reusability, Scalability, Verifiability.</a:t>
            </a:r>
          </a:p>
          <a:p>
            <a:pPr lvl="1"/>
            <a:r>
              <a:rPr lang="en-US" dirty="0"/>
              <a:t>Efficiency: </a:t>
            </a:r>
            <a:r>
              <a:rPr lang="en-US" sz="2000" dirty="0"/>
              <a:t>Efficiency is closely related to the external quality attribute of performance. Efficiency is a measure of how well the system utilizes processor capacity, disk space, memory, or communication bandwidth. If a system consumes too much of the available resources, users will encounter degraded </a:t>
            </a:r>
            <a:r>
              <a:rPr lang="en-US" sz="1600" dirty="0"/>
              <a:t>(</a:t>
            </a:r>
            <a:r>
              <a:rPr lang="en-US" sz="1600" dirty="0" err="1"/>
              <a:t>sụt</a:t>
            </a:r>
            <a:r>
              <a:rPr lang="en-US" sz="1600" dirty="0"/>
              <a:t> </a:t>
            </a:r>
            <a:r>
              <a:rPr lang="en-US" sz="1600" dirty="0" err="1"/>
              <a:t>giảm</a:t>
            </a:r>
            <a:r>
              <a:rPr lang="en-US" sz="1600" dirty="0"/>
              <a:t>) </a:t>
            </a:r>
            <a:r>
              <a:rPr lang="en-US" sz="2000" dirty="0"/>
              <a:t>performance.</a:t>
            </a:r>
            <a:endParaRPr lang="en-US" sz="2800" dirty="0"/>
          </a:p>
        </p:txBody>
      </p:sp>
      <p:sp>
        <p:nvSpPr>
          <p:cNvPr id="2" name="Title 1"/>
          <p:cNvSpPr>
            <a:spLocks noGrp="1"/>
          </p:cNvSpPr>
          <p:nvPr>
            <p:ph type="title"/>
          </p:nvPr>
        </p:nvSpPr>
        <p:spPr>
          <a:xfrm>
            <a:off x="2819400" y="27105"/>
            <a:ext cx="6324600" cy="1115895"/>
          </a:xfrm>
        </p:spPr>
        <p:txBody>
          <a:bodyPr/>
          <a:lstStyle/>
          <a:p>
            <a:r>
              <a:rPr lang="en-US" sz="3200" dirty="0"/>
              <a:t>Defining quality requirements</a:t>
            </a:r>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992675773"/>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Internal quality attributes </a:t>
            </a:r>
          </a:p>
          <a:p>
            <a:pPr lvl="1"/>
            <a:r>
              <a:rPr lang="en-US" dirty="0"/>
              <a:t>Modifiability: </a:t>
            </a:r>
            <a:r>
              <a:rPr lang="en-US" sz="1800" dirty="0"/>
              <a:t>Modifiability addresses how easily the software designs and code can be understood, changed, and extended. Modifiability encompasses several other quality attribute terms that relate to different forms of software maintenance. If developers anticipate making many enhancements, they can choose design approaches that maximize the software’s modifiability.</a:t>
            </a:r>
          </a:p>
          <a:p>
            <a:pPr lvl="1"/>
            <a:r>
              <a:rPr lang="en-US" dirty="0"/>
              <a:t>Portability: </a:t>
            </a:r>
            <a:r>
              <a:rPr lang="en-US" sz="1800" dirty="0"/>
              <a:t>The effort needed to migrate software from one operating environment to another is a measure of portability. Portability has become increasingly important as applications must run in multiple environments, such as Windows, Mac, and Linux; iOS and Android; and PCs, tablets, and phones. Data portability requirements are also important.</a:t>
            </a:r>
            <a:endParaRPr lang="en-US" dirty="0"/>
          </a:p>
          <a:p>
            <a:pPr lvl="1"/>
            <a:r>
              <a:rPr lang="en-US" dirty="0"/>
              <a:t>Reusability: </a:t>
            </a:r>
            <a:r>
              <a:rPr lang="en-US" sz="1900" dirty="0"/>
              <a:t>Reusability indicates the relative effort required to convert a software component for use in other applications. Reusable software must be modular, well documented, independent of a specific application and operating environment,... Numerous project artifacts offer the potential for reuse, including requirements, architectures, designs, code, tests, business rules, data models, user class descriptions, stakeholder profiles, and glossary terms.</a:t>
            </a:r>
            <a:endParaRPr lang="en-US" dirty="0"/>
          </a:p>
        </p:txBody>
      </p:sp>
      <p:sp>
        <p:nvSpPr>
          <p:cNvPr id="2" name="Title 1"/>
          <p:cNvSpPr>
            <a:spLocks noGrp="1"/>
          </p:cNvSpPr>
          <p:nvPr>
            <p:ph type="title"/>
          </p:nvPr>
        </p:nvSpPr>
        <p:spPr>
          <a:xfrm>
            <a:off x="2819400" y="27105"/>
            <a:ext cx="6324600" cy="1115895"/>
          </a:xfrm>
        </p:spPr>
        <p:txBody>
          <a:bodyPr/>
          <a:lstStyle/>
          <a:p>
            <a:r>
              <a:rPr lang="en-US" sz="3200" dirty="0"/>
              <a:t>Defining quality requirements</a:t>
            </a:r>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Tree>
    <p:extLst>
      <p:ext uri="{BB962C8B-B14F-4D97-AF65-F5344CB8AC3E}">
        <p14:creationId xmlns:p14="http://schemas.microsoft.com/office/powerpoint/2010/main" val="1206872990"/>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Internal quality attributes </a:t>
            </a:r>
          </a:p>
          <a:p>
            <a:pPr lvl="1"/>
            <a:r>
              <a:rPr lang="en-US" dirty="0"/>
              <a:t>Scalability: </a:t>
            </a:r>
            <a:r>
              <a:rPr lang="en-US" sz="2000" dirty="0"/>
              <a:t>Scalability requirements address the ability of the application to grow to accommodate </a:t>
            </a:r>
            <a:r>
              <a:rPr lang="en-US" sz="1800" dirty="0"/>
              <a:t>(</a:t>
            </a:r>
            <a:r>
              <a:rPr lang="en-US" sz="1800" dirty="0" err="1"/>
              <a:t>phù</a:t>
            </a:r>
            <a:r>
              <a:rPr lang="en-US" sz="1800" dirty="0"/>
              <a:t> </a:t>
            </a:r>
            <a:r>
              <a:rPr lang="en-US" sz="1800" dirty="0" err="1"/>
              <a:t>hợp</a:t>
            </a:r>
            <a:r>
              <a:rPr lang="en-US" sz="1800" dirty="0"/>
              <a:t> </a:t>
            </a:r>
            <a:r>
              <a:rPr lang="en-US" sz="1800" dirty="0" err="1"/>
              <a:t>với</a:t>
            </a:r>
            <a:r>
              <a:rPr lang="en-US" sz="1800" dirty="0"/>
              <a:t>) </a:t>
            </a:r>
            <a:r>
              <a:rPr lang="en-US" sz="2000" dirty="0"/>
              <a:t>more users, data, servers, geographic locations, transactions, network traffic, searches, and other services without compromising </a:t>
            </a:r>
            <a:r>
              <a:rPr lang="en-US" sz="1800" dirty="0"/>
              <a:t>(</a:t>
            </a:r>
            <a:r>
              <a:rPr lang="en-US" sz="1800" dirty="0" err="1"/>
              <a:t>ko</a:t>
            </a:r>
            <a:r>
              <a:rPr lang="en-US" sz="1800" dirty="0"/>
              <a:t> </a:t>
            </a:r>
            <a:r>
              <a:rPr lang="en-US" sz="1800" dirty="0" err="1"/>
              <a:t>ảnh</a:t>
            </a:r>
            <a:r>
              <a:rPr lang="en-US" sz="1800" dirty="0"/>
              <a:t> </a:t>
            </a:r>
            <a:r>
              <a:rPr lang="en-US" sz="1800" dirty="0" err="1"/>
              <a:t>hưởng</a:t>
            </a:r>
            <a:r>
              <a:rPr lang="en-US" sz="1800" dirty="0"/>
              <a:t>) </a:t>
            </a:r>
            <a:r>
              <a:rPr lang="en-US" sz="2000" dirty="0"/>
              <a:t>performance or correctness</a:t>
            </a:r>
            <a:r>
              <a:rPr lang="en-US" sz="2800" dirty="0"/>
              <a:t>. </a:t>
            </a:r>
            <a:r>
              <a:rPr lang="en-US" sz="2000" dirty="0"/>
              <a:t>Scalability has both hardware and software implications. </a:t>
            </a:r>
            <a:endParaRPr lang="en-US" dirty="0"/>
          </a:p>
          <a:p>
            <a:pPr lvl="1"/>
            <a:r>
              <a:rPr lang="en-US" dirty="0"/>
              <a:t>Verifiability: </a:t>
            </a:r>
            <a:r>
              <a:rPr lang="en-US" sz="2000" dirty="0"/>
              <a:t>Verifiability refers to how well software components or the integrated product can be evaluated to demonstrate whether the system functions as expected. Systems with high verifiability can be tested both effectively </a:t>
            </a:r>
            <a:r>
              <a:rPr lang="en-US" sz="1800" dirty="0"/>
              <a:t>(</a:t>
            </a:r>
            <a:r>
              <a:rPr lang="en-US" sz="1800" dirty="0" err="1"/>
              <a:t>hiệu</a:t>
            </a:r>
            <a:r>
              <a:rPr lang="en-US" sz="1800" dirty="0"/>
              <a:t> </a:t>
            </a:r>
            <a:r>
              <a:rPr lang="en-US" sz="1800" dirty="0" err="1"/>
              <a:t>quả</a:t>
            </a:r>
            <a:r>
              <a:rPr lang="en-US" sz="1800" dirty="0"/>
              <a:t> </a:t>
            </a:r>
            <a:r>
              <a:rPr lang="en-US" sz="1800" dirty="0" err="1"/>
              <a:t>công</a:t>
            </a:r>
            <a:r>
              <a:rPr lang="en-US" sz="1800" dirty="0"/>
              <a:t> </a:t>
            </a:r>
            <a:r>
              <a:rPr lang="en-US" sz="1800" dirty="0" err="1"/>
              <a:t>việc</a:t>
            </a:r>
            <a:r>
              <a:rPr lang="en-US" sz="1800" dirty="0"/>
              <a:t>) </a:t>
            </a:r>
            <a:r>
              <a:rPr lang="en-US" sz="2000" dirty="0"/>
              <a:t>and efficiently </a:t>
            </a:r>
            <a:r>
              <a:rPr lang="en-US" sz="1800" dirty="0"/>
              <a:t>(</a:t>
            </a:r>
            <a:r>
              <a:rPr lang="en-US" sz="1800" dirty="0" err="1"/>
              <a:t>hiệu</a:t>
            </a:r>
            <a:r>
              <a:rPr lang="en-US" sz="1800" dirty="0"/>
              <a:t> </a:t>
            </a:r>
            <a:r>
              <a:rPr lang="en-US" sz="1800" dirty="0" err="1"/>
              <a:t>quả</a:t>
            </a:r>
            <a:r>
              <a:rPr lang="en-US" sz="1800" dirty="0"/>
              <a:t> </a:t>
            </a:r>
            <a:r>
              <a:rPr lang="en-US" sz="1800" dirty="0" err="1"/>
              <a:t>về</a:t>
            </a:r>
            <a:r>
              <a:rPr lang="en-US" sz="1800" dirty="0"/>
              <a:t> </a:t>
            </a:r>
            <a:r>
              <a:rPr lang="en-US" sz="1800" dirty="0" err="1"/>
              <a:t>kinh</a:t>
            </a:r>
            <a:r>
              <a:rPr lang="en-US" sz="1800" dirty="0"/>
              <a:t> </a:t>
            </a:r>
            <a:r>
              <a:rPr lang="en-US" sz="1800" dirty="0" err="1"/>
              <a:t>tế</a:t>
            </a:r>
            <a:r>
              <a:rPr lang="en-US" sz="1800" dirty="0"/>
              <a:t>)</a:t>
            </a:r>
            <a:r>
              <a:rPr lang="en-US" sz="2000" dirty="0"/>
              <a:t>. Designing software for verifiability means making it easy to place the software into the desired pretest state, to provide the necessary test data, and to observe the result of the test. </a:t>
            </a:r>
          </a:p>
        </p:txBody>
      </p:sp>
      <p:sp>
        <p:nvSpPr>
          <p:cNvPr id="2" name="Title 1"/>
          <p:cNvSpPr>
            <a:spLocks noGrp="1"/>
          </p:cNvSpPr>
          <p:nvPr>
            <p:ph type="title"/>
          </p:nvPr>
        </p:nvSpPr>
        <p:spPr>
          <a:xfrm>
            <a:off x="2819400" y="27105"/>
            <a:ext cx="6324600" cy="1115895"/>
          </a:xfrm>
        </p:spPr>
        <p:txBody>
          <a:bodyPr/>
          <a:lstStyle/>
          <a:p>
            <a:r>
              <a:rPr lang="en-US" sz="3200" dirty="0"/>
              <a:t>Defining quality requirements</a:t>
            </a:r>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Tree>
    <p:extLst>
      <p:ext uri="{BB962C8B-B14F-4D97-AF65-F5344CB8AC3E}">
        <p14:creationId xmlns:p14="http://schemas.microsoft.com/office/powerpoint/2010/main" val="4288588192"/>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Definition: </a:t>
            </a:r>
            <a:r>
              <a:rPr lang="en-US" dirty="0" err="1"/>
              <a:t>Planguage</a:t>
            </a:r>
            <a:r>
              <a:rPr lang="en-US" dirty="0"/>
              <a:t>, a language with a rich set of keywords that permits precise  statements of quality attributes and other project goals (Simmons 2001). </a:t>
            </a:r>
          </a:p>
          <a:p>
            <a:r>
              <a:rPr lang="en-US" dirty="0"/>
              <a:t>Purpose: address the problem of ambiguous and incomplete nonfunctional requirements.</a:t>
            </a:r>
          </a:p>
          <a:p>
            <a:r>
              <a:rPr lang="en-US" dirty="0"/>
              <a:t>Example: “At least 95 percent of the time, the  system shall take no more than 8 seconds to display any of the predefined accounting reports.” </a:t>
            </a:r>
          </a:p>
        </p:txBody>
      </p:sp>
      <p:sp>
        <p:nvSpPr>
          <p:cNvPr id="2" name="Title 1"/>
          <p:cNvSpPr>
            <a:spLocks noGrp="1"/>
          </p:cNvSpPr>
          <p:nvPr>
            <p:ph type="title"/>
          </p:nvPr>
        </p:nvSpPr>
        <p:spPr>
          <a:xfrm>
            <a:off x="2819400" y="27105"/>
            <a:ext cx="6324600" cy="1115895"/>
          </a:xfrm>
        </p:spPr>
        <p:txBody>
          <a:bodyPr>
            <a:normAutofit/>
          </a:bodyPr>
          <a:lstStyle/>
          <a:p>
            <a:r>
              <a:rPr lang="en-US" sz="3200" dirty="0"/>
              <a:t>Specifying quality requirements with </a:t>
            </a:r>
            <a:r>
              <a:rPr lang="en-US" sz="3200" dirty="0" err="1"/>
              <a:t>Planguage</a:t>
            </a:r>
            <a:endParaRPr lang="en-US" sz="3200" dirty="0"/>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spTree>
    <p:extLst>
      <p:ext uri="{BB962C8B-B14F-4D97-AF65-F5344CB8AC3E}">
        <p14:creationId xmlns:p14="http://schemas.microsoft.com/office/powerpoint/2010/main" val="124226689"/>
      </p:ext>
    </p:extLst>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3829" y="1190171"/>
            <a:ext cx="8636000" cy="5172529"/>
          </a:xfrm>
        </p:spPr>
        <p:txBody>
          <a:bodyPr>
            <a:normAutofit fontScale="70000" lnSpcReduction="20000"/>
          </a:bodyPr>
          <a:lstStyle/>
          <a:p>
            <a:r>
              <a:rPr lang="en-US" b="1" dirty="0"/>
              <a:t>TAG</a:t>
            </a:r>
            <a:r>
              <a:rPr lang="en-US" dirty="0"/>
              <a:t> </a:t>
            </a:r>
            <a:r>
              <a:rPr lang="en-US" dirty="0" err="1"/>
              <a:t>Performance.Report.ResponseTime</a:t>
            </a:r>
            <a:r>
              <a:rPr lang="en-US" dirty="0"/>
              <a:t> </a:t>
            </a:r>
          </a:p>
          <a:p>
            <a:r>
              <a:rPr lang="en-US" b="1" dirty="0"/>
              <a:t>AMBITION</a:t>
            </a:r>
            <a:r>
              <a:rPr lang="en-US" dirty="0"/>
              <a:t> Fast response time to generate accounting reports on the base user platform. </a:t>
            </a:r>
          </a:p>
          <a:p>
            <a:r>
              <a:rPr lang="en-US" b="1" dirty="0"/>
              <a:t>SCALE</a:t>
            </a:r>
            <a:r>
              <a:rPr lang="en-US" dirty="0"/>
              <a:t> </a:t>
            </a:r>
            <a:r>
              <a:rPr lang="en-US" sz="2000" dirty="0"/>
              <a:t>(thang </a:t>
            </a:r>
            <a:r>
              <a:rPr lang="en-US" sz="2000" dirty="0" err="1"/>
              <a:t>đo</a:t>
            </a:r>
            <a:r>
              <a:rPr lang="en-US" sz="2000" dirty="0"/>
              <a:t>) </a:t>
            </a:r>
            <a:r>
              <a:rPr lang="en-US" dirty="0"/>
              <a:t>Seconds of elapsed time </a:t>
            </a:r>
            <a:r>
              <a:rPr lang="en-US" sz="2300" dirty="0"/>
              <a:t>(</a:t>
            </a:r>
            <a:r>
              <a:rPr lang="en-US" sz="2300" dirty="0" err="1"/>
              <a:t>trôi</a:t>
            </a:r>
            <a:r>
              <a:rPr lang="en-US" sz="2300" dirty="0"/>
              <a:t> qua)</a:t>
            </a:r>
            <a:r>
              <a:rPr lang="en-US" dirty="0"/>
              <a:t> between pressing the Enter key or clicking OK to request a report and the beginning of the display of the report.</a:t>
            </a:r>
          </a:p>
          <a:p>
            <a:r>
              <a:rPr lang="en-US" b="1" dirty="0"/>
              <a:t>METER</a:t>
            </a:r>
            <a:r>
              <a:rPr lang="en-US" dirty="0"/>
              <a:t> </a:t>
            </a:r>
            <a:r>
              <a:rPr lang="en-US" sz="2000" dirty="0"/>
              <a:t>(</a:t>
            </a:r>
            <a:r>
              <a:rPr lang="en-US" sz="2000" dirty="0" err="1"/>
              <a:t>dụng</a:t>
            </a:r>
            <a:r>
              <a:rPr lang="en-US" sz="2000" dirty="0"/>
              <a:t> </a:t>
            </a:r>
            <a:r>
              <a:rPr lang="en-US" sz="2000" dirty="0" err="1"/>
              <a:t>cụ</a:t>
            </a:r>
            <a:r>
              <a:rPr lang="en-US" sz="2000" dirty="0"/>
              <a:t> </a:t>
            </a:r>
            <a:r>
              <a:rPr lang="en-US" sz="2000" dirty="0" err="1"/>
              <a:t>đo</a:t>
            </a:r>
            <a:r>
              <a:rPr lang="en-US" sz="2000" dirty="0"/>
              <a:t>) </a:t>
            </a:r>
            <a:r>
              <a:rPr lang="en-US" dirty="0"/>
              <a:t>Stopwatch </a:t>
            </a:r>
            <a:r>
              <a:rPr lang="en-US" sz="2000" dirty="0"/>
              <a:t>(</a:t>
            </a:r>
            <a:r>
              <a:rPr lang="en-US" sz="2000" dirty="0" err="1"/>
              <a:t>đồng</a:t>
            </a:r>
            <a:r>
              <a:rPr lang="en-US" sz="2000" dirty="0"/>
              <a:t> </a:t>
            </a:r>
            <a:r>
              <a:rPr lang="en-US" sz="2000" dirty="0" err="1"/>
              <a:t>hồ</a:t>
            </a:r>
            <a:r>
              <a:rPr lang="en-US" sz="2000" dirty="0"/>
              <a:t> </a:t>
            </a:r>
            <a:r>
              <a:rPr lang="en-US" sz="2000" dirty="0" err="1"/>
              <a:t>bấm</a:t>
            </a:r>
            <a:r>
              <a:rPr lang="en-US" sz="2000" dirty="0"/>
              <a:t> </a:t>
            </a:r>
            <a:r>
              <a:rPr lang="en-US" sz="2000" dirty="0" err="1"/>
              <a:t>giờ</a:t>
            </a:r>
            <a:r>
              <a:rPr lang="en-US" sz="2000" dirty="0"/>
              <a:t>)</a:t>
            </a:r>
            <a:r>
              <a:rPr lang="en-US" dirty="0"/>
              <a:t> testing performed on 30 test reports that represent a defined usage  operational profile for a field office accountant. </a:t>
            </a:r>
          </a:p>
          <a:p>
            <a:r>
              <a:rPr lang="en-US" b="1" dirty="0"/>
              <a:t>GOAL</a:t>
            </a:r>
            <a:r>
              <a:rPr lang="en-US" dirty="0"/>
              <a:t> No more than 8 seconds for 95 percent of reports. </a:t>
            </a:r>
            <a:r>
              <a:rPr lang="en-US" dirty="0">
                <a:sym typeface="Wingdings" panose="05000000000000000000" pitchFamily="2" charset="2"/>
              </a:rPr>
              <a:t> </a:t>
            </a:r>
            <a:r>
              <a:rPr lang="en-US" dirty="0"/>
              <a:t>Field Office Manager </a:t>
            </a:r>
          </a:p>
          <a:p>
            <a:r>
              <a:rPr lang="en-US" b="1" dirty="0"/>
              <a:t>STRETCH</a:t>
            </a:r>
            <a:r>
              <a:rPr lang="en-US" dirty="0"/>
              <a:t> </a:t>
            </a:r>
            <a:r>
              <a:rPr lang="en-US" sz="2000" dirty="0"/>
              <a:t>(</a:t>
            </a:r>
            <a:r>
              <a:rPr lang="en-US" sz="2000" dirty="0" err="1"/>
              <a:t>tính</a:t>
            </a:r>
            <a:r>
              <a:rPr lang="en-US" sz="2000" dirty="0"/>
              <a:t> co </a:t>
            </a:r>
            <a:r>
              <a:rPr lang="en-US" sz="2000" dirty="0" err="1"/>
              <a:t>dãn</a:t>
            </a:r>
            <a:r>
              <a:rPr lang="en-US" sz="2000" dirty="0"/>
              <a:t>) </a:t>
            </a:r>
            <a:r>
              <a:rPr lang="en-US" dirty="0"/>
              <a:t>No more than 2 seconds for predefined reports, 5 seconds for all reports.</a:t>
            </a:r>
          </a:p>
          <a:p>
            <a:r>
              <a:rPr lang="en-US" b="1" dirty="0"/>
              <a:t>WISH</a:t>
            </a:r>
            <a:r>
              <a:rPr lang="en-US" dirty="0"/>
              <a:t> No more than 1.5 seconds for all reports.</a:t>
            </a:r>
          </a:p>
          <a:p>
            <a:r>
              <a:rPr lang="en-US" b="1" dirty="0"/>
              <a:t>Base user platform DEFINED </a:t>
            </a:r>
            <a:r>
              <a:rPr lang="en-US" dirty="0"/>
              <a:t>Quad-core processor, 8GB RAM, Windows 8, </a:t>
            </a:r>
            <a:r>
              <a:rPr lang="en-US" dirty="0" err="1"/>
              <a:t>QueryGen</a:t>
            </a:r>
            <a:r>
              <a:rPr lang="en-US" dirty="0"/>
              <a:t> 3.3 running, single user, at least 50 percent of system RAM and 70 percent of system CPU capacity free, network connection speed of at least 30 Mbps.</a:t>
            </a:r>
          </a:p>
        </p:txBody>
      </p:sp>
      <p:sp>
        <p:nvSpPr>
          <p:cNvPr id="2" name="Title 1"/>
          <p:cNvSpPr>
            <a:spLocks noGrp="1"/>
          </p:cNvSpPr>
          <p:nvPr>
            <p:ph type="title"/>
          </p:nvPr>
        </p:nvSpPr>
        <p:spPr>
          <a:xfrm>
            <a:off x="2819400" y="27105"/>
            <a:ext cx="6324600" cy="1001595"/>
          </a:xfrm>
        </p:spPr>
        <p:txBody>
          <a:bodyPr>
            <a:noAutofit/>
          </a:bodyPr>
          <a:lstStyle/>
          <a:p>
            <a:r>
              <a:rPr lang="en-US" sz="3200" dirty="0"/>
              <a:t>Specifying quality requirements with </a:t>
            </a:r>
            <a:r>
              <a:rPr lang="en-US" sz="3200" dirty="0" err="1"/>
              <a:t>Planguage</a:t>
            </a:r>
            <a:endParaRPr lang="en-US" sz="3200" dirty="0"/>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spTree>
    <p:extLst>
      <p:ext uri="{BB962C8B-B14F-4D97-AF65-F5344CB8AC3E}">
        <p14:creationId xmlns:p14="http://schemas.microsoft.com/office/powerpoint/2010/main" val="942497979"/>
      </p:ext>
    </p:extLst>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Quality attribute trade-offs</a:t>
            </a:r>
          </a:p>
        </p:txBody>
      </p:sp>
      <p:pic>
        <p:nvPicPr>
          <p:cNvPr id="4" name="Picture 3"/>
          <p:cNvPicPr>
            <a:picLocks noChangeAspect="1"/>
          </p:cNvPicPr>
          <p:nvPr/>
        </p:nvPicPr>
        <p:blipFill>
          <a:blip r:embed="rId3"/>
          <a:stretch>
            <a:fillRect/>
          </a:stretch>
        </p:blipFill>
        <p:spPr>
          <a:xfrm>
            <a:off x="3611084" y="1451190"/>
            <a:ext cx="5532916" cy="4310982"/>
          </a:xfrm>
          <a:prstGeom prst="rect">
            <a:avLst/>
          </a:prstGeom>
        </p:spPr>
      </p:pic>
      <p:sp>
        <p:nvSpPr>
          <p:cNvPr id="3" name="Footer Placeholder 2"/>
          <p:cNvSpPr>
            <a:spLocks noGrp="1"/>
          </p:cNvSpPr>
          <p:nvPr>
            <p:ph type="ftr" sz="quarter" idx="10"/>
          </p:nvPr>
        </p:nvSpPr>
        <p:spPr/>
        <p:txBody>
          <a:bodyPr/>
          <a:lstStyle/>
          <a:p>
            <a:pPr>
              <a:defRPr/>
            </a:pPr>
            <a:r>
              <a:rPr lang="en-US" dirty="0"/>
              <a:t>Chapter 14: Beyond functionality _ </a:t>
            </a:r>
            <a:r>
              <a:rPr lang="en-US" dirty="0" err="1"/>
              <a:t>BayHV</a:t>
            </a:r>
            <a:endParaRPr lang="en-US" dirty="0"/>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19</a:t>
            </a:fld>
            <a:endParaRPr lang="en-US" dirty="0"/>
          </a:p>
        </p:txBody>
      </p:sp>
      <p:sp>
        <p:nvSpPr>
          <p:cNvPr id="6" name="Content Placeholder 2"/>
          <p:cNvSpPr>
            <a:spLocks noGrp="1"/>
          </p:cNvSpPr>
          <p:nvPr>
            <p:ph idx="1"/>
          </p:nvPr>
        </p:nvSpPr>
        <p:spPr>
          <a:xfrm>
            <a:off x="101600" y="1132114"/>
            <a:ext cx="3628571" cy="5341257"/>
          </a:xfrm>
        </p:spPr>
        <p:txBody>
          <a:bodyPr>
            <a:normAutofit fontScale="62500" lnSpcReduction="20000"/>
          </a:bodyPr>
          <a:lstStyle/>
          <a:p>
            <a:r>
              <a:rPr lang="en-US" dirty="0"/>
              <a:t>Certain attribute combinations have inescapable trade-offs. </a:t>
            </a:r>
          </a:p>
          <a:p>
            <a:r>
              <a:rPr lang="en-US" dirty="0"/>
              <a:t>Users and developers must decide which attributes are more important than others, and they must respect those priorities when they make decisions. </a:t>
            </a:r>
          </a:p>
          <a:p>
            <a:r>
              <a:rPr lang="en-US" dirty="0"/>
              <a:t>A plus sign in a cell indicates that increasing the attribute in the corresponding row usually has a positive effect on </a:t>
            </a:r>
            <a:r>
              <a:rPr lang="en-US" sz="2000" dirty="0"/>
              <a:t>(</a:t>
            </a:r>
            <a:r>
              <a:rPr lang="en-US" sz="2000" dirty="0" err="1"/>
              <a:t>tác</a:t>
            </a:r>
            <a:r>
              <a:rPr lang="en-US" sz="2000" dirty="0"/>
              <a:t> </a:t>
            </a:r>
            <a:r>
              <a:rPr lang="en-US" sz="2000" dirty="0" err="1"/>
              <a:t>động</a:t>
            </a:r>
            <a:r>
              <a:rPr lang="en-US" sz="2000" dirty="0"/>
              <a:t> </a:t>
            </a:r>
            <a:r>
              <a:rPr lang="en-US" sz="2000" dirty="0" err="1"/>
              <a:t>tích</a:t>
            </a:r>
            <a:r>
              <a:rPr lang="en-US" sz="2000" dirty="0"/>
              <a:t> </a:t>
            </a:r>
            <a:r>
              <a:rPr lang="en-US" sz="2000" dirty="0" err="1"/>
              <a:t>cực</a:t>
            </a:r>
            <a:r>
              <a:rPr lang="en-US" sz="2000" dirty="0"/>
              <a:t> </a:t>
            </a:r>
            <a:r>
              <a:rPr lang="en-US" sz="2000" dirty="0" err="1"/>
              <a:t>lên</a:t>
            </a:r>
            <a:r>
              <a:rPr lang="en-US" sz="2000" dirty="0"/>
              <a:t>) </a:t>
            </a:r>
            <a:r>
              <a:rPr lang="en-US" dirty="0"/>
              <a:t>the attribute in the column.</a:t>
            </a:r>
          </a:p>
          <a:p>
            <a:r>
              <a:rPr lang="en-US" dirty="0"/>
              <a:t>A minus sign in a cell means that increasing the attribute in that row generally adversely </a:t>
            </a:r>
            <a:r>
              <a:rPr lang="en-US" sz="1900" dirty="0"/>
              <a:t>(</a:t>
            </a:r>
            <a:r>
              <a:rPr lang="en-US" sz="1900" dirty="0" err="1"/>
              <a:t>bất</a:t>
            </a:r>
            <a:r>
              <a:rPr lang="en-US" sz="1900" dirty="0"/>
              <a:t> </a:t>
            </a:r>
            <a:r>
              <a:rPr lang="en-US" sz="1900" dirty="0" err="1"/>
              <a:t>lợi</a:t>
            </a:r>
            <a:r>
              <a:rPr lang="en-US" sz="1900" dirty="0"/>
              <a:t>)</a:t>
            </a:r>
            <a:r>
              <a:rPr lang="en-US" dirty="0"/>
              <a:t> affects the attribute in the column.</a:t>
            </a:r>
          </a:p>
          <a:p>
            <a:r>
              <a:rPr lang="en-US" dirty="0"/>
              <a:t>An empty cell indicates that the attribute in the row has little effect on the attribute in the column.</a:t>
            </a:r>
          </a:p>
        </p:txBody>
      </p:sp>
    </p:spTree>
    <p:extLst>
      <p:ext uri="{BB962C8B-B14F-4D97-AF65-F5344CB8AC3E}">
        <p14:creationId xmlns:p14="http://schemas.microsoft.com/office/powerpoint/2010/main" val="1402897586"/>
      </p:ext>
    </p:extLst>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7105"/>
            <a:ext cx="6324600" cy="1061466"/>
          </a:xfrm>
        </p:spPr>
        <p:txBody>
          <a:bodyPr>
            <a:noAutofit/>
          </a:bodyPr>
          <a:lstStyle/>
          <a:p>
            <a:r>
              <a:rPr lang="en-US" sz="3200" dirty="0"/>
              <a:t>Implementing quality attribute requirements</a:t>
            </a:r>
          </a:p>
        </p:txBody>
      </p:sp>
      <p:pic>
        <p:nvPicPr>
          <p:cNvPr id="4" name="Picture 3"/>
          <p:cNvPicPr>
            <a:picLocks noChangeAspect="1"/>
          </p:cNvPicPr>
          <p:nvPr/>
        </p:nvPicPr>
        <p:blipFill>
          <a:blip r:embed="rId2"/>
          <a:stretch>
            <a:fillRect/>
          </a:stretch>
        </p:blipFill>
        <p:spPr>
          <a:xfrm>
            <a:off x="457200" y="3626303"/>
            <a:ext cx="8435376" cy="2781395"/>
          </a:xfrm>
          <a:prstGeom prst="rect">
            <a:avLst/>
          </a:prstGeom>
        </p:spPr>
      </p:pic>
      <p:sp>
        <p:nvSpPr>
          <p:cNvPr id="3" name="Footer Placeholder 2"/>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20</a:t>
            </a:fld>
            <a:endParaRPr lang="en-US" dirty="0"/>
          </a:p>
        </p:txBody>
      </p:sp>
      <p:sp>
        <p:nvSpPr>
          <p:cNvPr id="6" name="Content Placeholder 2"/>
          <p:cNvSpPr>
            <a:spLocks noGrp="1"/>
          </p:cNvSpPr>
          <p:nvPr>
            <p:ph idx="1"/>
          </p:nvPr>
        </p:nvSpPr>
        <p:spPr>
          <a:xfrm>
            <a:off x="101600" y="1132114"/>
            <a:ext cx="8911771" cy="2494189"/>
          </a:xfrm>
        </p:spPr>
        <p:txBody>
          <a:bodyPr>
            <a:normAutofit fontScale="77500" lnSpcReduction="20000"/>
          </a:bodyPr>
          <a:lstStyle/>
          <a:p>
            <a:r>
              <a:rPr lang="en-US" dirty="0"/>
              <a:t>Designers and programmers will have to determine the best way to satisfy each quality requirement. </a:t>
            </a:r>
          </a:p>
          <a:p>
            <a:r>
              <a:rPr lang="en-US" dirty="0"/>
              <a:t>Although these are nonfunctional requirements, they can lead to derived functional requirements, design guidelines, or other types of technical information that will produce the desired product characteristics. </a:t>
            </a:r>
          </a:p>
          <a:p>
            <a:r>
              <a:rPr lang="en-US" dirty="0"/>
              <a:t>This translation from external or internal quality requirements into corresponding technical information is part of the requirements analysis and high-level design processes.</a:t>
            </a:r>
          </a:p>
        </p:txBody>
      </p:sp>
    </p:spTree>
    <p:extLst>
      <p:ext uri="{BB962C8B-B14F-4D97-AF65-F5344CB8AC3E}">
        <p14:creationId xmlns:p14="http://schemas.microsoft.com/office/powerpoint/2010/main" val="282349443"/>
      </p:ext>
    </p:extLst>
  </p:cSld>
  <p:clrMapOvr>
    <a:masterClrMapping/>
  </p:clrMapOvr>
  <p:transition>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5144" y="1181099"/>
            <a:ext cx="8868228" cy="5159375"/>
          </a:xfrm>
        </p:spPr>
        <p:txBody>
          <a:bodyPr>
            <a:normAutofit fontScale="77500" lnSpcReduction="20000"/>
          </a:bodyPr>
          <a:lstStyle/>
          <a:p>
            <a:r>
              <a:rPr lang="en-US" dirty="0"/>
              <a:t>Definition: A constraint places restrictions on the design or implementation choices available to the developer.</a:t>
            </a:r>
          </a:p>
          <a:p>
            <a:r>
              <a:rPr lang="en-US" dirty="0"/>
              <a:t>Purpose: </a:t>
            </a:r>
          </a:p>
          <a:p>
            <a:pPr lvl="1"/>
            <a:r>
              <a:rPr lang="en-US" dirty="0"/>
              <a:t>Constraints can be imposed by external stakeholders, by other systems that interact with the one you’re building or maintaining, or by other life cycle activities for your system, such as transition and maintenance. </a:t>
            </a:r>
          </a:p>
          <a:p>
            <a:pPr lvl="1"/>
            <a:r>
              <a:rPr lang="en-US" dirty="0"/>
              <a:t>Other constraints result from existing agreements, management decisions, and technical decisions (ISO/IEC/IEEE 2011).</a:t>
            </a:r>
          </a:p>
          <a:p>
            <a:r>
              <a:rPr lang="en-US" dirty="0"/>
              <a:t>Sources of constraints:</a:t>
            </a:r>
          </a:p>
          <a:p>
            <a:pPr lvl="1"/>
            <a:r>
              <a:rPr lang="en-US" dirty="0"/>
              <a:t>Specific technologies, tools, languages, and databases that must be used or avoided.</a:t>
            </a:r>
          </a:p>
          <a:p>
            <a:pPr lvl="1"/>
            <a:r>
              <a:rPr lang="en-US" dirty="0"/>
              <a:t>Restrictions because of the product’s operating environment or platform, such as the types and versions of web browsers or operating systems that will be used.</a:t>
            </a:r>
          </a:p>
          <a:p>
            <a:pPr lvl="1"/>
            <a:r>
              <a:rPr lang="en-US" dirty="0"/>
              <a:t>Required development conventions or standards. </a:t>
            </a:r>
            <a:r>
              <a:rPr lang="en-US" sz="2300" dirty="0"/>
              <a:t>(For instance, if the customer’s organization will be maintaining the software, the organization might specify design notations and coding standards that a subcontractor must follow.)</a:t>
            </a:r>
          </a:p>
          <a:p>
            <a:pPr lvl="1"/>
            <a:r>
              <a:rPr lang="en-US" dirty="0"/>
              <a:t>Backward compatibility </a:t>
            </a:r>
            <a:r>
              <a:rPr lang="en-US" sz="1800" dirty="0"/>
              <a:t>(</a:t>
            </a:r>
            <a:r>
              <a:rPr lang="en-US" sz="1800" dirty="0" err="1"/>
              <a:t>tương</a:t>
            </a:r>
            <a:r>
              <a:rPr lang="en-US" sz="1800" dirty="0"/>
              <a:t> </a:t>
            </a:r>
            <a:r>
              <a:rPr lang="en-US" sz="1800" dirty="0" err="1"/>
              <a:t>thích</a:t>
            </a:r>
            <a:r>
              <a:rPr lang="en-US" sz="1800" dirty="0"/>
              <a:t> </a:t>
            </a:r>
            <a:r>
              <a:rPr lang="en-US" sz="1800" dirty="0" err="1"/>
              <a:t>ngược</a:t>
            </a:r>
            <a:r>
              <a:rPr lang="en-US" sz="1800" dirty="0"/>
              <a:t>)</a:t>
            </a:r>
            <a:r>
              <a:rPr lang="en-US" dirty="0"/>
              <a:t> with earlier products and potential forward compatibility, such as knowing which version of the software was used to create a specific data file.</a:t>
            </a:r>
          </a:p>
          <a:p>
            <a:pPr lvl="1"/>
            <a:endParaRPr lang="en-US" dirty="0"/>
          </a:p>
        </p:txBody>
      </p:sp>
      <p:sp>
        <p:nvSpPr>
          <p:cNvPr id="2" name="Title 1"/>
          <p:cNvSpPr>
            <a:spLocks noGrp="1"/>
          </p:cNvSpPr>
          <p:nvPr>
            <p:ph type="title"/>
          </p:nvPr>
        </p:nvSpPr>
        <p:spPr>
          <a:xfrm>
            <a:off x="2819400" y="27105"/>
            <a:ext cx="6324600" cy="1003409"/>
          </a:xfrm>
        </p:spPr>
        <p:txBody>
          <a:bodyPr/>
          <a:lstStyle/>
          <a:p>
            <a:r>
              <a:rPr lang="en-US" sz="3200" dirty="0"/>
              <a:t>Constraints</a:t>
            </a:r>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21</a:t>
            </a:fld>
            <a:endParaRPr lang="en-US" dirty="0"/>
          </a:p>
        </p:txBody>
      </p:sp>
    </p:spTree>
    <p:extLst>
      <p:ext uri="{BB962C8B-B14F-4D97-AF65-F5344CB8AC3E}">
        <p14:creationId xmlns:p14="http://schemas.microsoft.com/office/powerpoint/2010/main" val="1913680834"/>
      </p:ext>
    </p:extLst>
  </p:cSld>
  <p:clrMapOvr>
    <a:masterClrMapping/>
  </p:clrMapOvr>
  <p:transition>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5144" y="1181099"/>
            <a:ext cx="8868228" cy="5159375"/>
          </a:xfrm>
        </p:spPr>
        <p:txBody>
          <a:bodyPr>
            <a:normAutofit fontScale="92500" lnSpcReduction="10000"/>
          </a:bodyPr>
          <a:lstStyle/>
          <a:p>
            <a:r>
              <a:rPr lang="en-US" dirty="0"/>
              <a:t>Sources of constraints:</a:t>
            </a:r>
          </a:p>
          <a:p>
            <a:pPr lvl="1"/>
            <a:r>
              <a:rPr lang="en-US" dirty="0"/>
              <a:t>Limitations or compliance requirements imposed by regulations or other business rules.</a:t>
            </a:r>
          </a:p>
          <a:p>
            <a:pPr lvl="1"/>
            <a:r>
              <a:rPr lang="en-US" dirty="0"/>
              <a:t>Hardware limitations such as timing requirements, memory or processor restrictions, size, weight, materials, or cost.</a:t>
            </a:r>
          </a:p>
          <a:p>
            <a:pPr lvl="1"/>
            <a:r>
              <a:rPr lang="en-US" dirty="0"/>
              <a:t>Physical restrictions because of the operating environment or because of characteristics or limitations of the users.</a:t>
            </a:r>
          </a:p>
          <a:p>
            <a:pPr lvl="1"/>
            <a:r>
              <a:rPr lang="en-US" dirty="0"/>
              <a:t>Existing interface conventions to be followed when enhancing an existing product.</a:t>
            </a:r>
          </a:p>
          <a:p>
            <a:pPr lvl="1"/>
            <a:r>
              <a:rPr lang="en-US" dirty="0"/>
              <a:t>Interfaces to other existing systems, such as data formats and communication protocols.</a:t>
            </a:r>
          </a:p>
          <a:p>
            <a:pPr lvl="1"/>
            <a:r>
              <a:rPr lang="en-US" dirty="0"/>
              <a:t>Restrictions because of the size of the display, as when running on a tablet or phone.</a:t>
            </a:r>
          </a:p>
          <a:p>
            <a:pPr lvl="1"/>
            <a:r>
              <a:rPr lang="en-US" dirty="0"/>
              <a:t>Standard data interchange formats used, such as XML, or </a:t>
            </a:r>
            <a:r>
              <a:rPr lang="en-US" dirty="0" err="1"/>
              <a:t>RosettaNet</a:t>
            </a:r>
            <a:r>
              <a:rPr lang="en-US" dirty="0"/>
              <a:t> for e-business.</a:t>
            </a:r>
          </a:p>
          <a:p>
            <a:pPr lvl="1"/>
            <a:endParaRPr lang="en-US" dirty="0"/>
          </a:p>
        </p:txBody>
      </p:sp>
      <p:sp>
        <p:nvSpPr>
          <p:cNvPr id="2" name="Title 1"/>
          <p:cNvSpPr>
            <a:spLocks noGrp="1"/>
          </p:cNvSpPr>
          <p:nvPr>
            <p:ph type="title"/>
          </p:nvPr>
        </p:nvSpPr>
        <p:spPr>
          <a:xfrm>
            <a:off x="2819400" y="27105"/>
            <a:ext cx="6324600" cy="1003409"/>
          </a:xfrm>
        </p:spPr>
        <p:txBody>
          <a:bodyPr/>
          <a:lstStyle/>
          <a:p>
            <a:r>
              <a:rPr lang="en-US" sz="3200" dirty="0"/>
              <a:t>Constraints</a:t>
            </a:r>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22</a:t>
            </a:fld>
            <a:endParaRPr lang="en-US" dirty="0"/>
          </a:p>
        </p:txBody>
      </p:sp>
    </p:spTree>
    <p:extLst>
      <p:ext uri="{BB962C8B-B14F-4D97-AF65-F5344CB8AC3E}">
        <p14:creationId xmlns:p14="http://schemas.microsoft.com/office/powerpoint/2010/main" val="44144782"/>
      </p:ext>
    </p:extLst>
  </p:cSld>
  <p:clrMapOvr>
    <a:masterClrMapping/>
  </p:clrMapOvr>
  <p:transition>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5144" y="1181099"/>
            <a:ext cx="8868228" cy="5159375"/>
          </a:xfrm>
        </p:spPr>
        <p:txBody>
          <a:bodyPr>
            <a:normAutofit lnSpcReduction="10000"/>
          </a:bodyPr>
          <a:lstStyle/>
          <a:p>
            <a:r>
              <a:rPr lang="en-US" dirty="0"/>
              <a:t>Example</a:t>
            </a:r>
          </a:p>
          <a:p>
            <a:pPr lvl="1"/>
            <a:r>
              <a:rPr lang="en-US" dirty="0"/>
              <a:t>CON-1. The user clicks at the top of the project list to change the sort sequence. [specific user interface control imposed as a design constraint on a functional requirement]</a:t>
            </a:r>
          </a:p>
          <a:p>
            <a:pPr lvl="1"/>
            <a:r>
              <a:rPr lang="en-US" dirty="0"/>
              <a:t>CON-2. Only open source software available under the GNU General Public License may be used to implement the product. [implementation constraint] </a:t>
            </a:r>
          </a:p>
          <a:p>
            <a:pPr lvl="1"/>
            <a:r>
              <a:rPr lang="en-US" dirty="0"/>
              <a:t>CON-3. The application must use Microsoft .NET framework 4.5. [architecture constraint]</a:t>
            </a:r>
          </a:p>
          <a:p>
            <a:pPr lvl="1"/>
            <a:r>
              <a:rPr lang="en-US" dirty="0"/>
              <a:t>CON-4. ATMs contain only $20 bills. [physical constraint] </a:t>
            </a:r>
          </a:p>
          <a:p>
            <a:pPr lvl="1"/>
            <a:r>
              <a:rPr lang="en-US" dirty="0"/>
              <a:t>CON-5. Online payments may be made only through PayPal. [design constraint] CON-6. All textual data used by the application shall be stored in the form of XML files. [data constraint]</a:t>
            </a:r>
          </a:p>
        </p:txBody>
      </p:sp>
      <p:sp>
        <p:nvSpPr>
          <p:cNvPr id="2" name="Title 1"/>
          <p:cNvSpPr>
            <a:spLocks noGrp="1"/>
          </p:cNvSpPr>
          <p:nvPr>
            <p:ph type="title"/>
          </p:nvPr>
        </p:nvSpPr>
        <p:spPr/>
        <p:txBody>
          <a:bodyPr/>
          <a:lstStyle/>
          <a:p>
            <a:r>
              <a:rPr lang="en-US"/>
              <a:t>Constraints</a:t>
            </a:r>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23</a:t>
            </a:fld>
            <a:endParaRPr lang="en-US" dirty="0"/>
          </a:p>
        </p:txBody>
      </p:sp>
    </p:spTree>
    <p:extLst>
      <p:ext uri="{BB962C8B-B14F-4D97-AF65-F5344CB8AC3E}">
        <p14:creationId xmlns:p14="http://schemas.microsoft.com/office/powerpoint/2010/main" val="1664590667"/>
      </p:ext>
    </p:extLst>
  </p:cSld>
  <p:clrMapOvr>
    <a:masterClrMapping/>
  </p:clrMapOvr>
  <p:transition>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77500" lnSpcReduction="20000"/>
          </a:bodyPr>
          <a:lstStyle/>
          <a:p>
            <a:r>
              <a:rPr lang="en-US" dirty="0"/>
              <a:t>It can be difficult and expensive to retrofit </a:t>
            </a:r>
            <a:r>
              <a:rPr lang="en-US" sz="1900" dirty="0"/>
              <a:t>(</a:t>
            </a:r>
            <a:r>
              <a:rPr lang="en-US" sz="1900" dirty="0" err="1"/>
              <a:t>trang</a:t>
            </a:r>
            <a:r>
              <a:rPr lang="en-US" sz="1900" dirty="0"/>
              <a:t> </a:t>
            </a:r>
            <a:r>
              <a:rPr lang="en-US" sz="1900" dirty="0" err="1"/>
              <a:t>bị</a:t>
            </a:r>
            <a:r>
              <a:rPr lang="en-US" sz="1900" dirty="0"/>
              <a:t> </a:t>
            </a:r>
            <a:r>
              <a:rPr lang="en-US" sz="1900" dirty="0" err="1"/>
              <a:t>thêm</a:t>
            </a:r>
            <a:r>
              <a:rPr lang="en-US" sz="1900" dirty="0"/>
              <a:t>)</a:t>
            </a:r>
            <a:r>
              <a:rPr lang="en-US" dirty="0"/>
              <a:t> desired quality characteristics into a product late in  development or after delivery. </a:t>
            </a:r>
          </a:p>
          <a:p>
            <a:r>
              <a:rPr lang="en-US" dirty="0"/>
              <a:t>That’s why even </a:t>
            </a:r>
            <a:r>
              <a:rPr lang="en-US" sz="1900" dirty="0"/>
              <a:t>(</a:t>
            </a:r>
            <a:r>
              <a:rPr lang="en-US" sz="1900" dirty="0" err="1"/>
              <a:t>đó</a:t>
            </a:r>
            <a:r>
              <a:rPr lang="en-US" sz="1900" dirty="0"/>
              <a:t> </a:t>
            </a:r>
            <a:r>
              <a:rPr lang="en-US" sz="1900" dirty="0" err="1"/>
              <a:t>là</a:t>
            </a:r>
            <a:r>
              <a:rPr lang="en-US" sz="1900" dirty="0"/>
              <a:t> lý do </a:t>
            </a:r>
            <a:r>
              <a:rPr lang="en-US" sz="1900" dirty="0" err="1"/>
              <a:t>tại</a:t>
            </a:r>
            <a:r>
              <a:rPr lang="en-US" sz="1900" dirty="0"/>
              <a:t> </a:t>
            </a:r>
            <a:r>
              <a:rPr lang="en-US" sz="1900" dirty="0" err="1"/>
              <a:t>sao</a:t>
            </a:r>
            <a:r>
              <a:rPr lang="en-US" sz="1900" dirty="0"/>
              <a:t> </a:t>
            </a:r>
            <a:r>
              <a:rPr lang="en-US" sz="1900" dirty="0" err="1"/>
              <a:t>ngay</a:t>
            </a:r>
            <a:r>
              <a:rPr lang="en-US" sz="1900" dirty="0"/>
              <a:t> </a:t>
            </a:r>
            <a:r>
              <a:rPr lang="en-US" sz="1900" dirty="0" err="1"/>
              <a:t>cả</a:t>
            </a:r>
            <a:r>
              <a:rPr lang="en-US" sz="1900" dirty="0"/>
              <a:t>)</a:t>
            </a:r>
            <a:r>
              <a:rPr lang="en-US" dirty="0"/>
              <a:t> agile projects that develop requirements and deliver functionality in small increments need to specify significant quality attributes and constraints early in the project. </a:t>
            </a:r>
          </a:p>
          <a:p>
            <a:r>
              <a:rPr lang="en-US" dirty="0"/>
              <a:t>This allows developers to make appropriate architectural and design decisions as a foundation for the desired quality characteristics. </a:t>
            </a:r>
          </a:p>
          <a:p>
            <a:r>
              <a:rPr lang="en-US" dirty="0"/>
              <a:t>Nonfunctional requirements need to have priority alongside </a:t>
            </a:r>
            <a:r>
              <a:rPr lang="en-US" sz="1900" dirty="0"/>
              <a:t>(</a:t>
            </a:r>
            <a:r>
              <a:rPr lang="en-US" sz="1900" dirty="0" err="1"/>
              <a:t>dọc</a:t>
            </a:r>
            <a:r>
              <a:rPr lang="en-US" sz="1900" dirty="0"/>
              <a:t> </a:t>
            </a:r>
            <a:r>
              <a:rPr lang="en-US" sz="1900" dirty="0" err="1"/>
              <a:t>theo</a:t>
            </a:r>
            <a:r>
              <a:rPr lang="en-US" sz="1900" dirty="0"/>
              <a:t>)</a:t>
            </a:r>
            <a:r>
              <a:rPr lang="en-US" dirty="0"/>
              <a:t> user stories; you can’t defer their implementation until a later iteration.</a:t>
            </a:r>
          </a:p>
          <a:p>
            <a:r>
              <a:rPr lang="en-US" dirty="0"/>
              <a:t>The quality requirements can span multiple stories and multiple iterations.</a:t>
            </a:r>
          </a:p>
          <a:p>
            <a:r>
              <a:rPr lang="en-US" dirty="0"/>
              <a:t>Example:</a:t>
            </a:r>
          </a:p>
          <a:p>
            <a:pPr lvl="1"/>
            <a:r>
              <a:rPr lang="en-US" dirty="0"/>
              <a:t>“</a:t>
            </a:r>
            <a:r>
              <a:rPr lang="en-US" i="1" dirty="0"/>
              <a:t>As a help desk technician, I want the knowledge base </a:t>
            </a:r>
            <a:r>
              <a:rPr lang="en-US" sz="1800" i="1" dirty="0"/>
              <a:t>(</a:t>
            </a:r>
            <a:r>
              <a:rPr lang="en-US" sz="1800" i="1" dirty="0" err="1"/>
              <a:t>cơ</a:t>
            </a:r>
            <a:r>
              <a:rPr lang="en-US" sz="1800" i="1" dirty="0"/>
              <a:t> </a:t>
            </a:r>
            <a:r>
              <a:rPr lang="en-US" sz="1800" i="1" dirty="0" err="1"/>
              <a:t>sở</a:t>
            </a:r>
            <a:r>
              <a:rPr lang="en-US" sz="1800" i="1" dirty="0"/>
              <a:t> </a:t>
            </a:r>
            <a:r>
              <a:rPr lang="en-US" sz="1800" i="1" dirty="0" err="1"/>
              <a:t>kiến</a:t>
            </a:r>
            <a:r>
              <a:rPr lang="en-US" sz="1800" i="1" dirty="0"/>
              <a:t> </a:t>
            </a:r>
            <a:r>
              <a:rPr lang="en-US" sz="1800" i="1" dirty="0" err="1"/>
              <a:t>thức</a:t>
            </a:r>
            <a:r>
              <a:rPr lang="en-US" sz="1800" i="1" dirty="0"/>
              <a:t>)</a:t>
            </a:r>
            <a:r>
              <a:rPr lang="en-US" i="1" dirty="0"/>
              <a:t> to respond to queries within five seconds so the customer doesn’t get frustrated and hang up </a:t>
            </a:r>
            <a:r>
              <a:rPr lang="en-US" sz="2100" i="1" dirty="0"/>
              <a:t>(</a:t>
            </a:r>
            <a:r>
              <a:rPr lang="en-US" sz="2100" i="1" dirty="0" err="1"/>
              <a:t>cúp</a:t>
            </a:r>
            <a:r>
              <a:rPr lang="en-US" sz="2100" i="1" dirty="0"/>
              <a:t> </a:t>
            </a:r>
            <a:r>
              <a:rPr lang="en-US" sz="2100" i="1" dirty="0" err="1"/>
              <a:t>máy</a:t>
            </a:r>
            <a:r>
              <a:rPr lang="en-US" sz="2100" i="1" dirty="0"/>
              <a:t>)</a:t>
            </a:r>
            <a:r>
              <a:rPr lang="en-US" i="1" dirty="0"/>
              <a:t>.”</a:t>
            </a:r>
          </a:p>
          <a:p>
            <a:pPr lvl="1"/>
            <a:r>
              <a:rPr lang="en-US" i="1" dirty="0"/>
              <a:t>“As an account owner, I want to prevent unauthorized users from accessing my account so I don’t lose any money.”</a:t>
            </a:r>
            <a:endParaRPr lang="en-US" dirty="0"/>
          </a:p>
        </p:txBody>
      </p:sp>
      <p:sp>
        <p:nvSpPr>
          <p:cNvPr id="2" name="Title 1"/>
          <p:cNvSpPr>
            <a:spLocks noGrp="1"/>
          </p:cNvSpPr>
          <p:nvPr>
            <p:ph type="title"/>
          </p:nvPr>
        </p:nvSpPr>
        <p:spPr/>
        <p:txBody>
          <a:bodyPr>
            <a:noAutofit/>
          </a:bodyPr>
          <a:lstStyle/>
          <a:p>
            <a:r>
              <a:rPr lang="en-US" sz="3200" dirty="0"/>
              <a:t>Handling quality attributes on agile projects</a:t>
            </a:r>
          </a:p>
        </p:txBody>
      </p:sp>
      <p:sp>
        <p:nvSpPr>
          <p:cNvPr id="4" name="Footer Placeholder 3"/>
          <p:cNvSpPr>
            <a:spLocks noGrp="1"/>
          </p:cNvSpPr>
          <p:nvPr>
            <p:ph type="ftr" sz="quarter" idx="10"/>
          </p:nvPr>
        </p:nvSpPr>
        <p:spPr/>
        <p:txBody>
          <a:bodyPr/>
          <a:lstStyle/>
          <a:p>
            <a:pPr>
              <a:defRPr/>
            </a:pPr>
            <a:r>
              <a:rPr lang="en-US"/>
              <a:t>Chapter 14: Beyond functionality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24</a:t>
            </a:fld>
            <a:endParaRPr lang="en-US" dirty="0"/>
          </a:p>
        </p:txBody>
      </p:sp>
    </p:spTree>
    <p:extLst>
      <p:ext uri="{BB962C8B-B14F-4D97-AF65-F5344CB8AC3E}">
        <p14:creationId xmlns:p14="http://schemas.microsoft.com/office/powerpoint/2010/main" val="4039953932"/>
      </p:ext>
    </p:extLst>
  </p:cSld>
  <p:clrMapOvr>
    <a:masterClrMapping/>
  </p:clrMapOvr>
  <p:transition>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a:t>Review chapter 13</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25</a:t>
            </a:fld>
            <a:endParaRPr lang="en-US" dirty="0"/>
          </a:p>
        </p:txBody>
      </p:sp>
      <p:graphicFrame>
        <p:nvGraphicFramePr>
          <p:cNvPr id="7" name="Content Placeholder 6"/>
          <p:cNvGraphicFramePr>
            <a:graphicFrameLocks noGrp="1"/>
          </p:cNvGraphicFramePr>
          <p:nvPr>
            <p:ph idx="1"/>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19130332"/>
      </p:ext>
    </p:extLst>
  </p:cSld>
  <p:clrMapOvr>
    <a:masterClrMapping/>
  </p:clrMapOvr>
  <p:transition>
    <p:split orient="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Chapter 4: The business analyst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26</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719720767"/>
      </p:ext>
    </p:extLst>
  </p:cSld>
  <p:clrMapOvr>
    <a:masterClrMapping/>
  </p:clrMapOvr>
  <p:transition>
    <p:split orient="vert"/>
  </p:transition>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1165</TotalTime>
  <Words>3526</Words>
  <Application>Microsoft Macintosh PowerPoint</Application>
  <PresentationFormat>On-screen Show (4:3)</PresentationFormat>
  <Paragraphs>266</Paragraphs>
  <Slides>26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Tahoma</vt:lpstr>
      <vt:lpstr>1_template</vt:lpstr>
      <vt:lpstr>CHAPTER 14  Beyond functionality</vt:lpstr>
      <vt:lpstr>Review chapter 13</vt:lpstr>
      <vt:lpstr>Objectives</vt:lpstr>
      <vt:lpstr> Contents </vt:lpstr>
      <vt:lpstr> Beyond functionality </vt:lpstr>
      <vt:lpstr> Software quality attributes </vt:lpstr>
      <vt:lpstr>Software quality attributes</vt:lpstr>
      <vt:lpstr>Exploring quality attributes</vt:lpstr>
      <vt:lpstr>Exploring quality attributes</vt:lpstr>
      <vt:lpstr>Defining quality requirements</vt:lpstr>
      <vt:lpstr>Defining quality requirements</vt:lpstr>
      <vt:lpstr>Defining quality requirements</vt:lpstr>
      <vt:lpstr>Defining quality requirements</vt:lpstr>
      <vt:lpstr>Defining quality requirements</vt:lpstr>
      <vt:lpstr>Defining quality requirements</vt:lpstr>
      <vt:lpstr>Defining quality requirements</vt:lpstr>
      <vt:lpstr>Specifying quality requirements with Planguage</vt:lpstr>
      <vt:lpstr>Specifying quality requirements with Planguage</vt:lpstr>
      <vt:lpstr>Quality attribute trade-offs</vt:lpstr>
      <vt:lpstr>Implementing quality attribute requirements</vt:lpstr>
      <vt:lpstr>Constraints</vt:lpstr>
      <vt:lpstr>Constraints</vt:lpstr>
      <vt:lpstr>Constraints</vt:lpstr>
      <vt:lpstr>Handling quality attributes on agile projects</vt:lpstr>
      <vt:lpstr>Review chapter 13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14 Beyond functionality</dc:title>
  <dc:creator>Huong</dc:creator>
  <cp:lastModifiedBy>Nguyen Dinh Vinh (FE FPTU CT)</cp:lastModifiedBy>
  <cp:revision>72</cp:revision>
  <dcterms:created xsi:type="dcterms:W3CDTF">2018-04-24T06:53:51Z</dcterms:created>
  <dcterms:modified xsi:type="dcterms:W3CDTF">2021-06-09T08:28:38Z</dcterms:modified>
</cp:coreProperties>
</file>