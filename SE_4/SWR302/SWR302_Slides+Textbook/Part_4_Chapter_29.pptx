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3" r:id="rId1"/>
  </p:sldMasterIdLst>
  <p:notesMasterIdLst>
    <p:notesMasterId r:id="rId18"/>
  </p:notesMasterIdLst>
  <p:handoutMasterIdLst>
    <p:handoutMasterId r:id="rId19"/>
  </p:handoutMasterIdLst>
  <p:sldIdLst>
    <p:sldId id="257" r:id="rId2"/>
    <p:sldId id="268" r:id="rId3"/>
    <p:sldId id="258" r:id="rId4"/>
    <p:sldId id="259" r:id="rId5"/>
    <p:sldId id="260" r:id="rId6"/>
    <p:sldId id="261" r:id="rId7"/>
    <p:sldId id="262" r:id="rId8"/>
    <p:sldId id="269" r:id="rId9"/>
    <p:sldId id="263" r:id="rId10"/>
    <p:sldId id="270" r:id="rId11"/>
    <p:sldId id="264" r:id="rId12"/>
    <p:sldId id="265" r:id="rId13"/>
    <p:sldId id="266" r:id="rId14"/>
    <p:sldId id="271" r:id="rId15"/>
    <p:sldId id="272" r:id="rId16"/>
    <p:sldId id="267"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3212" autoAdjust="0"/>
  </p:normalViewPr>
  <p:slideViewPr>
    <p:cSldViewPr snapToGrid="0">
      <p:cViewPr varScale="1">
        <p:scale>
          <a:sx n="61" d="100"/>
          <a:sy n="61" d="100"/>
        </p:scale>
        <p:origin x="1656" y="66"/>
      </p:cViewPr>
      <p:guideLst/>
    </p:cSldViewPr>
  </p:slideViewPr>
  <p:notesTextViewPr>
    <p:cViewPr>
      <p:scale>
        <a:sx n="1" d="1"/>
        <a:sy n="1" d="1"/>
      </p:scale>
      <p:origin x="0" y="0"/>
    </p:cViewPr>
  </p:notesTextViewPr>
  <p:notesViewPr>
    <p:cSldViewPr snapToGrid="0">
      <p:cViewPr varScale="1">
        <p:scale>
          <a:sx n="60" d="100"/>
          <a:sy n="60" d="100"/>
        </p:scale>
        <p:origin x="2484"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65A4D7-7720-45CB-8279-86EBD3407E97}" type="doc">
      <dgm:prSet loTypeId="urn:microsoft.com/office/officeart/2005/8/layout/orgChart1" loCatId="hierarchy" qsTypeId="urn:microsoft.com/office/officeart/2005/8/quickstyle/simple3" qsCatId="simple" csTypeId="urn:microsoft.com/office/officeart/2005/8/colors/colorful2" csCatId="colorful" phldr="1"/>
      <dgm:spPr/>
      <dgm:t>
        <a:bodyPr/>
        <a:lstStyle/>
        <a:p>
          <a:endParaRPr lang="en-US"/>
        </a:p>
      </dgm:t>
    </dgm:pt>
    <dgm:pt modelId="{9E6404DC-1053-49D6-95EE-599A97C88DD3}">
      <dgm:prSet phldrT="[Text]" custT="1"/>
      <dgm:spPr/>
      <dgm:t>
        <a:bodyPr/>
        <a:lstStyle/>
        <a:p>
          <a:r>
            <a:rPr lang="en-US" sz="1600" dirty="0" smtClean="0"/>
            <a:t>Chapter 28 – Change happens</a:t>
          </a:r>
          <a:endParaRPr lang="en-US" sz="1600" dirty="0"/>
        </a:p>
      </dgm:t>
    </dgm:pt>
    <dgm:pt modelId="{541DED35-EA1D-4B2B-8573-F418430E3EF8}" type="parTrans" cxnId="{4CA9C32A-C8CD-40F1-AFCB-D726CB5C7F3F}">
      <dgm:prSet/>
      <dgm:spPr/>
      <dgm:t>
        <a:bodyPr/>
        <a:lstStyle/>
        <a:p>
          <a:endParaRPr lang="en-US"/>
        </a:p>
      </dgm:t>
    </dgm:pt>
    <dgm:pt modelId="{8EA0B31F-0422-4926-B862-5636855C8DF2}" type="sibTrans" cxnId="{4CA9C32A-C8CD-40F1-AFCB-D726CB5C7F3F}">
      <dgm:prSet/>
      <dgm:spPr/>
      <dgm:t>
        <a:bodyPr/>
        <a:lstStyle/>
        <a:p>
          <a:endParaRPr lang="en-US"/>
        </a:p>
      </dgm:t>
    </dgm:pt>
    <dgm:pt modelId="{620DD3EC-BDCD-468B-B566-7FE2B848507E}">
      <dgm:prSet phldrT="[Text]" custT="1"/>
      <dgm:spPr/>
      <dgm:t>
        <a:bodyPr/>
        <a:lstStyle/>
        <a:p>
          <a:r>
            <a:rPr lang="en-US" sz="1200" dirty="0" smtClean="0"/>
            <a:t>Manage scope creep</a:t>
          </a:r>
          <a:endParaRPr lang="en-US" sz="1200" dirty="0"/>
        </a:p>
      </dgm:t>
    </dgm:pt>
    <dgm:pt modelId="{F0764DAA-254D-4C3C-9708-669D5BF5A337}" type="parTrans" cxnId="{55322DC1-D5BB-4947-91D3-C49D83A86839}">
      <dgm:prSet/>
      <dgm:spPr/>
      <dgm:t>
        <a:bodyPr/>
        <a:lstStyle/>
        <a:p>
          <a:endParaRPr lang="en-US"/>
        </a:p>
      </dgm:t>
    </dgm:pt>
    <dgm:pt modelId="{61B96E30-C56F-4FDE-AA00-908E8835534F}" type="sibTrans" cxnId="{55322DC1-D5BB-4947-91D3-C49D83A86839}">
      <dgm:prSet/>
      <dgm:spPr/>
      <dgm:t>
        <a:bodyPr/>
        <a:lstStyle/>
        <a:p>
          <a:endParaRPr lang="en-US"/>
        </a:p>
      </dgm:t>
    </dgm:pt>
    <dgm:pt modelId="{9286A5EC-F2A9-487D-8BF1-B96EEEFD636B}">
      <dgm:prSet phldrT="[Text]" custT="1"/>
      <dgm:spPr/>
      <dgm:t>
        <a:bodyPr/>
        <a:lstStyle/>
        <a:p>
          <a:r>
            <a:rPr lang="en-US" sz="1200" dirty="0" smtClean="0"/>
            <a:t>Why manage changes?</a:t>
          </a:r>
          <a:endParaRPr lang="en-US" sz="1200" dirty="0"/>
        </a:p>
      </dgm:t>
    </dgm:pt>
    <dgm:pt modelId="{D6357A36-116B-440B-A9E1-8EDB3A4D1B88}" type="sibTrans" cxnId="{3371D227-869E-4636-B9B0-BA373BCE5AD6}">
      <dgm:prSet/>
      <dgm:spPr/>
      <dgm:t>
        <a:bodyPr/>
        <a:lstStyle/>
        <a:p>
          <a:endParaRPr lang="en-US"/>
        </a:p>
      </dgm:t>
    </dgm:pt>
    <dgm:pt modelId="{8CE2CE9A-EBD7-445E-BD99-21666869C1D4}" type="parTrans" cxnId="{3371D227-869E-4636-B9B0-BA373BCE5AD6}">
      <dgm:prSet/>
      <dgm:spPr/>
      <dgm:t>
        <a:bodyPr/>
        <a:lstStyle/>
        <a:p>
          <a:endParaRPr lang="en-US"/>
        </a:p>
      </dgm:t>
    </dgm:pt>
    <dgm:pt modelId="{0394B78F-9F6A-46F9-8192-B5368C603428}">
      <dgm:prSet phldrT="[Text]" custT="1"/>
      <dgm:spPr/>
      <dgm:t>
        <a:bodyPr/>
        <a:lstStyle/>
        <a:p>
          <a:r>
            <a:rPr lang="en-US" sz="1200" dirty="0" smtClean="0"/>
            <a:t>Change control policy</a:t>
          </a:r>
          <a:endParaRPr lang="en-US" sz="1200" dirty="0"/>
        </a:p>
      </dgm:t>
    </dgm:pt>
    <dgm:pt modelId="{D652C70C-8554-4301-869A-D02E3BDCCF9C}" type="parTrans" cxnId="{B5ABC604-1326-4694-B54C-E5E593D5B4D3}">
      <dgm:prSet/>
      <dgm:spPr/>
      <dgm:t>
        <a:bodyPr/>
        <a:lstStyle/>
        <a:p>
          <a:endParaRPr lang="en-US"/>
        </a:p>
      </dgm:t>
    </dgm:pt>
    <dgm:pt modelId="{4FD2C2F4-D20F-4955-BB38-134D0C8C3F3C}" type="sibTrans" cxnId="{B5ABC604-1326-4694-B54C-E5E593D5B4D3}">
      <dgm:prSet/>
      <dgm:spPr/>
      <dgm:t>
        <a:bodyPr/>
        <a:lstStyle/>
        <a:p>
          <a:endParaRPr lang="en-US"/>
        </a:p>
      </dgm:t>
    </dgm:pt>
    <dgm:pt modelId="{0B0BE489-18FC-4AB8-89F0-E5B83E82DEE3}">
      <dgm:prSet phldrT="[Text]" custT="1"/>
      <dgm:spPr/>
      <dgm:t>
        <a:bodyPr/>
        <a:lstStyle/>
        <a:p>
          <a:r>
            <a:rPr lang="en-US" sz="1200" dirty="0" smtClean="0"/>
            <a:t>CCB – Change Control Board</a:t>
          </a:r>
          <a:endParaRPr lang="en-US" sz="1200" dirty="0"/>
        </a:p>
      </dgm:t>
    </dgm:pt>
    <dgm:pt modelId="{D790EDC8-DBC7-47D9-AD8D-E7CE4F48BB0A}" type="parTrans" cxnId="{6954F8C0-BCB4-46A0-969C-D1E8639FAFCB}">
      <dgm:prSet/>
      <dgm:spPr/>
      <dgm:t>
        <a:bodyPr/>
        <a:lstStyle/>
        <a:p>
          <a:endParaRPr lang="en-US"/>
        </a:p>
      </dgm:t>
    </dgm:pt>
    <dgm:pt modelId="{B707AAE7-D88C-41C7-9B1B-D8B970E4AED3}" type="sibTrans" cxnId="{6954F8C0-BCB4-46A0-969C-D1E8639FAFCB}">
      <dgm:prSet/>
      <dgm:spPr/>
      <dgm:t>
        <a:bodyPr/>
        <a:lstStyle/>
        <a:p>
          <a:endParaRPr lang="en-US"/>
        </a:p>
      </dgm:t>
    </dgm:pt>
    <dgm:pt modelId="{8FA2B63F-CAB1-4EEA-A640-932A60E9BC47}">
      <dgm:prSet phldrT="[Text]" custT="1"/>
      <dgm:spPr/>
      <dgm:t>
        <a:bodyPr/>
        <a:lstStyle/>
        <a:p>
          <a:r>
            <a:rPr lang="en-US" sz="1200" dirty="0" smtClean="0"/>
            <a:t>Change control process</a:t>
          </a:r>
          <a:endParaRPr lang="en-US" sz="1200" dirty="0"/>
        </a:p>
      </dgm:t>
    </dgm:pt>
    <dgm:pt modelId="{93937668-468C-49D7-BE11-FE1C97C717A3}" type="parTrans" cxnId="{E0C8E9C8-69BC-4121-88DC-C5ADE3480B73}">
      <dgm:prSet/>
      <dgm:spPr/>
      <dgm:t>
        <a:bodyPr/>
        <a:lstStyle/>
        <a:p>
          <a:endParaRPr lang="en-US"/>
        </a:p>
      </dgm:t>
    </dgm:pt>
    <dgm:pt modelId="{7C9CE8E4-C1E4-4149-9F5E-986C5869664F}" type="sibTrans" cxnId="{E0C8E9C8-69BC-4121-88DC-C5ADE3480B73}">
      <dgm:prSet/>
      <dgm:spPr/>
      <dgm:t>
        <a:bodyPr/>
        <a:lstStyle/>
        <a:p>
          <a:endParaRPr lang="en-US"/>
        </a:p>
      </dgm:t>
    </dgm:pt>
    <dgm:pt modelId="{76370419-9C51-4DAC-A2E7-85056323C352}">
      <dgm:prSet phldrT="[Text]" custT="1"/>
      <dgm:spPr/>
      <dgm:t>
        <a:bodyPr/>
        <a:lstStyle/>
        <a:p>
          <a:r>
            <a:rPr lang="en-US" sz="1200" dirty="0" smtClean="0"/>
            <a:t>CCB composition</a:t>
          </a:r>
          <a:endParaRPr lang="en-US" sz="1200" dirty="0"/>
        </a:p>
      </dgm:t>
    </dgm:pt>
    <dgm:pt modelId="{24A5C281-6636-48D2-AEF5-D0FB63535501}" type="parTrans" cxnId="{3A975C4B-59D9-447A-96D3-52EA5B92FEA7}">
      <dgm:prSet/>
      <dgm:spPr/>
      <dgm:t>
        <a:bodyPr/>
        <a:lstStyle/>
        <a:p>
          <a:endParaRPr lang="en-US"/>
        </a:p>
      </dgm:t>
    </dgm:pt>
    <dgm:pt modelId="{44BCC12A-75FA-46BF-9226-18572E79C23B}" type="sibTrans" cxnId="{3A975C4B-59D9-447A-96D3-52EA5B92FEA7}">
      <dgm:prSet/>
      <dgm:spPr/>
      <dgm:t>
        <a:bodyPr/>
        <a:lstStyle/>
        <a:p>
          <a:endParaRPr lang="en-US"/>
        </a:p>
      </dgm:t>
    </dgm:pt>
    <dgm:pt modelId="{052693DD-86BD-4067-A211-7361AAC800C5}">
      <dgm:prSet phldrT="[Text]" custT="1"/>
      <dgm:spPr/>
      <dgm:t>
        <a:bodyPr/>
        <a:lstStyle/>
        <a:p>
          <a:r>
            <a:rPr lang="en-US" sz="1200" dirty="0" smtClean="0"/>
            <a:t>CCB charter</a:t>
          </a:r>
          <a:endParaRPr lang="en-US" sz="1200" dirty="0"/>
        </a:p>
      </dgm:t>
    </dgm:pt>
    <dgm:pt modelId="{3E28AD20-4916-4B69-A5E7-720D3D2C2480}" type="parTrans" cxnId="{D6C3CB5C-0C51-46B2-9291-0EAB4E20B4CD}">
      <dgm:prSet/>
      <dgm:spPr/>
      <dgm:t>
        <a:bodyPr/>
        <a:lstStyle/>
        <a:p>
          <a:endParaRPr lang="en-US"/>
        </a:p>
      </dgm:t>
    </dgm:pt>
    <dgm:pt modelId="{C4EC1566-5D3E-4E6E-A698-83FE02B3972D}" type="sibTrans" cxnId="{D6C3CB5C-0C51-46B2-9291-0EAB4E20B4CD}">
      <dgm:prSet/>
      <dgm:spPr/>
      <dgm:t>
        <a:bodyPr/>
        <a:lstStyle/>
        <a:p>
          <a:endParaRPr lang="en-US"/>
        </a:p>
      </dgm:t>
    </dgm:pt>
    <dgm:pt modelId="{E067647D-6E13-471F-A2DD-E851CCC1CF68}">
      <dgm:prSet phldrT="[Text]" custT="1"/>
      <dgm:spPr/>
      <dgm:t>
        <a:bodyPr/>
        <a:lstStyle/>
        <a:p>
          <a:r>
            <a:rPr lang="en-US" sz="1200" dirty="0" smtClean="0"/>
            <a:t>Change control tools</a:t>
          </a:r>
          <a:endParaRPr lang="en-US" sz="1200" dirty="0"/>
        </a:p>
      </dgm:t>
    </dgm:pt>
    <dgm:pt modelId="{9FD46E75-A48A-45C1-9E9F-A30FB029AFC7}" type="parTrans" cxnId="{A58B3858-09D8-431B-B2B6-24F4AE6476F2}">
      <dgm:prSet/>
      <dgm:spPr/>
      <dgm:t>
        <a:bodyPr/>
        <a:lstStyle/>
        <a:p>
          <a:endParaRPr lang="en-US"/>
        </a:p>
      </dgm:t>
    </dgm:pt>
    <dgm:pt modelId="{30D09A77-47DA-45E5-8199-D74EECBB6FE2}" type="sibTrans" cxnId="{A58B3858-09D8-431B-B2B6-24F4AE6476F2}">
      <dgm:prSet/>
      <dgm:spPr/>
      <dgm:t>
        <a:bodyPr/>
        <a:lstStyle/>
        <a:p>
          <a:endParaRPr lang="en-US"/>
        </a:p>
      </dgm:t>
    </dgm:pt>
    <dgm:pt modelId="{1FE37A8E-0D7F-4C9E-8705-3350B22BE52B}">
      <dgm:prSet phldrT="[Text]" custT="1"/>
      <dgm:spPr/>
      <dgm:t>
        <a:bodyPr/>
        <a:lstStyle/>
        <a:p>
          <a:r>
            <a:rPr lang="en-US" sz="1200" dirty="0" smtClean="0"/>
            <a:t>Purpose &amp; scope</a:t>
          </a:r>
          <a:endParaRPr lang="en-US" sz="1200" dirty="0"/>
        </a:p>
      </dgm:t>
    </dgm:pt>
    <dgm:pt modelId="{54EE80F7-F4A6-44E8-AFDD-73D2F2ADF945}" type="parTrans" cxnId="{8C8572E0-FF0B-4541-828A-3FE15A1DA05C}">
      <dgm:prSet/>
      <dgm:spPr/>
      <dgm:t>
        <a:bodyPr/>
        <a:lstStyle/>
        <a:p>
          <a:endParaRPr lang="en-US"/>
        </a:p>
      </dgm:t>
    </dgm:pt>
    <dgm:pt modelId="{2AF988A3-4395-4086-853A-DB86F6104712}" type="sibTrans" cxnId="{8C8572E0-FF0B-4541-828A-3FE15A1DA05C}">
      <dgm:prSet/>
      <dgm:spPr/>
      <dgm:t>
        <a:bodyPr/>
        <a:lstStyle/>
        <a:p>
          <a:endParaRPr lang="en-US"/>
        </a:p>
      </dgm:t>
    </dgm:pt>
    <dgm:pt modelId="{9A860615-2728-43A3-AE18-F0C2C4504E06}">
      <dgm:prSet phldrT="[Text]" custT="1"/>
      <dgm:spPr/>
      <dgm:t>
        <a:bodyPr/>
        <a:lstStyle/>
        <a:p>
          <a:r>
            <a:rPr lang="en-US" sz="1200" dirty="0" smtClean="0"/>
            <a:t>Roles &amp; responsibilities</a:t>
          </a:r>
          <a:endParaRPr lang="en-US" sz="1200" dirty="0"/>
        </a:p>
      </dgm:t>
    </dgm:pt>
    <dgm:pt modelId="{CF408878-727A-48C0-84F7-F73F598D24C2}" type="parTrans" cxnId="{24F64EB5-EA46-47E5-9126-AED56D567F34}">
      <dgm:prSet/>
      <dgm:spPr/>
      <dgm:t>
        <a:bodyPr/>
        <a:lstStyle/>
        <a:p>
          <a:endParaRPr lang="en-US"/>
        </a:p>
      </dgm:t>
    </dgm:pt>
    <dgm:pt modelId="{4FA7FF2D-00ED-4DAB-B7B0-B996BEED00EE}" type="sibTrans" cxnId="{24F64EB5-EA46-47E5-9126-AED56D567F34}">
      <dgm:prSet/>
      <dgm:spPr/>
      <dgm:t>
        <a:bodyPr/>
        <a:lstStyle/>
        <a:p>
          <a:endParaRPr lang="en-US"/>
        </a:p>
      </dgm:t>
    </dgm:pt>
    <dgm:pt modelId="{6FC28DAA-0C46-47D4-A449-6097CD5D3F16}">
      <dgm:prSet phldrT="[Text]" custT="1"/>
      <dgm:spPr/>
      <dgm:t>
        <a:bodyPr/>
        <a:lstStyle/>
        <a:p>
          <a:r>
            <a:rPr lang="en-US" sz="1200" dirty="0" smtClean="0"/>
            <a:t>Change request states</a:t>
          </a:r>
          <a:endParaRPr lang="en-US" sz="1200" dirty="0"/>
        </a:p>
      </dgm:t>
    </dgm:pt>
    <dgm:pt modelId="{3EA4FB16-6C0D-472E-ABB5-CCB15C0930AC}" type="parTrans" cxnId="{CEC7CCB4-B49C-4F6F-B7FC-320F42BA78C1}">
      <dgm:prSet/>
      <dgm:spPr/>
      <dgm:t>
        <a:bodyPr/>
        <a:lstStyle/>
        <a:p>
          <a:endParaRPr lang="en-US"/>
        </a:p>
      </dgm:t>
    </dgm:pt>
    <dgm:pt modelId="{6B616A4F-C47D-483B-A0AB-708218751ABA}" type="sibTrans" cxnId="{CEC7CCB4-B49C-4F6F-B7FC-320F42BA78C1}">
      <dgm:prSet/>
      <dgm:spPr/>
      <dgm:t>
        <a:bodyPr/>
        <a:lstStyle/>
        <a:p>
          <a:endParaRPr lang="en-US"/>
        </a:p>
      </dgm:t>
    </dgm:pt>
    <dgm:pt modelId="{8E07B8C3-62BB-4D29-B4F4-EB5CB5806805}">
      <dgm:prSet phldrT="[Text]" custT="1"/>
      <dgm:spPr/>
      <dgm:t>
        <a:bodyPr/>
        <a:lstStyle/>
        <a:p>
          <a:r>
            <a:rPr lang="en-US" sz="1200" dirty="0" smtClean="0"/>
            <a:t>Entry criteria</a:t>
          </a:r>
          <a:endParaRPr lang="en-US" sz="1200" dirty="0"/>
        </a:p>
      </dgm:t>
    </dgm:pt>
    <dgm:pt modelId="{E7A374B0-AD83-479E-B0DC-DCCE82E0E6A2}" type="parTrans" cxnId="{D96620C3-21FC-486E-B464-2A1E3F8EA72E}">
      <dgm:prSet/>
      <dgm:spPr/>
      <dgm:t>
        <a:bodyPr/>
        <a:lstStyle/>
        <a:p>
          <a:endParaRPr lang="en-US"/>
        </a:p>
      </dgm:t>
    </dgm:pt>
    <dgm:pt modelId="{B0914830-FBB3-4238-A31E-DF2438C528D3}" type="sibTrans" cxnId="{D96620C3-21FC-486E-B464-2A1E3F8EA72E}">
      <dgm:prSet/>
      <dgm:spPr/>
      <dgm:t>
        <a:bodyPr/>
        <a:lstStyle/>
        <a:p>
          <a:endParaRPr lang="en-US"/>
        </a:p>
      </dgm:t>
    </dgm:pt>
    <dgm:pt modelId="{41787946-ECC1-430A-B044-29A839BC8AFE}">
      <dgm:prSet phldrT="[Text]" custT="1"/>
      <dgm:spPr/>
      <dgm:t>
        <a:bodyPr/>
        <a:lstStyle/>
        <a:p>
          <a:r>
            <a:rPr lang="en-US" sz="1200" dirty="0" smtClean="0"/>
            <a:t>Tasks</a:t>
          </a:r>
          <a:endParaRPr lang="en-US" sz="1200" dirty="0"/>
        </a:p>
      </dgm:t>
    </dgm:pt>
    <dgm:pt modelId="{9AF113F9-3011-4C50-92BA-F129226B2C64}" type="parTrans" cxnId="{C84F2E2F-4C88-475E-B20D-61EA6FE191BC}">
      <dgm:prSet/>
      <dgm:spPr/>
      <dgm:t>
        <a:bodyPr/>
        <a:lstStyle/>
        <a:p>
          <a:endParaRPr lang="en-US"/>
        </a:p>
      </dgm:t>
    </dgm:pt>
    <dgm:pt modelId="{E8ABB72B-882A-4262-9F40-58F418AA75A2}" type="sibTrans" cxnId="{C84F2E2F-4C88-475E-B20D-61EA6FE191BC}">
      <dgm:prSet/>
      <dgm:spPr/>
      <dgm:t>
        <a:bodyPr/>
        <a:lstStyle/>
        <a:p>
          <a:endParaRPr lang="en-US"/>
        </a:p>
      </dgm:t>
    </dgm:pt>
    <dgm:pt modelId="{2583BDF3-A3A9-481F-AFFA-D7AB2D0C2447}">
      <dgm:prSet phldrT="[Text]" custT="1"/>
      <dgm:spPr/>
      <dgm:t>
        <a:bodyPr/>
        <a:lstStyle/>
        <a:p>
          <a:r>
            <a:rPr lang="en-US" sz="1200" dirty="0" smtClean="0"/>
            <a:t>Exit criteria</a:t>
          </a:r>
          <a:endParaRPr lang="en-US" sz="1200" dirty="0"/>
        </a:p>
      </dgm:t>
    </dgm:pt>
    <dgm:pt modelId="{6AC32210-7821-4D49-B61F-7624F6C73F5B}" type="parTrans" cxnId="{C614CCF2-30E9-4473-9FE2-B4A05679320D}">
      <dgm:prSet/>
      <dgm:spPr/>
      <dgm:t>
        <a:bodyPr/>
        <a:lstStyle/>
        <a:p>
          <a:endParaRPr lang="en-US"/>
        </a:p>
      </dgm:t>
    </dgm:pt>
    <dgm:pt modelId="{73E353F3-8955-4D82-BC3D-02EA45E86E42}" type="sibTrans" cxnId="{C614CCF2-30E9-4473-9FE2-B4A05679320D}">
      <dgm:prSet/>
      <dgm:spPr/>
      <dgm:t>
        <a:bodyPr/>
        <a:lstStyle/>
        <a:p>
          <a:endParaRPr lang="en-US"/>
        </a:p>
      </dgm:t>
    </dgm:pt>
    <dgm:pt modelId="{0D831209-06D9-4B67-B261-8E1A0507FF58}">
      <dgm:prSet phldrT="[Text]" custT="1"/>
      <dgm:spPr/>
      <dgm:t>
        <a:bodyPr/>
        <a:lstStyle/>
        <a:p>
          <a:r>
            <a:rPr lang="en-US" sz="1200" dirty="0" smtClean="0"/>
            <a:t>CC status reporting</a:t>
          </a:r>
          <a:endParaRPr lang="en-US" sz="1200" dirty="0"/>
        </a:p>
      </dgm:t>
    </dgm:pt>
    <dgm:pt modelId="{ECA29EE9-CA4D-4AE1-B4DE-4D68022A97DA}" type="parTrans" cxnId="{AEF777BB-0E6B-4C27-8D1D-599ED84D1955}">
      <dgm:prSet/>
      <dgm:spPr/>
      <dgm:t>
        <a:bodyPr/>
        <a:lstStyle/>
        <a:p>
          <a:endParaRPr lang="en-US"/>
        </a:p>
      </dgm:t>
    </dgm:pt>
    <dgm:pt modelId="{5B7650EB-202C-4E4D-B160-D7121980F3B9}" type="sibTrans" cxnId="{AEF777BB-0E6B-4C27-8D1D-599ED84D1955}">
      <dgm:prSet/>
      <dgm:spPr/>
      <dgm:t>
        <a:bodyPr/>
        <a:lstStyle/>
        <a:p>
          <a:endParaRPr lang="en-US"/>
        </a:p>
      </dgm:t>
    </dgm:pt>
    <dgm:pt modelId="{19A68822-21FD-4C82-AE62-61FBE4C45F59}">
      <dgm:prSet phldrT="[Text]" custT="1"/>
      <dgm:spPr/>
      <dgm:t>
        <a:bodyPr/>
        <a:lstStyle/>
        <a:p>
          <a:r>
            <a:rPr lang="en-US" sz="1200" dirty="0" smtClean="0"/>
            <a:t>Measuring change activity</a:t>
          </a:r>
          <a:endParaRPr lang="en-US" sz="1200" dirty="0"/>
        </a:p>
      </dgm:t>
    </dgm:pt>
    <dgm:pt modelId="{685C7F77-9270-488B-8D70-851D387667CA}" type="parTrans" cxnId="{6B5E466C-04AA-4954-A494-AB80FF85D20F}">
      <dgm:prSet/>
      <dgm:spPr/>
      <dgm:t>
        <a:bodyPr/>
        <a:lstStyle/>
        <a:p>
          <a:endParaRPr lang="en-US"/>
        </a:p>
      </dgm:t>
    </dgm:pt>
    <dgm:pt modelId="{0E571DE3-9456-45C1-AB67-4DD0C083EE0D}" type="sibTrans" cxnId="{6B5E466C-04AA-4954-A494-AB80FF85D20F}">
      <dgm:prSet/>
      <dgm:spPr/>
      <dgm:t>
        <a:bodyPr/>
        <a:lstStyle/>
        <a:p>
          <a:endParaRPr lang="en-US"/>
        </a:p>
      </dgm:t>
    </dgm:pt>
    <dgm:pt modelId="{ED45087A-8C71-454A-80E7-73763BA1DDDF}">
      <dgm:prSet phldrT="[Text]" custT="1"/>
      <dgm:spPr/>
      <dgm:t>
        <a:bodyPr/>
        <a:lstStyle/>
        <a:p>
          <a:r>
            <a:rPr lang="en-US" sz="1200" dirty="0" smtClean="0"/>
            <a:t>Change impact analysis</a:t>
          </a:r>
          <a:endParaRPr lang="en-US" sz="1200" dirty="0"/>
        </a:p>
      </dgm:t>
    </dgm:pt>
    <dgm:pt modelId="{B26EFBE0-6C0C-4274-ADB7-2307ACE7B46F}" type="parTrans" cxnId="{B602F6DA-021B-4121-B797-F9541EADDC50}">
      <dgm:prSet/>
      <dgm:spPr/>
      <dgm:t>
        <a:bodyPr/>
        <a:lstStyle/>
        <a:p>
          <a:endParaRPr lang="en-US"/>
        </a:p>
      </dgm:t>
    </dgm:pt>
    <dgm:pt modelId="{08AC6B94-082B-446A-9963-59D439FE42A5}" type="sibTrans" cxnId="{B602F6DA-021B-4121-B797-F9541EADDC50}">
      <dgm:prSet/>
      <dgm:spPr/>
      <dgm:t>
        <a:bodyPr/>
        <a:lstStyle/>
        <a:p>
          <a:endParaRPr lang="en-US"/>
        </a:p>
      </dgm:t>
    </dgm:pt>
    <dgm:pt modelId="{541B660F-262B-4286-8A5B-47724D9B5909}">
      <dgm:prSet phldrT="[Text]" custT="1"/>
      <dgm:spPr/>
      <dgm:t>
        <a:bodyPr/>
        <a:lstStyle/>
        <a:p>
          <a:r>
            <a:rPr lang="en-US" sz="1200" dirty="0" smtClean="0"/>
            <a:t>CC on Agile project</a:t>
          </a:r>
          <a:endParaRPr lang="en-US" sz="1200" dirty="0"/>
        </a:p>
      </dgm:t>
    </dgm:pt>
    <dgm:pt modelId="{54B1F5B6-D4AF-43A9-BB24-9646A101D457}" type="parTrans" cxnId="{1224C7CE-8C06-41D9-BAAE-BDFF9F3F86FB}">
      <dgm:prSet/>
      <dgm:spPr/>
      <dgm:t>
        <a:bodyPr/>
        <a:lstStyle/>
        <a:p>
          <a:endParaRPr lang="en-US"/>
        </a:p>
      </dgm:t>
    </dgm:pt>
    <dgm:pt modelId="{551C2332-E60B-408C-8ACA-83C5695B1570}" type="sibTrans" cxnId="{1224C7CE-8C06-41D9-BAAE-BDFF9F3F86FB}">
      <dgm:prSet/>
      <dgm:spPr/>
      <dgm:t>
        <a:bodyPr/>
        <a:lstStyle/>
        <a:p>
          <a:endParaRPr lang="en-US"/>
        </a:p>
      </dgm:t>
    </dgm:pt>
    <dgm:pt modelId="{11077618-9302-474C-8482-1BBB83E3AEF1}" type="pres">
      <dgm:prSet presAssocID="{1A65A4D7-7720-45CB-8279-86EBD3407E97}" presName="hierChild1" presStyleCnt="0">
        <dgm:presLayoutVars>
          <dgm:orgChart val="1"/>
          <dgm:chPref val="1"/>
          <dgm:dir/>
          <dgm:animOne val="branch"/>
          <dgm:animLvl val="lvl"/>
          <dgm:resizeHandles/>
        </dgm:presLayoutVars>
      </dgm:prSet>
      <dgm:spPr/>
      <dgm:t>
        <a:bodyPr/>
        <a:lstStyle/>
        <a:p>
          <a:endParaRPr lang="en-US"/>
        </a:p>
      </dgm:t>
    </dgm:pt>
    <dgm:pt modelId="{38ED7B2E-63E5-438D-91CD-EFA6DE9BBF61}" type="pres">
      <dgm:prSet presAssocID="{9E6404DC-1053-49D6-95EE-599A97C88DD3}" presName="hierRoot1" presStyleCnt="0">
        <dgm:presLayoutVars>
          <dgm:hierBranch val="init"/>
        </dgm:presLayoutVars>
      </dgm:prSet>
      <dgm:spPr/>
    </dgm:pt>
    <dgm:pt modelId="{ADCB6C6D-2F95-4AD5-B3EB-BEA9A3239732}" type="pres">
      <dgm:prSet presAssocID="{9E6404DC-1053-49D6-95EE-599A97C88DD3}" presName="rootComposite1" presStyleCnt="0"/>
      <dgm:spPr/>
    </dgm:pt>
    <dgm:pt modelId="{0F3C8968-31FF-46A5-BCB3-A2E771257413}" type="pres">
      <dgm:prSet presAssocID="{9E6404DC-1053-49D6-95EE-599A97C88DD3}" presName="rootText1" presStyleLbl="node0" presStyleIdx="0" presStyleCnt="1" custScaleX="379549" custScaleY="205779" custLinFactNeighborX="-4584" custLinFactNeighborY="-38509">
        <dgm:presLayoutVars>
          <dgm:chPref val="3"/>
        </dgm:presLayoutVars>
      </dgm:prSet>
      <dgm:spPr/>
      <dgm:t>
        <a:bodyPr/>
        <a:lstStyle/>
        <a:p>
          <a:endParaRPr lang="en-US"/>
        </a:p>
      </dgm:t>
    </dgm:pt>
    <dgm:pt modelId="{C8C73746-D1E9-45A4-A4B2-4DB251C0CC5A}" type="pres">
      <dgm:prSet presAssocID="{9E6404DC-1053-49D6-95EE-599A97C88DD3}" presName="rootConnector1" presStyleLbl="node1" presStyleIdx="0" presStyleCnt="0"/>
      <dgm:spPr/>
      <dgm:t>
        <a:bodyPr/>
        <a:lstStyle/>
        <a:p>
          <a:endParaRPr lang="en-US"/>
        </a:p>
      </dgm:t>
    </dgm:pt>
    <dgm:pt modelId="{AD53A4B1-01E7-41E8-9724-31F3910545A4}" type="pres">
      <dgm:prSet presAssocID="{9E6404DC-1053-49D6-95EE-599A97C88DD3}" presName="hierChild2" presStyleCnt="0"/>
      <dgm:spPr/>
    </dgm:pt>
    <dgm:pt modelId="{7B4371B5-9FE0-4A41-B872-D27DD755166A}" type="pres">
      <dgm:prSet presAssocID="{8CE2CE9A-EBD7-445E-BD99-21666869C1D4}" presName="Name37" presStyleLbl="parChTrans1D2" presStyleIdx="0" presStyleCnt="7"/>
      <dgm:spPr/>
      <dgm:t>
        <a:bodyPr/>
        <a:lstStyle/>
        <a:p>
          <a:endParaRPr lang="en-US"/>
        </a:p>
      </dgm:t>
    </dgm:pt>
    <dgm:pt modelId="{ED726A71-3CEE-43E5-B36E-E99BBF451E5B}" type="pres">
      <dgm:prSet presAssocID="{9286A5EC-F2A9-487D-8BF1-B96EEEFD636B}" presName="hierRoot2" presStyleCnt="0">
        <dgm:presLayoutVars>
          <dgm:hierBranch val="init"/>
        </dgm:presLayoutVars>
      </dgm:prSet>
      <dgm:spPr/>
    </dgm:pt>
    <dgm:pt modelId="{82B2FC70-3C15-48D4-B101-71C09EFE19F9}" type="pres">
      <dgm:prSet presAssocID="{9286A5EC-F2A9-487D-8BF1-B96EEEFD636B}" presName="rootComposite" presStyleCnt="0"/>
      <dgm:spPr/>
    </dgm:pt>
    <dgm:pt modelId="{C9422C4E-2B02-4D33-A16B-EF7B187ECAB7}" type="pres">
      <dgm:prSet presAssocID="{9286A5EC-F2A9-487D-8BF1-B96EEEFD636B}" presName="rootText" presStyleLbl="node2" presStyleIdx="0" presStyleCnt="7" custScaleX="239058" custScaleY="132534" custLinFactNeighborX="4006" custLinFactNeighborY="10813">
        <dgm:presLayoutVars>
          <dgm:chPref val="3"/>
        </dgm:presLayoutVars>
      </dgm:prSet>
      <dgm:spPr/>
      <dgm:t>
        <a:bodyPr/>
        <a:lstStyle/>
        <a:p>
          <a:endParaRPr lang="en-US"/>
        </a:p>
      </dgm:t>
    </dgm:pt>
    <dgm:pt modelId="{A10B8E6A-AEE1-4C2B-8634-C515AEDBA0E5}" type="pres">
      <dgm:prSet presAssocID="{9286A5EC-F2A9-487D-8BF1-B96EEEFD636B}" presName="rootConnector" presStyleLbl="node2" presStyleIdx="0" presStyleCnt="7"/>
      <dgm:spPr/>
      <dgm:t>
        <a:bodyPr/>
        <a:lstStyle/>
        <a:p>
          <a:endParaRPr lang="en-US"/>
        </a:p>
      </dgm:t>
    </dgm:pt>
    <dgm:pt modelId="{C9264EDA-91B6-4FAE-AFE6-AFC29BE66386}" type="pres">
      <dgm:prSet presAssocID="{9286A5EC-F2A9-487D-8BF1-B96EEEFD636B}" presName="hierChild4" presStyleCnt="0"/>
      <dgm:spPr/>
    </dgm:pt>
    <dgm:pt modelId="{C5C54053-3A12-46C3-BAAB-BDE4C3102748}" type="pres">
      <dgm:prSet presAssocID="{9286A5EC-F2A9-487D-8BF1-B96EEEFD636B}" presName="hierChild5" presStyleCnt="0"/>
      <dgm:spPr/>
    </dgm:pt>
    <dgm:pt modelId="{0146BAA9-2B9D-4F2A-B565-A2DCB6505964}" type="pres">
      <dgm:prSet presAssocID="{F0764DAA-254D-4C3C-9708-669D5BF5A337}" presName="Name37" presStyleLbl="parChTrans1D2" presStyleIdx="1" presStyleCnt="7"/>
      <dgm:spPr/>
      <dgm:t>
        <a:bodyPr/>
        <a:lstStyle/>
        <a:p>
          <a:endParaRPr lang="en-US"/>
        </a:p>
      </dgm:t>
    </dgm:pt>
    <dgm:pt modelId="{E84706B5-084F-4950-8554-35690A57F381}" type="pres">
      <dgm:prSet presAssocID="{620DD3EC-BDCD-468B-B566-7FE2B848507E}" presName="hierRoot2" presStyleCnt="0">
        <dgm:presLayoutVars>
          <dgm:hierBranch val="init"/>
        </dgm:presLayoutVars>
      </dgm:prSet>
      <dgm:spPr/>
    </dgm:pt>
    <dgm:pt modelId="{2A614826-E838-4B9F-9FD7-136F010E7C46}" type="pres">
      <dgm:prSet presAssocID="{620DD3EC-BDCD-468B-B566-7FE2B848507E}" presName="rootComposite" presStyleCnt="0"/>
      <dgm:spPr/>
    </dgm:pt>
    <dgm:pt modelId="{02B28F85-DE51-42FF-859E-1DD3A478F426}" type="pres">
      <dgm:prSet presAssocID="{620DD3EC-BDCD-468B-B566-7FE2B848507E}" presName="rootText" presStyleLbl="node2" presStyleIdx="1" presStyleCnt="7" custScaleX="239058" custScaleY="132534" custLinFactNeighborX="4006" custLinFactNeighborY="10813">
        <dgm:presLayoutVars>
          <dgm:chPref val="3"/>
        </dgm:presLayoutVars>
      </dgm:prSet>
      <dgm:spPr/>
      <dgm:t>
        <a:bodyPr/>
        <a:lstStyle/>
        <a:p>
          <a:endParaRPr lang="en-US"/>
        </a:p>
      </dgm:t>
    </dgm:pt>
    <dgm:pt modelId="{1999F93D-C5E3-4B58-A38A-C971B5C1871B}" type="pres">
      <dgm:prSet presAssocID="{620DD3EC-BDCD-468B-B566-7FE2B848507E}" presName="rootConnector" presStyleLbl="node2" presStyleIdx="1" presStyleCnt="7"/>
      <dgm:spPr/>
      <dgm:t>
        <a:bodyPr/>
        <a:lstStyle/>
        <a:p>
          <a:endParaRPr lang="en-US"/>
        </a:p>
      </dgm:t>
    </dgm:pt>
    <dgm:pt modelId="{4C592C92-3156-443C-BB98-9204DFF01F72}" type="pres">
      <dgm:prSet presAssocID="{620DD3EC-BDCD-468B-B566-7FE2B848507E}" presName="hierChild4" presStyleCnt="0"/>
      <dgm:spPr/>
    </dgm:pt>
    <dgm:pt modelId="{3E362709-8DF5-4ED1-BE78-2D67C7F6CD59}" type="pres">
      <dgm:prSet presAssocID="{620DD3EC-BDCD-468B-B566-7FE2B848507E}" presName="hierChild5" presStyleCnt="0"/>
      <dgm:spPr/>
    </dgm:pt>
    <dgm:pt modelId="{270151AE-D139-40DF-A603-F0B3F7DDDC4D}" type="pres">
      <dgm:prSet presAssocID="{D790EDC8-DBC7-47D9-AD8D-E7CE4F48BB0A}" presName="Name37" presStyleLbl="parChTrans1D2" presStyleIdx="2" presStyleCnt="7"/>
      <dgm:spPr/>
      <dgm:t>
        <a:bodyPr/>
        <a:lstStyle/>
        <a:p>
          <a:endParaRPr lang="en-US"/>
        </a:p>
      </dgm:t>
    </dgm:pt>
    <dgm:pt modelId="{5E7476B3-AD7E-4825-A023-25C6BDFD35CA}" type="pres">
      <dgm:prSet presAssocID="{0B0BE489-18FC-4AB8-89F0-E5B83E82DEE3}" presName="hierRoot2" presStyleCnt="0">
        <dgm:presLayoutVars>
          <dgm:hierBranch val="init"/>
        </dgm:presLayoutVars>
      </dgm:prSet>
      <dgm:spPr/>
    </dgm:pt>
    <dgm:pt modelId="{132C54E8-DB97-4D17-8179-D1BC98F5D07C}" type="pres">
      <dgm:prSet presAssocID="{0B0BE489-18FC-4AB8-89F0-E5B83E82DEE3}" presName="rootComposite" presStyleCnt="0"/>
      <dgm:spPr/>
    </dgm:pt>
    <dgm:pt modelId="{F3605272-BB3C-482A-BD0E-4FF39B81FDEE}" type="pres">
      <dgm:prSet presAssocID="{0B0BE489-18FC-4AB8-89F0-E5B83E82DEE3}" presName="rootText" presStyleLbl="node2" presStyleIdx="2" presStyleCnt="7" custScaleX="213145" custScaleY="127304" custLinFactNeighborX="-2715" custLinFactNeighborY="10860">
        <dgm:presLayoutVars>
          <dgm:chPref val="3"/>
        </dgm:presLayoutVars>
      </dgm:prSet>
      <dgm:spPr/>
      <dgm:t>
        <a:bodyPr/>
        <a:lstStyle/>
        <a:p>
          <a:endParaRPr lang="en-US"/>
        </a:p>
      </dgm:t>
    </dgm:pt>
    <dgm:pt modelId="{80D30C1D-7614-46E9-A72C-A8C7C4CE7688}" type="pres">
      <dgm:prSet presAssocID="{0B0BE489-18FC-4AB8-89F0-E5B83E82DEE3}" presName="rootConnector" presStyleLbl="node2" presStyleIdx="2" presStyleCnt="7"/>
      <dgm:spPr/>
      <dgm:t>
        <a:bodyPr/>
        <a:lstStyle/>
        <a:p>
          <a:endParaRPr lang="en-US"/>
        </a:p>
      </dgm:t>
    </dgm:pt>
    <dgm:pt modelId="{52A2A06A-EC5A-449C-89CB-5D43FB38563B}" type="pres">
      <dgm:prSet presAssocID="{0B0BE489-18FC-4AB8-89F0-E5B83E82DEE3}" presName="hierChild4" presStyleCnt="0"/>
      <dgm:spPr/>
    </dgm:pt>
    <dgm:pt modelId="{D2613D50-256B-4B68-8FAD-AE3AD5188EA2}" type="pres">
      <dgm:prSet presAssocID="{D652C70C-8554-4301-869A-D02E3BDCCF9C}" presName="Name37" presStyleLbl="parChTrans1D3" presStyleIdx="0" presStyleCnt="4"/>
      <dgm:spPr/>
      <dgm:t>
        <a:bodyPr/>
        <a:lstStyle/>
        <a:p>
          <a:endParaRPr lang="en-US"/>
        </a:p>
      </dgm:t>
    </dgm:pt>
    <dgm:pt modelId="{6E9A1A80-60AA-46BF-B8BC-994A37D7A065}" type="pres">
      <dgm:prSet presAssocID="{0394B78F-9F6A-46F9-8192-B5368C603428}" presName="hierRoot2" presStyleCnt="0">
        <dgm:presLayoutVars>
          <dgm:hierBranch val="init"/>
        </dgm:presLayoutVars>
      </dgm:prSet>
      <dgm:spPr/>
    </dgm:pt>
    <dgm:pt modelId="{EB2AB012-BDB3-4569-91E2-8399DDCEDEF5}" type="pres">
      <dgm:prSet presAssocID="{0394B78F-9F6A-46F9-8192-B5368C603428}" presName="rootComposite" presStyleCnt="0"/>
      <dgm:spPr/>
    </dgm:pt>
    <dgm:pt modelId="{81981569-26A3-407E-B3D1-78BFB78884B6}" type="pres">
      <dgm:prSet presAssocID="{0394B78F-9F6A-46F9-8192-B5368C603428}" presName="rootText" presStyleLbl="node3" presStyleIdx="0" presStyleCnt="4" custScaleX="224192" custScaleY="109725" custLinFactNeighborY="93912">
        <dgm:presLayoutVars>
          <dgm:chPref val="3"/>
        </dgm:presLayoutVars>
      </dgm:prSet>
      <dgm:spPr/>
      <dgm:t>
        <a:bodyPr/>
        <a:lstStyle/>
        <a:p>
          <a:endParaRPr lang="en-US"/>
        </a:p>
      </dgm:t>
    </dgm:pt>
    <dgm:pt modelId="{57960999-4B07-4944-ABC8-DDEA0942E4F6}" type="pres">
      <dgm:prSet presAssocID="{0394B78F-9F6A-46F9-8192-B5368C603428}" presName="rootConnector" presStyleLbl="node3" presStyleIdx="0" presStyleCnt="4"/>
      <dgm:spPr/>
      <dgm:t>
        <a:bodyPr/>
        <a:lstStyle/>
        <a:p>
          <a:endParaRPr lang="en-US"/>
        </a:p>
      </dgm:t>
    </dgm:pt>
    <dgm:pt modelId="{2D9C1C89-9263-4701-B340-9B49C74F3097}" type="pres">
      <dgm:prSet presAssocID="{0394B78F-9F6A-46F9-8192-B5368C603428}" presName="hierChild4" presStyleCnt="0"/>
      <dgm:spPr/>
    </dgm:pt>
    <dgm:pt modelId="{D3616EBE-629E-42F5-9173-EB1C4DD37B67}" type="pres">
      <dgm:prSet presAssocID="{0394B78F-9F6A-46F9-8192-B5368C603428}" presName="hierChild5" presStyleCnt="0"/>
      <dgm:spPr/>
    </dgm:pt>
    <dgm:pt modelId="{965B87D8-90D8-413D-8B2A-075FA416D2A7}" type="pres">
      <dgm:prSet presAssocID="{93937668-468C-49D7-BE11-FE1C97C717A3}" presName="Name37" presStyleLbl="parChTrans1D3" presStyleIdx="1" presStyleCnt="4"/>
      <dgm:spPr/>
      <dgm:t>
        <a:bodyPr/>
        <a:lstStyle/>
        <a:p>
          <a:endParaRPr lang="en-US"/>
        </a:p>
      </dgm:t>
    </dgm:pt>
    <dgm:pt modelId="{E0462CD5-B3AF-4AD9-B343-C376FC4E0246}" type="pres">
      <dgm:prSet presAssocID="{8FA2B63F-CAB1-4EEA-A640-932A60E9BC47}" presName="hierRoot2" presStyleCnt="0">
        <dgm:presLayoutVars>
          <dgm:hierBranch val="init"/>
        </dgm:presLayoutVars>
      </dgm:prSet>
      <dgm:spPr/>
    </dgm:pt>
    <dgm:pt modelId="{968D4C26-1911-4D14-B9A4-630D2C68C61E}" type="pres">
      <dgm:prSet presAssocID="{8FA2B63F-CAB1-4EEA-A640-932A60E9BC47}" presName="rootComposite" presStyleCnt="0"/>
      <dgm:spPr/>
    </dgm:pt>
    <dgm:pt modelId="{09E5B8C7-1821-400D-883E-9F810704649A}" type="pres">
      <dgm:prSet presAssocID="{8FA2B63F-CAB1-4EEA-A640-932A60E9BC47}" presName="rootText" presStyleLbl="node3" presStyleIdx="1" presStyleCnt="4" custScaleX="193737" custScaleY="116820" custLinFactNeighborY="82594">
        <dgm:presLayoutVars>
          <dgm:chPref val="3"/>
        </dgm:presLayoutVars>
      </dgm:prSet>
      <dgm:spPr/>
      <dgm:t>
        <a:bodyPr/>
        <a:lstStyle/>
        <a:p>
          <a:endParaRPr lang="en-US"/>
        </a:p>
      </dgm:t>
    </dgm:pt>
    <dgm:pt modelId="{90764D8F-F221-42B9-BDE7-D866A336F90F}" type="pres">
      <dgm:prSet presAssocID="{8FA2B63F-CAB1-4EEA-A640-932A60E9BC47}" presName="rootConnector" presStyleLbl="node3" presStyleIdx="1" presStyleCnt="4"/>
      <dgm:spPr/>
      <dgm:t>
        <a:bodyPr/>
        <a:lstStyle/>
        <a:p>
          <a:endParaRPr lang="en-US"/>
        </a:p>
      </dgm:t>
    </dgm:pt>
    <dgm:pt modelId="{45973EAD-2C66-48B6-BA80-DFC110A94A57}" type="pres">
      <dgm:prSet presAssocID="{8FA2B63F-CAB1-4EEA-A640-932A60E9BC47}" presName="hierChild4" presStyleCnt="0"/>
      <dgm:spPr/>
    </dgm:pt>
    <dgm:pt modelId="{6FFFDB67-403F-4F2C-89DE-BA114B3FBC51}" type="pres">
      <dgm:prSet presAssocID="{54EE80F7-F4A6-44E8-AFDD-73D2F2ADF945}" presName="Name37" presStyleLbl="parChTrans1D4" presStyleIdx="0" presStyleCnt="7"/>
      <dgm:spPr/>
      <dgm:t>
        <a:bodyPr/>
        <a:lstStyle/>
        <a:p>
          <a:endParaRPr lang="en-US"/>
        </a:p>
      </dgm:t>
    </dgm:pt>
    <dgm:pt modelId="{0AADB0E3-C09D-4E03-B3C5-E20D6372E3F0}" type="pres">
      <dgm:prSet presAssocID="{1FE37A8E-0D7F-4C9E-8705-3350B22BE52B}" presName="hierRoot2" presStyleCnt="0">
        <dgm:presLayoutVars>
          <dgm:hierBranch val="init"/>
        </dgm:presLayoutVars>
      </dgm:prSet>
      <dgm:spPr/>
    </dgm:pt>
    <dgm:pt modelId="{92D25193-4131-4C46-89E4-9D675B1BA741}" type="pres">
      <dgm:prSet presAssocID="{1FE37A8E-0D7F-4C9E-8705-3350B22BE52B}" presName="rootComposite" presStyleCnt="0"/>
      <dgm:spPr/>
    </dgm:pt>
    <dgm:pt modelId="{A1D21C3D-806E-4A89-982B-C98B0A164436}" type="pres">
      <dgm:prSet presAssocID="{1FE37A8E-0D7F-4C9E-8705-3350B22BE52B}" presName="rootText" presStyleLbl="node4" presStyleIdx="0" presStyleCnt="7" custScaleX="172728" custScaleY="108293" custLinFactNeighborY="60813">
        <dgm:presLayoutVars>
          <dgm:chPref val="3"/>
        </dgm:presLayoutVars>
      </dgm:prSet>
      <dgm:spPr/>
      <dgm:t>
        <a:bodyPr/>
        <a:lstStyle/>
        <a:p>
          <a:endParaRPr lang="en-US"/>
        </a:p>
      </dgm:t>
    </dgm:pt>
    <dgm:pt modelId="{1525DD14-F049-4065-A53C-A4D7717A6F30}" type="pres">
      <dgm:prSet presAssocID="{1FE37A8E-0D7F-4C9E-8705-3350B22BE52B}" presName="rootConnector" presStyleLbl="node4" presStyleIdx="0" presStyleCnt="7"/>
      <dgm:spPr/>
      <dgm:t>
        <a:bodyPr/>
        <a:lstStyle/>
        <a:p>
          <a:endParaRPr lang="en-US"/>
        </a:p>
      </dgm:t>
    </dgm:pt>
    <dgm:pt modelId="{31B7E077-7C72-4304-BC54-B81DD7954F8C}" type="pres">
      <dgm:prSet presAssocID="{1FE37A8E-0D7F-4C9E-8705-3350B22BE52B}" presName="hierChild4" presStyleCnt="0"/>
      <dgm:spPr/>
    </dgm:pt>
    <dgm:pt modelId="{F79734FA-D80A-4291-B0A4-56B723F30F20}" type="pres">
      <dgm:prSet presAssocID="{1FE37A8E-0D7F-4C9E-8705-3350B22BE52B}" presName="hierChild5" presStyleCnt="0"/>
      <dgm:spPr/>
    </dgm:pt>
    <dgm:pt modelId="{3A972C70-9F29-442A-ABF4-74533481DF89}" type="pres">
      <dgm:prSet presAssocID="{CF408878-727A-48C0-84F7-F73F598D24C2}" presName="Name37" presStyleLbl="parChTrans1D4" presStyleIdx="1" presStyleCnt="7"/>
      <dgm:spPr/>
      <dgm:t>
        <a:bodyPr/>
        <a:lstStyle/>
        <a:p>
          <a:endParaRPr lang="en-US"/>
        </a:p>
      </dgm:t>
    </dgm:pt>
    <dgm:pt modelId="{CA8AA6B9-CECB-4ACE-B426-7F2673CF9BBE}" type="pres">
      <dgm:prSet presAssocID="{9A860615-2728-43A3-AE18-F0C2C4504E06}" presName="hierRoot2" presStyleCnt="0">
        <dgm:presLayoutVars>
          <dgm:hierBranch val="init"/>
        </dgm:presLayoutVars>
      </dgm:prSet>
      <dgm:spPr/>
    </dgm:pt>
    <dgm:pt modelId="{DE3C42F9-4B57-468D-9370-FEEF876EE47D}" type="pres">
      <dgm:prSet presAssocID="{9A860615-2728-43A3-AE18-F0C2C4504E06}" presName="rootComposite" presStyleCnt="0"/>
      <dgm:spPr/>
    </dgm:pt>
    <dgm:pt modelId="{6158870E-E369-477F-BB6E-9E81E21EFFFA}" type="pres">
      <dgm:prSet presAssocID="{9A860615-2728-43A3-AE18-F0C2C4504E06}" presName="rootText" presStyleLbl="node4" presStyleIdx="1" presStyleCnt="7" custScaleX="172728" custScaleY="108293" custLinFactNeighborY="60813">
        <dgm:presLayoutVars>
          <dgm:chPref val="3"/>
        </dgm:presLayoutVars>
      </dgm:prSet>
      <dgm:spPr/>
      <dgm:t>
        <a:bodyPr/>
        <a:lstStyle/>
        <a:p>
          <a:endParaRPr lang="en-US"/>
        </a:p>
      </dgm:t>
    </dgm:pt>
    <dgm:pt modelId="{5557FCF2-3E82-4C8B-A4E0-49C902D27A3C}" type="pres">
      <dgm:prSet presAssocID="{9A860615-2728-43A3-AE18-F0C2C4504E06}" presName="rootConnector" presStyleLbl="node4" presStyleIdx="1" presStyleCnt="7"/>
      <dgm:spPr/>
      <dgm:t>
        <a:bodyPr/>
        <a:lstStyle/>
        <a:p>
          <a:endParaRPr lang="en-US"/>
        </a:p>
      </dgm:t>
    </dgm:pt>
    <dgm:pt modelId="{F1BE55D4-F071-4BD4-B3CB-9AA27F773338}" type="pres">
      <dgm:prSet presAssocID="{9A860615-2728-43A3-AE18-F0C2C4504E06}" presName="hierChild4" presStyleCnt="0"/>
      <dgm:spPr/>
    </dgm:pt>
    <dgm:pt modelId="{4AFC8B4F-C2BD-404F-9A4A-30A432750014}" type="pres">
      <dgm:prSet presAssocID="{9A860615-2728-43A3-AE18-F0C2C4504E06}" presName="hierChild5" presStyleCnt="0"/>
      <dgm:spPr/>
    </dgm:pt>
    <dgm:pt modelId="{D1CA7490-3D66-4E41-9C1B-0213BFCF9834}" type="pres">
      <dgm:prSet presAssocID="{3EA4FB16-6C0D-472E-ABB5-CCB15C0930AC}" presName="Name37" presStyleLbl="parChTrans1D4" presStyleIdx="2" presStyleCnt="7"/>
      <dgm:spPr/>
      <dgm:t>
        <a:bodyPr/>
        <a:lstStyle/>
        <a:p>
          <a:endParaRPr lang="en-US"/>
        </a:p>
      </dgm:t>
    </dgm:pt>
    <dgm:pt modelId="{CA53ACB7-2C59-4DAE-894F-51BF2FBCBAC2}" type="pres">
      <dgm:prSet presAssocID="{6FC28DAA-0C46-47D4-A449-6097CD5D3F16}" presName="hierRoot2" presStyleCnt="0">
        <dgm:presLayoutVars>
          <dgm:hierBranch val="init"/>
        </dgm:presLayoutVars>
      </dgm:prSet>
      <dgm:spPr/>
    </dgm:pt>
    <dgm:pt modelId="{00B7F72E-2CFC-451D-A1C1-3678AB1CBE13}" type="pres">
      <dgm:prSet presAssocID="{6FC28DAA-0C46-47D4-A449-6097CD5D3F16}" presName="rootComposite" presStyleCnt="0"/>
      <dgm:spPr/>
    </dgm:pt>
    <dgm:pt modelId="{82BE0ABC-8561-4EE6-8C7B-BD5AC4AE0429}" type="pres">
      <dgm:prSet presAssocID="{6FC28DAA-0C46-47D4-A449-6097CD5D3F16}" presName="rootText" presStyleLbl="node4" presStyleIdx="2" presStyleCnt="7" custScaleX="172728" custScaleY="108293" custLinFactNeighborY="60813">
        <dgm:presLayoutVars>
          <dgm:chPref val="3"/>
        </dgm:presLayoutVars>
      </dgm:prSet>
      <dgm:spPr/>
      <dgm:t>
        <a:bodyPr/>
        <a:lstStyle/>
        <a:p>
          <a:endParaRPr lang="en-US"/>
        </a:p>
      </dgm:t>
    </dgm:pt>
    <dgm:pt modelId="{27F10F75-D6F1-461C-BDC3-A33F453173C8}" type="pres">
      <dgm:prSet presAssocID="{6FC28DAA-0C46-47D4-A449-6097CD5D3F16}" presName="rootConnector" presStyleLbl="node4" presStyleIdx="2" presStyleCnt="7"/>
      <dgm:spPr/>
      <dgm:t>
        <a:bodyPr/>
        <a:lstStyle/>
        <a:p>
          <a:endParaRPr lang="en-US"/>
        </a:p>
      </dgm:t>
    </dgm:pt>
    <dgm:pt modelId="{CF78B165-8EE5-40B6-AB33-D2F6414CA2BE}" type="pres">
      <dgm:prSet presAssocID="{6FC28DAA-0C46-47D4-A449-6097CD5D3F16}" presName="hierChild4" presStyleCnt="0"/>
      <dgm:spPr/>
    </dgm:pt>
    <dgm:pt modelId="{1C1F3EFB-C4AA-4635-9217-80B2B2527789}" type="pres">
      <dgm:prSet presAssocID="{6FC28DAA-0C46-47D4-A449-6097CD5D3F16}" presName="hierChild5" presStyleCnt="0"/>
      <dgm:spPr/>
    </dgm:pt>
    <dgm:pt modelId="{8066130E-4230-4CDA-9AEC-500624CF8922}" type="pres">
      <dgm:prSet presAssocID="{E7A374B0-AD83-479E-B0DC-DCCE82E0E6A2}" presName="Name37" presStyleLbl="parChTrans1D4" presStyleIdx="3" presStyleCnt="7"/>
      <dgm:spPr/>
      <dgm:t>
        <a:bodyPr/>
        <a:lstStyle/>
        <a:p>
          <a:endParaRPr lang="en-US"/>
        </a:p>
      </dgm:t>
    </dgm:pt>
    <dgm:pt modelId="{265C7AEF-A3A1-4DB1-9731-EDC21D33A74D}" type="pres">
      <dgm:prSet presAssocID="{8E07B8C3-62BB-4D29-B4F4-EB5CB5806805}" presName="hierRoot2" presStyleCnt="0">
        <dgm:presLayoutVars>
          <dgm:hierBranch val="init"/>
        </dgm:presLayoutVars>
      </dgm:prSet>
      <dgm:spPr/>
    </dgm:pt>
    <dgm:pt modelId="{614FEDD2-67FB-471C-9B52-DAA515D5D2A1}" type="pres">
      <dgm:prSet presAssocID="{8E07B8C3-62BB-4D29-B4F4-EB5CB5806805}" presName="rootComposite" presStyleCnt="0"/>
      <dgm:spPr/>
    </dgm:pt>
    <dgm:pt modelId="{4CB6B6DB-3858-4178-AAA6-08B310D03356}" type="pres">
      <dgm:prSet presAssocID="{8E07B8C3-62BB-4D29-B4F4-EB5CB5806805}" presName="rootText" presStyleLbl="node4" presStyleIdx="3" presStyleCnt="7" custScaleX="172728" custScaleY="108293" custLinFactNeighborY="60813">
        <dgm:presLayoutVars>
          <dgm:chPref val="3"/>
        </dgm:presLayoutVars>
      </dgm:prSet>
      <dgm:spPr/>
      <dgm:t>
        <a:bodyPr/>
        <a:lstStyle/>
        <a:p>
          <a:endParaRPr lang="en-US"/>
        </a:p>
      </dgm:t>
    </dgm:pt>
    <dgm:pt modelId="{8C2484E6-B7FB-4381-AB4B-5E5429CB21F4}" type="pres">
      <dgm:prSet presAssocID="{8E07B8C3-62BB-4D29-B4F4-EB5CB5806805}" presName="rootConnector" presStyleLbl="node4" presStyleIdx="3" presStyleCnt="7"/>
      <dgm:spPr/>
      <dgm:t>
        <a:bodyPr/>
        <a:lstStyle/>
        <a:p>
          <a:endParaRPr lang="en-US"/>
        </a:p>
      </dgm:t>
    </dgm:pt>
    <dgm:pt modelId="{B02AFC46-D0E5-4827-9FAC-54AB473DF90B}" type="pres">
      <dgm:prSet presAssocID="{8E07B8C3-62BB-4D29-B4F4-EB5CB5806805}" presName="hierChild4" presStyleCnt="0"/>
      <dgm:spPr/>
    </dgm:pt>
    <dgm:pt modelId="{FEC9B61B-C9E2-4DC8-9CE5-5059FBE3ABA9}" type="pres">
      <dgm:prSet presAssocID="{8E07B8C3-62BB-4D29-B4F4-EB5CB5806805}" presName="hierChild5" presStyleCnt="0"/>
      <dgm:spPr/>
    </dgm:pt>
    <dgm:pt modelId="{5BB8BC63-BB59-49C6-9D47-955B2BC0F7D7}" type="pres">
      <dgm:prSet presAssocID="{9AF113F9-3011-4C50-92BA-F129226B2C64}" presName="Name37" presStyleLbl="parChTrans1D4" presStyleIdx="4" presStyleCnt="7"/>
      <dgm:spPr/>
      <dgm:t>
        <a:bodyPr/>
        <a:lstStyle/>
        <a:p>
          <a:endParaRPr lang="en-US"/>
        </a:p>
      </dgm:t>
    </dgm:pt>
    <dgm:pt modelId="{220E60F8-9194-46FB-BCBE-02591A819C6B}" type="pres">
      <dgm:prSet presAssocID="{41787946-ECC1-430A-B044-29A839BC8AFE}" presName="hierRoot2" presStyleCnt="0">
        <dgm:presLayoutVars>
          <dgm:hierBranch val="init"/>
        </dgm:presLayoutVars>
      </dgm:prSet>
      <dgm:spPr/>
    </dgm:pt>
    <dgm:pt modelId="{4074AE48-0253-4A23-891D-02CE4531318D}" type="pres">
      <dgm:prSet presAssocID="{41787946-ECC1-430A-B044-29A839BC8AFE}" presName="rootComposite" presStyleCnt="0"/>
      <dgm:spPr/>
    </dgm:pt>
    <dgm:pt modelId="{4ED489FD-3030-4E43-8BAA-6B50A9502206}" type="pres">
      <dgm:prSet presAssocID="{41787946-ECC1-430A-B044-29A839BC8AFE}" presName="rootText" presStyleLbl="node4" presStyleIdx="4" presStyleCnt="7" custScaleX="172728" custScaleY="108293" custLinFactNeighborY="60813">
        <dgm:presLayoutVars>
          <dgm:chPref val="3"/>
        </dgm:presLayoutVars>
      </dgm:prSet>
      <dgm:spPr/>
      <dgm:t>
        <a:bodyPr/>
        <a:lstStyle/>
        <a:p>
          <a:endParaRPr lang="en-US"/>
        </a:p>
      </dgm:t>
    </dgm:pt>
    <dgm:pt modelId="{7843191F-CE56-4187-8AF3-767F1DF86187}" type="pres">
      <dgm:prSet presAssocID="{41787946-ECC1-430A-B044-29A839BC8AFE}" presName="rootConnector" presStyleLbl="node4" presStyleIdx="4" presStyleCnt="7"/>
      <dgm:spPr/>
      <dgm:t>
        <a:bodyPr/>
        <a:lstStyle/>
        <a:p>
          <a:endParaRPr lang="en-US"/>
        </a:p>
      </dgm:t>
    </dgm:pt>
    <dgm:pt modelId="{FBED94D0-7BDD-40C0-94A3-BB15F361D582}" type="pres">
      <dgm:prSet presAssocID="{41787946-ECC1-430A-B044-29A839BC8AFE}" presName="hierChild4" presStyleCnt="0"/>
      <dgm:spPr/>
    </dgm:pt>
    <dgm:pt modelId="{64EF4E4D-9448-4926-91A0-41DB397B562F}" type="pres">
      <dgm:prSet presAssocID="{41787946-ECC1-430A-B044-29A839BC8AFE}" presName="hierChild5" presStyleCnt="0"/>
      <dgm:spPr/>
    </dgm:pt>
    <dgm:pt modelId="{BEAFFECD-D7A8-4CB9-9E6C-14F9BE6F155F}" type="pres">
      <dgm:prSet presAssocID="{6AC32210-7821-4D49-B61F-7624F6C73F5B}" presName="Name37" presStyleLbl="parChTrans1D4" presStyleIdx="5" presStyleCnt="7"/>
      <dgm:spPr/>
      <dgm:t>
        <a:bodyPr/>
        <a:lstStyle/>
        <a:p>
          <a:endParaRPr lang="en-US"/>
        </a:p>
      </dgm:t>
    </dgm:pt>
    <dgm:pt modelId="{DC899B31-55B5-4594-AF5D-F0F56301486F}" type="pres">
      <dgm:prSet presAssocID="{2583BDF3-A3A9-481F-AFFA-D7AB2D0C2447}" presName="hierRoot2" presStyleCnt="0">
        <dgm:presLayoutVars>
          <dgm:hierBranch val="init"/>
        </dgm:presLayoutVars>
      </dgm:prSet>
      <dgm:spPr/>
    </dgm:pt>
    <dgm:pt modelId="{18AD0474-6C71-410E-8694-5CB8AA26A269}" type="pres">
      <dgm:prSet presAssocID="{2583BDF3-A3A9-481F-AFFA-D7AB2D0C2447}" presName="rootComposite" presStyleCnt="0"/>
      <dgm:spPr/>
    </dgm:pt>
    <dgm:pt modelId="{F6E9ED58-EB72-423B-8915-C2D13B8A232E}" type="pres">
      <dgm:prSet presAssocID="{2583BDF3-A3A9-481F-AFFA-D7AB2D0C2447}" presName="rootText" presStyleLbl="node4" presStyleIdx="5" presStyleCnt="7" custScaleX="172728" custScaleY="108293" custLinFactNeighborY="60813">
        <dgm:presLayoutVars>
          <dgm:chPref val="3"/>
        </dgm:presLayoutVars>
      </dgm:prSet>
      <dgm:spPr/>
      <dgm:t>
        <a:bodyPr/>
        <a:lstStyle/>
        <a:p>
          <a:endParaRPr lang="en-US"/>
        </a:p>
      </dgm:t>
    </dgm:pt>
    <dgm:pt modelId="{8B9327A8-CC13-4016-A289-838A095DD3C8}" type="pres">
      <dgm:prSet presAssocID="{2583BDF3-A3A9-481F-AFFA-D7AB2D0C2447}" presName="rootConnector" presStyleLbl="node4" presStyleIdx="5" presStyleCnt="7"/>
      <dgm:spPr/>
      <dgm:t>
        <a:bodyPr/>
        <a:lstStyle/>
        <a:p>
          <a:endParaRPr lang="en-US"/>
        </a:p>
      </dgm:t>
    </dgm:pt>
    <dgm:pt modelId="{5394E0DD-3D0E-41A4-B84A-9229AF5B02EA}" type="pres">
      <dgm:prSet presAssocID="{2583BDF3-A3A9-481F-AFFA-D7AB2D0C2447}" presName="hierChild4" presStyleCnt="0"/>
      <dgm:spPr/>
    </dgm:pt>
    <dgm:pt modelId="{21C493CA-F816-4BDF-96EB-23689510755C}" type="pres">
      <dgm:prSet presAssocID="{2583BDF3-A3A9-481F-AFFA-D7AB2D0C2447}" presName="hierChild5" presStyleCnt="0"/>
      <dgm:spPr/>
    </dgm:pt>
    <dgm:pt modelId="{F83F4198-76EF-40E5-A324-B2BA4ED868A0}" type="pres">
      <dgm:prSet presAssocID="{ECA29EE9-CA4D-4AE1-B4DE-4D68022A97DA}" presName="Name37" presStyleLbl="parChTrans1D4" presStyleIdx="6" presStyleCnt="7"/>
      <dgm:spPr/>
      <dgm:t>
        <a:bodyPr/>
        <a:lstStyle/>
        <a:p>
          <a:endParaRPr lang="en-US"/>
        </a:p>
      </dgm:t>
    </dgm:pt>
    <dgm:pt modelId="{7FE84630-A3A8-44EE-9C60-A66A1D04D39A}" type="pres">
      <dgm:prSet presAssocID="{0D831209-06D9-4B67-B261-8E1A0507FF58}" presName="hierRoot2" presStyleCnt="0">
        <dgm:presLayoutVars>
          <dgm:hierBranch val="init"/>
        </dgm:presLayoutVars>
      </dgm:prSet>
      <dgm:spPr/>
    </dgm:pt>
    <dgm:pt modelId="{D175A201-CA6F-4D96-9FE6-6E5D674714FF}" type="pres">
      <dgm:prSet presAssocID="{0D831209-06D9-4B67-B261-8E1A0507FF58}" presName="rootComposite" presStyleCnt="0"/>
      <dgm:spPr/>
    </dgm:pt>
    <dgm:pt modelId="{BE882113-16F1-4607-9C56-DF0526D1A480}" type="pres">
      <dgm:prSet presAssocID="{0D831209-06D9-4B67-B261-8E1A0507FF58}" presName="rootText" presStyleLbl="node4" presStyleIdx="6" presStyleCnt="7" custScaleX="172728" custScaleY="108293" custLinFactNeighborY="60813">
        <dgm:presLayoutVars>
          <dgm:chPref val="3"/>
        </dgm:presLayoutVars>
      </dgm:prSet>
      <dgm:spPr/>
      <dgm:t>
        <a:bodyPr/>
        <a:lstStyle/>
        <a:p>
          <a:endParaRPr lang="en-US"/>
        </a:p>
      </dgm:t>
    </dgm:pt>
    <dgm:pt modelId="{E7682275-DA42-4764-99DF-D247378A958C}" type="pres">
      <dgm:prSet presAssocID="{0D831209-06D9-4B67-B261-8E1A0507FF58}" presName="rootConnector" presStyleLbl="node4" presStyleIdx="6" presStyleCnt="7"/>
      <dgm:spPr/>
      <dgm:t>
        <a:bodyPr/>
        <a:lstStyle/>
        <a:p>
          <a:endParaRPr lang="en-US"/>
        </a:p>
      </dgm:t>
    </dgm:pt>
    <dgm:pt modelId="{4826B51B-DE73-43EA-B877-44609F615A33}" type="pres">
      <dgm:prSet presAssocID="{0D831209-06D9-4B67-B261-8E1A0507FF58}" presName="hierChild4" presStyleCnt="0"/>
      <dgm:spPr/>
    </dgm:pt>
    <dgm:pt modelId="{F696DAC8-173E-4CC5-ADFA-63C75F522F51}" type="pres">
      <dgm:prSet presAssocID="{0D831209-06D9-4B67-B261-8E1A0507FF58}" presName="hierChild5" presStyleCnt="0"/>
      <dgm:spPr/>
    </dgm:pt>
    <dgm:pt modelId="{E81859AA-E497-481C-A2BF-D70FA1BC0FCA}" type="pres">
      <dgm:prSet presAssocID="{8FA2B63F-CAB1-4EEA-A640-932A60E9BC47}" presName="hierChild5" presStyleCnt="0"/>
      <dgm:spPr/>
    </dgm:pt>
    <dgm:pt modelId="{444FFEA5-B951-47C8-A902-566D78CD3DB3}" type="pres">
      <dgm:prSet presAssocID="{24A5C281-6636-48D2-AEF5-D0FB63535501}" presName="Name37" presStyleLbl="parChTrans1D3" presStyleIdx="2" presStyleCnt="4"/>
      <dgm:spPr/>
      <dgm:t>
        <a:bodyPr/>
        <a:lstStyle/>
        <a:p>
          <a:endParaRPr lang="en-US"/>
        </a:p>
      </dgm:t>
    </dgm:pt>
    <dgm:pt modelId="{EF78F1E0-CB18-4415-9EE3-CE7502CAB796}" type="pres">
      <dgm:prSet presAssocID="{76370419-9C51-4DAC-A2E7-85056323C352}" presName="hierRoot2" presStyleCnt="0">
        <dgm:presLayoutVars>
          <dgm:hierBranch val="init"/>
        </dgm:presLayoutVars>
      </dgm:prSet>
      <dgm:spPr/>
    </dgm:pt>
    <dgm:pt modelId="{CF9331FF-6D7B-4DF1-AE76-D5F444CB48D8}" type="pres">
      <dgm:prSet presAssocID="{76370419-9C51-4DAC-A2E7-85056323C352}" presName="rootComposite" presStyleCnt="0"/>
      <dgm:spPr/>
    </dgm:pt>
    <dgm:pt modelId="{67AB7DCC-2807-4A94-B4FC-DDD79641C5E0}" type="pres">
      <dgm:prSet presAssocID="{76370419-9C51-4DAC-A2E7-85056323C352}" presName="rootText" presStyleLbl="node3" presStyleIdx="2" presStyleCnt="4" custScaleX="176603" custScaleY="111739" custLinFactNeighborY="82594">
        <dgm:presLayoutVars>
          <dgm:chPref val="3"/>
        </dgm:presLayoutVars>
      </dgm:prSet>
      <dgm:spPr/>
      <dgm:t>
        <a:bodyPr/>
        <a:lstStyle/>
        <a:p>
          <a:endParaRPr lang="en-US"/>
        </a:p>
      </dgm:t>
    </dgm:pt>
    <dgm:pt modelId="{B0D267EC-3DDA-4B69-9A64-E2EE7081CFAF}" type="pres">
      <dgm:prSet presAssocID="{76370419-9C51-4DAC-A2E7-85056323C352}" presName="rootConnector" presStyleLbl="node3" presStyleIdx="2" presStyleCnt="4"/>
      <dgm:spPr/>
      <dgm:t>
        <a:bodyPr/>
        <a:lstStyle/>
        <a:p>
          <a:endParaRPr lang="en-US"/>
        </a:p>
      </dgm:t>
    </dgm:pt>
    <dgm:pt modelId="{03255D1B-3482-4ADA-B5B8-A74669519547}" type="pres">
      <dgm:prSet presAssocID="{76370419-9C51-4DAC-A2E7-85056323C352}" presName="hierChild4" presStyleCnt="0"/>
      <dgm:spPr/>
    </dgm:pt>
    <dgm:pt modelId="{E172AA7D-C9C9-403F-B12D-E35D784CFE40}" type="pres">
      <dgm:prSet presAssocID="{76370419-9C51-4DAC-A2E7-85056323C352}" presName="hierChild5" presStyleCnt="0"/>
      <dgm:spPr/>
    </dgm:pt>
    <dgm:pt modelId="{1FF5ED5A-DDE1-4BCA-B771-84C41729B5D2}" type="pres">
      <dgm:prSet presAssocID="{3E28AD20-4916-4B69-A5E7-720D3D2C2480}" presName="Name37" presStyleLbl="parChTrans1D3" presStyleIdx="3" presStyleCnt="4"/>
      <dgm:spPr/>
      <dgm:t>
        <a:bodyPr/>
        <a:lstStyle/>
        <a:p>
          <a:endParaRPr lang="en-US"/>
        </a:p>
      </dgm:t>
    </dgm:pt>
    <dgm:pt modelId="{687B1E70-3D61-4C42-864F-153FDF26F2F6}" type="pres">
      <dgm:prSet presAssocID="{052693DD-86BD-4067-A211-7361AAC800C5}" presName="hierRoot2" presStyleCnt="0">
        <dgm:presLayoutVars>
          <dgm:hierBranch val="init"/>
        </dgm:presLayoutVars>
      </dgm:prSet>
      <dgm:spPr/>
    </dgm:pt>
    <dgm:pt modelId="{7E5655DF-F0AD-4DC2-BBE9-A0604B710D2A}" type="pres">
      <dgm:prSet presAssocID="{052693DD-86BD-4067-A211-7361AAC800C5}" presName="rootComposite" presStyleCnt="0"/>
      <dgm:spPr/>
    </dgm:pt>
    <dgm:pt modelId="{740DB2C5-D7D1-4EBF-8531-EEA75F91BDEA}" type="pres">
      <dgm:prSet presAssocID="{052693DD-86BD-4067-A211-7361AAC800C5}" presName="rootText" presStyleLbl="node3" presStyleIdx="3" presStyleCnt="4" custScaleX="176603" custScaleY="114135" custLinFactNeighborY="82594">
        <dgm:presLayoutVars>
          <dgm:chPref val="3"/>
        </dgm:presLayoutVars>
      </dgm:prSet>
      <dgm:spPr/>
      <dgm:t>
        <a:bodyPr/>
        <a:lstStyle/>
        <a:p>
          <a:endParaRPr lang="en-US"/>
        </a:p>
      </dgm:t>
    </dgm:pt>
    <dgm:pt modelId="{11FA6195-840C-4051-B1FF-30C25B008CB7}" type="pres">
      <dgm:prSet presAssocID="{052693DD-86BD-4067-A211-7361AAC800C5}" presName="rootConnector" presStyleLbl="node3" presStyleIdx="3" presStyleCnt="4"/>
      <dgm:spPr/>
      <dgm:t>
        <a:bodyPr/>
        <a:lstStyle/>
        <a:p>
          <a:endParaRPr lang="en-US"/>
        </a:p>
      </dgm:t>
    </dgm:pt>
    <dgm:pt modelId="{D1622FCE-5ABC-4099-9DB7-5DF217411866}" type="pres">
      <dgm:prSet presAssocID="{052693DD-86BD-4067-A211-7361AAC800C5}" presName="hierChild4" presStyleCnt="0"/>
      <dgm:spPr/>
    </dgm:pt>
    <dgm:pt modelId="{7F584AB4-7300-4F3E-87DE-2539FC21484E}" type="pres">
      <dgm:prSet presAssocID="{052693DD-86BD-4067-A211-7361AAC800C5}" presName="hierChild5" presStyleCnt="0"/>
      <dgm:spPr/>
    </dgm:pt>
    <dgm:pt modelId="{642F05A1-9B99-45A9-95F7-36FBF693468C}" type="pres">
      <dgm:prSet presAssocID="{0B0BE489-18FC-4AB8-89F0-E5B83E82DEE3}" presName="hierChild5" presStyleCnt="0"/>
      <dgm:spPr/>
    </dgm:pt>
    <dgm:pt modelId="{913308E3-4ACA-4ECB-86C0-D23765F864F4}" type="pres">
      <dgm:prSet presAssocID="{9FD46E75-A48A-45C1-9E9F-A30FB029AFC7}" presName="Name37" presStyleLbl="parChTrans1D2" presStyleIdx="3" presStyleCnt="7"/>
      <dgm:spPr/>
      <dgm:t>
        <a:bodyPr/>
        <a:lstStyle/>
        <a:p>
          <a:endParaRPr lang="en-US"/>
        </a:p>
      </dgm:t>
    </dgm:pt>
    <dgm:pt modelId="{ADC553BE-9E02-4A3B-BD24-49F7EEB83987}" type="pres">
      <dgm:prSet presAssocID="{E067647D-6E13-471F-A2DD-E851CCC1CF68}" presName="hierRoot2" presStyleCnt="0">
        <dgm:presLayoutVars>
          <dgm:hierBranch val="init"/>
        </dgm:presLayoutVars>
      </dgm:prSet>
      <dgm:spPr/>
    </dgm:pt>
    <dgm:pt modelId="{92714BFF-875B-43DB-A54E-2347443F2603}" type="pres">
      <dgm:prSet presAssocID="{E067647D-6E13-471F-A2DD-E851CCC1CF68}" presName="rootComposite" presStyleCnt="0"/>
      <dgm:spPr/>
    </dgm:pt>
    <dgm:pt modelId="{9D593D37-6118-4963-A9DF-B6903D6AF6AD}" type="pres">
      <dgm:prSet presAssocID="{E067647D-6E13-471F-A2DD-E851CCC1CF68}" presName="rootText" presStyleLbl="node2" presStyleIdx="3" presStyleCnt="7" custScaleX="192774" custScaleY="133131">
        <dgm:presLayoutVars>
          <dgm:chPref val="3"/>
        </dgm:presLayoutVars>
      </dgm:prSet>
      <dgm:spPr/>
      <dgm:t>
        <a:bodyPr/>
        <a:lstStyle/>
        <a:p>
          <a:endParaRPr lang="en-US"/>
        </a:p>
      </dgm:t>
    </dgm:pt>
    <dgm:pt modelId="{BD43A729-8D4B-4446-8346-BE2C1D373742}" type="pres">
      <dgm:prSet presAssocID="{E067647D-6E13-471F-A2DD-E851CCC1CF68}" presName="rootConnector" presStyleLbl="node2" presStyleIdx="3" presStyleCnt="7"/>
      <dgm:spPr/>
      <dgm:t>
        <a:bodyPr/>
        <a:lstStyle/>
        <a:p>
          <a:endParaRPr lang="en-US"/>
        </a:p>
      </dgm:t>
    </dgm:pt>
    <dgm:pt modelId="{395149D5-50EC-4108-AE78-C55517634DAA}" type="pres">
      <dgm:prSet presAssocID="{E067647D-6E13-471F-A2DD-E851CCC1CF68}" presName="hierChild4" presStyleCnt="0"/>
      <dgm:spPr/>
    </dgm:pt>
    <dgm:pt modelId="{75EEE035-3BF0-4D26-8197-E72BA1C09387}" type="pres">
      <dgm:prSet presAssocID="{E067647D-6E13-471F-A2DD-E851CCC1CF68}" presName="hierChild5" presStyleCnt="0"/>
      <dgm:spPr/>
    </dgm:pt>
    <dgm:pt modelId="{38A98744-9734-46C0-B88E-190067F57261}" type="pres">
      <dgm:prSet presAssocID="{685C7F77-9270-488B-8D70-851D387667CA}" presName="Name37" presStyleLbl="parChTrans1D2" presStyleIdx="4" presStyleCnt="7"/>
      <dgm:spPr/>
      <dgm:t>
        <a:bodyPr/>
        <a:lstStyle/>
        <a:p>
          <a:endParaRPr lang="en-US"/>
        </a:p>
      </dgm:t>
    </dgm:pt>
    <dgm:pt modelId="{76943EDF-B719-4784-AB91-9E9975C5DFFA}" type="pres">
      <dgm:prSet presAssocID="{19A68822-21FD-4C82-AE62-61FBE4C45F59}" presName="hierRoot2" presStyleCnt="0">
        <dgm:presLayoutVars>
          <dgm:hierBranch val="init"/>
        </dgm:presLayoutVars>
      </dgm:prSet>
      <dgm:spPr/>
    </dgm:pt>
    <dgm:pt modelId="{634E8EC2-B3FB-41F5-AC20-93BF63CFE347}" type="pres">
      <dgm:prSet presAssocID="{19A68822-21FD-4C82-AE62-61FBE4C45F59}" presName="rootComposite" presStyleCnt="0"/>
      <dgm:spPr/>
    </dgm:pt>
    <dgm:pt modelId="{EE0F175B-0AD9-4B80-8156-BF24FCC9C0C5}" type="pres">
      <dgm:prSet presAssocID="{19A68822-21FD-4C82-AE62-61FBE4C45F59}" presName="rootText" presStyleLbl="node2" presStyleIdx="4" presStyleCnt="7" custScaleX="192774" custScaleY="136245">
        <dgm:presLayoutVars>
          <dgm:chPref val="3"/>
        </dgm:presLayoutVars>
      </dgm:prSet>
      <dgm:spPr/>
      <dgm:t>
        <a:bodyPr/>
        <a:lstStyle/>
        <a:p>
          <a:endParaRPr lang="en-US"/>
        </a:p>
      </dgm:t>
    </dgm:pt>
    <dgm:pt modelId="{083F8C5F-08F9-45FF-9307-E7F25B30A055}" type="pres">
      <dgm:prSet presAssocID="{19A68822-21FD-4C82-AE62-61FBE4C45F59}" presName="rootConnector" presStyleLbl="node2" presStyleIdx="4" presStyleCnt="7"/>
      <dgm:spPr/>
      <dgm:t>
        <a:bodyPr/>
        <a:lstStyle/>
        <a:p>
          <a:endParaRPr lang="en-US"/>
        </a:p>
      </dgm:t>
    </dgm:pt>
    <dgm:pt modelId="{C7685C2E-595A-463C-8A94-5D19A6AF28D4}" type="pres">
      <dgm:prSet presAssocID="{19A68822-21FD-4C82-AE62-61FBE4C45F59}" presName="hierChild4" presStyleCnt="0"/>
      <dgm:spPr/>
    </dgm:pt>
    <dgm:pt modelId="{B1DB7EFF-DAD3-4D2E-A200-5F2461CBC49C}" type="pres">
      <dgm:prSet presAssocID="{19A68822-21FD-4C82-AE62-61FBE4C45F59}" presName="hierChild5" presStyleCnt="0"/>
      <dgm:spPr/>
    </dgm:pt>
    <dgm:pt modelId="{089DBBA9-D618-45BC-BF03-72CFDCF25154}" type="pres">
      <dgm:prSet presAssocID="{B26EFBE0-6C0C-4274-ADB7-2307ACE7B46F}" presName="Name37" presStyleLbl="parChTrans1D2" presStyleIdx="5" presStyleCnt="7"/>
      <dgm:spPr/>
      <dgm:t>
        <a:bodyPr/>
        <a:lstStyle/>
        <a:p>
          <a:endParaRPr lang="en-US"/>
        </a:p>
      </dgm:t>
    </dgm:pt>
    <dgm:pt modelId="{39874948-1A38-49A3-AE1D-11AC1DE08146}" type="pres">
      <dgm:prSet presAssocID="{ED45087A-8C71-454A-80E7-73763BA1DDDF}" presName="hierRoot2" presStyleCnt="0">
        <dgm:presLayoutVars>
          <dgm:hierBranch val="init"/>
        </dgm:presLayoutVars>
      </dgm:prSet>
      <dgm:spPr/>
    </dgm:pt>
    <dgm:pt modelId="{BCBE04B1-0B07-465D-A5E5-5C35D8C244B7}" type="pres">
      <dgm:prSet presAssocID="{ED45087A-8C71-454A-80E7-73763BA1DDDF}" presName="rootComposite" presStyleCnt="0"/>
      <dgm:spPr/>
    </dgm:pt>
    <dgm:pt modelId="{BF13CDB7-AD44-4037-84C9-87E25B3C528E}" type="pres">
      <dgm:prSet presAssocID="{ED45087A-8C71-454A-80E7-73763BA1DDDF}" presName="rootText" presStyleLbl="node2" presStyleIdx="5" presStyleCnt="7" custScaleX="192774" custScaleY="136245">
        <dgm:presLayoutVars>
          <dgm:chPref val="3"/>
        </dgm:presLayoutVars>
      </dgm:prSet>
      <dgm:spPr/>
      <dgm:t>
        <a:bodyPr/>
        <a:lstStyle/>
        <a:p>
          <a:endParaRPr lang="en-US"/>
        </a:p>
      </dgm:t>
    </dgm:pt>
    <dgm:pt modelId="{31E99A52-0804-4D10-99C6-4A4BD6A3E7A2}" type="pres">
      <dgm:prSet presAssocID="{ED45087A-8C71-454A-80E7-73763BA1DDDF}" presName="rootConnector" presStyleLbl="node2" presStyleIdx="5" presStyleCnt="7"/>
      <dgm:spPr/>
      <dgm:t>
        <a:bodyPr/>
        <a:lstStyle/>
        <a:p>
          <a:endParaRPr lang="en-US"/>
        </a:p>
      </dgm:t>
    </dgm:pt>
    <dgm:pt modelId="{16543CB4-51E6-49ED-866B-1D72C33BC5AE}" type="pres">
      <dgm:prSet presAssocID="{ED45087A-8C71-454A-80E7-73763BA1DDDF}" presName="hierChild4" presStyleCnt="0"/>
      <dgm:spPr/>
    </dgm:pt>
    <dgm:pt modelId="{CE05058F-42C7-47EE-9DCD-CEB82DF352B7}" type="pres">
      <dgm:prSet presAssocID="{ED45087A-8C71-454A-80E7-73763BA1DDDF}" presName="hierChild5" presStyleCnt="0"/>
      <dgm:spPr/>
    </dgm:pt>
    <dgm:pt modelId="{A02E2679-5C51-4925-A9B5-02D3DC08FDDB}" type="pres">
      <dgm:prSet presAssocID="{54B1F5B6-D4AF-43A9-BB24-9646A101D457}" presName="Name37" presStyleLbl="parChTrans1D2" presStyleIdx="6" presStyleCnt="7"/>
      <dgm:spPr/>
      <dgm:t>
        <a:bodyPr/>
        <a:lstStyle/>
        <a:p>
          <a:endParaRPr lang="en-US"/>
        </a:p>
      </dgm:t>
    </dgm:pt>
    <dgm:pt modelId="{02D1F47B-F220-456D-A5D9-A2E338903A80}" type="pres">
      <dgm:prSet presAssocID="{541B660F-262B-4286-8A5B-47724D9B5909}" presName="hierRoot2" presStyleCnt="0">
        <dgm:presLayoutVars>
          <dgm:hierBranch val="init"/>
        </dgm:presLayoutVars>
      </dgm:prSet>
      <dgm:spPr/>
    </dgm:pt>
    <dgm:pt modelId="{95864132-FE3C-4689-B766-B951B9C0DF07}" type="pres">
      <dgm:prSet presAssocID="{541B660F-262B-4286-8A5B-47724D9B5909}" presName="rootComposite" presStyleCnt="0"/>
      <dgm:spPr/>
    </dgm:pt>
    <dgm:pt modelId="{FEF8A59A-705F-4BB4-B60C-90B58D4596D2}" type="pres">
      <dgm:prSet presAssocID="{541B660F-262B-4286-8A5B-47724D9B5909}" presName="rootText" presStyleLbl="node2" presStyleIdx="6" presStyleCnt="7" custScaleX="192774" custScaleY="136245">
        <dgm:presLayoutVars>
          <dgm:chPref val="3"/>
        </dgm:presLayoutVars>
      </dgm:prSet>
      <dgm:spPr/>
      <dgm:t>
        <a:bodyPr/>
        <a:lstStyle/>
        <a:p>
          <a:endParaRPr lang="en-US"/>
        </a:p>
      </dgm:t>
    </dgm:pt>
    <dgm:pt modelId="{05BACD72-1A03-4C42-91B0-EE1CA6D86EA1}" type="pres">
      <dgm:prSet presAssocID="{541B660F-262B-4286-8A5B-47724D9B5909}" presName="rootConnector" presStyleLbl="node2" presStyleIdx="6" presStyleCnt="7"/>
      <dgm:spPr/>
      <dgm:t>
        <a:bodyPr/>
        <a:lstStyle/>
        <a:p>
          <a:endParaRPr lang="en-US"/>
        </a:p>
      </dgm:t>
    </dgm:pt>
    <dgm:pt modelId="{C66E26CE-6B48-40C7-882B-DFA87384A00C}" type="pres">
      <dgm:prSet presAssocID="{541B660F-262B-4286-8A5B-47724D9B5909}" presName="hierChild4" presStyleCnt="0"/>
      <dgm:spPr/>
    </dgm:pt>
    <dgm:pt modelId="{DD4044A7-A713-4F0B-84B9-73CA01F30DAE}" type="pres">
      <dgm:prSet presAssocID="{541B660F-262B-4286-8A5B-47724D9B5909}" presName="hierChild5" presStyleCnt="0"/>
      <dgm:spPr/>
    </dgm:pt>
    <dgm:pt modelId="{96DEF822-DC52-4FFC-82DA-389CD5B29657}" type="pres">
      <dgm:prSet presAssocID="{9E6404DC-1053-49D6-95EE-599A97C88DD3}" presName="hierChild3" presStyleCnt="0"/>
      <dgm:spPr/>
    </dgm:pt>
  </dgm:ptLst>
  <dgm:cxnLst>
    <dgm:cxn modelId="{91C7D8C9-D18C-42A5-A7EC-459361B2F2F5}" type="presOf" srcId="{685C7F77-9270-488B-8D70-851D387667CA}" destId="{38A98744-9734-46C0-B88E-190067F57261}" srcOrd="0" destOrd="0" presId="urn:microsoft.com/office/officeart/2005/8/layout/orgChart1"/>
    <dgm:cxn modelId="{7CEBF6F8-B176-4653-AAAD-41CBB2AC808D}" type="presOf" srcId="{93937668-468C-49D7-BE11-FE1C97C717A3}" destId="{965B87D8-90D8-413D-8B2A-075FA416D2A7}" srcOrd="0" destOrd="0" presId="urn:microsoft.com/office/officeart/2005/8/layout/orgChart1"/>
    <dgm:cxn modelId="{9770007E-324C-405A-A37F-F0267CAA4C06}" type="presOf" srcId="{24A5C281-6636-48D2-AEF5-D0FB63535501}" destId="{444FFEA5-B951-47C8-A902-566D78CD3DB3}" srcOrd="0" destOrd="0" presId="urn:microsoft.com/office/officeart/2005/8/layout/orgChart1"/>
    <dgm:cxn modelId="{1224C7CE-8C06-41D9-BAAE-BDFF9F3F86FB}" srcId="{9E6404DC-1053-49D6-95EE-599A97C88DD3}" destId="{541B660F-262B-4286-8A5B-47724D9B5909}" srcOrd="6" destOrd="0" parTransId="{54B1F5B6-D4AF-43A9-BB24-9646A101D457}" sibTransId="{551C2332-E60B-408C-8ACA-83C5695B1570}"/>
    <dgm:cxn modelId="{1EAD89EE-11AC-458E-AFDE-D65B78D7EF55}" type="presOf" srcId="{9286A5EC-F2A9-487D-8BF1-B96EEEFD636B}" destId="{A10B8E6A-AEE1-4C2B-8634-C515AEDBA0E5}" srcOrd="1" destOrd="0" presId="urn:microsoft.com/office/officeart/2005/8/layout/orgChart1"/>
    <dgm:cxn modelId="{3FB7EB4D-AEA6-4906-8317-A1364B3C4E0C}" type="presOf" srcId="{D790EDC8-DBC7-47D9-AD8D-E7CE4F48BB0A}" destId="{270151AE-D139-40DF-A603-F0B3F7DDDC4D}" srcOrd="0" destOrd="0" presId="urn:microsoft.com/office/officeart/2005/8/layout/orgChart1"/>
    <dgm:cxn modelId="{B72FBC4B-2925-4C60-8F59-5655E85D9954}" type="presOf" srcId="{9A860615-2728-43A3-AE18-F0C2C4504E06}" destId="{5557FCF2-3E82-4C8B-A4E0-49C902D27A3C}" srcOrd="1" destOrd="0" presId="urn:microsoft.com/office/officeart/2005/8/layout/orgChart1"/>
    <dgm:cxn modelId="{A58B3858-09D8-431B-B2B6-24F4AE6476F2}" srcId="{9E6404DC-1053-49D6-95EE-599A97C88DD3}" destId="{E067647D-6E13-471F-A2DD-E851CCC1CF68}" srcOrd="3" destOrd="0" parTransId="{9FD46E75-A48A-45C1-9E9F-A30FB029AFC7}" sibTransId="{30D09A77-47DA-45E5-8199-D74EECBB6FE2}"/>
    <dgm:cxn modelId="{3371D227-869E-4636-B9B0-BA373BCE5AD6}" srcId="{9E6404DC-1053-49D6-95EE-599A97C88DD3}" destId="{9286A5EC-F2A9-487D-8BF1-B96EEEFD636B}" srcOrd="0" destOrd="0" parTransId="{8CE2CE9A-EBD7-445E-BD99-21666869C1D4}" sibTransId="{D6357A36-116B-440B-A9E1-8EDB3A4D1B88}"/>
    <dgm:cxn modelId="{518DAEAF-D919-45AA-B535-998F17E0A4A6}" type="presOf" srcId="{76370419-9C51-4DAC-A2E7-85056323C352}" destId="{B0D267EC-3DDA-4B69-9A64-E2EE7081CFAF}" srcOrd="1" destOrd="0" presId="urn:microsoft.com/office/officeart/2005/8/layout/orgChart1"/>
    <dgm:cxn modelId="{19AF4068-3DE4-490A-9264-0F12B60591B8}" type="presOf" srcId="{F0764DAA-254D-4C3C-9708-669D5BF5A337}" destId="{0146BAA9-2B9D-4F2A-B565-A2DCB6505964}" srcOrd="0" destOrd="0" presId="urn:microsoft.com/office/officeart/2005/8/layout/orgChart1"/>
    <dgm:cxn modelId="{C7C78122-FF83-4DEB-A379-FC79FF3B3A2A}" type="presOf" srcId="{8CE2CE9A-EBD7-445E-BD99-21666869C1D4}" destId="{7B4371B5-9FE0-4A41-B872-D27DD755166A}" srcOrd="0" destOrd="0" presId="urn:microsoft.com/office/officeart/2005/8/layout/orgChart1"/>
    <dgm:cxn modelId="{F341635A-A913-48C4-B75D-87B02DFCE6A9}" type="presOf" srcId="{8E07B8C3-62BB-4D29-B4F4-EB5CB5806805}" destId="{4CB6B6DB-3858-4178-AAA6-08B310D03356}" srcOrd="0" destOrd="0" presId="urn:microsoft.com/office/officeart/2005/8/layout/orgChart1"/>
    <dgm:cxn modelId="{3A975C4B-59D9-447A-96D3-52EA5B92FEA7}" srcId="{0B0BE489-18FC-4AB8-89F0-E5B83E82DEE3}" destId="{76370419-9C51-4DAC-A2E7-85056323C352}" srcOrd="2" destOrd="0" parTransId="{24A5C281-6636-48D2-AEF5-D0FB63535501}" sibTransId="{44BCC12A-75FA-46BF-9226-18572E79C23B}"/>
    <dgm:cxn modelId="{41EBA430-EC1B-4A4C-A789-31CA22F961CA}" type="presOf" srcId="{6FC28DAA-0C46-47D4-A449-6097CD5D3F16}" destId="{27F10F75-D6F1-461C-BDC3-A33F453173C8}" srcOrd="1" destOrd="0" presId="urn:microsoft.com/office/officeart/2005/8/layout/orgChart1"/>
    <dgm:cxn modelId="{AEF777BB-0E6B-4C27-8D1D-599ED84D1955}" srcId="{8FA2B63F-CAB1-4EEA-A640-932A60E9BC47}" destId="{0D831209-06D9-4B67-B261-8E1A0507FF58}" srcOrd="6" destOrd="0" parTransId="{ECA29EE9-CA4D-4AE1-B4DE-4D68022A97DA}" sibTransId="{5B7650EB-202C-4E4D-B160-D7121980F3B9}"/>
    <dgm:cxn modelId="{AC39F653-00D5-4219-8557-1E633AAA0D11}" type="presOf" srcId="{9E6404DC-1053-49D6-95EE-599A97C88DD3}" destId="{C8C73746-D1E9-45A4-A4B2-4DB251C0CC5A}" srcOrd="1" destOrd="0" presId="urn:microsoft.com/office/officeart/2005/8/layout/orgChart1"/>
    <dgm:cxn modelId="{93214E9F-1F21-428F-84E0-033A4E951A09}" type="presOf" srcId="{9A860615-2728-43A3-AE18-F0C2C4504E06}" destId="{6158870E-E369-477F-BB6E-9E81E21EFFFA}" srcOrd="0" destOrd="0" presId="urn:microsoft.com/office/officeart/2005/8/layout/orgChart1"/>
    <dgm:cxn modelId="{C84F2E2F-4C88-475E-B20D-61EA6FE191BC}" srcId="{8FA2B63F-CAB1-4EEA-A640-932A60E9BC47}" destId="{41787946-ECC1-430A-B044-29A839BC8AFE}" srcOrd="4" destOrd="0" parTransId="{9AF113F9-3011-4C50-92BA-F129226B2C64}" sibTransId="{E8ABB72B-882A-4262-9F40-58F418AA75A2}"/>
    <dgm:cxn modelId="{646B80ED-EB47-48ED-A348-FF55A6778CF2}" type="presOf" srcId="{D652C70C-8554-4301-869A-D02E3BDCCF9C}" destId="{D2613D50-256B-4B68-8FAD-AE3AD5188EA2}" srcOrd="0" destOrd="0" presId="urn:microsoft.com/office/officeart/2005/8/layout/orgChart1"/>
    <dgm:cxn modelId="{C78C7050-1202-4491-B42D-7AD17491AE23}" type="presOf" srcId="{0394B78F-9F6A-46F9-8192-B5368C603428}" destId="{57960999-4B07-4944-ABC8-DDEA0942E4F6}" srcOrd="1" destOrd="0" presId="urn:microsoft.com/office/officeart/2005/8/layout/orgChart1"/>
    <dgm:cxn modelId="{D58A6A88-4760-4BEC-8A98-05B8C39BBD3D}" type="presOf" srcId="{1A65A4D7-7720-45CB-8279-86EBD3407E97}" destId="{11077618-9302-474C-8482-1BBB83E3AEF1}" srcOrd="0" destOrd="0" presId="urn:microsoft.com/office/officeart/2005/8/layout/orgChart1"/>
    <dgm:cxn modelId="{25FFA339-4F3D-4191-8F76-B93BD5126C07}" type="presOf" srcId="{052693DD-86BD-4067-A211-7361AAC800C5}" destId="{740DB2C5-D7D1-4EBF-8531-EEA75F91BDEA}" srcOrd="0" destOrd="0" presId="urn:microsoft.com/office/officeart/2005/8/layout/orgChart1"/>
    <dgm:cxn modelId="{55322DC1-D5BB-4947-91D3-C49D83A86839}" srcId="{9E6404DC-1053-49D6-95EE-599A97C88DD3}" destId="{620DD3EC-BDCD-468B-B566-7FE2B848507E}" srcOrd="1" destOrd="0" parTransId="{F0764DAA-254D-4C3C-9708-669D5BF5A337}" sibTransId="{61B96E30-C56F-4FDE-AA00-908E8835534F}"/>
    <dgm:cxn modelId="{8C8572E0-FF0B-4541-828A-3FE15A1DA05C}" srcId="{8FA2B63F-CAB1-4EEA-A640-932A60E9BC47}" destId="{1FE37A8E-0D7F-4C9E-8705-3350B22BE52B}" srcOrd="0" destOrd="0" parTransId="{54EE80F7-F4A6-44E8-AFDD-73D2F2ADF945}" sibTransId="{2AF988A3-4395-4086-853A-DB86F6104712}"/>
    <dgm:cxn modelId="{8749021B-2268-44B1-AD84-B0921B253255}" type="presOf" srcId="{9286A5EC-F2A9-487D-8BF1-B96EEEFD636B}" destId="{C9422C4E-2B02-4D33-A16B-EF7B187ECAB7}" srcOrd="0" destOrd="0" presId="urn:microsoft.com/office/officeart/2005/8/layout/orgChart1"/>
    <dgm:cxn modelId="{3AA816F9-2DE9-4080-A275-F0121EA7DCC1}" type="presOf" srcId="{3E28AD20-4916-4B69-A5E7-720D3D2C2480}" destId="{1FF5ED5A-DDE1-4BCA-B771-84C41729B5D2}" srcOrd="0" destOrd="0" presId="urn:microsoft.com/office/officeart/2005/8/layout/orgChart1"/>
    <dgm:cxn modelId="{D96620C3-21FC-486E-B464-2A1E3F8EA72E}" srcId="{8FA2B63F-CAB1-4EEA-A640-932A60E9BC47}" destId="{8E07B8C3-62BB-4D29-B4F4-EB5CB5806805}" srcOrd="3" destOrd="0" parTransId="{E7A374B0-AD83-479E-B0DC-DCCE82E0E6A2}" sibTransId="{B0914830-FBB3-4238-A31E-DF2438C528D3}"/>
    <dgm:cxn modelId="{FC8529B3-3071-495B-9DA0-5FDEE47A994A}" type="presOf" srcId="{54EE80F7-F4A6-44E8-AFDD-73D2F2ADF945}" destId="{6FFFDB67-403F-4F2C-89DE-BA114B3FBC51}" srcOrd="0" destOrd="0" presId="urn:microsoft.com/office/officeart/2005/8/layout/orgChart1"/>
    <dgm:cxn modelId="{1C52508B-32AD-43D8-A1F3-4D0C61C4F943}" type="presOf" srcId="{1FE37A8E-0D7F-4C9E-8705-3350B22BE52B}" destId="{1525DD14-F049-4065-A53C-A4D7717A6F30}" srcOrd="1" destOrd="0" presId="urn:microsoft.com/office/officeart/2005/8/layout/orgChart1"/>
    <dgm:cxn modelId="{377C5998-6EAD-4A60-A4B0-B5175DAC191C}" type="presOf" srcId="{41787946-ECC1-430A-B044-29A839BC8AFE}" destId="{4ED489FD-3030-4E43-8BAA-6B50A9502206}" srcOrd="0" destOrd="0" presId="urn:microsoft.com/office/officeart/2005/8/layout/orgChart1"/>
    <dgm:cxn modelId="{4207DC96-F0A6-4BA6-A56E-A1B3A7D58C07}" type="presOf" srcId="{620DD3EC-BDCD-468B-B566-7FE2B848507E}" destId="{1999F93D-C5E3-4B58-A38A-C971B5C1871B}" srcOrd="1" destOrd="0" presId="urn:microsoft.com/office/officeart/2005/8/layout/orgChart1"/>
    <dgm:cxn modelId="{A2D9B427-A561-4B3D-BD35-DBE9ED52D5E6}" type="presOf" srcId="{E7A374B0-AD83-479E-B0DC-DCCE82E0E6A2}" destId="{8066130E-4230-4CDA-9AEC-500624CF8922}" srcOrd="0" destOrd="0" presId="urn:microsoft.com/office/officeart/2005/8/layout/orgChart1"/>
    <dgm:cxn modelId="{6F280535-E45E-44C6-89D1-1DA863CB2F7D}" type="presOf" srcId="{1FE37A8E-0D7F-4C9E-8705-3350B22BE52B}" destId="{A1D21C3D-806E-4A89-982B-C98B0A164436}" srcOrd="0" destOrd="0" presId="urn:microsoft.com/office/officeart/2005/8/layout/orgChart1"/>
    <dgm:cxn modelId="{B652C6C5-3A78-4655-BDE7-529B9E25DC37}" type="presOf" srcId="{54B1F5B6-D4AF-43A9-BB24-9646A101D457}" destId="{A02E2679-5C51-4925-A9B5-02D3DC08FDDB}" srcOrd="0" destOrd="0" presId="urn:microsoft.com/office/officeart/2005/8/layout/orgChart1"/>
    <dgm:cxn modelId="{3485CD59-15AA-4B2C-B91B-106D942CF1DE}" type="presOf" srcId="{541B660F-262B-4286-8A5B-47724D9B5909}" destId="{05BACD72-1A03-4C42-91B0-EE1CA6D86EA1}" srcOrd="1" destOrd="0" presId="urn:microsoft.com/office/officeart/2005/8/layout/orgChart1"/>
    <dgm:cxn modelId="{9A910579-3478-494F-B726-239855F52459}" type="presOf" srcId="{052693DD-86BD-4067-A211-7361AAC800C5}" destId="{11FA6195-840C-4051-B1FF-30C25B008CB7}" srcOrd="1" destOrd="0" presId="urn:microsoft.com/office/officeart/2005/8/layout/orgChart1"/>
    <dgm:cxn modelId="{45CA34F8-25E5-42C9-A37F-1F3DAA9E6259}" type="presOf" srcId="{8FA2B63F-CAB1-4EEA-A640-932A60E9BC47}" destId="{90764D8F-F221-42B9-BDE7-D866A336F90F}" srcOrd="1" destOrd="0" presId="urn:microsoft.com/office/officeart/2005/8/layout/orgChart1"/>
    <dgm:cxn modelId="{ED3AF831-C130-4E95-99AC-98B57862DEB0}" type="presOf" srcId="{0394B78F-9F6A-46F9-8192-B5368C603428}" destId="{81981569-26A3-407E-B3D1-78BFB78884B6}" srcOrd="0" destOrd="0" presId="urn:microsoft.com/office/officeart/2005/8/layout/orgChart1"/>
    <dgm:cxn modelId="{72F7130C-AC27-4EE7-BE5E-AC84B68DCC08}" type="presOf" srcId="{19A68822-21FD-4C82-AE62-61FBE4C45F59}" destId="{083F8C5F-08F9-45FF-9307-E7F25B30A055}" srcOrd="1" destOrd="0" presId="urn:microsoft.com/office/officeart/2005/8/layout/orgChart1"/>
    <dgm:cxn modelId="{C07A048A-0805-4F8D-AF4A-9E3B9CD64C03}" type="presOf" srcId="{CF408878-727A-48C0-84F7-F73F598D24C2}" destId="{3A972C70-9F29-442A-ABF4-74533481DF89}" srcOrd="0" destOrd="0" presId="urn:microsoft.com/office/officeart/2005/8/layout/orgChart1"/>
    <dgm:cxn modelId="{DBE5C904-0A26-4A4E-9A6A-F3E309653E66}" type="presOf" srcId="{E067647D-6E13-471F-A2DD-E851CCC1CF68}" destId="{9D593D37-6118-4963-A9DF-B6903D6AF6AD}" srcOrd="0" destOrd="0" presId="urn:microsoft.com/office/officeart/2005/8/layout/orgChart1"/>
    <dgm:cxn modelId="{3998A796-8544-40F3-80AD-FE03557A8FB7}" type="presOf" srcId="{19A68822-21FD-4C82-AE62-61FBE4C45F59}" destId="{EE0F175B-0AD9-4B80-8156-BF24FCC9C0C5}" srcOrd="0" destOrd="0" presId="urn:microsoft.com/office/officeart/2005/8/layout/orgChart1"/>
    <dgm:cxn modelId="{BF355F17-BF50-484C-9136-7640460AB3F0}" type="presOf" srcId="{8E07B8C3-62BB-4D29-B4F4-EB5CB5806805}" destId="{8C2484E6-B7FB-4381-AB4B-5E5429CB21F4}" srcOrd="1" destOrd="0" presId="urn:microsoft.com/office/officeart/2005/8/layout/orgChart1"/>
    <dgm:cxn modelId="{0647F417-2A99-4D09-B1B9-3357482EE706}" type="presOf" srcId="{9AF113F9-3011-4C50-92BA-F129226B2C64}" destId="{5BB8BC63-BB59-49C6-9D47-955B2BC0F7D7}" srcOrd="0" destOrd="0" presId="urn:microsoft.com/office/officeart/2005/8/layout/orgChart1"/>
    <dgm:cxn modelId="{9E5E9AC3-6146-4DB5-9322-642CFBFB9517}" type="presOf" srcId="{2583BDF3-A3A9-481F-AFFA-D7AB2D0C2447}" destId="{8B9327A8-CC13-4016-A289-838A095DD3C8}" srcOrd="1" destOrd="0" presId="urn:microsoft.com/office/officeart/2005/8/layout/orgChart1"/>
    <dgm:cxn modelId="{CC079622-4ED0-454E-BCAA-3CD28E6934D6}" type="presOf" srcId="{9FD46E75-A48A-45C1-9E9F-A30FB029AFC7}" destId="{913308E3-4ACA-4ECB-86C0-D23765F864F4}" srcOrd="0" destOrd="0" presId="urn:microsoft.com/office/officeart/2005/8/layout/orgChart1"/>
    <dgm:cxn modelId="{CEC7CCB4-B49C-4F6F-B7FC-320F42BA78C1}" srcId="{8FA2B63F-CAB1-4EEA-A640-932A60E9BC47}" destId="{6FC28DAA-0C46-47D4-A449-6097CD5D3F16}" srcOrd="2" destOrd="0" parTransId="{3EA4FB16-6C0D-472E-ABB5-CCB15C0930AC}" sibTransId="{6B616A4F-C47D-483B-A0AB-708218751ABA}"/>
    <dgm:cxn modelId="{3FD1B460-9F92-441C-BCCC-7C097CF09966}" type="presOf" srcId="{ED45087A-8C71-454A-80E7-73763BA1DDDF}" destId="{31E99A52-0804-4D10-99C6-4A4BD6A3E7A2}" srcOrd="1" destOrd="0" presId="urn:microsoft.com/office/officeart/2005/8/layout/orgChart1"/>
    <dgm:cxn modelId="{07AB8472-A651-48C8-9CF2-00815F444309}" type="presOf" srcId="{9E6404DC-1053-49D6-95EE-599A97C88DD3}" destId="{0F3C8968-31FF-46A5-BCB3-A2E771257413}" srcOrd="0" destOrd="0" presId="urn:microsoft.com/office/officeart/2005/8/layout/orgChart1"/>
    <dgm:cxn modelId="{33A3134D-0655-44C0-B895-D107BC5CB69E}" type="presOf" srcId="{6AC32210-7821-4D49-B61F-7624F6C73F5B}" destId="{BEAFFECD-D7A8-4CB9-9E6C-14F9BE6F155F}" srcOrd="0" destOrd="0" presId="urn:microsoft.com/office/officeart/2005/8/layout/orgChart1"/>
    <dgm:cxn modelId="{675471EF-702F-4EF8-BAB1-79FE45D7DF25}" type="presOf" srcId="{41787946-ECC1-430A-B044-29A839BC8AFE}" destId="{7843191F-CE56-4187-8AF3-767F1DF86187}" srcOrd="1" destOrd="0" presId="urn:microsoft.com/office/officeart/2005/8/layout/orgChart1"/>
    <dgm:cxn modelId="{24F64EB5-EA46-47E5-9126-AED56D567F34}" srcId="{8FA2B63F-CAB1-4EEA-A640-932A60E9BC47}" destId="{9A860615-2728-43A3-AE18-F0C2C4504E06}" srcOrd="1" destOrd="0" parTransId="{CF408878-727A-48C0-84F7-F73F598D24C2}" sibTransId="{4FA7FF2D-00ED-4DAB-B7B0-B996BEED00EE}"/>
    <dgm:cxn modelId="{680A074D-01A2-4585-A614-6489DB9AA178}" type="presOf" srcId="{E067647D-6E13-471F-A2DD-E851CCC1CF68}" destId="{BD43A729-8D4B-4446-8346-BE2C1D373742}" srcOrd="1" destOrd="0" presId="urn:microsoft.com/office/officeart/2005/8/layout/orgChart1"/>
    <dgm:cxn modelId="{7AE5E557-D6F6-4380-9BD0-5FC4A6D5C3CB}" type="presOf" srcId="{2583BDF3-A3A9-481F-AFFA-D7AB2D0C2447}" destId="{F6E9ED58-EB72-423B-8915-C2D13B8A232E}" srcOrd="0" destOrd="0" presId="urn:microsoft.com/office/officeart/2005/8/layout/orgChart1"/>
    <dgm:cxn modelId="{6242B06E-F582-41B8-AE41-EF3F6D5D6D4A}" type="presOf" srcId="{0B0BE489-18FC-4AB8-89F0-E5B83E82DEE3}" destId="{F3605272-BB3C-482A-BD0E-4FF39B81FDEE}" srcOrd="0" destOrd="0" presId="urn:microsoft.com/office/officeart/2005/8/layout/orgChart1"/>
    <dgm:cxn modelId="{3E6F72CC-3118-41D9-81BD-E196535A350B}" type="presOf" srcId="{3EA4FB16-6C0D-472E-ABB5-CCB15C0930AC}" destId="{D1CA7490-3D66-4E41-9C1B-0213BFCF9834}" srcOrd="0" destOrd="0" presId="urn:microsoft.com/office/officeart/2005/8/layout/orgChart1"/>
    <dgm:cxn modelId="{E0C8E9C8-69BC-4121-88DC-C5ADE3480B73}" srcId="{0B0BE489-18FC-4AB8-89F0-E5B83E82DEE3}" destId="{8FA2B63F-CAB1-4EEA-A640-932A60E9BC47}" srcOrd="1" destOrd="0" parTransId="{93937668-468C-49D7-BE11-FE1C97C717A3}" sibTransId="{7C9CE8E4-C1E4-4149-9F5E-986C5869664F}"/>
    <dgm:cxn modelId="{6B5E466C-04AA-4954-A494-AB80FF85D20F}" srcId="{9E6404DC-1053-49D6-95EE-599A97C88DD3}" destId="{19A68822-21FD-4C82-AE62-61FBE4C45F59}" srcOrd="4" destOrd="0" parTransId="{685C7F77-9270-488B-8D70-851D387667CA}" sibTransId="{0E571DE3-9456-45C1-AB67-4DD0C083EE0D}"/>
    <dgm:cxn modelId="{55E23EE4-6FCF-46E2-9DD8-4CCC9C46A728}" type="presOf" srcId="{0D831209-06D9-4B67-B261-8E1A0507FF58}" destId="{E7682275-DA42-4764-99DF-D247378A958C}" srcOrd="1" destOrd="0" presId="urn:microsoft.com/office/officeart/2005/8/layout/orgChart1"/>
    <dgm:cxn modelId="{FF0C4023-2851-4D41-9086-AB9AFE6B209D}" type="presOf" srcId="{8FA2B63F-CAB1-4EEA-A640-932A60E9BC47}" destId="{09E5B8C7-1821-400D-883E-9F810704649A}" srcOrd="0" destOrd="0" presId="urn:microsoft.com/office/officeart/2005/8/layout/orgChart1"/>
    <dgm:cxn modelId="{83DFF230-10CB-4402-AFA7-3CCED26AF6B7}" type="presOf" srcId="{76370419-9C51-4DAC-A2E7-85056323C352}" destId="{67AB7DCC-2807-4A94-B4FC-DDD79641C5E0}" srcOrd="0" destOrd="0" presId="urn:microsoft.com/office/officeart/2005/8/layout/orgChart1"/>
    <dgm:cxn modelId="{B602F6DA-021B-4121-B797-F9541EADDC50}" srcId="{9E6404DC-1053-49D6-95EE-599A97C88DD3}" destId="{ED45087A-8C71-454A-80E7-73763BA1DDDF}" srcOrd="5" destOrd="0" parTransId="{B26EFBE0-6C0C-4274-ADB7-2307ACE7B46F}" sibTransId="{08AC6B94-082B-446A-9963-59D439FE42A5}"/>
    <dgm:cxn modelId="{6DAE6D5D-F822-426E-9DA1-6778C61509C3}" type="presOf" srcId="{0D831209-06D9-4B67-B261-8E1A0507FF58}" destId="{BE882113-16F1-4607-9C56-DF0526D1A480}" srcOrd="0" destOrd="0" presId="urn:microsoft.com/office/officeart/2005/8/layout/orgChart1"/>
    <dgm:cxn modelId="{9752C8B1-4851-486E-8BD3-4D299AC170C5}" type="presOf" srcId="{620DD3EC-BDCD-468B-B566-7FE2B848507E}" destId="{02B28F85-DE51-42FF-859E-1DD3A478F426}" srcOrd="0" destOrd="0" presId="urn:microsoft.com/office/officeart/2005/8/layout/orgChart1"/>
    <dgm:cxn modelId="{D62B86BC-C276-42FB-9377-7A7B140DF25F}" type="presOf" srcId="{B26EFBE0-6C0C-4274-ADB7-2307ACE7B46F}" destId="{089DBBA9-D618-45BC-BF03-72CFDCF25154}" srcOrd="0" destOrd="0" presId="urn:microsoft.com/office/officeart/2005/8/layout/orgChart1"/>
    <dgm:cxn modelId="{E7DE81E2-1971-46B3-9224-95D47542030C}" type="presOf" srcId="{6FC28DAA-0C46-47D4-A449-6097CD5D3F16}" destId="{82BE0ABC-8561-4EE6-8C7B-BD5AC4AE0429}" srcOrd="0" destOrd="0" presId="urn:microsoft.com/office/officeart/2005/8/layout/orgChart1"/>
    <dgm:cxn modelId="{D6C3CB5C-0C51-46B2-9291-0EAB4E20B4CD}" srcId="{0B0BE489-18FC-4AB8-89F0-E5B83E82DEE3}" destId="{052693DD-86BD-4067-A211-7361AAC800C5}" srcOrd="3" destOrd="0" parTransId="{3E28AD20-4916-4B69-A5E7-720D3D2C2480}" sibTransId="{C4EC1566-5D3E-4E6E-A698-83FE02B3972D}"/>
    <dgm:cxn modelId="{6954F8C0-BCB4-46A0-969C-D1E8639FAFCB}" srcId="{9E6404DC-1053-49D6-95EE-599A97C88DD3}" destId="{0B0BE489-18FC-4AB8-89F0-E5B83E82DEE3}" srcOrd="2" destOrd="0" parTransId="{D790EDC8-DBC7-47D9-AD8D-E7CE4F48BB0A}" sibTransId="{B707AAE7-D88C-41C7-9B1B-D8B970E4AED3}"/>
    <dgm:cxn modelId="{F5CF957E-7EFF-41AA-9DF9-4ECECE6164EE}" type="presOf" srcId="{541B660F-262B-4286-8A5B-47724D9B5909}" destId="{FEF8A59A-705F-4BB4-B60C-90B58D4596D2}" srcOrd="0" destOrd="0" presId="urn:microsoft.com/office/officeart/2005/8/layout/orgChart1"/>
    <dgm:cxn modelId="{4CA9C32A-C8CD-40F1-AFCB-D726CB5C7F3F}" srcId="{1A65A4D7-7720-45CB-8279-86EBD3407E97}" destId="{9E6404DC-1053-49D6-95EE-599A97C88DD3}" srcOrd="0" destOrd="0" parTransId="{541DED35-EA1D-4B2B-8573-F418430E3EF8}" sibTransId="{8EA0B31F-0422-4926-B862-5636855C8DF2}"/>
    <dgm:cxn modelId="{15CF6F89-07D8-4603-9BD0-73D8E08B0929}" type="presOf" srcId="{ED45087A-8C71-454A-80E7-73763BA1DDDF}" destId="{BF13CDB7-AD44-4037-84C9-87E25B3C528E}" srcOrd="0" destOrd="0" presId="urn:microsoft.com/office/officeart/2005/8/layout/orgChart1"/>
    <dgm:cxn modelId="{C614CCF2-30E9-4473-9FE2-B4A05679320D}" srcId="{8FA2B63F-CAB1-4EEA-A640-932A60E9BC47}" destId="{2583BDF3-A3A9-481F-AFFA-D7AB2D0C2447}" srcOrd="5" destOrd="0" parTransId="{6AC32210-7821-4D49-B61F-7624F6C73F5B}" sibTransId="{73E353F3-8955-4D82-BC3D-02EA45E86E42}"/>
    <dgm:cxn modelId="{F3C32CA4-E797-4B0E-A4F3-61760728845C}" type="presOf" srcId="{ECA29EE9-CA4D-4AE1-B4DE-4D68022A97DA}" destId="{F83F4198-76EF-40E5-A324-B2BA4ED868A0}" srcOrd="0" destOrd="0" presId="urn:microsoft.com/office/officeart/2005/8/layout/orgChart1"/>
    <dgm:cxn modelId="{B5ABC604-1326-4694-B54C-E5E593D5B4D3}" srcId="{0B0BE489-18FC-4AB8-89F0-E5B83E82DEE3}" destId="{0394B78F-9F6A-46F9-8192-B5368C603428}" srcOrd="0" destOrd="0" parTransId="{D652C70C-8554-4301-869A-D02E3BDCCF9C}" sibTransId="{4FD2C2F4-D20F-4955-BB38-134D0C8C3F3C}"/>
    <dgm:cxn modelId="{7986E574-3D79-4CAC-944E-50CDD61F26AD}" type="presOf" srcId="{0B0BE489-18FC-4AB8-89F0-E5B83E82DEE3}" destId="{80D30C1D-7614-46E9-A72C-A8C7C4CE7688}" srcOrd="1" destOrd="0" presId="urn:microsoft.com/office/officeart/2005/8/layout/orgChart1"/>
    <dgm:cxn modelId="{0DB79881-AAFB-4207-A84A-6BD63F0812CA}" type="presParOf" srcId="{11077618-9302-474C-8482-1BBB83E3AEF1}" destId="{38ED7B2E-63E5-438D-91CD-EFA6DE9BBF61}" srcOrd="0" destOrd="0" presId="urn:microsoft.com/office/officeart/2005/8/layout/orgChart1"/>
    <dgm:cxn modelId="{5ED087B4-1F16-47F0-8EDF-6DE9E5DDE0ED}" type="presParOf" srcId="{38ED7B2E-63E5-438D-91CD-EFA6DE9BBF61}" destId="{ADCB6C6D-2F95-4AD5-B3EB-BEA9A3239732}" srcOrd="0" destOrd="0" presId="urn:microsoft.com/office/officeart/2005/8/layout/orgChart1"/>
    <dgm:cxn modelId="{38D93D17-E2F6-430A-BA0A-892F5F5DA1C8}" type="presParOf" srcId="{ADCB6C6D-2F95-4AD5-B3EB-BEA9A3239732}" destId="{0F3C8968-31FF-46A5-BCB3-A2E771257413}" srcOrd="0" destOrd="0" presId="urn:microsoft.com/office/officeart/2005/8/layout/orgChart1"/>
    <dgm:cxn modelId="{D0C9B760-9B41-40FA-837D-7DC64C5D98B6}" type="presParOf" srcId="{ADCB6C6D-2F95-4AD5-B3EB-BEA9A3239732}" destId="{C8C73746-D1E9-45A4-A4B2-4DB251C0CC5A}" srcOrd="1" destOrd="0" presId="urn:microsoft.com/office/officeart/2005/8/layout/orgChart1"/>
    <dgm:cxn modelId="{903973C5-4475-4E16-BB20-98C6713D6A7C}" type="presParOf" srcId="{38ED7B2E-63E5-438D-91CD-EFA6DE9BBF61}" destId="{AD53A4B1-01E7-41E8-9724-31F3910545A4}" srcOrd="1" destOrd="0" presId="urn:microsoft.com/office/officeart/2005/8/layout/orgChart1"/>
    <dgm:cxn modelId="{FD0D6115-7002-46BE-B6C7-37AF4D0756E1}" type="presParOf" srcId="{AD53A4B1-01E7-41E8-9724-31F3910545A4}" destId="{7B4371B5-9FE0-4A41-B872-D27DD755166A}" srcOrd="0" destOrd="0" presId="urn:microsoft.com/office/officeart/2005/8/layout/orgChart1"/>
    <dgm:cxn modelId="{C21C9606-5954-48DD-8BEA-B260DD6B6E14}" type="presParOf" srcId="{AD53A4B1-01E7-41E8-9724-31F3910545A4}" destId="{ED726A71-3CEE-43E5-B36E-E99BBF451E5B}" srcOrd="1" destOrd="0" presId="urn:microsoft.com/office/officeart/2005/8/layout/orgChart1"/>
    <dgm:cxn modelId="{9624EA68-142D-4F73-A240-6EDF415B7752}" type="presParOf" srcId="{ED726A71-3CEE-43E5-B36E-E99BBF451E5B}" destId="{82B2FC70-3C15-48D4-B101-71C09EFE19F9}" srcOrd="0" destOrd="0" presId="urn:microsoft.com/office/officeart/2005/8/layout/orgChart1"/>
    <dgm:cxn modelId="{196EE497-26E4-4E8E-BD39-4CB1915C3778}" type="presParOf" srcId="{82B2FC70-3C15-48D4-B101-71C09EFE19F9}" destId="{C9422C4E-2B02-4D33-A16B-EF7B187ECAB7}" srcOrd="0" destOrd="0" presId="urn:microsoft.com/office/officeart/2005/8/layout/orgChart1"/>
    <dgm:cxn modelId="{9C0A3F0D-C56E-46C5-B0BA-DC9109042609}" type="presParOf" srcId="{82B2FC70-3C15-48D4-B101-71C09EFE19F9}" destId="{A10B8E6A-AEE1-4C2B-8634-C515AEDBA0E5}" srcOrd="1" destOrd="0" presId="urn:microsoft.com/office/officeart/2005/8/layout/orgChart1"/>
    <dgm:cxn modelId="{5AFAFB96-E814-4DAC-B9A1-F9EFA64BA8C5}" type="presParOf" srcId="{ED726A71-3CEE-43E5-B36E-E99BBF451E5B}" destId="{C9264EDA-91B6-4FAE-AFE6-AFC29BE66386}" srcOrd="1" destOrd="0" presId="urn:microsoft.com/office/officeart/2005/8/layout/orgChart1"/>
    <dgm:cxn modelId="{B9F5CA4B-AF97-4CD2-9B9B-3EFF81ECBC22}" type="presParOf" srcId="{ED726A71-3CEE-43E5-B36E-E99BBF451E5B}" destId="{C5C54053-3A12-46C3-BAAB-BDE4C3102748}" srcOrd="2" destOrd="0" presId="urn:microsoft.com/office/officeart/2005/8/layout/orgChart1"/>
    <dgm:cxn modelId="{3F2C3658-81AB-4BA9-A625-FBC33B734FD4}" type="presParOf" srcId="{AD53A4B1-01E7-41E8-9724-31F3910545A4}" destId="{0146BAA9-2B9D-4F2A-B565-A2DCB6505964}" srcOrd="2" destOrd="0" presId="urn:microsoft.com/office/officeart/2005/8/layout/orgChart1"/>
    <dgm:cxn modelId="{E893D35D-56D7-4A59-9EBD-CED4C36C61B9}" type="presParOf" srcId="{AD53A4B1-01E7-41E8-9724-31F3910545A4}" destId="{E84706B5-084F-4950-8554-35690A57F381}" srcOrd="3" destOrd="0" presId="urn:microsoft.com/office/officeart/2005/8/layout/orgChart1"/>
    <dgm:cxn modelId="{CCE16C19-31E1-478E-9ACE-F24E95F9271E}" type="presParOf" srcId="{E84706B5-084F-4950-8554-35690A57F381}" destId="{2A614826-E838-4B9F-9FD7-136F010E7C46}" srcOrd="0" destOrd="0" presId="urn:microsoft.com/office/officeart/2005/8/layout/orgChart1"/>
    <dgm:cxn modelId="{A33C81FF-C9DD-402D-90E2-22229A9FE729}" type="presParOf" srcId="{2A614826-E838-4B9F-9FD7-136F010E7C46}" destId="{02B28F85-DE51-42FF-859E-1DD3A478F426}" srcOrd="0" destOrd="0" presId="urn:microsoft.com/office/officeart/2005/8/layout/orgChart1"/>
    <dgm:cxn modelId="{801C5F19-FE7F-435A-A0F9-9F0CD8B65EFD}" type="presParOf" srcId="{2A614826-E838-4B9F-9FD7-136F010E7C46}" destId="{1999F93D-C5E3-4B58-A38A-C971B5C1871B}" srcOrd="1" destOrd="0" presId="urn:microsoft.com/office/officeart/2005/8/layout/orgChart1"/>
    <dgm:cxn modelId="{64770BB0-7A01-475B-9DB8-B7AB4C0CA657}" type="presParOf" srcId="{E84706B5-084F-4950-8554-35690A57F381}" destId="{4C592C92-3156-443C-BB98-9204DFF01F72}" srcOrd="1" destOrd="0" presId="urn:microsoft.com/office/officeart/2005/8/layout/orgChart1"/>
    <dgm:cxn modelId="{B1BE96F7-2337-44FA-BD34-76B245EE353D}" type="presParOf" srcId="{E84706B5-084F-4950-8554-35690A57F381}" destId="{3E362709-8DF5-4ED1-BE78-2D67C7F6CD59}" srcOrd="2" destOrd="0" presId="urn:microsoft.com/office/officeart/2005/8/layout/orgChart1"/>
    <dgm:cxn modelId="{BC0E2B96-B3FA-46B9-815F-1621DBC4B126}" type="presParOf" srcId="{AD53A4B1-01E7-41E8-9724-31F3910545A4}" destId="{270151AE-D139-40DF-A603-F0B3F7DDDC4D}" srcOrd="4" destOrd="0" presId="urn:microsoft.com/office/officeart/2005/8/layout/orgChart1"/>
    <dgm:cxn modelId="{923317C6-4951-4C0F-B5E4-1AE61E839C77}" type="presParOf" srcId="{AD53A4B1-01E7-41E8-9724-31F3910545A4}" destId="{5E7476B3-AD7E-4825-A023-25C6BDFD35CA}" srcOrd="5" destOrd="0" presId="urn:microsoft.com/office/officeart/2005/8/layout/orgChart1"/>
    <dgm:cxn modelId="{86AAF4B9-78E4-4333-BDA3-E4D3BC5D8B19}" type="presParOf" srcId="{5E7476B3-AD7E-4825-A023-25C6BDFD35CA}" destId="{132C54E8-DB97-4D17-8179-D1BC98F5D07C}" srcOrd="0" destOrd="0" presId="urn:microsoft.com/office/officeart/2005/8/layout/orgChart1"/>
    <dgm:cxn modelId="{95DF85D9-23F6-4014-BE0A-03332F7A4B37}" type="presParOf" srcId="{132C54E8-DB97-4D17-8179-D1BC98F5D07C}" destId="{F3605272-BB3C-482A-BD0E-4FF39B81FDEE}" srcOrd="0" destOrd="0" presId="urn:microsoft.com/office/officeart/2005/8/layout/orgChart1"/>
    <dgm:cxn modelId="{1C110A55-4877-4A2F-922F-33DAF303B817}" type="presParOf" srcId="{132C54E8-DB97-4D17-8179-D1BC98F5D07C}" destId="{80D30C1D-7614-46E9-A72C-A8C7C4CE7688}" srcOrd="1" destOrd="0" presId="urn:microsoft.com/office/officeart/2005/8/layout/orgChart1"/>
    <dgm:cxn modelId="{70C2BD4D-F080-40CD-B97F-0F0B9050D864}" type="presParOf" srcId="{5E7476B3-AD7E-4825-A023-25C6BDFD35CA}" destId="{52A2A06A-EC5A-449C-89CB-5D43FB38563B}" srcOrd="1" destOrd="0" presId="urn:microsoft.com/office/officeart/2005/8/layout/orgChart1"/>
    <dgm:cxn modelId="{6E286BE0-6E8E-4644-ACE7-C48AB6483BB6}" type="presParOf" srcId="{52A2A06A-EC5A-449C-89CB-5D43FB38563B}" destId="{D2613D50-256B-4B68-8FAD-AE3AD5188EA2}" srcOrd="0" destOrd="0" presId="urn:microsoft.com/office/officeart/2005/8/layout/orgChart1"/>
    <dgm:cxn modelId="{28B4849E-C8B4-4478-94D3-C5F928C28489}" type="presParOf" srcId="{52A2A06A-EC5A-449C-89CB-5D43FB38563B}" destId="{6E9A1A80-60AA-46BF-B8BC-994A37D7A065}" srcOrd="1" destOrd="0" presId="urn:microsoft.com/office/officeart/2005/8/layout/orgChart1"/>
    <dgm:cxn modelId="{78027A18-421A-4C25-A52E-44242FC98843}" type="presParOf" srcId="{6E9A1A80-60AA-46BF-B8BC-994A37D7A065}" destId="{EB2AB012-BDB3-4569-91E2-8399DDCEDEF5}" srcOrd="0" destOrd="0" presId="urn:microsoft.com/office/officeart/2005/8/layout/orgChart1"/>
    <dgm:cxn modelId="{AAA1E6DD-CCFA-4913-B417-C57EB3EF2740}" type="presParOf" srcId="{EB2AB012-BDB3-4569-91E2-8399DDCEDEF5}" destId="{81981569-26A3-407E-B3D1-78BFB78884B6}" srcOrd="0" destOrd="0" presId="urn:microsoft.com/office/officeart/2005/8/layout/orgChart1"/>
    <dgm:cxn modelId="{BDCA7C26-E8A3-4C04-B224-45746FEFF662}" type="presParOf" srcId="{EB2AB012-BDB3-4569-91E2-8399DDCEDEF5}" destId="{57960999-4B07-4944-ABC8-DDEA0942E4F6}" srcOrd="1" destOrd="0" presId="urn:microsoft.com/office/officeart/2005/8/layout/orgChart1"/>
    <dgm:cxn modelId="{E6973EB0-0E16-43AB-9353-8FE1B1CACBA2}" type="presParOf" srcId="{6E9A1A80-60AA-46BF-B8BC-994A37D7A065}" destId="{2D9C1C89-9263-4701-B340-9B49C74F3097}" srcOrd="1" destOrd="0" presId="urn:microsoft.com/office/officeart/2005/8/layout/orgChart1"/>
    <dgm:cxn modelId="{79D48FF7-410B-4F2B-AEFC-ECBAA7E036C7}" type="presParOf" srcId="{6E9A1A80-60AA-46BF-B8BC-994A37D7A065}" destId="{D3616EBE-629E-42F5-9173-EB1C4DD37B67}" srcOrd="2" destOrd="0" presId="urn:microsoft.com/office/officeart/2005/8/layout/orgChart1"/>
    <dgm:cxn modelId="{AA5B4F1F-98B5-4147-951B-0CBD8484EAB9}" type="presParOf" srcId="{52A2A06A-EC5A-449C-89CB-5D43FB38563B}" destId="{965B87D8-90D8-413D-8B2A-075FA416D2A7}" srcOrd="2" destOrd="0" presId="urn:microsoft.com/office/officeart/2005/8/layout/orgChart1"/>
    <dgm:cxn modelId="{38EC40DD-46D3-47E9-9245-CD59AA0639E2}" type="presParOf" srcId="{52A2A06A-EC5A-449C-89CB-5D43FB38563B}" destId="{E0462CD5-B3AF-4AD9-B343-C376FC4E0246}" srcOrd="3" destOrd="0" presId="urn:microsoft.com/office/officeart/2005/8/layout/orgChart1"/>
    <dgm:cxn modelId="{D617CCA0-722C-4EB2-BFA8-3476952A0E1D}" type="presParOf" srcId="{E0462CD5-B3AF-4AD9-B343-C376FC4E0246}" destId="{968D4C26-1911-4D14-B9A4-630D2C68C61E}" srcOrd="0" destOrd="0" presId="urn:microsoft.com/office/officeart/2005/8/layout/orgChart1"/>
    <dgm:cxn modelId="{6ACD8A4E-5273-4E01-876C-392632744E8F}" type="presParOf" srcId="{968D4C26-1911-4D14-B9A4-630D2C68C61E}" destId="{09E5B8C7-1821-400D-883E-9F810704649A}" srcOrd="0" destOrd="0" presId="urn:microsoft.com/office/officeart/2005/8/layout/orgChart1"/>
    <dgm:cxn modelId="{43A8E528-0DD0-4537-AF54-BD5FA26F86E9}" type="presParOf" srcId="{968D4C26-1911-4D14-B9A4-630D2C68C61E}" destId="{90764D8F-F221-42B9-BDE7-D866A336F90F}" srcOrd="1" destOrd="0" presId="urn:microsoft.com/office/officeart/2005/8/layout/orgChart1"/>
    <dgm:cxn modelId="{55EBCDFB-04BF-4380-B0CE-CAF9B9EA51B6}" type="presParOf" srcId="{E0462CD5-B3AF-4AD9-B343-C376FC4E0246}" destId="{45973EAD-2C66-48B6-BA80-DFC110A94A57}" srcOrd="1" destOrd="0" presId="urn:microsoft.com/office/officeart/2005/8/layout/orgChart1"/>
    <dgm:cxn modelId="{B31749F5-423A-4844-B0A1-952A702B6EBD}" type="presParOf" srcId="{45973EAD-2C66-48B6-BA80-DFC110A94A57}" destId="{6FFFDB67-403F-4F2C-89DE-BA114B3FBC51}" srcOrd="0" destOrd="0" presId="urn:microsoft.com/office/officeart/2005/8/layout/orgChart1"/>
    <dgm:cxn modelId="{24817273-82F1-46D6-9B31-9720884AD8A8}" type="presParOf" srcId="{45973EAD-2C66-48B6-BA80-DFC110A94A57}" destId="{0AADB0E3-C09D-4E03-B3C5-E20D6372E3F0}" srcOrd="1" destOrd="0" presId="urn:microsoft.com/office/officeart/2005/8/layout/orgChart1"/>
    <dgm:cxn modelId="{55A9A7BF-7109-49E1-8579-0A3A40B2D8F3}" type="presParOf" srcId="{0AADB0E3-C09D-4E03-B3C5-E20D6372E3F0}" destId="{92D25193-4131-4C46-89E4-9D675B1BA741}" srcOrd="0" destOrd="0" presId="urn:microsoft.com/office/officeart/2005/8/layout/orgChart1"/>
    <dgm:cxn modelId="{4F17A7B6-19F1-49E0-855A-5B225495DA20}" type="presParOf" srcId="{92D25193-4131-4C46-89E4-9D675B1BA741}" destId="{A1D21C3D-806E-4A89-982B-C98B0A164436}" srcOrd="0" destOrd="0" presId="urn:microsoft.com/office/officeart/2005/8/layout/orgChart1"/>
    <dgm:cxn modelId="{FAA131E4-8D76-4465-9F77-5AAA5C110AC4}" type="presParOf" srcId="{92D25193-4131-4C46-89E4-9D675B1BA741}" destId="{1525DD14-F049-4065-A53C-A4D7717A6F30}" srcOrd="1" destOrd="0" presId="urn:microsoft.com/office/officeart/2005/8/layout/orgChart1"/>
    <dgm:cxn modelId="{B87EB1F6-0DDF-4B15-BD04-926B742BF134}" type="presParOf" srcId="{0AADB0E3-C09D-4E03-B3C5-E20D6372E3F0}" destId="{31B7E077-7C72-4304-BC54-B81DD7954F8C}" srcOrd="1" destOrd="0" presId="urn:microsoft.com/office/officeart/2005/8/layout/orgChart1"/>
    <dgm:cxn modelId="{BA18D567-895A-4F4B-9024-A26D5FAA78FF}" type="presParOf" srcId="{0AADB0E3-C09D-4E03-B3C5-E20D6372E3F0}" destId="{F79734FA-D80A-4291-B0A4-56B723F30F20}" srcOrd="2" destOrd="0" presId="urn:microsoft.com/office/officeart/2005/8/layout/orgChart1"/>
    <dgm:cxn modelId="{E2E7BA21-7D40-444F-9BC5-29AA7BEE70A7}" type="presParOf" srcId="{45973EAD-2C66-48B6-BA80-DFC110A94A57}" destId="{3A972C70-9F29-442A-ABF4-74533481DF89}" srcOrd="2" destOrd="0" presId="urn:microsoft.com/office/officeart/2005/8/layout/orgChart1"/>
    <dgm:cxn modelId="{C6B7E291-BEFF-4D97-9A3B-D8DA3FD17B0A}" type="presParOf" srcId="{45973EAD-2C66-48B6-BA80-DFC110A94A57}" destId="{CA8AA6B9-CECB-4ACE-B426-7F2673CF9BBE}" srcOrd="3" destOrd="0" presId="urn:microsoft.com/office/officeart/2005/8/layout/orgChart1"/>
    <dgm:cxn modelId="{9EA76EBE-57AF-47B7-A91D-3C5F00253FAD}" type="presParOf" srcId="{CA8AA6B9-CECB-4ACE-B426-7F2673CF9BBE}" destId="{DE3C42F9-4B57-468D-9370-FEEF876EE47D}" srcOrd="0" destOrd="0" presId="urn:microsoft.com/office/officeart/2005/8/layout/orgChart1"/>
    <dgm:cxn modelId="{F4B7221F-4D43-4EFB-A851-8600C70CD9B3}" type="presParOf" srcId="{DE3C42F9-4B57-468D-9370-FEEF876EE47D}" destId="{6158870E-E369-477F-BB6E-9E81E21EFFFA}" srcOrd="0" destOrd="0" presId="urn:microsoft.com/office/officeart/2005/8/layout/orgChart1"/>
    <dgm:cxn modelId="{9F779129-CA87-4778-ACBA-2DC8183E8F30}" type="presParOf" srcId="{DE3C42F9-4B57-468D-9370-FEEF876EE47D}" destId="{5557FCF2-3E82-4C8B-A4E0-49C902D27A3C}" srcOrd="1" destOrd="0" presId="urn:microsoft.com/office/officeart/2005/8/layout/orgChart1"/>
    <dgm:cxn modelId="{5ACB5382-F77D-459E-AB05-CA6C82E8EDCA}" type="presParOf" srcId="{CA8AA6B9-CECB-4ACE-B426-7F2673CF9BBE}" destId="{F1BE55D4-F071-4BD4-B3CB-9AA27F773338}" srcOrd="1" destOrd="0" presId="urn:microsoft.com/office/officeart/2005/8/layout/orgChart1"/>
    <dgm:cxn modelId="{77BEC4BA-C029-4724-B194-0ED5E452B8AF}" type="presParOf" srcId="{CA8AA6B9-CECB-4ACE-B426-7F2673CF9BBE}" destId="{4AFC8B4F-C2BD-404F-9A4A-30A432750014}" srcOrd="2" destOrd="0" presId="urn:microsoft.com/office/officeart/2005/8/layout/orgChart1"/>
    <dgm:cxn modelId="{8A3DA7C7-629F-41FA-8426-0D4B1B10CC61}" type="presParOf" srcId="{45973EAD-2C66-48B6-BA80-DFC110A94A57}" destId="{D1CA7490-3D66-4E41-9C1B-0213BFCF9834}" srcOrd="4" destOrd="0" presId="urn:microsoft.com/office/officeart/2005/8/layout/orgChart1"/>
    <dgm:cxn modelId="{CFF7F640-A37E-4D93-87E1-19A6201BE152}" type="presParOf" srcId="{45973EAD-2C66-48B6-BA80-DFC110A94A57}" destId="{CA53ACB7-2C59-4DAE-894F-51BF2FBCBAC2}" srcOrd="5" destOrd="0" presId="urn:microsoft.com/office/officeart/2005/8/layout/orgChart1"/>
    <dgm:cxn modelId="{BC8170A4-16A6-4D95-BAB3-999EF28FCF30}" type="presParOf" srcId="{CA53ACB7-2C59-4DAE-894F-51BF2FBCBAC2}" destId="{00B7F72E-2CFC-451D-A1C1-3678AB1CBE13}" srcOrd="0" destOrd="0" presId="urn:microsoft.com/office/officeart/2005/8/layout/orgChart1"/>
    <dgm:cxn modelId="{76F81F4E-5B9E-4549-BF7F-005E94145EF3}" type="presParOf" srcId="{00B7F72E-2CFC-451D-A1C1-3678AB1CBE13}" destId="{82BE0ABC-8561-4EE6-8C7B-BD5AC4AE0429}" srcOrd="0" destOrd="0" presId="urn:microsoft.com/office/officeart/2005/8/layout/orgChart1"/>
    <dgm:cxn modelId="{698DCA02-F35F-4077-9301-18D8FB76A84E}" type="presParOf" srcId="{00B7F72E-2CFC-451D-A1C1-3678AB1CBE13}" destId="{27F10F75-D6F1-461C-BDC3-A33F453173C8}" srcOrd="1" destOrd="0" presId="urn:microsoft.com/office/officeart/2005/8/layout/orgChart1"/>
    <dgm:cxn modelId="{690635D5-6651-42FF-879E-A878D6B31351}" type="presParOf" srcId="{CA53ACB7-2C59-4DAE-894F-51BF2FBCBAC2}" destId="{CF78B165-8EE5-40B6-AB33-D2F6414CA2BE}" srcOrd="1" destOrd="0" presId="urn:microsoft.com/office/officeart/2005/8/layout/orgChart1"/>
    <dgm:cxn modelId="{119745A5-4A7F-4E61-9E56-C313257CF345}" type="presParOf" srcId="{CA53ACB7-2C59-4DAE-894F-51BF2FBCBAC2}" destId="{1C1F3EFB-C4AA-4635-9217-80B2B2527789}" srcOrd="2" destOrd="0" presId="urn:microsoft.com/office/officeart/2005/8/layout/orgChart1"/>
    <dgm:cxn modelId="{22573A97-EFE7-4DC9-949B-00F02A61F11B}" type="presParOf" srcId="{45973EAD-2C66-48B6-BA80-DFC110A94A57}" destId="{8066130E-4230-4CDA-9AEC-500624CF8922}" srcOrd="6" destOrd="0" presId="urn:microsoft.com/office/officeart/2005/8/layout/orgChart1"/>
    <dgm:cxn modelId="{233F2A2A-4A02-499C-A3D7-00A6E6B5C798}" type="presParOf" srcId="{45973EAD-2C66-48B6-BA80-DFC110A94A57}" destId="{265C7AEF-A3A1-4DB1-9731-EDC21D33A74D}" srcOrd="7" destOrd="0" presId="urn:microsoft.com/office/officeart/2005/8/layout/orgChart1"/>
    <dgm:cxn modelId="{D61437B2-194A-4A6B-936F-12911AF4DAEA}" type="presParOf" srcId="{265C7AEF-A3A1-4DB1-9731-EDC21D33A74D}" destId="{614FEDD2-67FB-471C-9B52-DAA515D5D2A1}" srcOrd="0" destOrd="0" presId="urn:microsoft.com/office/officeart/2005/8/layout/orgChart1"/>
    <dgm:cxn modelId="{6374488A-C87C-497C-8CF7-11A991D92FF5}" type="presParOf" srcId="{614FEDD2-67FB-471C-9B52-DAA515D5D2A1}" destId="{4CB6B6DB-3858-4178-AAA6-08B310D03356}" srcOrd="0" destOrd="0" presId="urn:microsoft.com/office/officeart/2005/8/layout/orgChart1"/>
    <dgm:cxn modelId="{5F95BE21-D3BF-4CC6-BEC4-00429F6836C8}" type="presParOf" srcId="{614FEDD2-67FB-471C-9B52-DAA515D5D2A1}" destId="{8C2484E6-B7FB-4381-AB4B-5E5429CB21F4}" srcOrd="1" destOrd="0" presId="urn:microsoft.com/office/officeart/2005/8/layout/orgChart1"/>
    <dgm:cxn modelId="{3CAC322A-CC62-4D04-95D8-243EE200EC61}" type="presParOf" srcId="{265C7AEF-A3A1-4DB1-9731-EDC21D33A74D}" destId="{B02AFC46-D0E5-4827-9FAC-54AB473DF90B}" srcOrd="1" destOrd="0" presId="urn:microsoft.com/office/officeart/2005/8/layout/orgChart1"/>
    <dgm:cxn modelId="{0C721060-EF84-4794-A64F-A202F4B0329D}" type="presParOf" srcId="{265C7AEF-A3A1-4DB1-9731-EDC21D33A74D}" destId="{FEC9B61B-C9E2-4DC8-9CE5-5059FBE3ABA9}" srcOrd="2" destOrd="0" presId="urn:microsoft.com/office/officeart/2005/8/layout/orgChart1"/>
    <dgm:cxn modelId="{FC8A8565-581B-42A8-A7E8-6CACC890466F}" type="presParOf" srcId="{45973EAD-2C66-48B6-BA80-DFC110A94A57}" destId="{5BB8BC63-BB59-49C6-9D47-955B2BC0F7D7}" srcOrd="8" destOrd="0" presId="urn:microsoft.com/office/officeart/2005/8/layout/orgChart1"/>
    <dgm:cxn modelId="{F6DB5BA2-FA37-471E-86E6-A683B5715F69}" type="presParOf" srcId="{45973EAD-2C66-48B6-BA80-DFC110A94A57}" destId="{220E60F8-9194-46FB-BCBE-02591A819C6B}" srcOrd="9" destOrd="0" presId="urn:microsoft.com/office/officeart/2005/8/layout/orgChart1"/>
    <dgm:cxn modelId="{95E5F97B-3EA0-4206-98AA-19D75E0AD575}" type="presParOf" srcId="{220E60F8-9194-46FB-BCBE-02591A819C6B}" destId="{4074AE48-0253-4A23-891D-02CE4531318D}" srcOrd="0" destOrd="0" presId="urn:microsoft.com/office/officeart/2005/8/layout/orgChart1"/>
    <dgm:cxn modelId="{BB4BB22C-99D6-420C-93D9-7E1005C6CED1}" type="presParOf" srcId="{4074AE48-0253-4A23-891D-02CE4531318D}" destId="{4ED489FD-3030-4E43-8BAA-6B50A9502206}" srcOrd="0" destOrd="0" presId="urn:microsoft.com/office/officeart/2005/8/layout/orgChart1"/>
    <dgm:cxn modelId="{E7AE6036-0DDB-45AD-9C90-2C75C59F58C2}" type="presParOf" srcId="{4074AE48-0253-4A23-891D-02CE4531318D}" destId="{7843191F-CE56-4187-8AF3-767F1DF86187}" srcOrd="1" destOrd="0" presId="urn:microsoft.com/office/officeart/2005/8/layout/orgChart1"/>
    <dgm:cxn modelId="{DBA3C017-1F21-4BE9-A417-D3C37DC00C34}" type="presParOf" srcId="{220E60F8-9194-46FB-BCBE-02591A819C6B}" destId="{FBED94D0-7BDD-40C0-94A3-BB15F361D582}" srcOrd="1" destOrd="0" presId="urn:microsoft.com/office/officeart/2005/8/layout/orgChart1"/>
    <dgm:cxn modelId="{B4A521BD-7F94-4E21-B9D7-9E021667F9AA}" type="presParOf" srcId="{220E60F8-9194-46FB-BCBE-02591A819C6B}" destId="{64EF4E4D-9448-4926-91A0-41DB397B562F}" srcOrd="2" destOrd="0" presId="urn:microsoft.com/office/officeart/2005/8/layout/orgChart1"/>
    <dgm:cxn modelId="{47851129-581E-4C62-9EB0-B3A5833D15CF}" type="presParOf" srcId="{45973EAD-2C66-48B6-BA80-DFC110A94A57}" destId="{BEAFFECD-D7A8-4CB9-9E6C-14F9BE6F155F}" srcOrd="10" destOrd="0" presId="urn:microsoft.com/office/officeart/2005/8/layout/orgChart1"/>
    <dgm:cxn modelId="{68ACC037-3521-4A4F-A4A6-072B056891F2}" type="presParOf" srcId="{45973EAD-2C66-48B6-BA80-DFC110A94A57}" destId="{DC899B31-55B5-4594-AF5D-F0F56301486F}" srcOrd="11" destOrd="0" presId="urn:microsoft.com/office/officeart/2005/8/layout/orgChart1"/>
    <dgm:cxn modelId="{0EA00DCC-77C0-4539-B04C-BB0FFF180785}" type="presParOf" srcId="{DC899B31-55B5-4594-AF5D-F0F56301486F}" destId="{18AD0474-6C71-410E-8694-5CB8AA26A269}" srcOrd="0" destOrd="0" presId="urn:microsoft.com/office/officeart/2005/8/layout/orgChart1"/>
    <dgm:cxn modelId="{3A323B18-1D14-4DD8-AF47-70207EFD2EC6}" type="presParOf" srcId="{18AD0474-6C71-410E-8694-5CB8AA26A269}" destId="{F6E9ED58-EB72-423B-8915-C2D13B8A232E}" srcOrd="0" destOrd="0" presId="urn:microsoft.com/office/officeart/2005/8/layout/orgChart1"/>
    <dgm:cxn modelId="{95CF9A53-5886-48B9-B997-DE57D1F8E386}" type="presParOf" srcId="{18AD0474-6C71-410E-8694-5CB8AA26A269}" destId="{8B9327A8-CC13-4016-A289-838A095DD3C8}" srcOrd="1" destOrd="0" presId="urn:microsoft.com/office/officeart/2005/8/layout/orgChart1"/>
    <dgm:cxn modelId="{179EA7C9-6D5C-4B8C-B8EA-95511D1FD8E1}" type="presParOf" srcId="{DC899B31-55B5-4594-AF5D-F0F56301486F}" destId="{5394E0DD-3D0E-41A4-B84A-9229AF5B02EA}" srcOrd="1" destOrd="0" presId="urn:microsoft.com/office/officeart/2005/8/layout/orgChart1"/>
    <dgm:cxn modelId="{0830BB35-ED48-4F91-9435-7CCA1BEA9217}" type="presParOf" srcId="{DC899B31-55B5-4594-AF5D-F0F56301486F}" destId="{21C493CA-F816-4BDF-96EB-23689510755C}" srcOrd="2" destOrd="0" presId="urn:microsoft.com/office/officeart/2005/8/layout/orgChart1"/>
    <dgm:cxn modelId="{37AE227C-5A94-4C8D-BAB8-8555EC3590F8}" type="presParOf" srcId="{45973EAD-2C66-48B6-BA80-DFC110A94A57}" destId="{F83F4198-76EF-40E5-A324-B2BA4ED868A0}" srcOrd="12" destOrd="0" presId="urn:microsoft.com/office/officeart/2005/8/layout/orgChart1"/>
    <dgm:cxn modelId="{287B1223-EB3B-462F-A8B7-0EA04178B2F5}" type="presParOf" srcId="{45973EAD-2C66-48B6-BA80-DFC110A94A57}" destId="{7FE84630-A3A8-44EE-9C60-A66A1D04D39A}" srcOrd="13" destOrd="0" presId="urn:microsoft.com/office/officeart/2005/8/layout/orgChart1"/>
    <dgm:cxn modelId="{8CED8288-4678-4772-965A-CDF312D34A1E}" type="presParOf" srcId="{7FE84630-A3A8-44EE-9C60-A66A1D04D39A}" destId="{D175A201-CA6F-4D96-9FE6-6E5D674714FF}" srcOrd="0" destOrd="0" presId="urn:microsoft.com/office/officeart/2005/8/layout/orgChart1"/>
    <dgm:cxn modelId="{CB277F65-B27D-49B7-B6C3-406182CF7FFE}" type="presParOf" srcId="{D175A201-CA6F-4D96-9FE6-6E5D674714FF}" destId="{BE882113-16F1-4607-9C56-DF0526D1A480}" srcOrd="0" destOrd="0" presId="urn:microsoft.com/office/officeart/2005/8/layout/orgChart1"/>
    <dgm:cxn modelId="{98EB480A-F293-4DF0-B41C-AC228269602B}" type="presParOf" srcId="{D175A201-CA6F-4D96-9FE6-6E5D674714FF}" destId="{E7682275-DA42-4764-99DF-D247378A958C}" srcOrd="1" destOrd="0" presId="urn:microsoft.com/office/officeart/2005/8/layout/orgChart1"/>
    <dgm:cxn modelId="{4C6DE2D8-CC29-4023-9B23-CD9174A78E05}" type="presParOf" srcId="{7FE84630-A3A8-44EE-9C60-A66A1D04D39A}" destId="{4826B51B-DE73-43EA-B877-44609F615A33}" srcOrd="1" destOrd="0" presId="urn:microsoft.com/office/officeart/2005/8/layout/orgChart1"/>
    <dgm:cxn modelId="{959C044B-3F19-417F-BA8D-37002107BD85}" type="presParOf" srcId="{7FE84630-A3A8-44EE-9C60-A66A1D04D39A}" destId="{F696DAC8-173E-4CC5-ADFA-63C75F522F51}" srcOrd="2" destOrd="0" presId="urn:microsoft.com/office/officeart/2005/8/layout/orgChart1"/>
    <dgm:cxn modelId="{4D756690-EFAC-4324-A2C0-DFE027BA0DBE}" type="presParOf" srcId="{E0462CD5-B3AF-4AD9-B343-C376FC4E0246}" destId="{E81859AA-E497-481C-A2BF-D70FA1BC0FCA}" srcOrd="2" destOrd="0" presId="urn:microsoft.com/office/officeart/2005/8/layout/orgChart1"/>
    <dgm:cxn modelId="{2071EEA0-AE2E-4220-BD7E-33978916B8DC}" type="presParOf" srcId="{52A2A06A-EC5A-449C-89CB-5D43FB38563B}" destId="{444FFEA5-B951-47C8-A902-566D78CD3DB3}" srcOrd="4" destOrd="0" presId="urn:microsoft.com/office/officeart/2005/8/layout/orgChart1"/>
    <dgm:cxn modelId="{F275FE7B-8B29-4699-96AF-4839F7ED1CA8}" type="presParOf" srcId="{52A2A06A-EC5A-449C-89CB-5D43FB38563B}" destId="{EF78F1E0-CB18-4415-9EE3-CE7502CAB796}" srcOrd="5" destOrd="0" presId="urn:microsoft.com/office/officeart/2005/8/layout/orgChart1"/>
    <dgm:cxn modelId="{AB2BB4E2-5446-4E77-90BA-9D3534DA66F2}" type="presParOf" srcId="{EF78F1E0-CB18-4415-9EE3-CE7502CAB796}" destId="{CF9331FF-6D7B-4DF1-AE76-D5F444CB48D8}" srcOrd="0" destOrd="0" presId="urn:microsoft.com/office/officeart/2005/8/layout/orgChart1"/>
    <dgm:cxn modelId="{E8C3D60E-8755-4646-B1AE-81158F94A488}" type="presParOf" srcId="{CF9331FF-6D7B-4DF1-AE76-D5F444CB48D8}" destId="{67AB7DCC-2807-4A94-B4FC-DDD79641C5E0}" srcOrd="0" destOrd="0" presId="urn:microsoft.com/office/officeart/2005/8/layout/orgChart1"/>
    <dgm:cxn modelId="{26C5C196-2DFF-4BDD-BEA4-7111C33A615E}" type="presParOf" srcId="{CF9331FF-6D7B-4DF1-AE76-D5F444CB48D8}" destId="{B0D267EC-3DDA-4B69-9A64-E2EE7081CFAF}" srcOrd="1" destOrd="0" presId="urn:microsoft.com/office/officeart/2005/8/layout/orgChart1"/>
    <dgm:cxn modelId="{295DFF1D-0DDF-4A5F-8FD5-8ECFF9DFF11B}" type="presParOf" srcId="{EF78F1E0-CB18-4415-9EE3-CE7502CAB796}" destId="{03255D1B-3482-4ADA-B5B8-A74669519547}" srcOrd="1" destOrd="0" presId="urn:microsoft.com/office/officeart/2005/8/layout/orgChart1"/>
    <dgm:cxn modelId="{372CB36D-1FB9-4F34-8F62-664F76575559}" type="presParOf" srcId="{EF78F1E0-CB18-4415-9EE3-CE7502CAB796}" destId="{E172AA7D-C9C9-403F-B12D-E35D784CFE40}" srcOrd="2" destOrd="0" presId="urn:microsoft.com/office/officeart/2005/8/layout/orgChart1"/>
    <dgm:cxn modelId="{49521A5A-A9E9-4E3A-B821-9FFC4895558F}" type="presParOf" srcId="{52A2A06A-EC5A-449C-89CB-5D43FB38563B}" destId="{1FF5ED5A-DDE1-4BCA-B771-84C41729B5D2}" srcOrd="6" destOrd="0" presId="urn:microsoft.com/office/officeart/2005/8/layout/orgChart1"/>
    <dgm:cxn modelId="{FE4E4E8F-DADB-44DD-876D-B7E454510C4B}" type="presParOf" srcId="{52A2A06A-EC5A-449C-89CB-5D43FB38563B}" destId="{687B1E70-3D61-4C42-864F-153FDF26F2F6}" srcOrd="7" destOrd="0" presId="urn:microsoft.com/office/officeart/2005/8/layout/orgChart1"/>
    <dgm:cxn modelId="{FECB8B8D-A1DB-4518-A065-97A12FAB7A8E}" type="presParOf" srcId="{687B1E70-3D61-4C42-864F-153FDF26F2F6}" destId="{7E5655DF-F0AD-4DC2-BBE9-A0604B710D2A}" srcOrd="0" destOrd="0" presId="urn:microsoft.com/office/officeart/2005/8/layout/orgChart1"/>
    <dgm:cxn modelId="{A2F8B9BE-89CB-4768-A41A-0C61602FC343}" type="presParOf" srcId="{7E5655DF-F0AD-4DC2-BBE9-A0604B710D2A}" destId="{740DB2C5-D7D1-4EBF-8531-EEA75F91BDEA}" srcOrd="0" destOrd="0" presId="urn:microsoft.com/office/officeart/2005/8/layout/orgChart1"/>
    <dgm:cxn modelId="{EA81B1C8-D518-4F0D-AF57-9B4F9E679F10}" type="presParOf" srcId="{7E5655DF-F0AD-4DC2-BBE9-A0604B710D2A}" destId="{11FA6195-840C-4051-B1FF-30C25B008CB7}" srcOrd="1" destOrd="0" presId="urn:microsoft.com/office/officeart/2005/8/layout/orgChart1"/>
    <dgm:cxn modelId="{67EFB13A-E559-4380-A863-4F3EE141478E}" type="presParOf" srcId="{687B1E70-3D61-4C42-864F-153FDF26F2F6}" destId="{D1622FCE-5ABC-4099-9DB7-5DF217411866}" srcOrd="1" destOrd="0" presId="urn:microsoft.com/office/officeart/2005/8/layout/orgChart1"/>
    <dgm:cxn modelId="{26EF5CCB-BF57-4B83-818C-084F06C6EFE0}" type="presParOf" srcId="{687B1E70-3D61-4C42-864F-153FDF26F2F6}" destId="{7F584AB4-7300-4F3E-87DE-2539FC21484E}" srcOrd="2" destOrd="0" presId="urn:microsoft.com/office/officeart/2005/8/layout/orgChart1"/>
    <dgm:cxn modelId="{84676A0A-4527-46E3-81DE-BC27DFBA63A0}" type="presParOf" srcId="{5E7476B3-AD7E-4825-A023-25C6BDFD35CA}" destId="{642F05A1-9B99-45A9-95F7-36FBF693468C}" srcOrd="2" destOrd="0" presId="urn:microsoft.com/office/officeart/2005/8/layout/orgChart1"/>
    <dgm:cxn modelId="{DA6501AE-6CC1-403E-A219-241D81059636}" type="presParOf" srcId="{AD53A4B1-01E7-41E8-9724-31F3910545A4}" destId="{913308E3-4ACA-4ECB-86C0-D23765F864F4}" srcOrd="6" destOrd="0" presId="urn:microsoft.com/office/officeart/2005/8/layout/orgChart1"/>
    <dgm:cxn modelId="{D11F78D2-09C4-4D67-9DA2-73D6E7DC2080}" type="presParOf" srcId="{AD53A4B1-01E7-41E8-9724-31F3910545A4}" destId="{ADC553BE-9E02-4A3B-BD24-49F7EEB83987}" srcOrd="7" destOrd="0" presId="urn:microsoft.com/office/officeart/2005/8/layout/orgChart1"/>
    <dgm:cxn modelId="{502FE300-DF3F-4692-8F30-4EA75A11257C}" type="presParOf" srcId="{ADC553BE-9E02-4A3B-BD24-49F7EEB83987}" destId="{92714BFF-875B-43DB-A54E-2347443F2603}" srcOrd="0" destOrd="0" presId="urn:microsoft.com/office/officeart/2005/8/layout/orgChart1"/>
    <dgm:cxn modelId="{A7CD98C3-91CB-4ED9-80EB-C993F00BD91E}" type="presParOf" srcId="{92714BFF-875B-43DB-A54E-2347443F2603}" destId="{9D593D37-6118-4963-A9DF-B6903D6AF6AD}" srcOrd="0" destOrd="0" presId="urn:microsoft.com/office/officeart/2005/8/layout/orgChart1"/>
    <dgm:cxn modelId="{0901B3DE-A11D-4A1A-B554-CBF8D3673AA5}" type="presParOf" srcId="{92714BFF-875B-43DB-A54E-2347443F2603}" destId="{BD43A729-8D4B-4446-8346-BE2C1D373742}" srcOrd="1" destOrd="0" presId="urn:microsoft.com/office/officeart/2005/8/layout/orgChart1"/>
    <dgm:cxn modelId="{EB7CEF9D-9DDD-4D04-A93A-1EDC08DD874F}" type="presParOf" srcId="{ADC553BE-9E02-4A3B-BD24-49F7EEB83987}" destId="{395149D5-50EC-4108-AE78-C55517634DAA}" srcOrd="1" destOrd="0" presId="urn:microsoft.com/office/officeart/2005/8/layout/orgChart1"/>
    <dgm:cxn modelId="{4F147206-A42D-48AD-9500-31B9F8FE2D8E}" type="presParOf" srcId="{ADC553BE-9E02-4A3B-BD24-49F7EEB83987}" destId="{75EEE035-3BF0-4D26-8197-E72BA1C09387}" srcOrd="2" destOrd="0" presId="urn:microsoft.com/office/officeart/2005/8/layout/orgChart1"/>
    <dgm:cxn modelId="{FB5714BE-AD61-4310-9485-A20F5205ABCF}" type="presParOf" srcId="{AD53A4B1-01E7-41E8-9724-31F3910545A4}" destId="{38A98744-9734-46C0-B88E-190067F57261}" srcOrd="8" destOrd="0" presId="urn:microsoft.com/office/officeart/2005/8/layout/orgChart1"/>
    <dgm:cxn modelId="{63721394-8441-4EE7-B1A2-3E85560C0F6D}" type="presParOf" srcId="{AD53A4B1-01E7-41E8-9724-31F3910545A4}" destId="{76943EDF-B719-4784-AB91-9E9975C5DFFA}" srcOrd="9" destOrd="0" presId="urn:microsoft.com/office/officeart/2005/8/layout/orgChart1"/>
    <dgm:cxn modelId="{59037840-D900-4FD6-84AF-58A594A17087}" type="presParOf" srcId="{76943EDF-B719-4784-AB91-9E9975C5DFFA}" destId="{634E8EC2-B3FB-41F5-AC20-93BF63CFE347}" srcOrd="0" destOrd="0" presId="urn:microsoft.com/office/officeart/2005/8/layout/orgChart1"/>
    <dgm:cxn modelId="{36747A77-AC09-4B21-8F53-F7181B430811}" type="presParOf" srcId="{634E8EC2-B3FB-41F5-AC20-93BF63CFE347}" destId="{EE0F175B-0AD9-4B80-8156-BF24FCC9C0C5}" srcOrd="0" destOrd="0" presId="urn:microsoft.com/office/officeart/2005/8/layout/orgChart1"/>
    <dgm:cxn modelId="{AC0CF037-A4EB-4B5C-BD85-353EBA9DD191}" type="presParOf" srcId="{634E8EC2-B3FB-41F5-AC20-93BF63CFE347}" destId="{083F8C5F-08F9-45FF-9307-E7F25B30A055}" srcOrd="1" destOrd="0" presId="urn:microsoft.com/office/officeart/2005/8/layout/orgChart1"/>
    <dgm:cxn modelId="{8AD242AD-9989-4742-83C4-2C1B54603D71}" type="presParOf" srcId="{76943EDF-B719-4784-AB91-9E9975C5DFFA}" destId="{C7685C2E-595A-463C-8A94-5D19A6AF28D4}" srcOrd="1" destOrd="0" presId="urn:microsoft.com/office/officeart/2005/8/layout/orgChart1"/>
    <dgm:cxn modelId="{5AAB4260-17EC-4F5A-92D8-FA5C30DB6DE2}" type="presParOf" srcId="{76943EDF-B719-4784-AB91-9E9975C5DFFA}" destId="{B1DB7EFF-DAD3-4D2E-A200-5F2461CBC49C}" srcOrd="2" destOrd="0" presId="urn:microsoft.com/office/officeart/2005/8/layout/orgChart1"/>
    <dgm:cxn modelId="{2B854B21-F75A-4076-AE2A-B145FD8DE4D0}" type="presParOf" srcId="{AD53A4B1-01E7-41E8-9724-31F3910545A4}" destId="{089DBBA9-D618-45BC-BF03-72CFDCF25154}" srcOrd="10" destOrd="0" presId="urn:microsoft.com/office/officeart/2005/8/layout/orgChart1"/>
    <dgm:cxn modelId="{3B1065A0-436E-4714-B2D5-7D9166401C50}" type="presParOf" srcId="{AD53A4B1-01E7-41E8-9724-31F3910545A4}" destId="{39874948-1A38-49A3-AE1D-11AC1DE08146}" srcOrd="11" destOrd="0" presId="urn:microsoft.com/office/officeart/2005/8/layout/orgChart1"/>
    <dgm:cxn modelId="{DFF12C0C-F252-4062-940F-F345C111782C}" type="presParOf" srcId="{39874948-1A38-49A3-AE1D-11AC1DE08146}" destId="{BCBE04B1-0B07-465D-A5E5-5C35D8C244B7}" srcOrd="0" destOrd="0" presId="urn:microsoft.com/office/officeart/2005/8/layout/orgChart1"/>
    <dgm:cxn modelId="{6AC06FAD-2A1A-4D79-A7C3-CFBA5E2B9A84}" type="presParOf" srcId="{BCBE04B1-0B07-465D-A5E5-5C35D8C244B7}" destId="{BF13CDB7-AD44-4037-84C9-87E25B3C528E}" srcOrd="0" destOrd="0" presId="urn:microsoft.com/office/officeart/2005/8/layout/orgChart1"/>
    <dgm:cxn modelId="{708F1B16-22EC-49DC-94F1-01D3DD209FCA}" type="presParOf" srcId="{BCBE04B1-0B07-465D-A5E5-5C35D8C244B7}" destId="{31E99A52-0804-4D10-99C6-4A4BD6A3E7A2}" srcOrd="1" destOrd="0" presId="urn:microsoft.com/office/officeart/2005/8/layout/orgChart1"/>
    <dgm:cxn modelId="{ED751C97-D73D-4331-B448-6824C495DF86}" type="presParOf" srcId="{39874948-1A38-49A3-AE1D-11AC1DE08146}" destId="{16543CB4-51E6-49ED-866B-1D72C33BC5AE}" srcOrd="1" destOrd="0" presId="urn:microsoft.com/office/officeart/2005/8/layout/orgChart1"/>
    <dgm:cxn modelId="{0D95EBC4-E43F-4001-B500-36C09A62BB73}" type="presParOf" srcId="{39874948-1A38-49A3-AE1D-11AC1DE08146}" destId="{CE05058F-42C7-47EE-9DCD-CEB82DF352B7}" srcOrd="2" destOrd="0" presId="urn:microsoft.com/office/officeart/2005/8/layout/orgChart1"/>
    <dgm:cxn modelId="{E21A665F-7109-4B0C-B38D-546A6FFAA3B8}" type="presParOf" srcId="{AD53A4B1-01E7-41E8-9724-31F3910545A4}" destId="{A02E2679-5C51-4925-A9B5-02D3DC08FDDB}" srcOrd="12" destOrd="0" presId="urn:microsoft.com/office/officeart/2005/8/layout/orgChart1"/>
    <dgm:cxn modelId="{16C80505-AA1F-4173-A05E-41A747084DF6}" type="presParOf" srcId="{AD53A4B1-01E7-41E8-9724-31F3910545A4}" destId="{02D1F47B-F220-456D-A5D9-A2E338903A80}" srcOrd="13" destOrd="0" presId="urn:microsoft.com/office/officeart/2005/8/layout/orgChart1"/>
    <dgm:cxn modelId="{3D390106-5C96-4EBB-9E27-8759BDA10C3D}" type="presParOf" srcId="{02D1F47B-F220-456D-A5D9-A2E338903A80}" destId="{95864132-FE3C-4689-B766-B951B9C0DF07}" srcOrd="0" destOrd="0" presId="urn:microsoft.com/office/officeart/2005/8/layout/orgChart1"/>
    <dgm:cxn modelId="{17730488-2B12-4D70-B24F-A35953B153CE}" type="presParOf" srcId="{95864132-FE3C-4689-B766-B951B9C0DF07}" destId="{FEF8A59A-705F-4BB4-B60C-90B58D4596D2}" srcOrd="0" destOrd="0" presId="urn:microsoft.com/office/officeart/2005/8/layout/orgChart1"/>
    <dgm:cxn modelId="{93A3ED59-CCDE-48A2-A36A-6D3EFDD921CC}" type="presParOf" srcId="{95864132-FE3C-4689-B766-B951B9C0DF07}" destId="{05BACD72-1A03-4C42-91B0-EE1CA6D86EA1}" srcOrd="1" destOrd="0" presId="urn:microsoft.com/office/officeart/2005/8/layout/orgChart1"/>
    <dgm:cxn modelId="{EF3D6D6A-4585-45A0-B3FF-945DA9F6C3D0}" type="presParOf" srcId="{02D1F47B-F220-456D-A5D9-A2E338903A80}" destId="{C66E26CE-6B48-40C7-882B-DFA87384A00C}" srcOrd="1" destOrd="0" presId="urn:microsoft.com/office/officeart/2005/8/layout/orgChart1"/>
    <dgm:cxn modelId="{3446D495-9793-4521-A6C5-4AFB2E145CB9}" type="presParOf" srcId="{02D1F47B-F220-456D-A5D9-A2E338903A80}" destId="{DD4044A7-A713-4F0B-84B9-73CA01F30DAE}" srcOrd="2" destOrd="0" presId="urn:microsoft.com/office/officeart/2005/8/layout/orgChart1"/>
    <dgm:cxn modelId="{9D973967-C180-4DA1-9783-801A28437A84}" type="presParOf" srcId="{38ED7B2E-63E5-438D-91CD-EFA6DE9BBF61}" destId="{96DEF822-DC52-4FFC-82DA-389CD5B2965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A65A4D7-7720-45CB-8279-86EBD3407E97}" type="doc">
      <dgm:prSet loTypeId="urn:microsoft.com/office/officeart/2005/8/layout/orgChart1" loCatId="hierarchy" qsTypeId="urn:microsoft.com/office/officeart/2005/8/quickstyle/simple3" qsCatId="simple" csTypeId="urn:microsoft.com/office/officeart/2005/8/colors/colorful2" csCatId="colorful" phldr="1"/>
      <dgm:spPr/>
      <dgm:t>
        <a:bodyPr/>
        <a:lstStyle/>
        <a:p>
          <a:endParaRPr lang="en-US"/>
        </a:p>
      </dgm:t>
    </dgm:pt>
    <dgm:pt modelId="{9E6404DC-1053-49D6-95EE-599A97C88DD3}">
      <dgm:prSet phldrT="[Text]" custT="1"/>
      <dgm:spPr/>
      <dgm:t>
        <a:bodyPr/>
        <a:lstStyle/>
        <a:p>
          <a:r>
            <a:rPr lang="en-US" sz="1600" dirty="0" smtClean="0"/>
            <a:t>Chapter 29 – Links in the requirements chain</a:t>
          </a:r>
          <a:endParaRPr lang="en-US" sz="1600" dirty="0"/>
        </a:p>
      </dgm:t>
    </dgm:pt>
    <dgm:pt modelId="{541DED35-EA1D-4B2B-8573-F418430E3EF8}" type="parTrans" cxnId="{4CA9C32A-C8CD-40F1-AFCB-D726CB5C7F3F}">
      <dgm:prSet/>
      <dgm:spPr/>
      <dgm:t>
        <a:bodyPr/>
        <a:lstStyle/>
        <a:p>
          <a:endParaRPr lang="en-US"/>
        </a:p>
      </dgm:t>
    </dgm:pt>
    <dgm:pt modelId="{8EA0B31F-0422-4926-B862-5636855C8DF2}" type="sibTrans" cxnId="{4CA9C32A-C8CD-40F1-AFCB-D726CB5C7F3F}">
      <dgm:prSet/>
      <dgm:spPr/>
      <dgm:t>
        <a:bodyPr/>
        <a:lstStyle/>
        <a:p>
          <a:endParaRPr lang="en-US"/>
        </a:p>
      </dgm:t>
    </dgm:pt>
    <dgm:pt modelId="{9286A5EC-F2A9-487D-8BF1-B96EEEFD636B}">
      <dgm:prSet phldrT="[Text]" custT="1"/>
      <dgm:spPr/>
      <dgm:t>
        <a:bodyPr/>
        <a:lstStyle/>
        <a:p>
          <a:r>
            <a:rPr lang="en-US" sz="1200" dirty="0" smtClean="0"/>
            <a:t>Tracing requirements</a:t>
          </a:r>
          <a:endParaRPr lang="en-US" sz="1200" dirty="0"/>
        </a:p>
      </dgm:t>
    </dgm:pt>
    <dgm:pt modelId="{D6357A36-116B-440B-A9E1-8EDB3A4D1B88}" type="sibTrans" cxnId="{3371D227-869E-4636-B9B0-BA373BCE5AD6}">
      <dgm:prSet/>
      <dgm:spPr/>
      <dgm:t>
        <a:bodyPr/>
        <a:lstStyle/>
        <a:p>
          <a:endParaRPr lang="en-US"/>
        </a:p>
      </dgm:t>
    </dgm:pt>
    <dgm:pt modelId="{8CE2CE9A-EBD7-445E-BD99-21666869C1D4}" type="parTrans" cxnId="{3371D227-869E-4636-B9B0-BA373BCE5AD6}">
      <dgm:prSet/>
      <dgm:spPr/>
      <dgm:t>
        <a:bodyPr/>
        <a:lstStyle/>
        <a:p>
          <a:endParaRPr lang="en-US"/>
        </a:p>
      </dgm:t>
    </dgm:pt>
    <dgm:pt modelId="{0394B78F-9F6A-46F9-8192-B5368C603428}">
      <dgm:prSet phldrT="[Text]" custT="1"/>
      <dgm:spPr/>
      <dgm:t>
        <a:bodyPr/>
        <a:lstStyle/>
        <a:p>
          <a:r>
            <a:rPr lang="en-US" sz="1200" dirty="0" smtClean="0"/>
            <a:t>Finding missing requirements</a:t>
          </a:r>
          <a:endParaRPr lang="en-US" sz="1200" dirty="0"/>
        </a:p>
      </dgm:t>
    </dgm:pt>
    <dgm:pt modelId="{D652C70C-8554-4301-869A-D02E3BDCCF9C}" type="parTrans" cxnId="{B5ABC604-1326-4694-B54C-E5E593D5B4D3}">
      <dgm:prSet/>
      <dgm:spPr/>
      <dgm:t>
        <a:bodyPr/>
        <a:lstStyle/>
        <a:p>
          <a:endParaRPr lang="en-US"/>
        </a:p>
      </dgm:t>
    </dgm:pt>
    <dgm:pt modelId="{4FD2C2F4-D20F-4955-BB38-134D0C8C3F3C}" type="sibTrans" cxnId="{B5ABC604-1326-4694-B54C-E5E593D5B4D3}">
      <dgm:prSet/>
      <dgm:spPr/>
      <dgm:t>
        <a:bodyPr/>
        <a:lstStyle/>
        <a:p>
          <a:endParaRPr lang="en-US"/>
        </a:p>
      </dgm:t>
    </dgm:pt>
    <dgm:pt modelId="{0B0BE489-18FC-4AB8-89F0-E5B83E82DEE3}">
      <dgm:prSet phldrT="[Text]" custT="1"/>
      <dgm:spPr/>
      <dgm:t>
        <a:bodyPr/>
        <a:lstStyle/>
        <a:p>
          <a:r>
            <a:rPr lang="en-US" sz="1200" dirty="0" smtClean="0"/>
            <a:t>Motivations for tracing requirements</a:t>
          </a:r>
          <a:endParaRPr lang="en-US" sz="1200" dirty="0"/>
        </a:p>
      </dgm:t>
    </dgm:pt>
    <dgm:pt modelId="{D790EDC8-DBC7-47D9-AD8D-E7CE4F48BB0A}" type="parTrans" cxnId="{6954F8C0-BCB4-46A0-969C-D1E8639FAFCB}">
      <dgm:prSet/>
      <dgm:spPr/>
      <dgm:t>
        <a:bodyPr/>
        <a:lstStyle/>
        <a:p>
          <a:endParaRPr lang="en-US"/>
        </a:p>
      </dgm:t>
    </dgm:pt>
    <dgm:pt modelId="{B707AAE7-D88C-41C7-9B1B-D8B970E4AED3}" type="sibTrans" cxnId="{6954F8C0-BCB4-46A0-969C-D1E8639FAFCB}">
      <dgm:prSet/>
      <dgm:spPr/>
      <dgm:t>
        <a:bodyPr/>
        <a:lstStyle/>
        <a:p>
          <a:endParaRPr lang="en-US"/>
        </a:p>
      </dgm:t>
    </dgm:pt>
    <dgm:pt modelId="{8FA2B63F-CAB1-4EEA-A640-932A60E9BC47}">
      <dgm:prSet phldrT="[Text]" custT="1"/>
      <dgm:spPr/>
      <dgm:t>
        <a:bodyPr/>
        <a:lstStyle/>
        <a:p>
          <a:r>
            <a:rPr lang="en-US" sz="1200" dirty="0" smtClean="0"/>
            <a:t>Finding unnecessary requirements</a:t>
          </a:r>
          <a:endParaRPr lang="en-US" sz="1200" dirty="0"/>
        </a:p>
      </dgm:t>
    </dgm:pt>
    <dgm:pt modelId="{93937668-468C-49D7-BE11-FE1C97C717A3}" type="parTrans" cxnId="{E0C8E9C8-69BC-4121-88DC-C5ADE3480B73}">
      <dgm:prSet/>
      <dgm:spPr/>
      <dgm:t>
        <a:bodyPr/>
        <a:lstStyle/>
        <a:p>
          <a:endParaRPr lang="en-US"/>
        </a:p>
      </dgm:t>
    </dgm:pt>
    <dgm:pt modelId="{7C9CE8E4-C1E4-4149-9F5E-986C5869664F}" type="sibTrans" cxnId="{E0C8E9C8-69BC-4121-88DC-C5ADE3480B73}">
      <dgm:prSet/>
      <dgm:spPr/>
      <dgm:t>
        <a:bodyPr/>
        <a:lstStyle/>
        <a:p>
          <a:endParaRPr lang="en-US"/>
        </a:p>
      </dgm:t>
    </dgm:pt>
    <dgm:pt modelId="{76370419-9C51-4DAC-A2E7-85056323C352}">
      <dgm:prSet phldrT="[Text]" custT="1"/>
      <dgm:spPr/>
      <dgm:t>
        <a:bodyPr/>
        <a:lstStyle/>
        <a:p>
          <a:r>
            <a:rPr lang="en-US" sz="1200" dirty="0" smtClean="0"/>
            <a:t>Change impact analysis</a:t>
          </a:r>
          <a:endParaRPr lang="en-US" sz="1200" dirty="0"/>
        </a:p>
      </dgm:t>
    </dgm:pt>
    <dgm:pt modelId="{24A5C281-6636-48D2-AEF5-D0FB63535501}" type="parTrans" cxnId="{3A975C4B-59D9-447A-96D3-52EA5B92FEA7}">
      <dgm:prSet/>
      <dgm:spPr/>
      <dgm:t>
        <a:bodyPr/>
        <a:lstStyle/>
        <a:p>
          <a:endParaRPr lang="en-US"/>
        </a:p>
      </dgm:t>
    </dgm:pt>
    <dgm:pt modelId="{44BCC12A-75FA-46BF-9226-18572E79C23B}" type="sibTrans" cxnId="{3A975C4B-59D9-447A-96D3-52EA5B92FEA7}">
      <dgm:prSet/>
      <dgm:spPr/>
      <dgm:t>
        <a:bodyPr/>
        <a:lstStyle/>
        <a:p>
          <a:endParaRPr lang="en-US"/>
        </a:p>
      </dgm:t>
    </dgm:pt>
    <dgm:pt modelId="{052693DD-86BD-4067-A211-7361AAC800C5}">
      <dgm:prSet phldrT="[Text]" custT="1"/>
      <dgm:spPr/>
      <dgm:t>
        <a:bodyPr/>
        <a:lstStyle/>
        <a:p>
          <a:r>
            <a:rPr lang="en-US" sz="1200" smtClean="0"/>
            <a:t>Maintenance</a:t>
          </a:r>
          <a:endParaRPr lang="en-US" sz="1200" dirty="0"/>
        </a:p>
      </dgm:t>
    </dgm:pt>
    <dgm:pt modelId="{3E28AD20-4916-4B69-A5E7-720D3D2C2480}" type="parTrans" cxnId="{D6C3CB5C-0C51-46B2-9291-0EAB4E20B4CD}">
      <dgm:prSet/>
      <dgm:spPr/>
      <dgm:t>
        <a:bodyPr/>
        <a:lstStyle/>
        <a:p>
          <a:endParaRPr lang="en-US"/>
        </a:p>
      </dgm:t>
    </dgm:pt>
    <dgm:pt modelId="{C4EC1566-5D3E-4E6E-A698-83FE02B3972D}" type="sibTrans" cxnId="{D6C3CB5C-0C51-46B2-9291-0EAB4E20B4CD}">
      <dgm:prSet/>
      <dgm:spPr/>
      <dgm:t>
        <a:bodyPr/>
        <a:lstStyle/>
        <a:p>
          <a:endParaRPr lang="en-US"/>
        </a:p>
      </dgm:t>
    </dgm:pt>
    <dgm:pt modelId="{E067647D-6E13-471F-A2DD-E851CCC1CF68}">
      <dgm:prSet phldrT="[Text]" custT="1"/>
      <dgm:spPr/>
      <dgm:t>
        <a:bodyPr/>
        <a:lstStyle/>
        <a:p>
          <a:r>
            <a:rPr lang="en-US" sz="1200" dirty="0" smtClean="0"/>
            <a:t>The </a:t>
          </a:r>
          <a:r>
            <a:rPr lang="en-US" sz="1200" dirty="0" err="1" smtClean="0"/>
            <a:t>reqs</a:t>
          </a:r>
          <a:r>
            <a:rPr lang="en-US" sz="1200" dirty="0" smtClean="0"/>
            <a:t>. traceability matrix</a:t>
          </a:r>
          <a:endParaRPr lang="en-US" sz="1200" dirty="0"/>
        </a:p>
      </dgm:t>
    </dgm:pt>
    <dgm:pt modelId="{9FD46E75-A48A-45C1-9E9F-A30FB029AFC7}" type="parTrans" cxnId="{A58B3858-09D8-431B-B2B6-24F4AE6476F2}">
      <dgm:prSet/>
      <dgm:spPr/>
      <dgm:t>
        <a:bodyPr/>
        <a:lstStyle/>
        <a:p>
          <a:endParaRPr lang="en-US"/>
        </a:p>
      </dgm:t>
    </dgm:pt>
    <dgm:pt modelId="{30D09A77-47DA-45E5-8199-D74EECBB6FE2}" type="sibTrans" cxnId="{A58B3858-09D8-431B-B2B6-24F4AE6476F2}">
      <dgm:prSet/>
      <dgm:spPr/>
      <dgm:t>
        <a:bodyPr/>
        <a:lstStyle/>
        <a:p>
          <a:endParaRPr lang="en-US"/>
        </a:p>
      </dgm:t>
    </dgm:pt>
    <dgm:pt modelId="{0D831209-06D9-4B67-B261-8E1A0507FF58}">
      <dgm:prSet phldrT="[Text]" custT="1"/>
      <dgm:spPr/>
      <dgm:t>
        <a:bodyPr/>
        <a:lstStyle/>
        <a:p>
          <a:r>
            <a:rPr lang="en-US" sz="1200" dirty="0" smtClean="0"/>
            <a:t>Certification and compliance</a:t>
          </a:r>
          <a:endParaRPr lang="en-US" sz="1200" dirty="0"/>
        </a:p>
      </dgm:t>
    </dgm:pt>
    <dgm:pt modelId="{ECA29EE9-CA4D-4AE1-B4DE-4D68022A97DA}" type="parTrans" cxnId="{AEF777BB-0E6B-4C27-8D1D-599ED84D1955}">
      <dgm:prSet/>
      <dgm:spPr/>
      <dgm:t>
        <a:bodyPr/>
        <a:lstStyle/>
        <a:p>
          <a:endParaRPr lang="en-US"/>
        </a:p>
      </dgm:t>
    </dgm:pt>
    <dgm:pt modelId="{5B7650EB-202C-4E4D-B160-D7121980F3B9}" type="sibTrans" cxnId="{AEF777BB-0E6B-4C27-8D1D-599ED84D1955}">
      <dgm:prSet/>
      <dgm:spPr/>
      <dgm:t>
        <a:bodyPr/>
        <a:lstStyle/>
        <a:p>
          <a:endParaRPr lang="en-US"/>
        </a:p>
      </dgm:t>
    </dgm:pt>
    <dgm:pt modelId="{19A68822-21FD-4C82-AE62-61FBE4C45F59}">
      <dgm:prSet phldrT="[Text]" custT="1"/>
      <dgm:spPr/>
      <dgm:t>
        <a:bodyPr/>
        <a:lstStyle/>
        <a:p>
          <a:r>
            <a:rPr lang="en-US" sz="1200" dirty="0" smtClean="0"/>
            <a:t>Traceability chain involving nonfunctional </a:t>
          </a:r>
          <a:r>
            <a:rPr lang="en-US" sz="1200" dirty="0" err="1" smtClean="0"/>
            <a:t>reqs</a:t>
          </a:r>
          <a:endParaRPr lang="en-US" sz="1200" dirty="0"/>
        </a:p>
      </dgm:t>
    </dgm:pt>
    <dgm:pt modelId="{685C7F77-9270-488B-8D70-851D387667CA}" type="parTrans" cxnId="{6B5E466C-04AA-4954-A494-AB80FF85D20F}">
      <dgm:prSet/>
      <dgm:spPr/>
      <dgm:t>
        <a:bodyPr/>
        <a:lstStyle/>
        <a:p>
          <a:endParaRPr lang="en-US"/>
        </a:p>
      </dgm:t>
    </dgm:pt>
    <dgm:pt modelId="{0E571DE3-9456-45C1-AB67-4DD0C083EE0D}" type="sibTrans" cxnId="{6B5E466C-04AA-4954-A494-AB80FF85D20F}">
      <dgm:prSet/>
      <dgm:spPr/>
      <dgm:t>
        <a:bodyPr/>
        <a:lstStyle/>
        <a:p>
          <a:endParaRPr lang="en-US"/>
        </a:p>
      </dgm:t>
    </dgm:pt>
    <dgm:pt modelId="{ED45087A-8C71-454A-80E7-73763BA1DDDF}">
      <dgm:prSet phldrT="[Text]" custT="1"/>
      <dgm:spPr/>
      <dgm:t>
        <a:bodyPr/>
        <a:lstStyle/>
        <a:p>
          <a:r>
            <a:rPr lang="en-US" sz="1200" smtClean="0"/>
            <a:t>Trace link information</a:t>
          </a:r>
          <a:endParaRPr lang="en-US" sz="1200" dirty="0"/>
        </a:p>
      </dgm:t>
    </dgm:pt>
    <dgm:pt modelId="{B26EFBE0-6C0C-4274-ADB7-2307ACE7B46F}" type="parTrans" cxnId="{B602F6DA-021B-4121-B797-F9541EADDC50}">
      <dgm:prSet/>
      <dgm:spPr/>
      <dgm:t>
        <a:bodyPr/>
        <a:lstStyle/>
        <a:p>
          <a:endParaRPr lang="en-US"/>
        </a:p>
      </dgm:t>
    </dgm:pt>
    <dgm:pt modelId="{08AC6B94-082B-446A-9963-59D439FE42A5}" type="sibTrans" cxnId="{B602F6DA-021B-4121-B797-F9541EADDC50}">
      <dgm:prSet/>
      <dgm:spPr/>
      <dgm:t>
        <a:bodyPr/>
        <a:lstStyle/>
        <a:p>
          <a:endParaRPr lang="en-US"/>
        </a:p>
      </dgm:t>
    </dgm:pt>
    <dgm:pt modelId="{541B660F-262B-4286-8A5B-47724D9B5909}">
      <dgm:prSet phldrT="[Text]" custT="1"/>
      <dgm:spPr/>
      <dgm:t>
        <a:bodyPr/>
        <a:lstStyle/>
        <a:p>
          <a:r>
            <a:rPr lang="en-US" sz="1200" smtClean="0"/>
            <a:t>A req </a:t>
          </a:r>
          <a:r>
            <a:rPr lang="en-US" sz="1200" dirty="0" smtClean="0"/>
            <a:t>tracing procedure</a:t>
          </a:r>
          <a:endParaRPr lang="en-US" sz="1200" dirty="0"/>
        </a:p>
      </dgm:t>
    </dgm:pt>
    <dgm:pt modelId="{54B1F5B6-D4AF-43A9-BB24-9646A101D457}" type="parTrans" cxnId="{1224C7CE-8C06-41D9-BAAE-BDFF9F3F86FB}">
      <dgm:prSet/>
      <dgm:spPr/>
      <dgm:t>
        <a:bodyPr/>
        <a:lstStyle/>
        <a:p>
          <a:endParaRPr lang="en-US"/>
        </a:p>
      </dgm:t>
    </dgm:pt>
    <dgm:pt modelId="{551C2332-E60B-408C-8ACA-83C5695B1570}" type="sibTrans" cxnId="{1224C7CE-8C06-41D9-BAAE-BDFF9F3F86FB}">
      <dgm:prSet/>
      <dgm:spPr/>
      <dgm:t>
        <a:bodyPr/>
        <a:lstStyle/>
        <a:p>
          <a:endParaRPr lang="en-US"/>
        </a:p>
      </dgm:t>
    </dgm:pt>
    <dgm:pt modelId="{6B699F50-3694-446E-AE16-15B41480E8DE}">
      <dgm:prSet phldrT="[Text]" custT="1"/>
      <dgm:spPr/>
      <dgm:t>
        <a:bodyPr/>
        <a:lstStyle/>
        <a:p>
          <a:r>
            <a:rPr lang="en-US" sz="1200" dirty="0" smtClean="0"/>
            <a:t>Project tracking</a:t>
          </a:r>
          <a:endParaRPr lang="en-US" sz="1200" dirty="0"/>
        </a:p>
      </dgm:t>
    </dgm:pt>
    <dgm:pt modelId="{366CD15F-75A7-4BF9-BF3A-D837BAFFE340}" type="parTrans" cxnId="{09FCB67B-546D-4573-A532-10685686BE7D}">
      <dgm:prSet/>
      <dgm:spPr/>
      <dgm:t>
        <a:bodyPr/>
        <a:lstStyle/>
        <a:p>
          <a:endParaRPr lang="en-US"/>
        </a:p>
      </dgm:t>
    </dgm:pt>
    <dgm:pt modelId="{99E20EEA-3795-488D-8D9F-BEAFE37192B8}" type="sibTrans" cxnId="{09FCB67B-546D-4573-A532-10685686BE7D}">
      <dgm:prSet/>
      <dgm:spPr/>
      <dgm:t>
        <a:bodyPr/>
        <a:lstStyle/>
        <a:p>
          <a:endParaRPr lang="en-US"/>
        </a:p>
      </dgm:t>
    </dgm:pt>
    <dgm:pt modelId="{DB906392-DA9C-4D98-8E01-CC8295B30C11}">
      <dgm:prSet phldrT="[Text]" custT="1"/>
      <dgm:spPr/>
      <dgm:t>
        <a:bodyPr/>
        <a:lstStyle/>
        <a:p>
          <a:r>
            <a:rPr lang="en-US" sz="1200" dirty="0" smtClean="0"/>
            <a:t>Reengineering</a:t>
          </a:r>
          <a:endParaRPr lang="en-US" sz="1200" dirty="0"/>
        </a:p>
      </dgm:t>
    </dgm:pt>
    <dgm:pt modelId="{C1F199FE-0BAF-414F-99EC-5864EC6EDAE5}" type="parTrans" cxnId="{65F4E8F1-CBAC-43D0-B025-44A671D2D6B5}">
      <dgm:prSet/>
      <dgm:spPr/>
      <dgm:t>
        <a:bodyPr/>
        <a:lstStyle/>
        <a:p>
          <a:endParaRPr lang="en-US"/>
        </a:p>
      </dgm:t>
    </dgm:pt>
    <dgm:pt modelId="{7097DF7C-8146-415F-B8BD-DCBE163769F1}" type="sibTrans" cxnId="{65F4E8F1-CBAC-43D0-B025-44A671D2D6B5}">
      <dgm:prSet/>
      <dgm:spPr/>
      <dgm:t>
        <a:bodyPr/>
        <a:lstStyle/>
        <a:p>
          <a:endParaRPr lang="en-US"/>
        </a:p>
      </dgm:t>
    </dgm:pt>
    <dgm:pt modelId="{4CFC2ECF-FD02-4B9D-A031-7DB68ACAE5BE}">
      <dgm:prSet phldrT="[Text]" custT="1"/>
      <dgm:spPr/>
      <dgm:t>
        <a:bodyPr/>
        <a:lstStyle/>
        <a:p>
          <a:r>
            <a:rPr lang="en-US" sz="1200" dirty="0" smtClean="0"/>
            <a:t>Reuse</a:t>
          </a:r>
          <a:endParaRPr lang="en-US" sz="1200" dirty="0"/>
        </a:p>
      </dgm:t>
    </dgm:pt>
    <dgm:pt modelId="{A437BBDC-244A-40D1-9B8A-AE327F75074D}" type="parTrans" cxnId="{6E7E8DD9-63EB-4CC1-BAFD-6A851DB4793A}">
      <dgm:prSet/>
      <dgm:spPr/>
      <dgm:t>
        <a:bodyPr/>
        <a:lstStyle/>
        <a:p>
          <a:endParaRPr lang="en-US"/>
        </a:p>
      </dgm:t>
    </dgm:pt>
    <dgm:pt modelId="{02ABDC4B-720E-47CB-9CD1-89845E9CD3AA}" type="sibTrans" cxnId="{6E7E8DD9-63EB-4CC1-BAFD-6A851DB4793A}">
      <dgm:prSet/>
      <dgm:spPr/>
      <dgm:t>
        <a:bodyPr/>
        <a:lstStyle/>
        <a:p>
          <a:endParaRPr lang="en-US"/>
        </a:p>
      </dgm:t>
    </dgm:pt>
    <dgm:pt modelId="{2E42EA02-7F0A-41A6-9FA8-6E8201032568}">
      <dgm:prSet phldrT="[Text]" custT="1"/>
      <dgm:spPr/>
      <dgm:t>
        <a:bodyPr/>
        <a:lstStyle/>
        <a:p>
          <a:r>
            <a:rPr lang="en-US" sz="1200" dirty="0" smtClean="0"/>
            <a:t>Testing</a:t>
          </a:r>
          <a:endParaRPr lang="en-US" sz="1200" dirty="0"/>
        </a:p>
      </dgm:t>
    </dgm:pt>
    <dgm:pt modelId="{95FC36E5-A355-403F-9333-EB7EBBC5CA8E}" type="parTrans" cxnId="{A59312AE-D83B-49A0-A228-62988E99F04C}">
      <dgm:prSet/>
      <dgm:spPr/>
      <dgm:t>
        <a:bodyPr/>
        <a:lstStyle/>
        <a:p>
          <a:endParaRPr lang="en-US"/>
        </a:p>
      </dgm:t>
    </dgm:pt>
    <dgm:pt modelId="{0C5C0DF9-0AB1-4D60-A9EE-5E00DB86803D}" type="sibTrans" cxnId="{A59312AE-D83B-49A0-A228-62988E99F04C}">
      <dgm:prSet/>
      <dgm:spPr/>
      <dgm:t>
        <a:bodyPr/>
        <a:lstStyle/>
        <a:p>
          <a:endParaRPr lang="en-US"/>
        </a:p>
      </dgm:t>
    </dgm:pt>
    <dgm:pt modelId="{11077618-9302-474C-8482-1BBB83E3AEF1}" type="pres">
      <dgm:prSet presAssocID="{1A65A4D7-7720-45CB-8279-86EBD3407E97}" presName="hierChild1" presStyleCnt="0">
        <dgm:presLayoutVars>
          <dgm:orgChart val="1"/>
          <dgm:chPref val="1"/>
          <dgm:dir/>
          <dgm:animOne val="branch"/>
          <dgm:animLvl val="lvl"/>
          <dgm:resizeHandles/>
        </dgm:presLayoutVars>
      </dgm:prSet>
      <dgm:spPr/>
      <dgm:t>
        <a:bodyPr/>
        <a:lstStyle/>
        <a:p>
          <a:endParaRPr lang="en-US"/>
        </a:p>
      </dgm:t>
    </dgm:pt>
    <dgm:pt modelId="{38ED7B2E-63E5-438D-91CD-EFA6DE9BBF61}" type="pres">
      <dgm:prSet presAssocID="{9E6404DC-1053-49D6-95EE-599A97C88DD3}" presName="hierRoot1" presStyleCnt="0">
        <dgm:presLayoutVars>
          <dgm:hierBranch val="init"/>
        </dgm:presLayoutVars>
      </dgm:prSet>
      <dgm:spPr/>
    </dgm:pt>
    <dgm:pt modelId="{ADCB6C6D-2F95-4AD5-B3EB-BEA9A3239732}" type="pres">
      <dgm:prSet presAssocID="{9E6404DC-1053-49D6-95EE-599A97C88DD3}" presName="rootComposite1" presStyleCnt="0"/>
      <dgm:spPr/>
    </dgm:pt>
    <dgm:pt modelId="{0F3C8968-31FF-46A5-BCB3-A2E771257413}" type="pres">
      <dgm:prSet presAssocID="{9E6404DC-1053-49D6-95EE-599A97C88DD3}" presName="rootText1" presStyleLbl="node0" presStyleIdx="0" presStyleCnt="1" custScaleX="379549" custScaleY="205779" custLinFactNeighborX="-4584" custLinFactNeighborY="-38509">
        <dgm:presLayoutVars>
          <dgm:chPref val="3"/>
        </dgm:presLayoutVars>
      </dgm:prSet>
      <dgm:spPr/>
      <dgm:t>
        <a:bodyPr/>
        <a:lstStyle/>
        <a:p>
          <a:endParaRPr lang="en-US"/>
        </a:p>
      </dgm:t>
    </dgm:pt>
    <dgm:pt modelId="{C8C73746-D1E9-45A4-A4B2-4DB251C0CC5A}" type="pres">
      <dgm:prSet presAssocID="{9E6404DC-1053-49D6-95EE-599A97C88DD3}" presName="rootConnector1" presStyleLbl="node1" presStyleIdx="0" presStyleCnt="0"/>
      <dgm:spPr/>
      <dgm:t>
        <a:bodyPr/>
        <a:lstStyle/>
        <a:p>
          <a:endParaRPr lang="en-US"/>
        </a:p>
      </dgm:t>
    </dgm:pt>
    <dgm:pt modelId="{AD53A4B1-01E7-41E8-9724-31F3910545A4}" type="pres">
      <dgm:prSet presAssocID="{9E6404DC-1053-49D6-95EE-599A97C88DD3}" presName="hierChild2" presStyleCnt="0"/>
      <dgm:spPr/>
    </dgm:pt>
    <dgm:pt modelId="{7B4371B5-9FE0-4A41-B872-D27DD755166A}" type="pres">
      <dgm:prSet presAssocID="{8CE2CE9A-EBD7-445E-BD99-21666869C1D4}" presName="Name37" presStyleLbl="parChTrans1D2" presStyleIdx="0" presStyleCnt="6"/>
      <dgm:spPr/>
      <dgm:t>
        <a:bodyPr/>
        <a:lstStyle/>
        <a:p>
          <a:endParaRPr lang="en-US"/>
        </a:p>
      </dgm:t>
    </dgm:pt>
    <dgm:pt modelId="{ED726A71-3CEE-43E5-B36E-E99BBF451E5B}" type="pres">
      <dgm:prSet presAssocID="{9286A5EC-F2A9-487D-8BF1-B96EEEFD636B}" presName="hierRoot2" presStyleCnt="0">
        <dgm:presLayoutVars>
          <dgm:hierBranch val="init"/>
        </dgm:presLayoutVars>
      </dgm:prSet>
      <dgm:spPr/>
    </dgm:pt>
    <dgm:pt modelId="{82B2FC70-3C15-48D4-B101-71C09EFE19F9}" type="pres">
      <dgm:prSet presAssocID="{9286A5EC-F2A9-487D-8BF1-B96EEEFD636B}" presName="rootComposite" presStyleCnt="0"/>
      <dgm:spPr/>
    </dgm:pt>
    <dgm:pt modelId="{C9422C4E-2B02-4D33-A16B-EF7B187ECAB7}" type="pres">
      <dgm:prSet presAssocID="{9286A5EC-F2A9-487D-8BF1-B96EEEFD636B}" presName="rootText" presStyleLbl="node2" presStyleIdx="0" presStyleCnt="6" custScaleX="232492" custScaleY="198460" custLinFactNeighborX="4006" custLinFactNeighborY="53476">
        <dgm:presLayoutVars>
          <dgm:chPref val="3"/>
        </dgm:presLayoutVars>
      </dgm:prSet>
      <dgm:spPr/>
      <dgm:t>
        <a:bodyPr/>
        <a:lstStyle/>
        <a:p>
          <a:endParaRPr lang="en-US"/>
        </a:p>
      </dgm:t>
    </dgm:pt>
    <dgm:pt modelId="{A10B8E6A-AEE1-4C2B-8634-C515AEDBA0E5}" type="pres">
      <dgm:prSet presAssocID="{9286A5EC-F2A9-487D-8BF1-B96EEEFD636B}" presName="rootConnector" presStyleLbl="node2" presStyleIdx="0" presStyleCnt="6"/>
      <dgm:spPr/>
      <dgm:t>
        <a:bodyPr/>
        <a:lstStyle/>
        <a:p>
          <a:endParaRPr lang="en-US"/>
        </a:p>
      </dgm:t>
    </dgm:pt>
    <dgm:pt modelId="{C9264EDA-91B6-4FAE-AFE6-AFC29BE66386}" type="pres">
      <dgm:prSet presAssocID="{9286A5EC-F2A9-487D-8BF1-B96EEEFD636B}" presName="hierChild4" presStyleCnt="0"/>
      <dgm:spPr/>
    </dgm:pt>
    <dgm:pt modelId="{C5C54053-3A12-46C3-BAAB-BDE4C3102748}" type="pres">
      <dgm:prSet presAssocID="{9286A5EC-F2A9-487D-8BF1-B96EEEFD636B}" presName="hierChild5" presStyleCnt="0"/>
      <dgm:spPr/>
    </dgm:pt>
    <dgm:pt modelId="{270151AE-D139-40DF-A603-F0B3F7DDDC4D}" type="pres">
      <dgm:prSet presAssocID="{D790EDC8-DBC7-47D9-AD8D-E7CE4F48BB0A}" presName="Name37" presStyleLbl="parChTrans1D2" presStyleIdx="1" presStyleCnt="6"/>
      <dgm:spPr/>
      <dgm:t>
        <a:bodyPr/>
        <a:lstStyle/>
        <a:p>
          <a:endParaRPr lang="en-US"/>
        </a:p>
      </dgm:t>
    </dgm:pt>
    <dgm:pt modelId="{5E7476B3-AD7E-4825-A023-25C6BDFD35CA}" type="pres">
      <dgm:prSet presAssocID="{0B0BE489-18FC-4AB8-89F0-E5B83E82DEE3}" presName="hierRoot2" presStyleCnt="0">
        <dgm:presLayoutVars>
          <dgm:hierBranch val="init"/>
        </dgm:presLayoutVars>
      </dgm:prSet>
      <dgm:spPr/>
    </dgm:pt>
    <dgm:pt modelId="{132C54E8-DB97-4D17-8179-D1BC98F5D07C}" type="pres">
      <dgm:prSet presAssocID="{0B0BE489-18FC-4AB8-89F0-E5B83E82DEE3}" presName="rootComposite" presStyleCnt="0"/>
      <dgm:spPr/>
    </dgm:pt>
    <dgm:pt modelId="{F3605272-BB3C-482A-BD0E-4FF39B81FDEE}" type="pres">
      <dgm:prSet presAssocID="{0B0BE489-18FC-4AB8-89F0-E5B83E82DEE3}" presName="rootText" presStyleLbl="node2" presStyleIdx="1" presStyleCnt="6" custScaleX="213145" custScaleY="190629" custLinFactNeighborX="-2715" custLinFactNeighborY="53523">
        <dgm:presLayoutVars>
          <dgm:chPref val="3"/>
        </dgm:presLayoutVars>
      </dgm:prSet>
      <dgm:spPr/>
      <dgm:t>
        <a:bodyPr/>
        <a:lstStyle/>
        <a:p>
          <a:endParaRPr lang="en-US"/>
        </a:p>
      </dgm:t>
    </dgm:pt>
    <dgm:pt modelId="{80D30C1D-7614-46E9-A72C-A8C7C4CE7688}" type="pres">
      <dgm:prSet presAssocID="{0B0BE489-18FC-4AB8-89F0-E5B83E82DEE3}" presName="rootConnector" presStyleLbl="node2" presStyleIdx="1" presStyleCnt="6"/>
      <dgm:spPr/>
      <dgm:t>
        <a:bodyPr/>
        <a:lstStyle/>
        <a:p>
          <a:endParaRPr lang="en-US"/>
        </a:p>
      </dgm:t>
    </dgm:pt>
    <dgm:pt modelId="{52A2A06A-EC5A-449C-89CB-5D43FB38563B}" type="pres">
      <dgm:prSet presAssocID="{0B0BE489-18FC-4AB8-89F0-E5B83E82DEE3}" presName="hierChild4" presStyleCnt="0"/>
      <dgm:spPr/>
    </dgm:pt>
    <dgm:pt modelId="{D2613D50-256B-4B68-8FAD-AE3AD5188EA2}" type="pres">
      <dgm:prSet presAssocID="{D652C70C-8554-4301-869A-D02E3BDCCF9C}" presName="Name37" presStyleLbl="parChTrans1D3" presStyleIdx="0" presStyleCnt="9"/>
      <dgm:spPr/>
      <dgm:t>
        <a:bodyPr/>
        <a:lstStyle/>
        <a:p>
          <a:endParaRPr lang="en-US"/>
        </a:p>
      </dgm:t>
    </dgm:pt>
    <dgm:pt modelId="{6E9A1A80-60AA-46BF-B8BC-994A37D7A065}" type="pres">
      <dgm:prSet presAssocID="{0394B78F-9F6A-46F9-8192-B5368C603428}" presName="hierRoot2" presStyleCnt="0">
        <dgm:presLayoutVars>
          <dgm:hierBranch val="init"/>
        </dgm:presLayoutVars>
      </dgm:prSet>
      <dgm:spPr/>
    </dgm:pt>
    <dgm:pt modelId="{EB2AB012-BDB3-4569-91E2-8399DDCEDEF5}" type="pres">
      <dgm:prSet presAssocID="{0394B78F-9F6A-46F9-8192-B5368C603428}" presName="rootComposite" presStyleCnt="0"/>
      <dgm:spPr/>
    </dgm:pt>
    <dgm:pt modelId="{81981569-26A3-407E-B3D1-78BFB78884B6}" type="pres">
      <dgm:prSet presAssocID="{0394B78F-9F6A-46F9-8192-B5368C603428}" presName="rootText" presStyleLbl="node3" presStyleIdx="0" presStyleCnt="9" custScaleX="376662" custScaleY="121287" custLinFactNeighborY="70633">
        <dgm:presLayoutVars>
          <dgm:chPref val="3"/>
        </dgm:presLayoutVars>
      </dgm:prSet>
      <dgm:spPr/>
      <dgm:t>
        <a:bodyPr/>
        <a:lstStyle/>
        <a:p>
          <a:endParaRPr lang="en-US"/>
        </a:p>
      </dgm:t>
    </dgm:pt>
    <dgm:pt modelId="{57960999-4B07-4944-ABC8-DDEA0942E4F6}" type="pres">
      <dgm:prSet presAssocID="{0394B78F-9F6A-46F9-8192-B5368C603428}" presName="rootConnector" presStyleLbl="node3" presStyleIdx="0" presStyleCnt="9"/>
      <dgm:spPr/>
      <dgm:t>
        <a:bodyPr/>
        <a:lstStyle/>
        <a:p>
          <a:endParaRPr lang="en-US"/>
        </a:p>
      </dgm:t>
    </dgm:pt>
    <dgm:pt modelId="{2D9C1C89-9263-4701-B340-9B49C74F3097}" type="pres">
      <dgm:prSet presAssocID="{0394B78F-9F6A-46F9-8192-B5368C603428}" presName="hierChild4" presStyleCnt="0"/>
      <dgm:spPr/>
    </dgm:pt>
    <dgm:pt modelId="{D3616EBE-629E-42F5-9173-EB1C4DD37B67}" type="pres">
      <dgm:prSet presAssocID="{0394B78F-9F6A-46F9-8192-B5368C603428}" presName="hierChild5" presStyleCnt="0"/>
      <dgm:spPr/>
    </dgm:pt>
    <dgm:pt modelId="{965B87D8-90D8-413D-8B2A-075FA416D2A7}" type="pres">
      <dgm:prSet presAssocID="{93937668-468C-49D7-BE11-FE1C97C717A3}" presName="Name37" presStyleLbl="parChTrans1D3" presStyleIdx="1" presStyleCnt="9"/>
      <dgm:spPr/>
      <dgm:t>
        <a:bodyPr/>
        <a:lstStyle/>
        <a:p>
          <a:endParaRPr lang="en-US"/>
        </a:p>
      </dgm:t>
    </dgm:pt>
    <dgm:pt modelId="{E0462CD5-B3AF-4AD9-B343-C376FC4E0246}" type="pres">
      <dgm:prSet presAssocID="{8FA2B63F-CAB1-4EEA-A640-932A60E9BC47}" presName="hierRoot2" presStyleCnt="0">
        <dgm:presLayoutVars>
          <dgm:hierBranch val="init"/>
        </dgm:presLayoutVars>
      </dgm:prSet>
      <dgm:spPr/>
    </dgm:pt>
    <dgm:pt modelId="{968D4C26-1911-4D14-B9A4-630D2C68C61E}" type="pres">
      <dgm:prSet presAssocID="{8FA2B63F-CAB1-4EEA-A640-932A60E9BC47}" presName="rootComposite" presStyleCnt="0"/>
      <dgm:spPr/>
    </dgm:pt>
    <dgm:pt modelId="{09E5B8C7-1821-400D-883E-9F810704649A}" type="pres">
      <dgm:prSet presAssocID="{8FA2B63F-CAB1-4EEA-A640-932A60E9BC47}" presName="rootText" presStyleLbl="node3" presStyleIdx="1" presStyleCnt="9" custScaleX="381109" custScaleY="118620" custLinFactNeighborX="-2373" custLinFactNeighborY="55119">
        <dgm:presLayoutVars>
          <dgm:chPref val="3"/>
        </dgm:presLayoutVars>
      </dgm:prSet>
      <dgm:spPr/>
      <dgm:t>
        <a:bodyPr/>
        <a:lstStyle/>
        <a:p>
          <a:endParaRPr lang="en-US"/>
        </a:p>
      </dgm:t>
    </dgm:pt>
    <dgm:pt modelId="{90764D8F-F221-42B9-BDE7-D866A336F90F}" type="pres">
      <dgm:prSet presAssocID="{8FA2B63F-CAB1-4EEA-A640-932A60E9BC47}" presName="rootConnector" presStyleLbl="node3" presStyleIdx="1" presStyleCnt="9"/>
      <dgm:spPr/>
      <dgm:t>
        <a:bodyPr/>
        <a:lstStyle/>
        <a:p>
          <a:endParaRPr lang="en-US"/>
        </a:p>
      </dgm:t>
    </dgm:pt>
    <dgm:pt modelId="{45973EAD-2C66-48B6-BA80-DFC110A94A57}" type="pres">
      <dgm:prSet presAssocID="{8FA2B63F-CAB1-4EEA-A640-932A60E9BC47}" presName="hierChild4" presStyleCnt="0"/>
      <dgm:spPr/>
    </dgm:pt>
    <dgm:pt modelId="{E81859AA-E497-481C-A2BF-D70FA1BC0FCA}" type="pres">
      <dgm:prSet presAssocID="{8FA2B63F-CAB1-4EEA-A640-932A60E9BC47}" presName="hierChild5" presStyleCnt="0"/>
      <dgm:spPr/>
    </dgm:pt>
    <dgm:pt modelId="{F83F4198-76EF-40E5-A324-B2BA4ED868A0}" type="pres">
      <dgm:prSet presAssocID="{ECA29EE9-CA4D-4AE1-B4DE-4D68022A97DA}" presName="Name37" presStyleLbl="parChTrans1D3" presStyleIdx="2" presStyleCnt="9"/>
      <dgm:spPr/>
      <dgm:t>
        <a:bodyPr/>
        <a:lstStyle/>
        <a:p>
          <a:endParaRPr lang="en-US"/>
        </a:p>
      </dgm:t>
    </dgm:pt>
    <dgm:pt modelId="{7FE84630-A3A8-44EE-9C60-A66A1D04D39A}" type="pres">
      <dgm:prSet presAssocID="{0D831209-06D9-4B67-B261-8E1A0507FF58}" presName="hierRoot2" presStyleCnt="0">
        <dgm:presLayoutVars>
          <dgm:hierBranch val="init"/>
        </dgm:presLayoutVars>
      </dgm:prSet>
      <dgm:spPr/>
    </dgm:pt>
    <dgm:pt modelId="{D175A201-CA6F-4D96-9FE6-6E5D674714FF}" type="pres">
      <dgm:prSet presAssocID="{0D831209-06D9-4B67-B261-8E1A0507FF58}" presName="rootComposite" presStyleCnt="0"/>
      <dgm:spPr/>
    </dgm:pt>
    <dgm:pt modelId="{BE882113-16F1-4607-9C56-DF0526D1A480}" type="pres">
      <dgm:prSet presAssocID="{0D831209-06D9-4B67-B261-8E1A0507FF58}" presName="rootText" presStyleLbl="node3" presStyleIdx="2" presStyleCnt="9" custScaleX="374922" custScaleY="138199" custLinFactNeighborX="2884" custLinFactNeighborY="31924">
        <dgm:presLayoutVars>
          <dgm:chPref val="3"/>
        </dgm:presLayoutVars>
      </dgm:prSet>
      <dgm:spPr/>
      <dgm:t>
        <a:bodyPr/>
        <a:lstStyle/>
        <a:p>
          <a:endParaRPr lang="en-US"/>
        </a:p>
      </dgm:t>
    </dgm:pt>
    <dgm:pt modelId="{E7682275-DA42-4764-99DF-D247378A958C}" type="pres">
      <dgm:prSet presAssocID="{0D831209-06D9-4B67-B261-8E1A0507FF58}" presName="rootConnector" presStyleLbl="node3" presStyleIdx="2" presStyleCnt="9"/>
      <dgm:spPr/>
      <dgm:t>
        <a:bodyPr/>
        <a:lstStyle/>
        <a:p>
          <a:endParaRPr lang="en-US"/>
        </a:p>
      </dgm:t>
    </dgm:pt>
    <dgm:pt modelId="{4826B51B-DE73-43EA-B877-44609F615A33}" type="pres">
      <dgm:prSet presAssocID="{0D831209-06D9-4B67-B261-8E1A0507FF58}" presName="hierChild4" presStyleCnt="0"/>
      <dgm:spPr/>
    </dgm:pt>
    <dgm:pt modelId="{F696DAC8-173E-4CC5-ADFA-63C75F522F51}" type="pres">
      <dgm:prSet presAssocID="{0D831209-06D9-4B67-B261-8E1A0507FF58}" presName="hierChild5" presStyleCnt="0"/>
      <dgm:spPr/>
    </dgm:pt>
    <dgm:pt modelId="{444FFEA5-B951-47C8-A902-566D78CD3DB3}" type="pres">
      <dgm:prSet presAssocID="{24A5C281-6636-48D2-AEF5-D0FB63535501}" presName="Name37" presStyleLbl="parChTrans1D3" presStyleIdx="3" presStyleCnt="9"/>
      <dgm:spPr/>
      <dgm:t>
        <a:bodyPr/>
        <a:lstStyle/>
        <a:p>
          <a:endParaRPr lang="en-US"/>
        </a:p>
      </dgm:t>
    </dgm:pt>
    <dgm:pt modelId="{EF78F1E0-CB18-4415-9EE3-CE7502CAB796}" type="pres">
      <dgm:prSet presAssocID="{76370419-9C51-4DAC-A2E7-85056323C352}" presName="hierRoot2" presStyleCnt="0">
        <dgm:presLayoutVars>
          <dgm:hierBranch val="init"/>
        </dgm:presLayoutVars>
      </dgm:prSet>
      <dgm:spPr/>
    </dgm:pt>
    <dgm:pt modelId="{CF9331FF-6D7B-4DF1-AE76-D5F444CB48D8}" type="pres">
      <dgm:prSet presAssocID="{76370419-9C51-4DAC-A2E7-85056323C352}" presName="rootComposite" presStyleCnt="0"/>
      <dgm:spPr/>
    </dgm:pt>
    <dgm:pt modelId="{67AB7DCC-2807-4A94-B4FC-DDD79641C5E0}" type="pres">
      <dgm:prSet presAssocID="{76370419-9C51-4DAC-A2E7-85056323C352}" presName="rootText" presStyleLbl="node3" presStyleIdx="3" presStyleCnt="9" custScaleX="385954" custScaleY="140925" custLinFactNeighborY="18270">
        <dgm:presLayoutVars>
          <dgm:chPref val="3"/>
        </dgm:presLayoutVars>
      </dgm:prSet>
      <dgm:spPr/>
      <dgm:t>
        <a:bodyPr/>
        <a:lstStyle/>
        <a:p>
          <a:endParaRPr lang="en-US"/>
        </a:p>
      </dgm:t>
    </dgm:pt>
    <dgm:pt modelId="{B0D267EC-3DDA-4B69-9A64-E2EE7081CFAF}" type="pres">
      <dgm:prSet presAssocID="{76370419-9C51-4DAC-A2E7-85056323C352}" presName="rootConnector" presStyleLbl="node3" presStyleIdx="3" presStyleCnt="9"/>
      <dgm:spPr/>
      <dgm:t>
        <a:bodyPr/>
        <a:lstStyle/>
        <a:p>
          <a:endParaRPr lang="en-US"/>
        </a:p>
      </dgm:t>
    </dgm:pt>
    <dgm:pt modelId="{03255D1B-3482-4ADA-B5B8-A74669519547}" type="pres">
      <dgm:prSet presAssocID="{76370419-9C51-4DAC-A2E7-85056323C352}" presName="hierChild4" presStyleCnt="0"/>
      <dgm:spPr/>
    </dgm:pt>
    <dgm:pt modelId="{E172AA7D-C9C9-403F-B12D-E35D784CFE40}" type="pres">
      <dgm:prSet presAssocID="{76370419-9C51-4DAC-A2E7-85056323C352}" presName="hierChild5" presStyleCnt="0"/>
      <dgm:spPr/>
    </dgm:pt>
    <dgm:pt modelId="{1FF5ED5A-DDE1-4BCA-B771-84C41729B5D2}" type="pres">
      <dgm:prSet presAssocID="{3E28AD20-4916-4B69-A5E7-720D3D2C2480}" presName="Name37" presStyleLbl="parChTrans1D3" presStyleIdx="4" presStyleCnt="9"/>
      <dgm:spPr/>
      <dgm:t>
        <a:bodyPr/>
        <a:lstStyle/>
        <a:p>
          <a:endParaRPr lang="en-US"/>
        </a:p>
      </dgm:t>
    </dgm:pt>
    <dgm:pt modelId="{687B1E70-3D61-4C42-864F-153FDF26F2F6}" type="pres">
      <dgm:prSet presAssocID="{052693DD-86BD-4067-A211-7361AAC800C5}" presName="hierRoot2" presStyleCnt="0">
        <dgm:presLayoutVars>
          <dgm:hierBranch val="init"/>
        </dgm:presLayoutVars>
      </dgm:prSet>
      <dgm:spPr/>
    </dgm:pt>
    <dgm:pt modelId="{7E5655DF-F0AD-4DC2-BBE9-A0604B710D2A}" type="pres">
      <dgm:prSet presAssocID="{052693DD-86BD-4067-A211-7361AAC800C5}" presName="rootComposite" presStyleCnt="0"/>
      <dgm:spPr/>
    </dgm:pt>
    <dgm:pt modelId="{740DB2C5-D7D1-4EBF-8531-EEA75F91BDEA}" type="pres">
      <dgm:prSet presAssocID="{052693DD-86BD-4067-A211-7361AAC800C5}" presName="rootText" presStyleLbl="node3" presStyleIdx="4" presStyleCnt="9" custScaleX="382515" custScaleY="131329" custLinFactNeighborY="2093">
        <dgm:presLayoutVars>
          <dgm:chPref val="3"/>
        </dgm:presLayoutVars>
      </dgm:prSet>
      <dgm:spPr/>
      <dgm:t>
        <a:bodyPr/>
        <a:lstStyle/>
        <a:p>
          <a:endParaRPr lang="en-US"/>
        </a:p>
      </dgm:t>
    </dgm:pt>
    <dgm:pt modelId="{11FA6195-840C-4051-B1FF-30C25B008CB7}" type="pres">
      <dgm:prSet presAssocID="{052693DD-86BD-4067-A211-7361AAC800C5}" presName="rootConnector" presStyleLbl="node3" presStyleIdx="4" presStyleCnt="9"/>
      <dgm:spPr/>
      <dgm:t>
        <a:bodyPr/>
        <a:lstStyle/>
        <a:p>
          <a:endParaRPr lang="en-US"/>
        </a:p>
      </dgm:t>
    </dgm:pt>
    <dgm:pt modelId="{D1622FCE-5ABC-4099-9DB7-5DF217411866}" type="pres">
      <dgm:prSet presAssocID="{052693DD-86BD-4067-A211-7361AAC800C5}" presName="hierChild4" presStyleCnt="0"/>
      <dgm:spPr/>
    </dgm:pt>
    <dgm:pt modelId="{7F584AB4-7300-4F3E-87DE-2539FC21484E}" type="pres">
      <dgm:prSet presAssocID="{052693DD-86BD-4067-A211-7361AAC800C5}" presName="hierChild5" presStyleCnt="0"/>
      <dgm:spPr/>
    </dgm:pt>
    <dgm:pt modelId="{889B7E6B-46C3-4731-B56D-9480C7D9B397}" type="pres">
      <dgm:prSet presAssocID="{366CD15F-75A7-4BF9-BF3A-D837BAFFE340}" presName="Name37" presStyleLbl="parChTrans1D3" presStyleIdx="5" presStyleCnt="9"/>
      <dgm:spPr/>
      <dgm:t>
        <a:bodyPr/>
        <a:lstStyle/>
        <a:p>
          <a:endParaRPr lang="en-US"/>
        </a:p>
      </dgm:t>
    </dgm:pt>
    <dgm:pt modelId="{5DF0FAC0-DF8B-47D8-9455-F186CF60BA44}" type="pres">
      <dgm:prSet presAssocID="{6B699F50-3694-446E-AE16-15B41480E8DE}" presName="hierRoot2" presStyleCnt="0">
        <dgm:presLayoutVars>
          <dgm:hierBranch val="init"/>
        </dgm:presLayoutVars>
      </dgm:prSet>
      <dgm:spPr/>
    </dgm:pt>
    <dgm:pt modelId="{22AEBC46-271B-44EF-A771-FDF9B745A7C0}" type="pres">
      <dgm:prSet presAssocID="{6B699F50-3694-446E-AE16-15B41480E8DE}" presName="rootComposite" presStyleCnt="0"/>
      <dgm:spPr/>
    </dgm:pt>
    <dgm:pt modelId="{FE0EE194-0B55-49F1-BE9A-E3821B21D70F}" type="pres">
      <dgm:prSet presAssocID="{6B699F50-3694-446E-AE16-15B41480E8DE}" presName="rootText" presStyleLbl="node3" presStyleIdx="5" presStyleCnt="9" custScaleX="376788" custScaleY="130902" custLinFactNeighborX="2332" custLinFactNeighborY="-8703">
        <dgm:presLayoutVars>
          <dgm:chPref val="3"/>
        </dgm:presLayoutVars>
      </dgm:prSet>
      <dgm:spPr/>
      <dgm:t>
        <a:bodyPr/>
        <a:lstStyle/>
        <a:p>
          <a:endParaRPr lang="en-US"/>
        </a:p>
      </dgm:t>
    </dgm:pt>
    <dgm:pt modelId="{E16F4C22-8EFD-4033-878B-D93DCEEEF433}" type="pres">
      <dgm:prSet presAssocID="{6B699F50-3694-446E-AE16-15B41480E8DE}" presName="rootConnector" presStyleLbl="node3" presStyleIdx="5" presStyleCnt="9"/>
      <dgm:spPr/>
      <dgm:t>
        <a:bodyPr/>
        <a:lstStyle/>
        <a:p>
          <a:endParaRPr lang="en-US"/>
        </a:p>
      </dgm:t>
    </dgm:pt>
    <dgm:pt modelId="{785F566F-2569-4946-9716-D850B4EF953A}" type="pres">
      <dgm:prSet presAssocID="{6B699F50-3694-446E-AE16-15B41480E8DE}" presName="hierChild4" presStyleCnt="0"/>
      <dgm:spPr/>
    </dgm:pt>
    <dgm:pt modelId="{F9B1639D-C5AF-4C9D-B1C3-15BF79FCD888}" type="pres">
      <dgm:prSet presAssocID="{6B699F50-3694-446E-AE16-15B41480E8DE}" presName="hierChild5" presStyleCnt="0"/>
      <dgm:spPr/>
    </dgm:pt>
    <dgm:pt modelId="{ECEFB9B2-CE4C-4608-BF38-6485765BC653}" type="pres">
      <dgm:prSet presAssocID="{C1F199FE-0BAF-414F-99EC-5864EC6EDAE5}" presName="Name37" presStyleLbl="parChTrans1D3" presStyleIdx="6" presStyleCnt="9"/>
      <dgm:spPr/>
      <dgm:t>
        <a:bodyPr/>
        <a:lstStyle/>
        <a:p>
          <a:endParaRPr lang="en-US"/>
        </a:p>
      </dgm:t>
    </dgm:pt>
    <dgm:pt modelId="{F4C60C3F-28D7-4586-AEEE-E03A458E7FE9}" type="pres">
      <dgm:prSet presAssocID="{DB906392-DA9C-4D98-8E01-CC8295B30C11}" presName="hierRoot2" presStyleCnt="0">
        <dgm:presLayoutVars>
          <dgm:hierBranch val="init"/>
        </dgm:presLayoutVars>
      </dgm:prSet>
      <dgm:spPr/>
    </dgm:pt>
    <dgm:pt modelId="{34418CDC-F3AD-4570-A5BF-92AFD8028217}" type="pres">
      <dgm:prSet presAssocID="{DB906392-DA9C-4D98-8E01-CC8295B30C11}" presName="rootComposite" presStyleCnt="0"/>
      <dgm:spPr/>
    </dgm:pt>
    <dgm:pt modelId="{81BB6144-22DD-4A1E-8B7C-EB6FE8973CCE}" type="pres">
      <dgm:prSet presAssocID="{DB906392-DA9C-4D98-8E01-CC8295B30C11}" presName="rootText" presStyleLbl="node3" presStyleIdx="6" presStyleCnt="9" custScaleX="382177" custScaleY="119900" custLinFactNeighborY="-20596">
        <dgm:presLayoutVars>
          <dgm:chPref val="3"/>
        </dgm:presLayoutVars>
      </dgm:prSet>
      <dgm:spPr/>
      <dgm:t>
        <a:bodyPr/>
        <a:lstStyle/>
        <a:p>
          <a:endParaRPr lang="en-US"/>
        </a:p>
      </dgm:t>
    </dgm:pt>
    <dgm:pt modelId="{A5B55971-F26F-440D-A7F3-DD207109A622}" type="pres">
      <dgm:prSet presAssocID="{DB906392-DA9C-4D98-8E01-CC8295B30C11}" presName="rootConnector" presStyleLbl="node3" presStyleIdx="6" presStyleCnt="9"/>
      <dgm:spPr/>
      <dgm:t>
        <a:bodyPr/>
        <a:lstStyle/>
        <a:p>
          <a:endParaRPr lang="en-US"/>
        </a:p>
      </dgm:t>
    </dgm:pt>
    <dgm:pt modelId="{87C9A6F9-590C-4132-BB0A-3204D8736BA9}" type="pres">
      <dgm:prSet presAssocID="{DB906392-DA9C-4D98-8E01-CC8295B30C11}" presName="hierChild4" presStyleCnt="0"/>
      <dgm:spPr/>
    </dgm:pt>
    <dgm:pt modelId="{33504858-CA71-4CC6-9B2F-91D557236F96}" type="pres">
      <dgm:prSet presAssocID="{DB906392-DA9C-4D98-8E01-CC8295B30C11}" presName="hierChild5" presStyleCnt="0"/>
      <dgm:spPr/>
    </dgm:pt>
    <dgm:pt modelId="{3753A283-E1A4-48DA-99EE-28B732FC61C1}" type="pres">
      <dgm:prSet presAssocID="{A437BBDC-244A-40D1-9B8A-AE327F75074D}" presName="Name37" presStyleLbl="parChTrans1D3" presStyleIdx="7" presStyleCnt="9"/>
      <dgm:spPr/>
      <dgm:t>
        <a:bodyPr/>
        <a:lstStyle/>
        <a:p>
          <a:endParaRPr lang="en-US"/>
        </a:p>
      </dgm:t>
    </dgm:pt>
    <dgm:pt modelId="{7B5D43EF-E5F4-48AC-B5B9-1A0CCFD2A3BC}" type="pres">
      <dgm:prSet presAssocID="{4CFC2ECF-FD02-4B9D-A031-7DB68ACAE5BE}" presName="hierRoot2" presStyleCnt="0">
        <dgm:presLayoutVars>
          <dgm:hierBranch val="init"/>
        </dgm:presLayoutVars>
      </dgm:prSet>
      <dgm:spPr/>
    </dgm:pt>
    <dgm:pt modelId="{77B4F344-DFC6-45C6-A675-BC58191F22EF}" type="pres">
      <dgm:prSet presAssocID="{4CFC2ECF-FD02-4B9D-A031-7DB68ACAE5BE}" presName="rootComposite" presStyleCnt="0"/>
      <dgm:spPr/>
    </dgm:pt>
    <dgm:pt modelId="{D3B5C16E-ACDD-4528-8675-CB47BAB7F839}" type="pres">
      <dgm:prSet presAssocID="{4CFC2ECF-FD02-4B9D-A031-7DB68ACAE5BE}" presName="rootText" presStyleLbl="node3" presStyleIdx="7" presStyleCnt="9" custScaleX="386920" custScaleY="140055" custLinFactNeighborY="-36631">
        <dgm:presLayoutVars>
          <dgm:chPref val="3"/>
        </dgm:presLayoutVars>
      </dgm:prSet>
      <dgm:spPr/>
      <dgm:t>
        <a:bodyPr/>
        <a:lstStyle/>
        <a:p>
          <a:endParaRPr lang="en-US"/>
        </a:p>
      </dgm:t>
    </dgm:pt>
    <dgm:pt modelId="{836F5FDE-84DD-457C-B697-60A2583E7197}" type="pres">
      <dgm:prSet presAssocID="{4CFC2ECF-FD02-4B9D-A031-7DB68ACAE5BE}" presName="rootConnector" presStyleLbl="node3" presStyleIdx="7" presStyleCnt="9"/>
      <dgm:spPr/>
      <dgm:t>
        <a:bodyPr/>
        <a:lstStyle/>
        <a:p>
          <a:endParaRPr lang="en-US"/>
        </a:p>
      </dgm:t>
    </dgm:pt>
    <dgm:pt modelId="{F8381D83-57DE-4636-931C-FF435BC80AFF}" type="pres">
      <dgm:prSet presAssocID="{4CFC2ECF-FD02-4B9D-A031-7DB68ACAE5BE}" presName="hierChild4" presStyleCnt="0"/>
      <dgm:spPr/>
    </dgm:pt>
    <dgm:pt modelId="{7C1B6D85-43F8-41A9-921B-FD7BF3A1FD8C}" type="pres">
      <dgm:prSet presAssocID="{4CFC2ECF-FD02-4B9D-A031-7DB68ACAE5BE}" presName="hierChild5" presStyleCnt="0"/>
      <dgm:spPr/>
    </dgm:pt>
    <dgm:pt modelId="{CFD3905E-2ADE-45B3-ADD2-2211418CC78A}" type="pres">
      <dgm:prSet presAssocID="{95FC36E5-A355-403F-9333-EB7EBBC5CA8E}" presName="Name37" presStyleLbl="parChTrans1D3" presStyleIdx="8" presStyleCnt="9"/>
      <dgm:spPr/>
      <dgm:t>
        <a:bodyPr/>
        <a:lstStyle/>
        <a:p>
          <a:endParaRPr lang="en-US"/>
        </a:p>
      </dgm:t>
    </dgm:pt>
    <dgm:pt modelId="{49F5EB92-94A9-48C9-AC7E-8E2768AA4757}" type="pres">
      <dgm:prSet presAssocID="{2E42EA02-7F0A-41A6-9FA8-6E8201032568}" presName="hierRoot2" presStyleCnt="0">
        <dgm:presLayoutVars>
          <dgm:hierBranch val="init"/>
        </dgm:presLayoutVars>
      </dgm:prSet>
      <dgm:spPr/>
    </dgm:pt>
    <dgm:pt modelId="{1B75FEA9-DE0B-4E98-9215-9C0B90166B74}" type="pres">
      <dgm:prSet presAssocID="{2E42EA02-7F0A-41A6-9FA8-6E8201032568}" presName="rootComposite" presStyleCnt="0"/>
      <dgm:spPr/>
    </dgm:pt>
    <dgm:pt modelId="{03C963D2-2D6B-40A7-9687-491A33C44FCB}" type="pres">
      <dgm:prSet presAssocID="{2E42EA02-7F0A-41A6-9FA8-6E8201032568}" presName="rootText" presStyleLbl="node3" presStyleIdx="8" presStyleCnt="9" custScaleX="384959" custScaleY="145400" custLinFactNeighborY="-54158">
        <dgm:presLayoutVars>
          <dgm:chPref val="3"/>
        </dgm:presLayoutVars>
      </dgm:prSet>
      <dgm:spPr/>
      <dgm:t>
        <a:bodyPr/>
        <a:lstStyle/>
        <a:p>
          <a:endParaRPr lang="en-US"/>
        </a:p>
      </dgm:t>
    </dgm:pt>
    <dgm:pt modelId="{0178EDF2-DABE-452E-B4DC-68203A36C2D1}" type="pres">
      <dgm:prSet presAssocID="{2E42EA02-7F0A-41A6-9FA8-6E8201032568}" presName="rootConnector" presStyleLbl="node3" presStyleIdx="8" presStyleCnt="9"/>
      <dgm:spPr/>
      <dgm:t>
        <a:bodyPr/>
        <a:lstStyle/>
        <a:p>
          <a:endParaRPr lang="en-US"/>
        </a:p>
      </dgm:t>
    </dgm:pt>
    <dgm:pt modelId="{37406630-6005-4440-B0E3-D702928EB6FD}" type="pres">
      <dgm:prSet presAssocID="{2E42EA02-7F0A-41A6-9FA8-6E8201032568}" presName="hierChild4" presStyleCnt="0"/>
      <dgm:spPr/>
    </dgm:pt>
    <dgm:pt modelId="{40CAD87D-A17B-4CDA-9C0B-5B58936A7155}" type="pres">
      <dgm:prSet presAssocID="{2E42EA02-7F0A-41A6-9FA8-6E8201032568}" presName="hierChild5" presStyleCnt="0"/>
      <dgm:spPr/>
    </dgm:pt>
    <dgm:pt modelId="{642F05A1-9B99-45A9-95F7-36FBF693468C}" type="pres">
      <dgm:prSet presAssocID="{0B0BE489-18FC-4AB8-89F0-E5B83E82DEE3}" presName="hierChild5" presStyleCnt="0"/>
      <dgm:spPr/>
    </dgm:pt>
    <dgm:pt modelId="{913308E3-4ACA-4ECB-86C0-D23765F864F4}" type="pres">
      <dgm:prSet presAssocID="{9FD46E75-A48A-45C1-9E9F-A30FB029AFC7}" presName="Name37" presStyleLbl="parChTrans1D2" presStyleIdx="2" presStyleCnt="6"/>
      <dgm:spPr/>
      <dgm:t>
        <a:bodyPr/>
        <a:lstStyle/>
        <a:p>
          <a:endParaRPr lang="en-US"/>
        </a:p>
      </dgm:t>
    </dgm:pt>
    <dgm:pt modelId="{ADC553BE-9E02-4A3B-BD24-49F7EEB83987}" type="pres">
      <dgm:prSet presAssocID="{E067647D-6E13-471F-A2DD-E851CCC1CF68}" presName="hierRoot2" presStyleCnt="0">
        <dgm:presLayoutVars>
          <dgm:hierBranch val="init"/>
        </dgm:presLayoutVars>
      </dgm:prSet>
      <dgm:spPr/>
    </dgm:pt>
    <dgm:pt modelId="{92714BFF-875B-43DB-A54E-2347443F2603}" type="pres">
      <dgm:prSet presAssocID="{E067647D-6E13-471F-A2DD-E851CCC1CF68}" presName="rootComposite" presStyleCnt="0"/>
      <dgm:spPr/>
    </dgm:pt>
    <dgm:pt modelId="{9D593D37-6118-4963-A9DF-B6903D6AF6AD}" type="pres">
      <dgm:prSet presAssocID="{E067647D-6E13-471F-A2DD-E851CCC1CF68}" presName="rootText" presStyleLbl="node2" presStyleIdx="2" presStyleCnt="6" custScaleX="243017" custScaleY="199354" custLinFactNeighborY="42663">
        <dgm:presLayoutVars>
          <dgm:chPref val="3"/>
        </dgm:presLayoutVars>
      </dgm:prSet>
      <dgm:spPr/>
      <dgm:t>
        <a:bodyPr/>
        <a:lstStyle/>
        <a:p>
          <a:endParaRPr lang="en-US"/>
        </a:p>
      </dgm:t>
    </dgm:pt>
    <dgm:pt modelId="{BD43A729-8D4B-4446-8346-BE2C1D373742}" type="pres">
      <dgm:prSet presAssocID="{E067647D-6E13-471F-A2DD-E851CCC1CF68}" presName="rootConnector" presStyleLbl="node2" presStyleIdx="2" presStyleCnt="6"/>
      <dgm:spPr/>
      <dgm:t>
        <a:bodyPr/>
        <a:lstStyle/>
        <a:p>
          <a:endParaRPr lang="en-US"/>
        </a:p>
      </dgm:t>
    </dgm:pt>
    <dgm:pt modelId="{395149D5-50EC-4108-AE78-C55517634DAA}" type="pres">
      <dgm:prSet presAssocID="{E067647D-6E13-471F-A2DD-E851CCC1CF68}" presName="hierChild4" presStyleCnt="0"/>
      <dgm:spPr/>
    </dgm:pt>
    <dgm:pt modelId="{75EEE035-3BF0-4D26-8197-E72BA1C09387}" type="pres">
      <dgm:prSet presAssocID="{E067647D-6E13-471F-A2DD-E851CCC1CF68}" presName="hierChild5" presStyleCnt="0"/>
      <dgm:spPr/>
    </dgm:pt>
    <dgm:pt modelId="{38A98744-9734-46C0-B88E-190067F57261}" type="pres">
      <dgm:prSet presAssocID="{685C7F77-9270-488B-8D70-851D387667CA}" presName="Name37" presStyleLbl="parChTrans1D2" presStyleIdx="3" presStyleCnt="6"/>
      <dgm:spPr/>
      <dgm:t>
        <a:bodyPr/>
        <a:lstStyle/>
        <a:p>
          <a:endParaRPr lang="en-US"/>
        </a:p>
      </dgm:t>
    </dgm:pt>
    <dgm:pt modelId="{76943EDF-B719-4784-AB91-9E9975C5DFFA}" type="pres">
      <dgm:prSet presAssocID="{19A68822-21FD-4C82-AE62-61FBE4C45F59}" presName="hierRoot2" presStyleCnt="0">
        <dgm:presLayoutVars>
          <dgm:hierBranch val="init"/>
        </dgm:presLayoutVars>
      </dgm:prSet>
      <dgm:spPr/>
    </dgm:pt>
    <dgm:pt modelId="{634E8EC2-B3FB-41F5-AC20-93BF63CFE347}" type="pres">
      <dgm:prSet presAssocID="{19A68822-21FD-4C82-AE62-61FBE4C45F59}" presName="rootComposite" presStyleCnt="0"/>
      <dgm:spPr/>
    </dgm:pt>
    <dgm:pt modelId="{EE0F175B-0AD9-4B80-8156-BF24FCC9C0C5}" type="pres">
      <dgm:prSet presAssocID="{19A68822-21FD-4C82-AE62-61FBE4C45F59}" presName="rootText" presStyleLbl="node2" presStyleIdx="3" presStyleCnt="6" custScaleX="277074" custScaleY="204018" custLinFactNeighborY="42663">
        <dgm:presLayoutVars>
          <dgm:chPref val="3"/>
        </dgm:presLayoutVars>
      </dgm:prSet>
      <dgm:spPr/>
      <dgm:t>
        <a:bodyPr/>
        <a:lstStyle/>
        <a:p>
          <a:endParaRPr lang="en-US"/>
        </a:p>
      </dgm:t>
    </dgm:pt>
    <dgm:pt modelId="{083F8C5F-08F9-45FF-9307-E7F25B30A055}" type="pres">
      <dgm:prSet presAssocID="{19A68822-21FD-4C82-AE62-61FBE4C45F59}" presName="rootConnector" presStyleLbl="node2" presStyleIdx="3" presStyleCnt="6"/>
      <dgm:spPr/>
      <dgm:t>
        <a:bodyPr/>
        <a:lstStyle/>
        <a:p>
          <a:endParaRPr lang="en-US"/>
        </a:p>
      </dgm:t>
    </dgm:pt>
    <dgm:pt modelId="{C7685C2E-595A-463C-8A94-5D19A6AF28D4}" type="pres">
      <dgm:prSet presAssocID="{19A68822-21FD-4C82-AE62-61FBE4C45F59}" presName="hierChild4" presStyleCnt="0"/>
      <dgm:spPr/>
    </dgm:pt>
    <dgm:pt modelId="{B1DB7EFF-DAD3-4D2E-A200-5F2461CBC49C}" type="pres">
      <dgm:prSet presAssocID="{19A68822-21FD-4C82-AE62-61FBE4C45F59}" presName="hierChild5" presStyleCnt="0"/>
      <dgm:spPr/>
    </dgm:pt>
    <dgm:pt modelId="{089DBBA9-D618-45BC-BF03-72CFDCF25154}" type="pres">
      <dgm:prSet presAssocID="{B26EFBE0-6C0C-4274-ADB7-2307ACE7B46F}" presName="Name37" presStyleLbl="parChTrans1D2" presStyleIdx="4" presStyleCnt="6"/>
      <dgm:spPr/>
      <dgm:t>
        <a:bodyPr/>
        <a:lstStyle/>
        <a:p>
          <a:endParaRPr lang="en-US"/>
        </a:p>
      </dgm:t>
    </dgm:pt>
    <dgm:pt modelId="{39874948-1A38-49A3-AE1D-11AC1DE08146}" type="pres">
      <dgm:prSet presAssocID="{ED45087A-8C71-454A-80E7-73763BA1DDDF}" presName="hierRoot2" presStyleCnt="0">
        <dgm:presLayoutVars>
          <dgm:hierBranch val="init"/>
        </dgm:presLayoutVars>
      </dgm:prSet>
      <dgm:spPr/>
    </dgm:pt>
    <dgm:pt modelId="{BCBE04B1-0B07-465D-A5E5-5C35D8C244B7}" type="pres">
      <dgm:prSet presAssocID="{ED45087A-8C71-454A-80E7-73763BA1DDDF}" presName="rootComposite" presStyleCnt="0"/>
      <dgm:spPr/>
    </dgm:pt>
    <dgm:pt modelId="{BF13CDB7-AD44-4037-84C9-87E25B3C528E}" type="pres">
      <dgm:prSet presAssocID="{ED45087A-8C71-454A-80E7-73763BA1DDDF}" presName="rootText" presStyleLbl="node2" presStyleIdx="4" presStyleCnt="6" custScaleX="243017" custScaleY="204018" custLinFactNeighborY="42663">
        <dgm:presLayoutVars>
          <dgm:chPref val="3"/>
        </dgm:presLayoutVars>
      </dgm:prSet>
      <dgm:spPr/>
      <dgm:t>
        <a:bodyPr/>
        <a:lstStyle/>
        <a:p>
          <a:endParaRPr lang="en-US"/>
        </a:p>
      </dgm:t>
    </dgm:pt>
    <dgm:pt modelId="{31E99A52-0804-4D10-99C6-4A4BD6A3E7A2}" type="pres">
      <dgm:prSet presAssocID="{ED45087A-8C71-454A-80E7-73763BA1DDDF}" presName="rootConnector" presStyleLbl="node2" presStyleIdx="4" presStyleCnt="6"/>
      <dgm:spPr/>
      <dgm:t>
        <a:bodyPr/>
        <a:lstStyle/>
        <a:p>
          <a:endParaRPr lang="en-US"/>
        </a:p>
      </dgm:t>
    </dgm:pt>
    <dgm:pt modelId="{16543CB4-51E6-49ED-866B-1D72C33BC5AE}" type="pres">
      <dgm:prSet presAssocID="{ED45087A-8C71-454A-80E7-73763BA1DDDF}" presName="hierChild4" presStyleCnt="0"/>
      <dgm:spPr/>
    </dgm:pt>
    <dgm:pt modelId="{CE05058F-42C7-47EE-9DCD-CEB82DF352B7}" type="pres">
      <dgm:prSet presAssocID="{ED45087A-8C71-454A-80E7-73763BA1DDDF}" presName="hierChild5" presStyleCnt="0"/>
      <dgm:spPr/>
    </dgm:pt>
    <dgm:pt modelId="{A02E2679-5C51-4925-A9B5-02D3DC08FDDB}" type="pres">
      <dgm:prSet presAssocID="{54B1F5B6-D4AF-43A9-BB24-9646A101D457}" presName="Name37" presStyleLbl="parChTrans1D2" presStyleIdx="5" presStyleCnt="6"/>
      <dgm:spPr/>
      <dgm:t>
        <a:bodyPr/>
        <a:lstStyle/>
        <a:p>
          <a:endParaRPr lang="en-US"/>
        </a:p>
      </dgm:t>
    </dgm:pt>
    <dgm:pt modelId="{02D1F47B-F220-456D-A5D9-A2E338903A80}" type="pres">
      <dgm:prSet presAssocID="{541B660F-262B-4286-8A5B-47724D9B5909}" presName="hierRoot2" presStyleCnt="0">
        <dgm:presLayoutVars>
          <dgm:hierBranch val="init"/>
        </dgm:presLayoutVars>
      </dgm:prSet>
      <dgm:spPr/>
    </dgm:pt>
    <dgm:pt modelId="{95864132-FE3C-4689-B766-B951B9C0DF07}" type="pres">
      <dgm:prSet presAssocID="{541B660F-262B-4286-8A5B-47724D9B5909}" presName="rootComposite" presStyleCnt="0"/>
      <dgm:spPr/>
    </dgm:pt>
    <dgm:pt modelId="{FEF8A59A-705F-4BB4-B60C-90B58D4596D2}" type="pres">
      <dgm:prSet presAssocID="{541B660F-262B-4286-8A5B-47724D9B5909}" presName="rootText" presStyleLbl="node2" presStyleIdx="5" presStyleCnt="6" custScaleX="243017" custScaleY="204018" custLinFactNeighborY="42663">
        <dgm:presLayoutVars>
          <dgm:chPref val="3"/>
        </dgm:presLayoutVars>
      </dgm:prSet>
      <dgm:spPr/>
      <dgm:t>
        <a:bodyPr/>
        <a:lstStyle/>
        <a:p>
          <a:endParaRPr lang="en-US"/>
        </a:p>
      </dgm:t>
    </dgm:pt>
    <dgm:pt modelId="{05BACD72-1A03-4C42-91B0-EE1CA6D86EA1}" type="pres">
      <dgm:prSet presAssocID="{541B660F-262B-4286-8A5B-47724D9B5909}" presName="rootConnector" presStyleLbl="node2" presStyleIdx="5" presStyleCnt="6"/>
      <dgm:spPr/>
      <dgm:t>
        <a:bodyPr/>
        <a:lstStyle/>
        <a:p>
          <a:endParaRPr lang="en-US"/>
        </a:p>
      </dgm:t>
    </dgm:pt>
    <dgm:pt modelId="{C66E26CE-6B48-40C7-882B-DFA87384A00C}" type="pres">
      <dgm:prSet presAssocID="{541B660F-262B-4286-8A5B-47724D9B5909}" presName="hierChild4" presStyleCnt="0"/>
      <dgm:spPr/>
    </dgm:pt>
    <dgm:pt modelId="{DD4044A7-A713-4F0B-84B9-73CA01F30DAE}" type="pres">
      <dgm:prSet presAssocID="{541B660F-262B-4286-8A5B-47724D9B5909}" presName="hierChild5" presStyleCnt="0"/>
      <dgm:spPr/>
    </dgm:pt>
    <dgm:pt modelId="{96DEF822-DC52-4FFC-82DA-389CD5B29657}" type="pres">
      <dgm:prSet presAssocID="{9E6404DC-1053-49D6-95EE-599A97C88DD3}" presName="hierChild3" presStyleCnt="0"/>
      <dgm:spPr/>
    </dgm:pt>
  </dgm:ptLst>
  <dgm:cxnLst>
    <dgm:cxn modelId="{83DFF230-10CB-4402-AFA7-3CCED26AF6B7}" type="presOf" srcId="{76370419-9C51-4DAC-A2E7-85056323C352}" destId="{67AB7DCC-2807-4A94-B4FC-DDD79641C5E0}" srcOrd="0" destOrd="0" presId="urn:microsoft.com/office/officeart/2005/8/layout/orgChart1"/>
    <dgm:cxn modelId="{8AB03054-4155-4A17-B572-1F64568B1FC6}" type="presOf" srcId="{2E42EA02-7F0A-41A6-9FA8-6E8201032568}" destId="{0178EDF2-DABE-452E-B4DC-68203A36C2D1}" srcOrd="1" destOrd="0" presId="urn:microsoft.com/office/officeart/2005/8/layout/orgChart1"/>
    <dgm:cxn modelId="{97F18EF0-6C8B-4195-9814-8780377DB1ED}" type="presOf" srcId="{95FC36E5-A355-403F-9333-EB7EBBC5CA8E}" destId="{CFD3905E-2ADE-45B3-ADD2-2211418CC78A}" srcOrd="0" destOrd="0" presId="urn:microsoft.com/office/officeart/2005/8/layout/orgChart1"/>
    <dgm:cxn modelId="{7CEBF6F8-B176-4653-AAAD-41CBB2AC808D}" type="presOf" srcId="{93937668-468C-49D7-BE11-FE1C97C717A3}" destId="{965B87D8-90D8-413D-8B2A-075FA416D2A7}" srcOrd="0" destOrd="0" presId="urn:microsoft.com/office/officeart/2005/8/layout/orgChart1"/>
    <dgm:cxn modelId="{680A074D-01A2-4585-A614-6489DB9AA178}" type="presOf" srcId="{E067647D-6E13-471F-A2DD-E851CCC1CF68}" destId="{BD43A729-8D4B-4446-8346-BE2C1D373742}" srcOrd="1" destOrd="0" presId="urn:microsoft.com/office/officeart/2005/8/layout/orgChart1"/>
    <dgm:cxn modelId="{15CF6F89-07D8-4603-9BD0-73D8E08B0929}" type="presOf" srcId="{ED45087A-8C71-454A-80E7-73763BA1DDDF}" destId="{BF13CDB7-AD44-4037-84C9-87E25B3C528E}" srcOrd="0" destOrd="0" presId="urn:microsoft.com/office/officeart/2005/8/layout/orgChart1"/>
    <dgm:cxn modelId="{FF0C4023-2851-4D41-9086-AB9AFE6B209D}" type="presOf" srcId="{8FA2B63F-CAB1-4EEA-A640-932A60E9BC47}" destId="{09E5B8C7-1821-400D-883E-9F810704649A}" srcOrd="0" destOrd="0" presId="urn:microsoft.com/office/officeart/2005/8/layout/orgChart1"/>
    <dgm:cxn modelId="{2A45F72F-2405-4910-93A0-1367A2766E94}" type="presOf" srcId="{0D831209-06D9-4B67-B261-8E1A0507FF58}" destId="{BE882113-16F1-4607-9C56-DF0526D1A480}" srcOrd="0" destOrd="0" presId="urn:microsoft.com/office/officeart/2005/8/layout/orgChart1"/>
    <dgm:cxn modelId="{8AF8F14C-5426-4AA6-B6C1-40E8A1000F00}" type="presOf" srcId="{DB906392-DA9C-4D98-8E01-CC8295B30C11}" destId="{81BB6144-22DD-4A1E-8B7C-EB6FE8973CCE}" srcOrd="0" destOrd="0" presId="urn:microsoft.com/office/officeart/2005/8/layout/orgChart1"/>
    <dgm:cxn modelId="{3485CD59-15AA-4B2C-B91B-106D942CF1DE}" type="presOf" srcId="{541B660F-262B-4286-8A5B-47724D9B5909}" destId="{05BACD72-1A03-4C42-91B0-EE1CA6D86EA1}" srcOrd="1" destOrd="0" presId="urn:microsoft.com/office/officeart/2005/8/layout/orgChart1"/>
    <dgm:cxn modelId="{6E000590-6525-47F5-959A-2696D512F726}" type="presOf" srcId="{ECA29EE9-CA4D-4AE1-B4DE-4D68022A97DA}" destId="{F83F4198-76EF-40E5-A324-B2BA4ED868A0}" srcOrd="0" destOrd="0" presId="urn:microsoft.com/office/officeart/2005/8/layout/orgChart1"/>
    <dgm:cxn modelId="{07AB8472-A651-48C8-9CF2-00815F444309}" type="presOf" srcId="{9E6404DC-1053-49D6-95EE-599A97C88DD3}" destId="{0F3C8968-31FF-46A5-BCB3-A2E771257413}" srcOrd="0" destOrd="0" presId="urn:microsoft.com/office/officeart/2005/8/layout/orgChart1"/>
    <dgm:cxn modelId="{AEF777BB-0E6B-4C27-8D1D-599ED84D1955}" srcId="{0B0BE489-18FC-4AB8-89F0-E5B83E82DEE3}" destId="{0D831209-06D9-4B67-B261-8E1A0507FF58}" srcOrd="2" destOrd="0" parTransId="{ECA29EE9-CA4D-4AE1-B4DE-4D68022A97DA}" sibTransId="{5B7650EB-202C-4E4D-B160-D7121980F3B9}"/>
    <dgm:cxn modelId="{3A975C4B-59D9-447A-96D3-52EA5B92FEA7}" srcId="{0B0BE489-18FC-4AB8-89F0-E5B83E82DEE3}" destId="{76370419-9C51-4DAC-A2E7-85056323C352}" srcOrd="3" destOrd="0" parTransId="{24A5C281-6636-48D2-AEF5-D0FB63535501}" sibTransId="{44BCC12A-75FA-46BF-9226-18572E79C23B}"/>
    <dgm:cxn modelId="{6B5E466C-04AA-4954-A494-AB80FF85D20F}" srcId="{9E6404DC-1053-49D6-95EE-599A97C88DD3}" destId="{19A68822-21FD-4C82-AE62-61FBE4C45F59}" srcOrd="3" destOrd="0" parTransId="{685C7F77-9270-488B-8D70-851D387667CA}" sibTransId="{0E571DE3-9456-45C1-AB67-4DD0C083EE0D}"/>
    <dgm:cxn modelId="{E0C8E9C8-69BC-4121-88DC-C5ADE3480B73}" srcId="{0B0BE489-18FC-4AB8-89F0-E5B83E82DEE3}" destId="{8FA2B63F-CAB1-4EEA-A640-932A60E9BC47}" srcOrd="1" destOrd="0" parTransId="{93937668-468C-49D7-BE11-FE1C97C717A3}" sibTransId="{7C9CE8E4-C1E4-4149-9F5E-986C5869664F}"/>
    <dgm:cxn modelId="{7986E574-3D79-4CAC-944E-50CDD61F26AD}" type="presOf" srcId="{0B0BE489-18FC-4AB8-89F0-E5B83E82DEE3}" destId="{80D30C1D-7614-46E9-A72C-A8C7C4CE7688}" srcOrd="1" destOrd="0" presId="urn:microsoft.com/office/officeart/2005/8/layout/orgChart1"/>
    <dgm:cxn modelId="{08E7BDDC-6768-485C-A0C9-1BDCD9CA5938}" type="presOf" srcId="{2E42EA02-7F0A-41A6-9FA8-6E8201032568}" destId="{03C963D2-2D6B-40A7-9687-491A33C44FCB}" srcOrd="0" destOrd="0" presId="urn:microsoft.com/office/officeart/2005/8/layout/orgChart1"/>
    <dgm:cxn modelId="{25FFA339-4F3D-4191-8F76-B93BD5126C07}" type="presOf" srcId="{052693DD-86BD-4067-A211-7361AAC800C5}" destId="{740DB2C5-D7D1-4EBF-8531-EEA75F91BDEA}" srcOrd="0" destOrd="0" presId="urn:microsoft.com/office/officeart/2005/8/layout/orgChart1"/>
    <dgm:cxn modelId="{D62B86BC-C276-42FB-9377-7A7B140DF25F}" type="presOf" srcId="{B26EFBE0-6C0C-4274-ADB7-2307ACE7B46F}" destId="{089DBBA9-D618-45BC-BF03-72CFDCF25154}" srcOrd="0" destOrd="0" presId="urn:microsoft.com/office/officeart/2005/8/layout/orgChart1"/>
    <dgm:cxn modelId="{ED3AF831-C130-4E95-99AC-98B57862DEB0}" type="presOf" srcId="{0394B78F-9F6A-46F9-8192-B5368C603428}" destId="{81981569-26A3-407E-B3D1-78BFB78884B6}" srcOrd="0" destOrd="0" presId="urn:microsoft.com/office/officeart/2005/8/layout/orgChart1"/>
    <dgm:cxn modelId="{3FD1B460-9F92-441C-BCCC-7C097CF09966}" type="presOf" srcId="{ED45087A-8C71-454A-80E7-73763BA1DDDF}" destId="{31E99A52-0804-4D10-99C6-4A4BD6A3E7A2}" srcOrd="1" destOrd="0" presId="urn:microsoft.com/office/officeart/2005/8/layout/orgChart1"/>
    <dgm:cxn modelId="{D6C3CB5C-0C51-46B2-9291-0EAB4E20B4CD}" srcId="{0B0BE489-18FC-4AB8-89F0-E5B83E82DEE3}" destId="{052693DD-86BD-4067-A211-7361AAC800C5}" srcOrd="4" destOrd="0" parTransId="{3E28AD20-4916-4B69-A5E7-720D3D2C2480}" sibTransId="{C4EC1566-5D3E-4E6E-A698-83FE02B3972D}"/>
    <dgm:cxn modelId="{EC2217CF-45F0-4AC0-9856-81C781B36A7F}" type="presOf" srcId="{6B699F50-3694-446E-AE16-15B41480E8DE}" destId="{FE0EE194-0B55-49F1-BE9A-E3821B21D70F}" srcOrd="0" destOrd="0" presId="urn:microsoft.com/office/officeart/2005/8/layout/orgChart1"/>
    <dgm:cxn modelId="{3998A796-8544-40F3-80AD-FE03557A8FB7}" type="presOf" srcId="{19A68822-21FD-4C82-AE62-61FBE4C45F59}" destId="{EE0F175B-0AD9-4B80-8156-BF24FCC9C0C5}" srcOrd="0" destOrd="0" presId="urn:microsoft.com/office/officeart/2005/8/layout/orgChart1"/>
    <dgm:cxn modelId="{AC39F653-00D5-4219-8557-1E633AAA0D11}" type="presOf" srcId="{9E6404DC-1053-49D6-95EE-599A97C88DD3}" destId="{C8C73746-D1E9-45A4-A4B2-4DB251C0CC5A}" srcOrd="1" destOrd="0" presId="urn:microsoft.com/office/officeart/2005/8/layout/orgChart1"/>
    <dgm:cxn modelId="{65F4E8F1-CBAC-43D0-B025-44A671D2D6B5}" srcId="{0B0BE489-18FC-4AB8-89F0-E5B83E82DEE3}" destId="{DB906392-DA9C-4D98-8E01-CC8295B30C11}" srcOrd="6" destOrd="0" parTransId="{C1F199FE-0BAF-414F-99EC-5864EC6EDAE5}" sibTransId="{7097DF7C-8146-415F-B8BD-DCBE163769F1}"/>
    <dgm:cxn modelId="{9E54918A-4EA7-4CD0-B0EF-CB01A215BFE5}" type="presOf" srcId="{6B699F50-3694-446E-AE16-15B41480E8DE}" destId="{E16F4C22-8EFD-4033-878B-D93DCEEEF433}" srcOrd="1" destOrd="0" presId="urn:microsoft.com/office/officeart/2005/8/layout/orgChart1"/>
    <dgm:cxn modelId="{B652C6C5-3A78-4655-BDE7-529B9E25DC37}" type="presOf" srcId="{54B1F5B6-D4AF-43A9-BB24-9646A101D457}" destId="{A02E2679-5C51-4925-A9B5-02D3DC08FDDB}" srcOrd="0" destOrd="0" presId="urn:microsoft.com/office/officeart/2005/8/layout/orgChart1"/>
    <dgm:cxn modelId="{C7C78122-FF83-4DEB-A379-FC79FF3B3A2A}" type="presOf" srcId="{8CE2CE9A-EBD7-445E-BD99-21666869C1D4}" destId="{7B4371B5-9FE0-4A41-B872-D27DD755166A}" srcOrd="0" destOrd="0" presId="urn:microsoft.com/office/officeart/2005/8/layout/orgChart1"/>
    <dgm:cxn modelId="{3FB7EB4D-AEA6-4906-8317-A1364B3C4E0C}" type="presOf" srcId="{D790EDC8-DBC7-47D9-AD8D-E7CE4F48BB0A}" destId="{270151AE-D139-40DF-A603-F0B3F7DDDC4D}" srcOrd="0" destOrd="0" presId="urn:microsoft.com/office/officeart/2005/8/layout/orgChart1"/>
    <dgm:cxn modelId="{65745DAD-46EE-47A8-85DA-BD202D96D971}" type="presOf" srcId="{366CD15F-75A7-4BF9-BF3A-D837BAFFE340}" destId="{889B7E6B-46C3-4731-B56D-9480C7D9B397}" srcOrd="0" destOrd="0" presId="urn:microsoft.com/office/officeart/2005/8/layout/orgChart1"/>
    <dgm:cxn modelId="{5D1DE5A6-579E-4F97-BC4E-FB5EBDEECA28}" type="presOf" srcId="{C1F199FE-0BAF-414F-99EC-5864EC6EDAE5}" destId="{ECEFB9B2-CE4C-4608-BF38-6485765BC653}" srcOrd="0" destOrd="0" presId="urn:microsoft.com/office/officeart/2005/8/layout/orgChart1"/>
    <dgm:cxn modelId="{28BC03B5-7614-4CD1-B025-2D1F1FF23747}" type="presOf" srcId="{4CFC2ECF-FD02-4B9D-A031-7DB68ACAE5BE}" destId="{836F5FDE-84DD-457C-B697-60A2583E7197}" srcOrd="1" destOrd="0" presId="urn:microsoft.com/office/officeart/2005/8/layout/orgChart1"/>
    <dgm:cxn modelId="{518DAEAF-D919-45AA-B535-998F17E0A4A6}" type="presOf" srcId="{76370419-9C51-4DAC-A2E7-85056323C352}" destId="{B0D267EC-3DDA-4B69-9A64-E2EE7081CFAF}" srcOrd="1" destOrd="0" presId="urn:microsoft.com/office/officeart/2005/8/layout/orgChart1"/>
    <dgm:cxn modelId="{72F7130C-AC27-4EE7-BE5E-AC84B68DCC08}" type="presOf" srcId="{19A68822-21FD-4C82-AE62-61FBE4C45F59}" destId="{083F8C5F-08F9-45FF-9307-E7F25B30A055}" srcOrd="1" destOrd="0" presId="urn:microsoft.com/office/officeart/2005/8/layout/orgChart1"/>
    <dgm:cxn modelId="{DBE5C904-0A26-4A4E-9A6A-F3E309653E66}" type="presOf" srcId="{E067647D-6E13-471F-A2DD-E851CCC1CF68}" destId="{9D593D37-6118-4963-A9DF-B6903D6AF6AD}" srcOrd="0" destOrd="0" presId="urn:microsoft.com/office/officeart/2005/8/layout/orgChart1"/>
    <dgm:cxn modelId="{A59312AE-D83B-49A0-A228-62988E99F04C}" srcId="{0B0BE489-18FC-4AB8-89F0-E5B83E82DEE3}" destId="{2E42EA02-7F0A-41A6-9FA8-6E8201032568}" srcOrd="8" destOrd="0" parTransId="{95FC36E5-A355-403F-9333-EB7EBBC5CA8E}" sibTransId="{0C5C0DF9-0AB1-4D60-A9EE-5E00DB86803D}"/>
    <dgm:cxn modelId="{874C13D1-CC31-4333-AD73-B25D4F0D156B}" type="presOf" srcId="{4CFC2ECF-FD02-4B9D-A031-7DB68ACAE5BE}" destId="{D3B5C16E-ACDD-4528-8675-CB47BAB7F839}" srcOrd="0" destOrd="0" presId="urn:microsoft.com/office/officeart/2005/8/layout/orgChart1"/>
    <dgm:cxn modelId="{09FCB67B-546D-4573-A532-10685686BE7D}" srcId="{0B0BE489-18FC-4AB8-89F0-E5B83E82DEE3}" destId="{6B699F50-3694-446E-AE16-15B41480E8DE}" srcOrd="5" destOrd="0" parTransId="{366CD15F-75A7-4BF9-BF3A-D837BAFFE340}" sibTransId="{99E20EEA-3795-488D-8D9F-BEAFE37192B8}"/>
    <dgm:cxn modelId="{8749021B-2268-44B1-AD84-B0921B253255}" type="presOf" srcId="{9286A5EC-F2A9-487D-8BF1-B96EEEFD636B}" destId="{C9422C4E-2B02-4D33-A16B-EF7B187ECAB7}" srcOrd="0" destOrd="0" presId="urn:microsoft.com/office/officeart/2005/8/layout/orgChart1"/>
    <dgm:cxn modelId="{9770007E-324C-405A-A37F-F0267CAA4C06}" type="presOf" srcId="{24A5C281-6636-48D2-AEF5-D0FB63535501}" destId="{444FFEA5-B951-47C8-A902-566D78CD3DB3}" srcOrd="0" destOrd="0" presId="urn:microsoft.com/office/officeart/2005/8/layout/orgChart1"/>
    <dgm:cxn modelId="{CC436545-C285-4E72-875C-FD21AE5EACA9}" type="presOf" srcId="{0D831209-06D9-4B67-B261-8E1A0507FF58}" destId="{E7682275-DA42-4764-99DF-D247378A958C}" srcOrd="1" destOrd="0" presId="urn:microsoft.com/office/officeart/2005/8/layout/orgChart1"/>
    <dgm:cxn modelId="{3AA816F9-2DE9-4080-A275-F0121EA7DCC1}" type="presOf" srcId="{3E28AD20-4916-4B69-A5E7-720D3D2C2480}" destId="{1FF5ED5A-DDE1-4BCA-B771-84C41729B5D2}" srcOrd="0" destOrd="0" presId="urn:microsoft.com/office/officeart/2005/8/layout/orgChart1"/>
    <dgm:cxn modelId="{A58B3858-09D8-431B-B2B6-24F4AE6476F2}" srcId="{9E6404DC-1053-49D6-95EE-599A97C88DD3}" destId="{E067647D-6E13-471F-A2DD-E851CCC1CF68}" srcOrd="2" destOrd="0" parTransId="{9FD46E75-A48A-45C1-9E9F-A30FB029AFC7}" sibTransId="{30D09A77-47DA-45E5-8199-D74EECBB6FE2}"/>
    <dgm:cxn modelId="{CC079622-4ED0-454E-BCAA-3CD28E6934D6}" type="presOf" srcId="{9FD46E75-A48A-45C1-9E9F-A30FB029AFC7}" destId="{913308E3-4ACA-4ECB-86C0-D23765F864F4}" srcOrd="0" destOrd="0" presId="urn:microsoft.com/office/officeart/2005/8/layout/orgChart1"/>
    <dgm:cxn modelId="{A5D9042E-D8BD-4B35-9DD2-41C0B1B07755}" type="presOf" srcId="{A437BBDC-244A-40D1-9B8A-AE327F75074D}" destId="{3753A283-E1A4-48DA-99EE-28B732FC61C1}" srcOrd="0" destOrd="0" presId="urn:microsoft.com/office/officeart/2005/8/layout/orgChart1"/>
    <dgm:cxn modelId="{D58A6A88-4760-4BEC-8A98-05B8C39BBD3D}" type="presOf" srcId="{1A65A4D7-7720-45CB-8279-86EBD3407E97}" destId="{11077618-9302-474C-8482-1BBB83E3AEF1}" srcOrd="0" destOrd="0" presId="urn:microsoft.com/office/officeart/2005/8/layout/orgChart1"/>
    <dgm:cxn modelId="{1EAD89EE-11AC-458E-AFDE-D65B78D7EF55}" type="presOf" srcId="{9286A5EC-F2A9-487D-8BF1-B96EEEFD636B}" destId="{A10B8E6A-AEE1-4C2B-8634-C515AEDBA0E5}" srcOrd="1" destOrd="0" presId="urn:microsoft.com/office/officeart/2005/8/layout/orgChart1"/>
    <dgm:cxn modelId="{91C7D8C9-D18C-42A5-A7EC-459361B2F2F5}" type="presOf" srcId="{685C7F77-9270-488B-8D70-851D387667CA}" destId="{38A98744-9734-46C0-B88E-190067F57261}" srcOrd="0" destOrd="0" presId="urn:microsoft.com/office/officeart/2005/8/layout/orgChart1"/>
    <dgm:cxn modelId="{646B80ED-EB47-48ED-A348-FF55A6778CF2}" type="presOf" srcId="{D652C70C-8554-4301-869A-D02E3BDCCF9C}" destId="{D2613D50-256B-4B68-8FAD-AE3AD5188EA2}" srcOrd="0" destOrd="0" presId="urn:microsoft.com/office/officeart/2005/8/layout/orgChart1"/>
    <dgm:cxn modelId="{6954F8C0-BCB4-46A0-969C-D1E8639FAFCB}" srcId="{9E6404DC-1053-49D6-95EE-599A97C88DD3}" destId="{0B0BE489-18FC-4AB8-89F0-E5B83E82DEE3}" srcOrd="1" destOrd="0" parTransId="{D790EDC8-DBC7-47D9-AD8D-E7CE4F48BB0A}" sibTransId="{B707AAE7-D88C-41C7-9B1B-D8B970E4AED3}"/>
    <dgm:cxn modelId="{45CA34F8-25E5-42C9-A37F-1F3DAA9E6259}" type="presOf" srcId="{8FA2B63F-CAB1-4EEA-A640-932A60E9BC47}" destId="{90764D8F-F221-42B9-BDE7-D866A336F90F}" srcOrd="1" destOrd="0" presId="urn:microsoft.com/office/officeart/2005/8/layout/orgChart1"/>
    <dgm:cxn modelId="{6242B06E-F582-41B8-AE41-EF3F6D5D6D4A}" type="presOf" srcId="{0B0BE489-18FC-4AB8-89F0-E5B83E82DEE3}" destId="{F3605272-BB3C-482A-BD0E-4FF39B81FDEE}" srcOrd="0" destOrd="0" presId="urn:microsoft.com/office/officeart/2005/8/layout/orgChart1"/>
    <dgm:cxn modelId="{F5CF957E-7EFF-41AA-9DF9-4ECECE6164EE}" type="presOf" srcId="{541B660F-262B-4286-8A5B-47724D9B5909}" destId="{FEF8A59A-705F-4BB4-B60C-90B58D4596D2}" srcOrd="0" destOrd="0" presId="urn:microsoft.com/office/officeart/2005/8/layout/orgChart1"/>
    <dgm:cxn modelId="{3371D227-869E-4636-B9B0-BA373BCE5AD6}" srcId="{9E6404DC-1053-49D6-95EE-599A97C88DD3}" destId="{9286A5EC-F2A9-487D-8BF1-B96EEEFD636B}" srcOrd="0" destOrd="0" parTransId="{8CE2CE9A-EBD7-445E-BD99-21666869C1D4}" sibTransId="{D6357A36-116B-440B-A9E1-8EDB3A4D1B88}"/>
    <dgm:cxn modelId="{9A910579-3478-494F-B726-239855F52459}" type="presOf" srcId="{052693DD-86BD-4067-A211-7361AAC800C5}" destId="{11FA6195-840C-4051-B1FF-30C25B008CB7}" srcOrd="1" destOrd="0" presId="urn:microsoft.com/office/officeart/2005/8/layout/orgChart1"/>
    <dgm:cxn modelId="{EBA379FC-FE27-410A-8E89-9FDF4098E85A}" type="presOf" srcId="{DB906392-DA9C-4D98-8E01-CC8295B30C11}" destId="{A5B55971-F26F-440D-A7F3-DD207109A622}" srcOrd="1" destOrd="0" presId="urn:microsoft.com/office/officeart/2005/8/layout/orgChart1"/>
    <dgm:cxn modelId="{B602F6DA-021B-4121-B797-F9541EADDC50}" srcId="{9E6404DC-1053-49D6-95EE-599A97C88DD3}" destId="{ED45087A-8C71-454A-80E7-73763BA1DDDF}" srcOrd="4" destOrd="0" parTransId="{B26EFBE0-6C0C-4274-ADB7-2307ACE7B46F}" sibTransId="{08AC6B94-082B-446A-9963-59D439FE42A5}"/>
    <dgm:cxn modelId="{6E7E8DD9-63EB-4CC1-BAFD-6A851DB4793A}" srcId="{0B0BE489-18FC-4AB8-89F0-E5B83E82DEE3}" destId="{4CFC2ECF-FD02-4B9D-A031-7DB68ACAE5BE}" srcOrd="7" destOrd="0" parTransId="{A437BBDC-244A-40D1-9B8A-AE327F75074D}" sibTransId="{02ABDC4B-720E-47CB-9CD1-89845E9CD3AA}"/>
    <dgm:cxn modelId="{1224C7CE-8C06-41D9-BAAE-BDFF9F3F86FB}" srcId="{9E6404DC-1053-49D6-95EE-599A97C88DD3}" destId="{541B660F-262B-4286-8A5B-47724D9B5909}" srcOrd="5" destOrd="0" parTransId="{54B1F5B6-D4AF-43A9-BB24-9646A101D457}" sibTransId="{551C2332-E60B-408C-8ACA-83C5695B1570}"/>
    <dgm:cxn modelId="{4CA9C32A-C8CD-40F1-AFCB-D726CB5C7F3F}" srcId="{1A65A4D7-7720-45CB-8279-86EBD3407E97}" destId="{9E6404DC-1053-49D6-95EE-599A97C88DD3}" srcOrd="0" destOrd="0" parTransId="{541DED35-EA1D-4B2B-8573-F418430E3EF8}" sibTransId="{8EA0B31F-0422-4926-B862-5636855C8DF2}"/>
    <dgm:cxn modelId="{C78C7050-1202-4491-B42D-7AD17491AE23}" type="presOf" srcId="{0394B78F-9F6A-46F9-8192-B5368C603428}" destId="{57960999-4B07-4944-ABC8-DDEA0942E4F6}" srcOrd="1" destOrd="0" presId="urn:microsoft.com/office/officeart/2005/8/layout/orgChart1"/>
    <dgm:cxn modelId="{B5ABC604-1326-4694-B54C-E5E593D5B4D3}" srcId="{0B0BE489-18FC-4AB8-89F0-E5B83E82DEE3}" destId="{0394B78F-9F6A-46F9-8192-B5368C603428}" srcOrd="0" destOrd="0" parTransId="{D652C70C-8554-4301-869A-D02E3BDCCF9C}" sibTransId="{4FD2C2F4-D20F-4955-BB38-134D0C8C3F3C}"/>
    <dgm:cxn modelId="{0DB79881-AAFB-4207-A84A-6BD63F0812CA}" type="presParOf" srcId="{11077618-9302-474C-8482-1BBB83E3AEF1}" destId="{38ED7B2E-63E5-438D-91CD-EFA6DE9BBF61}" srcOrd="0" destOrd="0" presId="urn:microsoft.com/office/officeart/2005/8/layout/orgChart1"/>
    <dgm:cxn modelId="{5ED087B4-1F16-47F0-8EDF-6DE9E5DDE0ED}" type="presParOf" srcId="{38ED7B2E-63E5-438D-91CD-EFA6DE9BBF61}" destId="{ADCB6C6D-2F95-4AD5-B3EB-BEA9A3239732}" srcOrd="0" destOrd="0" presId="urn:microsoft.com/office/officeart/2005/8/layout/orgChart1"/>
    <dgm:cxn modelId="{38D93D17-E2F6-430A-BA0A-892F5F5DA1C8}" type="presParOf" srcId="{ADCB6C6D-2F95-4AD5-B3EB-BEA9A3239732}" destId="{0F3C8968-31FF-46A5-BCB3-A2E771257413}" srcOrd="0" destOrd="0" presId="urn:microsoft.com/office/officeart/2005/8/layout/orgChart1"/>
    <dgm:cxn modelId="{D0C9B760-9B41-40FA-837D-7DC64C5D98B6}" type="presParOf" srcId="{ADCB6C6D-2F95-4AD5-B3EB-BEA9A3239732}" destId="{C8C73746-D1E9-45A4-A4B2-4DB251C0CC5A}" srcOrd="1" destOrd="0" presId="urn:microsoft.com/office/officeart/2005/8/layout/orgChart1"/>
    <dgm:cxn modelId="{903973C5-4475-4E16-BB20-98C6713D6A7C}" type="presParOf" srcId="{38ED7B2E-63E5-438D-91CD-EFA6DE9BBF61}" destId="{AD53A4B1-01E7-41E8-9724-31F3910545A4}" srcOrd="1" destOrd="0" presId="urn:microsoft.com/office/officeart/2005/8/layout/orgChart1"/>
    <dgm:cxn modelId="{FD0D6115-7002-46BE-B6C7-37AF4D0756E1}" type="presParOf" srcId="{AD53A4B1-01E7-41E8-9724-31F3910545A4}" destId="{7B4371B5-9FE0-4A41-B872-D27DD755166A}" srcOrd="0" destOrd="0" presId="urn:microsoft.com/office/officeart/2005/8/layout/orgChart1"/>
    <dgm:cxn modelId="{C21C9606-5954-48DD-8BEA-B260DD6B6E14}" type="presParOf" srcId="{AD53A4B1-01E7-41E8-9724-31F3910545A4}" destId="{ED726A71-3CEE-43E5-B36E-E99BBF451E5B}" srcOrd="1" destOrd="0" presId="urn:microsoft.com/office/officeart/2005/8/layout/orgChart1"/>
    <dgm:cxn modelId="{9624EA68-142D-4F73-A240-6EDF415B7752}" type="presParOf" srcId="{ED726A71-3CEE-43E5-B36E-E99BBF451E5B}" destId="{82B2FC70-3C15-48D4-B101-71C09EFE19F9}" srcOrd="0" destOrd="0" presId="urn:microsoft.com/office/officeart/2005/8/layout/orgChart1"/>
    <dgm:cxn modelId="{196EE497-26E4-4E8E-BD39-4CB1915C3778}" type="presParOf" srcId="{82B2FC70-3C15-48D4-B101-71C09EFE19F9}" destId="{C9422C4E-2B02-4D33-A16B-EF7B187ECAB7}" srcOrd="0" destOrd="0" presId="urn:microsoft.com/office/officeart/2005/8/layout/orgChart1"/>
    <dgm:cxn modelId="{9C0A3F0D-C56E-46C5-B0BA-DC9109042609}" type="presParOf" srcId="{82B2FC70-3C15-48D4-B101-71C09EFE19F9}" destId="{A10B8E6A-AEE1-4C2B-8634-C515AEDBA0E5}" srcOrd="1" destOrd="0" presId="urn:microsoft.com/office/officeart/2005/8/layout/orgChart1"/>
    <dgm:cxn modelId="{5AFAFB96-E814-4DAC-B9A1-F9EFA64BA8C5}" type="presParOf" srcId="{ED726A71-3CEE-43E5-B36E-E99BBF451E5B}" destId="{C9264EDA-91B6-4FAE-AFE6-AFC29BE66386}" srcOrd="1" destOrd="0" presId="urn:microsoft.com/office/officeart/2005/8/layout/orgChart1"/>
    <dgm:cxn modelId="{B9F5CA4B-AF97-4CD2-9B9B-3EFF81ECBC22}" type="presParOf" srcId="{ED726A71-3CEE-43E5-B36E-E99BBF451E5B}" destId="{C5C54053-3A12-46C3-BAAB-BDE4C3102748}" srcOrd="2" destOrd="0" presId="urn:microsoft.com/office/officeart/2005/8/layout/orgChart1"/>
    <dgm:cxn modelId="{BC0E2B96-B3FA-46B9-815F-1621DBC4B126}" type="presParOf" srcId="{AD53A4B1-01E7-41E8-9724-31F3910545A4}" destId="{270151AE-D139-40DF-A603-F0B3F7DDDC4D}" srcOrd="2" destOrd="0" presId="urn:microsoft.com/office/officeart/2005/8/layout/orgChart1"/>
    <dgm:cxn modelId="{923317C6-4951-4C0F-B5E4-1AE61E839C77}" type="presParOf" srcId="{AD53A4B1-01E7-41E8-9724-31F3910545A4}" destId="{5E7476B3-AD7E-4825-A023-25C6BDFD35CA}" srcOrd="3" destOrd="0" presId="urn:microsoft.com/office/officeart/2005/8/layout/orgChart1"/>
    <dgm:cxn modelId="{86AAF4B9-78E4-4333-BDA3-E4D3BC5D8B19}" type="presParOf" srcId="{5E7476B3-AD7E-4825-A023-25C6BDFD35CA}" destId="{132C54E8-DB97-4D17-8179-D1BC98F5D07C}" srcOrd="0" destOrd="0" presId="urn:microsoft.com/office/officeart/2005/8/layout/orgChart1"/>
    <dgm:cxn modelId="{95DF85D9-23F6-4014-BE0A-03332F7A4B37}" type="presParOf" srcId="{132C54E8-DB97-4D17-8179-D1BC98F5D07C}" destId="{F3605272-BB3C-482A-BD0E-4FF39B81FDEE}" srcOrd="0" destOrd="0" presId="urn:microsoft.com/office/officeart/2005/8/layout/orgChart1"/>
    <dgm:cxn modelId="{1C110A55-4877-4A2F-922F-33DAF303B817}" type="presParOf" srcId="{132C54E8-DB97-4D17-8179-D1BC98F5D07C}" destId="{80D30C1D-7614-46E9-A72C-A8C7C4CE7688}" srcOrd="1" destOrd="0" presId="urn:microsoft.com/office/officeart/2005/8/layout/orgChart1"/>
    <dgm:cxn modelId="{70C2BD4D-F080-40CD-B97F-0F0B9050D864}" type="presParOf" srcId="{5E7476B3-AD7E-4825-A023-25C6BDFD35CA}" destId="{52A2A06A-EC5A-449C-89CB-5D43FB38563B}" srcOrd="1" destOrd="0" presId="urn:microsoft.com/office/officeart/2005/8/layout/orgChart1"/>
    <dgm:cxn modelId="{6E286BE0-6E8E-4644-ACE7-C48AB6483BB6}" type="presParOf" srcId="{52A2A06A-EC5A-449C-89CB-5D43FB38563B}" destId="{D2613D50-256B-4B68-8FAD-AE3AD5188EA2}" srcOrd="0" destOrd="0" presId="urn:microsoft.com/office/officeart/2005/8/layout/orgChart1"/>
    <dgm:cxn modelId="{28B4849E-C8B4-4478-94D3-C5F928C28489}" type="presParOf" srcId="{52A2A06A-EC5A-449C-89CB-5D43FB38563B}" destId="{6E9A1A80-60AA-46BF-B8BC-994A37D7A065}" srcOrd="1" destOrd="0" presId="urn:microsoft.com/office/officeart/2005/8/layout/orgChart1"/>
    <dgm:cxn modelId="{78027A18-421A-4C25-A52E-44242FC98843}" type="presParOf" srcId="{6E9A1A80-60AA-46BF-B8BC-994A37D7A065}" destId="{EB2AB012-BDB3-4569-91E2-8399DDCEDEF5}" srcOrd="0" destOrd="0" presId="urn:microsoft.com/office/officeart/2005/8/layout/orgChart1"/>
    <dgm:cxn modelId="{AAA1E6DD-CCFA-4913-B417-C57EB3EF2740}" type="presParOf" srcId="{EB2AB012-BDB3-4569-91E2-8399DDCEDEF5}" destId="{81981569-26A3-407E-B3D1-78BFB78884B6}" srcOrd="0" destOrd="0" presId="urn:microsoft.com/office/officeart/2005/8/layout/orgChart1"/>
    <dgm:cxn modelId="{BDCA7C26-E8A3-4C04-B224-45746FEFF662}" type="presParOf" srcId="{EB2AB012-BDB3-4569-91E2-8399DDCEDEF5}" destId="{57960999-4B07-4944-ABC8-DDEA0942E4F6}" srcOrd="1" destOrd="0" presId="urn:microsoft.com/office/officeart/2005/8/layout/orgChart1"/>
    <dgm:cxn modelId="{E6973EB0-0E16-43AB-9353-8FE1B1CACBA2}" type="presParOf" srcId="{6E9A1A80-60AA-46BF-B8BC-994A37D7A065}" destId="{2D9C1C89-9263-4701-B340-9B49C74F3097}" srcOrd="1" destOrd="0" presId="urn:microsoft.com/office/officeart/2005/8/layout/orgChart1"/>
    <dgm:cxn modelId="{79D48FF7-410B-4F2B-AEFC-ECBAA7E036C7}" type="presParOf" srcId="{6E9A1A80-60AA-46BF-B8BC-994A37D7A065}" destId="{D3616EBE-629E-42F5-9173-EB1C4DD37B67}" srcOrd="2" destOrd="0" presId="urn:microsoft.com/office/officeart/2005/8/layout/orgChart1"/>
    <dgm:cxn modelId="{AA5B4F1F-98B5-4147-951B-0CBD8484EAB9}" type="presParOf" srcId="{52A2A06A-EC5A-449C-89CB-5D43FB38563B}" destId="{965B87D8-90D8-413D-8B2A-075FA416D2A7}" srcOrd="2" destOrd="0" presId="urn:microsoft.com/office/officeart/2005/8/layout/orgChart1"/>
    <dgm:cxn modelId="{38EC40DD-46D3-47E9-9245-CD59AA0639E2}" type="presParOf" srcId="{52A2A06A-EC5A-449C-89CB-5D43FB38563B}" destId="{E0462CD5-B3AF-4AD9-B343-C376FC4E0246}" srcOrd="3" destOrd="0" presId="urn:microsoft.com/office/officeart/2005/8/layout/orgChart1"/>
    <dgm:cxn modelId="{D617CCA0-722C-4EB2-BFA8-3476952A0E1D}" type="presParOf" srcId="{E0462CD5-B3AF-4AD9-B343-C376FC4E0246}" destId="{968D4C26-1911-4D14-B9A4-630D2C68C61E}" srcOrd="0" destOrd="0" presId="urn:microsoft.com/office/officeart/2005/8/layout/orgChart1"/>
    <dgm:cxn modelId="{6ACD8A4E-5273-4E01-876C-392632744E8F}" type="presParOf" srcId="{968D4C26-1911-4D14-B9A4-630D2C68C61E}" destId="{09E5B8C7-1821-400D-883E-9F810704649A}" srcOrd="0" destOrd="0" presId="urn:microsoft.com/office/officeart/2005/8/layout/orgChart1"/>
    <dgm:cxn modelId="{43A8E528-0DD0-4537-AF54-BD5FA26F86E9}" type="presParOf" srcId="{968D4C26-1911-4D14-B9A4-630D2C68C61E}" destId="{90764D8F-F221-42B9-BDE7-D866A336F90F}" srcOrd="1" destOrd="0" presId="urn:microsoft.com/office/officeart/2005/8/layout/orgChart1"/>
    <dgm:cxn modelId="{55EBCDFB-04BF-4380-B0CE-CAF9B9EA51B6}" type="presParOf" srcId="{E0462CD5-B3AF-4AD9-B343-C376FC4E0246}" destId="{45973EAD-2C66-48B6-BA80-DFC110A94A57}" srcOrd="1" destOrd="0" presId="urn:microsoft.com/office/officeart/2005/8/layout/orgChart1"/>
    <dgm:cxn modelId="{4D756690-EFAC-4324-A2C0-DFE027BA0DBE}" type="presParOf" srcId="{E0462CD5-B3AF-4AD9-B343-C376FC4E0246}" destId="{E81859AA-E497-481C-A2BF-D70FA1BC0FCA}" srcOrd="2" destOrd="0" presId="urn:microsoft.com/office/officeart/2005/8/layout/orgChart1"/>
    <dgm:cxn modelId="{584216C3-05FE-4806-8963-987222D1C2AA}" type="presParOf" srcId="{52A2A06A-EC5A-449C-89CB-5D43FB38563B}" destId="{F83F4198-76EF-40E5-A324-B2BA4ED868A0}" srcOrd="4" destOrd="0" presId="urn:microsoft.com/office/officeart/2005/8/layout/orgChart1"/>
    <dgm:cxn modelId="{C83D9F3C-CE27-404B-94AF-CCB4571C551C}" type="presParOf" srcId="{52A2A06A-EC5A-449C-89CB-5D43FB38563B}" destId="{7FE84630-A3A8-44EE-9C60-A66A1D04D39A}" srcOrd="5" destOrd="0" presId="urn:microsoft.com/office/officeart/2005/8/layout/orgChart1"/>
    <dgm:cxn modelId="{0E9AEB29-D6A7-4805-A34A-95E43BBB9858}" type="presParOf" srcId="{7FE84630-A3A8-44EE-9C60-A66A1D04D39A}" destId="{D175A201-CA6F-4D96-9FE6-6E5D674714FF}" srcOrd="0" destOrd="0" presId="urn:microsoft.com/office/officeart/2005/8/layout/orgChart1"/>
    <dgm:cxn modelId="{50C9E132-1FE8-4FCF-81DA-CD2AD002219E}" type="presParOf" srcId="{D175A201-CA6F-4D96-9FE6-6E5D674714FF}" destId="{BE882113-16F1-4607-9C56-DF0526D1A480}" srcOrd="0" destOrd="0" presId="urn:microsoft.com/office/officeart/2005/8/layout/orgChart1"/>
    <dgm:cxn modelId="{97C2877B-27C8-41C7-89F1-1597B90E6452}" type="presParOf" srcId="{D175A201-CA6F-4D96-9FE6-6E5D674714FF}" destId="{E7682275-DA42-4764-99DF-D247378A958C}" srcOrd="1" destOrd="0" presId="urn:microsoft.com/office/officeart/2005/8/layout/orgChart1"/>
    <dgm:cxn modelId="{842DE6D2-766D-45FA-8E4E-005C2D2DD9DD}" type="presParOf" srcId="{7FE84630-A3A8-44EE-9C60-A66A1D04D39A}" destId="{4826B51B-DE73-43EA-B877-44609F615A33}" srcOrd="1" destOrd="0" presId="urn:microsoft.com/office/officeart/2005/8/layout/orgChart1"/>
    <dgm:cxn modelId="{483FAF01-47CF-4F29-8183-8FCDC74C7518}" type="presParOf" srcId="{7FE84630-A3A8-44EE-9C60-A66A1D04D39A}" destId="{F696DAC8-173E-4CC5-ADFA-63C75F522F51}" srcOrd="2" destOrd="0" presId="urn:microsoft.com/office/officeart/2005/8/layout/orgChart1"/>
    <dgm:cxn modelId="{2071EEA0-AE2E-4220-BD7E-33978916B8DC}" type="presParOf" srcId="{52A2A06A-EC5A-449C-89CB-5D43FB38563B}" destId="{444FFEA5-B951-47C8-A902-566D78CD3DB3}" srcOrd="6" destOrd="0" presId="urn:microsoft.com/office/officeart/2005/8/layout/orgChart1"/>
    <dgm:cxn modelId="{F275FE7B-8B29-4699-96AF-4839F7ED1CA8}" type="presParOf" srcId="{52A2A06A-EC5A-449C-89CB-5D43FB38563B}" destId="{EF78F1E0-CB18-4415-9EE3-CE7502CAB796}" srcOrd="7" destOrd="0" presId="urn:microsoft.com/office/officeart/2005/8/layout/orgChart1"/>
    <dgm:cxn modelId="{AB2BB4E2-5446-4E77-90BA-9D3534DA66F2}" type="presParOf" srcId="{EF78F1E0-CB18-4415-9EE3-CE7502CAB796}" destId="{CF9331FF-6D7B-4DF1-AE76-D5F444CB48D8}" srcOrd="0" destOrd="0" presId="urn:microsoft.com/office/officeart/2005/8/layout/orgChart1"/>
    <dgm:cxn modelId="{E8C3D60E-8755-4646-B1AE-81158F94A488}" type="presParOf" srcId="{CF9331FF-6D7B-4DF1-AE76-D5F444CB48D8}" destId="{67AB7DCC-2807-4A94-B4FC-DDD79641C5E0}" srcOrd="0" destOrd="0" presId="urn:microsoft.com/office/officeart/2005/8/layout/orgChart1"/>
    <dgm:cxn modelId="{26C5C196-2DFF-4BDD-BEA4-7111C33A615E}" type="presParOf" srcId="{CF9331FF-6D7B-4DF1-AE76-D5F444CB48D8}" destId="{B0D267EC-3DDA-4B69-9A64-E2EE7081CFAF}" srcOrd="1" destOrd="0" presId="urn:microsoft.com/office/officeart/2005/8/layout/orgChart1"/>
    <dgm:cxn modelId="{295DFF1D-0DDF-4A5F-8FD5-8ECFF9DFF11B}" type="presParOf" srcId="{EF78F1E0-CB18-4415-9EE3-CE7502CAB796}" destId="{03255D1B-3482-4ADA-B5B8-A74669519547}" srcOrd="1" destOrd="0" presId="urn:microsoft.com/office/officeart/2005/8/layout/orgChart1"/>
    <dgm:cxn modelId="{372CB36D-1FB9-4F34-8F62-664F76575559}" type="presParOf" srcId="{EF78F1E0-CB18-4415-9EE3-CE7502CAB796}" destId="{E172AA7D-C9C9-403F-B12D-E35D784CFE40}" srcOrd="2" destOrd="0" presId="urn:microsoft.com/office/officeart/2005/8/layout/orgChart1"/>
    <dgm:cxn modelId="{49521A5A-A9E9-4E3A-B821-9FFC4895558F}" type="presParOf" srcId="{52A2A06A-EC5A-449C-89CB-5D43FB38563B}" destId="{1FF5ED5A-DDE1-4BCA-B771-84C41729B5D2}" srcOrd="8" destOrd="0" presId="urn:microsoft.com/office/officeart/2005/8/layout/orgChart1"/>
    <dgm:cxn modelId="{FE4E4E8F-DADB-44DD-876D-B7E454510C4B}" type="presParOf" srcId="{52A2A06A-EC5A-449C-89CB-5D43FB38563B}" destId="{687B1E70-3D61-4C42-864F-153FDF26F2F6}" srcOrd="9" destOrd="0" presId="urn:microsoft.com/office/officeart/2005/8/layout/orgChart1"/>
    <dgm:cxn modelId="{FECB8B8D-A1DB-4518-A065-97A12FAB7A8E}" type="presParOf" srcId="{687B1E70-3D61-4C42-864F-153FDF26F2F6}" destId="{7E5655DF-F0AD-4DC2-BBE9-A0604B710D2A}" srcOrd="0" destOrd="0" presId="urn:microsoft.com/office/officeart/2005/8/layout/orgChart1"/>
    <dgm:cxn modelId="{A2F8B9BE-89CB-4768-A41A-0C61602FC343}" type="presParOf" srcId="{7E5655DF-F0AD-4DC2-BBE9-A0604B710D2A}" destId="{740DB2C5-D7D1-4EBF-8531-EEA75F91BDEA}" srcOrd="0" destOrd="0" presId="urn:microsoft.com/office/officeart/2005/8/layout/orgChart1"/>
    <dgm:cxn modelId="{EA81B1C8-D518-4F0D-AF57-9B4F9E679F10}" type="presParOf" srcId="{7E5655DF-F0AD-4DC2-BBE9-A0604B710D2A}" destId="{11FA6195-840C-4051-B1FF-30C25B008CB7}" srcOrd="1" destOrd="0" presId="urn:microsoft.com/office/officeart/2005/8/layout/orgChart1"/>
    <dgm:cxn modelId="{67EFB13A-E559-4380-A863-4F3EE141478E}" type="presParOf" srcId="{687B1E70-3D61-4C42-864F-153FDF26F2F6}" destId="{D1622FCE-5ABC-4099-9DB7-5DF217411866}" srcOrd="1" destOrd="0" presId="urn:microsoft.com/office/officeart/2005/8/layout/orgChart1"/>
    <dgm:cxn modelId="{26EF5CCB-BF57-4B83-818C-084F06C6EFE0}" type="presParOf" srcId="{687B1E70-3D61-4C42-864F-153FDF26F2F6}" destId="{7F584AB4-7300-4F3E-87DE-2539FC21484E}" srcOrd="2" destOrd="0" presId="urn:microsoft.com/office/officeart/2005/8/layout/orgChart1"/>
    <dgm:cxn modelId="{A5A535C8-6BBB-4BD3-8C25-9C9F3215B438}" type="presParOf" srcId="{52A2A06A-EC5A-449C-89CB-5D43FB38563B}" destId="{889B7E6B-46C3-4731-B56D-9480C7D9B397}" srcOrd="10" destOrd="0" presId="urn:microsoft.com/office/officeart/2005/8/layout/orgChart1"/>
    <dgm:cxn modelId="{55596602-3F00-44E0-A7EF-3EFE50D132B5}" type="presParOf" srcId="{52A2A06A-EC5A-449C-89CB-5D43FB38563B}" destId="{5DF0FAC0-DF8B-47D8-9455-F186CF60BA44}" srcOrd="11" destOrd="0" presId="urn:microsoft.com/office/officeart/2005/8/layout/orgChart1"/>
    <dgm:cxn modelId="{D1C4691D-D7E4-4491-9C20-470039102D7C}" type="presParOf" srcId="{5DF0FAC0-DF8B-47D8-9455-F186CF60BA44}" destId="{22AEBC46-271B-44EF-A771-FDF9B745A7C0}" srcOrd="0" destOrd="0" presId="urn:microsoft.com/office/officeart/2005/8/layout/orgChart1"/>
    <dgm:cxn modelId="{1F9D5BA4-E7E9-489F-B6E4-82866B8633AE}" type="presParOf" srcId="{22AEBC46-271B-44EF-A771-FDF9B745A7C0}" destId="{FE0EE194-0B55-49F1-BE9A-E3821B21D70F}" srcOrd="0" destOrd="0" presId="urn:microsoft.com/office/officeart/2005/8/layout/orgChart1"/>
    <dgm:cxn modelId="{F8B60DAF-0740-4E58-B981-AB4A4CA5362B}" type="presParOf" srcId="{22AEBC46-271B-44EF-A771-FDF9B745A7C0}" destId="{E16F4C22-8EFD-4033-878B-D93DCEEEF433}" srcOrd="1" destOrd="0" presId="urn:microsoft.com/office/officeart/2005/8/layout/orgChart1"/>
    <dgm:cxn modelId="{A199111F-0622-4A7B-A9B4-EBCF6317C4C4}" type="presParOf" srcId="{5DF0FAC0-DF8B-47D8-9455-F186CF60BA44}" destId="{785F566F-2569-4946-9716-D850B4EF953A}" srcOrd="1" destOrd="0" presId="urn:microsoft.com/office/officeart/2005/8/layout/orgChart1"/>
    <dgm:cxn modelId="{297B1289-3741-4193-885E-C43A0759A827}" type="presParOf" srcId="{5DF0FAC0-DF8B-47D8-9455-F186CF60BA44}" destId="{F9B1639D-C5AF-4C9D-B1C3-15BF79FCD888}" srcOrd="2" destOrd="0" presId="urn:microsoft.com/office/officeart/2005/8/layout/orgChart1"/>
    <dgm:cxn modelId="{444AAE05-75E2-4859-A6B3-8A17E57B4D91}" type="presParOf" srcId="{52A2A06A-EC5A-449C-89CB-5D43FB38563B}" destId="{ECEFB9B2-CE4C-4608-BF38-6485765BC653}" srcOrd="12" destOrd="0" presId="urn:microsoft.com/office/officeart/2005/8/layout/orgChart1"/>
    <dgm:cxn modelId="{78A4E6E6-C52E-4D61-AAF2-8B96DC4C7680}" type="presParOf" srcId="{52A2A06A-EC5A-449C-89CB-5D43FB38563B}" destId="{F4C60C3F-28D7-4586-AEEE-E03A458E7FE9}" srcOrd="13" destOrd="0" presId="urn:microsoft.com/office/officeart/2005/8/layout/orgChart1"/>
    <dgm:cxn modelId="{BC677D45-ED78-4D06-BB5C-4D6E3A5F81EC}" type="presParOf" srcId="{F4C60C3F-28D7-4586-AEEE-E03A458E7FE9}" destId="{34418CDC-F3AD-4570-A5BF-92AFD8028217}" srcOrd="0" destOrd="0" presId="urn:microsoft.com/office/officeart/2005/8/layout/orgChart1"/>
    <dgm:cxn modelId="{10664C18-9F34-4005-BC1A-D9647B72DF54}" type="presParOf" srcId="{34418CDC-F3AD-4570-A5BF-92AFD8028217}" destId="{81BB6144-22DD-4A1E-8B7C-EB6FE8973CCE}" srcOrd="0" destOrd="0" presId="urn:microsoft.com/office/officeart/2005/8/layout/orgChart1"/>
    <dgm:cxn modelId="{886C71E7-F6AC-44DD-861E-F1EA8C3C55AC}" type="presParOf" srcId="{34418CDC-F3AD-4570-A5BF-92AFD8028217}" destId="{A5B55971-F26F-440D-A7F3-DD207109A622}" srcOrd="1" destOrd="0" presId="urn:microsoft.com/office/officeart/2005/8/layout/orgChart1"/>
    <dgm:cxn modelId="{0DBDACED-78C0-4F43-A8B9-9E20E01B0814}" type="presParOf" srcId="{F4C60C3F-28D7-4586-AEEE-E03A458E7FE9}" destId="{87C9A6F9-590C-4132-BB0A-3204D8736BA9}" srcOrd="1" destOrd="0" presId="urn:microsoft.com/office/officeart/2005/8/layout/orgChart1"/>
    <dgm:cxn modelId="{47D77948-B861-4744-AF5E-ED7B8D0508DC}" type="presParOf" srcId="{F4C60C3F-28D7-4586-AEEE-E03A458E7FE9}" destId="{33504858-CA71-4CC6-9B2F-91D557236F96}" srcOrd="2" destOrd="0" presId="urn:microsoft.com/office/officeart/2005/8/layout/orgChart1"/>
    <dgm:cxn modelId="{A6A9C660-9BD8-4364-A127-14E9EA52068E}" type="presParOf" srcId="{52A2A06A-EC5A-449C-89CB-5D43FB38563B}" destId="{3753A283-E1A4-48DA-99EE-28B732FC61C1}" srcOrd="14" destOrd="0" presId="urn:microsoft.com/office/officeart/2005/8/layout/orgChart1"/>
    <dgm:cxn modelId="{A1ABE22E-052B-40F2-B25F-F77797B341AF}" type="presParOf" srcId="{52A2A06A-EC5A-449C-89CB-5D43FB38563B}" destId="{7B5D43EF-E5F4-48AC-B5B9-1A0CCFD2A3BC}" srcOrd="15" destOrd="0" presId="urn:microsoft.com/office/officeart/2005/8/layout/orgChart1"/>
    <dgm:cxn modelId="{374773EC-1835-4F5D-94E8-D30FC5AF5107}" type="presParOf" srcId="{7B5D43EF-E5F4-48AC-B5B9-1A0CCFD2A3BC}" destId="{77B4F344-DFC6-45C6-A675-BC58191F22EF}" srcOrd="0" destOrd="0" presId="urn:microsoft.com/office/officeart/2005/8/layout/orgChart1"/>
    <dgm:cxn modelId="{9546DA04-F9F1-47C1-A849-0B9E75E7FC01}" type="presParOf" srcId="{77B4F344-DFC6-45C6-A675-BC58191F22EF}" destId="{D3B5C16E-ACDD-4528-8675-CB47BAB7F839}" srcOrd="0" destOrd="0" presId="urn:microsoft.com/office/officeart/2005/8/layout/orgChart1"/>
    <dgm:cxn modelId="{C57DDA40-0290-45AD-B2D0-28C9E5F89A06}" type="presParOf" srcId="{77B4F344-DFC6-45C6-A675-BC58191F22EF}" destId="{836F5FDE-84DD-457C-B697-60A2583E7197}" srcOrd="1" destOrd="0" presId="urn:microsoft.com/office/officeart/2005/8/layout/orgChart1"/>
    <dgm:cxn modelId="{0D714B65-57B9-4898-BFB8-DF21BAA8E51C}" type="presParOf" srcId="{7B5D43EF-E5F4-48AC-B5B9-1A0CCFD2A3BC}" destId="{F8381D83-57DE-4636-931C-FF435BC80AFF}" srcOrd="1" destOrd="0" presId="urn:microsoft.com/office/officeart/2005/8/layout/orgChart1"/>
    <dgm:cxn modelId="{65D756AA-6A03-4ED6-9A2F-A946287DF5B8}" type="presParOf" srcId="{7B5D43EF-E5F4-48AC-B5B9-1A0CCFD2A3BC}" destId="{7C1B6D85-43F8-41A9-921B-FD7BF3A1FD8C}" srcOrd="2" destOrd="0" presId="urn:microsoft.com/office/officeart/2005/8/layout/orgChart1"/>
    <dgm:cxn modelId="{EA0C8CED-B37B-4B4F-99B4-A72063B883BB}" type="presParOf" srcId="{52A2A06A-EC5A-449C-89CB-5D43FB38563B}" destId="{CFD3905E-2ADE-45B3-ADD2-2211418CC78A}" srcOrd="16" destOrd="0" presId="urn:microsoft.com/office/officeart/2005/8/layout/orgChart1"/>
    <dgm:cxn modelId="{BF7FC5A7-738A-4A2F-ACBB-859DBC371747}" type="presParOf" srcId="{52A2A06A-EC5A-449C-89CB-5D43FB38563B}" destId="{49F5EB92-94A9-48C9-AC7E-8E2768AA4757}" srcOrd="17" destOrd="0" presId="urn:microsoft.com/office/officeart/2005/8/layout/orgChart1"/>
    <dgm:cxn modelId="{B8F3B70D-8C10-4EDA-A027-F1DACED336D6}" type="presParOf" srcId="{49F5EB92-94A9-48C9-AC7E-8E2768AA4757}" destId="{1B75FEA9-DE0B-4E98-9215-9C0B90166B74}" srcOrd="0" destOrd="0" presId="urn:microsoft.com/office/officeart/2005/8/layout/orgChart1"/>
    <dgm:cxn modelId="{8B72C49C-6537-4AD1-9568-3D067354DB59}" type="presParOf" srcId="{1B75FEA9-DE0B-4E98-9215-9C0B90166B74}" destId="{03C963D2-2D6B-40A7-9687-491A33C44FCB}" srcOrd="0" destOrd="0" presId="urn:microsoft.com/office/officeart/2005/8/layout/orgChart1"/>
    <dgm:cxn modelId="{0FAF514C-CD03-4329-AAC1-E30E3A6A6793}" type="presParOf" srcId="{1B75FEA9-DE0B-4E98-9215-9C0B90166B74}" destId="{0178EDF2-DABE-452E-B4DC-68203A36C2D1}" srcOrd="1" destOrd="0" presId="urn:microsoft.com/office/officeart/2005/8/layout/orgChart1"/>
    <dgm:cxn modelId="{9DBDE8E2-D81A-4DDE-9C81-22EF51FCF43A}" type="presParOf" srcId="{49F5EB92-94A9-48C9-AC7E-8E2768AA4757}" destId="{37406630-6005-4440-B0E3-D702928EB6FD}" srcOrd="1" destOrd="0" presId="urn:microsoft.com/office/officeart/2005/8/layout/orgChart1"/>
    <dgm:cxn modelId="{A8D1D177-359E-4EFA-B1B5-D51D98539C6A}" type="presParOf" srcId="{49F5EB92-94A9-48C9-AC7E-8E2768AA4757}" destId="{40CAD87D-A17B-4CDA-9C0B-5B58936A7155}" srcOrd="2" destOrd="0" presId="urn:microsoft.com/office/officeart/2005/8/layout/orgChart1"/>
    <dgm:cxn modelId="{84676A0A-4527-46E3-81DE-BC27DFBA63A0}" type="presParOf" srcId="{5E7476B3-AD7E-4825-A023-25C6BDFD35CA}" destId="{642F05A1-9B99-45A9-95F7-36FBF693468C}" srcOrd="2" destOrd="0" presId="urn:microsoft.com/office/officeart/2005/8/layout/orgChart1"/>
    <dgm:cxn modelId="{DA6501AE-6CC1-403E-A219-241D81059636}" type="presParOf" srcId="{AD53A4B1-01E7-41E8-9724-31F3910545A4}" destId="{913308E3-4ACA-4ECB-86C0-D23765F864F4}" srcOrd="4" destOrd="0" presId="urn:microsoft.com/office/officeart/2005/8/layout/orgChart1"/>
    <dgm:cxn modelId="{D11F78D2-09C4-4D67-9DA2-73D6E7DC2080}" type="presParOf" srcId="{AD53A4B1-01E7-41E8-9724-31F3910545A4}" destId="{ADC553BE-9E02-4A3B-BD24-49F7EEB83987}" srcOrd="5" destOrd="0" presId="urn:microsoft.com/office/officeart/2005/8/layout/orgChart1"/>
    <dgm:cxn modelId="{502FE300-DF3F-4692-8F30-4EA75A11257C}" type="presParOf" srcId="{ADC553BE-9E02-4A3B-BD24-49F7EEB83987}" destId="{92714BFF-875B-43DB-A54E-2347443F2603}" srcOrd="0" destOrd="0" presId="urn:microsoft.com/office/officeart/2005/8/layout/orgChart1"/>
    <dgm:cxn modelId="{A7CD98C3-91CB-4ED9-80EB-C993F00BD91E}" type="presParOf" srcId="{92714BFF-875B-43DB-A54E-2347443F2603}" destId="{9D593D37-6118-4963-A9DF-B6903D6AF6AD}" srcOrd="0" destOrd="0" presId="urn:microsoft.com/office/officeart/2005/8/layout/orgChart1"/>
    <dgm:cxn modelId="{0901B3DE-A11D-4A1A-B554-CBF8D3673AA5}" type="presParOf" srcId="{92714BFF-875B-43DB-A54E-2347443F2603}" destId="{BD43A729-8D4B-4446-8346-BE2C1D373742}" srcOrd="1" destOrd="0" presId="urn:microsoft.com/office/officeart/2005/8/layout/orgChart1"/>
    <dgm:cxn modelId="{EB7CEF9D-9DDD-4D04-A93A-1EDC08DD874F}" type="presParOf" srcId="{ADC553BE-9E02-4A3B-BD24-49F7EEB83987}" destId="{395149D5-50EC-4108-AE78-C55517634DAA}" srcOrd="1" destOrd="0" presId="urn:microsoft.com/office/officeart/2005/8/layout/orgChart1"/>
    <dgm:cxn modelId="{4F147206-A42D-48AD-9500-31B9F8FE2D8E}" type="presParOf" srcId="{ADC553BE-9E02-4A3B-BD24-49F7EEB83987}" destId="{75EEE035-3BF0-4D26-8197-E72BA1C09387}" srcOrd="2" destOrd="0" presId="urn:microsoft.com/office/officeart/2005/8/layout/orgChart1"/>
    <dgm:cxn modelId="{FB5714BE-AD61-4310-9485-A20F5205ABCF}" type="presParOf" srcId="{AD53A4B1-01E7-41E8-9724-31F3910545A4}" destId="{38A98744-9734-46C0-B88E-190067F57261}" srcOrd="6" destOrd="0" presId="urn:microsoft.com/office/officeart/2005/8/layout/orgChart1"/>
    <dgm:cxn modelId="{63721394-8441-4EE7-B1A2-3E85560C0F6D}" type="presParOf" srcId="{AD53A4B1-01E7-41E8-9724-31F3910545A4}" destId="{76943EDF-B719-4784-AB91-9E9975C5DFFA}" srcOrd="7" destOrd="0" presId="urn:microsoft.com/office/officeart/2005/8/layout/orgChart1"/>
    <dgm:cxn modelId="{59037840-D900-4FD6-84AF-58A594A17087}" type="presParOf" srcId="{76943EDF-B719-4784-AB91-9E9975C5DFFA}" destId="{634E8EC2-B3FB-41F5-AC20-93BF63CFE347}" srcOrd="0" destOrd="0" presId="urn:microsoft.com/office/officeart/2005/8/layout/orgChart1"/>
    <dgm:cxn modelId="{36747A77-AC09-4B21-8F53-F7181B430811}" type="presParOf" srcId="{634E8EC2-B3FB-41F5-AC20-93BF63CFE347}" destId="{EE0F175B-0AD9-4B80-8156-BF24FCC9C0C5}" srcOrd="0" destOrd="0" presId="urn:microsoft.com/office/officeart/2005/8/layout/orgChart1"/>
    <dgm:cxn modelId="{AC0CF037-A4EB-4B5C-BD85-353EBA9DD191}" type="presParOf" srcId="{634E8EC2-B3FB-41F5-AC20-93BF63CFE347}" destId="{083F8C5F-08F9-45FF-9307-E7F25B30A055}" srcOrd="1" destOrd="0" presId="urn:microsoft.com/office/officeart/2005/8/layout/orgChart1"/>
    <dgm:cxn modelId="{8AD242AD-9989-4742-83C4-2C1B54603D71}" type="presParOf" srcId="{76943EDF-B719-4784-AB91-9E9975C5DFFA}" destId="{C7685C2E-595A-463C-8A94-5D19A6AF28D4}" srcOrd="1" destOrd="0" presId="urn:microsoft.com/office/officeart/2005/8/layout/orgChart1"/>
    <dgm:cxn modelId="{5AAB4260-17EC-4F5A-92D8-FA5C30DB6DE2}" type="presParOf" srcId="{76943EDF-B719-4784-AB91-9E9975C5DFFA}" destId="{B1DB7EFF-DAD3-4D2E-A200-5F2461CBC49C}" srcOrd="2" destOrd="0" presId="urn:microsoft.com/office/officeart/2005/8/layout/orgChart1"/>
    <dgm:cxn modelId="{2B854B21-F75A-4076-AE2A-B145FD8DE4D0}" type="presParOf" srcId="{AD53A4B1-01E7-41E8-9724-31F3910545A4}" destId="{089DBBA9-D618-45BC-BF03-72CFDCF25154}" srcOrd="8" destOrd="0" presId="urn:microsoft.com/office/officeart/2005/8/layout/orgChart1"/>
    <dgm:cxn modelId="{3B1065A0-436E-4714-B2D5-7D9166401C50}" type="presParOf" srcId="{AD53A4B1-01E7-41E8-9724-31F3910545A4}" destId="{39874948-1A38-49A3-AE1D-11AC1DE08146}" srcOrd="9" destOrd="0" presId="urn:microsoft.com/office/officeart/2005/8/layout/orgChart1"/>
    <dgm:cxn modelId="{DFF12C0C-F252-4062-940F-F345C111782C}" type="presParOf" srcId="{39874948-1A38-49A3-AE1D-11AC1DE08146}" destId="{BCBE04B1-0B07-465D-A5E5-5C35D8C244B7}" srcOrd="0" destOrd="0" presId="urn:microsoft.com/office/officeart/2005/8/layout/orgChart1"/>
    <dgm:cxn modelId="{6AC06FAD-2A1A-4D79-A7C3-CFBA5E2B9A84}" type="presParOf" srcId="{BCBE04B1-0B07-465D-A5E5-5C35D8C244B7}" destId="{BF13CDB7-AD44-4037-84C9-87E25B3C528E}" srcOrd="0" destOrd="0" presId="urn:microsoft.com/office/officeart/2005/8/layout/orgChart1"/>
    <dgm:cxn modelId="{708F1B16-22EC-49DC-94F1-01D3DD209FCA}" type="presParOf" srcId="{BCBE04B1-0B07-465D-A5E5-5C35D8C244B7}" destId="{31E99A52-0804-4D10-99C6-4A4BD6A3E7A2}" srcOrd="1" destOrd="0" presId="urn:microsoft.com/office/officeart/2005/8/layout/orgChart1"/>
    <dgm:cxn modelId="{ED751C97-D73D-4331-B448-6824C495DF86}" type="presParOf" srcId="{39874948-1A38-49A3-AE1D-11AC1DE08146}" destId="{16543CB4-51E6-49ED-866B-1D72C33BC5AE}" srcOrd="1" destOrd="0" presId="urn:microsoft.com/office/officeart/2005/8/layout/orgChart1"/>
    <dgm:cxn modelId="{0D95EBC4-E43F-4001-B500-36C09A62BB73}" type="presParOf" srcId="{39874948-1A38-49A3-AE1D-11AC1DE08146}" destId="{CE05058F-42C7-47EE-9DCD-CEB82DF352B7}" srcOrd="2" destOrd="0" presId="urn:microsoft.com/office/officeart/2005/8/layout/orgChart1"/>
    <dgm:cxn modelId="{E21A665F-7109-4B0C-B38D-546A6FFAA3B8}" type="presParOf" srcId="{AD53A4B1-01E7-41E8-9724-31F3910545A4}" destId="{A02E2679-5C51-4925-A9B5-02D3DC08FDDB}" srcOrd="10" destOrd="0" presId="urn:microsoft.com/office/officeart/2005/8/layout/orgChart1"/>
    <dgm:cxn modelId="{16C80505-AA1F-4173-A05E-41A747084DF6}" type="presParOf" srcId="{AD53A4B1-01E7-41E8-9724-31F3910545A4}" destId="{02D1F47B-F220-456D-A5D9-A2E338903A80}" srcOrd="11" destOrd="0" presId="urn:microsoft.com/office/officeart/2005/8/layout/orgChart1"/>
    <dgm:cxn modelId="{3D390106-5C96-4EBB-9E27-8759BDA10C3D}" type="presParOf" srcId="{02D1F47B-F220-456D-A5D9-A2E338903A80}" destId="{95864132-FE3C-4689-B766-B951B9C0DF07}" srcOrd="0" destOrd="0" presId="urn:microsoft.com/office/officeart/2005/8/layout/orgChart1"/>
    <dgm:cxn modelId="{17730488-2B12-4D70-B24F-A35953B153CE}" type="presParOf" srcId="{95864132-FE3C-4689-B766-B951B9C0DF07}" destId="{FEF8A59A-705F-4BB4-B60C-90B58D4596D2}" srcOrd="0" destOrd="0" presId="urn:microsoft.com/office/officeart/2005/8/layout/orgChart1"/>
    <dgm:cxn modelId="{93A3ED59-CCDE-48A2-A36A-6D3EFDD921CC}" type="presParOf" srcId="{95864132-FE3C-4689-B766-B951B9C0DF07}" destId="{05BACD72-1A03-4C42-91B0-EE1CA6D86EA1}" srcOrd="1" destOrd="0" presId="urn:microsoft.com/office/officeart/2005/8/layout/orgChart1"/>
    <dgm:cxn modelId="{EF3D6D6A-4585-45A0-B3FF-945DA9F6C3D0}" type="presParOf" srcId="{02D1F47B-F220-456D-A5D9-A2E338903A80}" destId="{C66E26CE-6B48-40C7-882B-DFA87384A00C}" srcOrd="1" destOrd="0" presId="urn:microsoft.com/office/officeart/2005/8/layout/orgChart1"/>
    <dgm:cxn modelId="{3446D495-9793-4521-A6C5-4AFB2E145CB9}" type="presParOf" srcId="{02D1F47B-F220-456D-A5D9-A2E338903A80}" destId="{DD4044A7-A713-4F0B-84B9-73CA01F30DAE}" srcOrd="2" destOrd="0" presId="urn:microsoft.com/office/officeart/2005/8/layout/orgChart1"/>
    <dgm:cxn modelId="{9D973967-C180-4DA1-9783-801A28437A84}" type="presParOf" srcId="{38ED7B2E-63E5-438D-91CD-EFA6DE9BBF61}" destId="{96DEF822-DC52-4FFC-82DA-389CD5B2965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2E2679-5C51-4925-A9B5-02D3DC08FDDB}">
      <dsp:nvSpPr>
        <dsp:cNvPr id="0" name=""/>
        <dsp:cNvSpPr/>
      </dsp:nvSpPr>
      <dsp:spPr>
        <a:xfrm>
          <a:off x="4318336" y="888151"/>
          <a:ext cx="3840371" cy="220099"/>
        </a:xfrm>
        <a:custGeom>
          <a:avLst/>
          <a:gdLst/>
          <a:ahLst/>
          <a:cxnLst/>
          <a:rect l="0" t="0" r="0" b="0"/>
          <a:pathLst>
            <a:path>
              <a:moveTo>
                <a:pt x="0" y="0"/>
              </a:moveTo>
              <a:lnTo>
                <a:pt x="0" y="162688"/>
              </a:lnTo>
              <a:lnTo>
                <a:pt x="3840371" y="162688"/>
              </a:lnTo>
              <a:lnTo>
                <a:pt x="3840371" y="220099"/>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89DBBA9-D618-45BC-BF03-72CFDCF25154}">
      <dsp:nvSpPr>
        <dsp:cNvPr id="0" name=""/>
        <dsp:cNvSpPr/>
      </dsp:nvSpPr>
      <dsp:spPr>
        <a:xfrm>
          <a:off x="4318336" y="888151"/>
          <a:ext cx="2671521" cy="220099"/>
        </a:xfrm>
        <a:custGeom>
          <a:avLst/>
          <a:gdLst/>
          <a:ahLst/>
          <a:cxnLst/>
          <a:rect l="0" t="0" r="0" b="0"/>
          <a:pathLst>
            <a:path>
              <a:moveTo>
                <a:pt x="0" y="0"/>
              </a:moveTo>
              <a:lnTo>
                <a:pt x="0" y="162688"/>
              </a:lnTo>
              <a:lnTo>
                <a:pt x="2671521" y="162688"/>
              </a:lnTo>
              <a:lnTo>
                <a:pt x="2671521" y="220099"/>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8A98744-9734-46C0-B88E-190067F57261}">
      <dsp:nvSpPr>
        <dsp:cNvPr id="0" name=""/>
        <dsp:cNvSpPr/>
      </dsp:nvSpPr>
      <dsp:spPr>
        <a:xfrm>
          <a:off x="4318336" y="888151"/>
          <a:ext cx="1502671" cy="220099"/>
        </a:xfrm>
        <a:custGeom>
          <a:avLst/>
          <a:gdLst/>
          <a:ahLst/>
          <a:cxnLst/>
          <a:rect l="0" t="0" r="0" b="0"/>
          <a:pathLst>
            <a:path>
              <a:moveTo>
                <a:pt x="0" y="0"/>
              </a:moveTo>
              <a:lnTo>
                <a:pt x="0" y="162688"/>
              </a:lnTo>
              <a:lnTo>
                <a:pt x="1502671" y="162688"/>
              </a:lnTo>
              <a:lnTo>
                <a:pt x="1502671" y="220099"/>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13308E3-4ACA-4ECB-86C0-D23765F864F4}">
      <dsp:nvSpPr>
        <dsp:cNvPr id="0" name=""/>
        <dsp:cNvSpPr/>
      </dsp:nvSpPr>
      <dsp:spPr>
        <a:xfrm>
          <a:off x="4318336" y="888151"/>
          <a:ext cx="333821" cy="220099"/>
        </a:xfrm>
        <a:custGeom>
          <a:avLst/>
          <a:gdLst/>
          <a:ahLst/>
          <a:cxnLst/>
          <a:rect l="0" t="0" r="0" b="0"/>
          <a:pathLst>
            <a:path>
              <a:moveTo>
                <a:pt x="0" y="0"/>
              </a:moveTo>
              <a:lnTo>
                <a:pt x="0" y="162688"/>
              </a:lnTo>
              <a:lnTo>
                <a:pt x="333821" y="162688"/>
              </a:lnTo>
              <a:lnTo>
                <a:pt x="333821" y="220099"/>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FF5ED5A-DDE1-4BCA-B771-84C41729B5D2}">
      <dsp:nvSpPr>
        <dsp:cNvPr id="0" name=""/>
        <dsp:cNvSpPr/>
      </dsp:nvSpPr>
      <dsp:spPr>
        <a:xfrm>
          <a:off x="3412771" y="1485969"/>
          <a:ext cx="1812435" cy="310931"/>
        </a:xfrm>
        <a:custGeom>
          <a:avLst/>
          <a:gdLst/>
          <a:ahLst/>
          <a:cxnLst/>
          <a:rect l="0" t="0" r="0" b="0"/>
          <a:pathLst>
            <a:path>
              <a:moveTo>
                <a:pt x="0" y="0"/>
              </a:moveTo>
              <a:lnTo>
                <a:pt x="0" y="253520"/>
              </a:lnTo>
              <a:lnTo>
                <a:pt x="1812435" y="253520"/>
              </a:lnTo>
              <a:lnTo>
                <a:pt x="1812435" y="31093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44FFEA5-B951-47C8-A902-566D78CD3DB3}">
      <dsp:nvSpPr>
        <dsp:cNvPr id="0" name=""/>
        <dsp:cNvSpPr/>
      </dsp:nvSpPr>
      <dsp:spPr>
        <a:xfrm>
          <a:off x="3412771" y="1485969"/>
          <a:ext cx="732003" cy="310931"/>
        </a:xfrm>
        <a:custGeom>
          <a:avLst/>
          <a:gdLst/>
          <a:ahLst/>
          <a:cxnLst/>
          <a:rect l="0" t="0" r="0" b="0"/>
          <a:pathLst>
            <a:path>
              <a:moveTo>
                <a:pt x="0" y="0"/>
              </a:moveTo>
              <a:lnTo>
                <a:pt x="0" y="253520"/>
              </a:lnTo>
              <a:lnTo>
                <a:pt x="732003" y="253520"/>
              </a:lnTo>
              <a:lnTo>
                <a:pt x="732003" y="31093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83F4198-76EF-40E5-A324-B2BA4ED868A0}">
      <dsp:nvSpPr>
        <dsp:cNvPr id="0" name=""/>
        <dsp:cNvSpPr/>
      </dsp:nvSpPr>
      <dsp:spPr>
        <a:xfrm>
          <a:off x="2593784" y="2116268"/>
          <a:ext cx="158894" cy="2668570"/>
        </a:xfrm>
        <a:custGeom>
          <a:avLst/>
          <a:gdLst/>
          <a:ahLst/>
          <a:cxnLst/>
          <a:rect l="0" t="0" r="0" b="0"/>
          <a:pathLst>
            <a:path>
              <a:moveTo>
                <a:pt x="0" y="0"/>
              </a:moveTo>
              <a:lnTo>
                <a:pt x="0" y="2668570"/>
              </a:lnTo>
              <a:lnTo>
                <a:pt x="158894" y="2668570"/>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EAFFECD-D7A8-4CB9-9E6C-14F9BE6F155F}">
      <dsp:nvSpPr>
        <dsp:cNvPr id="0" name=""/>
        <dsp:cNvSpPr/>
      </dsp:nvSpPr>
      <dsp:spPr>
        <a:xfrm>
          <a:off x="2593784" y="2116268"/>
          <a:ext cx="158894" cy="2257692"/>
        </a:xfrm>
        <a:custGeom>
          <a:avLst/>
          <a:gdLst/>
          <a:ahLst/>
          <a:cxnLst/>
          <a:rect l="0" t="0" r="0" b="0"/>
          <a:pathLst>
            <a:path>
              <a:moveTo>
                <a:pt x="0" y="0"/>
              </a:moveTo>
              <a:lnTo>
                <a:pt x="0" y="2257692"/>
              </a:lnTo>
              <a:lnTo>
                <a:pt x="158894" y="2257692"/>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BB8BC63-BB59-49C6-9D47-955B2BC0F7D7}">
      <dsp:nvSpPr>
        <dsp:cNvPr id="0" name=""/>
        <dsp:cNvSpPr/>
      </dsp:nvSpPr>
      <dsp:spPr>
        <a:xfrm>
          <a:off x="2593784" y="2116268"/>
          <a:ext cx="158894" cy="1846814"/>
        </a:xfrm>
        <a:custGeom>
          <a:avLst/>
          <a:gdLst/>
          <a:ahLst/>
          <a:cxnLst/>
          <a:rect l="0" t="0" r="0" b="0"/>
          <a:pathLst>
            <a:path>
              <a:moveTo>
                <a:pt x="0" y="0"/>
              </a:moveTo>
              <a:lnTo>
                <a:pt x="0" y="1846814"/>
              </a:lnTo>
              <a:lnTo>
                <a:pt x="158894" y="1846814"/>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066130E-4230-4CDA-9AEC-500624CF8922}">
      <dsp:nvSpPr>
        <dsp:cNvPr id="0" name=""/>
        <dsp:cNvSpPr/>
      </dsp:nvSpPr>
      <dsp:spPr>
        <a:xfrm>
          <a:off x="2593784" y="2116268"/>
          <a:ext cx="158894" cy="1435936"/>
        </a:xfrm>
        <a:custGeom>
          <a:avLst/>
          <a:gdLst/>
          <a:ahLst/>
          <a:cxnLst/>
          <a:rect l="0" t="0" r="0" b="0"/>
          <a:pathLst>
            <a:path>
              <a:moveTo>
                <a:pt x="0" y="0"/>
              </a:moveTo>
              <a:lnTo>
                <a:pt x="0" y="1435936"/>
              </a:lnTo>
              <a:lnTo>
                <a:pt x="158894" y="1435936"/>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1CA7490-3D66-4E41-9C1B-0213BFCF9834}">
      <dsp:nvSpPr>
        <dsp:cNvPr id="0" name=""/>
        <dsp:cNvSpPr/>
      </dsp:nvSpPr>
      <dsp:spPr>
        <a:xfrm>
          <a:off x="2593784" y="2116268"/>
          <a:ext cx="158894" cy="1025059"/>
        </a:xfrm>
        <a:custGeom>
          <a:avLst/>
          <a:gdLst/>
          <a:ahLst/>
          <a:cxnLst/>
          <a:rect l="0" t="0" r="0" b="0"/>
          <a:pathLst>
            <a:path>
              <a:moveTo>
                <a:pt x="0" y="0"/>
              </a:moveTo>
              <a:lnTo>
                <a:pt x="0" y="1025059"/>
              </a:lnTo>
              <a:lnTo>
                <a:pt x="158894" y="1025059"/>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A972C70-9F29-442A-ABF4-74533481DF89}">
      <dsp:nvSpPr>
        <dsp:cNvPr id="0" name=""/>
        <dsp:cNvSpPr/>
      </dsp:nvSpPr>
      <dsp:spPr>
        <a:xfrm>
          <a:off x="2593784" y="2116268"/>
          <a:ext cx="158894" cy="614181"/>
        </a:xfrm>
        <a:custGeom>
          <a:avLst/>
          <a:gdLst/>
          <a:ahLst/>
          <a:cxnLst/>
          <a:rect l="0" t="0" r="0" b="0"/>
          <a:pathLst>
            <a:path>
              <a:moveTo>
                <a:pt x="0" y="0"/>
              </a:moveTo>
              <a:lnTo>
                <a:pt x="0" y="614181"/>
              </a:lnTo>
              <a:lnTo>
                <a:pt x="158894" y="614181"/>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FFFDB67-403F-4F2C-89DE-BA114B3FBC51}">
      <dsp:nvSpPr>
        <dsp:cNvPr id="0" name=""/>
        <dsp:cNvSpPr/>
      </dsp:nvSpPr>
      <dsp:spPr>
        <a:xfrm>
          <a:off x="2593784" y="2116268"/>
          <a:ext cx="158894" cy="203303"/>
        </a:xfrm>
        <a:custGeom>
          <a:avLst/>
          <a:gdLst/>
          <a:ahLst/>
          <a:cxnLst/>
          <a:rect l="0" t="0" r="0" b="0"/>
          <a:pathLst>
            <a:path>
              <a:moveTo>
                <a:pt x="0" y="0"/>
              </a:moveTo>
              <a:lnTo>
                <a:pt x="0" y="203303"/>
              </a:lnTo>
              <a:lnTo>
                <a:pt x="158894" y="203303"/>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65B87D8-90D8-413D-8B2A-075FA416D2A7}">
      <dsp:nvSpPr>
        <dsp:cNvPr id="0" name=""/>
        <dsp:cNvSpPr/>
      </dsp:nvSpPr>
      <dsp:spPr>
        <a:xfrm>
          <a:off x="3017501" y="1485969"/>
          <a:ext cx="395270" cy="310931"/>
        </a:xfrm>
        <a:custGeom>
          <a:avLst/>
          <a:gdLst/>
          <a:ahLst/>
          <a:cxnLst/>
          <a:rect l="0" t="0" r="0" b="0"/>
          <a:pathLst>
            <a:path>
              <a:moveTo>
                <a:pt x="395270" y="0"/>
              </a:moveTo>
              <a:lnTo>
                <a:pt x="395270" y="253520"/>
              </a:lnTo>
              <a:lnTo>
                <a:pt x="0" y="253520"/>
              </a:lnTo>
              <a:lnTo>
                <a:pt x="0" y="31093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2613D50-256B-4B68-8FAD-AE3AD5188EA2}">
      <dsp:nvSpPr>
        <dsp:cNvPr id="0" name=""/>
        <dsp:cNvSpPr/>
      </dsp:nvSpPr>
      <dsp:spPr>
        <a:xfrm>
          <a:off x="1760127" y="1485969"/>
          <a:ext cx="1652644" cy="341872"/>
        </a:xfrm>
        <a:custGeom>
          <a:avLst/>
          <a:gdLst/>
          <a:ahLst/>
          <a:cxnLst/>
          <a:rect l="0" t="0" r="0" b="0"/>
          <a:pathLst>
            <a:path>
              <a:moveTo>
                <a:pt x="1652644" y="0"/>
              </a:moveTo>
              <a:lnTo>
                <a:pt x="1652644" y="284462"/>
              </a:lnTo>
              <a:lnTo>
                <a:pt x="0" y="284462"/>
              </a:lnTo>
              <a:lnTo>
                <a:pt x="0" y="34187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70151AE-D139-40DF-A603-F0B3F7DDDC4D}">
      <dsp:nvSpPr>
        <dsp:cNvPr id="0" name=""/>
        <dsp:cNvSpPr/>
      </dsp:nvSpPr>
      <dsp:spPr>
        <a:xfrm>
          <a:off x="3412771" y="888151"/>
          <a:ext cx="905564" cy="249788"/>
        </a:xfrm>
        <a:custGeom>
          <a:avLst/>
          <a:gdLst/>
          <a:ahLst/>
          <a:cxnLst/>
          <a:rect l="0" t="0" r="0" b="0"/>
          <a:pathLst>
            <a:path>
              <a:moveTo>
                <a:pt x="905564" y="0"/>
              </a:moveTo>
              <a:lnTo>
                <a:pt x="905564" y="192377"/>
              </a:lnTo>
              <a:lnTo>
                <a:pt x="0" y="192377"/>
              </a:lnTo>
              <a:lnTo>
                <a:pt x="0" y="249788"/>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46BAA9-2B9D-4F2A-B565-A2DCB6505964}">
      <dsp:nvSpPr>
        <dsp:cNvPr id="0" name=""/>
        <dsp:cNvSpPr/>
      </dsp:nvSpPr>
      <dsp:spPr>
        <a:xfrm>
          <a:off x="2098445" y="888151"/>
          <a:ext cx="2219890" cy="249660"/>
        </a:xfrm>
        <a:custGeom>
          <a:avLst/>
          <a:gdLst/>
          <a:ahLst/>
          <a:cxnLst/>
          <a:rect l="0" t="0" r="0" b="0"/>
          <a:pathLst>
            <a:path>
              <a:moveTo>
                <a:pt x="2219890" y="0"/>
              </a:moveTo>
              <a:lnTo>
                <a:pt x="2219890" y="192249"/>
              </a:lnTo>
              <a:lnTo>
                <a:pt x="0" y="192249"/>
              </a:lnTo>
              <a:lnTo>
                <a:pt x="0" y="249660"/>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4371B5-9FE0-4A41-B872-D27DD755166A}">
      <dsp:nvSpPr>
        <dsp:cNvPr id="0" name=""/>
        <dsp:cNvSpPr/>
      </dsp:nvSpPr>
      <dsp:spPr>
        <a:xfrm>
          <a:off x="676529" y="888151"/>
          <a:ext cx="3641806" cy="249660"/>
        </a:xfrm>
        <a:custGeom>
          <a:avLst/>
          <a:gdLst/>
          <a:ahLst/>
          <a:cxnLst/>
          <a:rect l="0" t="0" r="0" b="0"/>
          <a:pathLst>
            <a:path>
              <a:moveTo>
                <a:pt x="3641806" y="0"/>
              </a:moveTo>
              <a:lnTo>
                <a:pt x="3641806" y="192249"/>
              </a:lnTo>
              <a:lnTo>
                <a:pt x="0" y="192249"/>
              </a:lnTo>
              <a:lnTo>
                <a:pt x="0" y="249660"/>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3C8968-31FF-46A5-BCB3-A2E771257413}">
      <dsp:nvSpPr>
        <dsp:cNvPr id="0" name=""/>
        <dsp:cNvSpPr/>
      </dsp:nvSpPr>
      <dsp:spPr>
        <a:xfrm>
          <a:off x="3280708" y="325583"/>
          <a:ext cx="2075256" cy="562567"/>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Chapter 28 – Change happens</a:t>
          </a:r>
          <a:endParaRPr lang="en-US" sz="1600" kern="1200" dirty="0"/>
        </a:p>
      </dsp:txBody>
      <dsp:txXfrm>
        <a:off x="3280708" y="325583"/>
        <a:ext cx="2075256" cy="562567"/>
      </dsp:txXfrm>
    </dsp:sp>
    <dsp:sp modelId="{C9422C4E-2B02-4D33-A16B-EF7B187ECAB7}">
      <dsp:nvSpPr>
        <dsp:cNvPr id="0" name=""/>
        <dsp:cNvSpPr/>
      </dsp:nvSpPr>
      <dsp:spPr>
        <a:xfrm>
          <a:off x="22982" y="1137811"/>
          <a:ext cx="1307094" cy="362327"/>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Why manage changes?</a:t>
          </a:r>
          <a:endParaRPr lang="en-US" sz="1200" kern="1200" dirty="0"/>
        </a:p>
      </dsp:txBody>
      <dsp:txXfrm>
        <a:off x="22982" y="1137811"/>
        <a:ext cx="1307094" cy="362327"/>
      </dsp:txXfrm>
    </dsp:sp>
    <dsp:sp modelId="{02B28F85-DE51-42FF-859E-1DD3A478F426}">
      <dsp:nvSpPr>
        <dsp:cNvPr id="0" name=""/>
        <dsp:cNvSpPr/>
      </dsp:nvSpPr>
      <dsp:spPr>
        <a:xfrm>
          <a:off x="1444898" y="1137811"/>
          <a:ext cx="1307094" cy="362327"/>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Manage scope creep</a:t>
          </a:r>
          <a:endParaRPr lang="en-US" sz="1200" kern="1200" dirty="0"/>
        </a:p>
      </dsp:txBody>
      <dsp:txXfrm>
        <a:off x="1444898" y="1137811"/>
        <a:ext cx="1307094" cy="362327"/>
      </dsp:txXfrm>
    </dsp:sp>
    <dsp:sp modelId="{F3605272-BB3C-482A-BD0E-4FF39B81FDEE}">
      <dsp:nvSpPr>
        <dsp:cNvPr id="0" name=""/>
        <dsp:cNvSpPr/>
      </dsp:nvSpPr>
      <dsp:spPr>
        <a:xfrm>
          <a:off x="2830066" y="1137940"/>
          <a:ext cx="1165410" cy="348029"/>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CCB – Change Control Board</a:t>
          </a:r>
          <a:endParaRPr lang="en-US" sz="1200" kern="1200" dirty="0"/>
        </a:p>
      </dsp:txBody>
      <dsp:txXfrm>
        <a:off x="2830066" y="1137940"/>
        <a:ext cx="1165410" cy="348029"/>
      </dsp:txXfrm>
    </dsp:sp>
    <dsp:sp modelId="{81981569-26A3-407E-B3D1-78BFB78884B6}">
      <dsp:nvSpPr>
        <dsp:cNvPr id="0" name=""/>
        <dsp:cNvSpPr/>
      </dsp:nvSpPr>
      <dsp:spPr>
        <a:xfrm>
          <a:off x="1147221" y="1827842"/>
          <a:ext cx="1225812" cy="299971"/>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Change control policy</a:t>
          </a:r>
          <a:endParaRPr lang="en-US" sz="1200" kern="1200" dirty="0"/>
        </a:p>
      </dsp:txBody>
      <dsp:txXfrm>
        <a:off x="1147221" y="1827842"/>
        <a:ext cx="1225812" cy="299971"/>
      </dsp:txXfrm>
    </dsp:sp>
    <dsp:sp modelId="{09E5B8C7-1821-400D-883E-9F810704649A}">
      <dsp:nvSpPr>
        <dsp:cNvPr id="0" name=""/>
        <dsp:cNvSpPr/>
      </dsp:nvSpPr>
      <dsp:spPr>
        <a:xfrm>
          <a:off x="2487854" y="1796900"/>
          <a:ext cx="1059293" cy="31936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Change control process</a:t>
          </a:r>
          <a:endParaRPr lang="en-US" sz="1200" kern="1200" dirty="0"/>
        </a:p>
      </dsp:txBody>
      <dsp:txXfrm>
        <a:off x="2487854" y="1796900"/>
        <a:ext cx="1059293" cy="319367"/>
      </dsp:txXfrm>
    </dsp:sp>
    <dsp:sp modelId="{A1D21C3D-806E-4A89-982B-C98B0A164436}">
      <dsp:nvSpPr>
        <dsp:cNvPr id="0" name=""/>
        <dsp:cNvSpPr/>
      </dsp:nvSpPr>
      <dsp:spPr>
        <a:xfrm>
          <a:off x="2752678" y="2171544"/>
          <a:ext cx="944423" cy="296056"/>
        </a:xfrm>
        <a:prstGeom prst="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Purpose &amp; scope</a:t>
          </a:r>
          <a:endParaRPr lang="en-US" sz="1200" kern="1200" dirty="0"/>
        </a:p>
      </dsp:txBody>
      <dsp:txXfrm>
        <a:off x="2752678" y="2171544"/>
        <a:ext cx="944423" cy="296056"/>
      </dsp:txXfrm>
    </dsp:sp>
    <dsp:sp modelId="{6158870E-E369-477F-BB6E-9E81E21EFFFA}">
      <dsp:nvSpPr>
        <dsp:cNvPr id="0" name=""/>
        <dsp:cNvSpPr/>
      </dsp:nvSpPr>
      <dsp:spPr>
        <a:xfrm>
          <a:off x="2752678" y="2582421"/>
          <a:ext cx="944423" cy="296056"/>
        </a:xfrm>
        <a:prstGeom prst="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Roles &amp; responsibilities</a:t>
          </a:r>
          <a:endParaRPr lang="en-US" sz="1200" kern="1200" dirty="0"/>
        </a:p>
      </dsp:txBody>
      <dsp:txXfrm>
        <a:off x="2752678" y="2582421"/>
        <a:ext cx="944423" cy="296056"/>
      </dsp:txXfrm>
    </dsp:sp>
    <dsp:sp modelId="{82BE0ABC-8561-4EE6-8C7B-BD5AC4AE0429}">
      <dsp:nvSpPr>
        <dsp:cNvPr id="0" name=""/>
        <dsp:cNvSpPr/>
      </dsp:nvSpPr>
      <dsp:spPr>
        <a:xfrm>
          <a:off x="2752678" y="2993299"/>
          <a:ext cx="944423" cy="296056"/>
        </a:xfrm>
        <a:prstGeom prst="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Change request states</a:t>
          </a:r>
          <a:endParaRPr lang="en-US" sz="1200" kern="1200" dirty="0"/>
        </a:p>
      </dsp:txBody>
      <dsp:txXfrm>
        <a:off x="2752678" y="2993299"/>
        <a:ext cx="944423" cy="296056"/>
      </dsp:txXfrm>
    </dsp:sp>
    <dsp:sp modelId="{4CB6B6DB-3858-4178-AAA6-08B310D03356}">
      <dsp:nvSpPr>
        <dsp:cNvPr id="0" name=""/>
        <dsp:cNvSpPr/>
      </dsp:nvSpPr>
      <dsp:spPr>
        <a:xfrm>
          <a:off x="2752678" y="3404177"/>
          <a:ext cx="944423" cy="296056"/>
        </a:xfrm>
        <a:prstGeom prst="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Entry criteria</a:t>
          </a:r>
          <a:endParaRPr lang="en-US" sz="1200" kern="1200" dirty="0"/>
        </a:p>
      </dsp:txBody>
      <dsp:txXfrm>
        <a:off x="2752678" y="3404177"/>
        <a:ext cx="944423" cy="296056"/>
      </dsp:txXfrm>
    </dsp:sp>
    <dsp:sp modelId="{4ED489FD-3030-4E43-8BAA-6B50A9502206}">
      <dsp:nvSpPr>
        <dsp:cNvPr id="0" name=""/>
        <dsp:cNvSpPr/>
      </dsp:nvSpPr>
      <dsp:spPr>
        <a:xfrm>
          <a:off x="2752678" y="3815055"/>
          <a:ext cx="944423" cy="296056"/>
        </a:xfrm>
        <a:prstGeom prst="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Tasks</a:t>
          </a:r>
          <a:endParaRPr lang="en-US" sz="1200" kern="1200" dirty="0"/>
        </a:p>
      </dsp:txBody>
      <dsp:txXfrm>
        <a:off x="2752678" y="3815055"/>
        <a:ext cx="944423" cy="296056"/>
      </dsp:txXfrm>
    </dsp:sp>
    <dsp:sp modelId="{F6E9ED58-EB72-423B-8915-C2D13B8A232E}">
      <dsp:nvSpPr>
        <dsp:cNvPr id="0" name=""/>
        <dsp:cNvSpPr/>
      </dsp:nvSpPr>
      <dsp:spPr>
        <a:xfrm>
          <a:off x="2752678" y="4225932"/>
          <a:ext cx="944423" cy="296056"/>
        </a:xfrm>
        <a:prstGeom prst="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Exit criteria</a:t>
          </a:r>
          <a:endParaRPr lang="en-US" sz="1200" kern="1200" dirty="0"/>
        </a:p>
      </dsp:txBody>
      <dsp:txXfrm>
        <a:off x="2752678" y="4225932"/>
        <a:ext cx="944423" cy="296056"/>
      </dsp:txXfrm>
    </dsp:sp>
    <dsp:sp modelId="{BE882113-16F1-4607-9C56-DF0526D1A480}">
      <dsp:nvSpPr>
        <dsp:cNvPr id="0" name=""/>
        <dsp:cNvSpPr/>
      </dsp:nvSpPr>
      <dsp:spPr>
        <a:xfrm>
          <a:off x="2752678" y="4636810"/>
          <a:ext cx="944423" cy="296056"/>
        </a:xfrm>
        <a:prstGeom prst="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CC status reporting</a:t>
          </a:r>
          <a:endParaRPr lang="en-US" sz="1200" kern="1200" dirty="0"/>
        </a:p>
      </dsp:txBody>
      <dsp:txXfrm>
        <a:off x="2752678" y="4636810"/>
        <a:ext cx="944423" cy="296056"/>
      </dsp:txXfrm>
    </dsp:sp>
    <dsp:sp modelId="{67AB7DCC-2807-4A94-B4FC-DDD79641C5E0}">
      <dsp:nvSpPr>
        <dsp:cNvPr id="0" name=""/>
        <dsp:cNvSpPr/>
      </dsp:nvSpPr>
      <dsp:spPr>
        <a:xfrm>
          <a:off x="3661970" y="1796900"/>
          <a:ext cx="965610" cy="30547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CCB composition</a:t>
          </a:r>
          <a:endParaRPr lang="en-US" sz="1200" kern="1200" dirty="0"/>
        </a:p>
      </dsp:txBody>
      <dsp:txXfrm>
        <a:off x="3661970" y="1796900"/>
        <a:ext cx="965610" cy="305477"/>
      </dsp:txXfrm>
    </dsp:sp>
    <dsp:sp modelId="{740DB2C5-D7D1-4EBF-8531-EEA75F91BDEA}">
      <dsp:nvSpPr>
        <dsp:cNvPr id="0" name=""/>
        <dsp:cNvSpPr/>
      </dsp:nvSpPr>
      <dsp:spPr>
        <a:xfrm>
          <a:off x="4742401" y="1796900"/>
          <a:ext cx="965610" cy="31202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CCB charter</a:t>
          </a:r>
          <a:endParaRPr lang="en-US" sz="1200" kern="1200" dirty="0"/>
        </a:p>
      </dsp:txBody>
      <dsp:txXfrm>
        <a:off x="4742401" y="1796900"/>
        <a:ext cx="965610" cy="312027"/>
      </dsp:txXfrm>
    </dsp:sp>
    <dsp:sp modelId="{9D593D37-6118-4963-A9DF-B6903D6AF6AD}">
      <dsp:nvSpPr>
        <dsp:cNvPr id="0" name=""/>
        <dsp:cNvSpPr/>
      </dsp:nvSpPr>
      <dsp:spPr>
        <a:xfrm>
          <a:off x="4125143" y="1108250"/>
          <a:ext cx="1054028" cy="363959"/>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Change control tools</a:t>
          </a:r>
          <a:endParaRPr lang="en-US" sz="1200" kern="1200" dirty="0"/>
        </a:p>
      </dsp:txBody>
      <dsp:txXfrm>
        <a:off x="4125143" y="1108250"/>
        <a:ext cx="1054028" cy="363959"/>
      </dsp:txXfrm>
    </dsp:sp>
    <dsp:sp modelId="{EE0F175B-0AD9-4B80-8156-BF24FCC9C0C5}">
      <dsp:nvSpPr>
        <dsp:cNvPr id="0" name=""/>
        <dsp:cNvSpPr/>
      </dsp:nvSpPr>
      <dsp:spPr>
        <a:xfrm>
          <a:off x="5293993" y="1108250"/>
          <a:ext cx="1054028" cy="372472"/>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Measuring change activity</a:t>
          </a:r>
          <a:endParaRPr lang="en-US" sz="1200" kern="1200" dirty="0"/>
        </a:p>
      </dsp:txBody>
      <dsp:txXfrm>
        <a:off x="5293993" y="1108250"/>
        <a:ext cx="1054028" cy="372472"/>
      </dsp:txXfrm>
    </dsp:sp>
    <dsp:sp modelId="{BF13CDB7-AD44-4037-84C9-87E25B3C528E}">
      <dsp:nvSpPr>
        <dsp:cNvPr id="0" name=""/>
        <dsp:cNvSpPr/>
      </dsp:nvSpPr>
      <dsp:spPr>
        <a:xfrm>
          <a:off x="6462843" y="1108250"/>
          <a:ext cx="1054028" cy="372472"/>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Change impact analysis</a:t>
          </a:r>
          <a:endParaRPr lang="en-US" sz="1200" kern="1200" dirty="0"/>
        </a:p>
      </dsp:txBody>
      <dsp:txXfrm>
        <a:off x="6462843" y="1108250"/>
        <a:ext cx="1054028" cy="372472"/>
      </dsp:txXfrm>
    </dsp:sp>
    <dsp:sp modelId="{FEF8A59A-705F-4BB4-B60C-90B58D4596D2}">
      <dsp:nvSpPr>
        <dsp:cNvPr id="0" name=""/>
        <dsp:cNvSpPr/>
      </dsp:nvSpPr>
      <dsp:spPr>
        <a:xfrm>
          <a:off x="7631693" y="1108250"/>
          <a:ext cx="1054028" cy="372472"/>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CC on Agile project</a:t>
          </a:r>
          <a:endParaRPr lang="en-US" sz="1200" kern="1200" dirty="0"/>
        </a:p>
      </dsp:txBody>
      <dsp:txXfrm>
        <a:off x="7631693" y="1108250"/>
        <a:ext cx="1054028" cy="37247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2E2679-5C51-4925-A9B5-02D3DC08FDDB}">
      <dsp:nvSpPr>
        <dsp:cNvPr id="0" name=""/>
        <dsp:cNvSpPr/>
      </dsp:nvSpPr>
      <dsp:spPr>
        <a:xfrm>
          <a:off x="4319612" y="533928"/>
          <a:ext cx="3432518" cy="219818"/>
        </a:xfrm>
        <a:custGeom>
          <a:avLst/>
          <a:gdLst/>
          <a:ahLst/>
          <a:cxnLst/>
          <a:rect l="0" t="0" r="0" b="0"/>
          <a:pathLst>
            <a:path>
              <a:moveTo>
                <a:pt x="0" y="0"/>
              </a:moveTo>
              <a:lnTo>
                <a:pt x="0" y="165330"/>
              </a:lnTo>
              <a:lnTo>
                <a:pt x="3432518" y="165330"/>
              </a:lnTo>
              <a:lnTo>
                <a:pt x="3432518" y="219818"/>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89DBBA9-D618-45BC-BF03-72CFDCF25154}">
      <dsp:nvSpPr>
        <dsp:cNvPr id="0" name=""/>
        <dsp:cNvSpPr/>
      </dsp:nvSpPr>
      <dsp:spPr>
        <a:xfrm>
          <a:off x="4319612" y="533928"/>
          <a:ext cx="2062446" cy="219818"/>
        </a:xfrm>
        <a:custGeom>
          <a:avLst/>
          <a:gdLst/>
          <a:ahLst/>
          <a:cxnLst/>
          <a:rect l="0" t="0" r="0" b="0"/>
          <a:pathLst>
            <a:path>
              <a:moveTo>
                <a:pt x="0" y="0"/>
              </a:moveTo>
              <a:lnTo>
                <a:pt x="0" y="165330"/>
              </a:lnTo>
              <a:lnTo>
                <a:pt x="2062446" y="165330"/>
              </a:lnTo>
              <a:lnTo>
                <a:pt x="2062446" y="219818"/>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8A98744-9734-46C0-B88E-190067F57261}">
      <dsp:nvSpPr>
        <dsp:cNvPr id="0" name=""/>
        <dsp:cNvSpPr/>
      </dsp:nvSpPr>
      <dsp:spPr>
        <a:xfrm>
          <a:off x="4319612" y="533928"/>
          <a:ext cx="604007" cy="219818"/>
        </a:xfrm>
        <a:custGeom>
          <a:avLst/>
          <a:gdLst/>
          <a:ahLst/>
          <a:cxnLst/>
          <a:rect l="0" t="0" r="0" b="0"/>
          <a:pathLst>
            <a:path>
              <a:moveTo>
                <a:pt x="0" y="0"/>
              </a:moveTo>
              <a:lnTo>
                <a:pt x="0" y="165330"/>
              </a:lnTo>
              <a:lnTo>
                <a:pt x="604007" y="165330"/>
              </a:lnTo>
              <a:lnTo>
                <a:pt x="604007" y="219818"/>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13308E3-4ACA-4ECB-86C0-D23765F864F4}">
      <dsp:nvSpPr>
        <dsp:cNvPr id="0" name=""/>
        <dsp:cNvSpPr/>
      </dsp:nvSpPr>
      <dsp:spPr>
        <a:xfrm>
          <a:off x="3465180" y="533928"/>
          <a:ext cx="854431" cy="219818"/>
        </a:xfrm>
        <a:custGeom>
          <a:avLst/>
          <a:gdLst/>
          <a:ahLst/>
          <a:cxnLst/>
          <a:rect l="0" t="0" r="0" b="0"/>
          <a:pathLst>
            <a:path>
              <a:moveTo>
                <a:pt x="854431" y="0"/>
              </a:moveTo>
              <a:lnTo>
                <a:pt x="854431" y="165330"/>
              </a:lnTo>
              <a:lnTo>
                <a:pt x="0" y="165330"/>
              </a:lnTo>
              <a:lnTo>
                <a:pt x="0" y="219818"/>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FD3905E-2ADE-45B3-ADD2-2211418CC78A}">
      <dsp:nvSpPr>
        <dsp:cNvPr id="0" name=""/>
        <dsp:cNvSpPr/>
      </dsp:nvSpPr>
      <dsp:spPr>
        <a:xfrm>
          <a:off x="1716094" y="1276543"/>
          <a:ext cx="180001" cy="3591631"/>
        </a:xfrm>
        <a:custGeom>
          <a:avLst/>
          <a:gdLst/>
          <a:ahLst/>
          <a:cxnLst/>
          <a:rect l="0" t="0" r="0" b="0"/>
          <a:pathLst>
            <a:path>
              <a:moveTo>
                <a:pt x="0" y="0"/>
              </a:moveTo>
              <a:lnTo>
                <a:pt x="0" y="3591631"/>
              </a:lnTo>
              <a:lnTo>
                <a:pt x="180001" y="359163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753A283-E1A4-48DA-99EE-28B732FC61C1}">
      <dsp:nvSpPr>
        <dsp:cNvPr id="0" name=""/>
        <dsp:cNvSpPr/>
      </dsp:nvSpPr>
      <dsp:spPr>
        <a:xfrm>
          <a:off x="1716094" y="1276543"/>
          <a:ext cx="180001" cy="3157802"/>
        </a:xfrm>
        <a:custGeom>
          <a:avLst/>
          <a:gdLst/>
          <a:ahLst/>
          <a:cxnLst/>
          <a:rect l="0" t="0" r="0" b="0"/>
          <a:pathLst>
            <a:path>
              <a:moveTo>
                <a:pt x="0" y="0"/>
              </a:moveTo>
              <a:lnTo>
                <a:pt x="0" y="3157802"/>
              </a:lnTo>
              <a:lnTo>
                <a:pt x="180001" y="315780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CEFB9B2-CE4C-4608-BF38-6485765BC653}">
      <dsp:nvSpPr>
        <dsp:cNvPr id="0" name=""/>
        <dsp:cNvSpPr/>
      </dsp:nvSpPr>
      <dsp:spPr>
        <a:xfrm>
          <a:off x="1716094" y="1276543"/>
          <a:ext cx="180001" cy="2753183"/>
        </a:xfrm>
        <a:custGeom>
          <a:avLst/>
          <a:gdLst/>
          <a:ahLst/>
          <a:cxnLst/>
          <a:rect l="0" t="0" r="0" b="0"/>
          <a:pathLst>
            <a:path>
              <a:moveTo>
                <a:pt x="0" y="0"/>
              </a:moveTo>
              <a:lnTo>
                <a:pt x="0" y="2753183"/>
              </a:lnTo>
              <a:lnTo>
                <a:pt x="180001" y="2753183"/>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89B7E6B-46C3-4731-B56D-9480C7D9B397}">
      <dsp:nvSpPr>
        <dsp:cNvPr id="0" name=""/>
        <dsp:cNvSpPr/>
      </dsp:nvSpPr>
      <dsp:spPr>
        <a:xfrm>
          <a:off x="1716094" y="1276543"/>
          <a:ext cx="192102" cy="2349691"/>
        </a:xfrm>
        <a:custGeom>
          <a:avLst/>
          <a:gdLst/>
          <a:ahLst/>
          <a:cxnLst/>
          <a:rect l="0" t="0" r="0" b="0"/>
          <a:pathLst>
            <a:path>
              <a:moveTo>
                <a:pt x="0" y="0"/>
              </a:moveTo>
              <a:lnTo>
                <a:pt x="0" y="2349691"/>
              </a:lnTo>
              <a:lnTo>
                <a:pt x="192102" y="234969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FF5ED5A-DDE1-4BCA-B771-84C41729B5D2}">
      <dsp:nvSpPr>
        <dsp:cNvPr id="0" name=""/>
        <dsp:cNvSpPr/>
      </dsp:nvSpPr>
      <dsp:spPr>
        <a:xfrm>
          <a:off x="1716094" y="1276543"/>
          <a:ext cx="180001" cy="1928526"/>
        </a:xfrm>
        <a:custGeom>
          <a:avLst/>
          <a:gdLst/>
          <a:ahLst/>
          <a:cxnLst/>
          <a:rect l="0" t="0" r="0" b="0"/>
          <a:pathLst>
            <a:path>
              <a:moveTo>
                <a:pt x="0" y="0"/>
              </a:moveTo>
              <a:lnTo>
                <a:pt x="0" y="1928526"/>
              </a:lnTo>
              <a:lnTo>
                <a:pt x="180001" y="192852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44FFEA5-B951-47C8-A902-566D78CD3DB3}">
      <dsp:nvSpPr>
        <dsp:cNvPr id="0" name=""/>
        <dsp:cNvSpPr/>
      </dsp:nvSpPr>
      <dsp:spPr>
        <a:xfrm>
          <a:off x="1716094" y="1276543"/>
          <a:ext cx="180001" cy="1508320"/>
        </a:xfrm>
        <a:custGeom>
          <a:avLst/>
          <a:gdLst/>
          <a:ahLst/>
          <a:cxnLst/>
          <a:rect l="0" t="0" r="0" b="0"/>
          <a:pathLst>
            <a:path>
              <a:moveTo>
                <a:pt x="0" y="0"/>
              </a:moveTo>
              <a:lnTo>
                <a:pt x="0" y="1508320"/>
              </a:lnTo>
              <a:lnTo>
                <a:pt x="180001" y="150832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83F4198-76EF-40E5-A324-B2BA4ED868A0}">
      <dsp:nvSpPr>
        <dsp:cNvPr id="0" name=""/>
        <dsp:cNvSpPr/>
      </dsp:nvSpPr>
      <dsp:spPr>
        <a:xfrm>
          <a:off x="1716094" y="1276543"/>
          <a:ext cx="194967" cy="1072654"/>
        </a:xfrm>
        <a:custGeom>
          <a:avLst/>
          <a:gdLst/>
          <a:ahLst/>
          <a:cxnLst/>
          <a:rect l="0" t="0" r="0" b="0"/>
          <a:pathLst>
            <a:path>
              <a:moveTo>
                <a:pt x="0" y="0"/>
              </a:moveTo>
              <a:lnTo>
                <a:pt x="0" y="1072654"/>
              </a:lnTo>
              <a:lnTo>
                <a:pt x="194967" y="1072654"/>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65B87D8-90D8-413D-8B2A-075FA416D2A7}">
      <dsp:nvSpPr>
        <dsp:cNvPr id="0" name=""/>
        <dsp:cNvSpPr/>
      </dsp:nvSpPr>
      <dsp:spPr>
        <a:xfrm>
          <a:off x="1716094" y="1276543"/>
          <a:ext cx="167686" cy="690682"/>
        </a:xfrm>
        <a:custGeom>
          <a:avLst/>
          <a:gdLst/>
          <a:ahLst/>
          <a:cxnLst/>
          <a:rect l="0" t="0" r="0" b="0"/>
          <a:pathLst>
            <a:path>
              <a:moveTo>
                <a:pt x="0" y="0"/>
              </a:moveTo>
              <a:lnTo>
                <a:pt x="0" y="690682"/>
              </a:lnTo>
              <a:lnTo>
                <a:pt x="167686" y="69068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2613D50-256B-4B68-8FAD-AE3AD5188EA2}">
      <dsp:nvSpPr>
        <dsp:cNvPr id="0" name=""/>
        <dsp:cNvSpPr/>
      </dsp:nvSpPr>
      <dsp:spPr>
        <a:xfrm>
          <a:off x="1716094" y="1276543"/>
          <a:ext cx="180001" cy="310720"/>
        </a:xfrm>
        <a:custGeom>
          <a:avLst/>
          <a:gdLst/>
          <a:ahLst/>
          <a:cxnLst/>
          <a:rect l="0" t="0" r="0" b="0"/>
          <a:pathLst>
            <a:path>
              <a:moveTo>
                <a:pt x="0" y="0"/>
              </a:moveTo>
              <a:lnTo>
                <a:pt x="0" y="310720"/>
              </a:lnTo>
              <a:lnTo>
                <a:pt x="180001" y="31072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70151AE-D139-40DF-A603-F0B3F7DDDC4D}">
      <dsp:nvSpPr>
        <dsp:cNvPr id="0" name=""/>
        <dsp:cNvSpPr/>
      </dsp:nvSpPr>
      <dsp:spPr>
        <a:xfrm>
          <a:off x="2158526" y="533928"/>
          <a:ext cx="2161085" cy="247996"/>
        </a:xfrm>
        <a:custGeom>
          <a:avLst/>
          <a:gdLst/>
          <a:ahLst/>
          <a:cxnLst/>
          <a:rect l="0" t="0" r="0" b="0"/>
          <a:pathLst>
            <a:path>
              <a:moveTo>
                <a:pt x="2161085" y="0"/>
              </a:moveTo>
              <a:lnTo>
                <a:pt x="2161085" y="193508"/>
              </a:lnTo>
              <a:lnTo>
                <a:pt x="0" y="193508"/>
              </a:lnTo>
              <a:lnTo>
                <a:pt x="0" y="247996"/>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4371B5-9FE0-4A41-B872-D27DD755166A}">
      <dsp:nvSpPr>
        <dsp:cNvPr id="0" name=""/>
        <dsp:cNvSpPr/>
      </dsp:nvSpPr>
      <dsp:spPr>
        <a:xfrm>
          <a:off x="928148" y="533928"/>
          <a:ext cx="3391463" cy="247874"/>
        </a:xfrm>
        <a:custGeom>
          <a:avLst/>
          <a:gdLst/>
          <a:ahLst/>
          <a:cxnLst/>
          <a:rect l="0" t="0" r="0" b="0"/>
          <a:pathLst>
            <a:path>
              <a:moveTo>
                <a:pt x="3391463" y="0"/>
              </a:moveTo>
              <a:lnTo>
                <a:pt x="3391463" y="193386"/>
              </a:lnTo>
              <a:lnTo>
                <a:pt x="0" y="193386"/>
              </a:lnTo>
              <a:lnTo>
                <a:pt x="0" y="247874"/>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3C8968-31FF-46A5-BCB3-A2E771257413}">
      <dsp:nvSpPr>
        <dsp:cNvPr id="0" name=""/>
        <dsp:cNvSpPr/>
      </dsp:nvSpPr>
      <dsp:spPr>
        <a:xfrm>
          <a:off x="3334808" y="0"/>
          <a:ext cx="1969606" cy="533928"/>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Chapter 29 – Links in the requirements chain</a:t>
          </a:r>
          <a:endParaRPr lang="en-US" sz="1600" kern="1200" dirty="0"/>
        </a:p>
      </dsp:txBody>
      <dsp:txXfrm>
        <a:off x="3334808" y="0"/>
        <a:ext cx="1969606" cy="533928"/>
      </dsp:txXfrm>
    </dsp:sp>
    <dsp:sp modelId="{C9422C4E-2B02-4D33-A16B-EF7B187ECAB7}">
      <dsp:nvSpPr>
        <dsp:cNvPr id="0" name=""/>
        <dsp:cNvSpPr/>
      </dsp:nvSpPr>
      <dsp:spPr>
        <a:xfrm>
          <a:off x="324909" y="781802"/>
          <a:ext cx="1206478" cy="514937"/>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Tracing requirements</a:t>
          </a:r>
          <a:endParaRPr lang="en-US" sz="1200" kern="1200" dirty="0"/>
        </a:p>
      </dsp:txBody>
      <dsp:txXfrm>
        <a:off x="324909" y="781802"/>
        <a:ext cx="1206478" cy="514937"/>
      </dsp:txXfrm>
    </dsp:sp>
    <dsp:sp modelId="{F3605272-BB3C-482A-BD0E-4FF39B81FDEE}">
      <dsp:nvSpPr>
        <dsp:cNvPr id="0" name=""/>
        <dsp:cNvSpPr/>
      </dsp:nvSpPr>
      <dsp:spPr>
        <a:xfrm>
          <a:off x="1605486" y="781924"/>
          <a:ext cx="1106080" cy="494618"/>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Motivations for tracing requirements</a:t>
          </a:r>
          <a:endParaRPr lang="en-US" sz="1200" kern="1200" dirty="0"/>
        </a:p>
      </dsp:txBody>
      <dsp:txXfrm>
        <a:off x="1605486" y="781924"/>
        <a:ext cx="1106080" cy="494618"/>
      </dsp:txXfrm>
    </dsp:sp>
    <dsp:sp modelId="{81981569-26A3-407E-B3D1-78BFB78884B6}">
      <dsp:nvSpPr>
        <dsp:cNvPr id="0" name=""/>
        <dsp:cNvSpPr/>
      </dsp:nvSpPr>
      <dsp:spPr>
        <a:xfrm>
          <a:off x="1896095" y="1429913"/>
          <a:ext cx="1954625" cy="31469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Finding missing requirements</a:t>
          </a:r>
          <a:endParaRPr lang="en-US" sz="1200" kern="1200" dirty="0"/>
        </a:p>
      </dsp:txBody>
      <dsp:txXfrm>
        <a:off x="1896095" y="1429913"/>
        <a:ext cx="1954625" cy="314699"/>
      </dsp:txXfrm>
    </dsp:sp>
    <dsp:sp modelId="{09E5B8C7-1821-400D-883E-9F810704649A}">
      <dsp:nvSpPr>
        <dsp:cNvPr id="0" name=""/>
        <dsp:cNvSpPr/>
      </dsp:nvSpPr>
      <dsp:spPr>
        <a:xfrm>
          <a:off x="1883781" y="1813335"/>
          <a:ext cx="1977702" cy="30777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Finding unnecessary requirements</a:t>
          </a:r>
          <a:endParaRPr lang="en-US" sz="1200" kern="1200" dirty="0"/>
        </a:p>
      </dsp:txBody>
      <dsp:txXfrm>
        <a:off x="1883781" y="1813335"/>
        <a:ext cx="1977702" cy="307779"/>
      </dsp:txXfrm>
    </dsp:sp>
    <dsp:sp modelId="{BE882113-16F1-4607-9C56-DF0526D1A480}">
      <dsp:nvSpPr>
        <dsp:cNvPr id="0" name=""/>
        <dsp:cNvSpPr/>
      </dsp:nvSpPr>
      <dsp:spPr>
        <a:xfrm>
          <a:off x="1911061" y="2169907"/>
          <a:ext cx="1945595" cy="35858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Certification and compliance</a:t>
          </a:r>
          <a:endParaRPr lang="en-US" sz="1200" kern="1200" dirty="0"/>
        </a:p>
      </dsp:txBody>
      <dsp:txXfrm>
        <a:off x="1911061" y="2169907"/>
        <a:ext cx="1945595" cy="358580"/>
      </dsp:txXfrm>
    </dsp:sp>
    <dsp:sp modelId="{67AB7DCC-2807-4A94-B4FC-DDD79641C5E0}">
      <dsp:nvSpPr>
        <dsp:cNvPr id="0" name=""/>
        <dsp:cNvSpPr/>
      </dsp:nvSpPr>
      <dsp:spPr>
        <a:xfrm>
          <a:off x="1896095" y="2602036"/>
          <a:ext cx="2002844" cy="36565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Change impact analysis</a:t>
          </a:r>
          <a:endParaRPr lang="en-US" sz="1200" kern="1200" dirty="0"/>
        </a:p>
      </dsp:txBody>
      <dsp:txXfrm>
        <a:off x="1896095" y="2602036"/>
        <a:ext cx="2002844" cy="365653"/>
      </dsp:txXfrm>
    </dsp:sp>
    <dsp:sp modelId="{740DB2C5-D7D1-4EBF-8531-EEA75F91BDEA}">
      <dsp:nvSpPr>
        <dsp:cNvPr id="0" name=""/>
        <dsp:cNvSpPr/>
      </dsp:nvSpPr>
      <dsp:spPr>
        <a:xfrm>
          <a:off x="1896095" y="3034692"/>
          <a:ext cx="1984998" cy="340755"/>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Maintenance</a:t>
          </a:r>
          <a:endParaRPr lang="en-US" sz="1200" kern="1200" dirty="0"/>
        </a:p>
      </dsp:txBody>
      <dsp:txXfrm>
        <a:off x="1896095" y="3034692"/>
        <a:ext cx="1984998" cy="340755"/>
      </dsp:txXfrm>
    </dsp:sp>
    <dsp:sp modelId="{FE0EE194-0B55-49F1-BE9A-E3821B21D70F}">
      <dsp:nvSpPr>
        <dsp:cNvPr id="0" name=""/>
        <dsp:cNvSpPr/>
      </dsp:nvSpPr>
      <dsp:spPr>
        <a:xfrm>
          <a:off x="1908197" y="3456411"/>
          <a:ext cx="1955278" cy="33964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Project tracking</a:t>
          </a:r>
          <a:endParaRPr lang="en-US" sz="1200" kern="1200" dirty="0"/>
        </a:p>
      </dsp:txBody>
      <dsp:txXfrm>
        <a:off x="1908197" y="3456411"/>
        <a:ext cx="1955278" cy="339647"/>
      </dsp:txXfrm>
    </dsp:sp>
    <dsp:sp modelId="{81BB6144-22DD-4A1E-8B7C-EB6FE8973CCE}">
      <dsp:nvSpPr>
        <dsp:cNvPr id="0" name=""/>
        <dsp:cNvSpPr/>
      </dsp:nvSpPr>
      <dsp:spPr>
        <a:xfrm>
          <a:off x="1896095" y="3874176"/>
          <a:ext cx="1983244" cy="31110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Reengineering</a:t>
          </a:r>
          <a:endParaRPr lang="en-US" sz="1200" kern="1200" dirty="0"/>
        </a:p>
      </dsp:txBody>
      <dsp:txXfrm>
        <a:off x="1896095" y="3874176"/>
        <a:ext cx="1983244" cy="311100"/>
      </dsp:txXfrm>
    </dsp:sp>
    <dsp:sp modelId="{D3B5C16E-ACDD-4528-8675-CB47BAB7F839}">
      <dsp:nvSpPr>
        <dsp:cNvPr id="0" name=""/>
        <dsp:cNvSpPr/>
      </dsp:nvSpPr>
      <dsp:spPr>
        <a:xfrm>
          <a:off x="1896095" y="4252647"/>
          <a:ext cx="2007857" cy="36339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Reuse</a:t>
          </a:r>
          <a:endParaRPr lang="en-US" sz="1200" kern="1200" dirty="0"/>
        </a:p>
      </dsp:txBody>
      <dsp:txXfrm>
        <a:off x="1896095" y="4252647"/>
        <a:ext cx="2007857" cy="363396"/>
      </dsp:txXfrm>
    </dsp:sp>
    <dsp:sp modelId="{03C963D2-2D6B-40A7-9687-491A33C44FCB}">
      <dsp:nvSpPr>
        <dsp:cNvPr id="0" name=""/>
        <dsp:cNvSpPr/>
      </dsp:nvSpPr>
      <dsp:spPr>
        <a:xfrm>
          <a:off x="1896095" y="4679542"/>
          <a:ext cx="1997680" cy="377264"/>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Testing</a:t>
          </a:r>
          <a:endParaRPr lang="en-US" sz="1200" kern="1200" dirty="0"/>
        </a:p>
      </dsp:txBody>
      <dsp:txXfrm>
        <a:off x="1896095" y="4679542"/>
        <a:ext cx="1997680" cy="377264"/>
      </dsp:txXfrm>
    </dsp:sp>
    <dsp:sp modelId="{9D593D37-6118-4963-A9DF-B6903D6AF6AD}">
      <dsp:nvSpPr>
        <dsp:cNvPr id="0" name=""/>
        <dsp:cNvSpPr/>
      </dsp:nvSpPr>
      <dsp:spPr>
        <a:xfrm>
          <a:off x="2834632" y="753746"/>
          <a:ext cx="1261096" cy="517257"/>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The </a:t>
          </a:r>
          <a:r>
            <a:rPr lang="en-US" sz="1200" kern="1200" dirty="0" err="1" smtClean="0"/>
            <a:t>reqs</a:t>
          </a:r>
          <a:r>
            <a:rPr lang="en-US" sz="1200" kern="1200" dirty="0" smtClean="0"/>
            <a:t>. traceability matrix</a:t>
          </a:r>
          <a:endParaRPr lang="en-US" sz="1200" kern="1200" dirty="0"/>
        </a:p>
      </dsp:txBody>
      <dsp:txXfrm>
        <a:off x="2834632" y="753746"/>
        <a:ext cx="1261096" cy="517257"/>
      </dsp:txXfrm>
    </dsp:sp>
    <dsp:sp modelId="{EE0F175B-0AD9-4B80-8156-BF24FCC9C0C5}">
      <dsp:nvSpPr>
        <dsp:cNvPr id="0" name=""/>
        <dsp:cNvSpPr/>
      </dsp:nvSpPr>
      <dsp:spPr>
        <a:xfrm>
          <a:off x="4204704" y="753746"/>
          <a:ext cx="1437829" cy="529358"/>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Traceability chain involving nonfunctional </a:t>
          </a:r>
          <a:r>
            <a:rPr lang="en-US" sz="1200" kern="1200" dirty="0" err="1" smtClean="0"/>
            <a:t>reqs</a:t>
          </a:r>
          <a:endParaRPr lang="en-US" sz="1200" kern="1200" dirty="0"/>
        </a:p>
      </dsp:txBody>
      <dsp:txXfrm>
        <a:off x="4204704" y="753746"/>
        <a:ext cx="1437829" cy="529358"/>
      </dsp:txXfrm>
    </dsp:sp>
    <dsp:sp modelId="{BF13CDB7-AD44-4037-84C9-87E25B3C528E}">
      <dsp:nvSpPr>
        <dsp:cNvPr id="0" name=""/>
        <dsp:cNvSpPr/>
      </dsp:nvSpPr>
      <dsp:spPr>
        <a:xfrm>
          <a:off x="5751510" y="753746"/>
          <a:ext cx="1261096" cy="529358"/>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Trace link information</a:t>
          </a:r>
          <a:endParaRPr lang="en-US" sz="1200" kern="1200" dirty="0"/>
        </a:p>
      </dsp:txBody>
      <dsp:txXfrm>
        <a:off x="5751510" y="753746"/>
        <a:ext cx="1261096" cy="529358"/>
      </dsp:txXfrm>
    </dsp:sp>
    <dsp:sp modelId="{FEF8A59A-705F-4BB4-B60C-90B58D4596D2}">
      <dsp:nvSpPr>
        <dsp:cNvPr id="0" name=""/>
        <dsp:cNvSpPr/>
      </dsp:nvSpPr>
      <dsp:spPr>
        <a:xfrm>
          <a:off x="7121582" y="753746"/>
          <a:ext cx="1261096" cy="529358"/>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A req </a:t>
          </a:r>
          <a:r>
            <a:rPr lang="en-US" sz="1200" kern="1200" dirty="0" smtClean="0"/>
            <a:t>tracing procedure</a:t>
          </a:r>
          <a:endParaRPr lang="en-US" sz="1200" kern="1200" dirty="0"/>
        </a:p>
      </dsp:txBody>
      <dsp:txXfrm>
        <a:off x="7121582" y="753746"/>
        <a:ext cx="1261096" cy="529358"/>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ECE6599-F047-4225-AE48-EBBF2C94FB7C}" type="datetimeFigureOut">
              <a:rPr lang="en-US" smtClean="0"/>
              <a:t>25/03/2020</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3A8843B-9C0C-498E-B25E-53000AB5B502}" type="slidenum">
              <a:rPr lang="en-US" smtClean="0"/>
              <a:t>‹#›</a:t>
            </a:fld>
            <a:endParaRPr lang="en-US"/>
          </a:p>
        </p:txBody>
      </p:sp>
    </p:spTree>
    <p:extLst>
      <p:ext uri="{BB962C8B-B14F-4D97-AF65-F5344CB8AC3E}">
        <p14:creationId xmlns:p14="http://schemas.microsoft.com/office/powerpoint/2010/main" val="32619845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259AF4-A39A-4FF2-B0C8-7F87773ABA15}" type="datetimeFigureOut">
              <a:rPr lang="en-US" smtClean="0"/>
              <a:t>25/03/2020</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3E8371-BC81-41CE-882F-1C1A7014DEE8}" type="slidenum">
              <a:rPr lang="en-US" smtClean="0"/>
              <a:t>‹#›</a:t>
            </a:fld>
            <a:endParaRPr lang="en-US"/>
          </a:p>
        </p:txBody>
      </p:sp>
    </p:spTree>
    <p:extLst>
      <p:ext uri="{BB962C8B-B14F-4D97-AF65-F5344CB8AC3E}">
        <p14:creationId xmlns:p14="http://schemas.microsoft.com/office/powerpoint/2010/main" val="33771046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2</a:t>
            </a:fld>
            <a:endParaRPr lang="en-US"/>
          </a:p>
        </p:txBody>
      </p:sp>
    </p:spTree>
    <p:extLst>
      <p:ext uri="{BB962C8B-B14F-4D97-AF65-F5344CB8AC3E}">
        <p14:creationId xmlns:p14="http://schemas.microsoft.com/office/powerpoint/2010/main" val="42237377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sz="1200" b="0" i="0" u="none" strike="noStrike" kern="1200" baseline="0" dirty="0" smtClean="0">
                <a:solidFill>
                  <a:schemeClr val="tx1"/>
                </a:solidFill>
                <a:latin typeface="+mn-lt"/>
                <a:ea typeface="+mn-ea"/>
                <a:cs typeface="+mn-cs"/>
              </a:rPr>
              <a:t>You </a:t>
            </a:r>
            <a:r>
              <a:rPr lang="en-US" sz="1200" b="0" i="0" u="none" strike="noStrike" kern="1200" baseline="0" dirty="0" smtClean="0">
                <a:solidFill>
                  <a:schemeClr val="tx1"/>
                </a:solidFill>
                <a:latin typeface="+mn-lt"/>
                <a:ea typeface="+mn-ea"/>
                <a:cs typeface="+mn-cs"/>
              </a:rPr>
              <a:t>can use trace information when certifying a safety-critical product, to demonstrate that all requirements were implemented—although that doesn’t confirm that they were implemented correctly! : </a:t>
            </a:r>
            <a:r>
              <a:rPr lang="vi-VN" sz="1200" b="0" i="0" u="none" strike="noStrike" kern="1200" baseline="0" dirty="0" err="1" smtClean="0">
                <a:solidFill>
                  <a:schemeClr val="tx1"/>
                </a:solidFill>
                <a:latin typeface="+mn-lt"/>
                <a:ea typeface="+mn-ea"/>
                <a:cs typeface="+mn-cs"/>
              </a:rPr>
              <a:t>Bạn</a:t>
            </a:r>
            <a:r>
              <a:rPr lang="vi-VN" sz="1200" b="0" i="0" u="none" strike="noStrike" kern="1200" baseline="0" dirty="0" smtClean="0">
                <a:solidFill>
                  <a:schemeClr val="tx1"/>
                </a:solidFill>
                <a:latin typeface="+mn-lt"/>
                <a:ea typeface="+mn-ea"/>
                <a:cs typeface="+mn-cs"/>
              </a:rPr>
              <a:t> </a:t>
            </a:r>
            <a:r>
              <a:rPr lang="vi-VN" sz="1200" b="0" i="0" u="none" strike="noStrike" kern="1200" baseline="0" dirty="0" err="1" smtClean="0">
                <a:solidFill>
                  <a:schemeClr val="tx1"/>
                </a:solidFill>
                <a:latin typeface="+mn-lt"/>
                <a:ea typeface="+mn-ea"/>
                <a:cs typeface="+mn-cs"/>
              </a:rPr>
              <a:t>có</a:t>
            </a:r>
            <a:r>
              <a:rPr lang="vi-VN" sz="1200" b="0" i="0" u="none" strike="noStrike" kern="1200" baseline="0" dirty="0" smtClean="0">
                <a:solidFill>
                  <a:schemeClr val="tx1"/>
                </a:solidFill>
                <a:latin typeface="+mn-lt"/>
                <a:ea typeface="+mn-ea"/>
                <a:cs typeface="+mn-cs"/>
              </a:rPr>
              <a:t> </a:t>
            </a:r>
            <a:r>
              <a:rPr lang="vi-VN" sz="1200" b="0" i="0" u="none" strike="noStrike" kern="1200" baseline="0" dirty="0" err="1" smtClean="0">
                <a:solidFill>
                  <a:schemeClr val="tx1"/>
                </a:solidFill>
                <a:latin typeface="+mn-lt"/>
                <a:ea typeface="+mn-ea"/>
                <a:cs typeface="+mn-cs"/>
              </a:rPr>
              <a:t>thể</a:t>
            </a:r>
            <a:r>
              <a:rPr lang="vi-VN" sz="1200" b="0" i="0" u="none" strike="noStrike" kern="1200" baseline="0" dirty="0" smtClean="0">
                <a:solidFill>
                  <a:schemeClr val="tx1"/>
                </a:solidFill>
                <a:latin typeface="+mn-lt"/>
                <a:ea typeface="+mn-ea"/>
                <a:cs typeface="+mn-cs"/>
              </a:rPr>
              <a:t> </a:t>
            </a:r>
            <a:r>
              <a:rPr lang="vi-VN" sz="1200" b="0" i="0" u="none" strike="noStrike" kern="1200" baseline="0" dirty="0" err="1" smtClean="0">
                <a:solidFill>
                  <a:schemeClr val="tx1"/>
                </a:solidFill>
                <a:latin typeface="+mn-lt"/>
                <a:ea typeface="+mn-ea"/>
                <a:cs typeface="+mn-cs"/>
              </a:rPr>
              <a:t>sử</a:t>
            </a:r>
            <a:r>
              <a:rPr lang="vi-VN" sz="1200" b="0" i="0" u="none" strike="noStrike" kern="1200" baseline="0" dirty="0" smtClean="0">
                <a:solidFill>
                  <a:schemeClr val="tx1"/>
                </a:solidFill>
                <a:latin typeface="+mn-lt"/>
                <a:ea typeface="+mn-ea"/>
                <a:cs typeface="+mn-cs"/>
              </a:rPr>
              <a:t> </a:t>
            </a:r>
            <a:r>
              <a:rPr lang="vi-VN" sz="1200" b="0" i="0" u="none" strike="noStrike" kern="1200" baseline="0" dirty="0" err="1" smtClean="0">
                <a:solidFill>
                  <a:schemeClr val="tx1"/>
                </a:solidFill>
                <a:latin typeface="+mn-lt"/>
                <a:ea typeface="+mn-ea"/>
                <a:cs typeface="+mn-cs"/>
              </a:rPr>
              <a:t>dụng</a:t>
            </a:r>
            <a:r>
              <a:rPr lang="vi-VN" sz="1200" b="0" i="0" u="none" strike="noStrike" kern="1200" baseline="0" dirty="0" smtClean="0">
                <a:solidFill>
                  <a:schemeClr val="tx1"/>
                </a:solidFill>
                <a:latin typeface="+mn-lt"/>
                <a:ea typeface="+mn-ea"/>
                <a:cs typeface="+mn-cs"/>
              </a:rPr>
              <a:t> thông tin theo </a:t>
            </a:r>
            <a:r>
              <a:rPr lang="vi-VN" sz="1200" b="0" i="0" u="none" strike="noStrike" kern="1200" baseline="0" dirty="0" err="1" smtClean="0">
                <a:solidFill>
                  <a:schemeClr val="tx1"/>
                </a:solidFill>
                <a:latin typeface="+mn-lt"/>
                <a:ea typeface="+mn-ea"/>
                <a:cs typeface="+mn-cs"/>
              </a:rPr>
              <a:t>dõi</a:t>
            </a:r>
            <a:r>
              <a:rPr lang="vi-VN" sz="1200" b="0" i="0" u="none" strike="noStrike" kern="1200" baseline="0" dirty="0" smtClean="0">
                <a:solidFill>
                  <a:schemeClr val="tx1"/>
                </a:solidFill>
                <a:latin typeface="+mn-lt"/>
                <a:ea typeface="+mn-ea"/>
                <a:cs typeface="+mn-cs"/>
              </a:rPr>
              <a:t> khi </a:t>
            </a:r>
            <a:r>
              <a:rPr lang="vi-VN" sz="1200" b="0" i="0" u="none" strike="noStrike" kern="1200" baseline="0" dirty="0" err="1" smtClean="0">
                <a:solidFill>
                  <a:schemeClr val="tx1"/>
                </a:solidFill>
                <a:latin typeface="+mn-lt"/>
                <a:ea typeface="+mn-ea"/>
                <a:cs typeface="+mn-cs"/>
              </a:rPr>
              <a:t>xác</a:t>
            </a:r>
            <a:r>
              <a:rPr lang="vi-VN" sz="1200" b="0" i="0" u="none" strike="noStrike" kern="1200" baseline="0" dirty="0" smtClean="0">
                <a:solidFill>
                  <a:schemeClr val="tx1"/>
                </a:solidFill>
                <a:latin typeface="+mn-lt"/>
                <a:ea typeface="+mn-ea"/>
                <a:cs typeface="+mn-cs"/>
              </a:rPr>
              <a:t> </a:t>
            </a:r>
            <a:r>
              <a:rPr lang="vi-VN" sz="1200" b="0" i="0" u="none" strike="noStrike" kern="1200" baseline="0" dirty="0" err="1" smtClean="0">
                <a:solidFill>
                  <a:schemeClr val="tx1"/>
                </a:solidFill>
                <a:latin typeface="+mn-lt"/>
                <a:ea typeface="+mn-ea"/>
                <a:cs typeface="+mn-cs"/>
              </a:rPr>
              <a:t>nhận</a:t>
            </a:r>
            <a:r>
              <a:rPr lang="en-US" sz="1200" b="0" i="0" u="none" strike="noStrike" kern="1200" baseline="0" dirty="0" smtClean="0">
                <a:solidFill>
                  <a:schemeClr val="tx1"/>
                </a:solidFill>
                <a:latin typeface="+mn-lt"/>
                <a:ea typeface="+mn-ea"/>
                <a:cs typeface="+mn-cs"/>
              </a:rPr>
              <a:t> </a:t>
            </a:r>
            <a:r>
              <a:rPr lang="vi-VN" sz="1200" b="0" i="0" u="none" strike="noStrike" kern="1200" baseline="0" dirty="0" err="1" smtClean="0">
                <a:solidFill>
                  <a:schemeClr val="tx1"/>
                </a:solidFill>
                <a:latin typeface="+mn-lt"/>
                <a:ea typeface="+mn-ea"/>
                <a:cs typeface="+mn-cs"/>
              </a:rPr>
              <a:t>sản</a:t>
            </a:r>
            <a:r>
              <a:rPr lang="vi-VN" sz="1200" b="0" i="0" u="none" strike="noStrike" kern="1200" baseline="0" dirty="0" smtClean="0">
                <a:solidFill>
                  <a:schemeClr val="tx1"/>
                </a:solidFill>
                <a:latin typeface="+mn-lt"/>
                <a:ea typeface="+mn-ea"/>
                <a:cs typeface="+mn-cs"/>
              </a:rPr>
              <a:t> </a:t>
            </a:r>
            <a:r>
              <a:rPr lang="vi-VN" sz="1200" b="0" i="0" u="none" strike="noStrike" kern="1200" baseline="0" dirty="0" err="1" smtClean="0">
                <a:solidFill>
                  <a:schemeClr val="tx1"/>
                </a:solidFill>
                <a:latin typeface="+mn-lt"/>
                <a:ea typeface="+mn-ea"/>
                <a:cs typeface="+mn-cs"/>
              </a:rPr>
              <a:t>phẩm</a:t>
            </a:r>
            <a:r>
              <a:rPr lang="vi-VN" sz="1200" b="0" i="0" u="none" strike="noStrike" kern="1200" baseline="0" dirty="0" smtClean="0">
                <a:solidFill>
                  <a:schemeClr val="tx1"/>
                </a:solidFill>
                <a:latin typeface="+mn-lt"/>
                <a:ea typeface="+mn-ea"/>
                <a:cs typeface="+mn-cs"/>
              </a:rPr>
              <a:t> quan </a:t>
            </a:r>
            <a:r>
              <a:rPr lang="vi-VN" sz="1200" b="0" i="0" u="none" strike="noStrike" kern="1200" baseline="0" dirty="0" err="1" smtClean="0">
                <a:solidFill>
                  <a:schemeClr val="tx1"/>
                </a:solidFill>
                <a:latin typeface="+mn-lt"/>
                <a:ea typeface="+mn-ea"/>
                <a:cs typeface="+mn-cs"/>
              </a:rPr>
              <a:t>trọng</a:t>
            </a:r>
            <a:r>
              <a:rPr lang="vi-VN" sz="1200" b="0" i="0" u="none" strike="noStrike" kern="1200" baseline="0" dirty="0" smtClean="0">
                <a:solidFill>
                  <a:schemeClr val="tx1"/>
                </a:solidFill>
                <a:latin typeface="+mn-lt"/>
                <a:ea typeface="+mn-ea"/>
                <a:cs typeface="+mn-cs"/>
              </a:rPr>
              <a:t> </a:t>
            </a:r>
            <a:r>
              <a:rPr lang="vi-VN" sz="1200" b="0" i="0" u="none" strike="noStrike" kern="1200" baseline="0" dirty="0" err="1" smtClean="0">
                <a:solidFill>
                  <a:schemeClr val="tx1"/>
                </a:solidFill>
                <a:latin typeface="+mn-lt"/>
                <a:ea typeface="+mn-ea"/>
                <a:cs typeface="+mn-cs"/>
              </a:rPr>
              <a:t>về</a:t>
            </a:r>
            <a:r>
              <a:rPr lang="vi-VN" sz="1200" b="0" i="0" u="none" strike="noStrike" kern="1200" baseline="0" dirty="0" smtClean="0">
                <a:solidFill>
                  <a:schemeClr val="tx1"/>
                </a:solidFill>
                <a:latin typeface="+mn-lt"/>
                <a:ea typeface="+mn-ea"/>
                <a:cs typeface="+mn-cs"/>
              </a:rPr>
              <a:t> an </a:t>
            </a:r>
            <a:r>
              <a:rPr lang="vi-VN" sz="1200" b="0" i="0" u="none" strike="noStrike" kern="1200" baseline="0" dirty="0" err="1" smtClean="0">
                <a:solidFill>
                  <a:schemeClr val="tx1"/>
                </a:solidFill>
                <a:latin typeface="+mn-lt"/>
                <a:ea typeface="+mn-ea"/>
                <a:cs typeface="+mn-cs"/>
              </a:rPr>
              <a:t>toàn</a:t>
            </a:r>
            <a:r>
              <a:rPr lang="vi-VN" sz="1200" b="0" i="0" u="none" strike="noStrike" kern="1200" baseline="0" dirty="0" smtClean="0">
                <a:solidFill>
                  <a:schemeClr val="tx1"/>
                </a:solidFill>
                <a:latin typeface="+mn-lt"/>
                <a:ea typeface="+mn-ea"/>
                <a:cs typeface="+mn-cs"/>
              </a:rPr>
              <a:t>, </a:t>
            </a:r>
            <a:r>
              <a:rPr lang="vi-VN" sz="1200" b="0" i="0" u="none" strike="noStrike" kern="1200" baseline="0" dirty="0" err="1" smtClean="0">
                <a:solidFill>
                  <a:schemeClr val="tx1"/>
                </a:solidFill>
                <a:latin typeface="+mn-lt"/>
                <a:ea typeface="+mn-ea"/>
                <a:cs typeface="+mn-cs"/>
              </a:rPr>
              <a:t>để</a:t>
            </a:r>
            <a:r>
              <a:rPr lang="vi-VN" sz="1200" b="0" i="0" u="none" strike="noStrike" kern="1200" baseline="0" dirty="0" smtClean="0">
                <a:solidFill>
                  <a:schemeClr val="tx1"/>
                </a:solidFill>
                <a:latin typeface="+mn-lt"/>
                <a:ea typeface="+mn-ea"/>
                <a:cs typeface="+mn-cs"/>
              </a:rPr>
              <a:t> </a:t>
            </a:r>
            <a:r>
              <a:rPr lang="vi-VN" sz="1200" b="0" i="0" u="none" strike="noStrike" kern="1200" baseline="0" dirty="0" err="1" smtClean="0">
                <a:solidFill>
                  <a:schemeClr val="tx1"/>
                </a:solidFill>
                <a:latin typeface="+mn-lt"/>
                <a:ea typeface="+mn-ea"/>
                <a:cs typeface="+mn-cs"/>
              </a:rPr>
              <a:t>chứng</a:t>
            </a:r>
            <a:r>
              <a:rPr lang="vi-VN" sz="1200" b="0" i="0" u="none" strike="noStrike" kern="1200" baseline="0" dirty="0" smtClean="0">
                <a:solidFill>
                  <a:schemeClr val="tx1"/>
                </a:solidFill>
                <a:latin typeface="+mn-lt"/>
                <a:ea typeface="+mn-ea"/>
                <a:cs typeface="+mn-cs"/>
              </a:rPr>
              <a:t> minh </a:t>
            </a:r>
            <a:r>
              <a:rPr lang="vi-VN" sz="1200" b="0" i="0" u="none" strike="noStrike" kern="1200" baseline="0" dirty="0" err="1" smtClean="0">
                <a:solidFill>
                  <a:schemeClr val="tx1"/>
                </a:solidFill>
                <a:latin typeface="+mn-lt"/>
                <a:ea typeface="+mn-ea"/>
                <a:cs typeface="+mn-cs"/>
              </a:rPr>
              <a:t>rằng</a:t>
            </a:r>
            <a:r>
              <a:rPr lang="vi-VN" sz="1200" b="0" i="0" u="none" strike="noStrike" kern="1200" baseline="0" dirty="0" smtClean="0">
                <a:solidFill>
                  <a:schemeClr val="tx1"/>
                </a:solidFill>
                <a:latin typeface="+mn-lt"/>
                <a:ea typeface="+mn-ea"/>
                <a:cs typeface="+mn-cs"/>
              </a:rPr>
              <a:t> </a:t>
            </a:r>
            <a:r>
              <a:rPr lang="vi-VN" sz="1200" b="0" i="0" u="none" strike="noStrike" kern="1200" baseline="0" dirty="0" err="1" smtClean="0">
                <a:solidFill>
                  <a:schemeClr val="tx1"/>
                </a:solidFill>
                <a:latin typeface="+mn-lt"/>
                <a:ea typeface="+mn-ea"/>
                <a:cs typeface="+mn-cs"/>
              </a:rPr>
              <a:t>tất</a:t>
            </a:r>
            <a:r>
              <a:rPr lang="vi-VN" sz="1200" b="0" i="0" u="none" strike="noStrike" kern="1200" baseline="0" dirty="0" smtClean="0">
                <a:solidFill>
                  <a:schemeClr val="tx1"/>
                </a:solidFill>
                <a:latin typeface="+mn-lt"/>
                <a:ea typeface="+mn-ea"/>
                <a:cs typeface="+mn-cs"/>
              </a:rPr>
              <a:t> </a:t>
            </a:r>
            <a:r>
              <a:rPr lang="vi-VN" sz="1200" b="0" i="0" u="none" strike="noStrike" kern="1200" baseline="0" dirty="0" err="1" smtClean="0">
                <a:solidFill>
                  <a:schemeClr val="tx1"/>
                </a:solidFill>
                <a:latin typeface="+mn-lt"/>
                <a:ea typeface="+mn-ea"/>
                <a:cs typeface="+mn-cs"/>
              </a:rPr>
              <a:t>cả</a:t>
            </a:r>
            <a:r>
              <a:rPr lang="vi-VN" sz="1200" b="0" i="0" u="none" strike="noStrike" kern="1200" baseline="0" dirty="0" smtClean="0">
                <a:solidFill>
                  <a:schemeClr val="tx1"/>
                </a:solidFill>
                <a:latin typeface="+mn-lt"/>
                <a:ea typeface="+mn-ea"/>
                <a:cs typeface="+mn-cs"/>
              </a:rPr>
              <a:t> </a:t>
            </a:r>
            <a:r>
              <a:rPr lang="vi-VN" sz="1200" b="0" i="0" u="none" strike="noStrike" kern="1200" baseline="0" dirty="0" err="1" smtClean="0">
                <a:solidFill>
                  <a:schemeClr val="tx1"/>
                </a:solidFill>
                <a:latin typeface="+mn-lt"/>
                <a:ea typeface="+mn-ea"/>
                <a:cs typeface="+mn-cs"/>
              </a:rPr>
              <a:t>các</a:t>
            </a:r>
            <a:r>
              <a:rPr lang="vi-VN" sz="1200" b="0" i="0" u="none" strike="noStrike" kern="1200" baseline="0" dirty="0" smtClean="0">
                <a:solidFill>
                  <a:schemeClr val="tx1"/>
                </a:solidFill>
                <a:latin typeface="+mn-lt"/>
                <a:ea typeface="+mn-ea"/>
                <a:cs typeface="+mn-cs"/>
              </a:rPr>
              <a:t> yêu </a:t>
            </a:r>
            <a:r>
              <a:rPr lang="vi-VN" sz="1200" b="0" i="0" u="none" strike="noStrike" kern="1200" baseline="0" dirty="0" err="1" smtClean="0">
                <a:solidFill>
                  <a:schemeClr val="tx1"/>
                </a:solidFill>
                <a:latin typeface="+mn-lt"/>
                <a:ea typeface="+mn-ea"/>
                <a:cs typeface="+mn-cs"/>
              </a:rPr>
              <a:t>cầu</a:t>
            </a:r>
            <a:r>
              <a:rPr lang="vi-VN" sz="1200" b="0" i="0" u="none" strike="noStrike" kern="1200" baseline="0" dirty="0" smtClean="0">
                <a:solidFill>
                  <a:schemeClr val="tx1"/>
                </a:solidFill>
                <a:latin typeface="+mn-lt"/>
                <a:ea typeface="+mn-ea"/>
                <a:cs typeface="+mn-cs"/>
              </a:rPr>
              <a:t> </a:t>
            </a:r>
            <a:r>
              <a:rPr lang="vi-VN" sz="1200" b="0" i="0" u="none" strike="noStrike" kern="1200" baseline="0" dirty="0" err="1" smtClean="0">
                <a:solidFill>
                  <a:schemeClr val="tx1"/>
                </a:solidFill>
                <a:latin typeface="+mn-lt"/>
                <a:ea typeface="+mn-ea"/>
                <a:cs typeface="+mn-cs"/>
              </a:rPr>
              <a:t>đã</a:t>
            </a:r>
            <a:r>
              <a:rPr lang="vi-VN" sz="1200" b="0" i="0" u="none" strike="noStrike" kern="1200" baseline="0" dirty="0" smtClean="0">
                <a:solidFill>
                  <a:schemeClr val="tx1"/>
                </a:solidFill>
                <a:latin typeface="+mn-lt"/>
                <a:ea typeface="+mn-ea"/>
                <a:cs typeface="+mn-cs"/>
              </a:rPr>
              <a:t> </a:t>
            </a:r>
            <a:r>
              <a:rPr lang="vi-VN" sz="1200" b="0" i="0" u="none" strike="noStrike" kern="1200" baseline="0" dirty="0" err="1" smtClean="0">
                <a:solidFill>
                  <a:schemeClr val="tx1"/>
                </a:solidFill>
                <a:latin typeface="+mn-lt"/>
                <a:ea typeface="+mn-ea"/>
                <a:cs typeface="+mn-cs"/>
              </a:rPr>
              <a:t>được</a:t>
            </a:r>
            <a:r>
              <a:rPr lang="vi-VN" sz="1200" b="0" i="0" u="none" strike="noStrike" kern="1200" baseline="0" dirty="0" smtClean="0">
                <a:solidFill>
                  <a:schemeClr val="tx1"/>
                </a:solidFill>
                <a:latin typeface="+mn-lt"/>
                <a:ea typeface="+mn-ea"/>
                <a:cs typeface="+mn-cs"/>
              </a:rPr>
              <a:t> </a:t>
            </a:r>
            <a:r>
              <a:rPr lang="vi-VN" sz="1200" b="0" i="0" u="none" strike="noStrike" kern="1200" baseline="0" dirty="0" err="1" smtClean="0">
                <a:solidFill>
                  <a:schemeClr val="tx1"/>
                </a:solidFill>
                <a:latin typeface="+mn-lt"/>
                <a:ea typeface="+mn-ea"/>
                <a:cs typeface="+mn-cs"/>
              </a:rPr>
              <a:t>triển</a:t>
            </a:r>
            <a:r>
              <a:rPr lang="vi-VN" sz="1200" b="0" i="0" u="none" strike="noStrike" kern="1200" baseline="0" dirty="0" smtClean="0">
                <a:solidFill>
                  <a:schemeClr val="tx1"/>
                </a:solidFill>
                <a:latin typeface="+mn-lt"/>
                <a:ea typeface="+mn-ea"/>
                <a:cs typeface="+mn-cs"/>
              </a:rPr>
              <a:t> khai, </a:t>
            </a:r>
            <a:r>
              <a:rPr lang="vi-VN" sz="1200" b="0" i="0" u="none" strike="noStrike" kern="1200" baseline="0" dirty="0" err="1" smtClean="0">
                <a:solidFill>
                  <a:schemeClr val="tx1"/>
                </a:solidFill>
                <a:latin typeface="+mn-lt"/>
                <a:ea typeface="+mn-ea"/>
                <a:cs typeface="+mn-cs"/>
              </a:rPr>
              <a:t>mặc</a:t>
            </a:r>
            <a:r>
              <a:rPr lang="vi-VN" sz="1200" b="0" i="0" u="none" strike="noStrike" kern="1200" baseline="0" dirty="0" smtClean="0">
                <a:solidFill>
                  <a:schemeClr val="tx1"/>
                </a:solidFill>
                <a:latin typeface="+mn-lt"/>
                <a:ea typeface="+mn-ea"/>
                <a:cs typeface="+mn-cs"/>
              </a:rPr>
              <a:t> </a:t>
            </a:r>
            <a:r>
              <a:rPr lang="vi-VN" sz="1200" b="0" i="0" u="none" strike="noStrike" kern="1200" baseline="0" dirty="0" err="1" smtClean="0">
                <a:solidFill>
                  <a:schemeClr val="tx1"/>
                </a:solidFill>
                <a:latin typeface="+mn-lt"/>
                <a:ea typeface="+mn-ea"/>
                <a:cs typeface="+mn-cs"/>
              </a:rPr>
              <a:t>dù</a:t>
            </a:r>
            <a:r>
              <a:rPr lang="vi-VN" sz="1200" b="0" i="0" u="none" strike="noStrike" kern="1200" baseline="0" dirty="0" smtClean="0">
                <a:solidFill>
                  <a:schemeClr val="tx1"/>
                </a:solidFill>
                <a:latin typeface="+mn-lt"/>
                <a:ea typeface="+mn-ea"/>
                <a:cs typeface="+mn-cs"/>
              </a:rPr>
              <a:t> </a:t>
            </a:r>
            <a:r>
              <a:rPr lang="vi-VN" sz="1200" b="0" i="0" u="none" strike="noStrike" kern="1200" baseline="0" dirty="0" err="1" smtClean="0">
                <a:solidFill>
                  <a:schemeClr val="tx1"/>
                </a:solidFill>
                <a:latin typeface="+mn-lt"/>
                <a:ea typeface="+mn-ea"/>
                <a:cs typeface="+mn-cs"/>
              </a:rPr>
              <a:t>điều</a:t>
            </a:r>
            <a:r>
              <a:rPr lang="vi-VN" sz="1200" b="0" i="0" u="none" strike="noStrike" kern="1200" baseline="0" dirty="0" smtClean="0">
                <a:solidFill>
                  <a:schemeClr val="tx1"/>
                </a:solidFill>
                <a:latin typeface="+mn-lt"/>
                <a:ea typeface="+mn-ea"/>
                <a:cs typeface="+mn-cs"/>
              </a:rPr>
              <a:t> </a:t>
            </a:r>
            <a:r>
              <a:rPr lang="vi-VN" sz="1200" b="0" i="0" u="none" strike="noStrike" kern="1200" baseline="0" dirty="0" err="1" smtClean="0">
                <a:solidFill>
                  <a:schemeClr val="tx1"/>
                </a:solidFill>
                <a:latin typeface="+mn-lt"/>
                <a:ea typeface="+mn-ea"/>
                <a:cs typeface="+mn-cs"/>
              </a:rPr>
              <a:t>đó</a:t>
            </a:r>
            <a:r>
              <a:rPr lang="vi-VN" sz="1200" b="0" i="0" u="none" strike="noStrike" kern="1200" baseline="0" dirty="0" smtClean="0">
                <a:solidFill>
                  <a:schemeClr val="tx1"/>
                </a:solidFill>
                <a:latin typeface="+mn-lt"/>
                <a:ea typeface="+mn-ea"/>
                <a:cs typeface="+mn-cs"/>
              </a:rPr>
              <a:t> không </a:t>
            </a:r>
            <a:r>
              <a:rPr lang="vi-VN" sz="1200" b="0" i="0" u="none" strike="noStrike" kern="1200" baseline="0" dirty="0" err="1" smtClean="0">
                <a:solidFill>
                  <a:schemeClr val="tx1"/>
                </a:solidFill>
                <a:latin typeface="+mn-lt"/>
                <a:ea typeface="+mn-ea"/>
                <a:cs typeface="+mn-cs"/>
              </a:rPr>
              <a:t>xác</a:t>
            </a:r>
            <a:r>
              <a:rPr lang="vi-VN" sz="1200" b="0" i="0" u="none" strike="noStrike" kern="1200" baseline="0" dirty="0" smtClean="0">
                <a:solidFill>
                  <a:schemeClr val="tx1"/>
                </a:solidFill>
                <a:latin typeface="+mn-lt"/>
                <a:ea typeface="+mn-ea"/>
                <a:cs typeface="+mn-cs"/>
              </a:rPr>
              <a:t> </a:t>
            </a:r>
            <a:r>
              <a:rPr lang="vi-VN" sz="1200" b="0" i="0" u="none" strike="noStrike" kern="1200" baseline="0" dirty="0" err="1" smtClean="0">
                <a:solidFill>
                  <a:schemeClr val="tx1"/>
                </a:solidFill>
                <a:latin typeface="+mn-lt"/>
                <a:ea typeface="+mn-ea"/>
                <a:cs typeface="+mn-cs"/>
              </a:rPr>
              <a:t>nhận</a:t>
            </a:r>
            <a:r>
              <a:rPr lang="vi-VN" sz="1200" b="0" i="0" u="none" strike="noStrike" kern="1200" baseline="0" dirty="0" smtClean="0">
                <a:solidFill>
                  <a:schemeClr val="tx1"/>
                </a:solidFill>
                <a:latin typeface="+mn-lt"/>
                <a:ea typeface="+mn-ea"/>
                <a:cs typeface="+mn-cs"/>
              </a:rPr>
              <a:t> </a:t>
            </a:r>
            <a:r>
              <a:rPr lang="vi-VN" sz="1200" b="0" i="0" u="none" strike="noStrike" kern="1200" baseline="0" dirty="0" err="1" smtClean="0">
                <a:solidFill>
                  <a:schemeClr val="tx1"/>
                </a:solidFill>
                <a:latin typeface="+mn-lt"/>
                <a:ea typeface="+mn-ea"/>
                <a:cs typeface="+mn-cs"/>
              </a:rPr>
              <a:t>rằng</a:t>
            </a:r>
            <a:r>
              <a:rPr lang="vi-VN" sz="1200" b="0" i="0" u="none" strike="noStrike" kern="1200" baseline="0" dirty="0" smtClean="0">
                <a:solidFill>
                  <a:schemeClr val="tx1"/>
                </a:solidFill>
                <a:latin typeface="+mn-lt"/>
                <a:ea typeface="+mn-ea"/>
                <a:cs typeface="+mn-cs"/>
              </a:rPr>
              <a:t> </a:t>
            </a:r>
            <a:r>
              <a:rPr lang="vi-VN" sz="1200" b="0" i="0" u="none" strike="noStrike" kern="1200" baseline="0" dirty="0" err="1" smtClean="0">
                <a:solidFill>
                  <a:schemeClr val="tx1"/>
                </a:solidFill>
                <a:latin typeface="+mn-lt"/>
                <a:ea typeface="+mn-ea"/>
                <a:cs typeface="+mn-cs"/>
              </a:rPr>
              <a:t>chúng</a:t>
            </a:r>
            <a:r>
              <a:rPr lang="vi-VN" sz="1200" b="0" i="0" u="none" strike="noStrike" kern="1200" baseline="0" dirty="0" smtClean="0">
                <a:solidFill>
                  <a:schemeClr val="tx1"/>
                </a:solidFill>
                <a:latin typeface="+mn-lt"/>
                <a:ea typeface="+mn-ea"/>
                <a:cs typeface="+mn-cs"/>
              </a:rPr>
              <a:t> </a:t>
            </a:r>
            <a:r>
              <a:rPr lang="vi-VN" sz="1200" b="0" i="0" u="none" strike="noStrike" kern="1200" baseline="0" dirty="0" err="1" smtClean="0">
                <a:solidFill>
                  <a:schemeClr val="tx1"/>
                </a:solidFill>
                <a:latin typeface="+mn-lt"/>
                <a:ea typeface="+mn-ea"/>
                <a:cs typeface="+mn-cs"/>
              </a:rPr>
              <a:t>đã</a:t>
            </a:r>
            <a:r>
              <a:rPr lang="vi-VN" sz="1200" b="0" i="0" u="none" strike="noStrike" kern="1200" baseline="0" dirty="0" smtClean="0">
                <a:solidFill>
                  <a:schemeClr val="tx1"/>
                </a:solidFill>
                <a:latin typeface="+mn-lt"/>
                <a:ea typeface="+mn-ea"/>
                <a:cs typeface="+mn-cs"/>
              </a:rPr>
              <a:t> </a:t>
            </a:r>
            <a:r>
              <a:rPr lang="vi-VN" sz="1200" b="0" i="0" u="none" strike="noStrike" kern="1200" baseline="0" dirty="0" err="1" smtClean="0">
                <a:solidFill>
                  <a:schemeClr val="tx1"/>
                </a:solidFill>
                <a:latin typeface="+mn-lt"/>
                <a:ea typeface="+mn-ea"/>
                <a:cs typeface="+mn-cs"/>
              </a:rPr>
              <a:t>được</a:t>
            </a:r>
            <a:r>
              <a:rPr lang="vi-VN" sz="1200" b="0" i="0" u="none" strike="noStrike" kern="1200" baseline="0" dirty="0" smtClean="0">
                <a:solidFill>
                  <a:schemeClr val="tx1"/>
                </a:solidFill>
                <a:latin typeface="+mn-lt"/>
                <a:ea typeface="+mn-ea"/>
                <a:cs typeface="+mn-cs"/>
              </a:rPr>
              <a:t> </a:t>
            </a:r>
            <a:r>
              <a:rPr lang="vi-VN" sz="1200" b="0" i="0" u="none" strike="noStrike" kern="1200" baseline="0" dirty="0" err="1" smtClean="0">
                <a:solidFill>
                  <a:schemeClr val="tx1"/>
                </a:solidFill>
                <a:latin typeface="+mn-lt"/>
                <a:ea typeface="+mn-ea"/>
                <a:cs typeface="+mn-cs"/>
              </a:rPr>
              <a:t>thực</a:t>
            </a:r>
            <a:r>
              <a:rPr lang="vi-VN" sz="1200" b="0" i="0" u="none" strike="noStrike" kern="1200" baseline="0" dirty="0" smtClean="0">
                <a:solidFill>
                  <a:schemeClr val="tx1"/>
                </a:solidFill>
                <a:latin typeface="+mn-lt"/>
                <a:ea typeface="+mn-ea"/>
                <a:cs typeface="+mn-cs"/>
              </a:rPr>
              <a:t> </a:t>
            </a:r>
            <a:r>
              <a:rPr lang="vi-VN" sz="1200" b="0" i="0" u="none" strike="noStrike" kern="1200" baseline="0" dirty="0" err="1" smtClean="0">
                <a:solidFill>
                  <a:schemeClr val="tx1"/>
                </a:solidFill>
                <a:latin typeface="+mn-lt"/>
                <a:ea typeface="+mn-ea"/>
                <a:cs typeface="+mn-cs"/>
              </a:rPr>
              <a:t>hiện</a:t>
            </a:r>
            <a:r>
              <a:rPr lang="vi-VN" sz="1200" b="0" i="0" u="none" strike="noStrike" kern="1200" baseline="0" dirty="0" smtClean="0">
                <a:solidFill>
                  <a:schemeClr val="tx1"/>
                </a:solidFill>
                <a:latin typeface="+mn-lt"/>
                <a:ea typeface="+mn-ea"/>
                <a:cs typeface="+mn-cs"/>
              </a:rPr>
              <a:t> </a:t>
            </a:r>
            <a:r>
              <a:rPr lang="vi-VN" sz="1200" b="0" i="0" u="none" strike="noStrike" kern="1200" baseline="0" dirty="0" err="1" smtClean="0">
                <a:solidFill>
                  <a:schemeClr val="tx1"/>
                </a:solidFill>
                <a:latin typeface="+mn-lt"/>
                <a:ea typeface="+mn-ea"/>
                <a:cs typeface="+mn-cs"/>
              </a:rPr>
              <a:t>đúng</a:t>
            </a:r>
            <a:r>
              <a:rPr lang="vi-VN" sz="1200" b="0" i="0" u="none" strike="noStrike" kern="1200" baseline="0" dirty="0" smtClean="0">
                <a:solidFill>
                  <a:schemeClr val="tx1"/>
                </a:solidFill>
                <a:latin typeface="+mn-lt"/>
                <a:ea typeface="+mn-ea"/>
                <a:cs typeface="+mn-cs"/>
              </a:rPr>
              <a:t>!</a:t>
            </a:r>
            <a:endParaRPr lang="en-US" sz="1200" b="0" i="0" u="none" strike="noStrike" kern="1200" baseline="0" dirty="0" smtClean="0">
              <a:solidFill>
                <a:schemeClr val="tx1"/>
              </a:solidFill>
              <a:latin typeface="+mn-lt"/>
              <a:ea typeface="+mn-ea"/>
              <a:cs typeface="+mn-cs"/>
            </a:endParaRPr>
          </a:p>
          <a:p>
            <a:endParaRPr lang="en-US"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B3E8371-BC81-41CE-882F-1C1A7014DEE8}" type="slidenum">
              <a:rPr lang="en-US" smtClean="0"/>
              <a:t>7</a:t>
            </a:fld>
            <a:endParaRPr lang="en-US"/>
          </a:p>
        </p:txBody>
      </p:sp>
    </p:spTree>
    <p:extLst>
      <p:ext uri="{BB962C8B-B14F-4D97-AF65-F5344CB8AC3E}">
        <p14:creationId xmlns:p14="http://schemas.microsoft.com/office/powerpoint/2010/main" val="3986460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smtClean="0"/>
              <a:t>A </a:t>
            </a:r>
            <a:r>
              <a:rPr lang="en-US" i="1" dirty="0" smtClean="0">
                <a:solidFill>
                  <a:srgbClr val="003399"/>
                </a:solidFill>
              </a:rPr>
              <a:t>portability</a:t>
            </a:r>
            <a:r>
              <a:rPr lang="en-US" dirty="0" smtClean="0"/>
              <a:t> requirement could restrict </a:t>
            </a:r>
            <a:r>
              <a:rPr lang="en-US" sz="1400" dirty="0" smtClean="0"/>
              <a:t>(</a:t>
            </a:r>
            <a:r>
              <a:rPr lang="en-US" sz="1400" dirty="0" err="1" smtClean="0"/>
              <a:t>hạn</a:t>
            </a:r>
            <a:r>
              <a:rPr lang="en-US" sz="1400" dirty="0" smtClean="0"/>
              <a:t> </a:t>
            </a:r>
            <a:r>
              <a:rPr lang="en-US" sz="1400" dirty="0" err="1" smtClean="0"/>
              <a:t>chế</a:t>
            </a:r>
            <a:r>
              <a:rPr lang="en-US" sz="1400" dirty="0" smtClean="0"/>
              <a:t>)</a:t>
            </a:r>
            <a:r>
              <a:rPr lang="en-US" dirty="0" smtClean="0"/>
              <a:t> the language features that the programmer uses but might not result in specific code segments that enable portability.:</a:t>
            </a:r>
            <a:r>
              <a:rPr lang="en-US" baseline="0" dirty="0" smtClean="0"/>
              <a:t> </a:t>
            </a:r>
            <a:r>
              <a:rPr lang="vi-VN" baseline="0" dirty="0" smtClean="0"/>
              <a:t>Yêu </a:t>
            </a:r>
            <a:r>
              <a:rPr lang="vi-VN" baseline="0" dirty="0" err="1" smtClean="0"/>
              <a:t>cầu</a:t>
            </a:r>
            <a:r>
              <a:rPr lang="vi-VN" baseline="0" dirty="0" smtClean="0"/>
              <a:t> </a:t>
            </a:r>
            <a:r>
              <a:rPr lang="vi-VN" baseline="0" dirty="0" err="1" smtClean="0"/>
              <a:t>về</a:t>
            </a:r>
            <a:r>
              <a:rPr lang="vi-VN" baseline="0" dirty="0" smtClean="0"/>
              <a:t> </a:t>
            </a:r>
            <a:r>
              <a:rPr lang="vi-VN" baseline="0" dirty="0" err="1" smtClean="0"/>
              <a:t>tính</a:t>
            </a:r>
            <a:r>
              <a:rPr lang="vi-VN" baseline="0" dirty="0" smtClean="0"/>
              <a:t> di </a:t>
            </a:r>
            <a:r>
              <a:rPr lang="vi-VN" baseline="0" dirty="0" err="1" smtClean="0"/>
              <a:t>động</a:t>
            </a:r>
            <a:r>
              <a:rPr lang="vi-VN" baseline="0" dirty="0" smtClean="0"/>
              <a:t> </a:t>
            </a:r>
            <a:r>
              <a:rPr lang="vi-VN" baseline="0" dirty="0" err="1" smtClean="0"/>
              <a:t>có</a:t>
            </a:r>
            <a:r>
              <a:rPr lang="vi-VN" baseline="0" dirty="0" smtClean="0"/>
              <a:t> </a:t>
            </a:r>
            <a:r>
              <a:rPr lang="vi-VN" baseline="0" dirty="0" err="1" smtClean="0"/>
              <a:t>thể</a:t>
            </a:r>
            <a:r>
              <a:rPr lang="vi-VN" baseline="0" dirty="0" smtClean="0"/>
              <a:t> </a:t>
            </a:r>
            <a:r>
              <a:rPr lang="vi-VN" baseline="0" dirty="0" err="1" smtClean="0"/>
              <a:t>hạn</a:t>
            </a:r>
            <a:r>
              <a:rPr lang="vi-VN" baseline="0" dirty="0" smtClean="0"/>
              <a:t> </a:t>
            </a:r>
            <a:r>
              <a:rPr lang="vi-VN" baseline="0" dirty="0" err="1" smtClean="0"/>
              <a:t>chế</a:t>
            </a:r>
            <a:r>
              <a:rPr lang="vi-VN" baseline="0" dirty="0" smtClean="0"/>
              <a:t> </a:t>
            </a:r>
            <a:r>
              <a:rPr lang="vi-VN" baseline="0" dirty="0" err="1" smtClean="0"/>
              <a:t>các</a:t>
            </a:r>
            <a:r>
              <a:rPr lang="vi-VN" baseline="0" dirty="0" smtClean="0"/>
              <a:t> </a:t>
            </a:r>
            <a:r>
              <a:rPr lang="vi-VN" baseline="0" dirty="0" err="1" smtClean="0"/>
              <a:t>tính</a:t>
            </a:r>
            <a:r>
              <a:rPr lang="vi-VN" baseline="0" dirty="0" smtClean="0"/>
              <a:t> năng ngôn </a:t>
            </a:r>
            <a:r>
              <a:rPr lang="vi-VN" baseline="0" dirty="0" err="1" smtClean="0"/>
              <a:t>ngữ</a:t>
            </a:r>
            <a:r>
              <a:rPr lang="vi-VN" baseline="0" dirty="0" smtClean="0"/>
              <a:t> </a:t>
            </a:r>
            <a:r>
              <a:rPr lang="vi-VN" baseline="0" dirty="0" err="1" smtClean="0"/>
              <a:t>mà</a:t>
            </a:r>
            <a:r>
              <a:rPr lang="vi-VN" baseline="0" dirty="0" smtClean="0"/>
              <a:t> </a:t>
            </a:r>
            <a:r>
              <a:rPr lang="vi-VN" baseline="0" dirty="0" err="1" smtClean="0"/>
              <a:t>lập</a:t>
            </a:r>
            <a:r>
              <a:rPr lang="vi-VN" baseline="0" dirty="0" smtClean="0"/>
              <a:t> </a:t>
            </a:r>
            <a:r>
              <a:rPr lang="vi-VN" baseline="0" dirty="0" err="1" smtClean="0"/>
              <a:t>trình</a:t>
            </a:r>
            <a:r>
              <a:rPr lang="vi-VN" baseline="0" dirty="0" smtClean="0"/>
              <a:t> viên </a:t>
            </a:r>
            <a:r>
              <a:rPr lang="vi-VN" baseline="0" dirty="0" err="1" smtClean="0"/>
              <a:t>sử</a:t>
            </a:r>
            <a:r>
              <a:rPr lang="vi-VN" baseline="0" dirty="0" smtClean="0"/>
              <a:t> </a:t>
            </a:r>
            <a:r>
              <a:rPr lang="vi-VN" baseline="0" dirty="0" err="1" smtClean="0"/>
              <a:t>dụng</a:t>
            </a:r>
            <a:r>
              <a:rPr lang="vi-VN" baseline="0" dirty="0" smtClean="0"/>
              <a:t> nhưng </a:t>
            </a:r>
            <a:r>
              <a:rPr lang="vi-VN" baseline="0" dirty="0" err="1" smtClean="0"/>
              <a:t>có</a:t>
            </a:r>
            <a:r>
              <a:rPr lang="vi-VN" baseline="0" dirty="0" smtClean="0"/>
              <a:t> </a:t>
            </a:r>
            <a:r>
              <a:rPr lang="vi-VN" baseline="0" dirty="0" err="1" smtClean="0"/>
              <a:t>thể</a:t>
            </a:r>
            <a:r>
              <a:rPr lang="vi-VN" baseline="0" dirty="0" smtClean="0"/>
              <a:t> không </a:t>
            </a:r>
            <a:r>
              <a:rPr lang="vi-VN" baseline="0" dirty="0" err="1" smtClean="0"/>
              <a:t>dẫn</a:t>
            </a:r>
            <a:r>
              <a:rPr lang="vi-VN" baseline="0" dirty="0" smtClean="0"/>
              <a:t> </a:t>
            </a:r>
            <a:r>
              <a:rPr lang="vi-VN" baseline="0" dirty="0" err="1" smtClean="0"/>
              <a:t>đến</a:t>
            </a:r>
            <a:r>
              <a:rPr lang="vi-VN" baseline="0" dirty="0" smtClean="0"/>
              <a:t> </a:t>
            </a:r>
            <a:r>
              <a:rPr lang="vi-VN" baseline="0" dirty="0" err="1" smtClean="0"/>
              <a:t>các</a:t>
            </a:r>
            <a:r>
              <a:rPr lang="vi-VN" baseline="0" dirty="0" smtClean="0"/>
              <a:t> phân </a:t>
            </a:r>
            <a:r>
              <a:rPr lang="vi-VN" baseline="0" dirty="0" err="1" smtClean="0"/>
              <a:t>đoạn</a:t>
            </a:r>
            <a:r>
              <a:rPr lang="vi-VN" baseline="0" dirty="0" smtClean="0"/>
              <a:t> </a:t>
            </a:r>
            <a:r>
              <a:rPr lang="vi-VN" baseline="0" dirty="0" err="1" smtClean="0"/>
              <a:t>mã</a:t>
            </a:r>
            <a:r>
              <a:rPr lang="vi-VN" baseline="0" dirty="0" smtClean="0"/>
              <a:t> </a:t>
            </a:r>
            <a:r>
              <a:rPr lang="vi-VN" baseline="0" dirty="0" err="1" smtClean="0"/>
              <a:t>cụ</a:t>
            </a:r>
            <a:r>
              <a:rPr lang="vi-VN" baseline="0" dirty="0" smtClean="0"/>
              <a:t> </a:t>
            </a:r>
            <a:r>
              <a:rPr lang="vi-VN" baseline="0" dirty="0" err="1" smtClean="0"/>
              <a:t>thể</a:t>
            </a:r>
            <a:r>
              <a:rPr lang="vi-VN" baseline="0" dirty="0" smtClean="0"/>
              <a:t> cho </a:t>
            </a:r>
            <a:r>
              <a:rPr lang="vi-VN" baseline="0" dirty="0" err="1" smtClean="0"/>
              <a:t>phép</a:t>
            </a:r>
            <a:r>
              <a:rPr lang="vi-VN" baseline="0" dirty="0" smtClean="0"/>
              <a:t> </a:t>
            </a:r>
            <a:r>
              <a:rPr lang="vi-VN" baseline="0" dirty="0" err="1" smtClean="0"/>
              <a:t>tính</a:t>
            </a:r>
            <a:r>
              <a:rPr lang="vi-VN" baseline="0" dirty="0" smtClean="0"/>
              <a:t> di </a:t>
            </a:r>
            <a:r>
              <a:rPr lang="vi-VN" baseline="0" dirty="0" err="1" smtClean="0"/>
              <a:t>động</a:t>
            </a:r>
            <a:r>
              <a:rPr lang="vi-VN" baseline="0" dirty="0" smtClean="0"/>
              <a:t>.</a:t>
            </a:r>
            <a:endParaRPr lang="en-US" baseline="0" dirty="0" smtClean="0"/>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dirty="0" smtClean="0"/>
          </a:p>
        </p:txBody>
      </p:sp>
      <p:sp>
        <p:nvSpPr>
          <p:cNvPr id="4" name="Slide Number Placeholder 3"/>
          <p:cNvSpPr>
            <a:spLocks noGrp="1"/>
          </p:cNvSpPr>
          <p:nvPr>
            <p:ph type="sldNum" sz="quarter" idx="10"/>
          </p:nvPr>
        </p:nvSpPr>
        <p:spPr/>
        <p:txBody>
          <a:bodyPr/>
          <a:lstStyle/>
          <a:p>
            <a:fld id="{3B3E8371-BC81-41CE-882F-1C1A7014DEE8}" type="slidenum">
              <a:rPr lang="en-US" smtClean="0"/>
              <a:t>11</a:t>
            </a:fld>
            <a:endParaRPr lang="en-US"/>
          </a:p>
        </p:txBody>
      </p:sp>
    </p:spTree>
    <p:extLst>
      <p:ext uri="{BB962C8B-B14F-4D97-AF65-F5344CB8AC3E}">
        <p14:creationId xmlns:p14="http://schemas.microsoft.com/office/powerpoint/2010/main" val="10375458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smtClean="0"/>
              <a:t>- </a:t>
            </a:r>
            <a:r>
              <a:rPr lang="en-US" sz="1200" b="0" i="0" u="none" strike="noStrike" kern="1200" baseline="0" dirty="0" smtClean="0">
                <a:solidFill>
                  <a:schemeClr val="tx1"/>
                </a:solidFill>
                <a:latin typeface="+mn-lt"/>
                <a:ea typeface="+mn-ea"/>
                <a:cs typeface="+mn-cs"/>
              </a:rPr>
              <a:t>Link source object type: </a:t>
            </a:r>
            <a:r>
              <a:rPr lang="en-US" sz="1200" b="0" i="0" u="none" strike="noStrike" kern="1200" baseline="0" dirty="0" err="1" smtClean="0">
                <a:solidFill>
                  <a:schemeClr val="tx1"/>
                </a:solidFill>
                <a:latin typeface="+mn-lt"/>
                <a:ea typeface="+mn-ea"/>
                <a:cs typeface="+mn-cs"/>
              </a:rPr>
              <a:t>Liên</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kết</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loại</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đối</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tượng</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nguồn</a:t>
            </a:r>
            <a:endParaRPr lang="en-US"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B3E8371-BC81-41CE-882F-1C1A7014DEE8}" type="slidenum">
              <a:rPr lang="en-US" smtClean="0"/>
              <a:t>12</a:t>
            </a:fld>
            <a:endParaRPr lang="en-US"/>
          </a:p>
        </p:txBody>
      </p:sp>
    </p:spTree>
    <p:extLst>
      <p:ext uri="{BB962C8B-B14F-4D97-AF65-F5344CB8AC3E}">
        <p14:creationId xmlns:p14="http://schemas.microsoft.com/office/powerpoint/2010/main" val="28926567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15</a:t>
            </a:fld>
            <a:endParaRPr lang="en-US"/>
          </a:p>
        </p:txBody>
      </p:sp>
    </p:spTree>
    <p:extLst>
      <p:ext uri="{BB962C8B-B14F-4D97-AF65-F5344CB8AC3E}">
        <p14:creationId xmlns:p14="http://schemas.microsoft.com/office/powerpoint/2010/main" val="17233064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pay-off (n): chi </a:t>
            </a:r>
            <a:r>
              <a:rPr lang="en-US" dirty="0" err="1" smtClean="0"/>
              <a:t>trả</a:t>
            </a:r>
            <a:endParaRPr lang="en-US" dirty="0"/>
          </a:p>
        </p:txBody>
      </p:sp>
      <p:sp>
        <p:nvSpPr>
          <p:cNvPr id="4" name="Slide Number Placeholder 3"/>
          <p:cNvSpPr>
            <a:spLocks noGrp="1"/>
          </p:cNvSpPr>
          <p:nvPr>
            <p:ph type="sldNum" sz="quarter" idx="10"/>
          </p:nvPr>
        </p:nvSpPr>
        <p:spPr/>
        <p:txBody>
          <a:bodyPr/>
          <a:lstStyle/>
          <a:p>
            <a:fld id="{EDD28F83-BFBF-48E5-9812-FA471493D536}" type="slidenum">
              <a:rPr lang="en-US" smtClean="0"/>
              <a:t>16</a:t>
            </a:fld>
            <a:endParaRPr lang="en-US"/>
          </a:p>
        </p:txBody>
      </p:sp>
    </p:spTree>
    <p:extLst>
      <p:ext uri="{BB962C8B-B14F-4D97-AF65-F5344CB8AC3E}">
        <p14:creationId xmlns:p14="http://schemas.microsoft.com/office/powerpoint/2010/main" val="316318902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gif"/><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4.gif"/></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90500"/>
            <a:ext cx="9144000" cy="6477000"/>
          </a:xfrm>
          <a:prstGeom prst="rect">
            <a:avLst/>
          </a:prstGeom>
        </p:spPr>
      </p:pic>
      <p:sp>
        <p:nvSpPr>
          <p:cNvPr id="3" name="Subtitle 2"/>
          <p:cNvSpPr>
            <a:spLocks noGrp="1"/>
          </p:cNvSpPr>
          <p:nvPr>
            <p:ph type="subTitle" idx="1"/>
          </p:nvPr>
        </p:nvSpPr>
        <p:spPr>
          <a:xfrm>
            <a:off x="1371600" y="4343400"/>
            <a:ext cx="6400800" cy="990600"/>
          </a:xfrm>
        </p:spPr>
        <p:txBody>
          <a:bodyPr/>
          <a:lstStyle>
            <a:lvl1pPr marL="0" indent="0" algn="ctr">
              <a:buNone/>
              <a:defRPr>
                <a:solidFill>
                  <a:schemeClr val="accent2">
                    <a:lumMod val="75000"/>
                  </a:schemeClr>
                </a:solidFill>
                <a:latin typeface="Tahoma" pitchFamily="34" charset="0"/>
                <a:cs typeface="Tahom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Title 7"/>
          <p:cNvSpPr>
            <a:spLocks noGrp="1"/>
          </p:cNvSpPr>
          <p:nvPr>
            <p:ph type="ctrTitle"/>
          </p:nvPr>
        </p:nvSpPr>
        <p:spPr>
          <a:xfrm>
            <a:off x="685800" y="3276600"/>
            <a:ext cx="7772400" cy="1048773"/>
          </a:xfrm>
        </p:spPr>
        <p:txBody>
          <a:bodyPr/>
          <a:lstStyle/>
          <a:p>
            <a:endParaRPr lang="en-US"/>
          </a:p>
        </p:txBody>
      </p:sp>
      <p:sp>
        <p:nvSpPr>
          <p:cNvPr id="2" name="TextBox 1"/>
          <p:cNvSpPr txBox="1"/>
          <p:nvPr userDrawn="1"/>
        </p:nvSpPr>
        <p:spPr>
          <a:xfrm>
            <a:off x="4343400" y="196840"/>
            <a:ext cx="4046685" cy="584775"/>
          </a:xfrm>
          <a:prstGeom prst="rect">
            <a:avLst/>
          </a:prstGeom>
          <a:noFill/>
        </p:spPr>
        <p:txBody>
          <a:bodyPr wrap="none" rtlCol="0">
            <a:spAutoFit/>
          </a:bodyPr>
          <a:lstStyle/>
          <a:p>
            <a:r>
              <a:rPr lang="en-US" sz="3200" b="1" dirty="0" smtClean="0">
                <a:solidFill>
                  <a:srgbClr val="0000FF"/>
                </a:solidFill>
                <a:latin typeface="+mn-lt"/>
              </a:rPr>
              <a:t>ĐẠI</a:t>
            </a:r>
            <a:r>
              <a:rPr lang="en-US" sz="3200" b="1" baseline="0" dirty="0" smtClean="0">
                <a:solidFill>
                  <a:srgbClr val="0000FF"/>
                </a:solidFill>
                <a:latin typeface="+mn-lt"/>
              </a:rPr>
              <a:t> HỌC FPT CẦN THƠ</a:t>
            </a:r>
            <a:endParaRPr lang="en-US" sz="3200" b="1" dirty="0">
              <a:solidFill>
                <a:srgbClr val="0000FF"/>
              </a:solidFill>
              <a:latin typeface="+mn-lt"/>
            </a:endParaRPr>
          </a:p>
        </p:txBody>
      </p:sp>
      <p:pic>
        <p:nvPicPr>
          <p:cNvPr id="1026"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85315332"/>
      </p:ext>
    </p:extLst>
  </p:cSld>
  <p:clrMapOvr>
    <a:masterClrMapping/>
  </p:clrMapOvr>
  <p:transition>
    <p:split orient="vert"/>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p:txBody>
          <a:bodyPr/>
          <a:lstStyle>
            <a:lvl1pPr>
              <a:buFontTx/>
              <a:buBlip>
                <a:blip r:embed="rId2"/>
              </a:buBlip>
              <a:defRPr sz="2800">
                <a:solidFill>
                  <a:schemeClr val="tx1"/>
                </a:solidFill>
                <a:latin typeface="+mn-lt"/>
                <a:cs typeface="Tahoma" pitchFamily="34" charset="0"/>
              </a:defRPr>
            </a:lvl1pPr>
            <a:lvl2pPr>
              <a:buFontTx/>
              <a:buBlip>
                <a:blip r:embed="rId3"/>
              </a:buBlip>
              <a:defRPr sz="2400">
                <a:solidFill>
                  <a:schemeClr val="tx1"/>
                </a:solidFill>
                <a:latin typeface="+mn-lt"/>
                <a:cs typeface="Tahoma" pitchFamily="34" charset="0"/>
              </a:defRPr>
            </a:lvl2pPr>
            <a:lvl3pPr>
              <a:buFontTx/>
              <a:buBlip>
                <a:blip r:embed="rId4"/>
              </a:buBlip>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Title 7"/>
          <p:cNvSpPr>
            <a:spLocks noGrp="1"/>
          </p:cNvSpPr>
          <p:nvPr>
            <p:ph type="title"/>
          </p:nvPr>
        </p:nvSpPr>
        <p:spPr>
          <a:xfrm>
            <a:off x="2819400" y="27105"/>
            <a:ext cx="6324600" cy="1084146"/>
          </a:xfrm>
        </p:spPr>
        <p:txBody>
          <a:bodyPr/>
          <a:lstStyle>
            <a:lvl1pPr algn="r">
              <a:defRPr sz="3200" b="1">
                <a:solidFill>
                  <a:srgbClr val="0070C0"/>
                </a:solidFill>
              </a:defRPr>
            </a:lvl1pPr>
          </a:lstStyle>
          <a:p>
            <a:r>
              <a:rPr lang="en-US" dirty="0" smtClean="0"/>
              <a:t>Click to edit Master title style</a:t>
            </a:r>
            <a:endParaRPr lang="en-US" dirty="0"/>
          </a:p>
        </p:txBody>
      </p:sp>
      <p:sp>
        <p:nvSpPr>
          <p:cNvPr id="6" name="Footer Placeholder 4"/>
          <p:cNvSpPr>
            <a:spLocks noGrp="1"/>
          </p:cNvSpPr>
          <p:nvPr>
            <p:ph type="ftr" sz="quarter" idx="10"/>
          </p:nvPr>
        </p:nvSpPr>
        <p:spPr>
          <a:xfrm>
            <a:off x="457200" y="6340475"/>
            <a:ext cx="6096000" cy="365125"/>
          </a:xfrm>
        </p:spPr>
        <p:txBody>
          <a:bodyPr/>
          <a:lstStyle>
            <a:lvl1pPr algn="l">
              <a:defRPr dirty="0">
                <a:latin typeface="Tahoma" pitchFamily="34" charset="0"/>
                <a:cs typeface="Tahoma" pitchFamily="34" charset="0"/>
              </a:defRPr>
            </a:lvl1pPr>
          </a:lstStyle>
          <a:p>
            <a:pPr>
              <a:defRPr/>
            </a:pPr>
            <a:r>
              <a:rPr lang="en-US" smtClean="0"/>
              <a:t>Chapter 29: Links in the requirements chain _ BayHV</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38F81FAE-D748-4BFC-A8B0-D2E750E8899F}" type="slidenum">
              <a:rPr lang="en-US"/>
              <a:pPr>
                <a:defRPr/>
              </a:pPr>
              <a:t>‹#›</a:t>
            </a:fld>
            <a:endParaRPr lang="en-US" dirty="0"/>
          </a:p>
        </p:txBody>
      </p:sp>
      <p:sp>
        <p:nvSpPr>
          <p:cNvPr id="2" name="Rectangle 1"/>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00360957"/>
      </p:ext>
    </p:extLst>
  </p:cSld>
  <p:clrMapOvr>
    <a:masterClrMapping/>
  </p:clrMapOvr>
  <p:transition>
    <p:split orient="vert"/>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3021722" y="19222"/>
            <a:ext cx="6096002" cy="990600"/>
          </a:xfrm>
        </p:spPr>
        <p:txBody>
          <a:bodyPr/>
          <a:lstStyle>
            <a:lvl1pPr algn="r">
              <a:defRPr sz="3200" b="1" i="0">
                <a:solidFill>
                  <a:srgbClr val="0070C0"/>
                </a:solidFill>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2800">
                <a:solidFill>
                  <a:schemeClr val="tx1"/>
                </a:solidFill>
                <a:latin typeface="+mn-lt"/>
                <a:cs typeface="Tahoma" pitchFamily="34" charset="0"/>
              </a:defRPr>
            </a:lvl1pPr>
            <a:lvl2pPr>
              <a:defRPr sz="2400">
                <a:solidFill>
                  <a:schemeClr val="tx1"/>
                </a:solidFill>
                <a:latin typeface="+mn-lt"/>
                <a:cs typeface="Tahoma" pitchFamily="34" charset="0"/>
              </a:defRPr>
            </a:lvl2pPr>
            <a:lvl3pPr>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smtClean="0"/>
              <a:t>Chapter 29: Links in the requirements chain _ BayHV</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0269FD7F-F1B9-4EBE-8876-2DA927AD43EA}" type="slidenum">
              <a:rPr lang="en-US"/>
              <a:pPr>
                <a:defRPr/>
              </a:pPr>
              <a:t>‹#›</a:t>
            </a:fld>
            <a:endParaRPr lang="en-US" dirty="0"/>
          </a:p>
        </p:txBody>
      </p:sp>
      <p:sp>
        <p:nvSpPr>
          <p:cNvPr id="10" name="Rectangle 9"/>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74585313"/>
      </p:ext>
    </p:extLst>
  </p:cSld>
  <p:clrMapOvr>
    <a:masterClrMapping/>
  </p:clrMapOvr>
  <p:transition>
    <p:split orient="vert"/>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743200" y="-1"/>
            <a:ext cx="6400800" cy="1111252"/>
          </a:xfrm>
        </p:spPr>
        <p:txBody>
          <a:bodyPr/>
          <a:lstStyle>
            <a:lvl1pPr algn="r">
              <a:defRPr sz="3200" b="1">
                <a:solidFill>
                  <a:srgbClr val="0070C0"/>
                </a:solidFill>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2800">
                <a:solidFill>
                  <a:schemeClr val="tx1"/>
                </a:solidFill>
                <a:latin typeface="+mn-lt"/>
                <a:cs typeface="Tahoma" pitchFamily="34" charset="0"/>
              </a:defRPr>
            </a:lvl1pPr>
            <a:lvl2pPr>
              <a:defRPr sz="2400">
                <a:solidFill>
                  <a:schemeClr val="tx1"/>
                </a:solidFill>
                <a:latin typeface="+mn-lt"/>
                <a:cs typeface="Tahoma" pitchFamily="34" charset="0"/>
              </a:defRPr>
            </a:lvl2pPr>
            <a:lvl3pPr>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smtClean="0"/>
              <a:t>Chapter 29: Links in the requirements chain _ BayHV</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ACBE273D-A5B0-43E9-B55F-D261AD9B2B4A}" type="slidenum">
              <a:rPr lang="en-US"/>
              <a:pPr>
                <a:defRPr/>
              </a:pPr>
              <a:t>‹#›</a:t>
            </a:fld>
            <a:endParaRPr lang="en-US" dirty="0"/>
          </a:p>
        </p:txBody>
      </p:sp>
      <p:sp>
        <p:nvSpPr>
          <p:cNvPr id="10" name="Rectangle 9"/>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097317"/>
      </p:ext>
    </p:extLst>
  </p:cSld>
  <p:clrMapOvr>
    <a:masterClrMapping/>
  </p:clrMapOvr>
  <p:transition>
    <p:split orient="vert"/>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8" name="Straight Connector 7"/>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906108" y="0"/>
            <a:ext cx="6248402" cy="1066800"/>
          </a:xfrm>
        </p:spPr>
        <p:txBody>
          <a:bodyPr/>
          <a:lstStyle>
            <a:lvl1pPr algn="r">
              <a:defRPr sz="3200" b="1">
                <a:solidFill>
                  <a:srgbClr val="0070C0"/>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solidFill>
                  <a:schemeClr val="tx1"/>
                </a:solidFill>
                <a:latin typeface="+mn-lt"/>
                <a:cs typeface="Tahoma" pitchFamily="34" charset="0"/>
              </a:defRPr>
            </a:lvl1pPr>
            <a:lvl2pPr>
              <a:defRPr sz="2000">
                <a:solidFill>
                  <a:schemeClr val="tx1"/>
                </a:solidFill>
                <a:latin typeface="+mn-lt"/>
                <a:cs typeface="Tahoma" pitchFamily="34" charset="0"/>
              </a:defRPr>
            </a:lvl2pPr>
            <a:lvl3pPr>
              <a:defRPr sz="1800">
                <a:solidFill>
                  <a:schemeClr val="tx1"/>
                </a:solidFill>
                <a:latin typeface="+mn-lt"/>
                <a:cs typeface="Tahoma" pitchFamily="34" charset="0"/>
              </a:defRPr>
            </a:lvl3pPr>
            <a:lvl4pPr>
              <a:defRPr sz="1600">
                <a:solidFill>
                  <a:schemeClr val="tx1"/>
                </a:solidFill>
                <a:latin typeface="+mn-lt"/>
                <a:cs typeface="Tahoma" pitchFamily="34" charset="0"/>
              </a:defRPr>
            </a:lvl4pPr>
            <a:lvl5pPr>
              <a:defRPr sz="1600">
                <a:solidFill>
                  <a:schemeClr val="tx1"/>
                </a:solidFill>
                <a:latin typeface="+mn-lt"/>
                <a:cs typeface="Tahoma" pitchFamily="34" charset="0"/>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solidFill>
                  <a:schemeClr val="tx1"/>
                </a:solidFill>
                <a:latin typeface="+mn-lt"/>
                <a:cs typeface="Tahoma" pitchFamily="34" charset="0"/>
              </a:defRPr>
            </a:lvl1pPr>
            <a:lvl2pPr>
              <a:defRPr sz="2000">
                <a:solidFill>
                  <a:schemeClr val="tx1"/>
                </a:solidFill>
                <a:latin typeface="+mn-lt"/>
                <a:cs typeface="Tahoma" pitchFamily="34" charset="0"/>
              </a:defRPr>
            </a:lvl2pPr>
            <a:lvl3pPr>
              <a:defRPr sz="1800">
                <a:solidFill>
                  <a:schemeClr val="tx1"/>
                </a:solidFill>
                <a:latin typeface="+mn-lt"/>
                <a:cs typeface="Tahoma" pitchFamily="34" charset="0"/>
              </a:defRPr>
            </a:lvl3pPr>
            <a:lvl4pPr>
              <a:defRPr sz="1600">
                <a:solidFill>
                  <a:schemeClr val="tx1"/>
                </a:solidFill>
                <a:latin typeface="+mn-lt"/>
                <a:cs typeface="Tahoma" pitchFamily="34" charset="0"/>
              </a:defRPr>
            </a:lvl4pPr>
            <a:lvl5pPr>
              <a:defRPr sz="1600">
                <a:solidFill>
                  <a:schemeClr val="tx1"/>
                </a:solidFill>
                <a:latin typeface="+mn-lt"/>
                <a:cs typeface="Tahoma" pitchFamily="34" charset="0"/>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smtClean="0"/>
              <a:t>Chapter 29: Links in the requirements chain _ BayHV</a:t>
            </a:r>
            <a:endParaRPr lang="en-US"/>
          </a:p>
        </p:txBody>
      </p:sp>
      <p:sp>
        <p:nvSpPr>
          <p:cNvPr id="10"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0F31B4AE-D66A-4FED-AD35-BAB7214338B0}" type="slidenum">
              <a:rPr lang="en-US"/>
              <a:pPr>
                <a:defRPr/>
              </a:pPr>
              <a:t>‹#›</a:t>
            </a:fld>
            <a:endParaRPr lang="en-US" dirty="0"/>
          </a:p>
        </p:txBody>
      </p:sp>
      <p:sp>
        <p:nvSpPr>
          <p:cNvPr id="13" name="Rectangle 12"/>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09324019"/>
      </p:ext>
    </p:extLst>
  </p:cSld>
  <p:clrMapOvr>
    <a:masterClrMapping/>
  </p:clrMapOvr>
  <p:transition>
    <p:split orient="vert"/>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gif"/><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4.gif"/><Relationship Id="rId4" Type="http://schemas.openxmlformats.org/officeDocument/2006/relationships/slideLayout" Target="../slideLayouts/slideLayout4.xml"/><Relationship Id="rId9" Type="http://schemas.openxmlformats.org/officeDocument/2006/relationships/image" Target="../media/image3.gi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2559370" y="0"/>
            <a:ext cx="6584630" cy="1066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smtClean="0"/>
              <a:t>Click to edit Master title style</a:t>
            </a:r>
          </a:p>
        </p:txBody>
      </p:sp>
      <p:sp>
        <p:nvSpPr>
          <p:cNvPr id="1027" name="Text Placeholder 2"/>
          <p:cNvSpPr>
            <a:spLocks noGrp="1"/>
          </p:cNvSpPr>
          <p:nvPr>
            <p:ph type="body" idx="1"/>
          </p:nvPr>
        </p:nvSpPr>
        <p:spPr bwMode="auto">
          <a:xfrm>
            <a:off x="228600" y="1143000"/>
            <a:ext cx="8686800" cy="5029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p>
            <a:pPr lvl="0"/>
            <a:r>
              <a:rPr lang="en-US" dirty="0" smtClean="0"/>
              <a:t>  Click to edit Master text styles</a:t>
            </a:r>
          </a:p>
          <a:p>
            <a:pPr lvl="1"/>
            <a:r>
              <a:rPr lang="en-US" dirty="0" smtClean="0"/>
              <a:t>  Second level</a:t>
            </a:r>
          </a:p>
          <a:p>
            <a:pPr lvl="2"/>
            <a:r>
              <a:rPr lang="en-US" dirty="0" smtClean="0"/>
              <a:t>  Third level</a:t>
            </a:r>
          </a:p>
          <a:p>
            <a:pPr lvl="3"/>
            <a:r>
              <a:rPr lang="en-US" dirty="0" smtClean="0"/>
              <a:t>Fourth level</a:t>
            </a:r>
          </a:p>
          <a:p>
            <a:pPr lvl="4"/>
            <a:r>
              <a:rPr lang="en-US" dirty="0" smtClean="0"/>
              <a:t>Fifth level</a:t>
            </a:r>
          </a:p>
        </p:txBody>
      </p:sp>
      <p:sp>
        <p:nvSpPr>
          <p:cNvPr id="5" name="Footer Placeholder 4"/>
          <p:cNvSpPr>
            <a:spLocks noGrp="1"/>
          </p:cNvSpPr>
          <p:nvPr>
            <p:ph type="ftr" sz="quarter" idx="3"/>
          </p:nvPr>
        </p:nvSpPr>
        <p:spPr>
          <a:xfrm>
            <a:off x="457200" y="6356350"/>
            <a:ext cx="5562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r>
              <a:rPr lang="en-US" smtClean="0"/>
              <a:t>Chapter 29: Links in the requirements chain _ BayHV</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7AF7AF65-4B18-4BB1-B100-2EF3CDE78246}" type="slidenum">
              <a:rPr lang="en-US"/>
              <a:pPr>
                <a:defRPr/>
              </a:pPr>
              <a:t>‹#›</a:t>
            </a:fld>
            <a:endParaRPr lang="en-US" dirty="0"/>
          </a:p>
        </p:txBody>
      </p:sp>
      <p:pic>
        <p:nvPicPr>
          <p:cNvPr id="7" name="Picture 2"/>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 name="Straight Connector 2"/>
          <p:cNvCxnSpPr/>
          <p:nvPr userDrawn="1"/>
        </p:nvCxnSpPr>
        <p:spPr>
          <a:xfrm>
            <a:off x="0" y="1066800"/>
            <a:ext cx="91440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3138385"/>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Lst>
  <p:transition>
    <p:split orient="vert"/>
  </p:transition>
  <p:timing>
    <p:tnLst>
      <p:par>
        <p:cTn id="1" dur="indefinite" restart="never" nodeType="tmRoot"/>
      </p:par>
    </p:tnLst>
  </p:timing>
  <p:hf hdr="0" dt="0"/>
  <p:txStyles>
    <p:titleStyle>
      <a:lvl1pPr algn="r" rtl="0" eaLnBrk="0" fontAlgn="base" hangingPunct="0">
        <a:spcBef>
          <a:spcPct val="0"/>
        </a:spcBef>
        <a:spcAft>
          <a:spcPct val="0"/>
        </a:spcAft>
        <a:defRPr sz="3200" b="1" kern="1200">
          <a:solidFill>
            <a:srgbClr val="0000FF"/>
          </a:solidFill>
          <a:latin typeface="+mn-lt"/>
          <a:ea typeface="+mj-ea"/>
          <a:cs typeface="Tahoma" pitchFamily="34" charset="0"/>
        </a:defRPr>
      </a:lvl1pPr>
      <a:lvl2pPr algn="r" rtl="0" eaLnBrk="0" fontAlgn="base" hangingPunct="0">
        <a:spcBef>
          <a:spcPct val="0"/>
        </a:spcBef>
        <a:spcAft>
          <a:spcPct val="0"/>
        </a:spcAft>
        <a:defRPr sz="4400">
          <a:solidFill>
            <a:srgbClr val="00B0F0"/>
          </a:solidFill>
          <a:latin typeface="Calibri" pitchFamily="34" charset="0"/>
        </a:defRPr>
      </a:lvl2pPr>
      <a:lvl3pPr algn="r" rtl="0" eaLnBrk="0" fontAlgn="base" hangingPunct="0">
        <a:spcBef>
          <a:spcPct val="0"/>
        </a:spcBef>
        <a:spcAft>
          <a:spcPct val="0"/>
        </a:spcAft>
        <a:defRPr sz="4400">
          <a:solidFill>
            <a:srgbClr val="00B0F0"/>
          </a:solidFill>
          <a:latin typeface="Calibri" pitchFamily="34" charset="0"/>
        </a:defRPr>
      </a:lvl3pPr>
      <a:lvl4pPr algn="r" rtl="0" eaLnBrk="0" fontAlgn="base" hangingPunct="0">
        <a:spcBef>
          <a:spcPct val="0"/>
        </a:spcBef>
        <a:spcAft>
          <a:spcPct val="0"/>
        </a:spcAft>
        <a:defRPr sz="4400">
          <a:solidFill>
            <a:srgbClr val="00B0F0"/>
          </a:solidFill>
          <a:latin typeface="Calibri" pitchFamily="34" charset="0"/>
        </a:defRPr>
      </a:lvl4pPr>
      <a:lvl5pPr algn="r" rtl="0" eaLnBrk="0" fontAlgn="base" hangingPunct="0">
        <a:spcBef>
          <a:spcPct val="0"/>
        </a:spcBef>
        <a:spcAft>
          <a:spcPct val="0"/>
        </a:spcAft>
        <a:defRPr sz="4400">
          <a:solidFill>
            <a:srgbClr val="00B0F0"/>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just" rtl="0" eaLnBrk="0" fontAlgn="base" hangingPunct="0">
        <a:spcBef>
          <a:spcPct val="20000"/>
        </a:spcBef>
        <a:spcAft>
          <a:spcPct val="0"/>
        </a:spcAft>
        <a:buBlip>
          <a:blip r:embed="rId8"/>
        </a:buBlip>
        <a:defRPr sz="3200" kern="1200">
          <a:solidFill>
            <a:schemeClr val="tx1"/>
          </a:solidFill>
          <a:latin typeface="+mn-lt"/>
          <a:ea typeface="+mn-ea"/>
          <a:cs typeface="Tahoma" pitchFamily="34" charset="0"/>
        </a:defRPr>
      </a:lvl1pPr>
      <a:lvl2pPr marL="742950" indent="-285750" algn="just" rtl="0" eaLnBrk="0" fontAlgn="base" hangingPunct="0">
        <a:spcBef>
          <a:spcPct val="20000"/>
        </a:spcBef>
        <a:spcAft>
          <a:spcPct val="0"/>
        </a:spcAft>
        <a:buBlip>
          <a:blip r:embed="rId9"/>
        </a:buBlip>
        <a:defRPr sz="2800" kern="1200">
          <a:solidFill>
            <a:schemeClr val="tx1">
              <a:lumMod val="95000"/>
              <a:lumOff val="5000"/>
            </a:schemeClr>
          </a:solidFill>
          <a:latin typeface="+mn-lt"/>
          <a:ea typeface="+mn-ea"/>
          <a:cs typeface="Tahoma" pitchFamily="34" charset="0"/>
        </a:defRPr>
      </a:lvl2pPr>
      <a:lvl3pPr marL="1143000" indent="-228600" algn="just" rtl="0" eaLnBrk="0" fontAlgn="base" hangingPunct="0">
        <a:spcBef>
          <a:spcPct val="20000"/>
        </a:spcBef>
        <a:spcAft>
          <a:spcPct val="0"/>
        </a:spcAft>
        <a:buBlip>
          <a:blip r:embed="rId10"/>
        </a:buBlip>
        <a:defRPr sz="2400" kern="1200">
          <a:solidFill>
            <a:schemeClr val="tx1">
              <a:lumMod val="95000"/>
              <a:lumOff val="5000"/>
            </a:schemeClr>
          </a:solidFill>
          <a:latin typeface="+mn-lt"/>
          <a:ea typeface="+mn-ea"/>
          <a:cs typeface="Tahoma" pitchFamily="34" charset="0"/>
        </a:defRPr>
      </a:lvl3pPr>
      <a:lvl4pPr marL="1600200" indent="-228600" algn="just" rtl="0" eaLnBrk="0" fontAlgn="base" hangingPunct="0">
        <a:spcBef>
          <a:spcPct val="20000"/>
        </a:spcBef>
        <a:spcAft>
          <a:spcPct val="0"/>
        </a:spcAft>
        <a:buFont typeface="Arial" charset="0"/>
        <a:buChar char="–"/>
        <a:defRPr sz="2000" kern="1200">
          <a:solidFill>
            <a:schemeClr val="tx1">
              <a:lumMod val="95000"/>
              <a:lumOff val="5000"/>
            </a:schemeClr>
          </a:solidFill>
          <a:latin typeface="+mn-lt"/>
          <a:ea typeface="+mn-ea"/>
          <a:cs typeface="Tahoma" pitchFamily="34" charset="0"/>
        </a:defRPr>
      </a:lvl4pPr>
      <a:lvl5pPr marL="2057400" indent="-228600" algn="just" rtl="0" eaLnBrk="0" fontAlgn="base" hangingPunct="0">
        <a:spcBef>
          <a:spcPct val="20000"/>
        </a:spcBef>
        <a:spcAft>
          <a:spcPct val="0"/>
        </a:spcAft>
        <a:buFont typeface="Arial" charset="0"/>
        <a:buChar char="»"/>
        <a:defRPr sz="2000" kern="1200">
          <a:solidFill>
            <a:schemeClr val="tx1">
              <a:lumMod val="95000"/>
              <a:lumOff val="5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4.gif"/><Relationship Id="rId4" Type="http://schemas.openxmlformats.org/officeDocument/2006/relationships/image" Target="../media/image3.gif"/></Relationships>
</file>

<file path=ppt/slides/_rels/slide11.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gif"/><Relationship Id="rId5" Type="http://schemas.openxmlformats.org/officeDocument/2006/relationships/image" Target="../media/image3.gif"/><Relationship Id="rId4" Type="http://schemas.openxmlformats.org/officeDocument/2006/relationships/image" Target="../media/image2.gif"/></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gif"/><Relationship Id="rId5" Type="http://schemas.openxmlformats.org/officeDocument/2006/relationships/image" Target="../media/image3.gif"/><Relationship Id="rId4" Type="http://schemas.openxmlformats.org/officeDocument/2006/relationships/image" Target="../media/image2.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2255" y="4100945"/>
            <a:ext cx="5919143" cy="1819776"/>
          </a:xfrm>
        </p:spPr>
        <p:txBody>
          <a:bodyPr>
            <a:normAutofit/>
          </a:bodyPr>
          <a:lstStyle/>
          <a:p>
            <a:r>
              <a:rPr lang="en-US" dirty="0"/>
              <a:t>Chapter </a:t>
            </a:r>
            <a:r>
              <a:rPr lang="en-US" dirty="0" smtClean="0"/>
              <a:t>29</a:t>
            </a:r>
            <a:br>
              <a:rPr lang="en-US" dirty="0" smtClean="0"/>
            </a:br>
            <a:r>
              <a:rPr lang="en-US" dirty="0" smtClean="0"/>
              <a:t> </a:t>
            </a:r>
            <a:r>
              <a:rPr lang="en-US" dirty="0"/>
              <a:t/>
            </a:r>
            <a:br>
              <a:rPr lang="en-US" dirty="0"/>
            </a:br>
            <a:r>
              <a:rPr lang="en-US" dirty="0"/>
              <a:t>Links in the requirements chain</a:t>
            </a:r>
          </a:p>
        </p:txBody>
      </p:sp>
    </p:spTree>
    <p:extLst>
      <p:ext uri="{BB962C8B-B14F-4D97-AF65-F5344CB8AC3E}">
        <p14:creationId xmlns:p14="http://schemas.microsoft.com/office/powerpoint/2010/main" val="611922174"/>
      </p:ext>
    </p:extLst>
  </p:cSld>
  <p:clrMapOvr>
    <a:masterClrMapping/>
  </p:clrMapOvr>
  <p:transition>
    <p:split orient="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1760" y="0"/>
            <a:ext cx="6482080" cy="1052161"/>
          </a:xfrm>
        </p:spPr>
        <p:txBody>
          <a:bodyPr>
            <a:noAutofit/>
          </a:bodyPr>
          <a:lstStyle/>
          <a:p>
            <a:r>
              <a:rPr lang="en-US" sz="3200" dirty="0" smtClean="0"/>
              <a:t>Review chapter 28</a:t>
            </a:r>
            <a:endParaRPr lang="en-US" sz="3200" dirty="0"/>
          </a:p>
        </p:txBody>
      </p:sp>
      <p:sp>
        <p:nvSpPr>
          <p:cNvPr id="4" name="Footer Placeholder 3"/>
          <p:cNvSpPr>
            <a:spLocks noGrp="1"/>
          </p:cNvSpPr>
          <p:nvPr>
            <p:ph type="ftr" sz="quarter" idx="10"/>
          </p:nvPr>
        </p:nvSpPr>
        <p:spPr/>
        <p:txBody>
          <a:bodyPr/>
          <a:lstStyle/>
          <a:p>
            <a:pPr>
              <a:defRPr/>
            </a:pPr>
            <a:r>
              <a:rPr lang="en-US" smtClean="0"/>
              <a:t>Chapter 29: Links in the requirements chain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a:t>
            </a:fld>
            <a:endParaRPr lang="en-US"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449957394"/>
              </p:ext>
            </p:extLst>
          </p:nvPr>
        </p:nvGraphicFramePr>
        <p:xfrm>
          <a:off x="228600" y="1142999"/>
          <a:ext cx="8686800" cy="5197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59482642"/>
      </p:ext>
    </p:extLst>
  </p:cSld>
  <p:clrMapOvr>
    <a:masterClrMapping/>
  </p:clrMapOvr>
  <p:transition>
    <p:split orient="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686800" cy="5197475"/>
          </a:xfrm>
        </p:spPr>
        <p:txBody>
          <a:bodyPr>
            <a:normAutofit/>
          </a:bodyPr>
          <a:lstStyle/>
          <a:p>
            <a:r>
              <a:rPr lang="en-US" dirty="0" smtClean="0"/>
              <a:t>Addressing </a:t>
            </a:r>
            <a:r>
              <a:rPr lang="en-US" dirty="0"/>
              <a:t>the subject of requirements tracing (or traceability). </a:t>
            </a:r>
            <a:endParaRPr lang="en-US" dirty="0" smtClean="0"/>
          </a:p>
          <a:p>
            <a:r>
              <a:rPr lang="en-US" dirty="0"/>
              <a:t>Student </a:t>
            </a:r>
            <a:r>
              <a:rPr lang="en-US" dirty="0" smtClean="0"/>
              <a:t>knows that the requirements </a:t>
            </a:r>
            <a:r>
              <a:rPr lang="en-US" dirty="0"/>
              <a:t>trace  information documents the dependencies and logical links between individual requirements and other system </a:t>
            </a:r>
            <a:r>
              <a:rPr lang="en-US" dirty="0" smtClean="0"/>
              <a:t>elements.</a:t>
            </a:r>
          </a:p>
          <a:p>
            <a:r>
              <a:rPr lang="en-US" dirty="0" smtClean="0"/>
              <a:t>Student understands that </a:t>
            </a:r>
            <a:r>
              <a:rPr lang="en-US" dirty="0" smtClean="0"/>
              <a:t>tracing  </a:t>
            </a:r>
            <a:r>
              <a:rPr lang="en-US" dirty="0"/>
              <a:t>information facilitates impact analysis </a:t>
            </a:r>
            <a:r>
              <a:rPr lang="en-US" dirty="0" smtClean="0"/>
              <a:t>to identify all the works related to implementation of requirement change.</a:t>
            </a:r>
            <a:endParaRPr lang="en-US" dirty="0"/>
          </a:p>
        </p:txBody>
      </p:sp>
      <p:sp>
        <p:nvSpPr>
          <p:cNvPr id="2" name="Title 1"/>
          <p:cNvSpPr>
            <a:spLocks noGrp="1"/>
          </p:cNvSpPr>
          <p:nvPr>
            <p:ph type="title"/>
          </p:nvPr>
        </p:nvSpPr>
        <p:spPr/>
        <p:txBody>
          <a:bodyPr/>
          <a:lstStyle/>
          <a:p>
            <a:r>
              <a:rPr lang="en-US" smtClean="0"/>
              <a:t>Objectives</a:t>
            </a:r>
            <a:endParaRPr lang="en-US"/>
          </a:p>
        </p:txBody>
      </p:sp>
      <p:sp>
        <p:nvSpPr>
          <p:cNvPr id="4" name="Footer Placeholder 3"/>
          <p:cNvSpPr>
            <a:spLocks noGrp="1"/>
          </p:cNvSpPr>
          <p:nvPr>
            <p:ph type="ftr" sz="quarter" idx="10"/>
          </p:nvPr>
        </p:nvSpPr>
        <p:spPr/>
        <p:txBody>
          <a:bodyPr/>
          <a:lstStyle/>
          <a:p>
            <a:pPr>
              <a:defRPr/>
            </a:pPr>
            <a:r>
              <a:rPr lang="en-US" smtClean="0"/>
              <a:t>Chapter 29: Links in the requirements chain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3</a:t>
            </a:fld>
            <a:endParaRPr lang="en-US" dirty="0"/>
          </a:p>
        </p:txBody>
      </p:sp>
      <p:pic>
        <p:nvPicPr>
          <p:cNvPr id="6" name="Picture 5"/>
          <p:cNvPicPr>
            <a:picLocks noChangeAspect="1"/>
          </p:cNvPicPr>
          <p:nvPr/>
        </p:nvPicPr>
        <p:blipFill>
          <a:blip r:embed="rId2"/>
          <a:stretch>
            <a:fillRect/>
          </a:stretch>
        </p:blipFill>
        <p:spPr>
          <a:xfrm>
            <a:off x="7481455" y="4890655"/>
            <a:ext cx="1357744" cy="1357744"/>
          </a:xfrm>
          <a:prstGeom prst="rect">
            <a:avLst/>
          </a:prstGeom>
        </p:spPr>
      </p:pic>
    </p:spTree>
    <p:extLst>
      <p:ext uri="{BB962C8B-B14F-4D97-AF65-F5344CB8AC3E}">
        <p14:creationId xmlns:p14="http://schemas.microsoft.com/office/powerpoint/2010/main" val="184184569"/>
      </p:ext>
    </p:extLst>
  </p:cSld>
  <p:clrMapOvr>
    <a:masterClrMapping/>
  </p:clrMapOvr>
  <p:transition>
    <p:split orient="ver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686800" cy="5197475"/>
          </a:xfrm>
        </p:spPr>
        <p:txBody>
          <a:bodyPr>
            <a:normAutofit/>
          </a:bodyPr>
          <a:lstStyle/>
          <a:p>
            <a:r>
              <a:rPr lang="en-US" sz="3200" dirty="0"/>
              <a:t>Tracing </a:t>
            </a:r>
            <a:r>
              <a:rPr lang="en-US" sz="3200" dirty="0" smtClean="0"/>
              <a:t>requirements.</a:t>
            </a:r>
            <a:endParaRPr lang="en-US" sz="3200" dirty="0"/>
          </a:p>
          <a:p>
            <a:r>
              <a:rPr lang="en-US" sz="3200" dirty="0" smtClean="0"/>
              <a:t>Motivations </a:t>
            </a:r>
            <a:r>
              <a:rPr lang="en-US" sz="2000" dirty="0" smtClean="0"/>
              <a:t>(</a:t>
            </a:r>
            <a:r>
              <a:rPr lang="en-US" sz="2000" dirty="0" err="1" smtClean="0"/>
              <a:t>sự</a:t>
            </a:r>
            <a:r>
              <a:rPr lang="en-US" sz="2000" dirty="0" smtClean="0"/>
              <a:t> </a:t>
            </a:r>
            <a:r>
              <a:rPr lang="en-US" sz="2000" dirty="0" err="1" smtClean="0"/>
              <a:t>thúc</a:t>
            </a:r>
            <a:r>
              <a:rPr lang="en-US" sz="2000" dirty="0" smtClean="0"/>
              <a:t> </a:t>
            </a:r>
            <a:r>
              <a:rPr lang="en-US" sz="2000" dirty="0" err="1" smtClean="0"/>
              <a:t>đẩy</a:t>
            </a:r>
            <a:r>
              <a:rPr lang="en-US" sz="2000" dirty="0" smtClean="0"/>
              <a:t>)</a:t>
            </a:r>
            <a:r>
              <a:rPr lang="en-US" sz="3200" dirty="0" smtClean="0"/>
              <a:t> </a:t>
            </a:r>
            <a:r>
              <a:rPr lang="en-US" sz="3200" dirty="0"/>
              <a:t>for tracing </a:t>
            </a:r>
            <a:r>
              <a:rPr lang="en-US" sz="3200" dirty="0" smtClean="0"/>
              <a:t>requirements.</a:t>
            </a:r>
            <a:endParaRPr lang="en-US" sz="3200" dirty="0"/>
          </a:p>
          <a:p>
            <a:r>
              <a:rPr lang="en-US" sz="3200" dirty="0"/>
              <a:t>The requirements traceability </a:t>
            </a:r>
            <a:r>
              <a:rPr lang="en-US" sz="3200" dirty="0" smtClean="0"/>
              <a:t>matrix.</a:t>
            </a:r>
            <a:endParaRPr lang="en-US" sz="3200" dirty="0"/>
          </a:p>
          <a:p>
            <a:r>
              <a:rPr lang="en-US" sz="3200" dirty="0" smtClean="0"/>
              <a:t>A </a:t>
            </a:r>
            <a:r>
              <a:rPr lang="en-US" sz="3200" dirty="0"/>
              <a:t>requirements tracing </a:t>
            </a:r>
            <a:r>
              <a:rPr lang="en-US" sz="3200" dirty="0" smtClean="0"/>
              <a:t>procedure.</a:t>
            </a:r>
            <a:endParaRPr lang="en-US" sz="3200" dirty="0"/>
          </a:p>
          <a:p>
            <a:endParaRPr lang="en-US" sz="3200" dirty="0"/>
          </a:p>
        </p:txBody>
      </p:sp>
      <p:sp>
        <p:nvSpPr>
          <p:cNvPr id="2" name="Title 1"/>
          <p:cNvSpPr>
            <a:spLocks noGrp="1"/>
          </p:cNvSpPr>
          <p:nvPr>
            <p:ph type="title"/>
          </p:nvPr>
        </p:nvSpPr>
        <p:spPr/>
        <p:txBody>
          <a:bodyPr/>
          <a:lstStyle/>
          <a:p>
            <a:r>
              <a:rPr lang="en-US" smtClean="0"/>
              <a:t>Contents</a:t>
            </a:r>
            <a:endParaRPr lang="en-US"/>
          </a:p>
        </p:txBody>
      </p:sp>
      <p:sp>
        <p:nvSpPr>
          <p:cNvPr id="4" name="Footer Placeholder 3"/>
          <p:cNvSpPr>
            <a:spLocks noGrp="1"/>
          </p:cNvSpPr>
          <p:nvPr>
            <p:ph type="ftr" sz="quarter" idx="10"/>
          </p:nvPr>
        </p:nvSpPr>
        <p:spPr/>
        <p:txBody>
          <a:bodyPr/>
          <a:lstStyle/>
          <a:p>
            <a:pPr>
              <a:defRPr/>
            </a:pPr>
            <a:r>
              <a:rPr lang="en-US" smtClean="0"/>
              <a:t>Chapter 29: Links in the requirements chain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4</a:t>
            </a:fld>
            <a:endParaRPr lang="en-US" dirty="0"/>
          </a:p>
        </p:txBody>
      </p:sp>
      <p:pic>
        <p:nvPicPr>
          <p:cNvPr id="6" name="Picture 5"/>
          <p:cNvPicPr>
            <a:picLocks noChangeAspect="1"/>
          </p:cNvPicPr>
          <p:nvPr/>
        </p:nvPicPr>
        <p:blipFill>
          <a:blip r:embed="rId2"/>
          <a:stretch>
            <a:fillRect/>
          </a:stretch>
        </p:blipFill>
        <p:spPr>
          <a:xfrm>
            <a:off x="6428509" y="3449781"/>
            <a:ext cx="2715491" cy="2715491"/>
          </a:xfrm>
          <a:prstGeom prst="rect">
            <a:avLst/>
          </a:prstGeom>
        </p:spPr>
      </p:pic>
    </p:spTree>
    <p:extLst>
      <p:ext uri="{BB962C8B-B14F-4D97-AF65-F5344CB8AC3E}">
        <p14:creationId xmlns:p14="http://schemas.microsoft.com/office/powerpoint/2010/main" val="1533461939"/>
      </p:ext>
    </p:extLst>
  </p:cSld>
  <p:clrMapOvr>
    <a:masterClrMapping/>
  </p:clrMapOvr>
  <p:transition>
    <p:split orient="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9383" y="1071445"/>
            <a:ext cx="4322617" cy="5127666"/>
          </a:xfrm>
        </p:spPr>
        <p:txBody>
          <a:bodyPr>
            <a:normAutofit fontScale="92500"/>
          </a:bodyPr>
          <a:lstStyle/>
          <a:p>
            <a:r>
              <a:rPr lang="en-US" dirty="0" smtClean="0"/>
              <a:t>Why tracing requirements? </a:t>
            </a:r>
            <a:r>
              <a:rPr lang="en-US" dirty="0" smtClean="0">
                <a:sym typeface="Wingdings" panose="05000000000000000000" pitchFamily="2" charset="2"/>
              </a:rPr>
              <a:t></a:t>
            </a:r>
            <a:r>
              <a:rPr lang="en-US" dirty="0"/>
              <a:t>Trace links allow you to follow the life of a requirement both forward and backward, from origin through </a:t>
            </a:r>
            <a:r>
              <a:rPr lang="en-US" dirty="0" smtClean="0"/>
              <a:t>implementation.</a:t>
            </a:r>
          </a:p>
          <a:p>
            <a:r>
              <a:rPr lang="en-US" dirty="0" smtClean="0"/>
              <a:t>Types of requirements tracing: </a:t>
            </a:r>
            <a:r>
              <a:rPr lang="en-US" i="1" dirty="0" smtClean="0"/>
              <a:t>Forward to requirements, forward from requirements, backward to requirements </a:t>
            </a:r>
            <a:r>
              <a:rPr lang="en-US" dirty="0" smtClean="0"/>
              <a:t>and </a:t>
            </a:r>
            <a:r>
              <a:rPr lang="en-US" i="1" dirty="0" smtClean="0"/>
              <a:t>backward from requirements.</a:t>
            </a:r>
            <a:endParaRPr lang="en-US" dirty="0" smtClean="0"/>
          </a:p>
          <a:p>
            <a:endParaRPr lang="en-US" dirty="0"/>
          </a:p>
        </p:txBody>
      </p:sp>
      <p:sp>
        <p:nvSpPr>
          <p:cNvPr id="2" name="Title 1"/>
          <p:cNvSpPr>
            <a:spLocks noGrp="1"/>
          </p:cNvSpPr>
          <p:nvPr>
            <p:ph type="title"/>
          </p:nvPr>
        </p:nvSpPr>
        <p:spPr>
          <a:xfrm>
            <a:off x="3477126" y="0"/>
            <a:ext cx="5666874" cy="1071445"/>
          </a:xfrm>
        </p:spPr>
        <p:txBody>
          <a:bodyPr>
            <a:normAutofit/>
          </a:bodyPr>
          <a:lstStyle/>
          <a:p>
            <a:r>
              <a:rPr lang="en-US" dirty="0"/>
              <a:t>Tracing </a:t>
            </a:r>
            <a:r>
              <a:rPr lang="en-US" dirty="0" smtClean="0"/>
              <a:t>requirements</a:t>
            </a:r>
            <a:endParaRPr lang="en-US" dirty="0"/>
          </a:p>
        </p:txBody>
      </p:sp>
      <p:pic>
        <p:nvPicPr>
          <p:cNvPr id="4" name="Picture 3"/>
          <p:cNvPicPr>
            <a:picLocks noChangeAspect="1"/>
          </p:cNvPicPr>
          <p:nvPr/>
        </p:nvPicPr>
        <p:blipFill>
          <a:blip r:embed="rId2"/>
          <a:stretch>
            <a:fillRect/>
          </a:stretch>
        </p:blipFill>
        <p:spPr>
          <a:xfrm>
            <a:off x="5098955" y="1422454"/>
            <a:ext cx="4045046" cy="4056221"/>
          </a:xfrm>
          <a:prstGeom prst="rect">
            <a:avLst/>
          </a:prstGeom>
        </p:spPr>
      </p:pic>
      <p:sp>
        <p:nvSpPr>
          <p:cNvPr id="5" name="Footer Placeholder 4"/>
          <p:cNvSpPr>
            <a:spLocks noGrp="1"/>
          </p:cNvSpPr>
          <p:nvPr>
            <p:ph type="ftr" sz="quarter" idx="10"/>
          </p:nvPr>
        </p:nvSpPr>
        <p:spPr/>
        <p:txBody>
          <a:bodyPr/>
          <a:lstStyle/>
          <a:p>
            <a:pPr>
              <a:defRPr/>
            </a:pPr>
            <a:r>
              <a:rPr lang="en-US" smtClean="0"/>
              <a:t>Chapter 29: Links in the requirements chain _ BayHV</a:t>
            </a:r>
            <a:endParaRPr lang="en-US"/>
          </a:p>
        </p:txBody>
      </p:sp>
      <p:sp>
        <p:nvSpPr>
          <p:cNvPr id="6" name="Slide Number Placeholder 5"/>
          <p:cNvSpPr>
            <a:spLocks noGrp="1"/>
          </p:cNvSpPr>
          <p:nvPr>
            <p:ph type="sldNum" sz="quarter" idx="11"/>
          </p:nvPr>
        </p:nvSpPr>
        <p:spPr/>
        <p:txBody>
          <a:bodyPr/>
          <a:lstStyle/>
          <a:p>
            <a:pPr>
              <a:defRPr/>
            </a:pPr>
            <a:fld id="{38F81FAE-D748-4BFC-A8B0-D2E750E8899F}" type="slidenum">
              <a:rPr lang="en-US" smtClean="0"/>
              <a:pPr>
                <a:defRPr/>
              </a:pPr>
              <a:t>5</a:t>
            </a:fld>
            <a:endParaRPr lang="en-US" dirty="0"/>
          </a:p>
        </p:txBody>
      </p:sp>
    </p:spTree>
    <p:extLst>
      <p:ext uri="{BB962C8B-B14F-4D97-AF65-F5344CB8AC3E}">
        <p14:creationId xmlns:p14="http://schemas.microsoft.com/office/powerpoint/2010/main" val="2725586732"/>
      </p:ext>
    </p:extLst>
  </p:cSld>
  <p:clrMapOvr>
    <a:masterClrMapping/>
  </p:clrMapOvr>
  <p:transition>
    <p:split orient="ver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Tracing requirements</a:t>
            </a:r>
          </a:p>
        </p:txBody>
      </p:sp>
      <p:pic>
        <p:nvPicPr>
          <p:cNvPr id="4" name="Picture 3"/>
          <p:cNvPicPr>
            <a:picLocks noChangeAspect="1"/>
          </p:cNvPicPr>
          <p:nvPr/>
        </p:nvPicPr>
        <p:blipFill>
          <a:blip r:embed="rId2"/>
          <a:stretch>
            <a:fillRect/>
          </a:stretch>
        </p:blipFill>
        <p:spPr>
          <a:xfrm>
            <a:off x="4274704" y="1111251"/>
            <a:ext cx="4709391" cy="5120890"/>
          </a:xfrm>
          <a:prstGeom prst="rect">
            <a:avLst/>
          </a:prstGeom>
        </p:spPr>
      </p:pic>
      <p:sp>
        <p:nvSpPr>
          <p:cNvPr id="3" name="Footer Placeholder 2"/>
          <p:cNvSpPr>
            <a:spLocks noGrp="1"/>
          </p:cNvSpPr>
          <p:nvPr>
            <p:ph type="ftr" sz="quarter" idx="10"/>
          </p:nvPr>
        </p:nvSpPr>
        <p:spPr/>
        <p:txBody>
          <a:bodyPr/>
          <a:lstStyle/>
          <a:p>
            <a:pPr>
              <a:defRPr/>
            </a:pPr>
            <a:r>
              <a:rPr lang="en-US" smtClean="0"/>
              <a:t>Chapter 29: Links in the requirements chain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6</a:t>
            </a:fld>
            <a:endParaRPr lang="en-US" dirty="0"/>
          </a:p>
        </p:txBody>
      </p:sp>
      <p:sp>
        <p:nvSpPr>
          <p:cNvPr id="6" name="Content Placeholder 2"/>
          <p:cNvSpPr>
            <a:spLocks noGrp="1"/>
          </p:cNvSpPr>
          <p:nvPr>
            <p:ph idx="1"/>
          </p:nvPr>
        </p:nvSpPr>
        <p:spPr>
          <a:xfrm>
            <a:off x="249384" y="1071445"/>
            <a:ext cx="3865415" cy="3278882"/>
          </a:xfrm>
        </p:spPr>
        <p:txBody>
          <a:bodyPr>
            <a:normAutofit fontScale="77500" lnSpcReduction="20000"/>
          </a:bodyPr>
          <a:lstStyle/>
          <a:p>
            <a:r>
              <a:rPr lang="en-US" dirty="0" smtClean="0"/>
              <a:t>There are many </a:t>
            </a:r>
            <a:r>
              <a:rPr lang="en-US" dirty="0"/>
              <a:t>kinds of traceability relationships that can be defined on a project. Of course, you don’t need to define and manage all these trace link </a:t>
            </a:r>
            <a:r>
              <a:rPr lang="en-US" dirty="0" smtClean="0"/>
              <a:t>types</a:t>
            </a:r>
            <a:r>
              <a:rPr lang="en-US" i="1" dirty="0" smtClean="0"/>
              <a:t>.</a:t>
            </a:r>
          </a:p>
          <a:p>
            <a:endParaRPr lang="en-US" i="1" dirty="0" smtClean="0"/>
          </a:p>
          <a:p>
            <a:r>
              <a:rPr lang="en-US" dirty="0"/>
              <a:t>Maybe you only need to trace system tests back to functional requirements or user requirements. </a:t>
            </a:r>
            <a:endParaRPr lang="en-US" dirty="0" smtClean="0"/>
          </a:p>
        </p:txBody>
      </p:sp>
    </p:spTree>
    <p:extLst>
      <p:ext uri="{BB962C8B-B14F-4D97-AF65-F5344CB8AC3E}">
        <p14:creationId xmlns:p14="http://schemas.microsoft.com/office/powerpoint/2010/main" val="694734020"/>
      </p:ext>
    </p:extLst>
  </p:cSld>
  <p:clrMapOvr>
    <a:masterClrMapping/>
  </p:clrMapOvr>
  <p:transition>
    <p:split orient="ver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763000" cy="5197475"/>
          </a:xfrm>
        </p:spPr>
        <p:txBody>
          <a:bodyPr>
            <a:normAutofit fontScale="85000" lnSpcReduction="10000"/>
          </a:bodyPr>
          <a:lstStyle/>
          <a:p>
            <a:r>
              <a:rPr lang="en-US" dirty="0"/>
              <a:t>At an organization level, implementing requirements tracing can improve the quality of your products, reduce maintenance costs, and facilitate reuse</a:t>
            </a:r>
            <a:r>
              <a:rPr lang="en-US" dirty="0" smtClean="0"/>
              <a:t>.</a:t>
            </a:r>
          </a:p>
          <a:p>
            <a:r>
              <a:rPr lang="en-US" dirty="0"/>
              <a:t>Following are some potential benefits of implementing requirements tracing:</a:t>
            </a:r>
            <a:endParaRPr lang="en-US" dirty="0" smtClean="0"/>
          </a:p>
          <a:p>
            <a:pPr lvl="1"/>
            <a:r>
              <a:rPr lang="en-US" dirty="0" smtClean="0"/>
              <a:t>Finding </a:t>
            </a:r>
            <a:r>
              <a:rPr lang="en-US" dirty="0"/>
              <a:t>missing </a:t>
            </a:r>
            <a:r>
              <a:rPr lang="en-US" dirty="0" smtClean="0"/>
              <a:t>requirements: </a:t>
            </a:r>
            <a:r>
              <a:rPr lang="en-US" sz="1900" dirty="0" smtClean="0"/>
              <a:t>Look </a:t>
            </a:r>
            <a:r>
              <a:rPr lang="en-US" sz="1900" dirty="0"/>
              <a:t>for business requirements that don’t trace to any user requirements, and user requirements that don’t trace to any functional requirements.</a:t>
            </a:r>
            <a:endParaRPr lang="en-US" dirty="0"/>
          </a:p>
          <a:p>
            <a:pPr lvl="1"/>
            <a:r>
              <a:rPr lang="en-US" dirty="0" smtClean="0"/>
              <a:t>Finding </a:t>
            </a:r>
            <a:r>
              <a:rPr lang="en-US" dirty="0"/>
              <a:t>unnecessary </a:t>
            </a:r>
            <a:r>
              <a:rPr lang="en-US" dirty="0" smtClean="0"/>
              <a:t>requirements:</a:t>
            </a:r>
            <a:r>
              <a:rPr lang="en-US" dirty="0"/>
              <a:t> </a:t>
            </a:r>
            <a:r>
              <a:rPr lang="en-US" sz="2100" dirty="0" smtClean="0"/>
              <a:t>Look </a:t>
            </a:r>
            <a:r>
              <a:rPr lang="en-US" sz="2100" dirty="0"/>
              <a:t>for any functional requirements that don’t trace back to user or business requirements and therefore might not be </a:t>
            </a:r>
            <a:r>
              <a:rPr lang="en-US" sz="2100" dirty="0" smtClean="0"/>
              <a:t>needed.</a:t>
            </a:r>
            <a:endParaRPr lang="en-US" dirty="0"/>
          </a:p>
          <a:p>
            <a:pPr lvl="1"/>
            <a:r>
              <a:rPr lang="en-US" dirty="0" smtClean="0"/>
              <a:t>Certification </a:t>
            </a:r>
            <a:r>
              <a:rPr lang="en-US" dirty="0"/>
              <a:t>and </a:t>
            </a:r>
            <a:r>
              <a:rPr lang="en-US" dirty="0" smtClean="0"/>
              <a:t>compliance: </a:t>
            </a:r>
            <a:r>
              <a:rPr lang="en-US" sz="2000" dirty="0" smtClean="0"/>
              <a:t>You </a:t>
            </a:r>
            <a:r>
              <a:rPr lang="en-US" sz="2000" dirty="0"/>
              <a:t>can use trace </a:t>
            </a:r>
            <a:r>
              <a:rPr lang="en-US" sz="2000" dirty="0" smtClean="0"/>
              <a:t>information to </a:t>
            </a:r>
            <a:r>
              <a:rPr lang="en-US" sz="2000" dirty="0"/>
              <a:t>demonstrate that all requirements were implemented—although that doesn’t confirm that they were implemented correctly! </a:t>
            </a:r>
            <a:r>
              <a:rPr lang="en-US" sz="2000" dirty="0" smtClean="0"/>
              <a:t>T</a:t>
            </a:r>
            <a:r>
              <a:rPr lang="en-US" sz="2000" dirty="0" smtClean="0"/>
              <a:t>race </a:t>
            </a:r>
            <a:r>
              <a:rPr lang="en-US" sz="2000" dirty="0"/>
              <a:t>information demonstrates that requirements demanded for regulatory compliance have been included and </a:t>
            </a:r>
            <a:r>
              <a:rPr lang="en-US" sz="2000" dirty="0" smtClean="0"/>
              <a:t>addressed </a:t>
            </a:r>
            <a:r>
              <a:rPr lang="en-US" sz="1600" dirty="0" smtClean="0"/>
              <a:t>(</a:t>
            </a:r>
            <a:r>
              <a:rPr lang="en-US" sz="1600" dirty="0" err="1" smtClean="0"/>
              <a:t>giải</a:t>
            </a:r>
            <a:r>
              <a:rPr lang="en-US" sz="1600" dirty="0" smtClean="0"/>
              <a:t> </a:t>
            </a:r>
            <a:r>
              <a:rPr lang="en-US" sz="1600" dirty="0" err="1" smtClean="0"/>
              <a:t>quyết</a:t>
            </a:r>
            <a:r>
              <a:rPr lang="en-US" sz="1600" dirty="0" smtClean="0"/>
              <a:t>)</a:t>
            </a:r>
            <a:r>
              <a:rPr lang="en-US" sz="2000" dirty="0" smtClean="0"/>
              <a:t>.</a:t>
            </a:r>
            <a:endParaRPr lang="en-US" dirty="0"/>
          </a:p>
          <a:p>
            <a:pPr lvl="1"/>
            <a:r>
              <a:rPr lang="en-US" dirty="0" smtClean="0"/>
              <a:t>Change </a:t>
            </a:r>
            <a:r>
              <a:rPr lang="en-US" dirty="0"/>
              <a:t>impact </a:t>
            </a:r>
            <a:r>
              <a:rPr lang="en-US" dirty="0" smtClean="0"/>
              <a:t>analysis: </a:t>
            </a:r>
            <a:r>
              <a:rPr lang="en-US" sz="1900" dirty="0" smtClean="0"/>
              <a:t>Without </a:t>
            </a:r>
            <a:r>
              <a:rPr lang="en-US" sz="1900" dirty="0"/>
              <a:t>trace information, there’s a good chance that you’ll overlook a system element that would be affected if you add, delete, or modify a particular requirement.</a:t>
            </a:r>
            <a:endParaRPr lang="en-US" dirty="0"/>
          </a:p>
          <a:p>
            <a:pPr lvl="1"/>
            <a:endParaRPr lang="en-US" dirty="0" smtClean="0"/>
          </a:p>
        </p:txBody>
      </p:sp>
      <p:sp>
        <p:nvSpPr>
          <p:cNvPr id="2" name="Title 1"/>
          <p:cNvSpPr>
            <a:spLocks noGrp="1"/>
          </p:cNvSpPr>
          <p:nvPr>
            <p:ph type="title"/>
          </p:nvPr>
        </p:nvSpPr>
        <p:spPr/>
        <p:txBody>
          <a:bodyPr>
            <a:normAutofit/>
          </a:bodyPr>
          <a:lstStyle/>
          <a:p>
            <a:r>
              <a:rPr lang="en-US" dirty="0"/>
              <a:t>Motivations for tracing </a:t>
            </a:r>
            <a:r>
              <a:rPr lang="en-US" dirty="0" smtClean="0"/>
              <a:t>requirements</a:t>
            </a:r>
            <a:endParaRPr lang="en-US" dirty="0"/>
          </a:p>
        </p:txBody>
      </p:sp>
      <p:sp>
        <p:nvSpPr>
          <p:cNvPr id="4" name="Footer Placeholder 3"/>
          <p:cNvSpPr>
            <a:spLocks noGrp="1"/>
          </p:cNvSpPr>
          <p:nvPr>
            <p:ph type="ftr" sz="quarter" idx="10"/>
          </p:nvPr>
        </p:nvSpPr>
        <p:spPr/>
        <p:txBody>
          <a:bodyPr/>
          <a:lstStyle/>
          <a:p>
            <a:pPr>
              <a:defRPr/>
            </a:pPr>
            <a:r>
              <a:rPr lang="en-US" smtClean="0"/>
              <a:t>Chapter 29: Links in the requirements chain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7</a:t>
            </a:fld>
            <a:endParaRPr lang="en-US" dirty="0"/>
          </a:p>
        </p:txBody>
      </p:sp>
    </p:spTree>
    <p:extLst>
      <p:ext uri="{BB962C8B-B14F-4D97-AF65-F5344CB8AC3E}">
        <p14:creationId xmlns:p14="http://schemas.microsoft.com/office/powerpoint/2010/main" val="679241400"/>
      </p:ext>
    </p:extLst>
  </p:cSld>
  <p:clrMapOvr>
    <a:masterClrMapping/>
  </p:clrMapOvr>
  <p:transition>
    <p:split orient="ver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763000" cy="5197475"/>
          </a:xfrm>
        </p:spPr>
        <p:txBody>
          <a:bodyPr>
            <a:normAutofit/>
          </a:bodyPr>
          <a:lstStyle/>
          <a:p>
            <a:pPr lvl="1"/>
            <a:r>
              <a:rPr lang="en-US" dirty="0" smtClean="0"/>
              <a:t>Maintenance: </a:t>
            </a:r>
            <a:r>
              <a:rPr lang="en-US" sz="1800" dirty="0" smtClean="0"/>
              <a:t>Reliable </a:t>
            </a:r>
            <a:r>
              <a:rPr lang="en-US" sz="1800" dirty="0"/>
              <a:t>trace information facilitates your ability to make changes correctly and completely during maintenance. When corporate policies or government regulations change, software systems often must be updated. </a:t>
            </a:r>
            <a:endParaRPr lang="en-US" dirty="0"/>
          </a:p>
          <a:p>
            <a:pPr lvl="1"/>
            <a:r>
              <a:rPr lang="en-US" dirty="0" smtClean="0"/>
              <a:t>Project tracking: </a:t>
            </a:r>
            <a:r>
              <a:rPr lang="en-US" sz="1800" dirty="0" smtClean="0"/>
              <a:t>If </a:t>
            </a:r>
            <a:r>
              <a:rPr lang="en-US" sz="1800" dirty="0"/>
              <a:t>you record the trace data during development, you’ll have an accurate record of the implementation status of planned </a:t>
            </a:r>
            <a:r>
              <a:rPr lang="en-US" sz="1800" dirty="0" smtClean="0"/>
              <a:t>functionality.</a:t>
            </a:r>
            <a:r>
              <a:rPr lang="en-US" dirty="0" smtClean="0"/>
              <a:t> </a:t>
            </a:r>
            <a:endParaRPr lang="en-US" dirty="0"/>
          </a:p>
          <a:p>
            <a:pPr lvl="1"/>
            <a:r>
              <a:rPr lang="en-US" dirty="0" smtClean="0"/>
              <a:t>Reengineering: </a:t>
            </a:r>
            <a:r>
              <a:rPr lang="en-US" sz="1800" dirty="0" smtClean="0"/>
              <a:t>You </a:t>
            </a:r>
            <a:r>
              <a:rPr lang="en-US" sz="1800" dirty="0"/>
              <a:t>can list the functions in an existing system you’re replacing and trace them to where they are addressed in the new system’s requirements and software components.</a:t>
            </a:r>
            <a:endParaRPr lang="en-US" dirty="0"/>
          </a:p>
          <a:p>
            <a:pPr lvl="1"/>
            <a:r>
              <a:rPr lang="en-US" dirty="0" smtClean="0"/>
              <a:t>Reuse: </a:t>
            </a:r>
            <a:r>
              <a:rPr lang="en-US" sz="1800" dirty="0" smtClean="0"/>
              <a:t>Trace </a:t>
            </a:r>
            <a:r>
              <a:rPr lang="en-US" sz="1800" dirty="0"/>
              <a:t>information </a:t>
            </a:r>
            <a:r>
              <a:rPr lang="en-US" sz="1800" dirty="0" smtClean="0"/>
              <a:t>facilitates </a:t>
            </a:r>
            <a:r>
              <a:rPr lang="en-US" sz="1200" dirty="0" smtClean="0"/>
              <a:t>(</a:t>
            </a:r>
            <a:r>
              <a:rPr lang="en-US" sz="1200" dirty="0" err="1" smtClean="0"/>
              <a:t>tạo</a:t>
            </a:r>
            <a:r>
              <a:rPr lang="en-US" sz="1200" dirty="0" smtClean="0"/>
              <a:t> </a:t>
            </a:r>
            <a:r>
              <a:rPr lang="en-US" sz="1200" dirty="0" err="1" smtClean="0"/>
              <a:t>điều</a:t>
            </a:r>
            <a:r>
              <a:rPr lang="en-US" sz="1200" dirty="0" smtClean="0"/>
              <a:t> </a:t>
            </a:r>
            <a:r>
              <a:rPr lang="en-US" sz="1200" dirty="0" err="1" smtClean="0"/>
              <a:t>kiện</a:t>
            </a:r>
            <a:r>
              <a:rPr lang="en-US" sz="1200" dirty="0" smtClean="0"/>
              <a:t>)</a:t>
            </a:r>
            <a:r>
              <a:rPr lang="en-US" sz="1800" dirty="0" smtClean="0"/>
              <a:t> </a:t>
            </a:r>
            <a:r>
              <a:rPr lang="en-US" sz="1800" dirty="0"/>
              <a:t>the reuse of product components by identifying packages of related requirements, designs, code, and tests.</a:t>
            </a:r>
            <a:endParaRPr lang="en-US" dirty="0"/>
          </a:p>
          <a:p>
            <a:pPr lvl="1"/>
            <a:r>
              <a:rPr lang="en-US" dirty="0" smtClean="0"/>
              <a:t>Testing: </a:t>
            </a:r>
            <a:r>
              <a:rPr lang="en-US" sz="1800" dirty="0" smtClean="0"/>
              <a:t>When </a:t>
            </a:r>
            <a:r>
              <a:rPr lang="en-US" sz="1800" dirty="0"/>
              <a:t>a test fails, the links between tests, requirements, and code point developers toward likely areas to examine for the defect</a:t>
            </a:r>
            <a:r>
              <a:rPr lang="en-US" sz="1800" dirty="0" smtClean="0"/>
              <a:t>.</a:t>
            </a:r>
            <a:endParaRPr lang="en-US" dirty="0"/>
          </a:p>
        </p:txBody>
      </p:sp>
      <p:sp>
        <p:nvSpPr>
          <p:cNvPr id="2" name="Title 1"/>
          <p:cNvSpPr>
            <a:spLocks noGrp="1"/>
          </p:cNvSpPr>
          <p:nvPr>
            <p:ph type="title"/>
          </p:nvPr>
        </p:nvSpPr>
        <p:spPr/>
        <p:txBody>
          <a:bodyPr>
            <a:normAutofit/>
          </a:bodyPr>
          <a:lstStyle/>
          <a:p>
            <a:r>
              <a:rPr lang="en-US" dirty="0"/>
              <a:t>Motivations for tracing </a:t>
            </a:r>
            <a:r>
              <a:rPr lang="en-US" dirty="0" smtClean="0"/>
              <a:t>requirements</a:t>
            </a:r>
            <a:endParaRPr lang="en-US" dirty="0"/>
          </a:p>
        </p:txBody>
      </p:sp>
      <p:sp>
        <p:nvSpPr>
          <p:cNvPr id="4" name="Footer Placeholder 3"/>
          <p:cNvSpPr>
            <a:spLocks noGrp="1"/>
          </p:cNvSpPr>
          <p:nvPr>
            <p:ph type="ftr" sz="quarter" idx="10"/>
          </p:nvPr>
        </p:nvSpPr>
        <p:spPr/>
        <p:txBody>
          <a:bodyPr/>
          <a:lstStyle/>
          <a:p>
            <a:pPr>
              <a:defRPr/>
            </a:pPr>
            <a:r>
              <a:rPr lang="en-US" smtClean="0"/>
              <a:t>Chapter 29: Links in the requirements chain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8</a:t>
            </a:fld>
            <a:endParaRPr lang="en-US" dirty="0"/>
          </a:p>
        </p:txBody>
      </p:sp>
    </p:spTree>
    <p:extLst>
      <p:ext uri="{BB962C8B-B14F-4D97-AF65-F5344CB8AC3E}">
        <p14:creationId xmlns:p14="http://schemas.microsoft.com/office/powerpoint/2010/main" val="2927743082"/>
      </p:ext>
    </p:extLst>
  </p:cSld>
  <p:clrMapOvr>
    <a:masterClrMapping/>
  </p:clrMapOvr>
  <p:transition>
    <p:split orient="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0109" y="1062660"/>
            <a:ext cx="8728364" cy="3453922"/>
          </a:xfrm>
        </p:spPr>
        <p:txBody>
          <a:bodyPr>
            <a:normAutofit fontScale="70000" lnSpcReduction="20000"/>
          </a:bodyPr>
          <a:lstStyle/>
          <a:p>
            <a:r>
              <a:rPr lang="en-US" dirty="0"/>
              <a:t>The most common way to represent the links between requirements and other system elements is in a </a:t>
            </a:r>
            <a:r>
              <a:rPr lang="en-US" i="1" dirty="0">
                <a:solidFill>
                  <a:srgbClr val="003399"/>
                </a:solidFill>
              </a:rPr>
              <a:t>requirements traceability matrix</a:t>
            </a:r>
            <a:r>
              <a:rPr lang="en-US" dirty="0"/>
              <a:t>, also called a </a:t>
            </a:r>
            <a:r>
              <a:rPr lang="en-US" i="1" dirty="0">
                <a:solidFill>
                  <a:srgbClr val="003399"/>
                </a:solidFill>
              </a:rPr>
              <a:t>requirements trace matrix </a:t>
            </a:r>
            <a:r>
              <a:rPr lang="en-US" dirty="0"/>
              <a:t>or a </a:t>
            </a:r>
            <a:r>
              <a:rPr lang="en-US" i="1" dirty="0">
                <a:solidFill>
                  <a:srgbClr val="003399"/>
                </a:solidFill>
              </a:rPr>
              <a:t>traceability table</a:t>
            </a:r>
            <a:r>
              <a:rPr lang="en-US" dirty="0"/>
              <a:t>. </a:t>
            </a:r>
            <a:endParaRPr lang="en-US" dirty="0" smtClean="0"/>
          </a:p>
          <a:p>
            <a:r>
              <a:rPr lang="en-US" dirty="0"/>
              <a:t>Table 29-1 shows how each functional requirement is linked backward to a specific use case and forward to one or more design, code, and test elements. </a:t>
            </a:r>
            <a:endParaRPr lang="en-US" dirty="0" smtClean="0"/>
          </a:p>
          <a:p>
            <a:r>
              <a:rPr lang="en-US" dirty="0" smtClean="0"/>
              <a:t>A </a:t>
            </a:r>
            <a:r>
              <a:rPr lang="en-US" dirty="0"/>
              <a:t>design element can be something like an architectural component, a table in a relational data model, or an object class. </a:t>
            </a:r>
            <a:endParaRPr lang="en-US" dirty="0" smtClean="0"/>
          </a:p>
          <a:p>
            <a:r>
              <a:rPr lang="en-US" dirty="0" smtClean="0"/>
              <a:t>Code </a:t>
            </a:r>
            <a:r>
              <a:rPr lang="en-US" dirty="0"/>
              <a:t>references can be class methods, stored procedures, source code file names, or modules within a source file. Including more trace detail takes more work, but it gives you the precise locations of the related software elements.</a:t>
            </a:r>
          </a:p>
        </p:txBody>
      </p:sp>
      <p:sp>
        <p:nvSpPr>
          <p:cNvPr id="2" name="Title 1"/>
          <p:cNvSpPr>
            <a:spLocks noGrp="1"/>
          </p:cNvSpPr>
          <p:nvPr>
            <p:ph type="title"/>
          </p:nvPr>
        </p:nvSpPr>
        <p:spPr/>
        <p:txBody>
          <a:bodyPr>
            <a:normAutofit/>
          </a:bodyPr>
          <a:lstStyle/>
          <a:p>
            <a:r>
              <a:rPr lang="en-US" dirty="0"/>
              <a:t>The requirements traceability </a:t>
            </a:r>
            <a:r>
              <a:rPr lang="en-US" dirty="0" smtClean="0"/>
              <a:t>matrix</a:t>
            </a:r>
            <a:endParaRPr lang="en-US" dirty="0"/>
          </a:p>
        </p:txBody>
      </p:sp>
      <p:pic>
        <p:nvPicPr>
          <p:cNvPr id="4" name="Picture 3"/>
          <p:cNvPicPr>
            <a:picLocks noChangeAspect="1"/>
          </p:cNvPicPr>
          <p:nvPr/>
        </p:nvPicPr>
        <p:blipFill>
          <a:blip r:embed="rId2"/>
          <a:stretch>
            <a:fillRect/>
          </a:stretch>
        </p:blipFill>
        <p:spPr>
          <a:xfrm>
            <a:off x="421709" y="4165704"/>
            <a:ext cx="8604527" cy="2174771"/>
          </a:xfrm>
          <a:prstGeom prst="rect">
            <a:avLst/>
          </a:prstGeom>
        </p:spPr>
      </p:pic>
      <p:sp>
        <p:nvSpPr>
          <p:cNvPr id="6" name="Footer Placeholder 5"/>
          <p:cNvSpPr>
            <a:spLocks noGrp="1"/>
          </p:cNvSpPr>
          <p:nvPr>
            <p:ph type="ftr" sz="quarter" idx="10"/>
          </p:nvPr>
        </p:nvSpPr>
        <p:spPr/>
        <p:txBody>
          <a:bodyPr/>
          <a:lstStyle/>
          <a:p>
            <a:pPr>
              <a:defRPr/>
            </a:pPr>
            <a:r>
              <a:rPr lang="en-US" smtClean="0"/>
              <a:t>Chapter 29: Links in the requirements chain _ BayHV</a:t>
            </a:r>
            <a:endParaRPr lang="en-US"/>
          </a:p>
        </p:txBody>
      </p:sp>
      <p:sp>
        <p:nvSpPr>
          <p:cNvPr id="7" name="Slide Number Placeholder 6"/>
          <p:cNvSpPr>
            <a:spLocks noGrp="1"/>
          </p:cNvSpPr>
          <p:nvPr>
            <p:ph type="sldNum" sz="quarter" idx="11"/>
          </p:nvPr>
        </p:nvSpPr>
        <p:spPr/>
        <p:txBody>
          <a:bodyPr/>
          <a:lstStyle/>
          <a:p>
            <a:pPr>
              <a:defRPr/>
            </a:pPr>
            <a:fld id="{38F81FAE-D748-4BFC-A8B0-D2E750E8899F}" type="slidenum">
              <a:rPr lang="en-US" smtClean="0"/>
              <a:pPr>
                <a:defRPr/>
              </a:pPr>
              <a:t>9</a:t>
            </a:fld>
            <a:endParaRPr lang="en-US" dirty="0"/>
          </a:p>
        </p:txBody>
      </p:sp>
    </p:spTree>
    <p:extLst>
      <p:ext uri="{BB962C8B-B14F-4D97-AF65-F5344CB8AC3E}">
        <p14:creationId xmlns:p14="http://schemas.microsoft.com/office/powerpoint/2010/main" val="165384847"/>
      </p:ext>
    </p:extLst>
  </p:cSld>
  <p:clrMapOvr>
    <a:masterClrMapping/>
  </p:clrMapOvr>
  <p:transition>
    <p:split orient="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7817" y="1062659"/>
            <a:ext cx="8811491" cy="2544717"/>
          </a:xfrm>
        </p:spPr>
        <p:txBody>
          <a:bodyPr>
            <a:normAutofit fontScale="85000" lnSpcReduction="20000"/>
          </a:bodyPr>
          <a:lstStyle/>
          <a:p>
            <a:r>
              <a:rPr lang="en-US" dirty="0"/>
              <a:t>Table 29-2 illustrates a two-way traceability matrix. Most cells in the matrix are empty. Each cell at the intersection of two linked components contains a symbol to indicate the connection. </a:t>
            </a:r>
            <a:endParaRPr lang="en-US" dirty="0" smtClean="0"/>
          </a:p>
          <a:p>
            <a:r>
              <a:rPr lang="en-US" dirty="0" smtClean="0"/>
              <a:t>Table </a:t>
            </a:r>
            <a:r>
              <a:rPr lang="en-US" dirty="0"/>
              <a:t>29-2 uses an arrow to indicate that a certain functional requirement is traced from a particular use case. For instance, FR-2 is traced from UC-1, and FR-5 is traced from both UC-2 and UC-4. This indicates that the functional requirement FR-5 is reused across two use cases, UC-2 and UC-4.</a:t>
            </a:r>
          </a:p>
        </p:txBody>
      </p:sp>
      <p:sp>
        <p:nvSpPr>
          <p:cNvPr id="2" name="Title 1"/>
          <p:cNvSpPr>
            <a:spLocks noGrp="1"/>
          </p:cNvSpPr>
          <p:nvPr>
            <p:ph type="title"/>
          </p:nvPr>
        </p:nvSpPr>
        <p:spPr/>
        <p:txBody>
          <a:bodyPr>
            <a:normAutofit/>
          </a:bodyPr>
          <a:lstStyle/>
          <a:p>
            <a:r>
              <a:rPr lang="en-US" dirty="0"/>
              <a:t>The requirements traceability </a:t>
            </a:r>
            <a:r>
              <a:rPr lang="en-US" dirty="0" smtClean="0"/>
              <a:t>matrix</a:t>
            </a:r>
            <a:endParaRPr lang="en-US" dirty="0"/>
          </a:p>
        </p:txBody>
      </p:sp>
      <p:pic>
        <p:nvPicPr>
          <p:cNvPr id="5" name="Picture 4"/>
          <p:cNvPicPr>
            <a:picLocks noChangeAspect="1"/>
          </p:cNvPicPr>
          <p:nvPr/>
        </p:nvPicPr>
        <p:blipFill>
          <a:blip r:embed="rId2"/>
          <a:stretch>
            <a:fillRect/>
          </a:stretch>
        </p:blipFill>
        <p:spPr>
          <a:xfrm>
            <a:off x="3567809" y="3768436"/>
            <a:ext cx="5451500" cy="2426855"/>
          </a:xfrm>
          <a:prstGeom prst="rect">
            <a:avLst/>
          </a:prstGeom>
        </p:spPr>
      </p:pic>
      <p:sp>
        <p:nvSpPr>
          <p:cNvPr id="6" name="Footer Placeholder 5"/>
          <p:cNvSpPr>
            <a:spLocks noGrp="1"/>
          </p:cNvSpPr>
          <p:nvPr>
            <p:ph type="ftr" sz="quarter" idx="10"/>
          </p:nvPr>
        </p:nvSpPr>
        <p:spPr/>
        <p:txBody>
          <a:bodyPr/>
          <a:lstStyle/>
          <a:p>
            <a:pPr>
              <a:defRPr/>
            </a:pPr>
            <a:r>
              <a:rPr lang="en-US" smtClean="0"/>
              <a:t>Chapter 29: Links in the requirements chain _ BayHV</a:t>
            </a:r>
            <a:endParaRPr lang="en-US"/>
          </a:p>
        </p:txBody>
      </p:sp>
      <p:sp>
        <p:nvSpPr>
          <p:cNvPr id="7" name="Slide Number Placeholder 6"/>
          <p:cNvSpPr>
            <a:spLocks noGrp="1"/>
          </p:cNvSpPr>
          <p:nvPr>
            <p:ph type="sldNum" sz="quarter" idx="11"/>
          </p:nvPr>
        </p:nvSpPr>
        <p:spPr/>
        <p:txBody>
          <a:bodyPr/>
          <a:lstStyle/>
          <a:p>
            <a:pPr>
              <a:defRPr/>
            </a:pPr>
            <a:fld id="{38F81FAE-D748-4BFC-A8B0-D2E750E8899F}" type="slidenum">
              <a:rPr lang="en-US" smtClean="0"/>
              <a:pPr>
                <a:defRPr/>
              </a:pPr>
              <a:t>10</a:t>
            </a:fld>
            <a:endParaRPr lang="en-US" dirty="0"/>
          </a:p>
        </p:txBody>
      </p:sp>
      <p:sp>
        <p:nvSpPr>
          <p:cNvPr id="8" name="Content Placeholder 2"/>
          <p:cNvSpPr txBox="1">
            <a:spLocks/>
          </p:cNvSpPr>
          <p:nvPr/>
        </p:nvSpPr>
        <p:spPr bwMode="auto">
          <a:xfrm>
            <a:off x="207816" y="3607376"/>
            <a:ext cx="3359993" cy="2733099"/>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62500" lnSpcReduction="20000"/>
          </a:bodyPr>
          <a:lstStyle>
            <a:lvl1pPr marL="342900" indent="-342900" algn="just" rtl="0" eaLnBrk="0" fontAlgn="base" hangingPunct="0">
              <a:spcBef>
                <a:spcPct val="20000"/>
              </a:spcBef>
              <a:spcAft>
                <a:spcPct val="0"/>
              </a:spcAft>
              <a:buFontTx/>
              <a:buBlip>
                <a:blip r:embed="rId3"/>
              </a:buBlip>
              <a:defRPr sz="2800" kern="1200">
                <a:solidFill>
                  <a:schemeClr val="tx1"/>
                </a:solidFill>
                <a:latin typeface="+mn-lt"/>
                <a:ea typeface="+mn-ea"/>
                <a:cs typeface="Tahoma" pitchFamily="34" charset="0"/>
              </a:defRPr>
            </a:lvl1pPr>
            <a:lvl2pPr marL="742950" indent="-285750" algn="just" rtl="0" eaLnBrk="0" fontAlgn="base" hangingPunct="0">
              <a:spcBef>
                <a:spcPct val="20000"/>
              </a:spcBef>
              <a:spcAft>
                <a:spcPct val="0"/>
              </a:spcAft>
              <a:buFontTx/>
              <a:buBlip>
                <a:blip r:embed="rId4"/>
              </a:buBlip>
              <a:defRPr sz="2400" kern="1200">
                <a:solidFill>
                  <a:schemeClr val="tx1"/>
                </a:solidFill>
                <a:latin typeface="+mn-lt"/>
                <a:ea typeface="+mn-ea"/>
                <a:cs typeface="Tahoma" pitchFamily="34" charset="0"/>
              </a:defRPr>
            </a:lvl2pPr>
            <a:lvl3pPr marL="1143000" indent="-228600" algn="just" rtl="0" eaLnBrk="0" fontAlgn="base" hangingPunct="0">
              <a:spcBef>
                <a:spcPct val="20000"/>
              </a:spcBef>
              <a:spcAft>
                <a:spcPct val="0"/>
              </a:spcAft>
              <a:buFontTx/>
              <a:buBlip>
                <a:blip r:embed="rId5"/>
              </a:buBlip>
              <a:defRPr sz="2000" kern="1200">
                <a:solidFill>
                  <a:schemeClr val="tx1"/>
                </a:solidFill>
                <a:latin typeface="+mn-lt"/>
                <a:ea typeface="+mn-ea"/>
                <a:cs typeface="Tahoma" pitchFamily="34" charset="0"/>
              </a:defRPr>
            </a:lvl3pPr>
            <a:lvl4pPr marL="1600200" indent="-228600" algn="just" rtl="0" eaLnBrk="0" fontAlgn="base" hangingPunct="0">
              <a:spcBef>
                <a:spcPct val="20000"/>
              </a:spcBef>
              <a:spcAft>
                <a:spcPct val="0"/>
              </a:spcAft>
              <a:buFont typeface="Arial" charset="0"/>
              <a:buChar char="–"/>
              <a:defRPr sz="1800" kern="1200">
                <a:solidFill>
                  <a:schemeClr val="tx1"/>
                </a:solidFill>
                <a:latin typeface="+mn-lt"/>
                <a:ea typeface="+mn-ea"/>
                <a:cs typeface="Tahoma" pitchFamily="34" charset="0"/>
              </a:defRPr>
            </a:lvl4pPr>
            <a:lvl5pPr marL="2057400" indent="-228600" algn="just" rtl="0" eaLnBrk="0" fontAlgn="base" hangingPunct="0">
              <a:spcBef>
                <a:spcPct val="20000"/>
              </a:spcBef>
              <a:spcAft>
                <a:spcPct val="0"/>
              </a:spcAft>
              <a:buFont typeface="Arial" charset="0"/>
              <a:buChar char="»"/>
              <a:defRPr sz="1800" kern="1200">
                <a:solidFill>
                  <a:schemeClr val="tx1"/>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b="1" dirty="0" smtClean="0">
                <a:solidFill>
                  <a:srgbClr val="003399"/>
                </a:solidFill>
              </a:rPr>
              <a:t>One-to-one</a:t>
            </a:r>
            <a:r>
              <a:rPr lang="en-US" b="1" dirty="0" smtClean="0"/>
              <a:t> </a:t>
            </a:r>
            <a:r>
              <a:rPr lang="en-US" dirty="0"/>
              <a:t>One design element is implemented in one code module.</a:t>
            </a:r>
          </a:p>
          <a:p>
            <a:r>
              <a:rPr lang="en-US" b="1" dirty="0" smtClean="0">
                <a:solidFill>
                  <a:srgbClr val="003399"/>
                </a:solidFill>
              </a:rPr>
              <a:t>One-to-many</a:t>
            </a:r>
            <a:r>
              <a:rPr lang="en-US" b="1" dirty="0" smtClean="0"/>
              <a:t> </a:t>
            </a:r>
            <a:r>
              <a:rPr lang="en-US" dirty="0"/>
              <a:t>One functional requirement is verified by multiple tests.</a:t>
            </a:r>
          </a:p>
          <a:p>
            <a:r>
              <a:rPr lang="en-US" b="1" dirty="0" smtClean="0">
                <a:solidFill>
                  <a:srgbClr val="003399"/>
                </a:solidFill>
              </a:rPr>
              <a:t>Many-to-many</a:t>
            </a:r>
            <a:r>
              <a:rPr lang="en-US" b="1" dirty="0" smtClean="0"/>
              <a:t> </a:t>
            </a:r>
            <a:r>
              <a:rPr lang="en-US" dirty="0"/>
              <a:t>Each use case leads to multiple functional requirements, and certain functional requirements are common to several use </a:t>
            </a:r>
            <a:r>
              <a:rPr lang="en-US" dirty="0" smtClean="0"/>
              <a:t>cases.</a:t>
            </a:r>
            <a:endParaRPr lang="en-US" dirty="0"/>
          </a:p>
        </p:txBody>
      </p:sp>
    </p:spTree>
    <p:extLst>
      <p:ext uri="{BB962C8B-B14F-4D97-AF65-F5344CB8AC3E}">
        <p14:creationId xmlns:p14="http://schemas.microsoft.com/office/powerpoint/2010/main" val="2177111942"/>
      </p:ext>
    </p:extLst>
  </p:cSld>
  <p:clrMapOvr>
    <a:masterClrMapping/>
  </p:clrMapOvr>
  <p:transition>
    <p:split orient="ver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 </a:t>
            </a:r>
            <a:r>
              <a:rPr lang="en-US" dirty="0" smtClean="0"/>
              <a:t>Traceability </a:t>
            </a:r>
            <a:r>
              <a:rPr lang="en-US" dirty="0"/>
              <a:t>chain involving nonfunctional requirements</a:t>
            </a:r>
          </a:p>
        </p:txBody>
      </p:sp>
      <p:sp>
        <p:nvSpPr>
          <p:cNvPr id="3" name="Footer Placeholder 2"/>
          <p:cNvSpPr>
            <a:spLocks noGrp="1"/>
          </p:cNvSpPr>
          <p:nvPr>
            <p:ph type="ftr" sz="quarter" idx="10"/>
          </p:nvPr>
        </p:nvSpPr>
        <p:spPr/>
        <p:txBody>
          <a:bodyPr/>
          <a:lstStyle/>
          <a:p>
            <a:pPr>
              <a:defRPr/>
            </a:pPr>
            <a:r>
              <a:rPr lang="en-US" smtClean="0"/>
              <a:t>Chapter 29: Links in the requirements chain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11</a:t>
            </a:fld>
            <a:endParaRPr lang="en-US" dirty="0"/>
          </a:p>
        </p:txBody>
      </p:sp>
      <p:pic>
        <p:nvPicPr>
          <p:cNvPr id="6" name="Picture 5"/>
          <p:cNvPicPr>
            <a:picLocks noChangeAspect="1"/>
          </p:cNvPicPr>
          <p:nvPr/>
        </p:nvPicPr>
        <p:blipFill>
          <a:blip r:embed="rId3"/>
          <a:stretch>
            <a:fillRect/>
          </a:stretch>
        </p:blipFill>
        <p:spPr>
          <a:xfrm>
            <a:off x="5498625" y="1111251"/>
            <a:ext cx="3645375" cy="5067876"/>
          </a:xfrm>
          <a:prstGeom prst="rect">
            <a:avLst/>
          </a:prstGeom>
        </p:spPr>
      </p:pic>
      <p:sp>
        <p:nvSpPr>
          <p:cNvPr id="7" name="Content Placeholder 2"/>
          <p:cNvSpPr txBox="1">
            <a:spLocks/>
          </p:cNvSpPr>
          <p:nvPr/>
        </p:nvSpPr>
        <p:spPr bwMode="auto">
          <a:xfrm>
            <a:off x="145207" y="1111251"/>
            <a:ext cx="4953266" cy="5229224"/>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70000" lnSpcReduction="20000"/>
          </a:bodyPr>
          <a:lstStyle>
            <a:lvl1pPr marL="342900" indent="-342900" algn="just" rtl="0" eaLnBrk="0" fontAlgn="base" hangingPunct="0">
              <a:spcBef>
                <a:spcPct val="20000"/>
              </a:spcBef>
              <a:spcAft>
                <a:spcPct val="0"/>
              </a:spcAft>
              <a:buFontTx/>
              <a:buBlip>
                <a:blip r:embed="rId4"/>
              </a:buBlip>
              <a:defRPr sz="2800" kern="1200">
                <a:solidFill>
                  <a:schemeClr val="tx1"/>
                </a:solidFill>
                <a:latin typeface="+mn-lt"/>
                <a:ea typeface="+mn-ea"/>
                <a:cs typeface="Tahoma" pitchFamily="34" charset="0"/>
              </a:defRPr>
            </a:lvl1pPr>
            <a:lvl2pPr marL="742950" indent="-285750" algn="just" rtl="0" eaLnBrk="0" fontAlgn="base" hangingPunct="0">
              <a:spcBef>
                <a:spcPct val="20000"/>
              </a:spcBef>
              <a:spcAft>
                <a:spcPct val="0"/>
              </a:spcAft>
              <a:buFontTx/>
              <a:buBlip>
                <a:blip r:embed="rId5"/>
              </a:buBlip>
              <a:defRPr sz="2400" kern="1200">
                <a:solidFill>
                  <a:schemeClr val="tx1"/>
                </a:solidFill>
                <a:latin typeface="+mn-lt"/>
                <a:ea typeface="+mn-ea"/>
                <a:cs typeface="Tahoma" pitchFamily="34" charset="0"/>
              </a:defRPr>
            </a:lvl2pPr>
            <a:lvl3pPr marL="1143000" indent="-228600" algn="just" rtl="0" eaLnBrk="0" fontAlgn="base" hangingPunct="0">
              <a:spcBef>
                <a:spcPct val="20000"/>
              </a:spcBef>
              <a:spcAft>
                <a:spcPct val="0"/>
              </a:spcAft>
              <a:buFontTx/>
              <a:buBlip>
                <a:blip r:embed="rId6"/>
              </a:buBlip>
              <a:defRPr sz="2000" kern="1200">
                <a:solidFill>
                  <a:schemeClr val="tx1"/>
                </a:solidFill>
                <a:latin typeface="+mn-lt"/>
                <a:ea typeface="+mn-ea"/>
                <a:cs typeface="Tahoma" pitchFamily="34" charset="0"/>
              </a:defRPr>
            </a:lvl3pPr>
            <a:lvl4pPr marL="1600200" indent="-228600" algn="just" rtl="0" eaLnBrk="0" fontAlgn="base" hangingPunct="0">
              <a:spcBef>
                <a:spcPct val="20000"/>
              </a:spcBef>
              <a:spcAft>
                <a:spcPct val="0"/>
              </a:spcAft>
              <a:buFont typeface="Arial" charset="0"/>
              <a:buChar char="–"/>
              <a:defRPr sz="1800" kern="1200">
                <a:solidFill>
                  <a:schemeClr val="tx1"/>
                </a:solidFill>
                <a:latin typeface="+mn-lt"/>
                <a:ea typeface="+mn-ea"/>
                <a:cs typeface="Tahoma" pitchFamily="34" charset="0"/>
              </a:defRPr>
            </a:lvl4pPr>
            <a:lvl5pPr marL="2057400" indent="-228600" algn="just" rtl="0" eaLnBrk="0" fontAlgn="base" hangingPunct="0">
              <a:spcBef>
                <a:spcPct val="20000"/>
              </a:spcBef>
              <a:spcAft>
                <a:spcPct val="0"/>
              </a:spcAft>
              <a:buFont typeface="Arial" charset="0"/>
              <a:buChar char="»"/>
              <a:defRPr sz="1800" kern="1200">
                <a:solidFill>
                  <a:schemeClr val="tx1"/>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Nonfunctional requirements such as quality attributes often do not trace directly into </a:t>
            </a:r>
            <a:r>
              <a:rPr lang="en-US" dirty="0" smtClean="0"/>
              <a:t>code.</a:t>
            </a:r>
          </a:p>
          <a:p>
            <a:r>
              <a:rPr lang="en-US" dirty="0"/>
              <a:t>A </a:t>
            </a:r>
            <a:r>
              <a:rPr lang="en-US" i="1" dirty="0">
                <a:solidFill>
                  <a:srgbClr val="003399"/>
                </a:solidFill>
              </a:rPr>
              <a:t>portability</a:t>
            </a:r>
            <a:r>
              <a:rPr lang="en-US" dirty="0"/>
              <a:t> requirement could </a:t>
            </a:r>
            <a:r>
              <a:rPr lang="en-US" dirty="0" smtClean="0"/>
              <a:t>restrict </a:t>
            </a:r>
            <a:r>
              <a:rPr lang="en-US" sz="2000" dirty="0" smtClean="0"/>
              <a:t>(</a:t>
            </a:r>
            <a:r>
              <a:rPr lang="en-US" sz="2000" dirty="0" err="1" smtClean="0"/>
              <a:t>hạn</a:t>
            </a:r>
            <a:r>
              <a:rPr lang="en-US" sz="2000" dirty="0" smtClean="0"/>
              <a:t> </a:t>
            </a:r>
            <a:r>
              <a:rPr lang="en-US" sz="2000" dirty="0" err="1" smtClean="0"/>
              <a:t>chế</a:t>
            </a:r>
            <a:r>
              <a:rPr lang="en-US" sz="2000" dirty="0" smtClean="0"/>
              <a:t>)</a:t>
            </a:r>
            <a:r>
              <a:rPr lang="en-US" dirty="0" smtClean="0"/>
              <a:t> </a:t>
            </a:r>
            <a:r>
              <a:rPr lang="en-US" dirty="0"/>
              <a:t>the language features that the programmer uses but might not result in specific code segments that enable </a:t>
            </a:r>
            <a:r>
              <a:rPr lang="en-US" dirty="0" smtClean="0"/>
              <a:t>portability.</a:t>
            </a:r>
          </a:p>
          <a:p>
            <a:r>
              <a:rPr lang="en-US" dirty="0"/>
              <a:t>Other quality attributes are </a:t>
            </a:r>
            <a:r>
              <a:rPr lang="en-US" dirty="0" smtClean="0"/>
              <a:t>indeed </a:t>
            </a:r>
            <a:r>
              <a:rPr lang="en-US" sz="2000" dirty="0" smtClean="0"/>
              <a:t>(</a:t>
            </a:r>
            <a:r>
              <a:rPr lang="en-US" sz="2000" dirty="0" err="1" smtClean="0"/>
              <a:t>thực</a:t>
            </a:r>
            <a:r>
              <a:rPr lang="en-US" sz="2000" dirty="0" smtClean="0"/>
              <a:t> </a:t>
            </a:r>
            <a:r>
              <a:rPr lang="en-US" sz="2000" dirty="0" err="1" smtClean="0"/>
              <a:t>sự</a:t>
            </a:r>
            <a:r>
              <a:rPr lang="en-US" sz="2000" dirty="0" smtClean="0"/>
              <a:t>)</a:t>
            </a:r>
            <a:r>
              <a:rPr lang="en-US" dirty="0" smtClean="0"/>
              <a:t> </a:t>
            </a:r>
            <a:r>
              <a:rPr lang="en-US" dirty="0"/>
              <a:t>implemented in code. </a:t>
            </a:r>
            <a:endParaRPr lang="en-US" dirty="0" smtClean="0"/>
          </a:p>
          <a:p>
            <a:r>
              <a:rPr lang="en-US" i="1" dirty="0" smtClean="0">
                <a:solidFill>
                  <a:srgbClr val="003399"/>
                </a:solidFill>
              </a:rPr>
              <a:t>Security</a:t>
            </a:r>
            <a:r>
              <a:rPr lang="en-US" dirty="0" smtClean="0"/>
              <a:t> </a:t>
            </a:r>
            <a:r>
              <a:rPr lang="en-US" dirty="0"/>
              <a:t>requirements for user authentication lead to derived functional requirements that might be implemented through passwords or biometrics functionality. In those cases, you can trace the corresponding functional requirements backward to their parent nonfunctional requirement and forward into downstream deliverables as usual. </a:t>
            </a:r>
          </a:p>
        </p:txBody>
      </p:sp>
      <p:sp>
        <p:nvSpPr>
          <p:cNvPr id="8" name="TextBox 7"/>
          <p:cNvSpPr txBox="1"/>
          <p:nvPr/>
        </p:nvSpPr>
        <p:spPr>
          <a:xfrm>
            <a:off x="5243945" y="5230100"/>
            <a:ext cx="2126673" cy="954107"/>
          </a:xfrm>
          <a:prstGeom prst="rect">
            <a:avLst/>
          </a:prstGeom>
          <a:noFill/>
        </p:spPr>
        <p:txBody>
          <a:bodyPr wrap="square" rtlCol="0">
            <a:spAutoFit/>
          </a:bodyPr>
          <a:lstStyle/>
          <a:p>
            <a:r>
              <a:rPr lang="en-US" sz="1400" b="1" i="1" dirty="0"/>
              <a:t>FIGURE 29-3 </a:t>
            </a:r>
            <a:r>
              <a:rPr lang="en-US" sz="1400" i="1" dirty="0"/>
              <a:t>Sample traceability chain for requirements dealing with application security.</a:t>
            </a:r>
          </a:p>
        </p:txBody>
      </p:sp>
    </p:spTree>
    <p:extLst>
      <p:ext uri="{BB962C8B-B14F-4D97-AF65-F5344CB8AC3E}">
        <p14:creationId xmlns:p14="http://schemas.microsoft.com/office/powerpoint/2010/main" val="3861493836"/>
      </p:ext>
    </p:extLst>
  </p:cSld>
  <p:clrMapOvr>
    <a:masterClrMapping/>
  </p:clrMapOvr>
  <p:transition>
    <p:split orient="ver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Trace link information</a:t>
            </a:r>
            <a:endParaRPr lang="en-US" dirty="0"/>
          </a:p>
        </p:txBody>
      </p:sp>
      <p:pic>
        <p:nvPicPr>
          <p:cNvPr id="4" name="Picture 3"/>
          <p:cNvPicPr>
            <a:picLocks noChangeAspect="1"/>
          </p:cNvPicPr>
          <p:nvPr/>
        </p:nvPicPr>
        <p:blipFill>
          <a:blip r:embed="rId3"/>
          <a:stretch>
            <a:fillRect/>
          </a:stretch>
        </p:blipFill>
        <p:spPr>
          <a:xfrm>
            <a:off x="2452255" y="2699957"/>
            <a:ext cx="6691745" cy="3640518"/>
          </a:xfrm>
          <a:prstGeom prst="rect">
            <a:avLst/>
          </a:prstGeom>
        </p:spPr>
      </p:pic>
      <p:sp>
        <p:nvSpPr>
          <p:cNvPr id="3" name="Footer Placeholder 2"/>
          <p:cNvSpPr>
            <a:spLocks noGrp="1"/>
          </p:cNvSpPr>
          <p:nvPr>
            <p:ph type="ftr" sz="quarter" idx="10"/>
          </p:nvPr>
        </p:nvSpPr>
        <p:spPr/>
        <p:txBody>
          <a:bodyPr/>
          <a:lstStyle/>
          <a:p>
            <a:pPr>
              <a:defRPr/>
            </a:pPr>
            <a:r>
              <a:rPr lang="en-US" smtClean="0"/>
              <a:t>Chapter 29: Links in the requirements chain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12</a:t>
            </a:fld>
            <a:endParaRPr lang="en-US" dirty="0"/>
          </a:p>
        </p:txBody>
      </p:sp>
      <p:sp>
        <p:nvSpPr>
          <p:cNvPr id="6" name="Content Placeholder 2"/>
          <p:cNvSpPr txBox="1">
            <a:spLocks/>
          </p:cNvSpPr>
          <p:nvPr/>
        </p:nvSpPr>
        <p:spPr bwMode="auto">
          <a:xfrm>
            <a:off x="145207" y="1111251"/>
            <a:ext cx="8818684" cy="1588706"/>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85000" lnSpcReduction="10000"/>
          </a:bodyPr>
          <a:lstStyle>
            <a:lvl1pPr marL="342900" indent="-342900" algn="just" rtl="0" eaLnBrk="0" fontAlgn="base" hangingPunct="0">
              <a:spcBef>
                <a:spcPct val="20000"/>
              </a:spcBef>
              <a:spcAft>
                <a:spcPct val="0"/>
              </a:spcAft>
              <a:buFontTx/>
              <a:buBlip>
                <a:blip r:embed="rId4"/>
              </a:buBlip>
              <a:defRPr sz="2800" kern="1200">
                <a:solidFill>
                  <a:schemeClr val="tx1"/>
                </a:solidFill>
                <a:latin typeface="+mn-lt"/>
                <a:ea typeface="+mn-ea"/>
                <a:cs typeface="Tahoma" pitchFamily="34" charset="0"/>
              </a:defRPr>
            </a:lvl1pPr>
            <a:lvl2pPr marL="742950" indent="-285750" algn="just" rtl="0" eaLnBrk="0" fontAlgn="base" hangingPunct="0">
              <a:spcBef>
                <a:spcPct val="20000"/>
              </a:spcBef>
              <a:spcAft>
                <a:spcPct val="0"/>
              </a:spcAft>
              <a:buFontTx/>
              <a:buBlip>
                <a:blip r:embed="rId5"/>
              </a:buBlip>
              <a:defRPr sz="2400" kern="1200">
                <a:solidFill>
                  <a:schemeClr val="tx1"/>
                </a:solidFill>
                <a:latin typeface="+mn-lt"/>
                <a:ea typeface="+mn-ea"/>
                <a:cs typeface="Tahoma" pitchFamily="34" charset="0"/>
              </a:defRPr>
            </a:lvl2pPr>
            <a:lvl3pPr marL="1143000" indent="-228600" algn="just" rtl="0" eaLnBrk="0" fontAlgn="base" hangingPunct="0">
              <a:spcBef>
                <a:spcPct val="20000"/>
              </a:spcBef>
              <a:spcAft>
                <a:spcPct val="0"/>
              </a:spcAft>
              <a:buFontTx/>
              <a:buBlip>
                <a:blip r:embed="rId6"/>
              </a:buBlip>
              <a:defRPr sz="2000" kern="1200">
                <a:solidFill>
                  <a:schemeClr val="tx1"/>
                </a:solidFill>
                <a:latin typeface="+mn-lt"/>
                <a:ea typeface="+mn-ea"/>
                <a:cs typeface="Tahoma" pitchFamily="34" charset="0"/>
              </a:defRPr>
            </a:lvl3pPr>
            <a:lvl4pPr marL="1600200" indent="-228600" algn="just" rtl="0" eaLnBrk="0" fontAlgn="base" hangingPunct="0">
              <a:spcBef>
                <a:spcPct val="20000"/>
              </a:spcBef>
              <a:spcAft>
                <a:spcPct val="0"/>
              </a:spcAft>
              <a:buFont typeface="Arial" charset="0"/>
              <a:buChar char="–"/>
              <a:defRPr sz="1800" kern="1200">
                <a:solidFill>
                  <a:schemeClr val="tx1"/>
                </a:solidFill>
                <a:latin typeface="+mn-lt"/>
                <a:ea typeface="+mn-ea"/>
                <a:cs typeface="Tahoma" pitchFamily="34" charset="0"/>
              </a:defRPr>
            </a:lvl4pPr>
            <a:lvl5pPr marL="2057400" indent="-228600" algn="just" rtl="0" eaLnBrk="0" fontAlgn="base" hangingPunct="0">
              <a:spcBef>
                <a:spcPct val="20000"/>
              </a:spcBef>
              <a:spcAft>
                <a:spcPct val="0"/>
              </a:spcAft>
              <a:buFont typeface="Arial" charset="0"/>
              <a:buChar char="»"/>
              <a:defRPr sz="1800" kern="1200">
                <a:solidFill>
                  <a:schemeClr val="tx1"/>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Table 29-3 identifies some typical sources of knowledge about links between various types of source and target objects. </a:t>
            </a:r>
            <a:endParaRPr lang="en-US" dirty="0" smtClean="0"/>
          </a:p>
          <a:p>
            <a:r>
              <a:rPr lang="en-US" dirty="0" smtClean="0"/>
              <a:t>Determine </a:t>
            </a:r>
            <a:r>
              <a:rPr lang="en-US" dirty="0"/>
              <a:t>the roles and individuals who should supply each type of trace information for your project</a:t>
            </a:r>
            <a:r>
              <a:rPr lang="en-US" dirty="0" smtClean="0"/>
              <a:t>.</a:t>
            </a:r>
          </a:p>
        </p:txBody>
      </p:sp>
    </p:spTree>
    <p:extLst>
      <p:ext uri="{BB962C8B-B14F-4D97-AF65-F5344CB8AC3E}">
        <p14:creationId xmlns:p14="http://schemas.microsoft.com/office/powerpoint/2010/main" val="240324521"/>
      </p:ext>
    </p:extLst>
  </p:cSld>
  <p:clrMapOvr>
    <a:masterClrMapping/>
  </p:clrMapOvr>
  <p:transition>
    <p:split orient="ver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3964" y="1111251"/>
            <a:ext cx="8742218" cy="5229224"/>
          </a:xfrm>
        </p:spPr>
        <p:txBody>
          <a:bodyPr>
            <a:normAutofit fontScale="92500" lnSpcReduction="20000"/>
          </a:bodyPr>
          <a:lstStyle/>
          <a:p>
            <a:r>
              <a:rPr lang="en-US" dirty="0"/>
              <a:t>Consider following this sequence of steps when you begin to implement requirements tracing on a specific project</a:t>
            </a:r>
            <a:r>
              <a:rPr lang="en-US" dirty="0" smtClean="0"/>
              <a:t>:</a:t>
            </a:r>
          </a:p>
          <a:p>
            <a:pPr marL="914400" lvl="1" indent="-514350">
              <a:buFont typeface="+mj-lt"/>
              <a:buAutoNum type="arabicPeriod"/>
            </a:pPr>
            <a:r>
              <a:rPr lang="en-US" dirty="0" smtClean="0"/>
              <a:t>Educate </a:t>
            </a:r>
            <a:r>
              <a:rPr lang="en-US" dirty="0"/>
              <a:t>the team and your management about the concepts and importance of requirements tracing, your objectives for this activity, where the trace data is stored, and the techniques for defining the links. Ask all participants to commit to their responsibilities.</a:t>
            </a:r>
          </a:p>
          <a:p>
            <a:pPr marL="914400" lvl="1" indent="-514350">
              <a:buFont typeface="+mj-lt"/>
              <a:buAutoNum type="arabicPeriod"/>
            </a:pPr>
            <a:r>
              <a:rPr lang="en-US" dirty="0" smtClean="0"/>
              <a:t>Select </a:t>
            </a:r>
            <a:r>
              <a:rPr lang="en-US" dirty="0"/>
              <a:t>the link relationships you want to </a:t>
            </a:r>
            <a:r>
              <a:rPr lang="en-US" dirty="0" smtClean="0"/>
              <a:t>define </a:t>
            </a:r>
            <a:r>
              <a:rPr lang="en-US" sz="1700" dirty="0" smtClean="0"/>
              <a:t>(</a:t>
            </a:r>
            <a:r>
              <a:rPr lang="en-US" sz="1700" dirty="0" err="1" smtClean="0"/>
              <a:t>xác</a:t>
            </a:r>
            <a:r>
              <a:rPr lang="en-US" sz="1700" dirty="0" smtClean="0"/>
              <a:t> </a:t>
            </a:r>
            <a:r>
              <a:rPr lang="en-US" sz="1700" dirty="0" err="1" smtClean="0"/>
              <a:t>định</a:t>
            </a:r>
            <a:r>
              <a:rPr lang="en-US" sz="1700" dirty="0" smtClean="0"/>
              <a:t>)</a:t>
            </a:r>
            <a:r>
              <a:rPr lang="en-US" dirty="0" smtClean="0"/>
              <a:t> </a:t>
            </a:r>
            <a:r>
              <a:rPr lang="en-US" dirty="0"/>
              <a:t>from the possibilities shown in Figure 29-2. Don’t try to do all of these at once! You’ll be </a:t>
            </a:r>
            <a:r>
              <a:rPr lang="en-US" dirty="0" smtClean="0"/>
              <a:t>overwhelmed.</a:t>
            </a:r>
          </a:p>
          <a:p>
            <a:pPr marL="914400" lvl="1" indent="-514350">
              <a:buFont typeface="+mj-lt"/>
              <a:buAutoNum type="arabicPeriod"/>
            </a:pPr>
            <a:r>
              <a:rPr lang="en-US" dirty="0" smtClean="0"/>
              <a:t>Choose </a:t>
            </a:r>
            <a:r>
              <a:rPr lang="en-US" dirty="0"/>
              <a:t>the type of traceability matrix you want to use: the single-matrix style shown in Table 29-1 or several matrices like the one illustrated in Table </a:t>
            </a:r>
            <a:r>
              <a:rPr lang="en-US" dirty="0" smtClean="0"/>
              <a:t>29-2.</a:t>
            </a:r>
          </a:p>
          <a:p>
            <a:pPr marL="914400" lvl="1" indent="-514350">
              <a:buFont typeface="+mj-lt"/>
              <a:buAutoNum type="arabicPeriod"/>
            </a:pPr>
            <a:r>
              <a:rPr lang="en-US" dirty="0" smtClean="0"/>
              <a:t>Identify </a:t>
            </a:r>
            <a:r>
              <a:rPr lang="en-US" dirty="0"/>
              <a:t>the parts of the product for which you want to maintain traceability information. Start with the critical core functions, the high-risk portions, or the portions that you expect will </a:t>
            </a:r>
            <a:r>
              <a:rPr lang="en-US" dirty="0" smtClean="0"/>
              <a:t>undergo </a:t>
            </a:r>
            <a:r>
              <a:rPr lang="en-US" sz="1700" dirty="0" smtClean="0"/>
              <a:t>(</a:t>
            </a:r>
            <a:r>
              <a:rPr lang="en-US" sz="1700" dirty="0" err="1" smtClean="0"/>
              <a:t>trải</a:t>
            </a:r>
            <a:r>
              <a:rPr lang="en-US" sz="1700" dirty="0" smtClean="0"/>
              <a:t> qua)</a:t>
            </a:r>
            <a:r>
              <a:rPr lang="en-US" dirty="0" smtClean="0"/>
              <a:t> </a:t>
            </a:r>
            <a:r>
              <a:rPr lang="en-US" dirty="0"/>
              <a:t>the most maintenance and evolution over the product’s life</a:t>
            </a:r>
            <a:r>
              <a:rPr lang="en-US" dirty="0" smtClean="0"/>
              <a:t>.</a:t>
            </a:r>
            <a:endParaRPr lang="en-US" dirty="0"/>
          </a:p>
        </p:txBody>
      </p:sp>
      <p:sp>
        <p:nvSpPr>
          <p:cNvPr id="2" name="Title 1"/>
          <p:cNvSpPr>
            <a:spLocks noGrp="1"/>
          </p:cNvSpPr>
          <p:nvPr>
            <p:ph type="title"/>
          </p:nvPr>
        </p:nvSpPr>
        <p:spPr/>
        <p:txBody>
          <a:bodyPr>
            <a:normAutofit/>
          </a:bodyPr>
          <a:lstStyle/>
          <a:p>
            <a:r>
              <a:rPr lang="en-US" dirty="0"/>
              <a:t>A requirements tracing procedure</a:t>
            </a:r>
          </a:p>
        </p:txBody>
      </p:sp>
      <p:sp>
        <p:nvSpPr>
          <p:cNvPr id="4" name="Footer Placeholder 3"/>
          <p:cNvSpPr>
            <a:spLocks noGrp="1"/>
          </p:cNvSpPr>
          <p:nvPr>
            <p:ph type="ftr" sz="quarter" idx="10"/>
          </p:nvPr>
        </p:nvSpPr>
        <p:spPr/>
        <p:txBody>
          <a:bodyPr/>
          <a:lstStyle/>
          <a:p>
            <a:pPr>
              <a:defRPr/>
            </a:pPr>
            <a:r>
              <a:rPr lang="en-US" smtClean="0"/>
              <a:t>Chapter 29: Links in the requirements chain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13</a:t>
            </a:fld>
            <a:endParaRPr lang="en-US" dirty="0"/>
          </a:p>
        </p:txBody>
      </p:sp>
    </p:spTree>
    <p:extLst>
      <p:ext uri="{BB962C8B-B14F-4D97-AF65-F5344CB8AC3E}">
        <p14:creationId xmlns:p14="http://schemas.microsoft.com/office/powerpoint/2010/main" val="4272152193"/>
      </p:ext>
    </p:extLst>
  </p:cSld>
  <p:clrMapOvr>
    <a:masterClrMapping/>
  </p:clrMapOvr>
  <p:transition>
    <p:split orient="ver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3964" y="1111251"/>
            <a:ext cx="8742218" cy="5462970"/>
          </a:xfrm>
        </p:spPr>
        <p:txBody>
          <a:bodyPr>
            <a:normAutofit fontScale="92500" lnSpcReduction="20000"/>
          </a:bodyPr>
          <a:lstStyle/>
          <a:p>
            <a:r>
              <a:rPr lang="en-US" dirty="0"/>
              <a:t>Consider following this sequence of steps when you begin to implement requirements tracing on a specific project</a:t>
            </a:r>
            <a:r>
              <a:rPr lang="en-US" dirty="0" smtClean="0"/>
              <a:t>:</a:t>
            </a:r>
          </a:p>
          <a:p>
            <a:pPr marL="914400" lvl="1" indent="-514350">
              <a:buFont typeface="+mj-lt"/>
              <a:buAutoNum type="arabicPeriod" startAt="5"/>
            </a:pPr>
            <a:r>
              <a:rPr lang="en-US" dirty="0" smtClean="0"/>
              <a:t>Identify </a:t>
            </a:r>
            <a:r>
              <a:rPr lang="en-US" dirty="0"/>
              <a:t>the individuals who will supply each type of link information and the person (most likely a BA) who will coordinate the tracing activities and manage the data.</a:t>
            </a:r>
          </a:p>
          <a:p>
            <a:pPr marL="857250" lvl="1" indent="-457200">
              <a:buFont typeface="+mj-lt"/>
              <a:buAutoNum type="arabicPeriod" startAt="5"/>
            </a:pPr>
            <a:r>
              <a:rPr lang="en-US" dirty="0" smtClean="0"/>
              <a:t>Modify </a:t>
            </a:r>
            <a:r>
              <a:rPr lang="en-US" dirty="0"/>
              <a:t>your development procedures to remind developers to update the links after implementing a requirement or an approved change. </a:t>
            </a:r>
            <a:endParaRPr lang="en-US" dirty="0" smtClean="0"/>
          </a:p>
          <a:p>
            <a:pPr marL="857250" lvl="1" indent="-457200">
              <a:buFont typeface="+mj-lt"/>
              <a:buAutoNum type="arabicPeriod" startAt="5"/>
            </a:pPr>
            <a:r>
              <a:rPr lang="en-US" dirty="0" smtClean="0"/>
              <a:t>Define </a:t>
            </a:r>
            <a:r>
              <a:rPr lang="en-US" dirty="0"/>
              <a:t>the labeling conventions you will use to give each system element a unique identifier so that the elements can be linked together. </a:t>
            </a:r>
          </a:p>
          <a:p>
            <a:pPr marL="857250" lvl="1" indent="-457200">
              <a:buFont typeface="+mj-lt"/>
              <a:buAutoNum type="arabicPeriod" startAt="5"/>
            </a:pPr>
            <a:r>
              <a:rPr lang="en-US" dirty="0" smtClean="0"/>
              <a:t>As </a:t>
            </a:r>
            <a:r>
              <a:rPr lang="en-US" dirty="0"/>
              <a:t>development </a:t>
            </a:r>
            <a:r>
              <a:rPr lang="en-US" dirty="0" smtClean="0"/>
              <a:t>proceeds </a:t>
            </a:r>
            <a:r>
              <a:rPr lang="en-US" sz="1600" dirty="0" smtClean="0"/>
              <a:t>(</a:t>
            </a:r>
            <a:r>
              <a:rPr lang="en-US" sz="1600" dirty="0" err="1" smtClean="0"/>
              <a:t>khi</a:t>
            </a:r>
            <a:r>
              <a:rPr lang="en-US" sz="1600" dirty="0" smtClean="0"/>
              <a:t> </a:t>
            </a:r>
            <a:r>
              <a:rPr lang="en-US" sz="1600" dirty="0" err="1" smtClean="0"/>
              <a:t>phát</a:t>
            </a:r>
            <a:r>
              <a:rPr lang="en-US" sz="1600" dirty="0" smtClean="0"/>
              <a:t> </a:t>
            </a:r>
            <a:r>
              <a:rPr lang="en-US" sz="1600" dirty="0" err="1" smtClean="0"/>
              <a:t>triển</a:t>
            </a:r>
            <a:r>
              <a:rPr lang="en-US" sz="1600" dirty="0" smtClean="0"/>
              <a:t> SP)</a:t>
            </a:r>
            <a:r>
              <a:rPr lang="en-US" dirty="0" smtClean="0"/>
              <a:t>, </a:t>
            </a:r>
            <a:r>
              <a:rPr lang="en-US" dirty="0"/>
              <a:t>have each participant provide the requested trace information as they complete small bodies of work. </a:t>
            </a:r>
          </a:p>
          <a:p>
            <a:pPr marL="857250" lvl="1" indent="-457200">
              <a:buFont typeface="+mj-lt"/>
              <a:buAutoNum type="arabicPeriod" startAt="5"/>
            </a:pPr>
            <a:r>
              <a:rPr lang="en-US" dirty="0" smtClean="0"/>
              <a:t>Audit </a:t>
            </a:r>
            <a:r>
              <a:rPr lang="en-US" dirty="0"/>
              <a:t>the trace information periodically to make sure it’s being kept current. If a requirement is reported as implemented and verified, </a:t>
            </a:r>
            <a:r>
              <a:rPr lang="en-US" dirty="0" smtClean="0"/>
              <a:t>but </a:t>
            </a:r>
            <a:r>
              <a:rPr lang="en-US" dirty="0"/>
              <a:t>its trace data is incomplete or inaccurate, your requirements tracing process isn’t working as intended</a:t>
            </a:r>
            <a:r>
              <a:rPr lang="en-US" dirty="0" smtClean="0"/>
              <a:t>.</a:t>
            </a:r>
            <a:endParaRPr lang="en-US" dirty="0"/>
          </a:p>
        </p:txBody>
      </p:sp>
      <p:sp>
        <p:nvSpPr>
          <p:cNvPr id="2" name="Title 1"/>
          <p:cNvSpPr>
            <a:spLocks noGrp="1"/>
          </p:cNvSpPr>
          <p:nvPr>
            <p:ph type="title"/>
          </p:nvPr>
        </p:nvSpPr>
        <p:spPr/>
        <p:txBody>
          <a:bodyPr>
            <a:normAutofit/>
          </a:bodyPr>
          <a:lstStyle/>
          <a:p>
            <a:r>
              <a:rPr lang="en-US"/>
              <a:t>A requirements tracing procedure</a:t>
            </a:r>
          </a:p>
        </p:txBody>
      </p:sp>
      <p:sp>
        <p:nvSpPr>
          <p:cNvPr id="4" name="Footer Placeholder 3"/>
          <p:cNvSpPr>
            <a:spLocks noGrp="1"/>
          </p:cNvSpPr>
          <p:nvPr>
            <p:ph type="ftr" sz="quarter" idx="10"/>
          </p:nvPr>
        </p:nvSpPr>
        <p:spPr/>
        <p:txBody>
          <a:bodyPr/>
          <a:lstStyle/>
          <a:p>
            <a:pPr>
              <a:defRPr/>
            </a:pPr>
            <a:r>
              <a:rPr lang="en-US" smtClean="0"/>
              <a:t>Chapter 29: Links in the requirements chain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14</a:t>
            </a:fld>
            <a:endParaRPr lang="en-US" dirty="0"/>
          </a:p>
        </p:txBody>
      </p:sp>
    </p:spTree>
    <p:extLst>
      <p:ext uri="{BB962C8B-B14F-4D97-AF65-F5344CB8AC3E}">
        <p14:creationId xmlns:p14="http://schemas.microsoft.com/office/powerpoint/2010/main" val="2313273984"/>
      </p:ext>
    </p:extLst>
  </p:cSld>
  <p:clrMapOvr>
    <a:masterClrMapping/>
  </p:clrMapOvr>
  <p:transition>
    <p:split orient="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1760" y="0"/>
            <a:ext cx="6482080" cy="1052161"/>
          </a:xfrm>
        </p:spPr>
        <p:txBody>
          <a:bodyPr>
            <a:noAutofit/>
          </a:bodyPr>
          <a:lstStyle/>
          <a:p>
            <a:r>
              <a:rPr lang="en-US" sz="3200" dirty="0" smtClean="0"/>
              <a:t>Review chapter 29</a:t>
            </a:r>
            <a:endParaRPr lang="en-US" sz="3200" dirty="0"/>
          </a:p>
        </p:txBody>
      </p:sp>
      <p:sp>
        <p:nvSpPr>
          <p:cNvPr id="4" name="Footer Placeholder 3"/>
          <p:cNvSpPr>
            <a:spLocks noGrp="1"/>
          </p:cNvSpPr>
          <p:nvPr>
            <p:ph type="ftr" sz="quarter" idx="10"/>
          </p:nvPr>
        </p:nvSpPr>
        <p:spPr/>
        <p:txBody>
          <a:bodyPr/>
          <a:lstStyle/>
          <a:p>
            <a:pPr>
              <a:defRPr/>
            </a:pPr>
            <a:r>
              <a:rPr lang="en-US" smtClean="0"/>
              <a:t>Chapter 29: Links in the requirements chain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15</a:t>
            </a:fld>
            <a:endParaRPr lang="en-US" dirty="0"/>
          </a:p>
        </p:txBody>
      </p:sp>
      <p:graphicFrame>
        <p:nvGraphicFramePr>
          <p:cNvPr id="7" name="Content Placeholder 6"/>
          <p:cNvGraphicFramePr>
            <a:graphicFrameLocks noGrp="1"/>
          </p:cNvGraphicFramePr>
          <p:nvPr>
            <p:ph idx="1"/>
            <p:extLst/>
          </p:nvPr>
        </p:nvGraphicFramePr>
        <p:xfrm>
          <a:off x="228600" y="1142999"/>
          <a:ext cx="8686800" cy="5197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79847656"/>
      </p:ext>
    </p:extLst>
  </p:cSld>
  <p:clrMapOvr>
    <a:masterClrMapping/>
  </p:clrMapOvr>
  <p:transition>
    <p:split orient="ver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smtClean="0"/>
              <a:t>Chapter 29: Links in the requirements chain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16</a:t>
            </a:fld>
            <a:endParaRPr lang="en-US" dirty="0"/>
          </a:p>
        </p:txBody>
      </p:sp>
      <p:pic>
        <p:nvPicPr>
          <p:cNvPr id="8" name="Picture 7"/>
          <p:cNvPicPr>
            <a:picLocks noChangeAspect="1"/>
          </p:cNvPicPr>
          <p:nvPr/>
        </p:nvPicPr>
        <p:blipFill>
          <a:blip r:embed="rId3"/>
          <a:stretch>
            <a:fillRect/>
          </a:stretch>
        </p:blipFill>
        <p:spPr>
          <a:xfrm>
            <a:off x="0" y="1109661"/>
            <a:ext cx="9160372" cy="5154504"/>
          </a:xfrm>
          <a:prstGeom prst="rect">
            <a:avLst/>
          </a:prstGeom>
        </p:spPr>
      </p:pic>
    </p:spTree>
    <p:extLst>
      <p:ext uri="{BB962C8B-B14F-4D97-AF65-F5344CB8AC3E}">
        <p14:creationId xmlns:p14="http://schemas.microsoft.com/office/powerpoint/2010/main" val="338785750"/>
      </p:ext>
    </p:extLst>
  </p:cSld>
  <p:clrMapOvr>
    <a:masterClrMapping/>
  </p:clrMapOvr>
  <p:transition>
    <p:split orient="vert"/>
  </p:transition>
  <p:timing>
    <p:tnLst>
      <p:par>
        <p:cTn id="1" dur="indefinite" restart="never" nodeType="tmRoot"/>
      </p:par>
    </p:tnLst>
  </p:timing>
</p:sld>
</file>

<file path=ppt/theme/theme1.xml><?xml version="1.0" encoding="utf-8"?>
<a:theme xmlns:a="http://schemas.openxmlformats.org/drawingml/2006/main" name="1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Theme2</Template>
  <TotalTime>338</TotalTime>
  <Words>1702</Words>
  <Application>Microsoft Office PowerPoint</Application>
  <PresentationFormat>On-screen Show (4:3)</PresentationFormat>
  <Paragraphs>140</Paragraphs>
  <Slides>16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Tahoma</vt:lpstr>
      <vt:lpstr>Wingdings</vt:lpstr>
      <vt:lpstr>1_template</vt:lpstr>
      <vt:lpstr>Chapter 29   Links in the requirements chain</vt:lpstr>
      <vt:lpstr>Review chapter 28</vt:lpstr>
      <vt:lpstr>Objectives</vt:lpstr>
      <vt:lpstr>Contents</vt:lpstr>
      <vt:lpstr>Tracing requirements</vt:lpstr>
      <vt:lpstr>Tracing requirements</vt:lpstr>
      <vt:lpstr>Motivations for tracing requirements</vt:lpstr>
      <vt:lpstr>Motivations for tracing requirements</vt:lpstr>
      <vt:lpstr>The requirements traceability matrix</vt:lpstr>
      <vt:lpstr>The requirements traceability matrix</vt:lpstr>
      <vt:lpstr> Traceability chain involving nonfunctional requirements</vt:lpstr>
      <vt:lpstr>Trace link information</vt:lpstr>
      <vt:lpstr>A requirements tracing procedure</vt:lpstr>
      <vt:lpstr>A requirements tracing procedure</vt:lpstr>
      <vt:lpstr>Review chapter 29</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Huong</dc:creator>
  <cp:lastModifiedBy>Bay Huynh Van (FE FPTU CT)</cp:lastModifiedBy>
  <cp:revision>41</cp:revision>
  <dcterms:created xsi:type="dcterms:W3CDTF">2018-04-24T07:13:42Z</dcterms:created>
  <dcterms:modified xsi:type="dcterms:W3CDTF">2020-03-25T02:31:25Z</dcterms:modified>
</cp:coreProperties>
</file>