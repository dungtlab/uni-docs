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1" r:id="rId1"/>
  </p:sldMasterIdLst>
  <p:notesMasterIdLst>
    <p:notesMasterId r:id="rId31"/>
  </p:notesMasterIdLst>
  <p:sldIdLst>
    <p:sldId id="257" r:id="rId2"/>
    <p:sldId id="284" r:id="rId3"/>
    <p:sldId id="258" r:id="rId4"/>
    <p:sldId id="259" r:id="rId5"/>
    <p:sldId id="260" r:id="rId6"/>
    <p:sldId id="266" r:id="rId7"/>
    <p:sldId id="267" r:id="rId8"/>
    <p:sldId id="268" r:id="rId9"/>
    <p:sldId id="269" r:id="rId10"/>
    <p:sldId id="261" r:id="rId11"/>
    <p:sldId id="270" r:id="rId12"/>
    <p:sldId id="273" r:id="rId13"/>
    <p:sldId id="276" r:id="rId14"/>
    <p:sldId id="274" r:id="rId15"/>
    <p:sldId id="275" r:id="rId16"/>
    <p:sldId id="277" r:id="rId17"/>
    <p:sldId id="271" r:id="rId18"/>
    <p:sldId id="278" r:id="rId19"/>
    <p:sldId id="272" r:id="rId20"/>
    <p:sldId id="279" r:id="rId21"/>
    <p:sldId id="262" r:id="rId22"/>
    <p:sldId id="280" r:id="rId23"/>
    <p:sldId id="281" r:id="rId24"/>
    <p:sldId id="282" r:id="rId25"/>
    <p:sldId id="263" r:id="rId26"/>
    <p:sldId id="283" r:id="rId27"/>
    <p:sldId id="264" r:id="rId28"/>
    <p:sldId id="285" r:id="rId29"/>
    <p:sldId id="265"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727" autoAdjust="0"/>
  </p:normalViewPr>
  <p:slideViewPr>
    <p:cSldViewPr snapToGrid="0">
      <p:cViewPr varScale="1">
        <p:scale>
          <a:sx n="70" d="100"/>
          <a:sy n="70" d="100"/>
        </p:scale>
        <p:origin x="181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4</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BA tasks</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dirty="0"/>
            <a:t>BA skills</a:t>
          </a:r>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a:t>BA roles</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A74C719-C0B0-45E7-A044-8F3E3BDD14B1}">
      <dgm:prSet phldrT="[Text]" custT="1"/>
      <dgm:spPr/>
      <dgm:t>
        <a:bodyPr/>
        <a:lstStyle/>
        <a:p>
          <a:r>
            <a:rPr lang="en-US" sz="1600" dirty="0"/>
            <a:t>Define biz req. </a:t>
          </a:r>
        </a:p>
      </dgm:t>
    </dgm:pt>
    <dgm:pt modelId="{59E3059B-1485-4ECC-BBBF-7CA3E640F38D}" type="parTrans" cxnId="{E78715C6-6B3E-4015-AF89-6E5215265BF1}">
      <dgm:prSet/>
      <dgm:spPr/>
      <dgm:t>
        <a:bodyPr/>
        <a:lstStyle/>
        <a:p>
          <a:endParaRPr lang="en-US"/>
        </a:p>
      </dgm:t>
    </dgm:pt>
    <dgm:pt modelId="{E492CAAE-7760-4A53-A4A2-E6FDF4DA8978}" type="sibTrans" cxnId="{E78715C6-6B3E-4015-AF89-6E5215265BF1}">
      <dgm:prSet/>
      <dgm:spPr/>
      <dgm:t>
        <a:bodyPr/>
        <a:lstStyle/>
        <a:p>
          <a:endParaRPr lang="en-US"/>
        </a:p>
      </dgm:t>
    </dgm:pt>
    <dgm:pt modelId="{8B93368D-220F-4F51-922B-E3D40AEF4871}">
      <dgm:prSet phldrT="[Text]" custT="1"/>
      <dgm:spPr/>
      <dgm:t>
        <a:bodyPr/>
        <a:lstStyle/>
        <a:p>
          <a:r>
            <a:rPr lang="en-US" sz="1600" dirty="0"/>
            <a:t>14 skills</a:t>
          </a:r>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A1A03C13-4BED-4BB7-8AFB-BDB236A519FA}">
      <dgm:prSet phldrT="[Text]" custT="1"/>
      <dgm:spPr/>
      <dgm:t>
        <a:bodyPr/>
        <a:lstStyle/>
        <a:p>
          <a:r>
            <a:rPr lang="en-US" sz="1600" dirty="0"/>
            <a:t>The making of a BA</a:t>
          </a:r>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330D8AE-5AD3-4971-83B6-44EEB3DE664B}">
      <dgm:prSet phldrT="[Text]" custT="1"/>
      <dgm:spPr/>
      <dgm:t>
        <a:bodyPr/>
        <a:lstStyle/>
        <a:p>
          <a:r>
            <a:rPr lang="en-US" sz="1600" dirty="0"/>
            <a:t>Former user</a:t>
          </a:r>
        </a:p>
      </dgm:t>
    </dgm:pt>
    <dgm:pt modelId="{BFCBBE67-AD4B-44C6-B3A5-16361CC3B65A}" type="parTrans" cxnId="{089C4DD0-1424-46E7-B581-D6A32F1BB069}">
      <dgm:prSet/>
      <dgm:spPr/>
      <dgm:t>
        <a:bodyPr/>
        <a:lstStyle/>
        <a:p>
          <a:endParaRPr lang="en-US"/>
        </a:p>
      </dgm:t>
    </dgm:pt>
    <dgm:pt modelId="{81EE5860-B977-4474-AA46-CCB203BB9FFA}" type="sibTrans" cxnId="{089C4DD0-1424-46E7-B581-D6A32F1BB069}">
      <dgm:prSet/>
      <dgm:spPr/>
      <dgm:t>
        <a:bodyPr/>
        <a:lstStyle/>
        <a:p>
          <a:endParaRPr lang="en-US"/>
        </a:p>
      </dgm:t>
    </dgm:pt>
    <dgm:pt modelId="{1E627F9E-CE3B-4A85-BB78-8DDB86A78DDE}">
      <dgm:prSet phldrT="[Text]" custT="1"/>
      <dgm:spPr/>
      <dgm:t>
        <a:bodyPr/>
        <a:lstStyle/>
        <a:p>
          <a:r>
            <a:rPr lang="en-US" sz="1400" dirty="0"/>
            <a:t>Req. Mgt.</a:t>
          </a:r>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a:t>Req. Development</a:t>
          </a:r>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4FB6BF3B-C219-4303-AEB3-994259D99A70}">
      <dgm:prSet phldrT="[Text]"/>
      <dgm:spPr/>
      <dgm:t>
        <a:bodyPr/>
        <a:lstStyle/>
        <a:p>
          <a:r>
            <a:rPr lang="en-US" dirty="0"/>
            <a:t>Former dev./tester</a:t>
          </a:r>
        </a:p>
      </dgm:t>
    </dgm:pt>
    <dgm:pt modelId="{7B3A9F9E-3106-4B24-BEFD-4A9665F424D0}" type="parTrans" cxnId="{76DC81BA-0E94-4E9E-AD33-7FC747EB95DF}">
      <dgm:prSet/>
      <dgm:spPr/>
      <dgm:t>
        <a:bodyPr/>
        <a:lstStyle/>
        <a:p>
          <a:endParaRPr lang="en-US"/>
        </a:p>
      </dgm:t>
    </dgm:pt>
    <dgm:pt modelId="{BB1D7A17-31AC-42E3-8687-DAF228003D93}" type="sibTrans" cxnId="{76DC81BA-0E94-4E9E-AD33-7FC747EB95DF}">
      <dgm:prSet/>
      <dgm:spPr/>
      <dgm:t>
        <a:bodyPr/>
        <a:lstStyle/>
        <a:p>
          <a:endParaRPr lang="en-US"/>
        </a:p>
      </dgm:t>
    </dgm:pt>
    <dgm:pt modelId="{34E50AA5-7D1F-4CAD-A9C4-5BD6089D922A}">
      <dgm:prSet phldrT="[Text]"/>
      <dgm:spPr/>
      <dgm:t>
        <a:bodyPr/>
        <a:lstStyle/>
        <a:p>
          <a:r>
            <a:rPr lang="en-US" dirty="0"/>
            <a:t>Former PM</a:t>
          </a:r>
        </a:p>
      </dgm:t>
    </dgm:pt>
    <dgm:pt modelId="{360903BC-53AA-45C0-B6BB-495D25685027}" type="parTrans" cxnId="{4A2BB477-9143-4C5B-9A7A-061BC00825F6}">
      <dgm:prSet/>
      <dgm:spPr/>
      <dgm:t>
        <a:bodyPr/>
        <a:lstStyle/>
        <a:p>
          <a:endParaRPr lang="en-US"/>
        </a:p>
      </dgm:t>
    </dgm:pt>
    <dgm:pt modelId="{C0B24588-8D29-4A43-A7D2-F1B9BDBD65DD}" type="sibTrans" cxnId="{4A2BB477-9143-4C5B-9A7A-061BC00825F6}">
      <dgm:prSet/>
      <dgm:spPr/>
      <dgm:t>
        <a:bodyPr/>
        <a:lstStyle/>
        <a:p>
          <a:endParaRPr lang="en-US"/>
        </a:p>
      </dgm:t>
    </dgm:pt>
    <dgm:pt modelId="{2F0FD7CD-7EB5-47E8-95E1-62C1AD3CE230}">
      <dgm:prSet phldrT="[Text]"/>
      <dgm:spPr/>
      <dgm:t>
        <a:bodyPr/>
        <a:lstStyle/>
        <a:p>
          <a:r>
            <a:rPr lang="en-US" dirty="0"/>
            <a:t>Former SME</a:t>
          </a:r>
        </a:p>
      </dgm:t>
    </dgm:pt>
    <dgm:pt modelId="{6A959C0B-D3F3-4857-8FD6-AEFB8016B1EC}" type="parTrans" cxnId="{D0AB646E-8302-4720-B417-20AE9987BE44}">
      <dgm:prSet/>
      <dgm:spPr/>
      <dgm:t>
        <a:bodyPr/>
        <a:lstStyle/>
        <a:p>
          <a:endParaRPr lang="en-US"/>
        </a:p>
      </dgm:t>
    </dgm:pt>
    <dgm:pt modelId="{A6D87D7A-1E65-4B64-AB3C-7E464BEFD024}" type="sibTrans" cxnId="{D0AB646E-8302-4720-B417-20AE9987BE44}">
      <dgm:prSet/>
      <dgm:spPr/>
      <dgm:t>
        <a:bodyPr/>
        <a:lstStyle/>
        <a:p>
          <a:endParaRPr lang="en-US"/>
        </a:p>
      </dgm:t>
    </dgm:pt>
    <dgm:pt modelId="{63D613FC-5C4A-41FB-94BE-42DB7C2721B5}">
      <dgm:prSet/>
      <dgm:spPr/>
      <dgm:t>
        <a:bodyPr/>
        <a:lstStyle/>
        <a:p>
          <a:r>
            <a:rPr lang="en-US" dirty="0"/>
            <a:t>Plan the </a:t>
          </a:r>
          <a:r>
            <a:rPr lang="en-US" dirty="0" err="1"/>
            <a:t>reqs</a:t>
          </a:r>
          <a:r>
            <a:rPr lang="en-US" dirty="0"/>
            <a:t> approach </a:t>
          </a:r>
        </a:p>
      </dgm:t>
    </dgm:pt>
    <dgm:pt modelId="{D584AD69-B54D-4E44-9400-0741A9216C7D}" type="parTrans" cxnId="{A09D4EA1-62CF-46AC-8062-DC4F0A6A9277}">
      <dgm:prSet/>
      <dgm:spPr/>
      <dgm:t>
        <a:bodyPr/>
        <a:lstStyle/>
        <a:p>
          <a:endParaRPr lang="en-US"/>
        </a:p>
      </dgm:t>
    </dgm:pt>
    <dgm:pt modelId="{59C11680-5963-494E-8038-F2FD5A2BC06E}" type="sibTrans" cxnId="{A09D4EA1-62CF-46AC-8062-DC4F0A6A9277}">
      <dgm:prSet/>
      <dgm:spPr/>
      <dgm:t>
        <a:bodyPr/>
        <a:lstStyle/>
        <a:p>
          <a:endParaRPr lang="en-US"/>
        </a:p>
      </dgm:t>
    </dgm:pt>
    <dgm:pt modelId="{333C57DF-44D6-4356-9DD0-3E7D7FE1C161}">
      <dgm:prSet/>
      <dgm:spPr/>
      <dgm:t>
        <a:bodyPr/>
        <a:lstStyle/>
        <a:p>
          <a:r>
            <a:rPr lang="en-US" dirty="0"/>
            <a:t>Identify project stakeholders and user classes </a:t>
          </a:r>
        </a:p>
      </dgm:t>
    </dgm:pt>
    <dgm:pt modelId="{DD53956A-A14A-4170-B01B-B76F6156E186}" type="parTrans" cxnId="{D6668533-E362-4844-991A-9019AC2707F0}">
      <dgm:prSet/>
      <dgm:spPr/>
      <dgm:t>
        <a:bodyPr/>
        <a:lstStyle/>
        <a:p>
          <a:endParaRPr lang="en-US"/>
        </a:p>
      </dgm:t>
    </dgm:pt>
    <dgm:pt modelId="{B27EF3EC-B2D7-49CA-909B-AFD3DB6107C0}" type="sibTrans" cxnId="{D6668533-E362-4844-991A-9019AC2707F0}">
      <dgm:prSet/>
      <dgm:spPr/>
      <dgm:t>
        <a:bodyPr/>
        <a:lstStyle/>
        <a:p>
          <a:endParaRPr lang="en-US"/>
        </a:p>
      </dgm:t>
    </dgm:pt>
    <dgm:pt modelId="{FA1A3F8C-F1C8-4419-8678-03C7E2DE7F75}">
      <dgm:prSet/>
      <dgm:spPr/>
      <dgm:t>
        <a:bodyPr/>
        <a:lstStyle/>
        <a:p>
          <a:r>
            <a:rPr lang="en-US" dirty="0"/>
            <a:t>Req. dev.</a:t>
          </a:r>
        </a:p>
      </dgm:t>
    </dgm:pt>
    <dgm:pt modelId="{518E1845-38BF-417A-BB0E-E8822CD26E18}" type="parTrans" cxnId="{7FD874DC-43EA-44FB-9126-D3A6C72EED01}">
      <dgm:prSet/>
      <dgm:spPr/>
      <dgm:t>
        <a:bodyPr/>
        <a:lstStyle/>
        <a:p>
          <a:endParaRPr lang="en-US"/>
        </a:p>
      </dgm:t>
    </dgm:pt>
    <dgm:pt modelId="{B54B1CEB-BDE1-43A6-968F-045A35C61EFE}" type="sibTrans" cxnId="{7FD874DC-43EA-44FB-9126-D3A6C72EED01}">
      <dgm:prSet/>
      <dgm:spPr/>
      <dgm:t>
        <a:bodyPr/>
        <a:lstStyle/>
        <a:p>
          <a:endParaRPr lang="en-US"/>
        </a:p>
      </dgm:t>
    </dgm:pt>
    <dgm:pt modelId="{297DDE2A-1762-4B03-BF95-B8E1C2EB135A}">
      <dgm:prSet/>
      <dgm:spPr/>
      <dgm:t>
        <a:bodyPr/>
        <a:lstStyle/>
        <a:p>
          <a:r>
            <a:rPr lang="en-US" dirty="0"/>
            <a:t>Manage requirements </a:t>
          </a:r>
        </a:p>
      </dgm:t>
    </dgm:pt>
    <dgm:pt modelId="{6521FE6A-59E6-4DC8-9080-807CB6ACD779}" type="parTrans" cxnId="{BA126F84-527D-403F-B78C-54A2AE0858DE}">
      <dgm:prSet/>
      <dgm:spPr/>
      <dgm:t>
        <a:bodyPr/>
        <a:lstStyle/>
        <a:p>
          <a:endParaRPr lang="en-US"/>
        </a:p>
      </dgm:t>
    </dgm:pt>
    <dgm:pt modelId="{A50374DC-A164-467C-9061-767773C3F9E7}" type="sibTrans" cxnId="{BA126F84-527D-403F-B78C-54A2AE0858DE}">
      <dgm:prSet/>
      <dgm:spPr/>
      <dgm:t>
        <a:bodyPr/>
        <a:lstStyle/>
        <a:p>
          <a:endParaRPr lang="en-US"/>
        </a:p>
      </dgm:t>
    </dgm:pt>
    <dgm:pt modelId="{D70D74C7-4612-424F-BB97-6245EB4610E6}">
      <dgm:prSet phldrT="[Text]"/>
      <dgm:spPr/>
      <dgm:t>
        <a:bodyPr/>
        <a:lstStyle/>
        <a:p>
          <a:r>
            <a:rPr lang="en-US" dirty="0"/>
            <a:t>Rookie</a:t>
          </a:r>
        </a:p>
      </dgm:t>
    </dgm:pt>
    <dgm:pt modelId="{E47E5E62-3FF7-4EB2-8187-C77806C6EC91}" type="parTrans" cxnId="{096A1BDA-F037-49E2-AE0F-6112DBC38664}">
      <dgm:prSet/>
      <dgm:spPr/>
      <dgm:t>
        <a:bodyPr/>
        <a:lstStyle/>
        <a:p>
          <a:endParaRPr lang="en-US"/>
        </a:p>
      </dgm:t>
    </dgm:pt>
    <dgm:pt modelId="{00697053-121F-44F5-B786-7635822E8B08}" type="sibTrans" cxnId="{096A1BDA-F037-49E2-AE0F-6112DBC38664}">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dgm:presLayoutVars>
          <dgm:chPref val="3"/>
        </dgm:presLayoutVars>
      </dgm:prSet>
      <dgm:spPr/>
    </dgm:pt>
    <dgm:pt modelId="{A10B8E6A-AEE1-4C2B-8634-C515AEDBA0E5}" type="pres">
      <dgm:prSet presAssocID="{9286A5EC-F2A9-487D-8BF1-B96EEEFD636B}" presName="rootConnector" presStyleLbl="node2" presStyleIdx="0" presStyleCnt="4"/>
      <dgm:spPr/>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13"/>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13">
        <dgm:presLayoutVars>
          <dgm:chPref val="3"/>
        </dgm:presLayoutVars>
      </dgm:prSet>
      <dgm:spPr/>
    </dgm:pt>
    <dgm:pt modelId="{7C494E9C-07EE-4809-A445-329E5D279BED}" type="pres">
      <dgm:prSet presAssocID="{ADFFC400-8BBA-4CA0-97DA-A5239AD7FF83}" presName="rootConnector" presStyleLbl="node3" presStyleIdx="0" presStyleCnt="13"/>
      <dgm:spPr/>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13"/>
      <dgm:spPr/>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13">
        <dgm:presLayoutVars>
          <dgm:chPref val="3"/>
        </dgm:presLayoutVars>
      </dgm:prSet>
      <dgm:spPr/>
    </dgm:pt>
    <dgm:pt modelId="{BFFD6F86-AD10-4340-B993-09FE9B342F4C}" type="pres">
      <dgm:prSet presAssocID="{1E627F9E-CE3B-4A85-BB78-8DDB86A78DDE}" presName="rootConnector" presStyleLbl="node3" presStyleIdx="1" presStyleCnt="13"/>
      <dgm:spPr/>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dgm:presLayoutVars>
          <dgm:chPref val="3"/>
        </dgm:presLayoutVars>
      </dgm:prSet>
      <dgm:spPr/>
    </dgm:pt>
    <dgm:pt modelId="{1999F93D-C5E3-4B58-A38A-C971B5C1871B}" type="pres">
      <dgm:prSet presAssocID="{620DD3EC-BDCD-468B-B566-7FE2B848507E}" presName="rootConnector" presStyleLbl="node2" presStyleIdx="1" presStyleCnt="4"/>
      <dgm:spPr/>
    </dgm:pt>
    <dgm:pt modelId="{4C592C92-3156-443C-BB98-9204DFF01F72}" type="pres">
      <dgm:prSet presAssocID="{620DD3EC-BDCD-468B-B566-7FE2B848507E}" presName="hierChild4" presStyleCnt="0"/>
      <dgm:spPr/>
    </dgm:pt>
    <dgm:pt modelId="{A2A41425-2A6B-472C-AF7D-497B8D8C6C0F}" type="pres">
      <dgm:prSet presAssocID="{59E3059B-1485-4ECC-BBBF-7CA3E640F38D}" presName="Name37" presStyleLbl="parChTrans1D3" presStyleIdx="2" presStyleCnt="13"/>
      <dgm:spPr/>
    </dgm:pt>
    <dgm:pt modelId="{BE767F2E-FC2C-4DE4-8EFA-413AB654DE72}" type="pres">
      <dgm:prSet presAssocID="{8A74C719-C0B0-45E7-A044-8F3E3BDD14B1}" presName="hierRoot2" presStyleCnt="0">
        <dgm:presLayoutVars>
          <dgm:hierBranch val="init"/>
        </dgm:presLayoutVars>
      </dgm:prSet>
      <dgm:spPr/>
    </dgm:pt>
    <dgm:pt modelId="{A45A4C96-4AF4-4A85-8F9C-F552E800F221}" type="pres">
      <dgm:prSet presAssocID="{8A74C719-C0B0-45E7-A044-8F3E3BDD14B1}" presName="rootComposite" presStyleCnt="0"/>
      <dgm:spPr/>
    </dgm:pt>
    <dgm:pt modelId="{BB71A1EC-99D4-46DC-BDFC-1D7F327564B8}" type="pres">
      <dgm:prSet presAssocID="{8A74C719-C0B0-45E7-A044-8F3E3BDD14B1}" presName="rootText" presStyleLbl="node3" presStyleIdx="2" presStyleCnt="13">
        <dgm:presLayoutVars>
          <dgm:chPref val="3"/>
        </dgm:presLayoutVars>
      </dgm:prSet>
      <dgm:spPr/>
    </dgm:pt>
    <dgm:pt modelId="{43458361-CDBC-43AE-84A2-56ACA0035337}" type="pres">
      <dgm:prSet presAssocID="{8A74C719-C0B0-45E7-A044-8F3E3BDD14B1}" presName="rootConnector" presStyleLbl="node3" presStyleIdx="2" presStyleCnt="13"/>
      <dgm:spPr/>
    </dgm:pt>
    <dgm:pt modelId="{42C73B18-A616-4116-9F73-6AADE64304BA}" type="pres">
      <dgm:prSet presAssocID="{8A74C719-C0B0-45E7-A044-8F3E3BDD14B1}" presName="hierChild4" presStyleCnt="0"/>
      <dgm:spPr/>
    </dgm:pt>
    <dgm:pt modelId="{69852274-0F2C-4714-965E-6E6ABA270E10}" type="pres">
      <dgm:prSet presAssocID="{8A74C719-C0B0-45E7-A044-8F3E3BDD14B1}" presName="hierChild5" presStyleCnt="0"/>
      <dgm:spPr/>
    </dgm:pt>
    <dgm:pt modelId="{45B281F7-13DA-4694-8703-1685A2ABAE33}" type="pres">
      <dgm:prSet presAssocID="{D584AD69-B54D-4E44-9400-0741A9216C7D}" presName="Name37" presStyleLbl="parChTrans1D3" presStyleIdx="3" presStyleCnt="13"/>
      <dgm:spPr/>
    </dgm:pt>
    <dgm:pt modelId="{A6BEAF4C-7DB9-4B5B-B049-B26C54C633BF}" type="pres">
      <dgm:prSet presAssocID="{63D613FC-5C4A-41FB-94BE-42DB7C2721B5}" presName="hierRoot2" presStyleCnt="0">
        <dgm:presLayoutVars>
          <dgm:hierBranch val="init"/>
        </dgm:presLayoutVars>
      </dgm:prSet>
      <dgm:spPr/>
    </dgm:pt>
    <dgm:pt modelId="{212B7D62-5055-4F8F-BB01-BECC7896EB9E}" type="pres">
      <dgm:prSet presAssocID="{63D613FC-5C4A-41FB-94BE-42DB7C2721B5}" presName="rootComposite" presStyleCnt="0"/>
      <dgm:spPr/>
    </dgm:pt>
    <dgm:pt modelId="{9D8C80F1-47CE-4F13-A198-ADC7BC7E2E48}" type="pres">
      <dgm:prSet presAssocID="{63D613FC-5C4A-41FB-94BE-42DB7C2721B5}" presName="rootText" presStyleLbl="node3" presStyleIdx="3" presStyleCnt="13">
        <dgm:presLayoutVars>
          <dgm:chPref val="3"/>
        </dgm:presLayoutVars>
      </dgm:prSet>
      <dgm:spPr/>
    </dgm:pt>
    <dgm:pt modelId="{B7495041-75F9-4795-8254-C6D73AE5DB15}" type="pres">
      <dgm:prSet presAssocID="{63D613FC-5C4A-41FB-94BE-42DB7C2721B5}" presName="rootConnector" presStyleLbl="node3" presStyleIdx="3" presStyleCnt="13"/>
      <dgm:spPr/>
    </dgm:pt>
    <dgm:pt modelId="{75DD692B-9596-4800-AAF5-07A73B12C14C}" type="pres">
      <dgm:prSet presAssocID="{63D613FC-5C4A-41FB-94BE-42DB7C2721B5}" presName="hierChild4" presStyleCnt="0"/>
      <dgm:spPr/>
    </dgm:pt>
    <dgm:pt modelId="{0D5CF48B-7E19-43E3-9153-CA7A11F0615E}" type="pres">
      <dgm:prSet presAssocID="{63D613FC-5C4A-41FB-94BE-42DB7C2721B5}" presName="hierChild5" presStyleCnt="0"/>
      <dgm:spPr/>
    </dgm:pt>
    <dgm:pt modelId="{B9A8D99B-7E04-4FCC-8A85-F7F0979F84F7}" type="pres">
      <dgm:prSet presAssocID="{DD53956A-A14A-4170-B01B-B76F6156E186}" presName="Name37" presStyleLbl="parChTrans1D3" presStyleIdx="4" presStyleCnt="13"/>
      <dgm:spPr/>
    </dgm:pt>
    <dgm:pt modelId="{A1F6E8CC-6217-472F-ADBE-8596CBB0C33B}" type="pres">
      <dgm:prSet presAssocID="{333C57DF-44D6-4356-9DD0-3E7D7FE1C161}" presName="hierRoot2" presStyleCnt="0">
        <dgm:presLayoutVars>
          <dgm:hierBranch val="init"/>
        </dgm:presLayoutVars>
      </dgm:prSet>
      <dgm:spPr/>
    </dgm:pt>
    <dgm:pt modelId="{00492B01-7A97-4F6F-B40B-8E0AFBDD877F}" type="pres">
      <dgm:prSet presAssocID="{333C57DF-44D6-4356-9DD0-3E7D7FE1C161}" presName="rootComposite" presStyleCnt="0"/>
      <dgm:spPr/>
    </dgm:pt>
    <dgm:pt modelId="{7872A18C-E13C-45E9-80D5-90CBBA671EF8}" type="pres">
      <dgm:prSet presAssocID="{333C57DF-44D6-4356-9DD0-3E7D7FE1C161}" presName="rootText" presStyleLbl="node3" presStyleIdx="4" presStyleCnt="13">
        <dgm:presLayoutVars>
          <dgm:chPref val="3"/>
        </dgm:presLayoutVars>
      </dgm:prSet>
      <dgm:spPr/>
    </dgm:pt>
    <dgm:pt modelId="{5C5CB2F4-36C0-4C54-B44C-8DBDD3F56FA6}" type="pres">
      <dgm:prSet presAssocID="{333C57DF-44D6-4356-9DD0-3E7D7FE1C161}" presName="rootConnector" presStyleLbl="node3" presStyleIdx="4" presStyleCnt="13"/>
      <dgm:spPr/>
    </dgm:pt>
    <dgm:pt modelId="{329E2700-FB6E-4F2D-9863-8AD5668B3E7A}" type="pres">
      <dgm:prSet presAssocID="{333C57DF-44D6-4356-9DD0-3E7D7FE1C161}" presName="hierChild4" presStyleCnt="0"/>
      <dgm:spPr/>
    </dgm:pt>
    <dgm:pt modelId="{4B662056-6ACC-4D88-8440-3A00A44DBE3F}" type="pres">
      <dgm:prSet presAssocID="{333C57DF-44D6-4356-9DD0-3E7D7FE1C161}" presName="hierChild5" presStyleCnt="0"/>
      <dgm:spPr/>
    </dgm:pt>
    <dgm:pt modelId="{7AD9FEEF-18FE-49C0-819A-DBA4616B9926}" type="pres">
      <dgm:prSet presAssocID="{518E1845-38BF-417A-BB0E-E8822CD26E18}" presName="Name37" presStyleLbl="parChTrans1D3" presStyleIdx="5" presStyleCnt="13"/>
      <dgm:spPr/>
    </dgm:pt>
    <dgm:pt modelId="{1BE70D2D-4928-40A8-BC89-EAE124A704A2}" type="pres">
      <dgm:prSet presAssocID="{FA1A3F8C-F1C8-4419-8678-03C7E2DE7F75}" presName="hierRoot2" presStyleCnt="0">
        <dgm:presLayoutVars>
          <dgm:hierBranch val="init"/>
        </dgm:presLayoutVars>
      </dgm:prSet>
      <dgm:spPr/>
    </dgm:pt>
    <dgm:pt modelId="{BA1F4F61-4FBB-424D-BC09-D571D48B55A8}" type="pres">
      <dgm:prSet presAssocID="{FA1A3F8C-F1C8-4419-8678-03C7E2DE7F75}" presName="rootComposite" presStyleCnt="0"/>
      <dgm:spPr/>
    </dgm:pt>
    <dgm:pt modelId="{A2FE0A94-8CB5-4AFC-8192-B70C5DD08032}" type="pres">
      <dgm:prSet presAssocID="{FA1A3F8C-F1C8-4419-8678-03C7E2DE7F75}" presName="rootText" presStyleLbl="node3" presStyleIdx="5" presStyleCnt="13">
        <dgm:presLayoutVars>
          <dgm:chPref val="3"/>
        </dgm:presLayoutVars>
      </dgm:prSet>
      <dgm:spPr/>
    </dgm:pt>
    <dgm:pt modelId="{74518794-74DB-43D8-943C-3CAD9822E982}" type="pres">
      <dgm:prSet presAssocID="{FA1A3F8C-F1C8-4419-8678-03C7E2DE7F75}" presName="rootConnector" presStyleLbl="node3" presStyleIdx="5" presStyleCnt="13"/>
      <dgm:spPr/>
    </dgm:pt>
    <dgm:pt modelId="{BFB403FC-6C90-4513-9F9E-1E0CBE994CCF}" type="pres">
      <dgm:prSet presAssocID="{FA1A3F8C-F1C8-4419-8678-03C7E2DE7F75}" presName="hierChild4" presStyleCnt="0"/>
      <dgm:spPr/>
    </dgm:pt>
    <dgm:pt modelId="{5DAAC355-693D-43B1-AE1F-0870B074A775}" type="pres">
      <dgm:prSet presAssocID="{FA1A3F8C-F1C8-4419-8678-03C7E2DE7F75}" presName="hierChild5" presStyleCnt="0"/>
      <dgm:spPr/>
    </dgm:pt>
    <dgm:pt modelId="{6A4657BC-BD1B-4DF3-B3EE-63FF58F462CC}" type="pres">
      <dgm:prSet presAssocID="{6521FE6A-59E6-4DC8-9080-807CB6ACD779}" presName="Name37" presStyleLbl="parChTrans1D3" presStyleIdx="6" presStyleCnt="13"/>
      <dgm:spPr/>
    </dgm:pt>
    <dgm:pt modelId="{2D2285B4-FF16-445A-9504-06E91E1F614A}" type="pres">
      <dgm:prSet presAssocID="{297DDE2A-1762-4B03-BF95-B8E1C2EB135A}" presName="hierRoot2" presStyleCnt="0">
        <dgm:presLayoutVars>
          <dgm:hierBranch val="init"/>
        </dgm:presLayoutVars>
      </dgm:prSet>
      <dgm:spPr/>
    </dgm:pt>
    <dgm:pt modelId="{68771A8B-CABE-42D9-BB9B-904DF3B83B37}" type="pres">
      <dgm:prSet presAssocID="{297DDE2A-1762-4B03-BF95-B8E1C2EB135A}" presName="rootComposite" presStyleCnt="0"/>
      <dgm:spPr/>
    </dgm:pt>
    <dgm:pt modelId="{6949B19C-8AF3-464F-B8E0-A0BE58E9C9BF}" type="pres">
      <dgm:prSet presAssocID="{297DDE2A-1762-4B03-BF95-B8E1C2EB135A}" presName="rootText" presStyleLbl="node3" presStyleIdx="6" presStyleCnt="13">
        <dgm:presLayoutVars>
          <dgm:chPref val="3"/>
        </dgm:presLayoutVars>
      </dgm:prSet>
      <dgm:spPr/>
    </dgm:pt>
    <dgm:pt modelId="{3668B61E-61E3-44E1-9E84-5C12BD0C4E98}" type="pres">
      <dgm:prSet presAssocID="{297DDE2A-1762-4B03-BF95-B8E1C2EB135A}" presName="rootConnector" presStyleLbl="node3" presStyleIdx="6" presStyleCnt="13"/>
      <dgm:spPr/>
    </dgm:pt>
    <dgm:pt modelId="{F67A39B9-E73E-40B4-857F-6D326F833B4D}" type="pres">
      <dgm:prSet presAssocID="{297DDE2A-1762-4B03-BF95-B8E1C2EB135A}" presName="hierChild4" presStyleCnt="0"/>
      <dgm:spPr/>
    </dgm:pt>
    <dgm:pt modelId="{0D05F2B1-475A-4E9D-805F-94AA6FF5BA96}" type="pres">
      <dgm:prSet presAssocID="{297DDE2A-1762-4B03-BF95-B8E1C2EB135A}" presName="hierChild5"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4"/>
      <dgm:spPr/>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4">
        <dgm:presLayoutVars>
          <dgm:chPref val="3"/>
        </dgm:presLayoutVars>
      </dgm:prSet>
      <dgm:spPr/>
    </dgm:pt>
    <dgm:pt modelId="{2B09EB8B-ED69-45F5-BA37-36CF2B0643CF}" type="pres">
      <dgm:prSet presAssocID="{1FDE73C1-1773-4DFF-80D8-CE538843B8D6}" presName="rootConnector" presStyleLbl="node2" presStyleIdx="2" presStyleCnt="4"/>
      <dgm:spPr/>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7" presStyleCnt="13"/>
      <dgm:spPr/>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7" presStyleCnt="13">
        <dgm:presLayoutVars>
          <dgm:chPref val="3"/>
        </dgm:presLayoutVars>
      </dgm:prSet>
      <dgm:spPr/>
    </dgm:pt>
    <dgm:pt modelId="{D2461159-78CB-4A23-999D-2C7EB906725F}" type="pres">
      <dgm:prSet presAssocID="{8B93368D-220F-4F51-922B-E3D40AEF4871}" presName="rootConnector" presStyleLbl="node3" presStyleIdx="7" presStyleCnt="13"/>
      <dgm:spPr/>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4"/>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4">
        <dgm:presLayoutVars>
          <dgm:chPref val="3"/>
        </dgm:presLayoutVars>
      </dgm:prSet>
      <dgm:spPr/>
    </dgm:pt>
    <dgm:pt modelId="{0FE7A504-1A99-42A4-92D2-369E93728B6E}" type="pres">
      <dgm:prSet presAssocID="{A1A03C13-4BED-4BB7-8AFB-BDB236A519FA}" presName="rootConnector" presStyleLbl="node2" presStyleIdx="3" presStyleCnt="4"/>
      <dgm:spPr/>
    </dgm:pt>
    <dgm:pt modelId="{5C832EA0-92EB-4018-A238-AAD0380D7AE1}" type="pres">
      <dgm:prSet presAssocID="{A1A03C13-4BED-4BB7-8AFB-BDB236A519FA}" presName="hierChild4" presStyleCnt="0"/>
      <dgm:spPr/>
    </dgm:pt>
    <dgm:pt modelId="{BAB65234-BEF3-44F6-8238-22DD5F2B3ECA}" type="pres">
      <dgm:prSet presAssocID="{BFCBBE67-AD4B-44C6-B3A5-16361CC3B65A}" presName="Name37" presStyleLbl="parChTrans1D3" presStyleIdx="8" presStyleCnt="13"/>
      <dgm:spPr/>
    </dgm:pt>
    <dgm:pt modelId="{29FA4EA6-6D60-4928-8665-B8DDBADB42EA}" type="pres">
      <dgm:prSet presAssocID="{1330D8AE-5AD3-4971-83B6-44EEB3DE664B}" presName="hierRoot2" presStyleCnt="0">
        <dgm:presLayoutVars>
          <dgm:hierBranch val="init"/>
        </dgm:presLayoutVars>
      </dgm:prSet>
      <dgm:spPr/>
    </dgm:pt>
    <dgm:pt modelId="{7F641F00-E60B-44DA-946A-53E40B4D0E7E}" type="pres">
      <dgm:prSet presAssocID="{1330D8AE-5AD3-4971-83B6-44EEB3DE664B}" presName="rootComposite" presStyleCnt="0"/>
      <dgm:spPr/>
    </dgm:pt>
    <dgm:pt modelId="{B386D850-18E4-4553-BFA3-F5B91F42AF1A}" type="pres">
      <dgm:prSet presAssocID="{1330D8AE-5AD3-4971-83B6-44EEB3DE664B}" presName="rootText" presStyleLbl="node3" presStyleIdx="8" presStyleCnt="13" custScaleY="101273">
        <dgm:presLayoutVars>
          <dgm:chPref val="3"/>
        </dgm:presLayoutVars>
      </dgm:prSet>
      <dgm:spPr/>
    </dgm:pt>
    <dgm:pt modelId="{53427F1E-64F3-46FE-9189-9127962FB517}" type="pres">
      <dgm:prSet presAssocID="{1330D8AE-5AD3-4971-83B6-44EEB3DE664B}" presName="rootConnector" presStyleLbl="node3" presStyleIdx="8" presStyleCnt="13"/>
      <dgm:spPr/>
    </dgm:pt>
    <dgm:pt modelId="{F5B8FA18-8901-4F6D-ADDE-DC8E2F4BC5B8}" type="pres">
      <dgm:prSet presAssocID="{1330D8AE-5AD3-4971-83B6-44EEB3DE664B}" presName="hierChild4" presStyleCnt="0"/>
      <dgm:spPr/>
    </dgm:pt>
    <dgm:pt modelId="{3FA4EA24-FFBA-4E19-BBC4-DE547B68789C}" type="pres">
      <dgm:prSet presAssocID="{1330D8AE-5AD3-4971-83B6-44EEB3DE664B}" presName="hierChild5" presStyleCnt="0"/>
      <dgm:spPr/>
    </dgm:pt>
    <dgm:pt modelId="{3A1796D6-3B82-44FF-A19D-852FF4EBDC50}" type="pres">
      <dgm:prSet presAssocID="{7B3A9F9E-3106-4B24-BEFD-4A9665F424D0}" presName="Name37" presStyleLbl="parChTrans1D3" presStyleIdx="9" presStyleCnt="13"/>
      <dgm:spPr/>
    </dgm:pt>
    <dgm:pt modelId="{D36CE40E-1461-4867-A9C4-AC9DDFDE94A0}" type="pres">
      <dgm:prSet presAssocID="{4FB6BF3B-C219-4303-AEB3-994259D99A70}" presName="hierRoot2" presStyleCnt="0">
        <dgm:presLayoutVars>
          <dgm:hierBranch val="init"/>
        </dgm:presLayoutVars>
      </dgm:prSet>
      <dgm:spPr/>
    </dgm:pt>
    <dgm:pt modelId="{A85318C8-31B5-4A74-9EF5-23705642AD37}" type="pres">
      <dgm:prSet presAssocID="{4FB6BF3B-C219-4303-AEB3-994259D99A70}" presName="rootComposite" presStyleCnt="0"/>
      <dgm:spPr/>
    </dgm:pt>
    <dgm:pt modelId="{AD05E803-A7A2-4733-B015-24257F5A1699}" type="pres">
      <dgm:prSet presAssocID="{4FB6BF3B-C219-4303-AEB3-994259D99A70}" presName="rootText" presStyleLbl="node3" presStyleIdx="9" presStyleCnt="13">
        <dgm:presLayoutVars>
          <dgm:chPref val="3"/>
        </dgm:presLayoutVars>
      </dgm:prSet>
      <dgm:spPr/>
    </dgm:pt>
    <dgm:pt modelId="{1F335708-3B0E-464B-A4EF-4539A7D61EFE}" type="pres">
      <dgm:prSet presAssocID="{4FB6BF3B-C219-4303-AEB3-994259D99A70}" presName="rootConnector" presStyleLbl="node3" presStyleIdx="9" presStyleCnt="13"/>
      <dgm:spPr/>
    </dgm:pt>
    <dgm:pt modelId="{353535FA-CE7E-4F5B-882B-F6515567EC55}" type="pres">
      <dgm:prSet presAssocID="{4FB6BF3B-C219-4303-AEB3-994259D99A70}" presName="hierChild4" presStyleCnt="0"/>
      <dgm:spPr/>
    </dgm:pt>
    <dgm:pt modelId="{60C5A0F5-270E-458C-9CD5-C29918320B96}" type="pres">
      <dgm:prSet presAssocID="{4FB6BF3B-C219-4303-AEB3-994259D99A70}" presName="hierChild5" presStyleCnt="0"/>
      <dgm:spPr/>
    </dgm:pt>
    <dgm:pt modelId="{B744FFEB-D81B-4051-80A0-06CD3150278B}" type="pres">
      <dgm:prSet presAssocID="{360903BC-53AA-45C0-B6BB-495D25685027}" presName="Name37" presStyleLbl="parChTrans1D3" presStyleIdx="10" presStyleCnt="13"/>
      <dgm:spPr/>
    </dgm:pt>
    <dgm:pt modelId="{A9038F44-4B0C-414A-AF75-E1CB0A09147B}" type="pres">
      <dgm:prSet presAssocID="{34E50AA5-7D1F-4CAD-A9C4-5BD6089D922A}" presName="hierRoot2" presStyleCnt="0">
        <dgm:presLayoutVars>
          <dgm:hierBranch val="init"/>
        </dgm:presLayoutVars>
      </dgm:prSet>
      <dgm:spPr/>
    </dgm:pt>
    <dgm:pt modelId="{019A7BFF-1F61-4529-94A9-0BFF9E284C28}" type="pres">
      <dgm:prSet presAssocID="{34E50AA5-7D1F-4CAD-A9C4-5BD6089D922A}" presName="rootComposite" presStyleCnt="0"/>
      <dgm:spPr/>
    </dgm:pt>
    <dgm:pt modelId="{5AB1CE78-FFC0-4A1C-884A-EFD72EB0B55E}" type="pres">
      <dgm:prSet presAssocID="{34E50AA5-7D1F-4CAD-A9C4-5BD6089D922A}" presName="rootText" presStyleLbl="node3" presStyleIdx="10" presStyleCnt="13">
        <dgm:presLayoutVars>
          <dgm:chPref val="3"/>
        </dgm:presLayoutVars>
      </dgm:prSet>
      <dgm:spPr/>
    </dgm:pt>
    <dgm:pt modelId="{980FB6A6-EBB4-4B35-8079-C1CF2C6255DD}" type="pres">
      <dgm:prSet presAssocID="{34E50AA5-7D1F-4CAD-A9C4-5BD6089D922A}" presName="rootConnector" presStyleLbl="node3" presStyleIdx="10" presStyleCnt="13"/>
      <dgm:spPr/>
    </dgm:pt>
    <dgm:pt modelId="{77B0CE6D-30D2-4F6A-8EE6-1F895B7F2EA0}" type="pres">
      <dgm:prSet presAssocID="{34E50AA5-7D1F-4CAD-A9C4-5BD6089D922A}" presName="hierChild4" presStyleCnt="0"/>
      <dgm:spPr/>
    </dgm:pt>
    <dgm:pt modelId="{01F5FA5F-EBD9-4FE9-BC37-D85A0156FB3E}" type="pres">
      <dgm:prSet presAssocID="{34E50AA5-7D1F-4CAD-A9C4-5BD6089D922A}" presName="hierChild5" presStyleCnt="0"/>
      <dgm:spPr/>
    </dgm:pt>
    <dgm:pt modelId="{17B43C74-07FF-45EC-BF27-41123D8CE835}" type="pres">
      <dgm:prSet presAssocID="{6A959C0B-D3F3-4857-8FD6-AEFB8016B1EC}" presName="Name37" presStyleLbl="parChTrans1D3" presStyleIdx="11" presStyleCnt="13"/>
      <dgm:spPr/>
    </dgm:pt>
    <dgm:pt modelId="{4C550044-4F70-431C-B7BE-77780A3C56D3}" type="pres">
      <dgm:prSet presAssocID="{2F0FD7CD-7EB5-47E8-95E1-62C1AD3CE230}" presName="hierRoot2" presStyleCnt="0">
        <dgm:presLayoutVars>
          <dgm:hierBranch val="init"/>
        </dgm:presLayoutVars>
      </dgm:prSet>
      <dgm:spPr/>
    </dgm:pt>
    <dgm:pt modelId="{CDDC9E68-AC18-4700-A465-42A1519C69B8}" type="pres">
      <dgm:prSet presAssocID="{2F0FD7CD-7EB5-47E8-95E1-62C1AD3CE230}" presName="rootComposite" presStyleCnt="0"/>
      <dgm:spPr/>
    </dgm:pt>
    <dgm:pt modelId="{4B31A7B3-2386-4740-A97D-E425D7AA05D7}" type="pres">
      <dgm:prSet presAssocID="{2F0FD7CD-7EB5-47E8-95E1-62C1AD3CE230}" presName="rootText" presStyleLbl="node3" presStyleIdx="11" presStyleCnt="13">
        <dgm:presLayoutVars>
          <dgm:chPref val="3"/>
        </dgm:presLayoutVars>
      </dgm:prSet>
      <dgm:spPr/>
    </dgm:pt>
    <dgm:pt modelId="{28E3C220-EC50-49DE-8E00-E50484AA36CB}" type="pres">
      <dgm:prSet presAssocID="{2F0FD7CD-7EB5-47E8-95E1-62C1AD3CE230}" presName="rootConnector" presStyleLbl="node3" presStyleIdx="11" presStyleCnt="13"/>
      <dgm:spPr/>
    </dgm:pt>
    <dgm:pt modelId="{0704F99F-5AAC-4B83-8BC4-A6EFAA90F292}" type="pres">
      <dgm:prSet presAssocID="{2F0FD7CD-7EB5-47E8-95E1-62C1AD3CE230}" presName="hierChild4" presStyleCnt="0"/>
      <dgm:spPr/>
    </dgm:pt>
    <dgm:pt modelId="{9DD72F2B-8541-42D2-AAA0-EF45A6753F69}" type="pres">
      <dgm:prSet presAssocID="{2F0FD7CD-7EB5-47E8-95E1-62C1AD3CE230}" presName="hierChild5" presStyleCnt="0"/>
      <dgm:spPr/>
    </dgm:pt>
    <dgm:pt modelId="{A81CE5B8-559D-4D52-BD90-EA15B4AB1A55}" type="pres">
      <dgm:prSet presAssocID="{E47E5E62-3FF7-4EB2-8187-C77806C6EC91}" presName="Name37" presStyleLbl="parChTrans1D3" presStyleIdx="12" presStyleCnt="13"/>
      <dgm:spPr/>
    </dgm:pt>
    <dgm:pt modelId="{C91E2AF4-1691-46AB-BC91-FBFFDB918E8F}" type="pres">
      <dgm:prSet presAssocID="{D70D74C7-4612-424F-BB97-6245EB4610E6}" presName="hierRoot2" presStyleCnt="0">
        <dgm:presLayoutVars>
          <dgm:hierBranch val="init"/>
        </dgm:presLayoutVars>
      </dgm:prSet>
      <dgm:spPr/>
    </dgm:pt>
    <dgm:pt modelId="{07C28D47-B31A-4BB9-A656-8CB0029308E7}" type="pres">
      <dgm:prSet presAssocID="{D70D74C7-4612-424F-BB97-6245EB4610E6}" presName="rootComposite" presStyleCnt="0"/>
      <dgm:spPr/>
    </dgm:pt>
    <dgm:pt modelId="{46C06B1B-2BF0-441D-885E-D1D472DD0F7F}" type="pres">
      <dgm:prSet presAssocID="{D70D74C7-4612-424F-BB97-6245EB4610E6}" presName="rootText" presStyleLbl="node3" presStyleIdx="12" presStyleCnt="13">
        <dgm:presLayoutVars>
          <dgm:chPref val="3"/>
        </dgm:presLayoutVars>
      </dgm:prSet>
      <dgm:spPr/>
    </dgm:pt>
    <dgm:pt modelId="{9C767F8B-8888-4891-9948-50075B0E3FA0}" type="pres">
      <dgm:prSet presAssocID="{D70D74C7-4612-424F-BB97-6245EB4610E6}" presName="rootConnector" presStyleLbl="node3" presStyleIdx="12" presStyleCnt="13"/>
      <dgm:spPr/>
    </dgm:pt>
    <dgm:pt modelId="{1B530CF0-A583-4CDA-9CC8-90872F1582CB}" type="pres">
      <dgm:prSet presAssocID="{D70D74C7-4612-424F-BB97-6245EB4610E6}" presName="hierChild4" presStyleCnt="0"/>
      <dgm:spPr/>
    </dgm:pt>
    <dgm:pt modelId="{714E245D-D1B0-4DB1-B22C-ACB928D9197E}" type="pres">
      <dgm:prSet presAssocID="{D70D74C7-4612-424F-BB97-6245EB4610E6}" presName="hierChild5" presStyleCnt="0"/>
      <dgm:spPr/>
    </dgm:pt>
    <dgm:pt modelId="{AFF152E2-0280-4325-8B01-B43435B7724D}" type="pres">
      <dgm:prSet presAssocID="{A1A03C13-4BED-4BB7-8AFB-BDB236A519FA}" presName="hierChild5" presStyleCnt="0"/>
      <dgm:spPr/>
    </dgm:pt>
    <dgm:pt modelId="{96DEF822-DC52-4FFC-82DA-389CD5B29657}" type="pres">
      <dgm:prSet presAssocID="{9E6404DC-1053-49D6-95EE-599A97C88DD3}" presName="hierChild3" presStyleCnt="0"/>
      <dgm:spPr/>
    </dgm:pt>
  </dgm:ptLst>
  <dgm:cxnLst>
    <dgm:cxn modelId="{402EDA02-71FE-403B-B1EC-5F0C2EF97359}" type="presOf" srcId="{63D613FC-5C4A-41FB-94BE-42DB7C2721B5}" destId="{9D8C80F1-47CE-4F13-A198-ADC7BC7E2E48}" srcOrd="0" destOrd="0" presId="urn:microsoft.com/office/officeart/2005/8/layout/orgChart1"/>
    <dgm:cxn modelId="{D907E203-978E-4AE6-AB6F-7F19D05309BA}" type="presOf" srcId="{59E3059B-1485-4ECC-BBBF-7CA3E640F38D}" destId="{A2A41425-2A6B-472C-AF7D-497B8D8C6C0F}" srcOrd="0" destOrd="0" presId="urn:microsoft.com/office/officeart/2005/8/layout/orgChart1"/>
    <dgm:cxn modelId="{62A50409-08E1-40EF-9D40-FF92E76C895A}" type="presOf" srcId="{9BFD04D4-D27E-47FD-B17A-0660BE35F1CF}" destId="{0E020EB3-B687-49B5-864A-7775365865BE}" srcOrd="0" destOrd="0" presId="urn:microsoft.com/office/officeart/2005/8/layout/orgChart1"/>
    <dgm:cxn modelId="{466D710C-634A-44DC-B865-D95893EE3E56}" type="presOf" srcId="{A1A03C13-4BED-4BB7-8AFB-BDB236A519FA}" destId="{E2CE8193-46AF-44C0-B4A1-4402C2A6388E}" srcOrd="0" destOrd="0" presId="urn:microsoft.com/office/officeart/2005/8/layout/orgChart1"/>
    <dgm:cxn modelId="{447F7419-AFA6-49D2-90E1-225812A16C4A}" type="presOf" srcId="{297DDE2A-1762-4B03-BF95-B8E1C2EB135A}" destId="{6949B19C-8AF3-464F-B8E0-A0BE58E9C9BF}"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35982D1B-A6EC-42D1-9E57-ED652C440195}" type="presOf" srcId="{BFCBBE67-AD4B-44C6-B3A5-16361CC3B65A}" destId="{BAB65234-BEF3-44F6-8238-22DD5F2B3ECA}" srcOrd="0" destOrd="0" presId="urn:microsoft.com/office/officeart/2005/8/layout/orgChart1"/>
    <dgm:cxn modelId="{2E31261D-20E4-49F7-8C64-C16726082EAF}" type="presOf" srcId="{1FDE73C1-1773-4DFF-80D8-CE538843B8D6}" destId="{03758FE5-334A-46EC-AD76-4289659832B6}"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3371D227-869E-4636-B9B0-BA373BCE5AD6}" srcId="{9E6404DC-1053-49D6-95EE-599A97C88DD3}" destId="{9286A5EC-F2A9-487D-8BF1-B96EEEFD636B}" srcOrd="0" destOrd="0" parTransId="{8CE2CE9A-EBD7-445E-BD99-21666869C1D4}" sibTransId="{D6357A36-116B-440B-A9E1-8EDB3A4D1B88}"/>
    <dgm:cxn modelId="{52D5A22A-19E9-4520-8A1E-26BB629C0EBD}" type="presOf" srcId="{99711691-FE7D-42E5-90F7-7213A0866CC3}" destId="{75D5AD84-DBF1-46D6-A5BA-E9CD0863B250}" srcOrd="0" destOrd="0" presId="urn:microsoft.com/office/officeart/2005/8/layout/orgChart1"/>
    <dgm:cxn modelId="{B2E1B22A-FD8F-495B-9414-3209E26C5453}" type="presOf" srcId="{34E50AA5-7D1F-4CAD-A9C4-5BD6089D922A}" destId="{5AB1CE78-FFC0-4A1C-884A-EFD72EB0B55E}"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D6668533-E362-4844-991A-9019AC2707F0}" srcId="{620DD3EC-BDCD-468B-B566-7FE2B848507E}" destId="{333C57DF-44D6-4356-9DD0-3E7D7FE1C161}" srcOrd="2" destOrd="0" parTransId="{DD53956A-A14A-4170-B01B-B76F6156E186}" sibTransId="{B27EF3EC-B2D7-49CA-909B-AFD3DB6107C0}"/>
    <dgm:cxn modelId="{4BC9815D-642A-4C2E-8C46-71E292500397}" type="presOf" srcId="{333C57DF-44D6-4356-9DD0-3E7D7FE1C161}" destId="{5C5CB2F4-36C0-4C54-B44C-8DBDD3F56FA6}" srcOrd="1"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308DB849-9196-48B8-AF90-19478C2BEFA1}" type="presOf" srcId="{1FDE73C1-1773-4DFF-80D8-CE538843B8D6}" destId="{2B09EB8B-ED69-45F5-BA37-36CF2B0643CF}" srcOrd="1" destOrd="0" presId="urn:microsoft.com/office/officeart/2005/8/layout/orgChart1"/>
    <dgm:cxn modelId="{414AAA6B-C437-4AB2-A848-7A5C6FFF558C}" type="presOf" srcId="{FD8FE40B-879F-4F4E-B1C0-B05B7EF61B85}" destId="{B24AC9E0-962C-4E78-A693-CB404F97964B}" srcOrd="0" destOrd="0" presId="urn:microsoft.com/office/officeart/2005/8/layout/orgChart1"/>
    <dgm:cxn modelId="{CBECCE4C-AF70-417F-BC8D-B82D4157A2B1}" type="presOf" srcId="{2F0FD7CD-7EB5-47E8-95E1-62C1AD3CE230}" destId="{4B31A7B3-2386-4740-A97D-E425D7AA05D7}" srcOrd="0" destOrd="0" presId="urn:microsoft.com/office/officeart/2005/8/layout/orgChart1"/>
    <dgm:cxn modelId="{47BF964D-E8FC-4606-A3F9-300C4FA31A45}" type="presOf" srcId="{FA1A3F8C-F1C8-4419-8678-03C7E2DE7F75}" destId="{A2FE0A94-8CB5-4AFC-8192-B70C5DD08032}" srcOrd="0" destOrd="0" presId="urn:microsoft.com/office/officeart/2005/8/layout/orgChart1"/>
    <dgm:cxn modelId="{D0AB646E-8302-4720-B417-20AE9987BE44}" srcId="{A1A03C13-4BED-4BB7-8AFB-BDB236A519FA}" destId="{2F0FD7CD-7EB5-47E8-95E1-62C1AD3CE230}" srcOrd="3" destOrd="0" parTransId="{6A959C0B-D3F3-4857-8FD6-AEFB8016B1EC}" sibTransId="{A6D87D7A-1E65-4B64-AB3C-7E464BEFD024}"/>
    <dgm:cxn modelId="{3D238D6F-AADA-4A92-B671-79E37972A3B8}" type="presOf" srcId="{9E18C130-4D81-4BDD-8DE6-22CF9F45E19E}" destId="{62821369-B757-43AF-BF6D-02B9EF83A7FF}" srcOrd="0" destOrd="0" presId="urn:microsoft.com/office/officeart/2005/8/layout/orgChart1"/>
    <dgm:cxn modelId="{9DBABA6F-8CC6-4CFE-A34E-E443A5D54538}" type="presOf" srcId="{6521FE6A-59E6-4DC8-9080-807CB6ACD779}" destId="{6A4657BC-BD1B-4DF3-B3EE-63FF58F462CC}" srcOrd="0"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C2921075-6922-4DD4-A8B1-66576852504D}" type="presOf" srcId="{7B3A9F9E-3106-4B24-BEFD-4A9665F424D0}" destId="{3A1796D6-3B82-44FF-A19D-852FF4EBDC50}" srcOrd="0" destOrd="0" presId="urn:microsoft.com/office/officeart/2005/8/layout/orgChart1"/>
    <dgm:cxn modelId="{4DEFEC55-6C6E-4350-BEFE-06DFF7E6FE41}" type="presOf" srcId="{4FB6BF3B-C219-4303-AEB3-994259D99A70}" destId="{AD05E803-A7A2-4733-B015-24257F5A1699}" srcOrd="0" destOrd="0" presId="urn:microsoft.com/office/officeart/2005/8/layout/orgChart1"/>
    <dgm:cxn modelId="{4A2BB477-9143-4C5B-9A7A-061BC00825F6}" srcId="{A1A03C13-4BED-4BB7-8AFB-BDB236A519FA}" destId="{34E50AA5-7D1F-4CAD-A9C4-5BD6089D922A}" srcOrd="2" destOrd="0" parTransId="{360903BC-53AA-45C0-B6BB-495D25685027}" sibTransId="{C0B24588-8D29-4A43-A7D2-F1B9BDBD65DD}"/>
    <dgm:cxn modelId="{C9635D59-E8F9-40CE-98FD-5E9F001DB9AB}" type="presOf" srcId="{E47E5E62-3FF7-4EB2-8187-C77806C6EC91}" destId="{A81CE5B8-559D-4D52-BD90-EA15B4AB1A55}" srcOrd="0" destOrd="0" presId="urn:microsoft.com/office/officeart/2005/8/layout/orgChart1"/>
    <dgm:cxn modelId="{A2D07F7F-7792-4FB6-87BA-BF28357DF323}" type="presOf" srcId="{1330D8AE-5AD3-4971-83B6-44EEB3DE664B}" destId="{B386D850-18E4-4553-BFA3-F5B91F42AF1A}" srcOrd="0" destOrd="0" presId="urn:microsoft.com/office/officeart/2005/8/layout/orgChart1"/>
    <dgm:cxn modelId="{70E06B81-DD4B-4A7B-B82E-BF5F037D0500}" type="presOf" srcId="{FA1A3F8C-F1C8-4419-8678-03C7E2DE7F75}" destId="{74518794-74DB-43D8-943C-3CAD9822E982}" srcOrd="1" destOrd="0" presId="urn:microsoft.com/office/officeart/2005/8/layout/orgChart1"/>
    <dgm:cxn modelId="{E7049C81-F196-448B-A530-6AAA89972ED4}" type="presOf" srcId="{2F0FD7CD-7EB5-47E8-95E1-62C1AD3CE230}" destId="{28E3C220-EC50-49DE-8E00-E50484AA36CB}" srcOrd="1" destOrd="0" presId="urn:microsoft.com/office/officeart/2005/8/layout/orgChart1"/>
    <dgm:cxn modelId="{BA126F84-527D-403F-B78C-54A2AE0858DE}" srcId="{620DD3EC-BDCD-468B-B566-7FE2B848507E}" destId="{297DDE2A-1762-4B03-BF95-B8E1C2EB135A}" srcOrd="4" destOrd="0" parTransId="{6521FE6A-59E6-4DC8-9080-807CB6ACD779}" sibTransId="{A50374DC-A164-467C-9061-767773C3F9E7}"/>
    <dgm:cxn modelId="{D58A6A88-4760-4BEC-8A98-05B8C39BBD3D}" type="presOf" srcId="{1A65A4D7-7720-45CB-8279-86EBD3407E97}" destId="{11077618-9302-474C-8482-1BBB83E3AEF1}" srcOrd="0" destOrd="0" presId="urn:microsoft.com/office/officeart/2005/8/layout/orgChart1"/>
    <dgm:cxn modelId="{768A858B-67E7-41C5-B800-DCD19F62AA29}" type="presOf" srcId="{D70D74C7-4612-424F-BB97-6245EB4610E6}" destId="{46C06B1B-2BF0-441D-885E-D1D472DD0F7F}" srcOrd="0" destOrd="0" presId="urn:microsoft.com/office/officeart/2005/8/layout/orgChart1"/>
    <dgm:cxn modelId="{84CFEA91-C591-4217-98B2-2BAB09B8F0E4}" type="presOf" srcId="{34E50AA5-7D1F-4CAD-A9C4-5BD6089D922A}" destId="{980FB6A6-EBB4-4B35-8079-C1CF2C6255DD}" srcOrd="1" destOrd="0" presId="urn:microsoft.com/office/officeart/2005/8/layout/orgChart1"/>
    <dgm:cxn modelId="{BC959A92-720A-403D-A526-8A3D9B9A090C}" type="presOf" srcId="{6A959C0B-D3F3-4857-8FD6-AEFB8016B1EC}" destId="{17B43C74-07FF-45EC-BF27-41123D8CE835}" srcOrd="0" destOrd="0" presId="urn:microsoft.com/office/officeart/2005/8/layout/orgChart1"/>
    <dgm:cxn modelId="{1769BB94-7ECB-45BC-B878-CEF11A8EA4CC}" type="presOf" srcId="{DD53956A-A14A-4170-B01B-B76F6156E186}" destId="{B9A8D99B-7E04-4FCC-8A85-F7F0979F84F7}"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2E414D9D-6C89-4C9B-81A1-96CE7DC9A4A6}" type="presOf" srcId="{4FB6BF3B-C219-4303-AEB3-994259D99A70}" destId="{1F335708-3B0E-464B-A4EF-4539A7D61EFE}" srcOrd="1" destOrd="0" presId="urn:microsoft.com/office/officeart/2005/8/layout/orgChart1"/>
    <dgm:cxn modelId="{944316A0-9452-482D-BB85-D1C40F0CB41B}" type="presOf" srcId="{D70D74C7-4612-424F-BB97-6245EB4610E6}" destId="{9C767F8B-8888-4891-9948-50075B0E3FA0}" srcOrd="1" destOrd="0" presId="urn:microsoft.com/office/officeart/2005/8/layout/orgChart1"/>
    <dgm:cxn modelId="{A09D4EA1-62CF-46AC-8062-DC4F0A6A9277}" srcId="{620DD3EC-BDCD-468B-B566-7FE2B848507E}" destId="{63D613FC-5C4A-41FB-94BE-42DB7C2721B5}" srcOrd="1" destOrd="0" parTransId="{D584AD69-B54D-4E44-9400-0741A9216C7D}" sibTransId="{59C11680-5963-494E-8038-F2FD5A2BC06E}"/>
    <dgm:cxn modelId="{8D8C3FA4-9174-40CF-A8BD-7F932B2D0964}" srcId="{1FDE73C1-1773-4DFF-80D8-CE538843B8D6}" destId="{8B93368D-220F-4F51-922B-E3D40AEF4871}" srcOrd="0" destOrd="0" parTransId="{FD8FE40B-879F-4F4E-B1C0-B05B7EF61B85}" sibTransId="{DEC3EE81-7009-4889-8EA1-20032230294E}"/>
    <dgm:cxn modelId="{219DC4A7-7684-4F3C-9628-38D7609E564A}" type="presOf" srcId="{63D613FC-5C4A-41FB-94BE-42DB7C2721B5}" destId="{B7495041-75F9-4795-8254-C6D73AE5DB15}" srcOrd="1" destOrd="0" presId="urn:microsoft.com/office/officeart/2005/8/layout/orgChart1"/>
    <dgm:cxn modelId="{05EFAFAA-DA5A-4F0C-94E3-4EBEE38C2853}" type="presOf" srcId="{8A74C719-C0B0-45E7-A044-8F3E3BDD14B1}" destId="{BB71A1EC-99D4-46DC-BDFC-1D7F327564B8}" srcOrd="0"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76DC81BA-0E94-4E9E-AD33-7FC747EB95DF}" srcId="{A1A03C13-4BED-4BB7-8AFB-BDB236A519FA}" destId="{4FB6BF3B-C219-4303-AEB3-994259D99A70}" srcOrd="1" destOrd="0" parTransId="{7B3A9F9E-3106-4B24-BEFD-4A9665F424D0}" sibTransId="{BB1D7A17-31AC-42E3-8687-DAF228003D93}"/>
    <dgm:cxn modelId="{5433DFBB-570B-4F29-A8AD-9B1DFD4D3245}" type="presOf" srcId="{297DDE2A-1762-4B03-BF95-B8E1C2EB135A}" destId="{3668B61E-61E3-44E1-9E84-5C12BD0C4E98}" srcOrd="1" destOrd="0" presId="urn:microsoft.com/office/officeart/2005/8/layout/orgChart1"/>
    <dgm:cxn modelId="{04E40EBC-B5FC-48D8-8231-5B61BF960C3F}" type="presOf" srcId="{360903BC-53AA-45C0-B6BB-495D25685027}" destId="{B744FFEB-D81B-4051-80A0-06CD3150278B}"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E78715C6-6B3E-4015-AF89-6E5215265BF1}" srcId="{620DD3EC-BDCD-468B-B566-7FE2B848507E}" destId="{8A74C719-C0B0-45E7-A044-8F3E3BDD14B1}" srcOrd="0" destOrd="0" parTransId="{59E3059B-1485-4ECC-BBBF-7CA3E640F38D}" sibTransId="{E492CAAE-7760-4A53-A4A2-E6FDF4DA8978}"/>
    <dgm:cxn modelId="{4308D7C7-CEC4-4E47-9133-8B9DC815875B}" type="presOf" srcId="{A1A03C13-4BED-4BB7-8AFB-BDB236A519FA}" destId="{0FE7A504-1A99-42A4-92D2-369E93728B6E}" srcOrd="1" destOrd="0" presId="urn:microsoft.com/office/officeart/2005/8/layout/orgChart1"/>
    <dgm:cxn modelId="{5FFF69CF-A917-4B73-94B0-FA6637B0A8A0}" type="presOf" srcId="{8B93368D-220F-4F51-922B-E3D40AEF4871}" destId="{D2461159-78CB-4A23-999D-2C7EB906725F}" srcOrd="1" destOrd="0" presId="urn:microsoft.com/office/officeart/2005/8/layout/orgChart1"/>
    <dgm:cxn modelId="{089C4DD0-1424-46E7-B581-D6A32F1BB069}" srcId="{A1A03C13-4BED-4BB7-8AFB-BDB236A519FA}" destId="{1330D8AE-5AD3-4971-83B6-44EEB3DE664B}" srcOrd="0" destOrd="0" parTransId="{BFCBBE67-AD4B-44C6-B3A5-16361CC3B65A}" sibTransId="{81EE5860-B977-4474-AA46-CCB203BB9FFA}"/>
    <dgm:cxn modelId="{B5EE9AD3-6BE3-42E6-8C26-4A628CA9600B}" type="presOf" srcId="{9D28DB69-DDB3-4999-9A0B-8D007976E69E}" destId="{DE7F276F-E57B-4251-A70B-2917BAF50B6F}" srcOrd="0" destOrd="0" presId="urn:microsoft.com/office/officeart/2005/8/layout/orgChart1"/>
    <dgm:cxn modelId="{096A1BDA-F037-49E2-AE0F-6112DBC38664}" srcId="{A1A03C13-4BED-4BB7-8AFB-BDB236A519FA}" destId="{D70D74C7-4612-424F-BB97-6245EB4610E6}" srcOrd="4" destOrd="0" parTransId="{E47E5E62-3FF7-4EB2-8187-C77806C6EC91}" sibTransId="{00697053-121F-44F5-B786-7635822E8B08}"/>
    <dgm:cxn modelId="{7FD874DC-43EA-44FB-9126-D3A6C72EED01}" srcId="{620DD3EC-BDCD-468B-B566-7FE2B848507E}" destId="{FA1A3F8C-F1C8-4419-8678-03C7E2DE7F75}" srcOrd="3" destOrd="0" parTransId="{518E1845-38BF-417A-BB0E-E8822CD26E18}" sibTransId="{B54B1CEB-BDE1-43A6-968F-045A35C61EFE}"/>
    <dgm:cxn modelId="{A0EC64DE-9F87-4E68-A9E2-3BDC42FDFD9D}" type="presOf" srcId="{518E1845-38BF-417A-BB0E-E8822CD26E18}" destId="{7AD9FEEF-18FE-49C0-819A-DBA4616B9926}" srcOrd="0" destOrd="0" presId="urn:microsoft.com/office/officeart/2005/8/layout/orgChart1"/>
    <dgm:cxn modelId="{97E4A6DE-8713-4676-BBF8-2B93F08AF837}" srcId="{9286A5EC-F2A9-487D-8BF1-B96EEEFD636B}" destId="{1E627F9E-CE3B-4A85-BB78-8DDB86A78DDE}" srcOrd="1" destOrd="0" parTransId="{9D28DB69-DDB3-4999-9A0B-8D007976E69E}" sibTransId="{CC71E985-969E-423D-B820-177A0337B408}"/>
    <dgm:cxn modelId="{5D8E00E0-9552-4EAC-9DC8-D6AAED642315}" srcId="{9E6404DC-1053-49D6-95EE-599A97C88DD3}" destId="{1FDE73C1-1773-4DFF-80D8-CE538843B8D6}" srcOrd="2" destOrd="0" parTransId="{9BFD04D4-D27E-47FD-B17A-0660BE35F1CF}" sibTransId="{43EBF1FA-1DAE-4CFF-8F77-984B40970F7F}"/>
    <dgm:cxn modelId="{112E9CE3-D075-4D61-972E-CB15D1C43D03}" type="presOf" srcId="{8A74C719-C0B0-45E7-A044-8F3E3BDD14B1}" destId="{43458361-CDBC-43AE-84A2-56ACA0035337}" srcOrd="1" destOrd="0" presId="urn:microsoft.com/office/officeart/2005/8/layout/orgChart1"/>
    <dgm:cxn modelId="{422FD9E7-703E-4B4D-BB3C-6B4F06C022EE}" type="presOf" srcId="{1330D8AE-5AD3-4971-83B6-44EEB3DE664B}" destId="{53427F1E-64F3-46FE-9189-9127962FB517}" srcOrd="1" destOrd="0" presId="urn:microsoft.com/office/officeart/2005/8/layout/orgChart1"/>
    <dgm:cxn modelId="{0A21FBE9-5CC5-4CD1-BB61-CB5A0E570A33}" type="presOf" srcId="{D584AD69-B54D-4E44-9400-0741A9216C7D}" destId="{45B281F7-13DA-4694-8703-1685A2ABAE33}" srcOrd="0" destOrd="0" presId="urn:microsoft.com/office/officeart/2005/8/layout/orgChart1"/>
    <dgm:cxn modelId="{80114AED-2CF7-4C34-8563-5CD6798E2D30}" type="presOf" srcId="{333C57DF-44D6-4356-9DD0-3E7D7FE1C161}" destId="{7872A18C-E13C-45E9-80D5-90CBBA671EF8}"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6D38E9F6-99FB-412C-9471-9D2CDCEB9671}" type="presOf" srcId="{1E627F9E-CE3B-4A85-BB78-8DDB86A78DDE}" destId="{31C29986-52F5-42D4-A9FC-3B32B3F35DB2}" srcOrd="0" destOrd="0" presId="urn:microsoft.com/office/officeart/2005/8/layout/orgChart1"/>
    <dgm:cxn modelId="{CEC0BCFB-FD0B-46F9-8021-96D767259565}" type="presOf" srcId="{8B93368D-220F-4F51-922B-E3D40AEF4871}" destId="{AF41A196-D073-444E-BDCD-FC763BCB5F43}" srcOrd="0"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8D3A997C-EBD1-4476-AB3F-F3EF40945D83}" type="presParOf" srcId="{4C592C92-3156-443C-BB98-9204DFF01F72}" destId="{A2A41425-2A6B-472C-AF7D-497B8D8C6C0F}" srcOrd="0" destOrd="0" presId="urn:microsoft.com/office/officeart/2005/8/layout/orgChart1"/>
    <dgm:cxn modelId="{AFC00D3E-14EB-47EE-B9A4-B404EA44EEF9}" type="presParOf" srcId="{4C592C92-3156-443C-BB98-9204DFF01F72}" destId="{BE767F2E-FC2C-4DE4-8EFA-413AB654DE72}" srcOrd="1" destOrd="0" presId="urn:microsoft.com/office/officeart/2005/8/layout/orgChart1"/>
    <dgm:cxn modelId="{ED6C12AD-DCEE-4336-B38C-F7EB95B78676}" type="presParOf" srcId="{BE767F2E-FC2C-4DE4-8EFA-413AB654DE72}" destId="{A45A4C96-4AF4-4A85-8F9C-F552E800F221}" srcOrd="0" destOrd="0" presId="urn:microsoft.com/office/officeart/2005/8/layout/orgChart1"/>
    <dgm:cxn modelId="{2DBF344F-3564-4667-80B3-E3B67955A116}" type="presParOf" srcId="{A45A4C96-4AF4-4A85-8F9C-F552E800F221}" destId="{BB71A1EC-99D4-46DC-BDFC-1D7F327564B8}" srcOrd="0" destOrd="0" presId="urn:microsoft.com/office/officeart/2005/8/layout/orgChart1"/>
    <dgm:cxn modelId="{CA704114-CAFA-4B58-9692-6D6D916BEBD5}" type="presParOf" srcId="{A45A4C96-4AF4-4A85-8F9C-F552E800F221}" destId="{43458361-CDBC-43AE-84A2-56ACA0035337}" srcOrd="1" destOrd="0" presId="urn:microsoft.com/office/officeart/2005/8/layout/orgChart1"/>
    <dgm:cxn modelId="{BC42F3FE-662E-493D-8B07-89736CA5C62D}" type="presParOf" srcId="{BE767F2E-FC2C-4DE4-8EFA-413AB654DE72}" destId="{42C73B18-A616-4116-9F73-6AADE64304BA}" srcOrd="1" destOrd="0" presId="urn:microsoft.com/office/officeart/2005/8/layout/orgChart1"/>
    <dgm:cxn modelId="{DB6A9098-4373-46A2-A656-171655A91185}" type="presParOf" srcId="{BE767F2E-FC2C-4DE4-8EFA-413AB654DE72}" destId="{69852274-0F2C-4714-965E-6E6ABA270E10}" srcOrd="2" destOrd="0" presId="urn:microsoft.com/office/officeart/2005/8/layout/orgChart1"/>
    <dgm:cxn modelId="{FF2B807C-04A1-42E4-84AC-C23728F7C001}" type="presParOf" srcId="{4C592C92-3156-443C-BB98-9204DFF01F72}" destId="{45B281F7-13DA-4694-8703-1685A2ABAE33}" srcOrd="2" destOrd="0" presId="urn:microsoft.com/office/officeart/2005/8/layout/orgChart1"/>
    <dgm:cxn modelId="{AB7BF16A-EE26-42A3-BC31-E1943A64E49A}" type="presParOf" srcId="{4C592C92-3156-443C-BB98-9204DFF01F72}" destId="{A6BEAF4C-7DB9-4B5B-B049-B26C54C633BF}" srcOrd="3" destOrd="0" presId="urn:microsoft.com/office/officeart/2005/8/layout/orgChart1"/>
    <dgm:cxn modelId="{1F9C038A-FC05-48CD-9D66-0634C991C382}" type="presParOf" srcId="{A6BEAF4C-7DB9-4B5B-B049-B26C54C633BF}" destId="{212B7D62-5055-4F8F-BB01-BECC7896EB9E}" srcOrd="0" destOrd="0" presId="urn:microsoft.com/office/officeart/2005/8/layout/orgChart1"/>
    <dgm:cxn modelId="{582FE44C-B630-478B-911B-B60AAC33AEAB}" type="presParOf" srcId="{212B7D62-5055-4F8F-BB01-BECC7896EB9E}" destId="{9D8C80F1-47CE-4F13-A198-ADC7BC7E2E48}" srcOrd="0" destOrd="0" presId="urn:microsoft.com/office/officeart/2005/8/layout/orgChart1"/>
    <dgm:cxn modelId="{42E57487-0EF2-4741-861C-378183D3958A}" type="presParOf" srcId="{212B7D62-5055-4F8F-BB01-BECC7896EB9E}" destId="{B7495041-75F9-4795-8254-C6D73AE5DB15}" srcOrd="1" destOrd="0" presId="urn:microsoft.com/office/officeart/2005/8/layout/orgChart1"/>
    <dgm:cxn modelId="{B5B365A2-48BB-4899-9C6D-74F99D70F306}" type="presParOf" srcId="{A6BEAF4C-7DB9-4B5B-B049-B26C54C633BF}" destId="{75DD692B-9596-4800-AAF5-07A73B12C14C}" srcOrd="1" destOrd="0" presId="urn:microsoft.com/office/officeart/2005/8/layout/orgChart1"/>
    <dgm:cxn modelId="{49A30EFD-E624-4B1A-B6AF-E95C568F26D7}" type="presParOf" srcId="{A6BEAF4C-7DB9-4B5B-B049-B26C54C633BF}" destId="{0D5CF48B-7E19-43E3-9153-CA7A11F0615E}" srcOrd="2" destOrd="0" presId="urn:microsoft.com/office/officeart/2005/8/layout/orgChart1"/>
    <dgm:cxn modelId="{E019AAE3-6CAF-48AD-BDAB-F83F4FEC2BA0}" type="presParOf" srcId="{4C592C92-3156-443C-BB98-9204DFF01F72}" destId="{B9A8D99B-7E04-4FCC-8A85-F7F0979F84F7}" srcOrd="4" destOrd="0" presId="urn:microsoft.com/office/officeart/2005/8/layout/orgChart1"/>
    <dgm:cxn modelId="{800E12F1-C93A-48ED-BFC3-A2B6BA462B09}" type="presParOf" srcId="{4C592C92-3156-443C-BB98-9204DFF01F72}" destId="{A1F6E8CC-6217-472F-ADBE-8596CBB0C33B}" srcOrd="5" destOrd="0" presId="urn:microsoft.com/office/officeart/2005/8/layout/orgChart1"/>
    <dgm:cxn modelId="{7F05FA83-9879-41B1-A9D4-520830E59CEA}" type="presParOf" srcId="{A1F6E8CC-6217-472F-ADBE-8596CBB0C33B}" destId="{00492B01-7A97-4F6F-B40B-8E0AFBDD877F}" srcOrd="0" destOrd="0" presId="urn:microsoft.com/office/officeart/2005/8/layout/orgChart1"/>
    <dgm:cxn modelId="{4C974993-4674-4609-9D7A-D9DDAD91C4CA}" type="presParOf" srcId="{00492B01-7A97-4F6F-B40B-8E0AFBDD877F}" destId="{7872A18C-E13C-45E9-80D5-90CBBA671EF8}" srcOrd="0" destOrd="0" presId="urn:microsoft.com/office/officeart/2005/8/layout/orgChart1"/>
    <dgm:cxn modelId="{9571D1A8-3A0D-4213-8927-4F663F9C17CC}" type="presParOf" srcId="{00492B01-7A97-4F6F-B40B-8E0AFBDD877F}" destId="{5C5CB2F4-36C0-4C54-B44C-8DBDD3F56FA6}" srcOrd="1" destOrd="0" presId="urn:microsoft.com/office/officeart/2005/8/layout/orgChart1"/>
    <dgm:cxn modelId="{075BC264-0C6E-4310-98B9-FDACBEA486A7}" type="presParOf" srcId="{A1F6E8CC-6217-472F-ADBE-8596CBB0C33B}" destId="{329E2700-FB6E-4F2D-9863-8AD5668B3E7A}" srcOrd="1" destOrd="0" presId="urn:microsoft.com/office/officeart/2005/8/layout/orgChart1"/>
    <dgm:cxn modelId="{9B8B0898-6ED9-4633-940A-9459BF7F623C}" type="presParOf" srcId="{A1F6E8CC-6217-472F-ADBE-8596CBB0C33B}" destId="{4B662056-6ACC-4D88-8440-3A00A44DBE3F}" srcOrd="2" destOrd="0" presId="urn:microsoft.com/office/officeart/2005/8/layout/orgChart1"/>
    <dgm:cxn modelId="{C783AC1F-F3B2-4F7C-B045-D6BA56DC0883}" type="presParOf" srcId="{4C592C92-3156-443C-BB98-9204DFF01F72}" destId="{7AD9FEEF-18FE-49C0-819A-DBA4616B9926}" srcOrd="6" destOrd="0" presId="urn:microsoft.com/office/officeart/2005/8/layout/orgChart1"/>
    <dgm:cxn modelId="{0DC80BE5-3463-4BFC-B0B7-E569BF7CDFA5}" type="presParOf" srcId="{4C592C92-3156-443C-BB98-9204DFF01F72}" destId="{1BE70D2D-4928-40A8-BC89-EAE124A704A2}" srcOrd="7" destOrd="0" presId="urn:microsoft.com/office/officeart/2005/8/layout/orgChart1"/>
    <dgm:cxn modelId="{C2B9A179-4079-4311-82EF-6736BCB61458}" type="presParOf" srcId="{1BE70D2D-4928-40A8-BC89-EAE124A704A2}" destId="{BA1F4F61-4FBB-424D-BC09-D571D48B55A8}" srcOrd="0" destOrd="0" presId="urn:microsoft.com/office/officeart/2005/8/layout/orgChart1"/>
    <dgm:cxn modelId="{E6E9DFD7-0F82-4F29-BF08-E9B66174B6C1}" type="presParOf" srcId="{BA1F4F61-4FBB-424D-BC09-D571D48B55A8}" destId="{A2FE0A94-8CB5-4AFC-8192-B70C5DD08032}" srcOrd="0" destOrd="0" presId="urn:microsoft.com/office/officeart/2005/8/layout/orgChart1"/>
    <dgm:cxn modelId="{9E24F335-34A8-49D6-84C9-FF635A8A6F5C}" type="presParOf" srcId="{BA1F4F61-4FBB-424D-BC09-D571D48B55A8}" destId="{74518794-74DB-43D8-943C-3CAD9822E982}" srcOrd="1" destOrd="0" presId="urn:microsoft.com/office/officeart/2005/8/layout/orgChart1"/>
    <dgm:cxn modelId="{EC590597-8EA3-453A-A511-5EF07A62A491}" type="presParOf" srcId="{1BE70D2D-4928-40A8-BC89-EAE124A704A2}" destId="{BFB403FC-6C90-4513-9F9E-1E0CBE994CCF}" srcOrd="1" destOrd="0" presId="urn:microsoft.com/office/officeart/2005/8/layout/orgChart1"/>
    <dgm:cxn modelId="{3640CC5F-385C-4615-AA9F-1DFCD22297DA}" type="presParOf" srcId="{1BE70D2D-4928-40A8-BC89-EAE124A704A2}" destId="{5DAAC355-693D-43B1-AE1F-0870B074A775}" srcOrd="2" destOrd="0" presId="urn:microsoft.com/office/officeart/2005/8/layout/orgChart1"/>
    <dgm:cxn modelId="{21D2B85D-FCC3-4099-8DAA-072147071E91}" type="presParOf" srcId="{4C592C92-3156-443C-BB98-9204DFF01F72}" destId="{6A4657BC-BD1B-4DF3-B3EE-63FF58F462CC}" srcOrd="8" destOrd="0" presId="urn:microsoft.com/office/officeart/2005/8/layout/orgChart1"/>
    <dgm:cxn modelId="{75030553-8A29-431E-8046-08CB28113C4F}" type="presParOf" srcId="{4C592C92-3156-443C-BB98-9204DFF01F72}" destId="{2D2285B4-FF16-445A-9504-06E91E1F614A}" srcOrd="9" destOrd="0" presId="urn:microsoft.com/office/officeart/2005/8/layout/orgChart1"/>
    <dgm:cxn modelId="{43020191-8239-4004-BE80-35A1612ECF8B}" type="presParOf" srcId="{2D2285B4-FF16-445A-9504-06E91E1F614A}" destId="{68771A8B-CABE-42D9-BB9B-904DF3B83B37}" srcOrd="0" destOrd="0" presId="urn:microsoft.com/office/officeart/2005/8/layout/orgChart1"/>
    <dgm:cxn modelId="{96233C3D-A9D5-4CC1-9C7D-E57D151F17B1}" type="presParOf" srcId="{68771A8B-CABE-42D9-BB9B-904DF3B83B37}" destId="{6949B19C-8AF3-464F-B8E0-A0BE58E9C9BF}" srcOrd="0" destOrd="0" presId="urn:microsoft.com/office/officeart/2005/8/layout/orgChart1"/>
    <dgm:cxn modelId="{FE6DB635-99D8-4EED-B782-BD1D478D8DC3}" type="presParOf" srcId="{68771A8B-CABE-42D9-BB9B-904DF3B83B37}" destId="{3668B61E-61E3-44E1-9E84-5C12BD0C4E98}" srcOrd="1" destOrd="0" presId="urn:microsoft.com/office/officeart/2005/8/layout/orgChart1"/>
    <dgm:cxn modelId="{74C41116-41C5-4CDB-9D84-DDB542EF7768}" type="presParOf" srcId="{2D2285B4-FF16-445A-9504-06E91E1F614A}" destId="{F67A39B9-E73E-40B4-857F-6D326F833B4D}" srcOrd="1" destOrd="0" presId="urn:microsoft.com/office/officeart/2005/8/layout/orgChart1"/>
    <dgm:cxn modelId="{776F1FF4-22E5-42B2-B73E-AB15BE05E3B1}" type="presParOf" srcId="{2D2285B4-FF16-445A-9504-06E91E1F614A}" destId="{0D05F2B1-475A-4E9D-805F-94AA6FF5BA96}"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686564BD-ED88-440C-B10C-948809D74443}" type="presParOf" srcId="{AD53A4B1-01E7-41E8-9724-31F3910545A4}" destId="{0E020EB3-B687-49B5-864A-7775365865BE}" srcOrd="4" destOrd="0" presId="urn:microsoft.com/office/officeart/2005/8/layout/orgChart1"/>
    <dgm:cxn modelId="{F30DF150-DD06-4393-868B-F518E14A483D}" type="presParOf" srcId="{AD53A4B1-01E7-41E8-9724-31F3910545A4}" destId="{BBAFE3D2-3A5A-4490-A81A-2A8E15028CC9}" srcOrd="5" destOrd="0" presId="urn:microsoft.com/office/officeart/2005/8/layout/orgChart1"/>
    <dgm:cxn modelId="{183854C6-869C-4774-A2BA-C04D426D84FD}" type="presParOf" srcId="{BBAFE3D2-3A5A-4490-A81A-2A8E15028CC9}" destId="{5D13AC61-CB0D-439C-A3B7-8B75673646F3}" srcOrd="0" destOrd="0" presId="urn:microsoft.com/office/officeart/2005/8/layout/orgChart1"/>
    <dgm:cxn modelId="{FDD3AF96-5639-4ED8-A2DD-48B5C19977B2}" type="presParOf" srcId="{5D13AC61-CB0D-439C-A3B7-8B75673646F3}" destId="{03758FE5-334A-46EC-AD76-4289659832B6}" srcOrd="0" destOrd="0" presId="urn:microsoft.com/office/officeart/2005/8/layout/orgChart1"/>
    <dgm:cxn modelId="{4444FB0C-E22A-44A4-95BF-C45654FDFA26}" type="presParOf" srcId="{5D13AC61-CB0D-439C-A3B7-8B75673646F3}" destId="{2B09EB8B-ED69-45F5-BA37-36CF2B0643CF}" srcOrd="1" destOrd="0" presId="urn:microsoft.com/office/officeart/2005/8/layout/orgChart1"/>
    <dgm:cxn modelId="{9AC9512D-283D-4D0B-9DDC-D86196F23D7D}" type="presParOf" srcId="{BBAFE3D2-3A5A-4490-A81A-2A8E15028CC9}" destId="{1DE9D2D5-FD8E-457B-8509-AF1B11F236B3}" srcOrd="1" destOrd="0" presId="urn:microsoft.com/office/officeart/2005/8/layout/orgChart1"/>
    <dgm:cxn modelId="{00A9DC18-CAF7-45EC-B399-B8CE63834F44}" type="presParOf" srcId="{1DE9D2D5-FD8E-457B-8509-AF1B11F236B3}" destId="{B24AC9E0-962C-4E78-A693-CB404F97964B}" srcOrd="0" destOrd="0" presId="urn:microsoft.com/office/officeart/2005/8/layout/orgChart1"/>
    <dgm:cxn modelId="{BE67B17E-B0B7-4AD7-A54E-3D34AFA2DBDD}" type="presParOf" srcId="{1DE9D2D5-FD8E-457B-8509-AF1B11F236B3}" destId="{14081BD0-0331-49D1-9132-48E38CC72506}" srcOrd="1" destOrd="0" presId="urn:microsoft.com/office/officeart/2005/8/layout/orgChart1"/>
    <dgm:cxn modelId="{CE8C0BA8-D63B-43D9-9E3E-B2CC37724D93}" type="presParOf" srcId="{14081BD0-0331-49D1-9132-48E38CC72506}" destId="{CD57EBD1-6290-48D5-B876-F6B8F3E71B1C}" srcOrd="0" destOrd="0" presId="urn:microsoft.com/office/officeart/2005/8/layout/orgChart1"/>
    <dgm:cxn modelId="{F27F9118-6936-449E-8FD6-D073DD0597CB}" type="presParOf" srcId="{CD57EBD1-6290-48D5-B876-F6B8F3E71B1C}" destId="{AF41A196-D073-444E-BDCD-FC763BCB5F43}" srcOrd="0" destOrd="0" presId="urn:microsoft.com/office/officeart/2005/8/layout/orgChart1"/>
    <dgm:cxn modelId="{302688DF-D350-42F9-97F9-D2006177EFD9}" type="presParOf" srcId="{CD57EBD1-6290-48D5-B876-F6B8F3E71B1C}" destId="{D2461159-78CB-4A23-999D-2C7EB906725F}" srcOrd="1" destOrd="0" presId="urn:microsoft.com/office/officeart/2005/8/layout/orgChart1"/>
    <dgm:cxn modelId="{482EC3E5-B11D-4CF9-AF73-D3D193D0AB62}" type="presParOf" srcId="{14081BD0-0331-49D1-9132-48E38CC72506}" destId="{B7419B15-5138-497F-9E6A-0A8D19A45473}" srcOrd="1" destOrd="0" presId="urn:microsoft.com/office/officeart/2005/8/layout/orgChart1"/>
    <dgm:cxn modelId="{2EF9CB7C-D307-4AE1-B463-D6C5BE3D856C}" type="presParOf" srcId="{14081BD0-0331-49D1-9132-48E38CC72506}" destId="{913DBA18-54C7-4B85-987E-75AE9FC67706}" srcOrd="2" destOrd="0" presId="urn:microsoft.com/office/officeart/2005/8/layout/orgChart1"/>
    <dgm:cxn modelId="{F607A475-DF45-4398-8000-01F92CBE9759}" type="presParOf" srcId="{BBAFE3D2-3A5A-4490-A81A-2A8E15028CC9}" destId="{D835F695-B50D-418C-A907-0CB512CD6F3C}" srcOrd="2" destOrd="0" presId="urn:microsoft.com/office/officeart/2005/8/layout/orgChart1"/>
    <dgm:cxn modelId="{111A422A-A367-43EA-9B53-E09860551D9C}" type="presParOf" srcId="{AD53A4B1-01E7-41E8-9724-31F3910545A4}" destId="{62821369-B757-43AF-BF6D-02B9EF83A7FF}" srcOrd="6" destOrd="0" presId="urn:microsoft.com/office/officeart/2005/8/layout/orgChart1"/>
    <dgm:cxn modelId="{B385D477-2C4E-4A44-911A-4F75092D744C}" type="presParOf" srcId="{AD53A4B1-01E7-41E8-9724-31F3910545A4}" destId="{739885B7-7422-46AE-AE38-C86EED9C22BF}" srcOrd="7" destOrd="0" presId="urn:microsoft.com/office/officeart/2005/8/layout/orgChart1"/>
    <dgm:cxn modelId="{42B8DC9E-D558-46CA-8179-5B9156F9A983}" type="presParOf" srcId="{739885B7-7422-46AE-AE38-C86EED9C22BF}" destId="{1BDBFDD5-3230-44FF-B170-FE93CAC5A6B8}" srcOrd="0" destOrd="0" presId="urn:microsoft.com/office/officeart/2005/8/layout/orgChart1"/>
    <dgm:cxn modelId="{CA5B1075-9FAE-4F67-9E43-1EFE5761CE3E}" type="presParOf" srcId="{1BDBFDD5-3230-44FF-B170-FE93CAC5A6B8}" destId="{E2CE8193-46AF-44C0-B4A1-4402C2A6388E}" srcOrd="0" destOrd="0" presId="urn:microsoft.com/office/officeart/2005/8/layout/orgChart1"/>
    <dgm:cxn modelId="{8BAC5A01-2C6C-4EB8-ABAC-ABBDF182C60E}" type="presParOf" srcId="{1BDBFDD5-3230-44FF-B170-FE93CAC5A6B8}" destId="{0FE7A504-1A99-42A4-92D2-369E93728B6E}" srcOrd="1" destOrd="0" presId="urn:microsoft.com/office/officeart/2005/8/layout/orgChart1"/>
    <dgm:cxn modelId="{A17494C3-128C-430E-B2E8-B0E32751F363}" type="presParOf" srcId="{739885B7-7422-46AE-AE38-C86EED9C22BF}" destId="{5C832EA0-92EB-4018-A238-AAD0380D7AE1}" srcOrd="1" destOrd="0" presId="urn:microsoft.com/office/officeart/2005/8/layout/orgChart1"/>
    <dgm:cxn modelId="{1130B880-8DD9-4502-A68B-EC0B815BD44E}" type="presParOf" srcId="{5C832EA0-92EB-4018-A238-AAD0380D7AE1}" destId="{BAB65234-BEF3-44F6-8238-22DD5F2B3ECA}" srcOrd="0" destOrd="0" presId="urn:microsoft.com/office/officeart/2005/8/layout/orgChart1"/>
    <dgm:cxn modelId="{91D62931-5125-438B-858C-CBC8E0E8A21B}" type="presParOf" srcId="{5C832EA0-92EB-4018-A238-AAD0380D7AE1}" destId="{29FA4EA6-6D60-4928-8665-B8DDBADB42EA}" srcOrd="1" destOrd="0" presId="urn:microsoft.com/office/officeart/2005/8/layout/orgChart1"/>
    <dgm:cxn modelId="{E2CE3C79-6A71-439C-A408-BE7ECB1607AA}" type="presParOf" srcId="{29FA4EA6-6D60-4928-8665-B8DDBADB42EA}" destId="{7F641F00-E60B-44DA-946A-53E40B4D0E7E}" srcOrd="0" destOrd="0" presId="urn:microsoft.com/office/officeart/2005/8/layout/orgChart1"/>
    <dgm:cxn modelId="{5F642F98-BF29-4FB0-8061-273FC9BF136E}" type="presParOf" srcId="{7F641F00-E60B-44DA-946A-53E40B4D0E7E}" destId="{B386D850-18E4-4553-BFA3-F5B91F42AF1A}" srcOrd="0" destOrd="0" presId="urn:microsoft.com/office/officeart/2005/8/layout/orgChart1"/>
    <dgm:cxn modelId="{55822AE7-A04B-401B-A9A5-A71F0F4E9CDE}" type="presParOf" srcId="{7F641F00-E60B-44DA-946A-53E40B4D0E7E}" destId="{53427F1E-64F3-46FE-9189-9127962FB517}" srcOrd="1" destOrd="0" presId="urn:microsoft.com/office/officeart/2005/8/layout/orgChart1"/>
    <dgm:cxn modelId="{310E204F-08DD-4539-9590-7BF6D07D9A5D}" type="presParOf" srcId="{29FA4EA6-6D60-4928-8665-B8DDBADB42EA}" destId="{F5B8FA18-8901-4F6D-ADDE-DC8E2F4BC5B8}" srcOrd="1" destOrd="0" presId="urn:microsoft.com/office/officeart/2005/8/layout/orgChart1"/>
    <dgm:cxn modelId="{C5EEF408-C7C8-4A46-BE7D-1ED5C188E07A}" type="presParOf" srcId="{29FA4EA6-6D60-4928-8665-B8DDBADB42EA}" destId="{3FA4EA24-FFBA-4E19-BBC4-DE547B68789C}" srcOrd="2" destOrd="0" presId="urn:microsoft.com/office/officeart/2005/8/layout/orgChart1"/>
    <dgm:cxn modelId="{6E339D29-794A-4DE1-B9A5-136E5F1A3902}" type="presParOf" srcId="{5C832EA0-92EB-4018-A238-AAD0380D7AE1}" destId="{3A1796D6-3B82-44FF-A19D-852FF4EBDC50}" srcOrd="2" destOrd="0" presId="urn:microsoft.com/office/officeart/2005/8/layout/orgChart1"/>
    <dgm:cxn modelId="{9639E14A-73E0-4EDA-9E85-4220A507360B}" type="presParOf" srcId="{5C832EA0-92EB-4018-A238-AAD0380D7AE1}" destId="{D36CE40E-1461-4867-A9C4-AC9DDFDE94A0}" srcOrd="3" destOrd="0" presId="urn:microsoft.com/office/officeart/2005/8/layout/orgChart1"/>
    <dgm:cxn modelId="{BEB49867-AE37-4D7C-A76B-532BFB9EB1D0}" type="presParOf" srcId="{D36CE40E-1461-4867-A9C4-AC9DDFDE94A0}" destId="{A85318C8-31B5-4A74-9EF5-23705642AD37}" srcOrd="0" destOrd="0" presId="urn:microsoft.com/office/officeart/2005/8/layout/orgChart1"/>
    <dgm:cxn modelId="{0D5E10C6-DCE7-47AA-BE74-38BD95ABDC88}" type="presParOf" srcId="{A85318C8-31B5-4A74-9EF5-23705642AD37}" destId="{AD05E803-A7A2-4733-B015-24257F5A1699}" srcOrd="0" destOrd="0" presId="urn:microsoft.com/office/officeart/2005/8/layout/orgChart1"/>
    <dgm:cxn modelId="{6B04870E-F3E2-4567-A552-0AED64C5796A}" type="presParOf" srcId="{A85318C8-31B5-4A74-9EF5-23705642AD37}" destId="{1F335708-3B0E-464B-A4EF-4539A7D61EFE}" srcOrd="1" destOrd="0" presId="urn:microsoft.com/office/officeart/2005/8/layout/orgChart1"/>
    <dgm:cxn modelId="{F1698123-1560-47A6-AADF-441C761B6F16}" type="presParOf" srcId="{D36CE40E-1461-4867-A9C4-AC9DDFDE94A0}" destId="{353535FA-CE7E-4F5B-882B-F6515567EC55}" srcOrd="1" destOrd="0" presId="urn:microsoft.com/office/officeart/2005/8/layout/orgChart1"/>
    <dgm:cxn modelId="{6AF35052-601C-45FC-8EE6-900439748466}" type="presParOf" srcId="{D36CE40E-1461-4867-A9C4-AC9DDFDE94A0}" destId="{60C5A0F5-270E-458C-9CD5-C29918320B96}" srcOrd="2" destOrd="0" presId="urn:microsoft.com/office/officeart/2005/8/layout/orgChart1"/>
    <dgm:cxn modelId="{0D3BC8B7-2C32-4FEC-80FA-35F2DC843FFD}" type="presParOf" srcId="{5C832EA0-92EB-4018-A238-AAD0380D7AE1}" destId="{B744FFEB-D81B-4051-80A0-06CD3150278B}" srcOrd="4" destOrd="0" presId="urn:microsoft.com/office/officeart/2005/8/layout/orgChart1"/>
    <dgm:cxn modelId="{999DB8E4-2867-423A-A2F1-19D86A9D1BB8}" type="presParOf" srcId="{5C832EA0-92EB-4018-A238-AAD0380D7AE1}" destId="{A9038F44-4B0C-414A-AF75-E1CB0A09147B}" srcOrd="5" destOrd="0" presId="urn:microsoft.com/office/officeart/2005/8/layout/orgChart1"/>
    <dgm:cxn modelId="{62D0A120-92CD-4BD0-90ED-3FF8CB2A4EBC}" type="presParOf" srcId="{A9038F44-4B0C-414A-AF75-E1CB0A09147B}" destId="{019A7BFF-1F61-4529-94A9-0BFF9E284C28}" srcOrd="0" destOrd="0" presId="urn:microsoft.com/office/officeart/2005/8/layout/orgChart1"/>
    <dgm:cxn modelId="{8D18C974-78F7-4678-B328-8FEF1CEC3261}" type="presParOf" srcId="{019A7BFF-1F61-4529-94A9-0BFF9E284C28}" destId="{5AB1CE78-FFC0-4A1C-884A-EFD72EB0B55E}" srcOrd="0" destOrd="0" presId="urn:microsoft.com/office/officeart/2005/8/layout/orgChart1"/>
    <dgm:cxn modelId="{BAD212D2-B2D0-43F5-8060-64C560364BA5}" type="presParOf" srcId="{019A7BFF-1F61-4529-94A9-0BFF9E284C28}" destId="{980FB6A6-EBB4-4B35-8079-C1CF2C6255DD}" srcOrd="1" destOrd="0" presId="urn:microsoft.com/office/officeart/2005/8/layout/orgChart1"/>
    <dgm:cxn modelId="{4D6270E5-F8EE-4350-B674-9DC4E47EAB9B}" type="presParOf" srcId="{A9038F44-4B0C-414A-AF75-E1CB0A09147B}" destId="{77B0CE6D-30D2-4F6A-8EE6-1F895B7F2EA0}" srcOrd="1" destOrd="0" presId="urn:microsoft.com/office/officeart/2005/8/layout/orgChart1"/>
    <dgm:cxn modelId="{A1423C32-4568-4BD5-A470-867267A09DF2}" type="presParOf" srcId="{A9038F44-4B0C-414A-AF75-E1CB0A09147B}" destId="{01F5FA5F-EBD9-4FE9-BC37-D85A0156FB3E}" srcOrd="2" destOrd="0" presId="urn:microsoft.com/office/officeart/2005/8/layout/orgChart1"/>
    <dgm:cxn modelId="{D00AEBD6-8739-4D85-91DA-4813FF0B7BE0}" type="presParOf" srcId="{5C832EA0-92EB-4018-A238-AAD0380D7AE1}" destId="{17B43C74-07FF-45EC-BF27-41123D8CE835}" srcOrd="6" destOrd="0" presId="urn:microsoft.com/office/officeart/2005/8/layout/orgChart1"/>
    <dgm:cxn modelId="{B5A983AC-1760-4043-A985-24497AD6A124}" type="presParOf" srcId="{5C832EA0-92EB-4018-A238-AAD0380D7AE1}" destId="{4C550044-4F70-431C-B7BE-77780A3C56D3}" srcOrd="7" destOrd="0" presId="urn:microsoft.com/office/officeart/2005/8/layout/orgChart1"/>
    <dgm:cxn modelId="{DCB48D36-5826-487C-BEC5-F34874F0F40F}" type="presParOf" srcId="{4C550044-4F70-431C-B7BE-77780A3C56D3}" destId="{CDDC9E68-AC18-4700-A465-42A1519C69B8}" srcOrd="0" destOrd="0" presId="urn:microsoft.com/office/officeart/2005/8/layout/orgChart1"/>
    <dgm:cxn modelId="{3BAB25AC-25B9-4729-8510-DF0AB1D9E728}" type="presParOf" srcId="{CDDC9E68-AC18-4700-A465-42A1519C69B8}" destId="{4B31A7B3-2386-4740-A97D-E425D7AA05D7}" srcOrd="0" destOrd="0" presId="urn:microsoft.com/office/officeart/2005/8/layout/orgChart1"/>
    <dgm:cxn modelId="{69DEF6F4-03B7-4065-8284-26067A3F067E}" type="presParOf" srcId="{CDDC9E68-AC18-4700-A465-42A1519C69B8}" destId="{28E3C220-EC50-49DE-8E00-E50484AA36CB}" srcOrd="1" destOrd="0" presId="urn:microsoft.com/office/officeart/2005/8/layout/orgChart1"/>
    <dgm:cxn modelId="{94F10397-6BB7-4DD8-A414-4FF8918A9B13}" type="presParOf" srcId="{4C550044-4F70-431C-B7BE-77780A3C56D3}" destId="{0704F99F-5AAC-4B83-8BC4-A6EFAA90F292}" srcOrd="1" destOrd="0" presId="urn:microsoft.com/office/officeart/2005/8/layout/orgChart1"/>
    <dgm:cxn modelId="{1AABDDE3-5D91-438E-91DB-CEDDCA19FE29}" type="presParOf" srcId="{4C550044-4F70-431C-B7BE-77780A3C56D3}" destId="{9DD72F2B-8541-42D2-AAA0-EF45A6753F69}" srcOrd="2" destOrd="0" presId="urn:microsoft.com/office/officeart/2005/8/layout/orgChart1"/>
    <dgm:cxn modelId="{CB774234-75F0-4DD3-BFE9-2D0C35E5E2BD}" type="presParOf" srcId="{5C832EA0-92EB-4018-A238-AAD0380D7AE1}" destId="{A81CE5B8-559D-4D52-BD90-EA15B4AB1A55}" srcOrd="8" destOrd="0" presId="urn:microsoft.com/office/officeart/2005/8/layout/orgChart1"/>
    <dgm:cxn modelId="{6104AA4F-6230-4529-A3EC-2A1E150421F4}" type="presParOf" srcId="{5C832EA0-92EB-4018-A238-AAD0380D7AE1}" destId="{C91E2AF4-1691-46AB-BC91-FBFFDB918E8F}" srcOrd="9" destOrd="0" presId="urn:microsoft.com/office/officeart/2005/8/layout/orgChart1"/>
    <dgm:cxn modelId="{B28E9B64-86DE-4271-80B6-099321248ABE}" type="presParOf" srcId="{C91E2AF4-1691-46AB-BC91-FBFFDB918E8F}" destId="{07C28D47-B31A-4BB9-A656-8CB0029308E7}" srcOrd="0" destOrd="0" presId="urn:microsoft.com/office/officeart/2005/8/layout/orgChart1"/>
    <dgm:cxn modelId="{092C4ACB-92A6-408F-925D-C739B6AB9036}" type="presParOf" srcId="{07C28D47-B31A-4BB9-A656-8CB0029308E7}" destId="{46C06B1B-2BF0-441D-885E-D1D472DD0F7F}" srcOrd="0" destOrd="0" presId="urn:microsoft.com/office/officeart/2005/8/layout/orgChart1"/>
    <dgm:cxn modelId="{15962EC3-92E7-4F36-B469-D2CAFA9237A1}" type="presParOf" srcId="{07C28D47-B31A-4BB9-A656-8CB0029308E7}" destId="{9C767F8B-8888-4891-9948-50075B0E3FA0}" srcOrd="1" destOrd="0" presId="urn:microsoft.com/office/officeart/2005/8/layout/orgChart1"/>
    <dgm:cxn modelId="{77B9A7BA-8454-4FA7-ADFE-387367E64F77}" type="presParOf" srcId="{C91E2AF4-1691-46AB-BC91-FBFFDB918E8F}" destId="{1B530CF0-A583-4CDA-9CC8-90872F1582CB}" srcOrd="1" destOrd="0" presId="urn:microsoft.com/office/officeart/2005/8/layout/orgChart1"/>
    <dgm:cxn modelId="{18180827-B83C-4526-8BB7-59D945E47370}" type="presParOf" srcId="{C91E2AF4-1691-46AB-BC91-FBFFDB918E8F}" destId="{714E245D-D1B0-4DB1-B22C-ACB928D9197E}" srcOrd="2" destOrd="0" presId="urn:microsoft.com/office/officeart/2005/8/layout/orgChart1"/>
    <dgm:cxn modelId="{0019A061-E485-4041-994E-B377B5D931EF}" type="presParOf" srcId="{739885B7-7422-46AE-AE38-C86EED9C22BF}" destId="{AFF152E2-0280-4325-8B01-B43435B7724D}"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a:t>Chapter 5</a:t>
          </a:r>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600" dirty="0"/>
            <a:t>Scope </a:t>
          </a:r>
          <a:r>
            <a:rPr lang="en-US" sz="1600" dirty="0" err="1"/>
            <a:t>repre</a:t>
          </a:r>
          <a:r>
            <a:rPr lang="en-US" sz="1600" dirty="0"/>
            <a:t>. techniques</a:t>
          </a:r>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1FDE73C1-1773-4DFF-80D8-CE538843B8D6}">
      <dgm:prSet phldrT="[Text]" custT="1"/>
      <dgm:spPr/>
      <dgm:t>
        <a:bodyPr/>
        <a:lstStyle/>
        <a:p>
          <a:r>
            <a:rPr lang="en-US" sz="1600" dirty="0"/>
            <a:t>Keeping scope in focus</a:t>
          </a:r>
        </a:p>
      </dgm:t>
    </dgm:pt>
    <dgm:pt modelId="{9BFD04D4-D27E-47FD-B17A-0660BE35F1CF}" type="parTrans" cxnId="{5D8E00E0-9552-4EAC-9DC8-D6AAED642315}">
      <dgm:prSet/>
      <dgm:spPr/>
      <dgm:t>
        <a:bodyPr/>
        <a:lstStyle/>
        <a:p>
          <a:endParaRPr lang="en-US"/>
        </a:p>
      </dgm:t>
    </dgm:pt>
    <dgm:pt modelId="{43EBF1FA-1DAE-4CFF-8F77-984B40970F7F}" type="sibTrans" cxnId="{5D8E00E0-9552-4EAC-9DC8-D6AAED642315}">
      <dgm:prSet/>
      <dgm:spPr/>
      <dgm:t>
        <a:bodyPr/>
        <a:lstStyle/>
        <a:p>
          <a:endParaRPr lang="en-US"/>
        </a:p>
      </dgm:t>
    </dgm:pt>
    <dgm:pt modelId="{9286A5EC-F2A9-487D-8BF1-B96EEEFD636B}">
      <dgm:prSet phldrT="[Text]" custT="1"/>
      <dgm:spPr/>
      <dgm:t>
        <a:bodyPr/>
        <a:lstStyle/>
        <a:p>
          <a:r>
            <a:rPr lang="en-US" sz="1600" dirty="0"/>
            <a:t>Biz req.</a:t>
          </a:r>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8A74C719-C0B0-45E7-A044-8F3E3BDD14B1}">
      <dgm:prSet phldrT="[Text]" custT="1"/>
      <dgm:spPr/>
      <dgm:t>
        <a:bodyPr/>
        <a:lstStyle/>
        <a:p>
          <a:r>
            <a:rPr lang="en-US" sz="1600" dirty="0"/>
            <a:t>Context diagram</a:t>
          </a:r>
        </a:p>
      </dgm:t>
    </dgm:pt>
    <dgm:pt modelId="{59E3059B-1485-4ECC-BBBF-7CA3E640F38D}" type="parTrans" cxnId="{E78715C6-6B3E-4015-AF89-6E5215265BF1}">
      <dgm:prSet/>
      <dgm:spPr/>
      <dgm:t>
        <a:bodyPr/>
        <a:lstStyle/>
        <a:p>
          <a:endParaRPr lang="en-US"/>
        </a:p>
      </dgm:t>
    </dgm:pt>
    <dgm:pt modelId="{E492CAAE-7760-4A53-A4A2-E6FDF4DA8978}" type="sibTrans" cxnId="{E78715C6-6B3E-4015-AF89-6E5215265BF1}">
      <dgm:prSet/>
      <dgm:spPr/>
      <dgm:t>
        <a:bodyPr/>
        <a:lstStyle/>
        <a:p>
          <a:endParaRPr lang="en-US"/>
        </a:p>
      </dgm:t>
    </dgm:pt>
    <dgm:pt modelId="{8B93368D-220F-4F51-922B-E3D40AEF4871}">
      <dgm:prSet phldrT="[Text]" custT="1"/>
      <dgm:spPr/>
      <dgm:t>
        <a:bodyPr/>
        <a:lstStyle/>
        <a:p>
          <a:r>
            <a:rPr lang="en-US" sz="1600" dirty="0"/>
            <a:t>Using business objectives to make scoping decisions</a:t>
          </a:r>
        </a:p>
      </dgm:t>
    </dgm:pt>
    <dgm:pt modelId="{FD8FE40B-879F-4F4E-B1C0-B05B7EF61B85}" type="parTrans" cxnId="{8D8C3FA4-9174-40CF-A8BD-7F932B2D0964}">
      <dgm:prSet/>
      <dgm:spPr/>
      <dgm:t>
        <a:bodyPr/>
        <a:lstStyle/>
        <a:p>
          <a:endParaRPr lang="en-US"/>
        </a:p>
      </dgm:t>
    </dgm:pt>
    <dgm:pt modelId="{DEC3EE81-7009-4889-8EA1-20032230294E}" type="sibTrans" cxnId="{8D8C3FA4-9174-40CF-A8BD-7F932B2D0964}">
      <dgm:prSet/>
      <dgm:spPr/>
      <dgm:t>
        <a:bodyPr/>
        <a:lstStyle/>
        <a:p>
          <a:endParaRPr lang="en-US"/>
        </a:p>
      </dgm:t>
    </dgm:pt>
    <dgm:pt modelId="{A1A03C13-4BED-4BB7-8AFB-BDB236A519FA}">
      <dgm:prSet phldrT="[Text]" custT="1"/>
      <dgm:spPr/>
      <dgm:t>
        <a:bodyPr/>
        <a:lstStyle/>
        <a:p>
          <a:r>
            <a:rPr lang="en-US" sz="1600"/>
            <a:t>Vision and scope on agile projects</a:t>
          </a:r>
          <a:endParaRPr lang="en-US" sz="1600" dirty="0"/>
        </a:p>
      </dgm:t>
    </dgm:pt>
    <dgm:pt modelId="{9E18C130-4D81-4BDD-8DE6-22CF9F45E19E}" type="parTrans" cxnId="{7C7485FC-4CFA-45FF-817B-B38DD356F0B5}">
      <dgm:prSet/>
      <dgm:spPr/>
      <dgm:t>
        <a:bodyPr/>
        <a:lstStyle/>
        <a:p>
          <a:endParaRPr lang="en-US"/>
        </a:p>
      </dgm:t>
    </dgm:pt>
    <dgm:pt modelId="{CF4AE597-246B-4D28-8B3B-D3E59AB05BD8}" type="sibTrans" cxnId="{7C7485FC-4CFA-45FF-817B-B38DD356F0B5}">
      <dgm:prSet/>
      <dgm:spPr/>
      <dgm:t>
        <a:bodyPr/>
        <a:lstStyle/>
        <a:p>
          <a:endParaRPr lang="en-US"/>
        </a:p>
      </dgm:t>
    </dgm:pt>
    <dgm:pt modelId="{1E627F9E-CE3B-4A85-BB78-8DDB86A78DDE}">
      <dgm:prSet phldrT="[Text]" custT="1"/>
      <dgm:spPr/>
      <dgm:t>
        <a:bodyPr/>
        <a:lstStyle/>
        <a:p>
          <a:r>
            <a:rPr lang="en-US" sz="1400" dirty="0"/>
            <a:t>Product vision and project scope.</a:t>
          </a:r>
        </a:p>
      </dgm:t>
    </dgm:pt>
    <dgm:pt modelId="{9D28DB69-DDB3-4999-9A0B-8D007976E69E}" type="parTrans" cxnId="{97E4A6DE-8713-4676-BBF8-2B93F08AF837}">
      <dgm:prSet/>
      <dgm:spPr/>
      <dgm:t>
        <a:bodyPr/>
        <a:lstStyle/>
        <a:p>
          <a:endParaRPr lang="en-US"/>
        </a:p>
      </dgm:t>
    </dgm:pt>
    <dgm:pt modelId="{CC71E985-969E-423D-B820-177A0337B408}" type="sibTrans" cxnId="{97E4A6DE-8713-4676-BBF8-2B93F08AF837}">
      <dgm:prSet/>
      <dgm:spPr/>
      <dgm:t>
        <a:bodyPr/>
        <a:lstStyle/>
        <a:p>
          <a:endParaRPr lang="en-US"/>
        </a:p>
      </dgm:t>
    </dgm:pt>
    <dgm:pt modelId="{ADFFC400-8BBA-4CA0-97DA-A5239AD7FF83}">
      <dgm:prSet phldrT="[Text]" custT="1"/>
      <dgm:spPr/>
      <dgm:t>
        <a:bodyPr/>
        <a:lstStyle/>
        <a:p>
          <a:r>
            <a:rPr lang="en-US" sz="1400" dirty="0"/>
            <a:t>Identify desired biz benefits</a:t>
          </a:r>
        </a:p>
      </dgm:t>
    </dgm:pt>
    <dgm:pt modelId="{99711691-FE7D-42E5-90F7-7213A0866CC3}" type="parTrans" cxnId="{01851525-6EDF-4B5C-AA90-15F1ED5B54E0}">
      <dgm:prSet/>
      <dgm:spPr/>
      <dgm:t>
        <a:bodyPr/>
        <a:lstStyle/>
        <a:p>
          <a:endParaRPr lang="en-US"/>
        </a:p>
      </dgm:t>
    </dgm:pt>
    <dgm:pt modelId="{6927A47E-B4A6-47D8-9933-65CB1934B7A9}" type="sibTrans" cxnId="{01851525-6EDF-4B5C-AA90-15F1ED5B54E0}">
      <dgm:prSet/>
      <dgm:spPr/>
      <dgm:t>
        <a:bodyPr/>
        <a:lstStyle/>
        <a:p>
          <a:endParaRPr lang="en-US"/>
        </a:p>
      </dgm:t>
    </dgm:pt>
    <dgm:pt modelId="{333C57DF-44D6-4356-9DD0-3E7D7FE1C161}">
      <dgm:prSet/>
      <dgm:spPr/>
      <dgm:t>
        <a:bodyPr/>
        <a:lstStyle/>
        <a:p>
          <a:r>
            <a:rPr lang="en-US" dirty="0"/>
            <a:t>Feature tree</a:t>
          </a:r>
        </a:p>
      </dgm:t>
    </dgm:pt>
    <dgm:pt modelId="{DD53956A-A14A-4170-B01B-B76F6156E186}" type="parTrans" cxnId="{D6668533-E362-4844-991A-9019AC2707F0}">
      <dgm:prSet/>
      <dgm:spPr/>
      <dgm:t>
        <a:bodyPr/>
        <a:lstStyle/>
        <a:p>
          <a:endParaRPr lang="en-US"/>
        </a:p>
      </dgm:t>
    </dgm:pt>
    <dgm:pt modelId="{B27EF3EC-B2D7-49CA-909B-AFD3DB6107C0}" type="sibTrans" cxnId="{D6668533-E362-4844-991A-9019AC2707F0}">
      <dgm:prSet/>
      <dgm:spPr/>
      <dgm:t>
        <a:bodyPr/>
        <a:lstStyle/>
        <a:p>
          <a:endParaRPr lang="en-US"/>
        </a:p>
      </dgm:t>
    </dgm:pt>
    <dgm:pt modelId="{BB6F59A4-4DB5-43CC-843A-A365B074FF8F}">
      <dgm:prSet phldrT="[Text]" custT="1"/>
      <dgm:spPr/>
      <dgm:t>
        <a:bodyPr/>
        <a:lstStyle/>
        <a:p>
          <a:r>
            <a:rPr lang="en-US" sz="1400" dirty="0"/>
            <a:t>Conflicting biz req.</a:t>
          </a:r>
        </a:p>
      </dgm:t>
    </dgm:pt>
    <dgm:pt modelId="{76D09E1F-AA0B-44A1-82D3-80FB99969A56}" type="parTrans" cxnId="{5C60CE80-C71D-4058-AD42-6B3A2738DF6F}">
      <dgm:prSet/>
      <dgm:spPr/>
      <dgm:t>
        <a:bodyPr/>
        <a:lstStyle/>
        <a:p>
          <a:endParaRPr lang="en-US"/>
        </a:p>
      </dgm:t>
    </dgm:pt>
    <dgm:pt modelId="{ECA1ACD1-E501-48BB-81C8-8CCA865F668E}" type="sibTrans" cxnId="{5C60CE80-C71D-4058-AD42-6B3A2738DF6F}">
      <dgm:prSet/>
      <dgm:spPr/>
      <dgm:t>
        <a:bodyPr/>
        <a:lstStyle/>
        <a:p>
          <a:endParaRPr lang="en-US"/>
        </a:p>
      </dgm:t>
    </dgm:pt>
    <dgm:pt modelId="{77C3C3AA-3A8A-4B31-B35F-F3774D30BCA3}">
      <dgm:prSet phldrT="[Text]" custT="1"/>
      <dgm:spPr/>
      <dgm:t>
        <a:bodyPr/>
        <a:lstStyle/>
        <a:p>
          <a:r>
            <a:rPr lang="en-US" dirty="0"/>
            <a:t>Ecosystem map</a:t>
          </a:r>
          <a:endParaRPr lang="en-US" sz="1600" dirty="0"/>
        </a:p>
      </dgm:t>
    </dgm:pt>
    <dgm:pt modelId="{57BE887B-DFB1-4703-A21C-33D2F572B227}" type="parTrans" cxnId="{CC67E7F1-B92F-4036-98D5-8A7AEFFB9FD6}">
      <dgm:prSet/>
      <dgm:spPr/>
      <dgm:t>
        <a:bodyPr/>
        <a:lstStyle/>
        <a:p>
          <a:endParaRPr lang="en-US"/>
        </a:p>
      </dgm:t>
    </dgm:pt>
    <dgm:pt modelId="{175CEB8D-A56F-4B8B-AD06-E01364EC2343}" type="sibTrans" cxnId="{CC67E7F1-B92F-4036-98D5-8A7AEFFB9FD6}">
      <dgm:prSet/>
      <dgm:spPr/>
      <dgm:t>
        <a:bodyPr/>
        <a:lstStyle/>
        <a:p>
          <a:endParaRPr lang="en-US"/>
        </a:p>
      </dgm:t>
    </dgm:pt>
    <dgm:pt modelId="{D8D33E0B-BA98-47CB-BA1F-05ECD12BDF13}">
      <dgm:prSet/>
      <dgm:spPr/>
      <dgm:t>
        <a:bodyPr/>
        <a:lstStyle/>
        <a:p>
          <a:r>
            <a:rPr lang="en-US" dirty="0"/>
            <a:t>Event list </a:t>
          </a:r>
        </a:p>
      </dgm:t>
    </dgm:pt>
    <dgm:pt modelId="{70CEE601-7FA4-4942-81AF-94D3662CC6DF}" type="parTrans" cxnId="{7E212279-5E57-4C84-8DCB-BEA8A116B687}">
      <dgm:prSet/>
      <dgm:spPr/>
      <dgm:t>
        <a:bodyPr/>
        <a:lstStyle/>
        <a:p>
          <a:endParaRPr lang="en-US"/>
        </a:p>
      </dgm:t>
    </dgm:pt>
    <dgm:pt modelId="{C11E1C86-6056-4ED6-83F0-57CA7B3BA457}" type="sibTrans" cxnId="{7E212279-5E57-4C84-8DCB-BEA8A116B687}">
      <dgm:prSet/>
      <dgm:spPr/>
      <dgm:t>
        <a:bodyPr/>
        <a:lstStyle/>
        <a:p>
          <a:endParaRPr lang="en-US"/>
        </a:p>
      </dgm:t>
    </dgm:pt>
    <dgm:pt modelId="{A41BBC17-FE55-4D63-9B0C-740EEADF8DA4}">
      <dgm:prSet phldrT="[Text]" custT="1"/>
      <dgm:spPr/>
      <dgm:t>
        <a:bodyPr/>
        <a:lstStyle/>
        <a:p>
          <a:r>
            <a:rPr lang="en-US" sz="1600" dirty="0"/>
            <a:t>Assessing the impact of scope changes</a:t>
          </a:r>
        </a:p>
      </dgm:t>
    </dgm:pt>
    <dgm:pt modelId="{2E34B4CC-FD03-4319-B91E-4987A8F42070}" type="parTrans" cxnId="{0A0C38DB-8015-4A75-A327-A58E5A9C1F47}">
      <dgm:prSet/>
      <dgm:spPr/>
      <dgm:t>
        <a:bodyPr/>
        <a:lstStyle/>
        <a:p>
          <a:endParaRPr lang="en-US"/>
        </a:p>
      </dgm:t>
    </dgm:pt>
    <dgm:pt modelId="{19B7E1E6-B028-4F00-8B93-50A2F20C44EB}" type="sibTrans" cxnId="{0A0C38DB-8015-4A75-A327-A58E5A9C1F47}">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dgm:presLayoutVars>
          <dgm:chPref val="3"/>
        </dgm:presLayoutVars>
      </dgm:prSet>
      <dgm:spPr/>
    </dgm:pt>
    <dgm:pt modelId="{C8C73746-D1E9-45A4-A4B2-4DB251C0CC5A}" type="pres">
      <dgm:prSet presAssocID="{9E6404DC-1053-49D6-95EE-599A97C88DD3}" presName="rootConnector1" presStyleLbl="node1" presStyleIdx="0" presStyleCnt="0"/>
      <dgm:spPr/>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49111">
        <dgm:presLayoutVars>
          <dgm:chPref val="3"/>
        </dgm:presLayoutVars>
      </dgm:prSet>
      <dgm:spPr/>
    </dgm:pt>
    <dgm:pt modelId="{A10B8E6A-AEE1-4C2B-8634-C515AEDBA0E5}" type="pres">
      <dgm:prSet presAssocID="{9286A5EC-F2A9-487D-8BF1-B96EEEFD636B}" presName="rootConnector" presStyleLbl="node2" presStyleIdx="0" presStyleCnt="4"/>
      <dgm:spPr/>
    </dgm:pt>
    <dgm:pt modelId="{C9264EDA-91B6-4FAE-AFE6-AFC29BE66386}" type="pres">
      <dgm:prSet presAssocID="{9286A5EC-F2A9-487D-8BF1-B96EEEFD636B}" presName="hierChild4" presStyleCnt="0"/>
      <dgm:spPr/>
    </dgm:pt>
    <dgm:pt modelId="{75D5AD84-DBF1-46D6-A5BA-E9CD0863B250}" type="pres">
      <dgm:prSet presAssocID="{99711691-FE7D-42E5-90F7-7213A0866CC3}" presName="Name37" presStyleLbl="parChTrans1D3" presStyleIdx="0" presStyleCnt="9"/>
      <dgm:spPr/>
    </dgm:pt>
    <dgm:pt modelId="{0A3D070D-372F-44AA-9989-2950AF322DAD}" type="pres">
      <dgm:prSet presAssocID="{ADFFC400-8BBA-4CA0-97DA-A5239AD7FF83}" presName="hierRoot2" presStyleCnt="0">
        <dgm:presLayoutVars>
          <dgm:hierBranch val="init"/>
        </dgm:presLayoutVars>
      </dgm:prSet>
      <dgm:spPr/>
    </dgm:pt>
    <dgm:pt modelId="{F82308D2-FFCE-4A27-A6F8-80CAC5E49554}" type="pres">
      <dgm:prSet presAssocID="{ADFFC400-8BBA-4CA0-97DA-A5239AD7FF83}" presName="rootComposite" presStyleCnt="0"/>
      <dgm:spPr/>
    </dgm:pt>
    <dgm:pt modelId="{ED8B7DF3-7C68-4E1C-A743-283531BE19BD}" type="pres">
      <dgm:prSet presAssocID="{ADFFC400-8BBA-4CA0-97DA-A5239AD7FF83}" presName="rootText" presStyleLbl="node3" presStyleIdx="0" presStyleCnt="9">
        <dgm:presLayoutVars>
          <dgm:chPref val="3"/>
        </dgm:presLayoutVars>
      </dgm:prSet>
      <dgm:spPr/>
    </dgm:pt>
    <dgm:pt modelId="{7C494E9C-07EE-4809-A445-329E5D279BED}" type="pres">
      <dgm:prSet presAssocID="{ADFFC400-8BBA-4CA0-97DA-A5239AD7FF83}" presName="rootConnector" presStyleLbl="node3" presStyleIdx="0" presStyleCnt="9"/>
      <dgm:spPr/>
    </dgm:pt>
    <dgm:pt modelId="{F5BD26D9-4E15-4028-952B-19C65CF2D9B3}" type="pres">
      <dgm:prSet presAssocID="{ADFFC400-8BBA-4CA0-97DA-A5239AD7FF83}" presName="hierChild4" presStyleCnt="0"/>
      <dgm:spPr/>
    </dgm:pt>
    <dgm:pt modelId="{DF11C6F3-AB9A-4C85-A48C-F7DD5BA1D2F8}" type="pres">
      <dgm:prSet presAssocID="{ADFFC400-8BBA-4CA0-97DA-A5239AD7FF83}" presName="hierChild5" presStyleCnt="0"/>
      <dgm:spPr/>
    </dgm:pt>
    <dgm:pt modelId="{DE7F276F-E57B-4251-A70B-2917BAF50B6F}" type="pres">
      <dgm:prSet presAssocID="{9D28DB69-DDB3-4999-9A0B-8D007976E69E}" presName="Name37" presStyleLbl="parChTrans1D3" presStyleIdx="1" presStyleCnt="9"/>
      <dgm:spPr/>
    </dgm:pt>
    <dgm:pt modelId="{7971AF45-BEF4-409C-A7A2-334F0F0C01E6}" type="pres">
      <dgm:prSet presAssocID="{1E627F9E-CE3B-4A85-BB78-8DDB86A78DDE}" presName="hierRoot2" presStyleCnt="0">
        <dgm:presLayoutVars>
          <dgm:hierBranch val="init"/>
        </dgm:presLayoutVars>
      </dgm:prSet>
      <dgm:spPr/>
    </dgm:pt>
    <dgm:pt modelId="{C98C32C5-9758-4590-94EE-C277C6DF6AF8}" type="pres">
      <dgm:prSet presAssocID="{1E627F9E-CE3B-4A85-BB78-8DDB86A78DDE}" presName="rootComposite" presStyleCnt="0"/>
      <dgm:spPr/>
    </dgm:pt>
    <dgm:pt modelId="{31C29986-52F5-42D4-A9FC-3B32B3F35DB2}" type="pres">
      <dgm:prSet presAssocID="{1E627F9E-CE3B-4A85-BB78-8DDB86A78DDE}" presName="rootText" presStyleLbl="node3" presStyleIdx="1" presStyleCnt="9">
        <dgm:presLayoutVars>
          <dgm:chPref val="3"/>
        </dgm:presLayoutVars>
      </dgm:prSet>
      <dgm:spPr/>
    </dgm:pt>
    <dgm:pt modelId="{BFFD6F86-AD10-4340-B993-09FE9B342F4C}" type="pres">
      <dgm:prSet presAssocID="{1E627F9E-CE3B-4A85-BB78-8DDB86A78DDE}" presName="rootConnector" presStyleLbl="node3" presStyleIdx="1" presStyleCnt="9"/>
      <dgm:spPr/>
    </dgm:pt>
    <dgm:pt modelId="{4318A7A7-34AB-44EA-9D09-5217CEE301A7}" type="pres">
      <dgm:prSet presAssocID="{1E627F9E-CE3B-4A85-BB78-8DDB86A78DDE}" presName="hierChild4" presStyleCnt="0"/>
      <dgm:spPr/>
    </dgm:pt>
    <dgm:pt modelId="{B26D372B-AEC3-47D7-AF9D-A4B9E1D506C5}" type="pres">
      <dgm:prSet presAssocID="{1E627F9E-CE3B-4A85-BB78-8DDB86A78DDE}" presName="hierChild5" presStyleCnt="0"/>
      <dgm:spPr/>
    </dgm:pt>
    <dgm:pt modelId="{280B42EA-EC35-4614-9AD1-6625D870B1B5}" type="pres">
      <dgm:prSet presAssocID="{76D09E1F-AA0B-44A1-82D3-80FB99969A56}" presName="Name37" presStyleLbl="parChTrans1D3" presStyleIdx="2" presStyleCnt="9"/>
      <dgm:spPr/>
    </dgm:pt>
    <dgm:pt modelId="{CBE58BC9-6D14-46C2-B7C3-1697A5E24526}" type="pres">
      <dgm:prSet presAssocID="{BB6F59A4-4DB5-43CC-843A-A365B074FF8F}" presName="hierRoot2" presStyleCnt="0">
        <dgm:presLayoutVars>
          <dgm:hierBranch val="init"/>
        </dgm:presLayoutVars>
      </dgm:prSet>
      <dgm:spPr/>
    </dgm:pt>
    <dgm:pt modelId="{7EDDB8FB-0DDE-4C38-B595-70E5E5F746F4}" type="pres">
      <dgm:prSet presAssocID="{BB6F59A4-4DB5-43CC-843A-A365B074FF8F}" presName="rootComposite" presStyleCnt="0"/>
      <dgm:spPr/>
    </dgm:pt>
    <dgm:pt modelId="{79B1F6F9-3014-4D1C-95DF-2370CABD51DB}" type="pres">
      <dgm:prSet presAssocID="{BB6F59A4-4DB5-43CC-843A-A365B074FF8F}" presName="rootText" presStyleLbl="node3" presStyleIdx="2" presStyleCnt="9">
        <dgm:presLayoutVars>
          <dgm:chPref val="3"/>
        </dgm:presLayoutVars>
      </dgm:prSet>
      <dgm:spPr/>
    </dgm:pt>
    <dgm:pt modelId="{7FB9D324-3DFD-4731-A6D2-D62A87F2A39A}" type="pres">
      <dgm:prSet presAssocID="{BB6F59A4-4DB5-43CC-843A-A365B074FF8F}" presName="rootConnector" presStyleLbl="node3" presStyleIdx="2" presStyleCnt="9"/>
      <dgm:spPr/>
    </dgm:pt>
    <dgm:pt modelId="{35E65617-2BA8-4E49-A393-003EEAF26159}" type="pres">
      <dgm:prSet presAssocID="{BB6F59A4-4DB5-43CC-843A-A365B074FF8F}" presName="hierChild4" presStyleCnt="0"/>
      <dgm:spPr/>
    </dgm:pt>
    <dgm:pt modelId="{BCF22333-5E0A-4F63-A630-75EE8DB5334A}" type="pres">
      <dgm:prSet presAssocID="{BB6F59A4-4DB5-43CC-843A-A365B074FF8F}"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49111">
        <dgm:presLayoutVars>
          <dgm:chPref val="3"/>
        </dgm:presLayoutVars>
      </dgm:prSet>
      <dgm:spPr/>
    </dgm:pt>
    <dgm:pt modelId="{1999F93D-C5E3-4B58-A38A-C971B5C1871B}" type="pres">
      <dgm:prSet presAssocID="{620DD3EC-BDCD-468B-B566-7FE2B848507E}" presName="rootConnector" presStyleLbl="node2" presStyleIdx="1" presStyleCnt="4"/>
      <dgm:spPr/>
    </dgm:pt>
    <dgm:pt modelId="{4C592C92-3156-443C-BB98-9204DFF01F72}" type="pres">
      <dgm:prSet presAssocID="{620DD3EC-BDCD-468B-B566-7FE2B848507E}" presName="hierChild4" presStyleCnt="0"/>
      <dgm:spPr/>
    </dgm:pt>
    <dgm:pt modelId="{A2A41425-2A6B-472C-AF7D-497B8D8C6C0F}" type="pres">
      <dgm:prSet presAssocID="{59E3059B-1485-4ECC-BBBF-7CA3E640F38D}" presName="Name37" presStyleLbl="parChTrans1D3" presStyleIdx="3" presStyleCnt="9"/>
      <dgm:spPr/>
    </dgm:pt>
    <dgm:pt modelId="{BE767F2E-FC2C-4DE4-8EFA-413AB654DE72}" type="pres">
      <dgm:prSet presAssocID="{8A74C719-C0B0-45E7-A044-8F3E3BDD14B1}" presName="hierRoot2" presStyleCnt="0">
        <dgm:presLayoutVars>
          <dgm:hierBranch val="init"/>
        </dgm:presLayoutVars>
      </dgm:prSet>
      <dgm:spPr/>
    </dgm:pt>
    <dgm:pt modelId="{A45A4C96-4AF4-4A85-8F9C-F552E800F221}" type="pres">
      <dgm:prSet presAssocID="{8A74C719-C0B0-45E7-A044-8F3E3BDD14B1}" presName="rootComposite" presStyleCnt="0"/>
      <dgm:spPr/>
    </dgm:pt>
    <dgm:pt modelId="{BB71A1EC-99D4-46DC-BDFC-1D7F327564B8}" type="pres">
      <dgm:prSet presAssocID="{8A74C719-C0B0-45E7-A044-8F3E3BDD14B1}" presName="rootText" presStyleLbl="node3" presStyleIdx="3" presStyleCnt="9">
        <dgm:presLayoutVars>
          <dgm:chPref val="3"/>
        </dgm:presLayoutVars>
      </dgm:prSet>
      <dgm:spPr/>
    </dgm:pt>
    <dgm:pt modelId="{43458361-CDBC-43AE-84A2-56ACA0035337}" type="pres">
      <dgm:prSet presAssocID="{8A74C719-C0B0-45E7-A044-8F3E3BDD14B1}" presName="rootConnector" presStyleLbl="node3" presStyleIdx="3" presStyleCnt="9"/>
      <dgm:spPr/>
    </dgm:pt>
    <dgm:pt modelId="{42C73B18-A616-4116-9F73-6AADE64304BA}" type="pres">
      <dgm:prSet presAssocID="{8A74C719-C0B0-45E7-A044-8F3E3BDD14B1}" presName="hierChild4" presStyleCnt="0"/>
      <dgm:spPr/>
    </dgm:pt>
    <dgm:pt modelId="{69852274-0F2C-4714-965E-6E6ABA270E10}" type="pres">
      <dgm:prSet presAssocID="{8A74C719-C0B0-45E7-A044-8F3E3BDD14B1}" presName="hierChild5" presStyleCnt="0"/>
      <dgm:spPr/>
    </dgm:pt>
    <dgm:pt modelId="{839EC33E-3450-49A5-86B1-C3D4E942848C}" type="pres">
      <dgm:prSet presAssocID="{57BE887B-DFB1-4703-A21C-33D2F572B227}" presName="Name37" presStyleLbl="parChTrans1D3" presStyleIdx="4" presStyleCnt="9"/>
      <dgm:spPr/>
    </dgm:pt>
    <dgm:pt modelId="{4B180C5E-036C-47F9-B49A-8C4E1D77F8D5}" type="pres">
      <dgm:prSet presAssocID="{77C3C3AA-3A8A-4B31-B35F-F3774D30BCA3}" presName="hierRoot2" presStyleCnt="0">
        <dgm:presLayoutVars>
          <dgm:hierBranch val="init"/>
        </dgm:presLayoutVars>
      </dgm:prSet>
      <dgm:spPr/>
    </dgm:pt>
    <dgm:pt modelId="{B90085AD-AFC4-4405-8728-FB504B371902}" type="pres">
      <dgm:prSet presAssocID="{77C3C3AA-3A8A-4B31-B35F-F3774D30BCA3}" presName="rootComposite" presStyleCnt="0"/>
      <dgm:spPr/>
    </dgm:pt>
    <dgm:pt modelId="{91BD0B81-0B97-4F19-9F4D-9BA6FBDEE508}" type="pres">
      <dgm:prSet presAssocID="{77C3C3AA-3A8A-4B31-B35F-F3774D30BCA3}" presName="rootText" presStyleLbl="node3" presStyleIdx="4" presStyleCnt="9">
        <dgm:presLayoutVars>
          <dgm:chPref val="3"/>
        </dgm:presLayoutVars>
      </dgm:prSet>
      <dgm:spPr/>
    </dgm:pt>
    <dgm:pt modelId="{7733767C-FCC0-4431-AE49-B7D33358E138}" type="pres">
      <dgm:prSet presAssocID="{77C3C3AA-3A8A-4B31-B35F-F3774D30BCA3}" presName="rootConnector" presStyleLbl="node3" presStyleIdx="4" presStyleCnt="9"/>
      <dgm:spPr/>
    </dgm:pt>
    <dgm:pt modelId="{D8541C35-4751-46A7-B2BF-09F765488DDE}" type="pres">
      <dgm:prSet presAssocID="{77C3C3AA-3A8A-4B31-B35F-F3774D30BCA3}" presName="hierChild4" presStyleCnt="0"/>
      <dgm:spPr/>
    </dgm:pt>
    <dgm:pt modelId="{65AA6ECA-9464-448B-AF8B-8DA73123EF2A}" type="pres">
      <dgm:prSet presAssocID="{77C3C3AA-3A8A-4B31-B35F-F3774D30BCA3}" presName="hierChild5" presStyleCnt="0"/>
      <dgm:spPr/>
    </dgm:pt>
    <dgm:pt modelId="{B9A8D99B-7E04-4FCC-8A85-F7F0979F84F7}" type="pres">
      <dgm:prSet presAssocID="{DD53956A-A14A-4170-B01B-B76F6156E186}" presName="Name37" presStyleLbl="parChTrans1D3" presStyleIdx="5" presStyleCnt="9"/>
      <dgm:spPr/>
    </dgm:pt>
    <dgm:pt modelId="{A1F6E8CC-6217-472F-ADBE-8596CBB0C33B}" type="pres">
      <dgm:prSet presAssocID="{333C57DF-44D6-4356-9DD0-3E7D7FE1C161}" presName="hierRoot2" presStyleCnt="0">
        <dgm:presLayoutVars>
          <dgm:hierBranch val="init"/>
        </dgm:presLayoutVars>
      </dgm:prSet>
      <dgm:spPr/>
    </dgm:pt>
    <dgm:pt modelId="{00492B01-7A97-4F6F-B40B-8E0AFBDD877F}" type="pres">
      <dgm:prSet presAssocID="{333C57DF-44D6-4356-9DD0-3E7D7FE1C161}" presName="rootComposite" presStyleCnt="0"/>
      <dgm:spPr/>
    </dgm:pt>
    <dgm:pt modelId="{7872A18C-E13C-45E9-80D5-90CBBA671EF8}" type="pres">
      <dgm:prSet presAssocID="{333C57DF-44D6-4356-9DD0-3E7D7FE1C161}" presName="rootText" presStyleLbl="node3" presStyleIdx="5" presStyleCnt="9">
        <dgm:presLayoutVars>
          <dgm:chPref val="3"/>
        </dgm:presLayoutVars>
      </dgm:prSet>
      <dgm:spPr/>
    </dgm:pt>
    <dgm:pt modelId="{5C5CB2F4-36C0-4C54-B44C-8DBDD3F56FA6}" type="pres">
      <dgm:prSet presAssocID="{333C57DF-44D6-4356-9DD0-3E7D7FE1C161}" presName="rootConnector" presStyleLbl="node3" presStyleIdx="5" presStyleCnt="9"/>
      <dgm:spPr/>
    </dgm:pt>
    <dgm:pt modelId="{329E2700-FB6E-4F2D-9863-8AD5668B3E7A}" type="pres">
      <dgm:prSet presAssocID="{333C57DF-44D6-4356-9DD0-3E7D7FE1C161}" presName="hierChild4" presStyleCnt="0"/>
      <dgm:spPr/>
    </dgm:pt>
    <dgm:pt modelId="{4B662056-6ACC-4D88-8440-3A00A44DBE3F}" type="pres">
      <dgm:prSet presAssocID="{333C57DF-44D6-4356-9DD0-3E7D7FE1C161}" presName="hierChild5" presStyleCnt="0"/>
      <dgm:spPr/>
    </dgm:pt>
    <dgm:pt modelId="{7DFEB020-B3A6-45F8-B681-CBF1D150070D}" type="pres">
      <dgm:prSet presAssocID="{70CEE601-7FA4-4942-81AF-94D3662CC6DF}" presName="Name37" presStyleLbl="parChTrans1D3" presStyleIdx="6" presStyleCnt="9"/>
      <dgm:spPr/>
    </dgm:pt>
    <dgm:pt modelId="{4436AC88-044A-4544-80FA-2A0AC89805EE}" type="pres">
      <dgm:prSet presAssocID="{D8D33E0B-BA98-47CB-BA1F-05ECD12BDF13}" presName="hierRoot2" presStyleCnt="0">
        <dgm:presLayoutVars>
          <dgm:hierBranch val="init"/>
        </dgm:presLayoutVars>
      </dgm:prSet>
      <dgm:spPr/>
    </dgm:pt>
    <dgm:pt modelId="{D023C210-04B0-4003-BA36-C587620748E7}" type="pres">
      <dgm:prSet presAssocID="{D8D33E0B-BA98-47CB-BA1F-05ECD12BDF13}" presName="rootComposite" presStyleCnt="0"/>
      <dgm:spPr/>
    </dgm:pt>
    <dgm:pt modelId="{2D249D8E-2EE3-48FE-873A-19562369E443}" type="pres">
      <dgm:prSet presAssocID="{D8D33E0B-BA98-47CB-BA1F-05ECD12BDF13}" presName="rootText" presStyleLbl="node3" presStyleIdx="6" presStyleCnt="9">
        <dgm:presLayoutVars>
          <dgm:chPref val="3"/>
        </dgm:presLayoutVars>
      </dgm:prSet>
      <dgm:spPr/>
    </dgm:pt>
    <dgm:pt modelId="{C559B045-7832-4C60-9E26-2DF08D09A0AC}" type="pres">
      <dgm:prSet presAssocID="{D8D33E0B-BA98-47CB-BA1F-05ECD12BDF13}" presName="rootConnector" presStyleLbl="node3" presStyleIdx="6" presStyleCnt="9"/>
      <dgm:spPr/>
    </dgm:pt>
    <dgm:pt modelId="{254CF176-8204-479D-A2A9-D41EC38EBB7B}" type="pres">
      <dgm:prSet presAssocID="{D8D33E0B-BA98-47CB-BA1F-05ECD12BDF13}" presName="hierChild4" presStyleCnt="0"/>
      <dgm:spPr/>
    </dgm:pt>
    <dgm:pt modelId="{9500D369-32D8-4201-9578-A1BD44B9113F}" type="pres">
      <dgm:prSet presAssocID="{D8D33E0B-BA98-47CB-BA1F-05ECD12BDF13}" presName="hierChild5" presStyleCnt="0"/>
      <dgm:spPr/>
    </dgm:pt>
    <dgm:pt modelId="{3E362709-8DF5-4ED1-BE78-2D67C7F6CD59}" type="pres">
      <dgm:prSet presAssocID="{620DD3EC-BDCD-468B-B566-7FE2B848507E}" presName="hierChild5" presStyleCnt="0"/>
      <dgm:spPr/>
    </dgm:pt>
    <dgm:pt modelId="{0E020EB3-B687-49B5-864A-7775365865BE}" type="pres">
      <dgm:prSet presAssocID="{9BFD04D4-D27E-47FD-B17A-0660BE35F1CF}" presName="Name37" presStyleLbl="parChTrans1D2" presStyleIdx="2" presStyleCnt="4"/>
      <dgm:spPr/>
    </dgm:pt>
    <dgm:pt modelId="{BBAFE3D2-3A5A-4490-A81A-2A8E15028CC9}" type="pres">
      <dgm:prSet presAssocID="{1FDE73C1-1773-4DFF-80D8-CE538843B8D6}" presName="hierRoot2" presStyleCnt="0">
        <dgm:presLayoutVars>
          <dgm:hierBranch val="init"/>
        </dgm:presLayoutVars>
      </dgm:prSet>
      <dgm:spPr/>
    </dgm:pt>
    <dgm:pt modelId="{5D13AC61-CB0D-439C-A3B7-8B75673646F3}" type="pres">
      <dgm:prSet presAssocID="{1FDE73C1-1773-4DFF-80D8-CE538843B8D6}" presName="rootComposite" presStyleCnt="0"/>
      <dgm:spPr/>
    </dgm:pt>
    <dgm:pt modelId="{03758FE5-334A-46EC-AD76-4289659832B6}" type="pres">
      <dgm:prSet presAssocID="{1FDE73C1-1773-4DFF-80D8-CE538843B8D6}" presName="rootText" presStyleLbl="node2" presStyleIdx="2" presStyleCnt="4" custScaleX="149111">
        <dgm:presLayoutVars>
          <dgm:chPref val="3"/>
        </dgm:presLayoutVars>
      </dgm:prSet>
      <dgm:spPr/>
    </dgm:pt>
    <dgm:pt modelId="{2B09EB8B-ED69-45F5-BA37-36CF2B0643CF}" type="pres">
      <dgm:prSet presAssocID="{1FDE73C1-1773-4DFF-80D8-CE538843B8D6}" presName="rootConnector" presStyleLbl="node2" presStyleIdx="2" presStyleCnt="4"/>
      <dgm:spPr/>
    </dgm:pt>
    <dgm:pt modelId="{1DE9D2D5-FD8E-457B-8509-AF1B11F236B3}" type="pres">
      <dgm:prSet presAssocID="{1FDE73C1-1773-4DFF-80D8-CE538843B8D6}" presName="hierChild4" presStyleCnt="0"/>
      <dgm:spPr/>
    </dgm:pt>
    <dgm:pt modelId="{B24AC9E0-962C-4E78-A693-CB404F97964B}" type="pres">
      <dgm:prSet presAssocID="{FD8FE40B-879F-4F4E-B1C0-B05B7EF61B85}" presName="Name37" presStyleLbl="parChTrans1D3" presStyleIdx="7" presStyleCnt="9"/>
      <dgm:spPr/>
    </dgm:pt>
    <dgm:pt modelId="{14081BD0-0331-49D1-9132-48E38CC72506}" type="pres">
      <dgm:prSet presAssocID="{8B93368D-220F-4F51-922B-E3D40AEF4871}" presName="hierRoot2" presStyleCnt="0">
        <dgm:presLayoutVars>
          <dgm:hierBranch val="init"/>
        </dgm:presLayoutVars>
      </dgm:prSet>
      <dgm:spPr/>
    </dgm:pt>
    <dgm:pt modelId="{CD57EBD1-6290-48D5-B876-F6B8F3E71B1C}" type="pres">
      <dgm:prSet presAssocID="{8B93368D-220F-4F51-922B-E3D40AEF4871}" presName="rootComposite" presStyleCnt="0"/>
      <dgm:spPr/>
    </dgm:pt>
    <dgm:pt modelId="{AF41A196-D073-444E-BDCD-FC763BCB5F43}" type="pres">
      <dgm:prSet presAssocID="{8B93368D-220F-4F51-922B-E3D40AEF4871}" presName="rootText" presStyleLbl="node3" presStyleIdx="7" presStyleCnt="9" custScaleX="102797" custScaleY="297685">
        <dgm:presLayoutVars>
          <dgm:chPref val="3"/>
        </dgm:presLayoutVars>
      </dgm:prSet>
      <dgm:spPr/>
    </dgm:pt>
    <dgm:pt modelId="{D2461159-78CB-4A23-999D-2C7EB906725F}" type="pres">
      <dgm:prSet presAssocID="{8B93368D-220F-4F51-922B-E3D40AEF4871}" presName="rootConnector" presStyleLbl="node3" presStyleIdx="7" presStyleCnt="9"/>
      <dgm:spPr/>
    </dgm:pt>
    <dgm:pt modelId="{B7419B15-5138-497F-9E6A-0A8D19A45473}" type="pres">
      <dgm:prSet presAssocID="{8B93368D-220F-4F51-922B-E3D40AEF4871}" presName="hierChild4" presStyleCnt="0"/>
      <dgm:spPr/>
    </dgm:pt>
    <dgm:pt modelId="{913DBA18-54C7-4B85-987E-75AE9FC67706}" type="pres">
      <dgm:prSet presAssocID="{8B93368D-220F-4F51-922B-E3D40AEF4871}" presName="hierChild5" presStyleCnt="0"/>
      <dgm:spPr/>
    </dgm:pt>
    <dgm:pt modelId="{4691408A-8BF8-4490-BAC7-F053F1067B13}" type="pres">
      <dgm:prSet presAssocID="{2E34B4CC-FD03-4319-B91E-4987A8F42070}" presName="Name37" presStyleLbl="parChTrans1D3" presStyleIdx="8" presStyleCnt="9"/>
      <dgm:spPr/>
    </dgm:pt>
    <dgm:pt modelId="{B253FF4B-D779-4372-A03A-4C397613BBCA}" type="pres">
      <dgm:prSet presAssocID="{A41BBC17-FE55-4D63-9B0C-740EEADF8DA4}" presName="hierRoot2" presStyleCnt="0">
        <dgm:presLayoutVars>
          <dgm:hierBranch val="init"/>
        </dgm:presLayoutVars>
      </dgm:prSet>
      <dgm:spPr/>
    </dgm:pt>
    <dgm:pt modelId="{A27E66BC-D7EB-4A94-A43F-F1144FF76A29}" type="pres">
      <dgm:prSet presAssocID="{A41BBC17-FE55-4D63-9B0C-740EEADF8DA4}" presName="rootComposite" presStyleCnt="0"/>
      <dgm:spPr/>
    </dgm:pt>
    <dgm:pt modelId="{C21798EA-B202-4A21-AE21-E0688D10A5B8}" type="pres">
      <dgm:prSet presAssocID="{A41BBC17-FE55-4D63-9B0C-740EEADF8DA4}" presName="rootText" presStyleLbl="node3" presStyleIdx="8" presStyleCnt="9" custScaleX="102797" custScaleY="297685">
        <dgm:presLayoutVars>
          <dgm:chPref val="3"/>
        </dgm:presLayoutVars>
      </dgm:prSet>
      <dgm:spPr/>
    </dgm:pt>
    <dgm:pt modelId="{DC05F5C9-91A8-4A81-ADDC-66D2B94C101C}" type="pres">
      <dgm:prSet presAssocID="{A41BBC17-FE55-4D63-9B0C-740EEADF8DA4}" presName="rootConnector" presStyleLbl="node3" presStyleIdx="8" presStyleCnt="9"/>
      <dgm:spPr/>
    </dgm:pt>
    <dgm:pt modelId="{D864FBB0-E459-4CFF-A065-5AD3DBA35BCE}" type="pres">
      <dgm:prSet presAssocID="{A41BBC17-FE55-4D63-9B0C-740EEADF8DA4}" presName="hierChild4" presStyleCnt="0"/>
      <dgm:spPr/>
    </dgm:pt>
    <dgm:pt modelId="{FF540744-FFB0-445B-9C43-BA8ACF2604C8}" type="pres">
      <dgm:prSet presAssocID="{A41BBC17-FE55-4D63-9B0C-740EEADF8DA4}" presName="hierChild5" presStyleCnt="0"/>
      <dgm:spPr/>
    </dgm:pt>
    <dgm:pt modelId="{D835F695-B50D-418C-A907-0CB512CD6F3C}" type="pres">
      <dgm:prSet presAssocID="{1FDE73C1-1773-4DFF-80D8-CE538843B8D6}" presName="hierChild5" presStyleCnt="0"/>
      <dgm:spPr/>
    </dgm:pt>
    <dgm:pt modelId="{62821369-B757-43AF-BF6D-02B9EF83A7FF}" type="pres">
      <dgm:prSet presAssocID="{9E18C130-4D81-4BDD-8DE6-22CF9F45E19E}" presName="Name37" presStyleLbl="parChTrans1D2" presStyleIdx="3" presStyleCnt="4"/>
      <dgm:spPr/>
    </dgm:pt>
    <dgm:pt modelId="{739885B7-7422-46AE-AE38-C86EED9C22BF}" type="pres">
      <dgm:prSet presAssocID="{A1A03C13-4BED-4BB7-8AFB-BDB236A519FA}" presName="hierRoot2" presStyleCnt="0">
        <dgm:presLayoutVars>
          <dgm:hierBranch val="init"/>
        </dgm:presLayoutVars>
      </dgm:prSet>
      <dgm:spPr/>
    </dgm:pt>
    <dgm:pt modelId="{1BDBFDD5-3230-44FF-B170-FE93CAC5A6B8}" type="pres">
      <dgm:prSet presAssocID="{A1A03C13-4BED-4BB7-8AFB-BDB236A519FA}" presName="rootComposite" presStyleCnt="0"/>
      <dgm:spPr/>
    </dgm:pt>
    <dgm:pt modelId="{E2CE8193-46AF-44C0-B4A1-4402C2A6388E}" type="pres">
      <dgm:prSet presAssocID="{A1A03C13-4BED-4BB7-8AFB-BDB236A519FA}" presName="rootText" presStyleLbl="node2" presStyleIdx="3" presStyleCnt="4" custScaleX="149111">
        <dgm:presLayoutVars>
          <dgm:chPref val="3"/>
        </dgm:presLayoutVars>
      </dgm:prSet>
      <dgm:spPr/>
    </dgm:pt>
    <dgm:pt modelId="{0FE7A504-1A99-42A4-92D2-369E93728B6E}" type="pres">
      <dgm:prSet presAssocID="{A1A03C13-4BED-4BB7-8AFB-BDB236A519FA}" presName="rootConnector" presStyleLbl="node2" presStyleIdx="3" presStyleCnt="4"/>
      <dgm:spPr/>
    </dgm:pt>
    <dgm:pt modelId="{5C832EA0-92EB-4018-A238-AAD0380D7AE1}" type="pres">
      <dgm:prSet presAssocID="{A1A03C13-4BED-4BB7-8AFB-BDB236A519FA}" presName="hierChild4" presStyleCnt="0"/>
      <dgm:spPr/>
    </dgm:pt>
    <dgm:pt modelId="{AFF152E2-0280-4325-8B01-B43435B7724D}" type="pres">
      <dgm:prSet presAssocID="{A1A03C13-4BED-4BB7-8AFB-BDB236A519FA}" presName="hierChild5" presStyleCnt="0"/>
      <dgm:spPr/>
    </dgm:pt>
    <dgm:pt modelId="{96DEF822-DC52-4FFC-82DA-389CD5B29657}" type="pres">
      <dgm:prSet presAssocID="{9E6404DC-1053-49D6-95EE-599A97C88DD3}" presName="hierChild3" presStyleCnt="0"/>
      <dgm:spPr/>
    </dgm:pt>
  </dgm:ptLst>
  <dgm:cxnLst>
    <dgm:cxn modelId="{D907E203-978E-4AE6-AB6F-7F19D05309BA}" type="presOf" srcId="{59E3059B-1485-4ECC-BBBF-7CA3E640F38D}" destId="{A2A41425-2A6B-472C-AF7D-497B8D8C6C0F}" srcOrd="0" destOrd="0" presId="urn:microsoft.com/office/officeart/2005/8/layout/orgChart1"/>
    <dgm:cxn modelId="{9461F607-D3C3-4D0D-BFFE-5872CC880E62}" type="presOf" srcId="{77C3C3AA-3A8A-4B31-B35F-F3774D30BCA3}" destId="{91BD0B81-0B97-4F19-9F4D-9BA6FBDEE508}" srcOrd="0" destOrd="0" presId="urn:microsoft.com/office/officeart/2005/8/layout/orgChart1"/>
    <dgm:cxn modelId="{62A50409-08E1-40EF-9D40-FF92E76C895A}" type="presOf" srcId="{9BFD04D4-D27E-47FD-B17A-0660BE35F1CF}" destId="{0E020EB3-B687-49B5-864A-7775365865BE}" srcOrd="0" destOrd="0" presId="urn:microsoft.com/office/officeart/2005/8/layout/orgChart1"/>
    <dgm:cxn modelId="{466D710C-634A-44DC-B865-D95893EE3E56}" type="presOf" srcId="{A1A03C13-4BED-4BB7-8AFB-BDB236A519FA}" destId="{E2CE8193-46AF-44C0-B4A1-4402C2A6388E}" srcOrd="0" destOrd="0" presId="urn:microsoft.com/office/officeart/2005/8/layout/orgChart1"/>
    <dgm:cxn modelId="{1E0E0119-D0FD-4E72-9B2E-F7F23CFD2828}" type="presOf" srcId="{76D09E1F-AA0B-44A1-82D3-80FB99969A56}" destId="{280B42EA-EC35-4614-9AD1-6625D870B1B5}"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2E31261D-20E4-49F7-8C64-C16726082EAF}" type="presOf" srcId="{1FDE73C1-1773-4DFF-80D8-CE538843B8D6}" destId="{03758FE5-334A-46EC-AD76-4289659832B6}"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01851525-6EDF-4B5C-AA90-15F1ED5B54E0}" srcId="{9286A5EC-F2A9-487D-8BF1-B96EEEFD636B}" destId="{ADFFC400-8BBA-4CA0-97DA-A5239AD7FF83}" srcOrd="0" destOrd="0" parTransId="{99711691-FE7D-42E5-90F7-7213A0866CC3}" sibTransId="{6927A47E-B4A6-47D8-9933-65CB1934B7A9}"/>
    <dgm:cxn modelId="{3371D227-869E-4636-B9B0-BA373BCE5AD6}" srcId="{9E6404DC-1053-49D6-95EE-599A97C88DD3}" destId="{9286A5EC-F2A9-487D-8BF1-B96EEEFD636B}" srcOrd="0" destOrd="0" parTransId="{8CE2CE9A-EBD7-445E-BD99-21666869C1D4}" sibTransId="{D6357A36-116B-440B-A9E1-8EDB3A4D1B88}"/>
    <dgm:cxn modelId="{52D5A22A-19E9-4520-8A1E-26BB629C0EBD}" type="presOf" srcId="{99711691-FE7D-42E5-90F7-7213A0866CC3}" destId="{75D5AD84-DBF1-46D6-A5BA-E9CD0863B250}"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D6668533-E362-4844-991A-9019AC2707F0}" srcId="{620DD3EC-BDCD-468B-B566-7FE2B848507E}" destId="{333C57DF-44D6-4356-9DD0-3E7D7FE1C161}" srcOrd="2" destOrd="0" parTransId="{DD53956A-A14A-4170-B01B-B76F6156E186}" sibTransId="{B27EF3EC-B2D7-49CA-909B-AFD3DB6107C0}"/>
    <dgm:cxn modelId="{4BC9815D-642A-4C2E-8C46-71E292500397}" type="presOf" srcId="{333C57DF-44D6-4356-9DD0-3E7D7FE1C161}" destId="{5C5CB2F4-36C0-4C54-B44C-8DBDD3F56FA6}" srcOrd="1" destOrd="0" presId="urn:microsoft.com/office/officeart/2005/8/layout/orgChart1"/>
    <dgm:cxn modelId="{49F93F5E-ECC5-44D1-842A-986C13E5F0C9}" type="presOf" srcId="{ADFFC400-8BBA-4CA0-97DA-A5239AD7FF83}" destId="{7C494E9C-07EE-4809-A445-329E5D279BED}" srcOrd="1" destOrd="0" presId="urn:microsoft.com/office/officeart/2005/8/layout/orgChart1"/>
    <dgm:cxn modelId="{8A288165-E95B-49AC-9EA3-2DDE1CA74838}" type="presOf" srcId="{A41BBC17-FE55-4D63-9B0C-740EEADF8DA4}" destId="{C21798EA-B202-4A21-AE21-E0688D10A5B8}"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308DB849-9196-48B8-AF90-19478C2BEFA1}" type="presOf" srcId="{1FDE73C1-1773-4DFF-80D8-CE538843B8D6}" destId="{2B09EB8B-ED69-45F5-BA37-36CF2B0643CF}" srcOrd="1" destOrd="0" presId="urn:microsoft.com/office/officeart/2005/8/layout/orgChart1"/>
    <dgm:cxn modelId="{414AAA6B-C437-4AB2-A848-7A5C6FFF558C}" type="presOf" srcId="{FD8FE40B-879F-4F4E-B1C0-B05B7EF61B85}" destId="{B24AC9E0-962C-4E78-A693-CB404F97964B}" srcOrd="0" destOrd="0" presId="urn:microsoft.com/office/officeart/2005/8/layout/orgChart1"/>
    <dgm:cxn modelId="{3D238D6F-AADA-4A92-B671-79E37972A3B8}" type="presOf" srcId="{9E18C130-4D81-4BDD-8DE6-22CF9F45E19E}" destId="{62821369-B757-43AF-BF6D-02B9EF83A7FF}" srcOrd="0" destOrd="0" presId="urn:microsoft.com/office/officeart/2005/8/layout/orgChart1"/>
    <dgm:cxn modelId="{19770271-32B9-4F41-862D-BCDAB9D44191}" type="presOf" srcId="{1E627F9E-CE3B-4A85-BB78-8DDB86A78DDE}" destId="{BFFD6F86-AD10-4340-B993-09FE9B342F4C}"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5A0CF875-484B-4B41-B526-27E2CB410591}" type="presOf" srcId="{57BE887B-DFB1-4703-A21C-33D2F572B227}" destId="{839EC33E-3450-49A5-86B1-C3D4E942848C}" srcOrd="0" destOrd="0" presId="urn:microsoft.com/office/officeart/2005/8/layout/orgChart1"/>
    <dgm:cxn modelId="{7E212279-5E57-4C84-8DCB-BEA8A116B687}" srcId="{620DD3EC-BDCD-468B-B566-7FE2B848507E}" destId="{D8D33E0B-BA98-47CB-BA1F-05ECD12BDF13}" srcOrd="3" destOrd="0" parTransId="{70CEE601-7FA4-4942-81AF-94D3662CC6DF}" sibTransId="{C11E1C86-6056-4ED6-83F0-57CA7B3BA457}"/>
    <dgm:cxn modelId="{5C60CE80-C71D-4058-AD42-6B3A2738DF6F}" srcId="{9286A5EC-F2A9-487D-8BF1-B96EEEFD636B}" destId="{BB6F59A4-4DB5-43CC-843A-A365B074FF8F}" srcOrd="2" destOrd="0" parTransId="{76D09E1F-AA0B-44A1-82D3-80FB99969A56}" sibTransId="{ECA1ACD1-E501-48BB-81C8-8CCA865F668E}"/>
    <dgm:cxn modelId="{D58A6A88-4760-4BEC-8A98-05B8C39BBD3D}" type="presOf" srcId="{1A65A4D7-7720-45CB-8279-86EBD3407E97}" destId="{11077618-9302-474C-8482-1BBB83E3AEF1}" srcOrd="0" destOrd="0" presId="urn:microsoft.com/office/officeart/2005/8/layout/orgChart1"/>
    <dgm:cxn modelId="{1769BB94-7ECB-45BC-B878-CEF11A8EA4CC}" type="presOf" srcId="{DD53956A-A14A-4170-B01B-B76F6156E186}" destId="{B9A8D99B-7E04-4FCC-8A85-F7F0979F84F7}"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61EA2D98-19BE-4F7D-89FF-3040FB00A3E1}" type="presOf" srcId="{BB6F59A4-4DB5-43CC-843A-A365B074FF8F}" destId="{79B1F6F9-3014-4D1C-95DF-2370CABD51DB}" srcOrd="0" destOrd="0" presId="urn:microsoft.com/office/officeart/2005/8/layout/orgChart1"/>
    <dgm:cxn modelId="{EA2575A3-171E-4517-828F-8B7A311AE63A}" type="presOf" srcId="{2E34B4CC-FD03-4319-B91E-4987A8F42070}" destId="{4691408A-8BF8-4490-BAC7-F053F1067B13}" srcOrd="0" destOrd="0" presId="urn:microsoft.com/office/officeart/2005/8/layout/orgChart1"/>
    <dgm:cxn modelId="{8D8C3FA4-9174-40CF-A8BD-7F932B2D0964}" srcId="{1FDE73C1-1773-4DFF-80D8-CE538843B8D6}" destId="{8B93368D-220F-4F51-922B-E3D40AEF4871}" srcOrd="0" destOrd="0" parTransId="{FD8FE40B-879F-4F4E-B1C0-B05B7EF61B85}" sibTransId="{DEC3EE81-7009-4889-8EA1-20032230294E}"/>
    <dgm:cxn modelId="{23C774A5-514E-4A8A-8C0D-232EBFAA6DBF}" type="presOf" srcId="{BB6F59A4-4DB5-43CC-843A-A365B074FF8F}" destId="{7FB9D324-3DFD-4731-A6D2-D62A87F2A39A}" srcOrd="1" destOrd="0" presId="urn:microsoft.com/office/officeart/2005/8/layout/orgChart1"/>
    <dgm:cxn modelId="{05EFAFAA-DA5A-4F0C-94E3-4EBEE38C2853}" type="presOf" srcId="{8A74C719-C0B0-45E7-A044-8F3E3BDD14B1}" destId="{BB71A1EC-99D4-46DC-BDFC-1D7F327564B8}" srcOrd="0" destOrd="0" presId="urn:microsoft.com/office/officeart/2005/8/layout/orgChart1"/>
    <dgm:cxn modelId="{39D4BBAB-E420-4730-BA4C-FEC9AFAC74F6}" type="presOf" srcId="{ADFFC400-8BBA-4CA0-97DA-A5239AD7FF83}" destId="{ED8B7DF3-7C68-4E1C-A743-283531BE19BD}" srcOrd="0" destOrd="0" presId="urn:microsoft.com/office/officeart/2005/8/layout/orgChart1"/>
    <dgm:cxn modelId="{6E6282AC-A267-4E44-B779-E6793760C313}" type="presOf" srcId="{D8D33E0B-BA98-47CB-BA1F-05ECD12BDF13}" destId="{C559B045-7832-4C60-9E26-2DF08D09A0AC}" srcOrd="1" destOrd="0" presId="urn:microsoft.com/office/officeart/2005/8/layout/orgChart1"/>
    <dgm:cxn modelId="{BC5C40AD-A9FF-46D8-AF04-73765448A346}" type="presOf" srcId="{A41BBC17-FE55-4D63-9B0C-740EEADF8DA4}" destId="{DC05F5C9-91A8-4A81-ADDC-66D2B94C101C}" srcOrd="1"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40E6B3B5-C66F-43BB-B0BB-47150136FF8D}" type="presOf" srcId="{D8D33E0B-BA98-47CB-BA1F-05ECD12BDF13}" destId="{2D249D8E-2EE3-48FE-873A-19562369E443}"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E78715C6-6B3E-4015-AF89-6E5215265BF1}" srcId="{620DD3EC-BDCD-468B-B566-7FE2B848507E}" destId="{8A74C719-C0B0-45E7-A044-8F3E3BDD14B1}" srcOrd="0" destOrd="0" parTransId="{59E3059B-1485-4ECC-BBBF-7CA3E640F38D}" sibTransId="{E492CAAE-7760-4A53-A4A2-E6FDF4DA8978}"/>
    <dgm:cxn modelId="{4308D7C7-CEC4-4E47-9133-8B9DC815875B}" type="presOf" srcId="{A1A03C13-4BED-4BB7-8AFB-BDB236A519FA}" destId="{0FE7A504-1A99-42A4-92D2-369E93728B6E}" srcOrd="1" destOrd="0" presId="urn:microsoft.com/office/officeart/2005/8/layout/orgChart1"/>
    <dgm:cxn modelId="{576869CE-634E-4C46-8236-F316077386D0}" type="presOf" srcId="{77C3C3AA-3A8A-4B31-B35F-F3774D30BCA3}" destId="{7733767C-FCC0-4431-AE49-B7D33358E138}" srcOrd="1" destOrd="0" presId="urn:microsoft.com/office/officeart/2005/8/layout/orgChart1"/>
    <dgm:cxn modelId="{5FFF69CF-A917-4B73-94B0-FA6637B0A8A0}" type="presOf" srcId="{8B93368D-220F-4F51-922B-E3D40AEF4871}" destId="{D2461159-78CB-4A23-999D-2C7EB906725F}" srcOrd="1" destOrd="0" presId="urn:microsoft.com/office/officeart/2005/8/layout/orgChart1"/>
    <dgm:cxn modelId="{B5EE9AD3-6BE3-42E6-8C26-4A628CA9600B}" type="presOf" srcId="{9D28DB69-DDB3-4999-9A0B-8D007976E69E}" destId="{DE7F276F-E57B-4251-A70B-2917BAF50B6F}" srcOrd="0" destOrd="0" presId="urn:microsoft.com/office/officeart/2005/8/layout/orgChart1"/>
    <dgm:cxn modelId="{0A0C38DB-8015-4A75-A327-A58E5A9C1F47}" srcId="{1FDE73C1-1773-4DFF-80D8-CE538843B8D6}" destId="{A41BBC17-FE55-4D63-9B0C-740EEADF8DA4}" srcOrd="1" destOrd="0" parTransId="{2E34B4CC-FD03-4319-B91E-4987A8F42070}" sibTransId="{19B7E1E6-B028-4F00-8B93-50A2F20C44EB}"/>
    <dgm:cxn modelId="{97E4A6DE-8713-4676-BBF8-2B93F08AF837}" srcId="{9286A5EC-F2A9-487D-8BF1-B96EEEFD636B}" destId="{1E627F9E-CE3B-4A85-BB78-8DDB86A78DDE}" srcOrd="1" destOrd="0" parTransId="{9D28DB69-DDB3-4999-9A0B-8D007976E69E}" sibTransId="{CC71E985-969E-423D-B820-177A0337B408}"/>
    <dgm:cxn modelId="{5D8E00E0-9552-4EAC-9DC8-D6AAED642315}" srcId="{9E6404DC-1053-49D6-95EE-599A97C88DD3}" destId="{1FDE73C1-1773-4DFF-80D8-CE538843B8D6}" srcOrd="2" destOrd="0" parTransId="{9BFD04D4-D27E-47FD-B17A-0660BE35F1CF}" sibTransId="{43EBF1FA-1DAE-4CFF-8F77-984B40970F7F}"/>
    <dgm:cxn modelId="{112E9CE3-D075-4D61-972E-CB15D1C43D03}" type="presOf" srcId="{8A74C719-C0B0-45E7-A044-8F3E3BDD14B1}" destId="{43458361-CDBC-43AE-84A2-56ACA0035337}" srcOrd="1" destOrd="0" presId="urn:microsoft.com/office/officeart/2005/8/layout/orgChart1"/>
    <dgm:cxn modelId="{80114AED-2CF7-4C34-8563-5CD6798E2D30}" type="presOf" srcId="{333C57DF-44D6-4356-9DD0-3E7D7FE1C161}" destId="{7872A18C-E13C-45E9-80D5-90CBBA671EF8}"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CC67E7F1-B92F-4036-98D5-8A7AEFFB9FD6}" srcId="{620DD3EC-BDCD-468B-B566-7FE2B848507E}" destId="{77C3C3AA-3A8A-4B31-B35F-F3774D30BCA3}" srcOrd="1" destOrd="0" parTransId="{57BE887B-DFB1-4703-A21C-33D2F572B227}" sibTransId="{175CEB8D-A56F-4B8B-AD06-E01364EC2343}"/>
    <dgm:cxn modelId="{6D38E9F6-99FB-412C-9471-9D2CDCEB9671}" type="presOf" srcId="{1E627F9E-CE3B-4A85-BB78-8DDB86A78DDE}" destId="{31C29986-52F5-42D4-A9FC-3B32B3F35DB2}" srcOrd="0" destOrd="0" presId="urn:microsoft.com/office/officeart/2005/8/layout/orgChart1"/>
    <dgm:cxn modelId="{CEC0BCFB-FD0B-46F9-8021-96D767259565}" type="presOf" srcId="{8B93368D-220F-4F51-922B-E3D40AEF4871}" destId="{AF41A196-D073-444E-BDCD-FC763BCB5F43}" srcOrd="0" destOrd="0" presId="urn:microsoft.com/office/officeart/2005/8/layout/orgChart1"/>
    <dgm:cxn modelId="{7C7485FC-4CFA-45FF-817B-B38DD356F0B5}" srcId="{9E6404DC-1053-49D6-95EE-599A97C88DD3}" destId="{A1A03C13-4BED-4BB7-8AFB-BDB236A519FA}" srcOrd="3" destOrd="0" parTransId="{9E18C130-4D81-4BDD-8DE6-22CF9F45E19E}" sibTransId="{CF4AE597-246B-4D28-8B3B-D3E59AB05BD8}"/>
    <dgm:cxn modelId="{DE30C9FC-736F-4725-BFC0-94B26068FD8F}" type="presOf" srcId="{70CEE601-7FA4-4942-81AF-94D3662CC6DF}" destId="{7DFEB020-B3A6-45F8-B681-CBF1D150070D}"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519BADB2-D9E5-40A6-BF64-3ABEAC8B5DBC}" type="presParOf" srcId="{C9264EDA-91B6-4FAE-AFE6-AFC29BE66386}" destId="{75D5AD84-DBF1-46D6-A5BA-E9CD0863B250}" srcOrd="0" destOrd="0" presId="urn:microsoft.com/office/officeart/2005/8/layout/orgChart1"/>
    <dgm:cxn modelId="{657C3E75-515F-4074-999B-9465BF1519DA}" type="presParOf" srcId="{C9264EDA-91B6-4FAE-AFE6-AFC29BE66386}" destId="{0A3D070D-372F-44AA-9989-2950AF322DAD}" srcOrd="1" destOrd="0" presId="urn:microsoft.com/office/officeart/2005/8/layout/orgChart1"/>
    <dgm:cxn modelId="{32E083F2-4CE6-42B1-8BCA-C4EB8A6935B8}" type="presParOf" srcId="{0A3D070D-372F-44AA-9989-2950AF322DAD}" destId="{F82308D2-FFCE-4A27-A6F8-80CAC5E49554}" srcOrd="0" destOrd="0" presId="urn:microsoft.com/office/officeart/2005/8/layout/orgChart1"/>
    <dgm:cxn modelId="{F76528FD-B8FF-4C6A-BD99-8E8E73C5F136}" type="presParOf" srcId="{F82308D2-FFCE-4A27-A6F8-80CAC5E49554}" destId="{ED8B7DF3-7C68-4E1C-A743-283531BE19BD}" srcOrd="0" destOrd="0" presId="urn:microsoft.com/office/officeart/2005/8/layout/orgChart1"/>
    <dgm:cxn modelId="{19216E1E-4E53-4EB5-BCFF-1C08782C1294}" type="presParOf" srcId="{F82308D2-FFCE-4A27-A6F8-80CAC5E49554}" destId="{7C494E9C-07EE-4809-A445-329E5D279BED}" srcOrd="1" destOrd="0" presId="urn:microsoft.com/office/officeart/2005/8/layout/orgChart1"/>
    <dgm:cxn modelId="{E568849B-6FDD-4C59-A84A-96B4BFFF6AA7}" type="presParOf" srcId="{0A3D070D-372F-44AA-9989-2950AF322DAD}" destId="{F5BD26D9-4E15-4028-952B-19C65CF2D9B3}" srcOrd="1" destOrd="0" presId="urn:microsoft.com/office/officeart/2005/8/layout/orgChart1"/>
    <dgm:cxn modelId="{89DD54E9-D0E7-49BA-833D-79A651DD7166}" type="presParOf" srcId="{0A3D070D-372F-44AA-9989-2950AF322DAD}" destId="{DF11C6F3-AB9A-4C85-A48C-F7DD5BA1D2F8}" srcOrd="2" destOrd="0" presId="urn:microsoft.com/office/officeart/2005/8/layout/orgChart1"/>
    <dgm:cxn modelId="{8A45290C-EDBF-4D75-BDC7-D1CBCEB8A928}" type="presParOf" srcId="{C9264EDA-91B6-4FAE-AFE6-AFC29BE66386}" destId="{DE7F276F-E57B-4251-A70B-2917BAF50B6F}" srcOrd="2" destOrd="0" presId="urn:microsoft.com/office/officeart/2005/8/layout/orgChart1"/>
    <dgm:cxn modelId="{9C65B861-0736-42AB-B746-85382BBAD957}" type="presParOf" srcId="{C9264EDA-91B6-4FAE-AFE6-AFC29BE66386}" destId="{7971AF45-BEF4-409C-A7A2-334F0F0C01E6}" srcOrd="3" destOrd="0" presId="urn:microsoft.com/office/officeart/2005/8/layout/orgChart1"/>
    <dgm:cxn modelId="{CEA0DD7E-4EFB-4FB0-B6D6-4DF7144234B0}" type="presParOf" srcId="{7971AF45-BEF4-409C-A7A2-334F0F0C01E6}" destId="{C98C32C5-9758-4590-94EE-C277C6DF6AF8}" srcOrd="0" destOrd="0" presId="urn:microsoft.com/office/officeart/2005/8/layout/orgChart1"/>
    <dgm:cxn modelId="{F14A9CE3-2048-40D1-8FE0-DE756EC357C9}" type="presParOf" srcId="{C98C32C5-9758-4590-94EE-C277C6DF6AF8}" destId="{31C29986-52F5-42D4-A9FC-3B32B3F35DB2}" srcOrd="0" destOrd="0" presId="urn:microsoft.com/office/officeart/2005/8/layout/orgChart1"/>
    <dgm:cxn modelId="{E7BE4426-A23E-4C9D-95B9-C7044C8D581C}" type="presParOf" srcId="{C98C32C5-9758-4590-94EE-C277C6DF6AF8}" destId="{BFFD6F86-AD10-4340-B993-09FE9B342F4C}" srcOrd="1" destOrd="0" presId="urn:microsoft.com/office/officeart/2005/8/layout/orgChart1"/>
    <dgm:cxn modelId="{3953C30A-3247-4D7B-8EBD-F5A4E7F9ECBA}" type="presParOf" srcId="{7971AF45-BEF4-409C-A7A2-334F0F0C01E6}" destId="{4318A7A7-34AB-44EA-9D09-5217CEE301A7}" srcOrd="1" destOrd="0" presId="urn:microsoft.com/office/officeart/2005/8/layout/orgChart1"/>
    <dgm:cxn modelId="{CA71E97F-41A6-43AD-AD19-135A9EB88176}" type="presParOf" srcId="{7971AF45-BEF4-409C-A7A2-334F0F0C01E6}" destId="{B26D372B-AEC3-47D7-AF9D-A4B9E1D506C5}" srcOrd="2" destOrd="0" presId="urn:microsoft.com/office/officeart/2005/8/layout/orgChart1"/>
    <dgm:cxn modelId="{DB285C9A-66D5-4A10-B175-778582351047}" type="presParOf" srcId="{C9264EDA-91B6-4FAE-AFE6-AFC29BE66386}" destId="{280B42EA-EC35-4614-9AD1-6625D870B1B5}" srcOrd="4" destOrd="0" presId="urn:microsoft.com/office/officeart/2005/8/layout/orgChart1"/>
    <dgm:cxn modelId="{428C0030-528E-4506-AA69-20DA34F3E8A5}" type="presParOf" srcId="{C9264EDA-91B6-4FAE-AFE6-AFC29BE66386}" destId="{CBE58BC9-6D14-46C2-B7C3-1697A5E24526}" srcOrd="5" destOrd="0" presId="urn:microsoft.com/office/officeart/2005/8/layout/orgChart1"/>
    <dgm:cxn modelId="{02272F7B-E819-4BE9-B619-68FF60EBF63B}" type="presParOf" srcId="{CBE58BC9-6D14-46C2-B7C3-1697A5E24526}" destId="{7EDDB8FB-0DDE-4C38-B595-70E5E5F746F4}" srcOrd="0" destOrd="0" presId="urn:microsoft.com/office/officeart/2005/8/layout/orgChart1"/>
    <dgm:cxn modelId="{A8993BD5-91C0-4371-88F8-20A1FA6BF5FC}" type="presParOf" srcId="{7EDDB8FB-0DDE-4C38-B595-70E5E5F746F4}" destId="{79B1F6F9-3014-4D1C-95DF-2370CABD51DB}" srcOrd="0" destOrd="0" presId="urn:microsoft.com/office/officeart/2005/8/layout/orgChart1"/>
    <dgm:cxn modelId="{68BFBA39-CF4F-4067-A60E-C8FB30F7618D}" type="presParOf" srcId="{7EDDB8FB-0DDE-4C38-B595-70E5E5F746F4}" destId="{7FB9D324-3DFD-4731-A6D2-D62A87F2A39A}" srcOrd="1" destOrd="0" presId="urn:microsoft.com/office/officeart/2005/8/layout/orgChart1"/>
    <dgm:cxn modelId="{ED34AD26-0415-4F73-B217-C34402D45FD8}" type="presParOf" srcId="{CBE58BC9-6D14-46C2-B7C3-1697A5E24526}" destId="{35E65617-2BA8-4E49-A393-003EEAF26159}" srcOrd="1" destOrd="0" presId="urn:microsoft.com/office/officeart/2005/8/layout/orgChart1"/>
    <dgm:cxn modelId="{1A4CB08E-CDF2-4671-9C76-BD084FAE8436}" type="presParOf" srcId="{CBE58BC9-6D14-46C2-B7C3-1697A5E24526}" destId="{BCF22333-5E0A-4F63-A630-75EE8DB5334A}"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8D3A997C-EBD1-4476-AB3F-F3EF40945D83}" type="presParOf" srcId="{4C592C92-3156-443C-BB98-9204DFF01F72}" destId="{A2A41425-2A6B-472C-AF7D-497B8D8C6C0F}" srcOrd="0" destOrd="0" presId="urn:microsoft.com/office/officeart/2005/8/layout/orgChart1"/>
    <dgm:cxn modelId="{AFC00D3E-14EB-47EE-B9A4-B404EA44EEF9}" type="presParOf" srcId="{4C592C92-3156-443C-BB98-9204DFF01F72}" destId="{BE767F2E-FC2C-4DE4-8EFA-413AB654DE72}" srcOrd="1" destOrd="0" presId="urn:microsoft.com/office/officeart/2005/8/layout/orgChart1"/>
    <dgm:cxn modelId="{ED6C12AD-DCEE-4336-B38C-F7EB95B78676}" type="presParOf" srcId="{BE767F2E-FC2C-4DE4-8EFA-413AB654DE72}" destId="{A45A4C96-4AF4-4A85-8F9C-F552E800F221}" srcOrd="0" destOrd="0" presId="urn:microsoft.com/office/officeart/2005/8/layout/orgChart1"/>
    <dgm:cxn modelId="{2DBF344F-3564-4667-80B3-E3B67955A116}" type="presParOf" srcId="{A45A4C96-4AF4-4A85-8F9C-F552E800F221}" destId="{BB71A1EC-99D4-46DC-BDFC-1D7F327564B8}" srcOrd="0" destOrd="0" presId="urn:microsoft.com/office/officeart/2005/8/layout/orgChart1"/>
    <dgm:cxn modelId="{CA704114-CAFA-4B58-9692-6D6D916BEBD5}" type="presParOf" srcId="{A45A4C96-4AF4-4A85-8F9C-F552E800F221}" destId="{43458361-CDBC-43AE-84A2-56ACA0035337}" srcOrd="1" destOrd="0" presId="urn:microsoft.com/office/officeart/2005/8/layout/orgChart1"/>
    <dgm:cxn modelId="{BC42F3FE-662E-493D-8B07-89736CA5C62D}" type="presParOf" srcId="{BE767F2E-FC2C-4DE4-8EFA-413AB654DE72}" destId="{42C73B18-A616-4116-9F73-6AADE64304BA}" srcOrd="1" destOrd="0" presId="urn:microsoft.com/office/officeart/2005/8/layout/orgChart1"/>
    <dgm:cxn modelId="{DB6A9098-4373-46A2-A656-171655A91185}" type="presParOf" srcId="{BE767F2E-FC2C-4DE4-8EFA-413AB654DE72}" destId="{69852274-0F2C-4714-965E-6E6ABA270E10}" srcOrd="2" destOrd="0" presId="urn:microsoft.com/office/officeart/2005/8/layout/orgChart1"/>
    <dgm:cxn modelId="{FD5B4FF9-DBCC-41F1-BA4D-B16F3C2FD9C4}" type="presParOf" srcId="{4C592C92-3156-443C-BB98-9204DFF01F72}" destId="{839EC33E-3450-49A5-86B1-C3D4E942848C}" srcOrd="2" destOrd="0" presId="urn:microsoft.com/office/officeart/2005/8/layout/orgChart1"/>
    <dgm:cxn modelId="{C95BD841-A1B7-436B-9BC3-A9CE82A31D6E}" type="presParOf" srcId="{4C592C92-3156-443C-BB98-9204DFF01F72}" destId="{4B180C5E-036C-47F9-B49A-8C4E1D77F8D5}" srcOrd="3" destOrd="0" presId="urn:microsoft.com/office/officeart/2005/8/layout/orgChart1"/>
    <dgm:cxn modelId="{6A557E3B-6BC8-41DC-A722-EED4C7EC810C}" type="presParOf" srcId="{4B180C5E-036C-47F9-B49A-8C4E1D77F8D5}" destId="{B90085AD-AFC4-4405-8728-FB504B371902}" srcOrd="0" destOrd="0" presId="urn:microsoft.com/office/officeart/2005/8/layout/orgChart1"/>
    <dgm:cxn modelId="{765AB9DD-05E6-49EC-B3F4-25260E0769CA}" type="presParOf" srcId="{B90085AD-AFC4-4405-8728-FB504B371902}" destId="{91BD0B81-0B97-4F19-9F4D-9BA6FBDEE508}" srcOrd="0" destOrd="0" presId="urn:microsoft.com/office/officeart/2005/8/layout/orgChart1"/>
    <dgm:cxn modelId="{478904C4-BAE0-403F-89F6-B36F4AF70E34}" type="presParOf" srcId="{B90085AD-AFC4-4405-8728-FB504B371902}" destId="{7733767C-FCC0-4431-AE49-B7D33358E138}" srcOrd="1" destOrd="0" presId="urn:microsoft.com/office/officeart/2005/8/layout/orgChart1"/>
    <dgm:cxn modelId="{5EB6174B-917C-49CB-BF96-BE6AC3F9E89A}" type="presParOf" srcId="{4B180C5E-036C-47F9-B49A-8C4E1D77F8D5}" destId="{D8541C35-4751-46A7-B2BF-09F765488DDE}" srcOrd="1" destOrd="0" presId="urn:microsoft.com/office/officeart/2005/8/layout/orgChart1"/>
    <dgm:cxn modelId="{1264A94F-1A25-4B90-B5C4-C1E1B324D156}" type="presParOf" srcId="{4B180C5E-036C-47F9-B49A-8C4E1D77F8D5}" destId="{65AA6ECA-9464-448B-AF8B-8DA73123EF2A}" srcOrd="2" destOrd="0" presId="urn:microsoft.com/office/officeart/2005/8/layout/orgChart1"/>
    <dgm:cxn modelId="{E019AAE3-6CAF-48AD-BDAB-F83F4FEC2BA0}" type="presParOf" srcId="{4C592C92-3156-443C-BB98-9204DFF01F72}" destId="{B9A8D99B-7E04-4FCC-8A85-F7F0979F84F7}" srcOrd="4" destOrd="0" presId="urn:microsoft.com/office/officeart/2005/8/layout/orgChart1"/>
    <dgm:cxn modelId="{800E12F1-C93A-48ED-BFC3-A2B6BA462B09}" type="presParOf" srcId="{4C592C92-3156-443C-BB98-9204DFF01F72}" destId="{A1F6E8CC-6217-472F-ADBE-8596CBB0C33B}" srcOrd="5" destOrd="0" presId="urn:microsoft.com/office/officeart/2005/8/layout/orgChart1"/>
    <dgm:cxn modelId="{7F05FA83-9879-41B1-A9D4-520830E59CEA}" type="presParOf" srcId="{A1F6E8CC-6217-472F-ADBE-8596CBB0C33B}" destId="{00492B01-7A97-4F6F-B40B-8E0AFBDD877F}" srcOrd="0" destOrd="0" presId="urn:microsoft.com/office/officeart/2005/8/layout/orgChart1"/>
    <dgm:cxn modelId="{4C974993-4674-4609-9D7A-D9DDAD91C4CA}" type="presParOf" srcId="{00492B01-7A97-4F6F-B40B-8E0AFBDD877F}" destId="{7872A18C-E13C-45E9-80D5-90CBBA671EF8}" srcOrd="0" destOrd="0" presId="urn:microsoft.com/office/officeart/2005/8/layout/orgChart1"/>
    <dgm:cxn modelId="{9571D1A8-3A0D-4213-8927-4F663F9C17CC}" type="presParOf" srcId="{00492B01-7A97-4F6F-B40B-8E0AFBDD877F}" destId="{5C5CB2F4-36C0-4C54-B44C-8DBDD3F56FA6}" srcOrd="1" destOrd="0" presId="urn:microsoft.com/office/officeart/2005/8/layout/orgChart1"/>
    <dgm:cxn modelId="{075BC264-0C6E-4310-98B9-FDACBEA486A7}" type="presParOf" srcId="{A1F6E8CC-6217-472F-ADBE-8596CBB0C33B}" destId="{329E2700-FB6E-4F2D-9863-8AD5668B3E7A}" srcOrd="1" destOrd="0" presId="urn:microsoft.com/office/officeart/2005/8/layout/orgChart1"/>
    <dgm:cxn modelId="{9B8B0898-6ED9-4633-940A-9459BF7F623C}" type="presParOf" srcId="{A1F6E8CC-6217-472F-ADBE-8596CBB0C33B}" destId="{4B662056-6ACC-4D88-8440-3A00A44DBE3F}" srcOrd="2" destOrd="0" presId="urn:microsoft.com/office/officeart/2005/8/layout/orgChart1"/>
    <dgm:cxn modelId="{C3FC6048-6730-46F3-9D26-4AD965879FCF}" type="presParOf" srcId="{4C592C92-3156-443C-BB98-9204DFF01F72}" destId="{7DFEB020-B3A6-45F8-B681-CBF1D150070D}" srcOrd="6" destOrd="0" presId="urn:microsoft.com/office/officeart/2005/8/layout/orgChart1"/>
    <dgm:cxn modelId="{16904D97-64A1-410A-920E-864D2735EB42}" type="presParOf" srcId="{4C592C92-3156-443C-BB98-9204DFF01F72}" destId="{4436AC88-044A-4544-80FA-2A0AC89805EE}" srcOrd="7" destOrd="0" presId="urn:microsoft.com/office/officeart/2005/8/layout/orgChart1"/>
    <dgm:cxn modelId="{B08285B0-E273-43C6-9DD9-7EEF4A87078D}" type="presParOf" srcId="{4436AC88-044A-4544-80FA-2A0AC89805EE}" destId="{D023C210-04B0-4003-BA36-C587620748E7}" srcOrd="0" destOrd="0" presId="urn:microsoft.com/office/officeart/2005/8/layout/orgChart1"/>
    <dgm:cxn modelId="{90DFFB5F-3B60-41D3-B780-A4AEA9E41FAC}" type="presParOf" srcId="{D023C210-04B0-4003-BA36-C587620748E7}" destId="{2D249D8E-2EE3-48FE-873A-19562369E443}" srcOrd="0" destOrd="0" presId="urn:microsoft.com/office/officeart/2005/8/layout/orgChart1"/>
    <dgm:cxn modelId="{16C38442-92B6-4981-9D74-FBD186714428}" type="presParOf" srcId="{D023C210-04B0-4003-BA36-C587620748E7}" destId="{C559B045-7832-4C60-9E26-2DF08D09A0AC}" srcOrd="1" destOrd="0" presId="urn:microsoft.com/office/officeart/2005/8/layout/orgChart1"/>
    <dgm:cxn modelId="{58B04894-CA53-4FF8-A58E-249573745756}" type="presParOf" srcId="{4436AC88-044A-4544-80FA-2A0AC89805EE}" destId="{254CF176-8204-479D-A2A9-D41EC38EBB7B}" srcOrd="1" destOrd="0" presId="urn:microsoft.com/office/officeart/2005/8/layout/orgChart1"/>
    <dgm:cxn modelId="{BEF46169-19C6-45D3-9BCA-2005D99996DA}" type="presParOf" srcId="{4436AC88-044A-4544-80FA-2A0AC89805EE}" destId="{9500D369-32D8-4201-9578-A1BD44B9113F}"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686564BD-ED88-440C-B10C-948809D74443}" type="presParOf" srcId="{AD53A4B1-01E7-41E8-9724-31F3910545A4}" destId="{0E020EB3-B687-49B5-864A-7775365865BE}" srcOrd="4" destOrd="0" presId="urn:microsoft.com/office/officeart/2005/8/layout/orgChart1"/>
    <dgm:cxn modelId="{F30DF150-DD06-4393-868B-F518E14A483D}" type="presParOf" srcId="{AD53A4B1-01E7-41E8-9724-31F3910545A4}" destId="{BBAFE3D2-3A5A-4490-A81A-2A8E15028CC9}" srcOrd="5" destOrd="0" presId="urn:microsoft.com/office/officeart/2005/8/layout/orgChart1"/>
    <dgm:cxn modelId="{183854C6-869C-4774-A2BA-C04D426D84FD}" type="presParOf" srcId="{BBAFE3D2-3A5A-4490-A81A-2A8E15028CC9}" destId="{5D13AC61-CB0D-439C-A3B7-8B75673646F3}" srcOrd="0" destOrd="0" presId="urn:microsoft.com/office/officeart/2005/8/layout/orgChart1"/>
    <dgm:cxn modelId="{FDD3AF96-5639-4ED8-A2DD-48B5C19977B2}" type="presParOf" srcId="{5D13AC61-CB0D-439C-A3B7-8B75673646F3}" destId="{03758FE5-334A-46EC-AD76-4289659832B6}" srcOrd="0" destOrd="0" presId="urn:microsoft.com/office/officeart/2005/8/layout/orgChart1"/>
    <dgm:cxn modelId="{4444FB0C-E22A-44A4-95BF-C45654FDFA26}" type="presParOf" srcId="{5D13AC61-CB0D-439C-A3B7-8B75673646F3}" destId="{2B09EB8B-ED69-45F5-BA37-36CF2B0643CF}" srcOrd="1" destOrd="0" presId="urn:microsoft.com/office/officeart/2005/8/layout/orgChart1"/>
    <dgm:cxn modelId="{9AC9512D-283D-4D0B-9DDC-D86196F23D7D}" type="presParOf" srcId="{BBAFE3D2-3A5A-4490-A81A-2A8E15028CC9}" destId="{1DE9D2D5-FD8E-457B-8509-AF1B11F236B3}" srcOrd="1" destOrd="0" presId="urn:microsoft.com/office/officeart/2005/8/layout/orgChart1"/>
    <dgm:cxn modelId="{00A9DC18-CAF7-45EC-B399-B8CE63834F44}" type="presParOf" srcId="{1DE9D2D5-FD8E-457B-8509-AF1B11F236B3}" destId="{B24AC9E0-962C-4E78-A693-CB404F97964B}" srcOrd="0" destOrd="0" presId="urn:microsoft.com/office/officeart/2005/8/layout/orgChart1"/>
    <dgm:cxn modelId="{BE67B17E-B0B7-4AD7-A54E-3D34AFA2DBDD}" type="presParOf" srcId="{1DE9D2D5-FD8E-457B-8509-AF1B11F236B3}" destId="{14081BD0-0331-49D1-9132-48E38CC72506}" srcOrd="1" destOrd="0" presId="urn:microsoft.com/office/officeart/2005/8/layout/orgChart1"/>
    <dgm:cxn modelId="{CE8C0BA8-D63B-43D9-9E3E-B2CC37724D93}" type="presParOf" srcId="{14081BD0-0331-49D1-9132-48E38CC72506}" destId="{CD57EBD1-6290-48D5-B876-F6B8F3E71B1C}" srcOrd="0" destOrd="0" presId="urn:microsoft.com/office/officeart/2005/8/layout/orgChart1"/>
    <dgm:cxn modelId="{F27F9118-6936-449E-8FD6-D073DD0597CB}" type="presParOf" srcId="{CD57EBD1-6290-48D5-B876-F6B8F3E71B1C}" destId="{AF41A196-D073-444E-BDCD-FC763BCB5F43}" srcOrd="0" destOrd="0" presId="urn:microsoft.com/office/officeart/2005/8/layout/orgChart1"/>
    <dgm:cxn modelId="{302688DF-D350-42F9-97F9-D2006177EFD9}" type="presParOf" srcId="{CD57EBD1-6290-48D5-B876-F6B8F3E71B1C}" destId="{D2461159-78CB-4A23-999D-2C7EB906725F}" srcOrd="1" destOrd="0" presId="urn:microsoft.com/office/officeart/2005/8/layout/orgChart1"/>
    <dgm:cxn modelId="{482EC3E5-B11D-4CF9-AF73-D3D193D0AB62}" type="presParOf" srcId="{14081BD0-0331-49D1-9132-48E38CC72506}" destId="{B7419B15-5138-497F-9E6A-0A8D19A45473}" srcOrd="1" destOrd="0" presId="urn:microsoft.com/office/officeart/2005/8/layout/orgChart1"/>
    <dgm:cxn modelId="{2EF9CB7C-D307-4AE1-B463-D6C5BE3D856C}" type="presParOf" srcId="{14081BD0-0331-49D1-9132-48E38CC72506}" destId="{913DBA18-54C7-4B85-987E-75AE9FC67706}" srcOrd="2" destOrd="0" presId="urn:microsoft.com/office/officeart/2005/8/layout/orgChart1"/>
    <dgm:cxn modelId="{46D32E30-5090-4F23-8724-1B1A5D1A1DD1}" type="presParOf" srcId="{1DE9D2D5-FD8E-457B-8509-AF1B11F236B3}" destId="{4691408A-8BF8-4490-BAC7-F053F1067B13}" srcOrd="2" destOrd="0" presId="urn:microsoft.com/office/officeart/2005/8/layout/orgChart1"/>
    <dgm:cxn modelId="{DBE43D6E-F8C4-4B2C-ACF5-F55703029ECB}" type="presParOf" srcId="{1DE9D2D5-FD8E-457B-8509-AF1B11F236B3}" destId="{B253FF4B-D779-4372-A03A-4C397613BBCA}" srcOrd="3" destOrd="0" presId="urn:microsoft.com/office/officeart/2005/8/layout/orgChart1"/>
    <dgm:cxn modelId="{5FFABB1C-939F-4685-8C19-4BEBA06FBCDD}" type="presParOf" srcId="{B253FF4B-D779-4372-A03A-4C397613BBCA}" destId="{A27E66BC-D7EB-4A94-A43F-F1144FF76A29}" srcOrd="0" destOrd="0" presId="urn:microsoft.com/office/officeart/2005/8/layout/orgChart1"/>
    <dgm:cxn modelId="{2F73FB0A-0286-4B28-820A-3C371647345C}" type="presParOf" srcId="{A27E66BC-D7EB-4A94-A43F-F1144FF76A29}" destId="{C21798EA-B202-4A21-AE21-E0688D10A5B8}" srcOrd="0" destOrd="0" presId="urn:microsoft.com/office/officeart/2005/8/layout/orgChart1"/>
    <dgm:cxn modelId="{FEB3D8B8-71A2-4DC4-AD6C-1F674EA9C9C7}" type="presParOf" srcId="{A27E66BC-D7EB-4A94-A43F-F1144FF76A29}" destId="{DC05F5C9-91A8-4A81-ADDC-66D2B94C101C}" srcOrd="1" destOrd="0" presId="urn:microsoft.com/office/officeart/2005/8/layout/orgChart1"/>
    <dgm:cxn modelId="{668EE49D-CA0A-4328-BCB2-3699E652BF7B}" type="presParOf" srcId="{B253FF4B-D779-4372-A03A-4C397613BBCA}" destId="{D864FBB0-E459-4CFF-A065-5AD3DBA35BCE}" srcOrd="1" destOrd="0" presId="urn:microsoft.com/office/officeart/2005/8/layout/orgChart1"/>
    <dgm:cxn modelId="{1D45C6AA-61B3-4616-BE85-E8313E2D675C}" type="presParOf" srcId="{B253FF4B-D779-4372-A03A-4C397613BBCA}" destId="{FF540744-FFB0-445B-9C43-BA8ACF2604C8}" srcOrd="2" destOrd="0" presId="urn:microsoft.com/office/officeart/2005/8/layout/orgChart1"/>
    <dgm:cxn modelId="{F607A475-DF45-4398-8000-01F92CBE9759}" type="presParOf" srcId="{BBAFE3D2-3A5A-4490-A81A-2A8E15028CC9}" destId="{D835F695-B50D-418C-A907-0CB512CD6F3C}" srcOrd="2" destOrd="0" presId="urn:microsoft.com/office/officeart/2005/8/layout/orgChart1"/>
    <dgm:cxn modelId="{111A422A-A367-43EA-9B53-E09860551D9C}" type="presParOf" srcId="{AD53A4B1-01E7-41E8-9724-31F3910545A4}" destId="{62821369-B757-43AF-BF6D-02B9EF83A7FF}" srcOrd="6" destOrd="0" presId="urn:microsoft.com/office/officeart/2005/8/layout/orgChart1"/>
    <dgm:cxn modelId="{B385D477-2C4E-4A44-911A-4F75092D744C}" type="presParOf" srcId="{AD53A4B1-01E7-41E8-9724-31F3910545A4}" destId="{739885B7-7422-46AE-AE38-C86EED9C22BF}" srcOrd="7" destOrd="0" presId="urn:microsoft.com/office/officeart/2005/8/layout/orgChart1"/>
    <dgm:cxn modelId="{42B8DC9E-D558-46CA-8179-5B9156F9A983}" type="presParOf" srcId="{739885B7-7422-46AE-AE38-C86EED9C22BF}" destId="{1BDBFDD5-3230-44FF-B170-FE93CAC5A6B8}" srcOrd="0" destOrd="0" presId="urn:microsoft.com/office/officeart/2005/8/layout/orgChart1"/>
    <dgm:cxn modelId="{CA5B1075-9FAE-4F67-9E43-1EFE5761CE3E}" type="presParOf" srcId="{1BDBFDD5-3230-44FF-B170-FE93CAC5A6B8}" destId="{E2CE8193-46AF-44C0-B4A1-4402C2A6388E}" srcOrd="0" destOrd="0" presId="urn:microsoft.com/office/officeart/2005/8/layout/orgChart1"/>
    <dgm:cxn modelId="{8BAC5A01-2C6C-4EB8-ABAC-ABBDF182C60E}" type="presParOf" srcId="{1BDBFDD5-3230-44FF-B170-FE93CAC5A6B8}" destId="{0FE7A504-1A99-42A4-92D2-369E93728B6E}" srcOrd="1" destOrd="0" presId="urn:microsoft.com/office/officeart/2005/8/layout/orgChart1"/>
    <dgm:cxn modelId="{A17494C3-128C-430E-B2E8-B0E32751F363}" type="presParOf" srcId="{739885B7-7422-46AE-AE38-C86EED9C22BF}" destId="{5C832EA0-92EB-4018-A238-AAD0380D7AE1}" srcOrd="1" destOrd="0" presId="urn:microsoft.com/office/officeart/2005/8/layout/orgChart1"/>
    <dgm:cxn modelId="{0019A061-E485-4041-994E-B377B5D931EF}" type="presParOf" srcId="{739885B7-7422-46AE-AE38-C86EED9C22BF}" destId="{AFF152E2-0280-4325-8B01-B43435B7724D}"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1CE5B8-559D-4D52-BD90-EA15B4AB1A55}">
      <dsp:nvSpPr>
        <dsp:cNvPr id="0" name=""/>
        <dsp:cNvSpPr/>
      </dsp:nvSpPr>
      <dsp:spPr>
        <a:xfrm>
          <a:off x="5748934" y="1320483"/>
          <a:ext cx="163434" cy="3602487"/>
        </a:xfrm>
        <a:custGeom>
          <a:avLst/>
          <a:gdLst/>
          <a:ahLst/>
          <a:cxnLst/>
          <a:rect l="0" t="0" r="0" b="0"/>
          <a:pathLst>
            <a:path>
              <a:moveTo>
                <a:pt x="0" y="0"/>
              </a:moveTo>
              <a:lnTo>
                <a:pt x="0" y="3602487"/>
              </a:lnTo>
              <a:lnTo>
                <a:pt x="163434" y="360248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B43C74-07FF-45EC-BF27-41123D8CE835}">
      <dsp:nvSpPr>
        <dsp:cNvPr id="0" name=""/>
        <dsp:cNvSpPr/>
      </dsp:nvSpPr>
      <dsp:spPr>
        <a:xfrm>
          <a:off x="5748934" y="1320483"/>
          <a:ext cx="163434" cy="2828899"/>
        </a:xfrm>
        <a:custGeom>
          <a:avLst/>
          <a:gdLst/>
          <a:ahLst/>
          <a:cxnLst/>
          <a:rect l="0" t="0" r="0" b="0"/>
          <a:pathLst>
            <a:path>
              <a:moveTo>
                <a:pt x="0" y="0"/>
              </a:moveTo>
              <a:lnTo>
                <a:pt x="0" y="2828899"/>
              </a:lnTo>
              <a:lnTo>
                <a:pt x="163434" y="28288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44FFEB-D81B-4051-80A0-06CD3150278B}">
      <dsp:nvSpPr>
        <dsp:cNvPr id="0" name=""/>
        <dsp:cNvSpPr/>
      </dsp:nvSpPr>
      <dsp:spPr>
        <a:xfrm>
          <a:off x="5748934" y="1320483"/>
          <a:ext cx="163434" cy="2055310"/>
        </a:xfrm>
        <a:custGeom>
          <a:avLst/>
          <a:gdLst/>
          <a:ahLst/>
          <a:cxnLst/>
          <a:rect l="0" t="0" r="0" b="0"/>
          <a:pathLst>
            <a:path>
              <a:moveTo>
                <a:pt x="0" y="0"/>
              </a:moveTo>
              <a:lnTo>
                <a:pt x="0" y="2055310"/>
              </a:lnTo>
              <a:lnTo>
                <a:pt x="163434" y="20553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1796D6-3B82-44FF-A19D-852FF4EBDC50}">
      <dsp:nvSpPr>
        <dsp:cNvPr id="0" name=""/>
        <dsp:cNvSpPr/>
      </dsp:nvSpPr>
      <dsp:spPr>
        <a:xfrm>
          <a:off x="5748934" y="1320483"/>
          <a:ext cx="163434" cy="1281721"/>
        </a:xfrm>
        <a:custGeom>
          <a:avLst/>
          <a:gdLst/>
          <a:ahLst/>
          <a:cxnLst/>
          <a:rect l="0" t="0" r="0" b="0"/>
          <a:pathLst>
            <a:path>
              <a:moveTo>
                <a:pt x="0" y="0"/>
              </a:moveTo>
              <a:lnTo>
                <a:pt x="0" y="1281721"/>
              </a:lnTo>
              <a:lnTo>
                <a:pt x="163434" y="128172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AB65234-BEF3-44F6-8238-22DD5F2B3ECA}">
      <dsp:nvSpPr>
        <dsp:cNvPr id="0" name=""/>
        <dsp:cNvSpPr/>
      </dsp:nvSpPr>
      <dsp:spPr>
        <a:xfrm>
          <a:off x="5748934" y="1320483"/>
          <a:ext cx="163434" cy="504665"/>
        </a:xfrm>
        <a:custGeom>
          <a:avLst/>
          <a:gdLst/>
          <a:ahLst/>
          <a:cxnLst/>
          <a:rect l="0" t="0" r="0" b="0"/>
          <a:pathLst>
            <a:path>
              <a:moveTo>
                <a:pt x="0" y="0"/>
              </a:moveTo>
              <a:lnTo>
                <a:pt x="0" y="504665"/>
              </a:lnTo>
              <a:lnTo>
                <a:pt x="163434" y="5046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821369-B757-43AF-BF6D-02B9EF83A7FF}">
      <dsp:nvSpPr>
        <dsp:cNvPr id="0" name=""/>
        <dsp:cNvSpPr/>
      </dsp:nvSpPr>
      <dsp:spPr>
        <a:xfrm>
          <a:off x="4207204" y="546894"/>
          <a:ext cx="1977553" cy="228807"/>
        </a:xfrm>
        <a:custGeom>
          <a:avLst/>
          <a:gdLst/>
          <a:ahLst/>
          <a:cxnLst/>
          <a:rect l="0" t="0" r="0" b="0"/>
          <a:pathLst>
            <a:path>
              <a:moveTo>
                <a:pt x="0" y="0"/>
              </a:moveTo>
              <a:lnTo>
                <a:pt x="0" y="114403"/>
              </a:lnTo>
              <a:lnTo>
                <a:pt x="1977553" y="114403"/>
              </a:lnTo>
              <a:lnTo>
                <a:pt x="1977553" y="22880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4430564" y="1320483"/>
          <a:ext cx="163434" cy="501198"/>
        </a:xfrm>
        <a:custGeom>
          <a:avLst/>
          <a:gdLst/>
          <a:ahLst/>
          <a:cxnLst/>
          <a:rect l="0" t="0" r="0" b="0"/>
          <a:pathLst>
            <a:path>
              <a:moveTo>
                <a:pt x="0" y="0"/>
              </a:moveTo>
              <a:lnTo>
                <a:pt x="0" y="501198"/>
              </a:lnTo>
              <a:lnTo>
                <a:pt x="163434" y="5011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207204" y="546894"/>
          <a:ext cx="659184" cy="228807"/>
        </a:xfrm>
        <a:custGeom>
          <a:avLst/>
          <a:gdLst/>
          <a:ahLst/>
          <a:cxnLst/>
          <a:rect l="0" t="0" r="0" b="0"/>
          <a:pathLst>
            <a:path>
              <a:moveTo>
                <a:pt x="0" y="0"/>
              </a:moveTo>
              <a:lnTo>
                <a:pt x="0" y="114403"/>
              </a:lnTo>
              <a:lnTo>
                <a:pt x="659184" y="114403"/>
              </a:lnTo>
              <a:lnTo>
                <a:pt x="659184" y="22880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4657BC-BD1B-4DF3-B3EE-63FF58F462CC}">
      <dsp:nvSpPr>
        <dsp:cNvPr id="0" name=""/>
        <dsp:cNvSpPr/>
      </dsp:nvSpPr>
      <dsp:spPr>
        <a:xfrm>
          <a:off x="3112195" y="1320483"/>
          <a:ext cx="163434" cy="3595552"/>
        </a:xfrm>
        <a:custGeom>
          <a:avLst/>
          <a:gdLst/>
          <a:ahLst/>
          <a:cxnLst/>
          <a:rect l="0" t="0" r="0" b="0"/>
          <a:pathLst>
            <a:path>
              <a:moveTo>
                <a:pt x="0" y="0"/>
              </a:moveTo>
              <a:lnTo>
                <a:pt x="0" y="3595552"/>
              </a:lnTo>
              <a:lnTo>
                <a:pt x="163434" y="35955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D9FEEF-18FE-49C0-819A-DBA4616B9926}">
      <dsp:nvSpPr>
        <dsp:cNvPr id="0" name=""/>
        <dsp:cNvSpPr/>
      </dsp:nvSpPr>
      <dsp:spPr>
        <a:xfrm>
          <a:off x="3112195" y="1320483"/>
          <a:ext cx="163434" cy="2821964"/>
        </a:xfrm>
        <a:custGeom>
          <a:avLst/>
          <a:gdLst/>
          <a:ahLst/>
          <a:cxnLst/>
          <a:rect l="0" t="0" r="0" b="0"/>
          <a:pathLst>
            <a:path>
              <a:moveTo>
                <a:pt x="0" y="0"/>
              </a:moveTo>
              <a:lnTo>
                <a:pt x="0" y="2821964"/>
              </a:lnTo>
              <a:lnTo>
                <a:pt x="163434" y="282196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A8D99B-7E04-4FCC-8A85-F7F0979F84F7}">
      <dsp:nvSpPr>
        <dsp:cNvPr id="0" name=""/>
        <dsp:cNvSpPr/>
      </dsp:nvSpPr>
      <dsp:spPr>
        <a:xfrm>
          <a:off x="3112195" y="1320483"/>
          <a:ext cx="163434" cy="2048375"/>
        </a:xfrm>
        <a:custGeom>
          <a:avLst/>
          <a:gdLst/>
          <a:ahLst/>
          <a:cxnLst/>
          <a:rect l="0" t="0" r="0" b="0"/>
          <a:pathLst>
            <a:path>
              <a:moveTo>
                <a:pt x="0" y="0"/>
              </a:moveTo>
              <a:lnTo>
                <a:pt x="0" y="2048375"/>
              </a:lnTo>
              <a:lnTo>
                <a:pt x="163434" y="204837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B281F7-13DA-4694-8703-1685A2ABAE33}">
      <dsp:nvSpPr>
        <dsp:cNvPr id="0" name=""/>
        <dsp:cNvSpPr/>
      </dsp:nvSpPr>
      <dsp:spPr>
        <a:xfrm>
          <a:off x="3112195" y="1320483"/>
          <a:ext cx="163434" cy="1274786"/>
        </a:xfrm>
        <a:custGeom>
          <a:avLst/>
          <a:gdLst/>
          <a:ahLst/>
          <a:cxnLst/>
          <a:rect l="0" t="0" r="0" b="0"/>
          <a:pathLst>
            <a:path>
              <a:moveTo>
                <a:pt x="0" y="0"/>
              </a:moveTo>
              <a:lnTo>
                <a:pt x="0" y="1274786"/>
              </a:lnTo>
              <a:lnTo>
                <a:pt x="163434" y="127478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A41425-2A6B-472C-AF7D-497B8D8C6C0F}">
      <dsp:nvSpPr>
        <dsp:cNvPr id="0" name=""/>
        <dsp:cNvSpPr/>
      </dsp:nvSpPr>
      <dsp:spPr>
        <a:xfrm>
          <a:off x="3112195" y="1320483"/>
          <a:ext cx="163434" cy="501198"/>
        </a:xfrm>
        <a:custGeom>
          <a:avLst/>
          <a:gdLst/>
          <a:ahLst/>
          <a:cxnLst/>
          <a:rect l="0" t="0" r="0" b="0"/>
          <a:pathLst>
            <a:path>
              <a:moveTo>
                <a:pt x="0" y="0"/>
              </a:moveTo>
              <a:lnTo>
                <a:pt x="0" y="501198"/>
              </a:lnTo>
              <a:lnTo>
                <a:pt x="163434" y="5011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548020" y="546894"/>
          <a:ext cx="659184" cy="228807"/>
        </a:xfrm>
        <a:custGeom>
          <a:avLst/>
          <a:gdLst/>
          <a:ahLst/>
          <a:cxnLst/>
          <a:rect l="0" t="0" r="0" b="0"/>
          <a:pathLst>
            <a:path>
              <a:moveTo>
                <a:pt x="659184" y="0"/>
              </a:moveTo>
              <a:lnTo>
                <a:pt x="659184" y="114403"/>
              </a:lnTo>
              <a:lnTo>
                <a:pt x="0" y="114403"/>
              </a:lnTo>
              <a:lnTo>
                <a:pt x="0" y="22880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1793826" y="1320483"/>
          <a:ext cx="163434" cy="1274786"/>
        </a:xfrm>
        <a:custGeom>
          <a:avLst/>
          <a:gdLst/>
          <a:ahLst/>
          <a:cxnLst/>
          <a:rect l="0" t="0" r="0" b="0"/>
          <a:pathLst>
            <a:path>
              <a:moveTo>
                <a:pt x="0" y="0"/>
              </a:moveTo>
              <a:lnTo>
                <a:pt x="0" y="1274786"/>
              </a:lnTo>
              <a:lnTo>
                <a:pt x="163434" y="127478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1793826" y="1320483"/>
          <a:ext cx="163434" cy="501198"/>
        </a:xfrm>
        <a:custGeom>
          <a:avLst/>
          <a:gdLst/>
          <a:ahLst/>
          <a:cxnLst/>
          <a:rect l="0" t="0" r="0" b="0"/>
          <a:pathLst>
            <a:path>
              <a:moveTo>
                <a:pt x="0" y="0"/>
              </a:moveTo>
              <a:lnTo>
                <a:pt x="0" y="501198"/>
              </a:lnTo>
              <a:lnTo>
                <a:pt x="163434" y="50119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2229650" y="546894"/>
          <a:ext cx="1977553" cy="228807"/>
        </a:xfrm>
        <a:custGeom>
          <a:avLst/>
          <a:gdLst/>
          <a:ahLst/>
          <a:cxnLst/>
          <a:rect l="0" t="0" r="0" b="0"/>
          <a:pathLst>
            <a:path>
              <a:moveTo>
                <a:pt x="1977553" y="0"/>
              </a:moveTo>
              <a:lnTo>
                <a:pt x="1977553" y="114403"/>
              </a:lnTo>
              <a:lnTo>
                <a:pt x="0" y="114403"/>
              </a:lnTo>
              <a:lnTo>
                <a:pt x="0" y="22880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662424" y="2113"/>
          <a:ext cx="1089561" cy="54478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4</a:t>
          </a:r>
        </a:p>
      </dsp:txBody>
      <dsp:txXfrm>
        <a:off x="3662424" y="2113"/>
        <a:ext cx="1089561" cy="544780"/>
      </dsp:txXfrm>
    </dsp:sp>
    <dsp:sp modelId="{C9422C4E-2B02-4D33-A16B-EF7B187ECAB7}">
      <dsp:nvSpPr>
        <dsp:cNvPr id="0" name=""/>
        <dsp:cNvSpPr/>
      </dsp:nvSpPr>
      <dsp:spPr>
        <a:xfrm>
          <a:off x="1684870" y="775702"/>
          <a:ext cx="1089561" cy="54478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BA roles</a:t>
          </a:r>
        </a:p>
      </dsp:txBody>
      <dsp:txXfrm>
        <a:off x="1684870" y="775702"/>
        <a:ext cx="1089561" cy="544780"/>
      </dsp:txXfrm>
    </dsp:sp>
    <dsp:sp modelId="{ED8B7DF3-7C68-4E1C-A743-283531BE19BD}">
      <dsp:nvSpPr>
        <dsp:cNvPr id="0" name=""/>
        <dsp:cNvSpPr/>
      </dsp:nvSpPr>
      <dsp:spPr>
        <a:xfrm>
          <a:off x="1957260" y="1549291"/>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Req. Development</a:t>
          </a:r>
        </a:p>
      </dsp:txBody>
      <dsp:txXfrm>
        <a:off x="1957260" y="1549291"/>
        <a:ext cx="1089561" cy="544780"/>
      </dsp:txXfrm>
    </dsp:sp>
    <dsp:sp modelId="{31C29986-52F5-42D4-A9FC-3B32B3F35DB2}">
      <dsp:nvSpPr>
        <dsp:cNvPr id="0" name=""/>
        <dsp:cNvSpPr/>
      </dsp:nvSpPr>
      <dsp:spPr>
        <a:xfrm>
          <a:off x="1957260" y="2322879"/>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Req. Mgt.</a:t>
          </a:r>
        </a:p>
      </dsp:txBody>
      <dsp:txXfrm>
        <a:off x="1957260" y="2322879"/>
        <a:ext cx="1089561" cy="544780"/>
      </dsp:txXfrm>
    </dsp:sp>
    <dsp:sp modelId="{02B28F85-DE51-42FF-859E-1DD3A478F426}">
      <dsp:nvSpPr>
        <dsp:cNvPr id="0" name=""/>
        <dsp:cNvSpPr/>
      </dsp:nvSpPr>
      <dsp:spPr>
        <a:xfrm>
          <a:off x="3003239" y="775702"/>
          <a:ext cx="1089561" cy="54478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BA tasks</a:t>
          </a:r>
        </a:p>
      </dsp:txBody>
      <dsp:txXfrm>
        <a:off x="3003239" y="775702"/>
        <a:ext cx="1089561" cy="544780"/>
      </dsp:txXfrm>
    </dsp:sp>
    <dsp:sp modelId="{BB71A1EC-99D4-46DC-BDFC-1D7F327564B8}">
      <dsp:nvSpPr>
        <dsp:cNvPr id="0" name=""/>
        <dsp:cNvSpPr/>
      </dsp:nvSpPr>
      <dsp:spPr>
        <a:xfrm>
          <a:off x="3275629" y="1549291"/>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Define biz req. </a:t>
          </a:r>
        </a:p>
      </dsp:txBody>
      <dsp:txXfrm>
        <a:off x="3275629" y="1549291"/>
        <a:ext cx="1089561" cy="544780"/>
      </dsp:txXfrm>
    </dsp:sp>
    <dsp:sp modelId="{9D8C80F1-47CE-4F13-A198-ADC7BC7E2E48}">
      <dsp:nvSpPr>
        <dsp:cNvPr id="0" name=""/>
        <dsp:cNvSpPr/>
      </dsp:nvSpPr>
      <dsp:spPr>
        <a:xfrm>
          <a:off x="3275629" y="2322879"/>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Plan the </a:t>
          </a:r>
          <a:r>
            <a:rPr lang="en-US" sz="1200" kern="1200" dirty="0" err="1"/>
            <a:t>reqs</a:t>
          </a:r>
          <a:r>
            <a:rPr lang="en-US" sz="1200" kern="1200" dirty="0"/>
            <a:t> approach </a:t>
          </a:r>
        </a:p>
      </dsp:txBody>
      <dsp:txXfrm>
        <a:off x="3275629" y="2322879"/>
        <a:ext cx="1089561" cy="544780"/>
      </dsp:txXfrm>
    </dsp:sp>
    <dsp:sp modelId="{7872A18C-E13C-45E9-80D5-90CBBA671EF8}">
      <dsp:nvSpPr>
        <dsp:cNvPr id="0" name=""/>
        <dsp:cNvSpPr/>
      </dsp:nvSpPr>
      <dsp:spPr>
        <a:xfrm>
          <a:off x="3275629" y="3096468"/>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Identify project stakeholders and user classes </a:t>
          </a:r>
        </a:p>
      </dsp:txBody>
      <dsp:txXfrm>
        <a:off x="3275629" y="3096468"/>
        <a:ext cx="1089561" cy="544780"/>
      </dsp:txXfrm>
    </dsp:sp>
    <dsp:sp modelId="{A2FE0A94-8CB5-4AFC-8192-B70C5DD08032}">
      <dsp:nvSpPr>
        <dsp:cNvPr id="0" name=""/>
        <dsp:cNvSpPr/>
      </dsp:nvSpPr>
      <dsp:spPr>
        <a:xfrm>
          <a:off x="3275629" y="3870056"/>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Req. dev.</a:t>
          </a:r>
        </a:p>
      </dsp:txBody>
      <dsp:txXfrm>
        <a:off x="3275629" y="3870056"/>
        <a:ext cx="1089561" cy="544780"/>
      </dsp:txXfrm>
    </dsp:sp>
    <dsp:sp modelId="{6949B19C-8AF3-464F-B8E0-A0BE58E9C9BF}">
      <dsp:nvSpPr>
        <dsp:cNvPr id="0" name=""/>
        <dsp:cNvSpPr/>
      </dsp:nvSpPr>
      <dsp:spPr>
        <a:xfrm>
          <a:off x="3275629" y="4643645"/>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Manage requirements </a:t>
          </a:r>
        </a:p>
      </dsp:txBody>
      <dsp:txXfrm>
        <a:off x="3275629" y="4643645"/>
        <a:ext cx="1089561" cy="544780"/>
      </dsp:txXfrm>
    </dsp:sp>
    <dsp:sp modelId="{03758FE5-334A-46EC-AD76-4289659832B6}">
      <dsp:nvSpPr>
        <dsp:cNvPr id="0" name=""/>
        <dsp:cNvSpPr/>
      </dsp:nvSpPr>
      <dsp:spPr>
        <a:xfrm>
          <a:off x="4321608" y="775702"/>
          <a:ext cx="1089561" cy="54478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BA skills</a:t>
          </a:r>
        </a:p>
      </dsp:txBody>
      <dsp:txXfrm>
        <a:off x="4321608" y="775702"/>
        <a:ext cx="1089561" cy="544780"/>
      </dsp:txXfrm>
    </dsp:sp>
    <dsp:sp modelId="{AF41A196-D073-444E-BDCD-FC763BCB5F43}">
      <dsp:nvSpPr>
        <dsp:cNvPr id="0" name=""/>
        <dsp:cNvSpPr/>
      </dsp:nvSpPr>
      <dsp:spPr>
        <a:xfrm>
          <a:off x="4593999" y="1549291"/>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14 skills</a:t>
          </a:r>
        </a:p>
      </dsp:txBody>
      <dsp:txXfrm>
        <a:off x="4593999" y="1549291"/>
        <a:ext cx="1089561" cy="544780"/>
      </dsp:txXfrm>
    </dsp:sp>
    <dsp:sp modelId="{E2CE8193-46AF-44C0-B4A1-4402C2A6388E}">
      <dsp:nvSpPr>
        <dsp:cNvPr id="0" name=""/>
        <dsp:cNvSpPr/>
      </dsp:nvSpPr>
      <dsp:spPr>
        <a:xfrm>
          <a:off x="5639978" y="775702"/>
          <a:ext cx="1089561" cy="54478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The making of a BA</a:t>
          </a:r>
        </a:p>
      </dsp:txBody>
      <dsp:txXfrm>
        <a:off x="5639978" y="775702"/>
        <a:ext cx="1089561" cy="544780"/>
      </dsp:txXfrm>
    </dsp:sp>
    <dsp:sp modelId="{B386D850-18E4-4553-BFA3-F5B91F42AF1A}">
      <dsp:nvSpPr>
        <dsp:cNvPr id="0" name=""/>
        <dsp:cNvSpPr/>
      </dsp:nvSpPr>
      <dsp:spPr>
        <a:xfrm>
          <a:off x="5912368" y="1549291"/>
          <a:ext cx="1089561" cy="551715"/>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Former user</a:t>
          </a:r>
        </a:p>
      </dsp:txBody>
      <dsp:txXfrm>
        <a:off x="5912368" y="1549291"/>
        <a:ext cx="1089561" cy="551715"/>
      </dsp:txXfrm>
    </dsp:sp>
    <dsp:sp modelId="{AD05E803-A7A2-4733-B015-24257F5A1699}">
      <dsp:nvSpPr>
        <dsp:cNvPr id="0" name=""/>
        <dsp:cNvSpPr/>
      </dsp:nvSpPr>
      <dsp:spPr>
        <a:xfrm>
          <a:off x="5912368" y="2329814"/>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Former dev./tester</a:t>
          </a:r>
        </a:p>
      </dsp:txBody>
      <dsp:txXfrm>
        <a:off x="5912368" y="2329814"/>
        <a:ext cx="1089561" cy="544780"/>
      </dsp:txXfrm>
    </dsp:sp>
    <dsp:sp modelId="{5AB1CE78-FFC0-4A1C-884A-EFD72EB0B55E}">
      <dsp:nvSpPr>
        <dsp:cNvPr id="0" name=""/>
        <dsp:cNvSpPr/>
      </dsp:nvSpPr>
      <dsp:spPr>
        <a:xfrm>
          <a:off x="5912368" y="3103403"/>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Former PM</a:t>
          </a:r>
        </a:p>
      </dsp:txBody>
      <dsp:txXfrm>
        <a:off x="5912368" y="3103403"/>
        <a:ext cx="1089561" cy="544780"/>
      </dsp:txXfrm>
    </dsp:sp>
    <dsp:sp modelId="{4B31A7B3-2386-4740-A97D-E425D7AA05D7}">
      <dsp:nvSpPr>
        <dsp:cNvPr id="0" name=""/>
        <dsp:cNvSpPr/>
      </dsp:nvSpPr>
      <dsp:spPr>
        <a:xfrm>
          <a:off x="5912368" y="3876991"/>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Former SME</a:t>
          </a:r>
        </a:p>
      </dsp:txBody>
      <dsp:txXfrm>
        <a:off x="5912368" y="3876991"/>
        <a:ext cx="1089561" cy="544780"/>
      </dsp:txXfrm>
    </dsp:sp>
    <dsp:sp modelId="{46C06B1B-2BF0-441D-885E-D1D472DD0F7F}">
      <dsp:nvSpPr>
        <dsp:cNvPr id="0" name=""/>
        <dsp:cNvSpPr/>
      </dsp:nvSpPr>
      <dsp:spPr>
        <a:xfrm>
          <a:off x="5912368" y="4650580"/>
          <a:ext cx="1089561" cy="54478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Rookie</a:t>
          </a:r>
        </a:p>
      </dsp:txBody>
      <dsp:txXfrm>
        <a:off x="5912368" y="4650580"/>
        <a:ext cx="1089561" cy="5447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821369-B757-43AF-BF6D-02B9EF83A7FF}">
      <dsp:nvSpPr>
        <dsp:cNvPr id="0" name=""/>
        <dsp:cNvSpPr/>
      </dsp:nvSpPr>
      <dsp:spPr>
        <a:xfrm>
          <a:off x="4343400" y="564472"/>
          <a:ext cx="2878280" cy="236880"/>
        </a:xfrm>
        <a:custGeom>
          <a:avLst/>
          <a:gdLst/>
          <a:ahLst/>
          <a:cxnLst/>
          <a:rect l="0" t="0" r="0" b="0"/>
          <a:pathLst>
            <a:path>
              <a:moveTo>
                <a:pt x="0" y="0"/>
              </a:moveTo>
              <a:lnTo>
                <a:pt x="0" y="118440"/>
              </a:lnTo>
              <a:lnTo>
                <a:pt x="2878280" y="118440"/>
              </a:lnTo>
              <a:lnTo>
                <a:pt x="2878280" y="23688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91408A-8BF8-4490-BAC7-F053F1067B13}">
      <dsp:nvSpPr>
        <dsp:cNvPr id="0" name=""/>
        <dsp:cNvSpPr/>
      </dsp:nvSpPr>
      <dsp:spPr>
        <a:xfrm>
          <a:off x="4630037" y="1365353"/>
          <a:ext cx="252296" cy="2992177"/>
        </a:xfrm>
        <a:custGeom>
          <a:avLst/>
          <a:gdLst/>
          <a:ahLst/>
          <a:cxnLst/>
          <a:rect l="0" t="0" r="0" b="0"/>
          <a:pathLst>
            <a:path>
              <a:moveTo>
                <a:pt x="0" y="0"/>
              </a:moveTo>
              <a:lnTo>
                <a:pt x="0" y="2992177"/>
              </a:lnTo>
              <a:lnTo>
                <a:pt x="252296" y="299217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AC9E0-962C-4E78-A693-CB404F97964B}">
      <dsp:nvSpPr>
        <dsp:cNvPr id="0" name=""/>
        <dsp:cNvSpPr/>
      </dsp:nvSpPr>
      <dsp:spPr>
        <a:xfrm>
          <a:off x="4630037" y="1365353"/>
          <a:ext cx="252296" cy="1076352"/>
        </a:xfrm>
        <a:custGeom>
          <a:avLst/>
          <a:gdLst/>
          <a:ahLst/>
          <a:cxnLst/>
          <a:rect l="0" t="0" r="0" b="0"/>
          <a:pathLst>
            <a:path>
              <a:moveTo>
                <a:pt x="0" y="0"/>
              </a:moveTo>
              <a:lnTo>
                <a:pt x="0" y="1076352"/>
              </a:lnTo>
              <a:lnTo>
                <a:pt x="252296" y="10763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020EB3-B687-49B5-864A-7775365865BE}">
      <dsp:nvSpPr>
        <dsp:cNvPr id="0" name=""/>
        <dsp:cNvSpPr/>
      </dsp:nvSpPr>
      <dsp:spPr>
        <a:xfrm>
          <a:off x="4343400" y="564472"/>
          <a:ext cx="959426" cy="236880"/>
        </a:xfrm>
        <a:custGeom>
          <a:avLst/>
          <a:gdLst/>
          <a:ahLst/>
          <a:cxnLst/>
          <a:rect l="0" t="0" r="0" b="0"/>
          <a:pathLst>
            <a:path>
              <a:moveTo>
                <a:pt x="0" y="0"/>
              </a:moveTo>
              <a:lnTo>
                <a:pt x="0" y="118440"/>
              </a:lnTo>
              <a:lnTo>
                <a:pt x="959426" y="118440"/>
              </a:lnTo>
              <a:lnTo>
                <a:pt x="959426" y="23688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FEB020-B3A6-45F8-B681-CBF1D150070D}">
      <dsp:nvSpPr>
        <dsp:cNvPr id="0" name=""/>
        <dsp:cNvSpPr/>
      </dsp:nvSpPr>
      <dsp:spPr>
        <a:xfrm>
          <a:off x="2711183" y="1365353"/>
          <a:ext cx="252296" cy="2921522"/>
        </a:xfrm>
        <a:custGeom>
          <a:avLst/>
          <a:gdLst/>
          <a:ahLst/>
          <a:cxnLst/>
          <a:rect l="0" t="0" r="0" b="0"/>
          <a:pathLst>
            <a:path>
              <a:moveTo>
                <a:pt x="0" y="0"/>
              </a:moveTo>
              <a:lnTo>
                <a:pt x="0" y="2921522"/>
              </a:lnTo>
              <a:lnTo>
                <a:pt x="252296" y="292152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A8D99B-7E04-4FCC-8A85-F7F0979F84F7}">
      <dsp:nvSpPr>
        <dsp:cNvPr id="0" name=""/>
        <dsp:cNvSpPr/>
      </dsp:nvSpPr>
      <dsp:spPr>
        <a:xfrm>
          <a:off x="2711183" y="1365353"/>
          <a:ext cx="252296" cy="2120641"/>
        </a:xfrm>
        <a:custGeom>
          <a:avLst/>
          <a:gdLst/>
          <a:ahLst/>
          <a:cxnLst/>
          <a:rect l="0" t="0" r="0" b="0"/>
          <a:pathLst>
            <a:path>
              <a:moveTo>
                <a:pt x="0" y="0"/>
              </a:moveTo>
              <a:lnTo>
                <a:pt x="0" y="2120641"/>
              </a:lnTo>
              <a:lnTo>
                <a:pt x="252296" y="21206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9EC33E-3450-49A5-86B1-C3D4E942848C}">
      <dsp:nvSpPr>
        <dsp:cNvPr id="0" name=""/>
        <dsp:cNvSpPr/>
      </dsp:nvSpPr>
      <dsp:spPr>
        <a:xfrm>
          <a:off x="2711183" y="1365353"/>
          <a:ext cx="252296" cy="1319761"/>
        </a:xfrm>
        <a:custGeom>
          <a:avLst/>
          <a:gdLst/>
          <a:ahLst/>
          <a:cxnLst/>
          <a:rect l="0" t="0" r="0" b="0"/>
          <a:pathLst>
            <a:path>
              <a:moveTo>
                <a:pt x="0" y="0"/>
              </a:moveTo>
              <a:lnTo>
                <a:pt x="0" y="1319761"/>
              </a:lnTo>
              <a:lnTo>
                <a:pt x="252296" y="13197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A41425-2A6B-472C-AF7D-497B8D8C6C0F}">
      <dsp:nvSpPr>
        <dsp:cNvPr id="0" name=""/>
        <dsp:cNvSpPr/>
      </dsp:nvSpPr>
      <dsp:spPr>
        <a:xfrm>
          <a:off x="2711183" y="1365353"/>
          <a:ext cx="252296" cy="518880"/>
        </a:xfrm>
        <a:custGeom>
          <a:avLst/>
          <a:gdLst/>
          <a:ahLst/>
          <a:cxnLst/>
          <a:rect l="0" t="0" r="0" b="0"/>
          <a:pathLst>
            <a:path>
              <a:moveTo>
                <a:pt x="0" y="0"/>
              </a:moveTo>
              <a:lnTo>
                <a:pt x="0" y="518880"/>
              </a:lnTo>
              <a:lnTo>
                <a:pt x="252296" y="51888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383973" y="564472"/>
          <a:ext cx="959426" cy="236880"/>
        </a:xfrm>
        <a:custGeom>
          <a:avLst/>
          <a:gdLst/>
          <a:ahLst/>
          <a:cxnLst/>
          <a:rect l="0" t="0" r="0" b="0"/>
          <a:pathLst>
            <a:path>
              <a:moveTo>
                <a:pt x="959426" y="0"/>
              </a:moveTo>
              <a:lnTo>
                <a:pt x="959426" y="118440"/>
              </a:lnTo>
              <a:lnTo>
                <a:pt x="0" y="118440"/>
              </a:lnTo>
              <a:lnTo>
                <a:pt x="0" y="23688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0B42EA-EC35-4614-9AD1-6625D870B1B5}">
      <dsp:nvSpPr>
        <dsp:cNvPr id="0" name=""/>
        <dsp:cNvSpPr/>
      </dsp:nvSpPr>
      <dsp:spPr>
        <a:xfrm>
          <a:off x="792330" y="1365353"/>
          <a:ext cx="252296" cy="2120641"/>
        </a:xfrm>
        <a:custGeom>
          <a:avLst/>
          <a:gdLst/>
          <a:ahLst/>
          <a:cxnLst/>
          <a:rect l="0" t="0" r="0" b="0"/>
          <a:pathLst>
            <a:path>
              <a:moveTo>
                <a:pt x="0" y="0"/>
              </a:moveTo>
              <a:lnTo>
                <a:pt x="0" y="2120641"/>
              </a:lnTo>
              <a:lnTo>
                <a:pt x="252296" y="21206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F276F-E57B-4251-A70B-2917BAF50B6F}">
      <dsp:nvSpPr>
        <dsp:cNvPr id="0" name=""/>
        <dsp:cNvSpPr/>
      </dsp:nvSpPr>
      <dsp:spPr>
        <a:xfrm>
          <a:off x="792330" y="1365353"/>
          <a:ext cx="252296" cy="1319761"/>
        </a:xfrm>
        <a:custGeom>
          <a:avLst/>
          <a:gdLst/>
          <a:ahLst/>
          <a:cxnLst/>
          <a:rect l="0" t="0" r="0" b="0"/>
          <a:pathLst>
            <a:path>
              <a:moveTo>
                <a:pt x="0" y="0"/>
              </a:moveTo>
              <a:lnTo>
                <a:pt x="0" y="1319761"/>
              </a:lnTo>
              <a:lnTo>
                <a:pt x="252296" y="13197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D5AD84-DBF1-46D6-A5BA-E9CD0863B250}">
      <dsp:nvSpPr>
        <dsp:cNvPr id="0" name=""/>
        <dsp:cNvSpPr/>
      </dsp:nvSpPr>
      <dsp:spPr>
        <a:xfrm>
          <a:off x="792330" y="1365353"/>
          <a:ext cx="252296" cy="518880"/>
        </a:xfrm>
        <a:custGeom>
          <a:avLst/>
          <a:gdLst/>
          <a:ahLst/>
          <a:cxnLst/>
          <a:rect l="0" t="0" r="0" b="0"/>
          <a:pathLst>
            <a:path>
              <a:moveTo>
                <a:pt x="0" y="0"/>
              </a:moveTo>
              <a:lnTo>
                <a:pt x="0" y="518880"/>
              </a:lnTo>
              <a:lnTo>
                <a:pt x="252296" y="51888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465119" y="564472"/>
          <a:ext cx="2878280" cy="236880"/>
        </a:xfrm>
        <a:custGeom>
          <a:avLst/>
          <a:gdLst/>
          <a:ahLst/>
          <a:cxnLst/>
          <a:rect l="0" t="0" r="0" b="0"/>
          <a:pathLst>
            <a:path>
              <a:moveTo>
                <a:pt x="2878280" y="0"/>
              </a:moveTo>
              <a:lnTo>
                <a:pt x="2878280" y="118440"/>
              </a:lnTo>
              <a:lnTo>
                <a:pt x="0" y="118440"/>
              </a:lnTo>
              <a:lnTo>
                <a:pt x="0" y="23688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779399" y="471"/>
          <a:ext cx="1128000" cy="56400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Chapter 5</a:t>
          </a:r>
        </a:p>
      </dsp:txBody>
      <dsp:txXfrm>
        <a:off x="3779399" y="471"/>
        <a:ext cx="1128000" cy="564000"/>
      </dsp:txXfrm>
    </dsp:sp>
    <dsp:sp modelId="{C9422C4E-2B02-4D33-A16B-EF7B187ECAB7}">
      <dsp:nvSpPr>
        <dsp:cNvPr id="0" name=""/>
        <dsp:cNvSpPr/>
      </dsp:nvSpPr>
      <dsp:spPr>
        <a:xfrm>
          <a:off x="624132" y="801352"/>
          <a:ext cx="1681973" cy="56400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Biz req.</a:t>
          </a:r>
        </a:p>
      </dsp:txBody>
      <dsp:txXfrm>
        <a:off x="624132" y="801352"/>
        <a:ext cx="1681973" cy="564000"/>
      </dsp:txXfrm>
    </dsp:sp>
    <dsp:sp modelId="{ED8B7DF3-7C68-4E1C-A743-283531BE19BD}">
      <dsp:nvSpPr>
        <dsp:cNvPr id="0" name=""/>
        <dsp:cNvSpPr/>
      </dsp:nvSpPr>
      <dsp:spPr>
        <a:xfrm>
          <a:off x="1044626" y="1602233"/>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Identify desired biz benefits</a:t>
          </a:r>
        </a:p>
      </dsp:txBody>
      <dsp:txXfrm>
        <a:off x="1044626" y="1602233"/>
        <a:ext cx="1128000" cy="564000"/>
      </dsp:txXfrm>
    </dsp:sp>
    <dsp:sp modelId="{31C29986-52F5-42D4-A9FC-3B32B3F35DB2}">
      <dsp:nvSpPr>
        <dsp:cNvPr id="0" name=""/>
        <dsp:cNvSpPr/>
      </dsp:nvSpPr>
      <dsp:spPr>
        <a:xfrm>
          <a:off x="1044626" y="2403113"/>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Product vision and project scope.</a:t>
          </a:r>
        </a:p>
      </dsp:txBody>
      <dsp:txXfrm>
        <a:off x="1044626" y="2403113"/>
        <a:ext cx="1128000" cy="564000"/>
      </dsp:txXfrm>
    </dsp:sp>
    <dsp:sp modelId="{79B1F6F9-3014-4D1C-95DF-2370CABD51DB}">
      <dsp:nvSpPr>
        <dsp:cNvPr id="0" name=""/>
        <dsp:cNvSpPr/>
      </dsp:nvSpPr>
      <dsp:spPr>
        <a:xfrm>
          <a:off x="1044626" y="3203994"/>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Conflicting biz req.</a:t>
          </a:r>
        </a:p>
      </dsp:txBody>
      <dsp:txXfrm>
        <a:off x="1044626" y="3203994"/>
        <a:ext cx="1128000" cy="564000"/>
      </dsp:txXfrm>
    </dsp:sp>
    <dsp:sp modelId="{02B28F85-DE51-42FF-859E-1DD3A478F426}">
      <dsp:nvSpPr>
        <dsp:cNvPr id="0" name=""/>
        <dsp:cNvSpPr/>
      </dsp:nvSpPr>
      <dsp:spPr>
        <a:xfrm>
          <a:off x="2542986" y="801352"/>
          <a:ext cx="1681973" cy="56400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Scope </a:t>
          </a:r>
          <a:r>
            <a:rPr lang="en-US" sz="1600" kern="1200" dirty="0" err="1"/>
            <a:t>repre</a:t>
          </a:r>
          <a:r>
            <a:rPr lang="en-US" sz="1600" kern="1200" dirty="0"/>
            <a:t>. techniques</a:t>
          </a:r>
        </a:p>
      </dsp:txBody>
      <dsp:txXfrm>
        <a:off x="2542986" y="801352"/>
        <a:ext cx="1681973" cy="564000"/>
      </dsp:txXfrm>
    </dsp:sp>
    <dsp:sp modelId="{BB71A1EC-99D4-46DC-BDFC-1D7F327564B8}">
      <dsp:nvSpPr>
        <dsp:cNvPr id="0" name=""/>
        <dsp:cNvSpPr/>
      </dsp:nvSpPr>
      <dsp:spPr>
        <a:xfrm>
          <a:off x="2963479" y="1602233"/>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Context diagram</a:t>
          </a:r>
        </a:p>
      </dsp:txBody>
      <dsp:txXfrm>
        <a:off x="2963479" y="1602233"/>
        <a:ext cx="1128000" cy="564000"/>
      </dsp:txXfrm>
    </dsp:sp>
    <dsp:sp modelId="{91BD0B81-0B97-4F19-9F4D-9BA6FBDEE508}">
      <dsp:nvSpPr>
        <dsp:cNvPr id="0" name=""/>
        <dsp:cNvSpPr/>
      </dsp:nvSpPr>
      <dsp:spPr>
        <a:xfrm>
          <a:off x="2963479" y="2403113"/>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44450">
            <a:lnSpc>
              <a:spcPct val="90000"/>
            </a:lnSpc>
            <a:spcBef>
              <a:spcPct val="0"/>
            </a:spcBef>
            <a:spcAft>
              <a:spcPct val="35000"/>
            </a:spcAft>
            <a:buNone/>
          </a:pPr>
          <a:r>
            <a:rPr lang="en-US" kern="1200" dirty="0"/>
            <a:t>Ecosystem map</a:t>
          </a:r>
          <a:endParaRPr lang="en-US" sz="1600" kern="1200" dirty="0"/>
        </a:p>
      </dsp:txBody>
      <dsp:txXfrm>
        <a:off x="2963479" y="2403113"/>
        <a:ext cx="1128000" cy="564000"/>
      </dsp:txXfrm>
    </dsp:sp>
    <dsp:sp modelId="{7872A18C-E13C-45E9-80D5-90CBBA671EF8}">
      <dsp:nvSpPr>
        <dsp:cNvPr id="0" name=""/>
        <dsp:cNvSpPr/>
      </dsp:nvSpPr>
      <dsp:spPr>
        <a:xfrm>
          <a:off x="2963479" y="3203994"/>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Feature tree</a:t>
          </a:r>
        </a:p>
      </dsp:txBody>
      <dsp:txXfrm>
        <a:off x="2963479" y="3203994"/>
        <a:ext cx="1128000" cy="564000"/>
      </dsp:txXfrm>
    </dsp:sp>
    <dsp:sp modelId="{2D249D8E-2EE3-48FE-873A-19562369E443}">
      <dsp:nvSpPr>
        <dsp:cNvPr id="0" name=""/>
        <dsp:cNvSpPr/>
      </dsp:nvSpPr>
      <dsp:spPr>
        <a:xfrm>
          <a:off x="2963479" y="4004875"/>
          <a:ext cx="1128000" cy="56400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Event list </a:t>
          </a:r>
        </a:p>
      </dsp:txBody>
      <dsp:txXfrm>
        <a:off x="2963479" y="4004875"/>
        <a:ext cx="1128000" cy="564000"/>
      </dsp:txXfrm>
    </dsp:sp>
    <dsp:sp modelId="{03758FE5-334A-46EC-AD76-4289659832B6}">
      <dsp:nvSpPr>
        <dsp:cNvPr id="0" name=""/>
        <dsp:cNvSpPr/>
      </dsp:nvSpPr>
      <dsp:spPr>
        <a:xfrm>
          <a:off x="4461840" y="801352"/>
          <a:ext cx="1681973" cy="56400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Keeping scope in focus</a:t>
          </a:r>
        </a:p>
      </dsp:txBody>
      <dsp:txXfrm>
        <a:off x="4461840" y="801352"/>
        <a:ext cx="1681973" cy="564000"/>
      </dsp:txXfrm>
    </dsp:sp>
    <dsp:sp modelId="{AF41A196-D073-444E-BDCD-FC763BCB5F43}">
      <dsp:nvSpPr>
        <dsp:cNvPr id="0" name=""/>
        <dsp:cNvSpPr/>
      </dsp:nvSpPr>
      <dsp:spPr>
        <a:xfrm>
          <a:off x="4882333" y="1602233"/>
          <a:ext cx="1159551" cy="167894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Using business objectives to make scoping decisions</a:t>
          </a:r>
        </a:p>
      </dsp:txBody>
      <dsp:txXfrm>
        <a:off x="4882333" y="1602233"/>
        <a:ext cx="1159551" cy="1678944"/>
      </dsp:txXfrm>
    </dsp:sp>
    <dsp:sp modelId="{C21798EA-B202-4A21-AE21-E0688D10A5B8}">
      <dsp:nvSpPr>
        <dsp:cNvPr id="0" name=""/>
        <dsp:cNvSpPr/>
      </dsp:nvSpPr>
      <dsp:spPr>
        <a:xfrm>
          <a:off x="4882333" y="3518058"/>
          <a:ext cx="1159551" cy="167894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Assessing the impact of scope changes</a:t>
          </a:r>
        </a:p>
      </dsp:txBody>
      <dsp:txXfrm>
        <a:off x="4882333" y="3518058"/>
        <a:ext cx="1159551" cy="1678944"/>
      </dsp:txXfrm>
    </dsp:sp>
    <dsp:sp modelId="{E2CE8193-46AF-44C0-B4A1-4402C2A6388E}">
      <dsp:nvSpPr>
        <dsp:cNvPr id="0" name=""/>
        <dsp:cNvSpPr/>
      </dsp:nvSpPr>
      <dsp:spPr>
        <a:xfrm>
          <a:off x="6380693" y="801352"/>
          <a:ext cx="1681973" cy="56400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Vision and scope on agile projects</a:t>
          </a:r>
          <a:endParaRPr lang="en-US" sz="1600" kern="1200" dirty="0"/>
        </a:p>
      </dsp:txBody>
      <dsp:txXfrm>
        <a:off x="6380693" y="801352"/>
        <a:ext cx="1681973" cy="56400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424B75-4D18-4D14-84D4-CEAB0F056A25}" type="datetimeFigureOut">
              <a:rPr lang="en-US" smtClean="0"/>
              <a:t>26/01/2023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3B8A6-B247-464E-AD77-17D8801589F1}" type="slidenum">
              <a:rPr lang="en-US" smtClean="0"/>
              <a:t>‹#›</a:t>
            </a:fld>
            <a:endParaRPr lang="en-US"/>
          </a:p>
        </p:txBody>
      </p:sp>
    </p:spTree>
    <p:extLst>
      <p:ext uri="{BB962C8B-B14F-4D97-AF65-F5344CB8AC3E}">
        <p14:creationId xmlns:p14="http://schemas.microsoft.com/office/powerpoint/2010/main" val="883865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Backlog (n): </a:t>
            </a:r>
            <a:r>
              <a:rPr lang="en-US" dirty="0" err="1"/>
              <a:t>phần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còn</a:t>
            </a:r>
            <a:r>
              <a:rPr lang="en-US" baseline="0" dirty="0"/>
              <a:t> </a:t>
            </a:r>
            <a:r>
              <a:rPr lang="en-US" baseline="0" dirty="0" err="1"/>
              <a:t>tồn</a:t>
            </a:r>
            <a:r>
              <a:rPr lang="en-US" baseline="0" dirty="0"/>
              <a:t> </a:t>
            </a:r>
            <a:r>
              <a:rPr lang="en-US" baseline="0" dirty="0" err="1"/>
              <a:t>đọng</a:t>
            </a:r>
            <a:r>
              <a:rPr lang="en-US" baseline="0" dirty="0"/>
              <a:t> </a:t>
            </a:r>
            <a:r>
              <a:rPr lang="en-US" baseline="0" dirty="0" err="1"/>
              <a:t>thưa</a:t>
            </a:r>
            <a:r>
              <a:rPr lang="en-US" baseline="0" dirty="0"/>
              <a:t> </a:t>
            </a:r>
            <a:r>
              <a:rPr lang="en-US" baseline="0" dirty="0" err="1"/>
              <a:t>chực</a:t>
            </a:r>
            <a:r>
              <a:rPr lang="en-US" baseline="0" dirty="0"/>
              <a:t> </a:t>
            </a:r>
            <a:r>
              <a:rPr lang="en-US" baseline="0" dirty="0" err="1"/>
              <a:t>hiện</a:t>
            </a:r>
            <a:r>
              <a:rPr lang="en-US" baseline="0" dirty="0"/>
              <a:t>. </a:t>
            </a:r>
          </a:p>
          <a:p>
            <a:pPr marL="171450" indent="-171450">
              <a:buFontTx/>
              <a:buChar char="-"/>
            </a:pPr>
            <a:r>
              <a:rPr lang="en-US" baseline="0" dirty="0"/>
              <a:t>Product backlog: </a:t>
            </a:r>
            <a:r>
              <a:rPr lang="en-US" baseline="0" dirty="0" err="1"/>
              <a:t>phần</a:t>
            </a:r>
            <a:r>
              <a:rPr lang="en-US" baseline="0" dirty="0"/>
              <a:t> </a:t>
            </a:r>
            <a:r>
              <a:rPr lang="en-US" baseline="0" dirty="0" err="1"/>
              <a:t>còn</a:t>
            </a:r>
            <a:r>
              <a:rPr lang="en-US" baseline="0" dirty="0"/>
              <a:t> </a:t>
            </a:r>
            <a:r>
              <a:rPr lang="en-US" baseline="0" dirty="0" err="1"/>
              <a:t>lại</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endParaRPr lang="en-US" baseline="0" dirty="0"/>
          </a:p>
          <a:p>
            <a:pPr marL="171450" indent="-171450">
              <a:buFontTx/>
              <a:buChar char="-"/>
            </a:pPr>
            <a:r>
              <a:rPr lang="en-US" baseline="0" dirty="0"/>
              <a:t>Velocity (n): </a:t>
            </a:r>
            <a:r>
              <a:rPr lang="en-US" baseline="0" dirty="0" err="1"/>
              <a:t>Tốc</a:t>
            </a:r>
            <a:r>
              <a:rPr lang="en-US" baseline="0" dirty="0"/>
              <a:t> </a:t>
            </a:r>
            <a:r>
              <a:rPr lang="en-US" baseline="0" dirty="0" err="1"/>
              <a:t>độ</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1743683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Aggregate (n): </a:t>
            </a:r>
            <a:r>
              <a:rPr lang="en-US" dirty="0" err="1"/>
              <a:t>tập</a:t>
            </a:r>
            <a:r>
              <a:rPr lang="en-US" baseline="0" dirty="0"/>
              <a:t> </a:t>
            </a:r>
            <a:r>
              <a:rPr lang="en-US" baseline="0" dirty="0" err="1"/>
              <a:t>hợp</a:t>
            </a:r>
            <a:r>
              <a:rPr lang="en-US" baseline="0" dirty="0"/>
              <a:t> </a:t>
            </a:r>
            <a:r>
              <a:rPr lang="en-US" baseline="0" dirty="0" err="1"/>
              <a:t>lại</a:t>
            </a:r>
            <a:r>
              <a:rPr lang="en-US" baseline="0" dirty="0"/>
              <a:t> / </a:t>
            </a:r>
            <a:r>
              <a:rPr lang="en-US" baseline="0" dirty="0" err="1"/>
              <a:t>gộp</a:t>
            </a:r>
            <a:r>
              <a:rPr lang="en-US" baseline="0" dirty="0"/>
              <a:t> </a:t>
            </a:r>
            <a:r>
              <a:rPr lang="en-US" baseline="0" dirty="0" err="1"/>
              <a:t>chung</a:t>
            </a:r>
            <a:r>
              <a:rPr lang="en-US" baseline="0" dirty="0"/>
              <a:t> </a:t>
            </a:r>
            <a:r>
              <a:rPr lang="en-US" baseline="0" dirty="0" err="1"/>
              <a:t>lại</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2703B8A6-B247-464E-AD77-17D8801589F1}" type="slidenum">
              <a:rPr lang="en-US" smtClean="0"/>
              <a:t>5</a:t>
            </a:fld>
            <a:endParaRPr lang="en-US"/>
          </a:p>
        </p:txBody>
      </p:sp>
    </p:spTree>
    <p:extLst>
      <p:ext uri="{BB962C8B-B14F-4D97-AF65-F5344CB8AC3E}">
        <p14:creationId xmlns:p14="http://schemas.microsoft.com/office/powerpoint/2010/main" val="1138515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biz benefit has to represent a true value for the project’s sponsors and to the product’s customers: </a:t>
            </a:r>
            <a:r>
              <a:rPr lang="en-US" dirty="0" err="1"/>
              <a:t>Lợi</a:t>
            </a:r>
            <a:r>
              <a:rPr lang="en-US" dirty="0"/>
              <a:t> </a:t>
            </a:r>
            <a:r>
              <a:rPr lang="en-US" dirty="0" err="1"/>
              <a:t>ích</a:t>
            </a:r>
            <a:r>
              <a:rPr lang="en-US" dirty="0"/>
              <a:t> </a:t>
            </a:r>
            <a:r>
              <a:rPr lang="en-US" dirty="0" err="1"/>
              <a:t>kinh</a:t>
            </a:r>
            <a:r>
              <a:rPr lang="en-US" dirty="0"/>
              <a:t> </a:t>
            </a:r>
            <a:r>
              <a:rPr lang="en-US" dirty="0" err="1"/>
              <a:t>doanh</a:t>
            </a:r>
            <a:r>
              <a:rPr lang="en-US" dirty="0"/>
              <a:t> </a:t>
            </a:r>
            <a:r>
              <a:rPr lang="en-US" dirty="0" err="1"/>
              <a:t>phải</a:t>
            </a:r>
            <a:r>
              <a:rPr lang="en-US" dirty="0"/>
              <a:t> </a:t>
            </a:r>
            <a:r>
              <a:rPr lang="en-US" dirty="0" err="1"/>
              <a:t>thể</a:t>
            </a:r>
            <a:r>
              <a:rPr lang="en-US" dirty="0"/>
              <a:t> </a:t>
            </a:r>
            <a:r>
              <a:rPr lang="en-US" dirty="0" err="1"/>
              <a:t>hiện</a:t>
            </a:r>
            <a:r>
              <a:rPr lang="en-US" dirty="0"/>
              <a:t> </a:t>
            </a:r>
            <a:r>
              <a:rPr lang="en-US" dirty="0" err="1"/>
              <a:t>một</a:t>
            </a:r>
            <a:r>
              <a:rPr lang="en-US" dirty="0"/>
              <a:t> </a:t>
            </a:r>
            <a:r>
              <a:rPr lang="en-US" dirty="0" err="1"/>
              <a:t>giá</a:t>
            </a:r>
            <a:r>
              <a:rPr lang="en-US" dirty="0"/>
              <a:t> trị </a:t>
            </a:r>
            <a:r>
              <a:rPr lang="en-US" dirty="0" err="1"/>
              <a:t>đích</a:t>
            </a:r>
            <a:r>
              <a:rPr lang="en-US" dirty="0"/>
              <a:t> </a:t>
            </a:r>
            <a:r>
              <a:rPr lang="en-US" dirty="0" err="1"/>
              <a:t>thực</a:t>
            </a:r>
            <a:r>
              <a:rPr lang="en-US" dirty="0"/>
              <a:t> </a:t>
            </a:r>
            <a:r>
              <a:rPr lang="en-US" dirty="0" err="1"/>
              <a:t>cho</a:t>
            </a:r>
            <a:r>
              <a:rPr lang="en-US" dirty="0"/>
              <a:t> </a:t>
            </a:r>
            <a:r>
              <a:rPr lang="en-US" dirty="0" err="1"/>
              <a:t>các</a:t>
            </a:r>
            <a:r>
              <a:rPr lang="en-US" dirty="0"/>
              <a:t> </a:t>
            </a:r>
            <a:r>
              <a:rPr lang="en-US" dirty="0" err="1"/>
              <a:t>nhà</a:t>
            </a:r>
            <a:r>
              <a:rPr lang="en-US" dirty="0"/>
              <a:t> </a:t>
            </a:r>
            <a:r>
              <a:rPr lang="en-US" dirty="0" err="1"/>
              <a:t>tài</a:t>
            </a:r>
            <a:r>
              <a:rPr lang="en-US" dirty="0"/>
              <a:t> </a:t>
            </a:r>
            <a:r>
              <a:rPr lang="en-US" dirty="0" err="1"/>
              <a:t>trợ</a:t>
            </a:r>
            <a:r>
              <a:rPr lang="en-US" dirty="0"/>
              <a:t> </a:t>
            </a:r>
            <a:r>
              <a:rPr lang="en-US" dirty="0" err="1"/>
              <a:t>dự</a:t>
            </a:r>
            <a:r>
              <a:rPr lang="en-US" dirty="0"/>
              <a:t> </a:t>
            </a:r>
            <a:r>
              <a:rPr lang="en-US" dirty="0" err="1"/>
              <a:t>án</a:t>
            </a:r>
            <a:r>
              <a:rPr lang="en-US" dirty="0"/>
              <a:t> </a:t>
            </a:r>
            <a:r>
              <a:rPr lang="en-US" dirty="0" err="1"/>
              <a:t>và</a:t>
            </a:r>
            <a:r>
              <a:rPr lang="en-US" dirty="0"/>
              <a:t> </a:t>
            </a:r>
            <a:r>
              <a:rPr lang="en-US" dirty="0" err="1"/>
              <a:t>cho</a:t>
            </a:r>
            <a:r>
              <a:rPr lang="en-US" dirty="0"/>
              <a:t> </a:t>
            </a:r>
            <a:r>
              <a:rPr lang="en-US" dirty="0" err="1"/>
              <a:t>các</a:t>
            </a:r>
            <a:r>
              <a:rPr lang="en-US" dirty="0"/>
              <a:t> </a:t>
            </a:r>
            <a:r>
              <a:rPr lang="en-US" dirty="0" err="1"/>
              <a:t>khách</a:t>
            </a:r>
            <a:r>
              <a:rPr lang="en-US" dirty="0"/>
              <a:t> </a:t>
            </a:r>
            <a:r>
              <a:rPr lang="en-US" dirty="0" err="1"/>
              <a:t>hàng</a:t>
            </a:r>
            <a:r>
              <a:rPr lang="en-US" dirty="0"/>
              <a:t> </a:t>
            </a:r>
            <a:r>
              <a:rPr lang="en-US" dirty="0" err="1"/>
              <a:t>của</a:t>
            </a:r>
            <a:r>
              <a:rPr lang="en-US" dirty="0"/>
              <a:t> </a:t>
            </a:r>
            <a:r>
              <a:rPr lang="en-US" dirty="0" err="1"/>
              <a:t>sản</a:t>
            </a:r>
            <a:r>
              <a:rPr lang="en-US" dirty="0"/>
              <a:t> </a:t>
            </a:r>
            <a:r>
              <a:rPr lang="en-US" dirty="0" err="1"/>
              <a:t>phẩm</a:t>
            </a:r>
            <a:r>
              <a:rPr lang="en-US" dirty="0"/>
              <a:t>.</a:t>
            </a:r>
          </a:p>
        </p:txBody>
      </p:sp>
      <p:sp>
        <p:nvSpPr>
          <p:cNvPr id="4" name="Slide Number Placeholder 3"/>
          <p:cNvSpPr>
            <a:spLocks noGrp="1"/>
          </p:cNvSpPr>
          <p:nvPr>
            <p:ph type="sldNum" sz="quarter" idx="10"/>
          </p:nvPr>
        </p:nvSpPr>
        <p:spPr/>
        <p:txBody>
          <a:bodyPr/>
          <a:lstStyle/>
          <a:p>
            <a:fld id="{2703B8A6-B247-464E-AD77-17D8801589F1}" type="slidenum">
              <a:rPr lang="en-US" smtClean="0"/>
              <a:t>6</a:t>
            </a:fld>
            <a:endParaRPr lang="en-US"/>
          </a:p>
        </p:txBody>
      </p:sp>
    </p:spTree>
    <p:extLst>
      <p:ext uri="{BB962C8B-B14F-4D97-AF65-F5344CB8AC3E}">
        <p14:creationId xmlns:p14="http://schemas.microsoft.com/office/powerpoint/2010/main" val="2969450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Succinctly (</a:t>
            </a:r>
            <a:r>
              <a:rPr lang="en-US" dirty="0" err="1"/>
              <a:t>adv</a:t>
            </a:r>
            <a:r>
              <a:rPr lang="en-US" dirty="0"/>
              <a:t>): 1 </a:t>
            </a:r>
            <a:r>
              <a:rPr lang="en-US" dirty="0" err="1"/>
              <a:t>cách</a:t>
            </a:r>
            <a:r>
              <a:rPr lang="en-US" baseline="0" dirty="0"/>
              <a:t> </a:t>
            </a:r>
            <a:r>
              <a:rPr lang="en-US" baseline="0" dirty="0" err="1"/>
              <a:t>súc</a:t>
            </a:r>
            <a:r>
              <a:rPr lang="en-US" baseline="0" dirty="0"/>
              <a:t> </a:t>
            </a:r>
            <a:r>
              <a:rPr lang="en-US" baseline="0" dirty="0" err="1"/>
              <a:t>tích</a:t>
            </a:r>
            <a:endParaRPr lang="en-US" baseline="0" dirty="0"/>
          </a:p>
          <a:p>
            <a:pPr marL="171450" indent="-171450">
              <a:buFontTx/>
              <a:buChar char="-"/>
            </a:pPr>
            <a:r>
              <a:rPr lang="en-US" b="1" i="1" dirty="0">
                <a:solidFill>
                  <a:srgbClr val="003399"/>
                </a:solidFill>
              </a:rPr>
              <a:t>Project scope </a:t>
            </a:r>
            <a:r>
              <a:rPr lang="en-US" dirty="0"/>
              <a:t>identifies what portion of the ultimately product vision the current project or development iteration will address: Phạm vi </a:t>
            </a:r>
            <a:r>
              <a:rPr lang="en-US" dirty="0" err="1"/>
              <a:t>dự</a:t>
            </a:r>
            <a:r>
              <a:rPr lang="en-US" baseline="0" dirty="0"/>
              <a:t> </a:t>
            </a:r>
            <a:r>
              <a:rPr lang="en-US" baseline="0" dirty="0" err="1"/>
              <a:t>án</a:t>
            </a:r>
            <a:r>
              <a:rPr lang="en-US" baseline="0" dirty="0"/>
              <a:t> </a:t>
            </a:r>
            <a:r>
              <a:rPr lang="en-US" dirty="0" err="1"/>
              <a:t>xác</a:t>
            </a:r>
            <a:r>
              <a:rPr lang="en-US" dirty="0"/>
              <a:t> </a:t>
            </a:r>
            <a:r>
              <a:rPr lang="en-US" dirty="0" err="1"/>
              <a:t>định</a:t>
            </a:r>
            <a:r>
              <a:rPr lang="en-US" dirty="0"/>
              <a:t> </a:t>
            </a:r>
            <a:r>
              <a:rPr lang="en-US" dirty="0" err="1"/>
              <a:t>phần</a:t>
            </a:r>
            <a:r>
              <a:rPr lang="en-US" dirty="0"/>
              <a:t> </a:t>
            </a:r>
            <a:r>
              <a:rPr lang="en-US" dirty="0" err="1"/>
              <a:t>nào</a:t>
            </a:r>
            <a:r>
              <a:rPr lang="en-US" dirty="0"/>
              <a:t> </a:t>
            </a:r>
            <a:r>
              <a:rPr lang="en-US" dirty="0" err="1"/>
              <a:t>của</a:t>
            </a:r>
            <a:r>
              <a:rPr lang="en-US" dirty="0"/>
              <a:t> </a:t>
            </a:r>
            <a:r>
              <a:rPr lang="en-US" dirty="0" err="1"/>
              <a:t>tầm</a:t>
            </a:r>
            <a:r>
              <a:rPr lang="en-US" dirty="0"/>
              <a:t> </a:t>
            </a:r>
            <a:r>
              <a:rPr lang="en-US" dirty="0" err="1"/>
              <a:t>nhìn</a:t>
            </a:r>
            <a:r>
              <a:rPr lang="en-US" dirty="0"/>
              <a:t> </a:t>
            </a:r>
            <a:r>
              <a:rPr lang="en-US" dirty="0" err="1"/>
              <a:t>sản</a:t>
            </a:r>
            <a:r>
              <a:rPr lang="en-US" dirty="0"/>
              <a:t> </a:t>
            </a:r>
            <a:r>
              <a:rPr lang="en-US" dirty="0" err="1"/>
              <a:t>phẩm</a:t>
            </a:r>
            <a:r>
              <a:rPr lang="en-US" dirty="0"/>
              <a:t> </a:t>
            </a:r>
            <a:r>
              <a:rPr lang="en-US" dirty="0" err="1"/>
              <a:t>cuối</a:t>
            </a:r>
            <a:r>
              <a:rPr lang="en-US" dirty="0"/>
              <a:t> </a:t>
            </a:r>
            <a:r>
              <a:rPr lang="en-US" dirty="0" err="1"/>
              <a:t>cùng</a:t>
            </a:r>
            <a:r>
              <a:rPr lang="en-US" dirty="0"/>
              <a:t> </a:t>
            </a:r>
            <a:r>
              <a:rPr lang="en-US" dirty="0" err="1"/>
              <a:t>mà</a:t>
            </a:r>
            <a:r>
              <a:rPr lang="en-US" dirty="0"/>
              <a:t> </a:t>
            </a:r>
            <a:r>
              <a:rPr lang="en-US" dirty="0" err="1"/>
              <a:t>dự</a:t>
            </a:r>
            <a:r>
              <a:rPr lang="en-US" dirty="0"/>
              <a:t> </a:t>
            </a:r>
            <a:r>
              <a:rPr lang="en-US" dirty="0" err="1"/>
              <a:t>án</a:t>
            </a:r>
            <a:r>
              <a:rPr lang="en-US" dirty="0"/>
              <a:t> </a:t>
            </a:r>
            <a:r>
              <a:rPr lang="en-US" dirty="0" err="1"/>
              <a:t>hiện</a:t>
            </a:r>
            <a:r>
              <a:rPr lang="en-US" dirty="0"/>
              <a:t> </a:t>
            </a:r>
            <a:r>
              <a:rPr lang="en-US" dirty="0" err="1"/>
              <a:t>tại</a:t>
            </a:r>
            <a:r>
              <a:rPr lang="en-US" dirty="0"/>
              <a:t> </a:t>
            </a:r>
            <a:r>
              <a:rPr lang="en-US" dirty="0" err="1"/>
              <a:t>hoặc</a:t>
            </a:r>
            <a:r>
              <a:rPr lang="en-US" dirty="0"/>
              <a:t> </a:t>
            </a:r>
            <a:r>
              <a:rPr lang="en-US" dirty="0" err="1"/>
              <a:t>phần</a:t>
            </a:r>
            <a:r>
              <a:rPr lang="en-US" baseline="0" dirty="0"/>
              <a:t> </a:t>
            </a:r>
            <a:r>
              <a:rPr lang="en-US" baseline="0" dirty="0" err="1"/>
              <a:t>lặp</a:t>
            </a:r>
            <a:r>
              <a:rPr lang="en-US" baseline="0" dirty="0"/>
              <a:t> </a:t>
            </a:r>
            <a:r>
              <a:rPr lang="en-US" baseline="0" dirty="0" err="1"/>
              <a:t>tiếp</a:t>
            </a:r>
            <a:r>
              <a:rPr lang="en-US" baseline="0" dirty="0"/>
              <a:t> </a:t>
            </a:r>
            <a:r>
              <a:rPr lang="en-US" baseline="0" dirty="0" err="1"/>
              <a:t>theo</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r>
              <a:rPr lang="en-US" dirty="0"/>
              <a:t> </a:t>
            </a:r>
            <a:r>
              <a:rPr lang="en-US" dirty="0" err="1"/>
              <a:t>sẽ</a:t>
            </a:r>
            <a:r>
              <a:rPr lang="en-US" dirty="0"/>
              <a:t> </a:t>
            </a:r>
            <a:r>
              <a:rPr lang="en-US" dirty="0" err="1"/>
              <a:t>giải</a:t>
            </a:r>
            <a:r>
              <a:rPr lang="en-US" dirty="0"/>
              <a:t> </a:t>
            </a:r>
            <a:r>
              <a:rPr lang="en-US" dirty="0" err="1"/>
              <a:t>quyết</a:t>
            </a:r>
            <a:r>
              <a:rPr lang="en-US" dirty="0"/>
              <a:t>.</a:t>
            </a:r>
          </a:p>
        </p:txBody>
      </p:sp>
      <p:sp>
        <p:nvSpPr>
          <p:cNvPr id="4" name="Slide Number Placeholder 3"/>
          <p:cNvSpPr>
            <a:spLocks noGrp="1"/>
          </p:cNvSpPr>
          <p:nvPr>
            <p:ph type="sldNum" sz="quarter" idx="10"/>
          </p:nvPr>
        </p:nvSpPr>
        <p:spPr/>
        <p:txBody>
          <a:bodyPr/>
          <a:lstStyle/>
          <a:p>
            <a:fld id="{2703B8A6-B247-464E-AD77-17D8801589F1}" type="slidenum">
              <a:rPr lang="en-US" smtClean="0"/>
              <a:t>7</a:t>
            </a:fld>
            <a:endParaRPr lang="en-US"/>
          </a:p>
        </p:txBody>
      </p:sp>
    </p:spTree>
    <p:extLst>
      <p:ext uri="{BB962C8B-B14F-4D97-AF65-F5344CB8AC3E}">
        <p14:creationId xmlns:p14="http://schemas.microsoft.com/office/powerpoint/2010/main" val="3803771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2703B8A6-B247-464E-AD77-17D8801589F1}" type="slidenum">
              <a:rPr lang="en-US" smtClean="0"/>
              <a:t>8</a:t>
            </a:fld>
            <a:endParaRPr lang="en-US"/>
          </a:p>
        </p:txBody>
      </p:sp>
    </p:spTree>
    <p:extLst>
      <p:ext uri="{BB962C8B-B14F-4D97-AF65-F5344CB8AC3E}">
        <p14:creationId xmlns:p14="http://schemas.microsoft.com/office/powerpoint/2010/main" val="1197129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Linger (v): </a:t>
            </a:r>
            <a:r>
              <a:rPr lang="en-US" dirty="0" err="1"/>
              <a:t>nán</a:t>
            </a:r>
            <a:r>
              <a:rPr lang="en-US" baseline="0" dirty="0"/>
              <a:t> </a:t>
            </a:r>
            <a:r>
              <a:rPr lang="en-US" baseline="0" dirty="0" err="1"/>
              <a:t>lại</a:t>
            </a:r>
            <a:r>
              <a:rPr lang="en-US" baseline="0" dirty="0"/>
              <a:t>, </a:t>
            </a:r>
            <a:r>
              <a:rPr lang="en-US" baseline="0" dirty="0" err="1"/>
              <a:t>chần</a:t>
            </a:r>
            <a:r>
              <a:rPr lang="en-US" baseline="0" dirty="0"/>
              <a:t> </a:t>
            </a:r>
            <a:r>
              <a:rPr lang="en-US" baseline="0" dirty="0" err="1"/>
              <a:t>chừ</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2703B8A6-B247-464E-AD77-17D8801589F1}" type="slidenum">
              <a:rPr lang="en-US" smtClean="0"/>
              <a:t>9</a:t>
            </a:fld>
            <a:endParaRPr lang="en-US"/>
          </a:p>
        </p:txBody>
      </p:sp>
    </p:spTree>
    <p:extLst>
      <p:ext uri="{BB962C8B-B14F-4D97-AF65-F5344CB8AC3E}">
        <p14:creationId xmlns:p14="http://schemas.microsoft.com/office/powerpoint/2010/main" val="860229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Articulate</a:t>
            </a:r>
            <a:r>
              <a:rPr lang="en-US" baseline="0" dirty="0"/>
              <a:t> (v): </a:t>
            </a:r>
            <a:r>
              <a:rPr lang="en-US" baseline="0" dirty="0" err="1"/>
              <a:t>nối</a:t>
            </a:r>
            <a:r>
              <a:rPr lang="en-US" baseline="0" dirty="0"/>
              <a:t> </a:t>
            </a:r>
            <a:r>
              <a:rPr lang="en-US" baseline="0" dirty="0" err="1"/>
              <a:t>khớp</a:t>
            </a:r>
            <a:r>
              <a:rPr lang="en-US" baseline="0" dirty="0"/>
              <a:t> </a:t>
            </a:r>
            <a:r>
              <a:rPr lang="en-US" baseline="0" dirty="0" err="1"/>
              <a:t>với</a:t>
            </a:r>
            <a:r>
              <a:rPr lang="en-US" baseline="0" dirty="0"/>
              <a:t>, </a:t>
            </a:r>
            <a:r>
              <a:rPr lang="en-US" baseline="0" dirty="0" err="1"/>
              <a:t>khớp</a:t>
            </a:r>
            <a:r>
              <a:rPr lang="en-US" baseline="0" dirty="0"/>
              <a:t> </a:t>
            </a:r>
            <a:r>
              <a:rPr lang="en-US" baseline="0" dirty="0" err="1"/>
              <a:t>lại</a:t>
            </a:r>
            <a:r>
              <a:rPr lang="en-US" baseline="0" dirty="0"/>
              <a:t> </a:t>
            </a:r>
            <a:r>
              <a:rPr lang="en-US" baseline="0" dirty="0" err="1"/>
              <a:t>với</a:t>
            </a:r>
            <a:r>
              <a:rPr lang="en-US" baseline="0" dirty="0"/>
              <a:t> </a:t>
            </a:r>
            <a:r>
              <a:rPr lang="en-US" baseline="0" dirty="0" err="1"/>
              <a:t>nhau</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10</a:t>
            </a:fld>
            <a:endParaRPr lang="en-US"/>
          </a:p>
        </p:txBody>
      </p:sp>
    </p:spTree>
    <p:extLst>
      <p:ext uri="{BB962C8B-B14F-4D97-AF65-F5344CB8AC3E}">
        <p14:creationId xmlns:p14="http://schemas.microsoft.com/office/powerpoint/2010/main" val="3835125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Summarize the rationale and context for the new product or for changes to be made to an existing one. Describe the history or situation that leads to the decision to build this product.: </a:t>
            </a:r>
            <a:r>
              <a:rPr lang="vi-VN" dirty="0"/>
              <a:t>Tóm tắt lý do và bối cảnh cho sản phẩm mới hoặc để thay đổi được thực hiện cho sản phẩm hiện có. Mô tả lịch sử hoặc tình huống dẫn đến quyết định xây dựng sản phẩm này.</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11</a:t>
            </a:fld>
            <a:endParaRPr lang="en-US"/>
          </a:p>
        </p:txBody>
      </p:sp>
    </p:spTree>
    <p:extLst>
      <p:ext uri="{BB962C8B-B14F-4D97-AF65-F5344CB8AC3E}">
        <p14:creationId xmlns:p14="http://schemas.microsoft.com/office/powerpoint/2010/main" val="614469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Return on investment: </a:t>
            </a:r>
            <a:r>
              <a:rPr lang="vi-VN" dirty="0"/>
              <a:t>Hoàn lại vốn đầu tư.</a:t>
            </a:r>
            <a:endParaRPr lang="en-US" dirty="0"/>
          </a:p>
          <a:p>
            <a:pPr marL="171450" indent="-171450">
              <a:buFontTx/>
              <a:buChar char="-"/>
            </a:pPr>
            <a:r>
              <a:rPr lang="en-US" dirty="0"/>
              <a:t>Develop an extensible platform for a family of related products: </a:t>
            </a:r>
            <a:r>
              <a:rPr lang="en-US" dirty="0" err="1"/>
              <a:t>Phát</a:t>
            </a:r>
            <a:r>
              <a:rPr lang="en-US" dirty="0"/>
              <a:t> </a:t>
            </a:r>
            <a:r>
              <a:rPr lang="en-US" dirty="0" err="1"/>
              <a:t>triển</a:t>
            </a:r>
            <a:r>
              <a:rPr lang="en-US" dirty="0"/>
              <a:t> </a:t>
            </a:r>
            <a:r>
              <a:rPr lang="en-US" dirty="0" err="1"/>
              <a:t>một</a:t>
            </a:r>
            <a:r>
              <a:rPr lang="en-US" dirty="0"/>
              <a:t> </a:t>
            </a:r>
            <a:r>
              <a:rPr lang="en-US" dirty="0" err="1"/>
              <a:t>nền</a:t>
            </a:r>
            <a:r>
              <a:rPr lang="en-US" dirty="0"/>
              <a:t> </a:t>
            </a:r>
            <a:r>
              <a:rPr lang="en-US" dirty="0" err="1"/>
              <a:t>tảng</a:t>
            </a:r>
            <a:r>
              <a:rPr lang="en-US" dirty="0"/>
              <a:t> </a:t>
            </a:r>
            <a:r>
              <a:rPr lang="en-US" dirty="0" err="1"/>
              <a:t>mở</a:t>
            </a:r>
            <a:r>
              <a:rPr lang="en-US" dirty="0"/>
              <a:t> </a:t>
            </a:r>
            <a:r>
              <a:rPr lang="en-US" dirty="0" err="1"/>
              <a:t>rộng</a:t>
            </a:r>
            <a:r>
              <a:rPr lang="en-US" dirty="0"/>
              <a:t> </a:t>
            </a:r>
            <a:r>
              <a:rPr lang="en-US" dirty="0" err="1"/>
              <a:t>cho</a:t>
            </a:r>
            <a:r>
              <a:rPr lang="en-US" dirty="0"/>
              <a:t> </a:t>
            </a:r>
            <a:r>
              <a:rPr lang="en-US" dirty="0" err="1"/>
              <a:t>một</a:t>
            </a:r>
            <a:r>
              <a:rPr lang="en-US" dirty="0"/>
              <a:t> </a:t>
            </a:r>
            <a:r>
              <a:rPr lang="en-US" dirty="0" err="1"/>
              <a:t>gia</a:t>
            </a:r>
            <a:r>
              <a:rPr lang="en-US" dirty="0"/>
              <a:t> </a:t>
            </a:r>
            <a:r>
              <a:rPr lang="en-US" dirty="0" err="1"/>
              <a:t>đình</a:t>
            </a:r>
            <a:r>
              <a:rPr lang="en-US" dirty="0"/>
              <a:t> </a:t>
            </a:r>
            <a:r>
              <a:rPr lang="en-US" dirty="0" err="1"/>
              <a:t>các</a:t>
            </a:r>
            <a:r>
              <a:rPr lang="en-US" dirty="0"/>
              <a:t> </a:t>
            </a:r>
            <a:r>
              <a:rPr lang="en-US" dirty="0" err="1"/>
              <a:t>sản</a:t>
            </a:r>
            <a:r>
              <a:rPr lang="en-US" dirty="0"/>
              <a:t> </a:t>
            </a:r>
            <a:r>
              <a:rPr lang="en-US" dirty="0" err="1"/>
              <a:t>phẩm</a:t>
            </a:r>
            <a:r>
              <a:rPr lang="en-US" dirty="0"/>
              <a:t> </a:t>
            </a:r>
            <a:r>
              <a:rPr lang="en-US" dirty="0" err="1"/>
              <a:t>liên</a:t>
            </a:r>
            <a:r>
              <a:rPr lang="en-US" dirty="0"/>
              <a:t> </a:t>
            </a:r>
            <a:r>
              <a:rPr lang="en-US" dirty="0" err="1"/>
              <a:t>quan</a:t>
            </a:r>
            <a:r>
              <a:rPr lang="en-US" dirty="0"/>
              <a:t>.</a:t>
            </a:r>
          </a:p>
          <a:p>
            <a:pPr marL="171450" indent="-171450">
              <a:buFontTx/>
              <a:buChar char="-"/>
            </a:pPr>
            <a:r>
              <a:rPr lang="en-US" dirty="0"/>
              <a:t>Reduce</a:t>
            </a:r>
            <a:r>
              <a:rPr lang="en-US" baseline="0" dirty="0"/>
              <a:t> turnaround time to X hours on Y% of support calls: </a:t>
            </a:r>
            <a:r>
              <a:rPr lang="en-US" baseline="0" dirty="0" err="1"/>
              <a:t>Giảm</a:t>
            </a:r>
            <a:r>
              <a:rPr lang="en-US" baseline="0" dirty="0"/>
              <a:t> </a:t>
            </a:r>
            <a:r>
              <a:rPr lang="en-US" baseline="0" dirty="0" err="1"/>
              <a:t>thời</a:t>
            </a:r>
            <a:r>
              <a:rPr lang="en-US" baseline="0" dirty="0"/>
              <a:t> </a:t>
            </a:r>
            <a:r>
              <a:rPr lang="en-US" baseline="0" dirty="0" err="1"/>
              <a:t>gian</a:t>
            </a:r>
            <a:r>
              <a:rPr lang="en-US" baseline="0" dirty="0"/>
              <a:t> quay </a:t>
            </a:r>
            <a:r>
              <a:rPr lang="en-US" baseline="0" dirty="0" err="1"/>
              <a:t>vòng</a:t>
            </a:r>
            <a:r>
              <a:rPr lang="en-US" baseline="0" dirty="0"/>
              <a:t> </a:t>
            </a:r>
            <a:r>
              <a:rPr lang="en-US" baseline="0" dirty="0" err="1"/>
              <a:t>xuống</a:t>
            </a:r>
            <a:r>
              <a:rPr lang="en-US" baseline="0" dirty="0"/>
              <a:t> X </a:t>
            </a:r>
            <a:r>
              <a:rPr lang="en-US" baseline="0" dirty="0" err="1"/>
              <a:t>giờ</a:t>
            </a:r>
            <a:r>
              <a:rPr lang="en-US" baseline="0" dirty="0"/>
              <a:t> </a:t>
            </a:r>
            <a:r>
              <a:rPr lang="en-US" baseline="0" dirty="0" err="1"/>
              <a:t>trên</a:t>
            </a:r>
            <a:r>
              <a:rPr lang="en-US" baseline="0" dirty="0"/>
              <a:t> Y% </a:t>
            </a:r>
            <a:r>
              <a:rPr lang="en-US" baseline="0" dirty="0" err="1"/>
              <a:t>của</a:t>
            </a:r>
            <a:r>
              <a:rPr lang="en-US" baseline="0" dirty="0"/>
              <a:t> </a:t>
            </a:r>
            <a:r>
              <a:rPr lang="en-US" baseline="0" dirty="0" err="1"/>
              <a:t>các</a:t>
            </a:r>
            <a:r>
              <a:rPr lang="en-US" baseline="0" dirty="0"/>
              <a:t> </a:t>
            </a:r>
            <a:r>
              <a:rPr lang="en-US" baseline="0" dirty="0" err="1"/>
              <a:t>cuộc</a:t>
            </a:r>
            <a:r>
              <a:rPr lang="en-US" baseline="0" dirty="0"/>
              <a:t> </a:t>
            </a:r>
            <a:r>
              <a:rPr lang="en-US" baseline="0" dirty="0" err="1"/>
              <a:t>gọi</a:t>
            </a:r>
            <a:r>
              <a:rPr lang="en-US" baseline="0" dirty="0"/>
              <a:t> </a:t>
            </a:r>
            <a:r>
              <a:rPr lang="en-US" baseline="0" dirty="0" err="1"/>
              <a:t>hỗ</a:t>
            </a:r>
            <a:r>
              <a:rPr lang="en-US" baseline="0" dirty="0"/>
              <a:t> </a:t>
            </a:r>
            <a:r>
              <a:rPr lang="en-US" baseline="0" dirty="0" err="1"/>
              <a:t>trợ</a:t>
            </a:r>
            <a:r>
              <a:rPr lang="en-US" baseline="0" dirty="0"/>
              <a:t>.</a:t>
            </a:r>
          </a:p>
          <a:p>
            <a:pPr marL="171450" indent="-171450">
              <a:buFontTx/>
              <a:buChar char="-"/>
            </a:pPr>
            <a:r>
              <a:rPr lang="en-US" dirty="0"/>
              <a:t>What is keeping us from achieving the goal? </a:t>
            </a:r>
            <a:r>
              <a:rPr lang="vi-VN" dirty="0"/>
              <a:t>Điều gì khiến chúng ta không đạt được mục tiêu?</a:t>
            </a:r>
            <a:endParaRPr lang="en-US" dirty="0"/>
          </a:p>
          <a:p>
            <a:pPr marL="171450" indent="-171450">
              <a:buFontTx/>
              <a:buChar char="-"/>
            </a:pPr>
            <a:r>
              <a:rPr lang="en-US" dirty="0"/>
              <a:t>Keep someone from: </a:t>
            </a:r>
            <a:r>
              <a:rPr lang="en-US" dirty="0" err="1"/>
              <a:t>giữ</a:t>
            </a:r>
            <a:r>
              <a:rPr lang="en-US" baseline="0" dirty="0"/>
              <a:t> </a:t>
            </a:r>
            <a:r>
              <a:rPr lang="en-US" baseline="0" dirty="0" err="1"/>
              <a:t>cho</a:t>
            </a:r>
            <a:r>
              <a:rPr lang="en-US" baseline="0" dirty="0"/>
              <a:t> </a:t>
            </a:r>
            <a:r>
              <a:rPr lang="en-US" baseline="0" dirty="0" err="1"/>
              <a:t>ai</a:t>
            </a:r>
            <a:r>
              <a:rPr lang="en-US" baseline="0" dirty="0"/>
              <a:t> </a:t>
            </a:r>
            <a:r>
              <a:rPr lang="en-US" baseline="0" dirty="0" err="1"/>
              <a:t>khỏi</a:t>
            </a:r>
            <a:r>
              <a:rPr lang="en-US" baseline="0" dirty="0"/>
              <a:t>.</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12</a:t>
            </a:fld>
            <a:endParaRPr lang="en-US"/>
          </a:p>
        </p:txBody>
      </p:sp>
    </p:spTree>
    <p:extLst>
      <p:ext uri="{BB962C8B-B14F-4D97-AF65-F5344CB8AC3E}">
        <p14:creationId xmlns:p14="http://schemas.microsoft.com/office/powerpoint/2010/main" val="1006390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13</a:t>
            </a:fld>
            <a:endParaRPr lang="en-US"/>
          </a:p>
        </p:txBody>
      </p:sp>
    </p:spTree>
    <p:extLst>
      <p:ext uri="{BB962C8B-B14F-4D97-AF65-F5344CB8AC3E}">
        <p14:creationId xmlns:p14="http://schemas.microsoft.com/office/powerpoint/2010/main" val="3043114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Track 95% of commercial and 90% of containers and 90% of proprietary chemicals within one year:</a:t>
            </a:r>
            <a:r>
              <a:rPr lang="vi-VN" dirty="0"/>
              <a:t>Theo dõi 95% </a:t>
            </a:r>
            <a:r>
              <a:rPr lang="en-US" dirty="0" err="1"/>
              <a:t>hóa</a:t>
            </a:r>
            <a:r>
              <a:rPr lang="en-US" baseline="0" dirty="0"/>
              <a:t> </a:t>
            </a:r>
            <a:r>
              <a:rPr lang="en-US" baseline="0" dirty="0" err="1"/>
              <a:t>chất</a:t>
            </a:r>
            <a:r>
              <a:rPr lang="en-US" baseline="0" dirty="0"/>
              <a:t> </a:t>
            </a:r>
            <a:r>
              <a:rPr lang="vi-VN" dirty="0"/>
              <a:t>thương mại và 90%</a:t>
            </a:r>
            <a:r>
              <a:rPr lang="en-US" dirty="0"/>
              <a:t> </a:t>
            </a:r>
            <a:r>
              <a:rPr lang="en-US" dirty="0" err="1"/>
              <a:t>thùng</a:t>
            </a:r>
            <a:r>
              <a:rPr lang="en-US" baseline="0" dirty="0"/>
              <a:t> </a:t>
            </a:r>
            <a:r>
              <a:rPr lang="en-US" baseline="0" dirty="0" err="1"/>
              <a:t>đựng</a:t>
            </a:r>
            <a:r>
              <a:rPr lang="vi-VN" dirty="0"/>
              <a:t> </a:t>
            </a:r>
            <a:r>
              <a:rPr lang="en-US" dirty="0" err="1"/>
              <a:t>hóa</a:t>
            </a:r>
            <a:r>
              <a:rPr lang="en-US" baseline="0" dirty="0"/>
              <a:t> </a:t>
            </a:r>
            <a:r>
              <a:rPr lang="en-US" baseline="0" dirty="0" err="1"/>
              <a:t>chất</a:t>
            </a:r>
            <a:r>
              <a:rPr lang="en-US" baseline="0" dirty="0"/>
              <a:t> </a:t>
            </a:r>
            <a:r>
              <a:rPr lang="vi-VN" dirty="0"/>
              <a:t> và 90% hóa chất độc quyền trong vòng một năm.</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14</a:t>
            </a:fld>
            <a:endParaRPr lang="en-US"/>
          </a:p>
        </p:txBody>
      </p:sp>
    </p:spTree>
    <p:extLst>
      <p:ext uri="{BB962C8B-B14F-4D97-AF65-F5344CB8AC3E}">
        <p14:creationId xmlns:p14="http://schemas.microsoft.com/office/powerpoint/2010/main" val="2606400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vi-VN" dirty="0"/>
              <a:t>Đối với các nhà khoa học cần yêu cầu các thùng chứa hóa chất, Hệ thống theo dõi hóa học là một hệ thống thông tin sẽ cung cấp một điểm truy cập duy nhất vào kho hóa chất và cho các nhà cung cấp. Hệ thống sẽ lưu trữ vị trí của mọi thùng chứa hóa chất trong công ty, số lượng vật liệu còn lại trong đó và lịch sử đầy đủ của từng vị trí và cách sử dụng của container. Hệ thống này sẽ tiết kiệm cho công ty 25% chi phí hóa chất trong năm đầu tiên sử dụng bằng cách cho phép công ty khai thác triệt để các hóa chất đã có sẵn trong công ty, loại bỏ các container ít sử dụng hoặc hết hạn và sử dụng quy trình mua hóa chất tiêu chuẩn. Không giống như các quy trình đặt hàng thủ công hiện tại, sản phẩm của chúng tôi sẽ tạo ra tất cả các báo cáo cần thiết để tuân thủ các quy định của chính phủ liên bang và tiểu bang yêu cầu báo cáo về việc sử dụng, lưu trữ và xử lý hóa chất</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15</a:t>
            </a:fld>
            <a:endParaRPr lang="en-US"/>
          </a:p>
        </p:txBody>
      </p:sp>
    </p:spTree>
    <p:extLst>
      <p:ext uri="{BB962C8B-B14F-4D97-AF65-F5344CB8AC3E}">
        <p14:creationId xmlns:p14="http://schemas.microsoft.com/office/powerpoint/2010/main" val="3912234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An </a:t>
            </a:r>
            <a:r>
              <a:rPr lang="en-US" i="1" dirty="0"/>
              <a:t>assumption </a:t>
            </a:r>
            <a:r>
              <a:rPr lang="en-US" dirty="0"/>
              <a:t>is statement that is believed to be true in the absence of proof or definitive knowledge: </a:t>
            </a:r>
            <a:r>
              <a:rPr lang="vi-VN" dirty="0"/>
              <a:t>Một giả định là tuyên bố được cho là đúng trong trường hợp không có bằng chứng hoặc kiến thức </a:t>
            </a:r>
            <a:r>
              <a:rPr lang="en-US" dirty="0" err="1"/>
              <a:t>đáng</a:t>
            </a:r>
            <a:r>
              <a:rPr lang="en-US" baseline="0" dirty="0"/>
              <a:t> tin </a:t>
            </a:r>
            <a:r>
              <a:rPr lang="en-US" baseline="0" dirty="0" err="1"/>
              <a:t>cậy</a:t>
            </a:r>
            <a:r>
              <a:rPr lang="vi-VN" dirty="0"/>
              <a:t>.</a:t>
            </a:r>
            <a:endParaRPr lang="en-US" dirty="0"/>
          </a:p>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Record any major dependencies the projects has on external factors. Examples are pending industry standards or government regulations, deliverables from other projects, third-party suppliers, or development partners.:</a:t>
            </a:r>
            <a:r>
              <a:rPr lang="en-US" baseline="0" dirty="0"/>
              <a:t> </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16</a:t>
            </a:fld>
            <a:endParaRPr lang="en-US"/>
          </a:p>
        </p:txBody>
      </p:sp>
    </p:spTree>
    <p:extLst>
      <p:ext uri="{BB962C8B-B14F-4D97-AF65-F5344CB8AC3E}">
        <p14:creationId xmlns:p14="http://schemas.microsoft.com/office/powerpoint/2010/main" val="28030647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Bloatware</a:t>
            </a:r>
            <a:r>
              <a:rPr lang="en-US" baseline="0" dirty="0"/>
              <a:t> (n): </a:t>
            </a:r>
            <a:r>
              <a:rPr lang="en-US" baseline="0" dirty="0" err="1"/>
              <a:t>phần</a:t>
            </a:r>
            <a:r>
              <a:rPr lang="en-US" baseline="0" dirty="0"/>
              <a:t> </a:t>
            </a:r>
            <a:r>
              <a:rPr lang="en-US" baseline="0" dirty="0" err="1"/>
              <a:t>mềm</a:t>
            </a:r>
            <a:r>
              <a:rPr lang="en-US" baseline="0" dirty="0"/>
              <a:t> </a:t>
            </a:r>
            <a:r>
              <a:rPr lang="en-US" baseline="0" dirty="0" err="1"/>
              <a:t>có</a:t>
            </a:r>
            <a:r>
              <a:rPr lang="en-US" baseline="0" dirty="0"/>
              <a:t> </a:t>
            </a:r>
            <a:r>
              <a:rPr lang="en-US" baseline="0" dirty="0" err="1"/>
              <a:t>nhiều</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dư</a:t>
            </a:r>
            <a:r>
              <a:rPr lang="en-US" baseline="0" dirty="0"/>
              <a:t> </a:t>
            </a:r>
            <a:r>
              <a:rPr lang="en-US" baseline="0" dirty="0" err="1"/>
              <a:t>thừa</a:t>
            </a:r>
            <a:endParaRPr lang="en-US" baseline="0" dirty="0"/>
          </a:p>
          <a:p>
            <a:pPr marL="171450" indent="-171450">
              <a:buFontTx/>
              <a:buChar char="-"/>
            </a:pPr>
            <a:r>
              <a:rPr lang="en-US" dirty="0"/>
              <a:t>To focus the development effort and maintain a reasonable project schedule, avoid the temptation to include every feature that any potential customer might eventually want in release 1.0.: </a:t>
            </a:r>
            <a:r>
              <a:rPr lang="en-US" dirty="0" err="1"/>
              <a:t>Để</a:t>
            </a:r>
            <a:r>
              <a:rPr lang="en-US" dirty="0"/>
              <a:t> </a:t>
            </a:r>
            <a:r>
              <a:rPr lang="en-US" dirty="0" err="1"/>
              <a:t>tập</a:t>
            </a:r>
            <a:r>
              <a:rPr lang="en-US" dirty="0"/>
              <a:t> </a:t>
            </a:r>
            <a:r>
              <a:rPr lang="en-US" dirty="0" err="1"/>
              <a:t>trung</a:t>
            </a:r>
            <a:r>
              <a:rPr lang="en-US" dirty="0"/>
              <a:t> </a:t>
            </a:r>
            <a:r>
              <a:rPr lang="en-US" dirty="0" err="1"/>
              <a:t>nỗ</a:t>
            </a:r>
            <a:r>
              <a:rPr lang="en-US" dirty="0"/>
              <a:t> </a:t>
            </a:r>
            <a:r>
              <a:rPr lang="en-US" dirty="0" err="1"/>
              <a:t>lực</a:t>
            </a:r>
            <a:r>
              <a:rPr lang="en-US" dirty="0"/>
              <a:t> </a:t>
            </a:r>
            <a:r>
              <a:rPr lang="en-US" dirty="0" err="1"/>
              <a:t>phát</a:t>
            </a:r>
            <a:r>
              <a:rPr lang="en-US" dirty="0"/>
              <a:t> </a:t>
            </a:r>
            <a:r>
              <a:rPr lang="en-US" dirty="0" err="1"/>
              <a:t>triển</a:t>
            </a:r>
            <a:r>
              <a:rPr lang="en-US" dirty="0"/>
              <a:t> </a:t>
            </a:r>
            <a:r>
              <a:rPr lang="en-US" dirty="0" err="1"/>
              <a:t>và</a:t>
            </a:r>
            <a:r>
              <a:rPr lang="en-US" dirty="0"/>
              <a:t> </a:t>
            </a:r>
            <a:r>
              <a:rPr lang="en-US" dirty="0" err="1"/>
              <a:t>duy</a:t>
            </a:r>
            <a:r>
              <a:rPr lang="en-US" dirty="0"/>
              <a:t> </a:t>
            </a:r>
            <a:r>
              <a:rPr lang="en-US" dirty="0" err="1"/>
              <a:t>trì</a:t>
            </a:r>
            <a:r>
              <a:rPr lang="en-US" dirty="0"/>
              <a:t> </a:t>
            </a:r>
            <a:r>
              <a:rPr lang="en-US" dirty="0" err="1"/>
              <a:t>lịch</a:t>
            </a:r>
            <a:r>
              <a:rPr lang="en-US" dirty="0"/>
              <a:t> </a:t>
            </a:r>
            <a:r>
              <a:rPr lang="en-US" dirty="0" err="1"/>
              <a:t>trình</a:t>
            </a:r>
            <a:r>
              <a:rPr lang="en-US" dirty="0"/>
              <a:t> </a:t>
            </a:r>
            <a:r>
              <a:rPr lang="en-US" dirty="0" err="1"/>
              <a:t>dự</a:t>
            </a:r>
            <a:r>
              <a:rPr lang="en-US" dirty="0"/>
              <a:t> </a:t>
            </a:r>
            <a:r>
              <a:rPr lang="en-US" dirty="0" err="1"/>
              <a:t>án</a:t>
            </a:r>
            <a:r>
              <a:rPr lang="en-US" dirty="0"/>
              <a:t> </a:t>
            </a:r>
            <a:r>
              <a:rPr lang="en-US" dirty="0" err="1"/>
              <a:t>hợp</a:t>
            </a:r>
            <a:r>
              <a:rPr lang="en-US" dirty="0"/>
              <a:t> lý, </a:t>
            </a:r>
            <a:r>
              <a:rPr lang="en-US" dirty="0" err="1"/>
              <a:t>tránh</a:t>
            </a:r>
            <a:r>
              <a:rPr lang="en-US" dirty="0"/>
              <a:t> </a:t>
            </a:r>
            <a:r>
              <a:rPr lang="en-US" dirty="0" err="1"/>
              <a:t>sự</a:t>
            </a:r>
            <a:r>
              <a:rPr lang="en-US" dirty="0"/>
              <a:t> </a:t>
            </a:r>
            <a:r>
              <a:rPr lang="en-US" dirty="0" err="1"/>
              <a:t>cám</a:t>
            </a:r>
            <a:r>
              <a:rPr lang="en-US" dirty="0"/>
              <a:t> </a:t>
            </a:r>
            <a:r>
              <a:rPr lang="en-US" dirty="0" err="1"/>
              <a:t>dỗ</a:t>
            </a:r>
            <a:r>
              <a:rPr lang="en-US" dirty="0"/>
              <a:t> </a:t>
            </a:r>
            <a:r>
              <a:rPr lang="en-US" dirty="0" err="1"/>
              <a:t>bao</a:t>
            </a:r>
            <a:r>
              <a:rPr lang="en-US" dirty="0"/>
              <a:t> </a:t>
            </a:r>
            <a:r>
              <a:rPr lang="en-US" dirty="0" err="1"/>
              <a:t>gồm</a:t>
            </a:r>
            <a:r>
              <a:rPr lang="en-US" dirty="0"/>
              <a:t> </a:t>
            </a:r>
            <a:r>
              <a:rPr lang="en-US" dirty="0" err="1"/>
              <a:t>mọi</a:t>
            </a:r>
            <a:r>
              <a:rPr lang="en-US" dirty="0"/>
              <a:t> </a:t>
            </a:r>
            <a:r>
              <a:rPr lang="en-US" dirty="0" err="1"/>
              <a:t>tính</a:t>
            </a:r>
            <a:r>
              <a:rPr lang="en-US" dirty="0"/>
              <a:t> </a:t>
            </a:r>
            <a:r>
              <a:rPr lang="en-US" dirty="0" err="1"/>
              <a:t>năng</a:t>
            </a:r>
            <a:r>
              <a:rPr lang="en-US" dirty="0"/>
              <a:t> </a:t>
            </a:r>
            <a:r>
              <a:rPr lang="en-US" dirty="0" err="1"/>
              <a:t>mà</a:t>
            </a:r>
            <a:r>
              <a:rPr lang="en-US" dirty="0"/>
              <a:t> </a:t>
            </a:r>
            <a:r>
              <a:rPr lang="en-US" dirty="0" err="1"/>
              <a:t>bất</a:t>
            </a:r>
            <a:r>
              <a:rPr lang="en-US" dirty="0"/>
              <a:t> </a:t>
            </a:r>
            <a:r>
              <a:rPr lang="en-US" dirty="0" err="1"/>
              <a:t>kỳ</a:t>
            </a:r>
            <a:r>
              <a:rPr lang="en-US" dirty="0"/>
              <a:t> </a:t>
            </a:r>
            <a:r>
              <a:rPr lang="en-US" dirty="0" err="1"/>
              <a:t>khách</a:t>
            </a:r>
            <a:r>
              <a:rPr lang="en-US" dirty="0"/>
              <a:t> </a:t>
            </a:r>
            <a:r>
              <a:rPr lang="en-US" dirty="0" err="1"/>
              <a:t>hàng</a:t>
            </a:r>
            <a:r>
              <a:rPr lang="en-US" dirty="0"/>
              <a:t> </a:t>
            </a:r>
            <a:r>
              <a:rPr lang="en-US" dirty="0" err="1"/>
              <a:t>tiềm</a:t>
            </a:r>
            <a:r>
              <a:rPr lang="en-US" dirty="0"/>
              <a:t> </a:t>
            </a:r>
            <a:r>
              <a:rPr lang="en-US" dirty="0" err="1"/>
              <a:t>năng</a:t>
            </a:r>
            <a:r>
              <a:rPr lang="en-US" dirty="0"/>
              <a:t> </a:t>
            </a:r>
            <a:r>
              <a:rPr lang="en-US" dirty="0" err="1"/>
              <a:t>nào</a:t>
            </a:r>
            <a:r>
              <a:rPr lang="en-US" dirty="0"/>
              <a:t> </a:t>
            </a:r>
            <a:r>
              <a:rPr lang="en-US" dirty="0" err="1"/>
              <a:t>cuối</a:t>
            </a:r>
            <a:r>
              <a:rPr lang="en-US" dirty="0"/>
              <a:t> </a:t>
            </a:r>
            <a:r>
              <a:rPr lang="en-US" dirty="0" err="1"/>
              <a:t>cùng</a:t>
            </a:r>
            <a:r>
              <a:rPr lang="en-US" dirty="0"/>
              <a:t> </a:t>
            </a:r>
            <a:r>
              <a:rPr lang="en-US" dirty="0" err="1"/>
              <a:t>cũng</a:t>
            </a:r>
            <a:r>
              <a:rPr lang="en-US" dirty="0"/>
              <a:t> </a:t>
            </a:r>
            <a:r>
              <a:rPr lang="en-US" dirty="0" err="1"/>
              <a:t>có</a:t>
            </a:r>
            <a:r>
              <a:rPr lang="en-US" dirty="0"/>
              <a:t> </a:t>
            </a:r>
            <a:r>
              <a:rPr lang="en-US" dirty="0" err="1"/>
              <a:t>thể</a:t>
            </a:r>
            <a:r>
              <a:rPr lang="en-US" dirty="0"/>
              <a:t> </a:t>
            </a:r>
            <a:r>
              <a:rPr lang="en-US" dirty="0" err="1"/>
              <a:t>muốn</a:t>
            </a:r>
            <a:r>
              <a:rPr lang="en-US" dirty="0"/>
              <a:t> </a:t>
            </a:r>
            <a:r>
              <a:rPr lang="en-US" dirty="0" err="1"/>
              <a:t>trong</a:t>
            </a:r>
            <a:r>
              <a:rPr lang="en-US" dirty="0"/>
              <a:t> </a:t>
            </a:r>
            <a:r>
              <a:rPr lang="en-US" dirty="0" err="1"/>
              <a:t>phiên</a:t>
            </a:r>
            <a:r>
              <a:rPr lang="en-US" dirty="0"/>
              <a:t> </a:t>
            </a:r>
            <a:r>
              <a:rPr lang="en-US" dirty="0" err="1"/>
              <a:t>bản</a:t>
            </a:r>
            <a:r>
              <a:rPr lang="en-US" dirty="0"/>
              <a:t> 1.0.</a:t>
            </a:r>
          </a:p>
        </p:txBody>
      </p:sp>
      <p:sp>
        <p:nvSpPr>
          <p:cNvPr id="4" name="Slide Number Placeholder 3"/>
          <p:cNvSpPr>
            <a:spLocks noGrp="1"/>
          </p:cNvSpPr>
          <p:nvPr>
            <p:ph type="sldNum" sz="quarter" idx="10"/>
          </p:nvPr>
        </p:nvSpPr>
        <p:spPr/>
        <p:txBody>
          <a:bodyPr/>
          <a:lstStyle/>
          <a:p>
            <a:fld id="{D6D8E87D-860B-4D07-AA9C-845386AB8A4E}" type="slidenum">
              <a:rPr lang="en-US" smtClean="0"/>
              <a:t>17</a:t>
            </a:fld>
            <a:endParaRPr lang="en-US"/>
          </a:p>
        </p:txBody>
      </p:sp>
    </p:spTree>
    <p:extLst>
      <p:ext uri="{BB962C8B-B14F-4D97-AF65-F5344CB8AC3E}">
        <p14:creationId xmlns:p14="http://schemas.microsoft.com/office/powerpoint/2010/main" val="700553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If you envision a staged evolution of the product, or if you are following an iterative or incremental life cycle, build a release roadmap that indicates which functionality chunks will be deferred and the desired timing of later release.:</a:t>
            </a:r>
            <a:r>
              <a:rPr lang="en-US" baseline="0" dirty="0"/>
              <a:t> </a:t>
            </a:r>
            <a:r>
              <a:rPr lang="vi-VN" baseline="0" dirty="0"/>
              <a:t>Nếu bạn hình dung một sự tiến hóa theo giai đoạn của sản phẩm, hoặc nếu bạn đang theo một vòng đời lặp lại hoặc tăng dần, hãy xây dựng một lộ trình phát hành cho biết các khối chức năng nào sẽ được hoãn lại và thời gian phát hành mong muốn sau này.</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18</a:t>
            </a:fld>
            <a:endParaRPr lang="en-US"/>
          </a:p>
        </p:txBody>
      </p:sp>
    </p:spTree>
    <p:extLst>
      <p:ext uri="{BB962C8B-B14F-4D97-AF65-F5344CB8AC3E}">
        <p14:creationId xmlns:p14="http://schemas.microsoft.com/office/powerpoint/2010/main" val="359327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streamlined business processes.: </a:t>
            </a:r>
            <a:r>
              <a:rPr lang="en-US" dirty="0" err="1"/>
              <a:t>Những</a:t>
            </a:r>
            <a:r>
              <a:rPr lang="en-US" baseline="0" dirty="0"/>
              <a:t> qui </a:t>
            </a:r>
            <a:r>
              <a:rPr lang="en-US" baseline="0" dirty="0" err="1"/>
              <a:t>trình</a:t>
            </a:r>
            <a:r>
              <a:rPr lang="en-US" baseline="0" dirty="0"/>
              <a:t> </a:t>
            </a:r>
            <a:r>
              <a:rPr lang="en-US" baseline="0" dirty="0" err="1"/>
              <a:t>kinh</a:t>
            </a:r>
            <a:r>
              <a:rPr lang="en-US" baseline="0" dirty="0"/>
              <a:t> </a:t>
            </a:r>
            <a:r>
              <a:rPr lang="en-US" baseline="0" dirty="0" err="1"/>
              <a:t>doanh</a:t>
            </a:r>
            <a:r>
              <a:rPr lang="en-US" baseline="0" dirty="0"/>
              <a:t> </a:t>
            </a:r>
            <a:r>
              <a:rPr lang="en-US" baseline="0" dirty="0" err="1"/>
              <a:t>được</a:t>
            </a:r>
            <a:r>
              <a:rPr lang="en-US" baseline="0" dirty="0"/>
              <a:t> </a:t>
            </a:r>
            <a:r>
              <a:rPr lang="en-US" baseline="0" dirty="0" err="1"/>
              <a:t>sắp</a:t>
            </a:r>
            <a:r>
              <a:rPr lang="en-US" baseline="0" dirty="0"/>
              <a:t> </a:t>
            </a:r>
            <a:r>
              <a:rPr lang="en-US" baseline="0" dirty="0" err="1"/>
              <a:t>xếp</a:t>
            </a:r>
            <a:r>
              <a:rPr lang="en-US" baseline="0" dirty="0"/>
              <a:t> </a:t>
            </a:r>
            <a:r>
              <a:rPr lang="en-US" baseline="0" dirty="0" err="1"/>
              <a:t>hợp</a:t>
            </a:r>
            <a:r>
              <a:rPr lang="en-US" baseline="0" dirty="0"/>
              <a:t> lý</a:t>
            </a:r>
          </a:p>
          <a:p>
            <a:pPr marL="171450" indent="-171450">
              <a:buFontTx/>
              <a:buChar char="-"/>
            </a:pPr>
            <a:r>
              <a:rPr lang="en-US" dirty="0"/>
              <a:t>Any known constraints that must be accommodated.: </a:t>
            </a:r>
            <a:r>
              <a:rPr lang="vi-VN" dirty="0"/>
              <a:t>Bất kỳ hạn chế được biết đến phải được cung cấp.</a:t>
            </a: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19</a:t>
            </a:fld>
            <a:endParaRPr lang="en-US"/>
          </a:p>
        </p:txBody>
      </p:sp>
    </p:spTree>
    <p:extLst>
      <p:ext uri="{BB962C8B-B14F-4D97-AF65-F5344CB8AC3E}">
        <p14:creationId xmlns:p14="http://schemas.microsoft.com/office/powerpoint/2010/main" val="37246189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lvl="1" indent="-171450" algn="l" defTabSz="914400" rtl="0" eaLnBrk="1" fontAlgn="auto" latinLnBrk="0" hangingPunct="1">
              <a:lnSpc>
                <a:spcPct val="100000"/>
              </a:lnSpc>
              <a:spcBef>
                <a:spcPts val="0"/>
              </a:spcBef>
              <a:spcAft>
                <a:spcPts val="0"/>
              </a:spcAft>
              <a:buClrTx/>
              <a:buSzTx/>
              <a:buFontTx/>
              <a:buChar char="-"/>
              <a:tabLst/>
              <a:defRPr/>
            </a:pPr>
            <a:r>
              <a:rPr lang="en-US" dirty="0"/>
              <a:t>Describe the access that users will require to use the system, such as whether the users are distributed over multiple time zones or located close to each other. State when the users in various locations need to access the system.:::::::</a:t>
            </a:r>
            <a:r>
              <a:rPr lang="en-US" baseline="0" dirty="0"/>
              <a:t> </a:t>
            </a:r>
            <a:r>
              <a:rPr lang="vi-VN" baseline="0" dirty="0"/>
              <a:t>Mô tả quyền truy cập mà người dùng sẽ yêu cầu sử dụng hệ thống, chẳng hạn như liệu người dùng có được phân phối trên nhiều múi giờ hoặc nằm gần nhau hay không. Nhà nước khi người dùng ở các địa điểm khác nhau cần truy cập hệ thống.</a:t>
            </a:r>
            <a:endParaRPr lang="en-US" baseline="0" dirty="0"/>
          </a:p>
          <a:p>
            <a:pPr marL="171450" marR="0" lvl="1" indent="-171450" algn="l" defTabSz="914400" rtl="0" eaLnBrk="1" fontAlgn="auto" latinLnBrk="0" hangingPunct="1">
              <a:lnSpc>
                <a:spcPct val="100000"/>
              </a:lnSpc>
              <a:spcBef>
                <a:spcPts val="0"/>
              </a:spcBef>
              <a:spcAft>
                <a:spcPts val="0"/>
              </a:spcAft>
              <a:buClrTx/>
              <a:buSzTx/>
              <a:buFontTx/>
              <a:buChar char="-"/>
              <a:tabLst/>
              <a:defRP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20</a:t>
            </a:fld>
            <a:endParaRPr lang="en-US"/>
          </a:p>
        </p:txBody>
      </p:sp>
    </p:spTree>
    <p:extLst>
      <p:ext uri="{BB962C8B-B14F-4D97-AF65-F5344CB8AC3E}">
        <p14:creationId xmlns:p14="http://schemas.microsoft.com/office/powerpoint/2010/main" val="1544909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Accommodate (v): </a:t>
            </a:r>
            <a:r>
              <a:rPr lang="en-US" dirty="0" err="1"/>
              <a:t>tương</a:t>
            </a:r>
            <a:r>
              <a:rPr lang="en-US" baseline="0" dirty="0"/>
              <a:t> </a:t>
            </a:r>
            <a:r>
              <a:rPr lang="en-US" baseline="0" dirty="0" err="1"/>
              <a:t>thích</a:t>
            </a:r>
            <a:endParaRPr lang="en-US" baseline="0" dirty="0"/>
          </a:p>
          <a:p>
            <a:pPr marL="171450" indent="-171450">
              <a:buFontTx/>
              <a:buChar char="-"/>
            </a:pPr>
            <a:r>
              <a:rPr lang="en-US" dirty="0"/>
              <a:t>It shows all of the systems related to the system of interest that interact with one another and the nature of those interactions: </a:t>
            </a:r>
            <a:r>
              <a:rPr lang="vi-VN" dirty="0"/>
              <a:t>Nó </a:t>
            </a:r>
            <a:r>
              <a:rPr lang="en-US" dirty="0" err="1"/>
              <a:t>hiển</a:t>
            </a:r>
            <a:r>
              <a:rPr lang="en-US" baseline="0" dirty="0"/>
              <a:t> </a:t>
            </a:r>
            <a:r>
              <a:rPr lang="en-US" baseline="0" dirty="0" err="1"/>
              <a:t>thị</a:t>
            </a:r>
            <a:r>
              <a:rPr lang="en-US" baseline="0" dirty="0"/>
              <a:t> </a:t>
            </a:r>
            <a:r>
              <a:rPr lang="vi-VN" dirty="0"/>
              <a:t>tất cả các hệ thống liên quan đến hệ thống quan tâm tương tác với nhau và bản chất của các tương tác đó.</a:t>
            </a:r>
            <a:endParaRPr lang="en-US" dirty="0"/>
          </a:p>
        </p:txBody>
      </p:sp>
      <p:sp>
        <p:nvSpPr>
          <p:cNvPr id="4" name="Slide Number Placeholder 3"/>
          <p:cNvSpPr>
            <a:spLocks noGrp="1"/>
          </p:cNvSpPr>
          <p:nvPr>
            <p:ph type="sldNum" sz="quarter" idx="10"/>
          </p:nvPr>
        </p:nvSpPr>
        <p:spPr/>
        <p:txBody>
          <a:bodyPr/>
          <a:lstStyle/>
          <a:p>
            <a:fld id="{2703B8A6-B247-464E-AD77-17D8801589F1}" type="slidenum">
              <a:rPr lang="en-US" smtClean="0"/>
              <a:t>22</a:t>
            </a:fld>
            <a:endParaRPr lang="en-US"/>
          </a:p>
        </p:txBody>
      </p:sp>
    </p:spTree>
    <p:extLst>
      <p:ext uri="{BB962C8B-B14F-4D97-AF65-F5344CB8AC3E}">
        <p14:creationId xmlns:p14="http://schemas.microsoft.com/office/powerpoint/2010/main" val="20532425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An event list identifies external events that could trigger behavior in the system: </a:t>
            </a:r>
            <a:r>
              <a:rPr lang="en-US" dirty="0" err="1"/>
              <a:t>Một</a:t>
            </a:r>
            <a:r>
              <a:rPr lang="en-US" dirty="0"/>
              <a:t> </a:t>
            </a:r>
            <a:r>
              <a:rPr lang="en-US" dirty="0" err="1"/>
              <a:t>danh</a:t>
            </a:r>
            <a:r>
              <a:rPr lang="en-US" dirty="0"/>
              <a:t> </a:t>
            </a:r>
            <a:r>
              <a:rPr lang="en-US" dirty="0" err="1"/>
              <a:t>sách</a:t>
            </a:r>
            <a:r>
              <a:rPr lang="en-US" dirty="0"/>
              <a:t> </a:t>
            </a:r>
            <a:r>
              <a:rPr lang="en-US" dirty="0" err="1"/>
              <a:t>sự</a:t>
            </a:r>
            <a:r>
              <a:rPr lang="en-US" dirty="0"/>
              <a:t> </a:t>
            </a:r>
            <a:r>
              <a:rPr lang="en-US" dirty="0" err="1"/>
              <a:t>kiện</a:t>
            </a:r>
            <a:r>
              <a:rPr lang="en-US" dirty="0"/>
              <a:t> </a:t>
            </a:r>
            <a:r>
              <a:rPr lang="en-US" dirty="0" err="1"/>
              <a:t>xác</a:t>
            </a:r>
            <a:r>
              <a:rPr lang="en-US" dirty="0"/>
              <a:t> </a:t>
            </a:r>
            <a:r>
              <a:rPr lang="en-US" dirty="0" err="1"/>
              <a:t>định</a:t>
            </a:r>
            <a:r>
              <a:rPr lang="en-US" dirty="0"/>
              <a:t> </a:t>
            </a:r>
            <a:r>
              <a:rPr lang="en-US" dirty="0" err="1"/>
              <a:t>các</a:t>
            </a:r>
            <a:r>
              <a:rPr lang="en-US" dirty="0"/>
              <a:t> </a:t>
            </a:r>
            <a:r>
              <a:rPr lang="en-US" dirty="0" err="1"/>
              <a:t>sự</a:t>
            </a:r>
            <a:r>
              <a:rPr lang="en-US" dirty="0"/>
              <a:t> </a:t>
            </a:r>
            <a:r>
              <a:rPr lang="en-US" dirty="0" err="1"/>
              <a:t>kiện</a:t>
            </a:r>
            <a:r>
              <a:rPr lang="en-US" dirty="0"/>
              <a:t> </a:t>
            </a:r>
            <a:r>
              <a:rPr lang="en-US" dirty="0" err="1"/>
              <a:t>bên</a:t>
            </a:r>
            <a:r>
              <a:rPr lang="en-US" dirty="0"/>
              <a:t> </a:t>
            </a:r>
            <a:r>
              <a:rPr lang="en-US" dirty="0" err="1"/>
              <a:t>ngoài</a:t>
            </a:r>
            <a:r>
              <a:rPr lang="en-US" dirty="0"/>
              <a:t> </a:t>
            </a:r>
            <a:r>
              <a:rPr lang="en-US" dirty="0" err="1"/>
              <a:t>có</a:t>
            </a:r>
            <a:r>
              <a:rPr lang="en-US" dirty="0"/>
              <a:t> </a:t>
            </a:r>
            <a:r>
              <a:rPr lang="en-US" dirty="0" err="1"/>
              <a:t>thể</a:t>
            </a:r>
            <a:r>
              <a:rPr lang="en-US" dirty="0"/>
              <a:t> </a:t>
            </a:r>
            <a:r>
              <a:rPr lang="en-US" dirty="0" err="1"/>
              <a:t>kích</a:t>
            </a:r>
            <a:r>
              <a:rPr lang="en-US" dirty="0"/>
              <a:t> </a:t>
            </a:r>
            <a:r>
              <a:rPr lang="en-US" dirty="0" err="1"/>
              <a:t>hoạt</a:t>
            </a:r>
            <a:r>
              <a:rPr lang="en-US" dirty="0"/>
              <a:t> </a:t>
            </a:r>
            <a:r>
              <a:rPr lang="en-US" dirty="0" err="1"/>
              <a:t>hành</a:t>
            </a:r>
            <a:r>
              <a:rPr lang="en-US" dirty="0"/>
              <a:t> vi </a:t>
            </a:r>
            <a:r>
              <a:rPr lang="en-US" dirty="0" err="1"/>
              <a:t>trong</a:t>
            </a:r>
            <a:r>
              <a:rPr lang="en-US" dirty="0"/>
              <a:t> </a:t>
            </a:r>
            <a:r>
              <a:rPr lang="en-US" dirty="0" err="1"/>
              <a:t>hệ</a:t>
            </a:r>
            <a:r>
              <a:rPr lang="en-US" dirty="0"/>
              <a:t> </a:t>
            </a:r>
            <a:r>
              <a:rPr lang="en-US" dirty="0" err="1"/>
              <a:t>thống</a:t>
            </a:r>
            <a:r>
              <a:rPr lang="en-US" dirty="0"/>
              <a:t>.</a:t>
            </a:r>
          </a:p>
          <a:p>
            <a:pPr marL="171450" indent="-171450">
              <a:buFontTx/>
              <a:buChar char="-"/>
            </a:pPr>
            <a:r>
              <a:rPr lang="en-US" dirty="0"/>
              <a:t>Chemist places a chemical request: </a:t>
            </a:r>
            <a:r>
              <a:rPr lang="en-US" dirty="0" err="1"/>
              <a:t>Nhà</a:t>
            </a:r>
            <a:r>
              <a:rPr lang="en-US" dirty="0"/>
              <a:t> </a:t>
            </a:r>
            <a:r>
              <a:rPr lang="en-US" dirty="0" err="1"/>
              <a:t>hóa</a:t>
            </a:r>
            <a:r>
              <a:rPr lang="en-US" dirty="0"/>
              <a:t> </a:t>
            </a:r>
            <a:r>
              <a:rPr lang="en-US" dirty="0" err="1"/>
              <a:t>học</a:t>
            </a:r>
            <a:r>
              <a:rPr lang="en-US" dirty="0"/>
              <a:t> </a:t>
            </a:r>
            <a:r>
              <a:rPr lang="en-US" dirty="0" err="1"/>
              <a:t>thực</a:t>
            </a:r>
            <a:r>
              <a:rPr lang="en-US" baseline="0" dirty="0"/>
              <a:t> </a:t>
            </a:r>
            <a:r>
              <a:rPr lang="en-US" baseline="0" dirty="0" err="1"/>
              <a:t>hiện</a:t>
            </a:r>
            <a:r>
              <a:rPr lang="en-US" dirty="0"/>
              <a:t> </a:t>
            </a:r>
            <a:r>
              <a:rPr lang="en-US" dirty="0" err="1"/>
              <a:t>một</a:t>
            </a:r>
            <a:r>
              <a:rPr lang="en-US" dirty="0"/>
              <a:t> </a:t>
            </a:r>
            <a:r>
              <a:rPr lang="en-US" dirty="0" err="1"/>
              <a:t>yêu</a:t>
            </a:r>
            <a:r>
              <a:rPr lang="en-US" dirty="0"/>
              <a:t> </a:t>
            </a:r>
            <a:r>
              <a:rPr lang="en-US" dirty="0" err="1"/>
              <a:t>cầu</a:t>
            </a:r>
            <a:r>
              <a:rPr lang="en-US" dirty="0"/>
              <a:t> </a:t>
            </a:r>
            <a:r>
              <a:rPr lang="en-US" dirty="0" err="1"/>
              <a:t>hóa</a:t>
            </a:r>
            <a:r>
              <a:rPr lang="en-US" dirty="0"/>
              <a:t> </a:t>
            </a:r>
            <a:r>
              <a:rPr lang="en-US" dirty="0" err="1"/>
              <a:t>học</a:t>
            </a:r>
            <a:r>
              <a:rPr lang="en-US" dirty="0"/>
              <a:t>.</a:t>
            </a:r>
          </a:p>
          <a:p>
            <a:pPr marL="171450" indent="-171450">
              <a:buFontTx/>
              <a:buChar char="-"/>
            </a:pPr>
            <a:r>
              <a:rPr lang="en-US" dirty="0"/>
              <a:t>Vendor indicates chemical is backordered: </a:t>
            </a:r>
            <a:r>
              <a:rPr lang="vi-VN" dirty="0"/>
              <a:t>Nhà cung cấp chỉ ra hóa chất được đặt hàng trước.</a:t>
            </a:r>
            <a:endParaRPr lang="en-US" dirty="0"/>
          </a:p>
          <a:p>
            <a:pPr marL="171450" indent="-171450">
              <a:buFontTx/>
              <a:buChar char="-"/>
            </a:pPr>
            <a:r>
              <a:rPr lang="en-US" dirty="0"/>
              <a:t>New proprietary chemical is accessioned into system: </a:t>
            </a:r>
            <a:r>
              <a:rPr lang="vi-VN" dirty="0"/>
              <a:t>Hóa chất độc quyền mới được gia nhập vào hệ thống.</a:t>
            </a:r>
            <a:endParaRPr lang="en-US" dirty="0"/>
          </a:p>
        </p:txBody>
      </p:sp>
      <p:sp>
        <p:nvSpPr>
          <p:cNvPr id="4" name="Slide Number Placeholder 3"/>
          <p:cNvSpPr>
            <a:spLocks noGrp="1"/>
          </p:cNvSpPr>
          <p:nvPr>
            <p:ph type="sldNum" sz="quarter" idx="10"/>
          </p:nvPr>
        </p:nvSpPr>
        <p:spPr/>
        <p:txBody>
          <a:bodyPr/>
          <a:lstStyle/>
          <a:p>
            <a:fld id="{2703B8A6-B247-464E-AD77-17D8801589F1}" type="slidenum">
              <a:rPr lang="en-US" smtClean="0"/>
              <a:t>24</a:t>
            </a:fld>
            <a:endParaRPr lang="en-US"/>
          </a:p>
        </p:txBody>
      </p:sp>
    </p:spTree>
    <p:extLst>
      <p:ext uri="{BB962C8B-B14F-4D97-AF65-F5344CB8AC3E}">
        <p14:creationId xmlns:p14="http://schemas.microsoft.com/office/powerpoint/2010/main" val="35627441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When an executive requests a new feature that he thought of over the weekend, you can use quantitative analysis to help determine if adding it is the right biz decision: </a:t>
            </a:r>
            <a:r>
              <a:rPr lang="vi-VN" dirty="0"/>
              <a:t>Khi một giám đốc điều hành yêu cầu một tính năng mới mà anh ấy nghĩ đến vào cuối tuần, bạn có thể sử dụng phân tích định lượng để giúp xác định xem việc thêm nó có phải là quyết định đúng đắn hay không</a:t>
            </a:r>
            <a:r>
              <a:rPr lang="en-US" dirty="0"/>
              <a:t>.</a:t>
            </a:r>
          </a:p>
          <a:p>
            <a:pPr marL="171450" indent="-171450">
              <a:buFontTx/>
              <a:buChar char="-"/>
            </a:pPr>
            <a:r>
              <a:rPr lang="en-US" dirty="0"/>
              <a:t>Using business objectives to make scoping decisions: </a:t>
            </a:r>
            <a:r>
              <a:rPr lang="vi-VN" dirty="0"/>
              <a:t>Sử dụng các mục tiêu kinh doanh để đưa ra quyết định phạm vi.</a:t>
            </a:r>
            <a:endParaRPr lang="en-US"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2703B8A6-B247-464E-AD77-17D8801589F1}" type="slidenum">
              <a:rPr lang="en-US" smtClean="0"/>
              <a:t>25</a:t>
            </a:fld>
            <a:endParaRPr lang="en-US"/>
          </a:p>
        </p:txBody>
      </p:sp>
    </p:spTree>
    <p:extLst>
      <p:ext uri="{BB962C8B-B14F-4D97-AF65-F5344CB8AC3E}">
        <p14:creationId xmlns:p14="http://schemas.microsoft.com/office/powerpoint/2010/main" val="38744357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 Quality often suffers if the allocated resources or time are not increased when new functionality is added.:</a:t>
            </a:r>
            <a:r>
              <a:rPr lang="en-US" baseline="0" dirty="0"/>
              <a:t> </a:t>
            </a:r>
            <a:r>
              <a:rPr lang="vi-VN" baseline="0" dirty="0"/>
              <a:t>Chất lượng thường bị ảnh hưởng nếu tài nguyên được phân bổ hoặc thời gian không được tăng lên khi chức năng mới được thêm vào.</a:t>
            </a:r>
            <a:endParaRPr lang="en-US" dirty="0"/>
          </a:p>
        </p:txBody>
      </p:sp>
      <p:sp>
        <p:nvSpPr>
          <p:cNvPr id="4" name="Slide Number Placeholder 3"/>
          <p:cNvSpPr>
            <a:spLocks noGrp="1"/>
          </p:cNvSpPr>
          <p:nvPr>
            <p:ph type="sldNum" sz="quarter" idx="10"/>
          </p:nvPr>
        </p:nvSpPr>
        <p:spPr/>
        <p:txBody>
          <a:bodyPr/>
          <a:lstStyle/>
          <a:p>
            <a:fld id="{2703B8A6-B247-464E-AD77-17D8801589F1}" type="slidenum">
              <a:rPr lang="en-US" smtClean="0"/>
              <a:t>26</a:t>
            </a:fld>
            <a:endParaRPr lang="en-US"/>
          </a:p>
        </p:txBody>
      </p:sp>
    </p:spTree>
    <p:extLst>
      <p:ext uri="{BB962C8B-B14F-4D97-AF65-F5344CB8AC3E}">
        <p14:creationId xmlns:p14="http://schemas.microsoft.com/office/powerpoint/2010/main" val="15398287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Instead of trying to fight scope creep, the team prioritizes new requirements against existing items in the backlog and allocates them to future iterations: </a:t>
            </a:r>
            <a:r>
              <a:rPr lang="vi-VN" dirty="0"/>
              <a:t>Thay vì cố gắng chống lại </a:t>
            </a:r>
            <a:r>
              <a:rPr lang="en-US" dirty="0" err="1"/>
              <a:t>trượt</a:t>
            </a:r>
            <a:r>
              <a:rPr lang="en-US" baseline="0" dirty="0"/>
              <a:t> </a:t>
            </a:r>
            <a:r>
              <a:rPr lang="en-US" baseline="0" dirty="0" err="1"/>
              <a:t>phạm</a:t>
            </a:r>
            <a:r>
              <a:rPr lang="en-US" baseline="0" dirty="0"/>
              <a:t> vi</a:t>
            </a:r>
            <a:r>
              <a:rPr lang="vi-VN" dirty="0"/>
              <a:t>, nhóm ưu tiên các yêu cầu mới đối với các mục hiện có trong backlog và phân bổ chúng cho các lần lặp lại trong tương lai.</a:t>
            </a:r>
            <a:endParaRPr lang="en-US" dirty="0"/>
          </a:p>
          <a:p>
            <a:pPr marL="171450" indent="-171450">
              <a:buFontTx/>
              <a:buChar char="-"/>
            </a:pPr>
            <a:r>
              <a:rPr lang="en-US" sz="1200" b="0" i="0" u="none" strike="noStrike" kern="1200" baseline="0" dirty="0">
                <a:solidFill>
                  <a:schemeClr val="tx1"/>
                </a:solidFill>
                <a:latin typeface="+mn-lt"/>
                <a:ea typeface="+mn-ea"/>
                <a:cs typeface="+mn-cs"/>
              </a:rPr>
              <a:t>Many agile projects conduct an upfront planning iteration (iteration zero) to define the overarching product vision and other business requirements for the project.: </a:t>
            </a:r>
            <a:r>
              <a:rPr lang="vi-VN" sz="1200" b="0" i="0" u="none" strike="noStrike" kern="1200" baseline="0" dirty="0">
                <a:solidFill>
                  <a:schemeClr val="tx1"/>
                </a:solidFill>
                <a:latin typeface="+mn-lt"/>
                <a:ea typeface="+mn-ea"/>
                <a:cs typeface="+mn-cs"/>
              </a:rPr>
              <a:t>Nhiều dự án </a:t>
            </a:r>
            <a:r>
              <a:rPr lang="en-US" sz="1200" b="0" i="0" u="none" strike="noStrike" kern="1200" baseline="0" dirty="0">
                <a:solidFill>
                  <a:schemeClr val="tx1"/>
                </a:solidFill>
                <a:latin typeface="+mn-lt"/>
                <a:ea typeface="+mn-ea"/>
                <a:cs typeface="+mn-cs"/>
              </a:rPr>
              <a:t>linh </a:t>
            </a:r>
            <a:r>
              <a:rPr lang="en-US" sz="1200" b="0" i="0" u="none" strike="noStrike" kern="1200" baseline="0" dirty="0" err="1">
                <a:solidFill>
                  <a:schemeClr val="tx1"/>
                </a:solidFill>
                <a:latin typeface="+mn-lt"/>
                <a:ea typeface="+mn-ea"/>
                <a:cs typeface="+mn-cs"/>
              </a:rPr>
              <a:t>hoạt</a:t>
            </a:r>
            <a:r>
              <a:rPr lang="vi-VN" sz="1200" b="0" i="0" u="none" strike="noStrike" kern="1200" baseline="0" dirty="0">
                <a:solidFill>
                  <a:schemeClr val="tx1"/>
                </a:solidFill>
                <a:latin typeface="+mn-lt"/>
                <a:ea typeface="+mn-ea"/>
                <a:cs typeface="+mn-cs"/>
              </a:rPr>
              <a:t> thực hiện lần lặp lập kế hoạch trả trước (số 0) để xác định tầm nhìn bao quát của sản phẩm và các yêu cầu kinh doanh khác cho dự án.</a:t>
            </a:r>
            <a:endParaRPr lang="en-US" dirty="0"/>
          </a:p>
        </p:txBody>
      </p:sp>
      <p:sp>
        <p:nvSpPr>
          <p:cNvPr id="4" name="Slide Number Placeholder 3"/>
          <p:cNvSpPr>
            <a:spLocks noGrp="1"/>
          </p:cNvSpPr>
          <p:nvPr>
            <p:ph type="sldNum" sz="quarter" idx="10"/>
          </p:nvPr>
        </p:nvSpPr>
        <p:spPr/>
        <p:txBody>
          <a:bodyPr/>
          <a:lstStyle/>
          <a:p>
            <a:fld id="{2703B8A6-B247-464E-AD77-17D8801589F1}" type="slidenum">
              <a:rPr lang="en-US" smtClean="0"/>
              <a:t>27</a:t>
            </a:fld>
            <a:endParaRPr lang="en-US"/>
          </a:p>
        </p:txBody>
      </p:sp>
    </p:spTree>
    <p:extLst>
      <p:ext uri="{BB962C8B-B14F-4D97-AF65-F5344CB8AC3E}">
        <p14:creationId xmlns:p14="http://schemas.microsoft.com/office/powerpoint/2010/main" val="2881736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r>
              <a:rPr lang="en-US" dirty="0"/>
              <a:t>Backlog (n): </a:t>
            </a:r>
            <a:r>
              <a:rPr lang="en-US" dirty="0" err="1"/>
              <a:t>phần</a:t>
            </a:r>
            <a:r>
              <a:rPr lang="en-US" baseline="0" dirty="0"/>
              <a:t> </a:t>
            </a:r>
            <a:r>
              <a:rPr lang="en-US" baseline="0" dirty="0" err="1"/>
              <a:t>công</a:t>
            </a:r>
            <a:r>
              <a:rPr lang="en-US" baseline="0" dirty="0"/>
              <a:t> </a:t>
            </a:r>
            <a:r>
              <a:rPr lang="en-US" baseline="0" dirty="0" err="1"/>
              <a:t>việc</a:t>
            </a:r>
            <a:r>
              <a:rPr lang="en-US" baseline="0" dirty="0"/>
              <a:t> </a:t>
            </a:r>
            <a:r>
              <a:rPr lang="en-US" baseline="0" dirty="0" err="1"/>
              <a:t>còn</a:t>
            </a:r>
            <a:r>
              <a:rPr lang="en-US" baseline="0" dirty="0"/>
              <a:t> </a:t>
            </a:r>
            <a:r>
              <a:rPr lang="en-US" baseline="0" dirty="0" err="1"/>
              <a:t>tồn</a:t>
            </a:r>
            <a:r>
              <a:rPr lang="en-US" baseline="0" dirty="0"/>
              <a:t> </a:t>
            </a:r>
            <a:r>
              <a:rPr lang="en-US" baseline="0" dirty="0" err="1"/>
              <a:t>đọng</a:t>
            </a:r>
            <a:r>
              <a:rPr lang="en-US" baseline="0" dirty="0"/>
              <a:t> </a:t>
            </a:r>
            <a:r>
              <a:rPr lang="en-US" baseline="0" dirty="0" err="1"/>
              <a:t>thưa</a:t>
            </a:r>
            <a:r>
              <a:rPr lang="en-US" baseline="0" dirty="0"/>
              <a:t> </a:t>
            </a:r>
            <a:r>
              <a:rPr lang="en-US" baseline="0" dirty="0" err="1"/>
              <a:t>chực</a:t>
            </a:r>
            <a:r>
              <a:rPr lang="en-US" baseline="0" dirty="0"/>
              <a:t> </a:t>
            </a:r>
            <a:r>
              <a:rPr lang="en-US" baseline="0" dirty="0" err="1"/>
              <a:t>hiện</a:t>
            </a:r>
            <a:r>
              <a:rPr lang="en-US" baseline="0" dirty="0"/>
              <a:t>. </a:t>
            </a:r>
          </a:p>
          <a:p>
            <a:pPr marL="171450" indent="-171450">
              <a:buFontTx/>
              <a:buChar char="-"/>
            </a:pPr>
            <a:r>
              <a:rPr lang="en-US" baseline="0" dirty="0"/>
              <a:t>Product backlog: </a:t>
            </a:r>
            <a:r>
              <a:rPr lang="en-US" baseline="0" dirty="0" err="1"/>
              <a:t>phần</a:t>
            </a:r>
            <a:r>
              <a:rPr lang="en-US" baseline="0" dirty="0"/>
              <a:t> </a:t>
            </a:r>
            <a:r>
              <a:rPr lang="en-US" baseline="0" dirty="0" err="1"/>
              <a:t>còn</a:t>
            </a:r>
            <a:r>
              <a:rPr lang="en-US" baseline="0" dirty="0"/>
              <a:t> </a:t>
            </a:r>
            <a:r>
              <a:rPr lang="en-US" baseline="0" dirty="0" err="1"/>
              <a:t>lại</a:t>
            </a:r>
            <a:r>
              <a:rPr lang="en-US" baseline="0" dirty="0"/>
              <a:t> </a:t>
            </a:r>
            <a:r>
              <a:rPr lang="en-US" baseline="0" dirty="0" err="1"/>
              <a:t>của</a:t>
            </a:r>
            <a:r>
              <a:rPr lang="en-US" baseline="0" dirty="0"/>
              <a:t> </a:t>
            </a:r>
            <a:r>
              <a:rPr lang="en-US" baseline="0" dirty="0" err="1"/>
              <a:t>dự</a:t>
            </a:r>
            <a:r>
              <a:rPr lang="en-US" baseline="0" dirty="0"/>
              <a:t> </a:t>
            </a:r>
            <a:r>
              <a:rPr lang="en-US" baseline="0" dirty="0" err="1"/>
              <a:t>án</a:t>
            </a:r>
            <a:endParaRPr lang="en-US" baseline="0" dirty="0"/>
          </a:p>
          <a:p>
            <a:pPr marL="171450" indent="-171450">
              <a:buFontTx/>
              <a:buChar char="-"/>
            </a:pPr>
            <a:r>
              <a:rPr lang="en-US" baseline="0" dirty="0"/>
              <a:t>Velocity (n): </a:t>
            </a:r>
            <a:r>
              <a:rPr lang="en-US" baseline="0" dirty="0" err="1"/>
              <a:t>Tốc</a:t>
            </a:r>
            <a:r>
              <a:rPr lang="en-US" baseline="0" dirty="0"/>
              <a:t> </a:t>
            </a:r>
            <a:r>
              <a:rPr lang="en-US" baseline="0" dirty="0" err="1"/>
              <a:t>độ</a:t>
            </a: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28</a:t>
            </a:fld>
            <a:endParaRPr lang="en-US"/>
          </a:p>
        </p:txBody>
      </p:sp>
    </p:spTree>
    <p:extLst>
      <p:ext uri="{BB962C8B-B14F-4D97-AF65-F5344CB8AC3E}">
        <p14:creationId xmlns:p14="http://schemas.microsoft.com/office/powerpoint/2010/main" val="8927682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pay-off (n): chi </a:t>
            </a:r>
            <a:r>
              <a:rPr lang="en-US" dirty="0" err="1"/>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29</a:t>
            </a:fld>
            <a:endParaRPr lang="en-US"/>
          </a:p>
        </p:txBody>
      </p:sp>
    </p:spTree>
    <p:extLst>
      <p:ext uri="{BB962C8B-B14F-4D97-AF65-F5344CB8AC3E}">
        <p14:creationId xmlns:p14="http://schemas.microsoft.com/office/powerpoint/2010/main" val="20547801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a:solidFill>
                  <a:srgbClr val="0000FF"/>
                </a:solidFill>
                <a:latin typeface="+mn-lt"/>
              </a:rPr>
              <a:t>ĐẠI</a:t>
            </a:r>
            <a:r>
              <a:rPr lang="en-US" sz="3200" b="1" baseline="0" dirty="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1800392"/>
      </p:ext>
    </p:extLst>
  </p:cSld>
  <p:clrMapOvr>
    <a:masterClrMapping/>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a:t>Click to edit Master title style</a:t>
            </a:r>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a:t>Chapter 5: Enstablish the business requirements -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50942723"/>
      </p:ext>
    </p:extLst>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5: Enstablish the business requirements -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3754104"/>
      </p:ext>
    </p:extLst>
  </p:cSld>
  <p:clrMapOvr>
    <a:masterClrMapping/>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5: Enstablish the business requirements - BayHV</a:t>
            </a:r>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63812075"/>
      </p:ext>
    </p:extLst>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a:t>Chapter 5: Enstablish the business requirements - BayHV</a:t>
            </a:r>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81098724"/>
      </p:ext>
    </p:extLst>
  </p:cSld>
  <p:clrMapOvr>
    <a:masterClrMapping/>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a:t>Chapter 5: Enstablish the business requirements - BayHV</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8631794"/>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Lst>
  <p:transition>
    <p:split orient="vert"/>
  </p:transition>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l"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l"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gi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gi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8971" y="3578942"/>
            <a:ext cx="7876227" cy="1883686"/>
          </a:xfrm>
        </p:spPr>
        <p:txBody>
          <a:bodyPr>
            <a:normAutofit/>
          </a:bodyPr>
          <a:lstStyle/>
          <a:p>
            <a:r>
              <a:rPr lang="en-US" sz="2400" dirty="0"/>
              <a:t>CHAPTER 5</a:t>
            </a:r>
            <a:br>
              <a:rPr lang="en-US" sz="3600" dirty="0"/>
            </a:br>
            <a:r>
              <a:rPr lang="en-US" sz="3600" dirty="0"/>
              <a:t> Establishing the business requirements</a:t>
            </a:r>
          </a:p>
        </p:txBody>
      </p:sp>
    </p:spTree>
    <p:extLst>
      <p:ext uri="{BB962C8B-B14F-4D97-AF65-F5344CB8AC3E}">
        <p14:creationId xmlns:p14="http://schemas.microsoft.com/office/powerpoint/2010/main" val="3361633347"/>
      </p:ext>
    </p:extLst>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4</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463746115"/>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96737166"/>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310" y="1179871"/>
            <a:ext cx="8770374" cy="4941529"/>
          </a:xfrm>
        </p:spPr>
        <p:txBody>
          <a:bodyPr/>
          <a:lstStyle/>
          <a:p>
            <a:r>
              <a:rPr lang="en-US" dirty="0"/>
              <a:t>Understanding the business requirements and how to define them.</a:t>
            </a:r>
          </a:p>
          <a:p>
            <a:r>
              <a:rPr lang="en-US" dirty="0"/>
              <a:t>Student should enhance the structure of vision and scope document, a deliverable that contains the project’s business requirements.</a:t>
            </a:r>
          </a:p>
          <a:p>
            <a:r>
              <a:rPr lang="en-US" dirty="0"/>
              <a:t>Student could write the vision and scope about project through using vision statement and scope representation techniques.</a:t>
            </a:r>
          </a:p>
          <a:p>
            <a:r>
              <a:rPr lang="en-US" dirty="0"/>
              <a:t> Understanding the vision and scope on agile project.</a:t>
            </a:r>
          </a:p>
        </p:txBody>
      </p:sp>
      <p:sp>
        <p:nvSpPr>
          <p:cNvPr id="2" name="Title 1"/>
          <p:cNvSpPr>
            <a:spLocks noGrp="1"/>
          </p:cNvSpPr>
          <p:nvPr>
            <p:ph type="title"/>
          </p:nvPr>
        </p:nvSpPr>
        <p:spPr>
          <a:xfrm>
            <a:off x="2959510" y="-17111"/>
            <a:ext cx="6184490" cy="1052161"/>
          </a:xfrm>
        </p:spPr>
        <p:txBody>
          <a:bodyPr/>
          <a:lstStyle/>
          <a:p>
            <a:r>
              <a:rPr lang="en-US" sz="3200" dirty="0"/>
              <a:t>Objectives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3543628810"/>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4039" y="0"/>
            <a:ext cx="6449961" cy="1052161"/>
          </a:xfrm>
        </p:spPr>
        <p:txBody>
          <a:bodyPr/>
          <a:lstStyle/>
          <a:p>
            <a:r>
              <a:rPr lang="en-US" sz="3200" dirty="0"/>
              <a:t>Contents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
        <p:nvSpPr>
          <p:cNvPr id="3" name="Content Placeholder 2"/>
          <p:cNvSpPr>
            <a:spLocks noGrp="1"/>
          </p:cNvSpPr>
          <p:nvPr>
            <p:ph idx="1"/>
          </p:nvPr>
        </p:nvSpPr>
        <p:spPr>
          <a:xfrm>
            <a:off x="235974" y="1140541"/>
            <a:ext cx="8662220" cy="5199933"/>
          </a:xfrm>
        </p:spPr>
        <p:txBody>
          <a:bodyPr>
            <a:noAutofit/>
          </a:bodyPr>
          <a:lstStyle/>
          <a:p>
            <a:r>
              <a:rPr lang="en-US" dirty="0"/>
              <a:t>Business requirements</a:t>
            </a:r>
          </a:p>
          <a:p>
            <a:pPr lvl="1"/>
            <a:r>
              <a:rPr lang="en-US" sz="2800" dirty="0"/>
              <a:t>Identifying desired business benefits</a:t>
            </a:r>
          </a:p>
          <a:p>
            <a:pPr lvl="1"/>
            <a:r>
              <a:rPr lang="en-US" sz="2800" dirty="0"/>
              <a:t>Business objectives and opportunities</a:t>
            </a:r>
          </a:p>
          <a:p>
            <a:r>
              <a:rPr lang="en-US" dirty="0"/>
              <a:t>Scope representation techniques</a:t>
            </a:r>
          </a:p>
          <a:p>
            <a:pPr lvl="1"/>
            <a:r>
              <a:rPr lang="en-US" sz="2800" dirty="0"/>
              <a:t>Context diagram </a:t>
            </a:r>
          </a:p>
          <a:p>
            <a:pPr lvl="1"/>
            <a:r>
              <a:rPr lang="en-US" sz="2800" dirty="0"/>
              <a:t>Ecosystem map </a:t>
            </a:r>
          </a:p>
          <a:p>
            <a:pPr lvl="1"/>
            <a:r>
              <a:rPr lang="en-US" sz="2800" dirty="0"/>
              <a:t>Feature tree </a:t>
            </a:r>
          </a:p>
          <a:p>
            <a:pPr lvl="1"/>
            <a:r>
              <a:rPr lang="en-US" sz="2800" dirty="0"/>
              <a:t>Event list </a:t>
            </a:r>
          </a:p>
          <a:p>
            <a:r>
              <a:rPr lang="en-US" dirty="0"/>
              <a:t>Keeping the scope in focus</a:t>
            </a:r>
          </a:p>
          <a:p>
            <a:r>
              <a:rPr lang="en-US" dirty="0"/>
              <a:t>Vision and scope on agile project</a:t>
            </a:r>
          </a:p>
          <a:p>
            <a:pPr marL="0" indent="0">
              <a:buNone/>
            </a:pPr>
            <a:endParaRPr lang="en-US" dirty="0"/>
          </a:p>
          <a:p>
            <a:pPr lvl="1"/>
            <a:endParaRPr lang="en-US" sz="2800" dirty="0"/>
          </a:p>
          <a:p>
            <a:pPr marL="342900" lvl="1" indent="0">
              <a:buNone/>
            </a:pPr>
            <a:endParaRPr lang="en-US" sz="2800" dirty="0"/>
          </a:p>
          <a:p>
            <a:pPr lvl="1"/>
            <a:endParaRPr lang="en-US" sz="2800" dirty="0"/>
          </a:p>
        </p:txBody>
      </p:sp>
    </p:spTree>
    <p:extLst>
      <p:ext uri="{BB962C8B-B14F-4D97-AF65-F5344CB8AC3E}">
        <p14:creationId xmlns:p14="http://schemas.microsoft.com/office/powerpoint/2010/main" val="2638258801"/>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974" y="1150373"/>
            <a:ext cx="8679426" cy="5190101"/>
          </a:xfrm>
        </p:spPr>
        <p:txBody>
          <a:bodyPr/>
          <a:lstStyle/>
          <a:p>
            <a:pPr algn="just"/>
            <a:r>
              <a:rPr lang="en-US" dirty="0"/>
              <a:t>“</a:t>
            </a:r>
            <a:r>
              <a:rPr lang="en-US" b="1" dirty="0">
                <a:solidFill>
                  <a:srgbClr val="003399"/>
                </a:solidFill>
              </a:rPr>
              <a:t>Biz requirements</a:t>
            </a:r>
            <a:r>
              <a:rPr lang="en-US" dirty="0"/>
              <a:t>” refers to a set of information that describes a need that leads to one or more projects to deliver a solution and the desired ultimate biz outcomes. Biz opportunities, biz objectives, success metrics, and a vision statement make up the biz requirements.</a:t>
            </a:r>
          </a:p>
          <a:p>
            <a:pPr algn="just"/>
            <a:r>
              <a:rPr lang="en-US" dirty="0"/>
              <a:t>Biz requirements issues must be resolved before the functional and nonfunctional requirements can be fully specified. A statement of the project’s scope and limitations helps greatly with discussions of proposed features and target releases.</a:t>
            </a:r>
          </a:p>
        </p:txBody>
      </p:sp>
      <p:sp>
        <p:nvSpPr>
          <p:cNvPr id="2" name="Title 1"/>
          <p:cNvSpPr>
            <a:spLocks noGrp="1"/>
          </p:cNvSpPr>
          <p:nvPr>
            <p:ph type="title"/>
          </p:nvPr>
        </p:nvSpPr>
        <p:spPr>
          <a:xfrm>
            <a:off x="2743200" y="6701"/>
            <a:ext cx="6400800" cy="1052161"/>
          </a:xfrm>
        </p:spPr>
        <p:txBody>
          <a:bodyPr>
            <a:noAutofit/>
          </a:bodyPr>
          <a:lstStyle/>
          <a:p>
            <a:r>
              <a:rPr lang="en-US" sz="3200" dirty="0"/>
              <a:t>Business requirements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2254005249"/>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943" y="1150373"/>
            <a:ext cx="8719457" cy="5190101"/>
          </a:xfrm>
        </p:spPr>
        <p:txBody>
          <a:bodyPr>
            <a:normAutofit fontScale="92500" lnSpcReduction="10000"/>
          </a:bodyPr>
          <a:lstStyle/>
          <a:p>
            <a:pPr algn="just"/>
            <a:r>
              <a:rPr lang="en-US" dirty="0"/>
              <a:t>Identifying desired business benefits:</a:t>
            </a:r>
          </a:p>
          <a:p>
            <a:pPr lvl="1" algn="just"/>
            <a:r>
              <a:rPr lang="en-US" dirty="0"/>
              <a:t>Organizations should not initiate any project without a clear understanding of the value it will add to the biz. Set measurable targets </a:t>
            </a:r>
            <a:r>
              <a:rPr lang="en-US" sz="1700" dirty="0"/>
              <a:t>(</a:t>
            </a:r>
            <a:r>
              <a:rPr lang="en-US" sz="1700" dirty="0" err="1"/>
              <a:t>mục</a:t>
            </a:r>
            <a:r>
              <a:rPr lang="en-US" sz="1700" dirty="0"/>
              <a:t> </a:t>
            </a:r>
            <a:r>
              <a:rPr lang="en-US" sz="1700" dirty="0" err="1"/>
              <a:t>tiêu</a:t>
            </a:r>
            <a:r>
              <a:rPr lang="en-US" sz="1700" dirty="0"/>
              <a:t> </a:t>
            </a:r>
            <a:r>
              <a:rPr lang="en-US" sz="1700" dirty="0" err="1"/>
              <a:t>đo</a:t>
            </a:r>
            <a:r>
              <a:rPr lang="en-US" sz="1700" dirty="0"/>
              <a:t> </a:t>
            </a:r>
            <a:r>
              <a:rPr lang="en-US" sz="1700" dirty="0" err="1"/>
              <a:t>đếm</a:t>
            </a:r>
            <a:r>
              <a:rPr lang="en-US" sz="1700" dirty="0"/>
              <a:t> </a:t>
            </a:r>
            <a:r>
              <a:rPr lang="en-US" sz="1700" dirty="0" err="1"/>
              <a:t>được</a:t>
            </a:r>
            <a:r>
              <a:rPr lang="en-US" sz="1700" dirty="0"/>
              <a:t>)</a:t>
            </a:r>
            <a:r>
              <a:rPr lang="en-US" dirty="0"/>
              <a:t> with biz objectives, and then define success metrics </a:t>
            </a:r>
            <a:r>
              <a:rPr lang="en-US" sz="1700" dirty="0"/>
              <a:t>(</a:t>
            </a:r>
            <a:r>
              <a:rPr lang="en-US" sz="1700" dirty="0" err="1"/>
              <a:t>tham</a:t>
            </a:r>
            <a:r>
              <a:rPr lang="en-US" sz="1700" dirty="0"/>
              <a:t> </a:t>
            </a:r>
            <a:r>
              <a:rPr lang="en-US" sz="1700" dirty="0" err="1"/>
              <a:t>số</a:t>
            </a:r>
            <a:r>
              <a:rPr lang="en-US" sz="1700" dirty="0"/>
              <a:t>)</a:t>
            </a:r>
            <a:r>
              <a:rPr lang="en-US" dirty="0"/>
              <a:t> that allow you to measure whether you are on track to meet those activities.</a:t>
            </a:r>
          </a:p>
          <a:p>
            <a:pPr lvl="1" algn="just"/>
            <a:r>
              <a:rPr lang="en-US" dirty="0"/>
              <a:t>Biz requirements might come from funding sponsors, corporate executives, marketing managers, or product visionaries. However, it can be challenging to identify and communicate </a:t>
            </a:r>
            <a:r>
              <a:rPr lang="en-US" sz="1700" dirty="0"/>
              <a:t>(</a:t>
            </a:r>
            <a:r>
              <a:rPr lang="en-US" sz="1700" dirty="0" err="1"/>
              <a:t>truyền</a:t>
            </a:r>
            <a:r>
              <a:rPr lang="en-US" sz="1700" dirty="0"/>
              <a:t> đạt)</a:t>
            </a:r>
            <a:r>
              <a:rPr lang="en-US" dirty="0"/>
              <a:t> the biz benefits. Sometimes, sponsors don’t want to set objectives for the projects.</a:t>
            </a:r>
          </a:p>
          <a:p>
            <a:pPr lvl="1" algn="just"/>
            <a:r>
              <a:rPr lang="en-US" dirty="0"/>
              <a:t>The biz benefit has to represent a true value for the project’s sponsors and to the product’s customers. For EX, when merging 2 systems into one, the customers don’t care about 1, 5 or 10 systems, they just care about increasing revenue and decreasing costs.</a:t>
            </a:r>
          </a:p>
        </p:txBody>
      </p:sp>
      <p:sp>
        <p:nvSpPr>
          <p:cNvPr id="2" name="Title 1"/>
          <p:cNvSpPr>
            <a:spLocks noGrp="1"/>
          </p:cNvSpPr>
          <p:nvPr>
            <p:ph type="title"/>
          </p:nvPr>
        </p:nvSpPr>
        <p:spPr>
          <a:xfrm>
            <a:off x="2743200" y="6701"/>
            <a:ext cx="6400800" cy="1052161"/>
          </a:xfrm>
        </p:spPr>
        <p:txBody>
          <a:bodyPr>
            <a:noAutofit/>
          </a:bodyPr>
          <a:lstStyle/>
          <a:p>
            <a:r>
              <a:rPr lang="en-US" sz="3200" dirty="0"/>
              <a:t>Business requirements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4270910965"/>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974" y="1165871"/>
            <a:ext cx="8679426" cy="5190101"/>
          </a:xfrm>
        </p:spPr>
        <p:txBody>
          <a:bodyPr>
            <a:normAutofit/>
          </a:bodyPr>
          <a:lstStyle/>
          <a:p>
            <a:pPr algn="just"/>
            <a:r>
              <a:rPr lang="en-US" dirty="0"/>
              <a:t>Product vision and project scope:</a:t>
            </a:r>
          </a:p>
          <a:p>
            <a:pPr lvl="1" algn="just"/>
            <a:r>
              <a:rPr lang="en-US" b="1" i="1" dirty="0">
                <a:solidFill>
                  <a:srgbClr val="003399"/>
                </a:solidFill>
              </a:rPr>
              <a:t>Product vision </a:t>
            </a:r>
            <a:r>
              <a:rPr lang="en-US" dirty="0"/>
              <a:t>succinctly </a:t>
            </a:r>
            <a:r>
              <a:rPr lang="en-US" sz="1800" dirty="0"/>
              <a:t>(</a:t>
            </a:r>
            <a:r>
              <a:rPr lang="en-US" sz="1800" dirty="0" err="1"/>
              <a:t>súc</a:t>
            </a:r>
            <a:r>
              <a:rPr lang="en-US" sz="1800" dirty="0"/>
              <a:t> </a:t>
            </a:r>
            <a:r>
              <a:rPr lang="en-US" sz="1800" dirty="0" err="1"/>
              <a:t>tích</a:t>
            </a:r>
            <a:r>
              <a:rPr lang="en-US" sz="1800" dirty="0"/>
              <a:t>) </a:t>
            </a:r>
            <a:r>
              <a:rPr lang="en-US" dirty="0"/>
              <a:t>describes the ultimate product that will achieve the biz objectives. The vision describes what the product is about and what it ultimately could become.</a:t>
            </a:r>
          </a:p>
          <a:p>
            <a:pPr lvl="1" algn="just"/>
            <a:r>
              <a:rPr lang="en-US" b="1" i="1" dirty="0">
                <a:solidFill>
                  <a:srgbClr val="003399"/>
                </a:solidFill>
              </a:rPr>
              <a:t>Project scope </a:t>
            </a:r>
            <a:r>
              <a:rPr lang="en-US" dirty="0"/>
              <a:t>identifies what portion of the ultimately product vision the current project or development iteration will address. The statement of scope draws the boundary between what’s in and what’s out for the project.</a:t>
            </a:r>
          </a:p>
          <a:p>
            <a:pPr lvl="1" algn="just"/>
            <a:r>
              <a:rPr lang="en-US" dirty="0"/>
              <a:t>Scope for the current release should be clear, but the scope for the future releases will be fuzzier.</a:t>
            </a:r>
          </a:p>
        </p:txBody>
      </p:sp>
      <p:sp>
        <p:nvSpPr>
          <p:cNvPr id="2" name="Title 1"/>
          <p:cNvSpPr>
            <a:spLocks noGrp="1"/>
          </p:cNvSpPr>
          <p:nvPr>
            <p:ph type="title"/>
          </p:nvPr>
        </p:nvSpPr>
        <p:spPr>
          <a:xfrm>
            <a:off x="2743200" y="6701"/>
            <a:ext cx="6400800" cy="1052161"/>
          </a:xfrm>
        </p:spPr>
        <p:txBody>
          <a:bodyPr>
            <a:noAutofit/>
          </a:bodyPr>
          <a:lstStyle/>
          <a:p>
            <a:r>
              <a:rPr lang="en-US" sz="3200" dirty="0"/>
              <a:t>Business requirements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2958063614"/>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6701"/>
            <a:ext cx="6400800" cy="1052161"/>
          </a:xfrm>
        </p:spPr>
        <p:txBody>
          <a:bodyPr>
            <a:noAutofit/>
          </a:bodyPr>
          <a:lstStyle/>
          <a:p>
            <a:r>
              <a:rPr lang="en-US" sz="3200" dirty="0"/>
              <a:t>Conflicting business requirements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pic>
        <p:nvPicPr>
          <p:cNvPr id="8" name="Picture 7"/>
          <p:cNvPicPr>
            <a:picLocks noChangeAspect="1"/>
          </p:cNvPicPr>
          <p:nvPr/>
        </p:nvPicPr>
        <p:blipFill>
          <a:blip r:embed="rId3"/>
          <a:stretch>
            <a:fillRect/>
          </a:stretch>
        </p:blipFill>
        <p:spPr>
          <a:xfrm>
            <a:off x="660008" y="1143000"/>
            <a:ext cx="7601599" cy="5029200"/>
          </a:xfrm>
          <a:prstGeom prst="rect">
            <a:avLst/>
          </a:prstGeom>
        </p:spPr>
      </p:pic>
      <p:sp>
        <p:nvSpPr>
          <p:cNvPr id="3" name="TextBox 2"/>
          <p:cNvSpPr txBox="1"/>
          <p:nvPr/>
        </p:nvSpPr>
        <p:spPr>
          <a:xfrm>
            <a:off x="154983" y="1596325"/>
            <a:ext cx="2293749" cy="923330"/>
          </a:xfrm>
          <a:prstGeom prst="rect">
            <a:avLst/>
          </a:prstGeom>
          <a:noFill/>
        </p:spPr>
        <p:txBody>
          <a:bodyPr wrap="square" rtlCol="0">
            <a:spAutoFit/>
          </a:bodyPr>
          <a:lstStyle/>
          <a:p>
            <a:r>
              <a:rPr lang="en-US" i="1" dirty="0"/>
              <a:t>This picture shows you the conflicts between other stakeholders.</a:t>
            </a:r>
          </a:p>
        </p:txBody>
      </p:sp>
      <p:sp>
        <p:nvSpPr>
          <p:cNvPr id="6" name="TextBox 5"/>
          <p:cNvSpPr txBox="1"/>
          <p:nvPr/>
        </p:nvSpPr>
        <p:spPr>
          <a:xfrm>
            <a:off x="6431797" y="1503992"/>
            <a:ext cx="2519698" cy="2308324"/>
          </a:xfrm>
          <a:prstGeom prst="rect">
            <a:avLst/>
          </a:prstGeom>
          <a:noFill/>
        </p:spPr>
        <p:txBody>
          <a:bodyPr wrap="square" rtlCol="0">
            <a:spAutoFit/>
          </a:bodyPr>
          <a:lstStyle/>
          <a:p>
            <a:r>
              <a:rPr lang="en-US" i="1" dirty="0"/>
              <a:t>EX: The customer wants to spend less time purchasing goods and services, but the retailer would prefer to have customers linger in the store and spend more money. </a:t>
            </a:r>
          </a:p>
        </p:txBody>
      </p:sp>
    </p:spTree>
    <p:extLst>
      <p:ext uri="{BB962C8B-B14F-4D97-AF65-F5344CB8AC3E}">
        <p14:creationId xmlns:p14="http://schemas.microsoft.com/office/powerpoint/2010/main" val="966300106"/>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974" y="1150373"/>
            <a:ext cx="8679426" cy="5190102"/>
          </a:xfrm>
        </p:spPr>
        <p:txBody>
          <a:bodyPr>
            <a:normAutofit/>
          </a:bodyPr>
          <a:lstStyle/>
          <a:p>
            <a:pPr algn="just"/>
            <a:r>
              <a:rPr lang="en-US" dirty="0"/>
              <a:t>Conflicting business requirements:</a:t>
            </a:r>
          </a:p>
          <a:p>
            <a:pPr lvl="1" algn="just"/>
            <a:r>
              <a:rPr lang="en-US" dirty="0"/>
              <a:t>In figure 5-2, both kiosk developers and the customers want to have a wide variety of products and services available through the kiosk. However, some biz objectives could conflict. The customers want to spend less time purchasing goods and services, but the retailer would prefer to have customers linger in the store and spend more money.</a:t>
            </a:r>
          </a:p>
          <a:p>
            <a:pPr lvl="1" algn="just"/>
            <a:r>
              <a:rPr lang="en-US" dirty="0"/>
              <a:t>The project’s decision makers must resolve these conflicts before the analyst can detail the kiosk’s requirements.</a:t>
            </a:r>
          </a:p>
        </p:txBody>
      </p:sp>
      <p:sp>
        <p:nvSpPr>
          <p:cNvPr id="2" name="Title 1"/>
          <p:cNvSpPr>
            <a:spLocks noGrp="1"/>
          </p:cNvSpPr>
          <p:nvPr>
            <p:ph type="title"/>
          </p:nvPr>
        </p:nvSpPr>
        <p:spPr>
          <a:xfrm>
            <a:off x="2743200" y="6701"/>
            <a:ext cx="6400800" cy="1052161"/>
          </a:xfrm>
        </p:spPr>
        <p:txBody>
          <a:bodyPr>
            <a:noAutofit/>
          </a:bodyPr>
          <a:lstStyle/>
          <a:p>
            <a:r>
              <a:rPr lang="en-US" sz="3200" dirty="0"/>
              <a:t>Conflicting business requirements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pic>
        <p:nvPicPr>
          <p:cNvPr id="6" name="Picture 5"/>
          <p:cNvPicPr>
            <a:picLocks noChangeAspect="1"/>
          </p:cNvPicPr>
          <p:nvPr/>
        </p:nvPicPr>
        <p:blipFill>
          <a:blip r:embed="rId3"/>
          <a:stretch>
            <a:fillRect/>
          </a:stretch>
        </p:blipFill>
        <p:spPr>
          <a:xfrm>
            <a:off x="972151" y="4743747"/>
            <a:ext cx="7587114" cy="1505217"/>
          </a:xfrm>
          <a:prstGeom prst="rect">
            <a:avLst/>
          </a:prstGeom>
        </p:spPr>
      </p:pic>
    </p:spTree>
    <p:extLst>
      <p:ext uri="{BB962C8B-B14F-4D97-AF65-F5344CB8AC3E}">
        <p14:creationId xmlns:p14="http://schemas.microsoft.com/office/powerpoint/2010/main" val="3002472898"/>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3535" y="0"/>
            <a:ext cx="6420465" cy="1052161"/>
          </a:xfrm>
        </p:spPr>
        <p:txBody>
          <a:bodyPr/>
          <a:lstStyle/>
          <a:p>
            <a:r>
              <a:rPr lang="en-US" sz="3200" dirty="0"/>
              <a:t>Vision and scope document</a:t>
            </a:r>
          </a:p>
        </p:txBody>
      </p:sp>
      <p:pic>
        <p:nvPicPr>
          <p:cNvPr id="4" name="Picture 3"/>
          <p:cNvPicPr>
            <a:picLocks noChangeAspect="1"/>
          </p:cNvPicPr>
          <p:nvPr/>
        </p:nvPicPr>
        <p:blipFill>
          <a:blip r:embed="rId3"/>
          <a:stretch>
            <a:fillRect/>
          </a:stretch>
        </p:blipFill>
        <p:spPr>
          <a:xfrm>
            <a:off x="0" y="1116106"/>
            <a:ext cx="4692073" cy="5160424"/>
          </a:xfrm>
          <a:prstGeom prst="rect">
            <a:avLst/>
          </a:prstGeom>
        </p:spPr>
      </p:pic>
      <p:sp>
        <p:nvSpPr>
          <p:cNvPr id="3" name="Footer Placeholder 2"/>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
        <p:nvSpPr>
          <p:cNvPr id="6" name="Content Placeholder 2"/>
          <p:cNvSpPr>
            <a:spLocks noGrp="1"/>
          </p:cNvSpPr>
          <p:nvPr>
            <p:ph idx="1"/>
          </p:nvPr>
        </p:nvSpPr>
        <p:spPr>
          <a:xfrm>
            <a:off x="4516582" y="1150373"/>
            <a:ext cx="4398818" cy="5190102"/>
          </a:xfrm>
        </p:spPr>
        <p:txBody>
          <a:bodyPr>
            <a:normAutofit/>
          </a:bodyPr>
          <a:lstStyle/>
          <a:p>
            <a:pPr algn="just"/>
            <a:r>
              <a:rPr lang="en-US" dirty="0"/>
              <a:t>The owner of the vision and scope document is the project’s executive sponsor, funding authority, or someone in a similar role.</a:t>
            </a:r>
          </a:p>
          <a:p>
            <a:pPr algn="just"/>
            <a:r>
              <a:rPr lang="en-US" dirty="0"/>
              <a:t>BA can works with this individual to articulate the biz requirements and write the vision and scope document.</a:t>
            </a:r>
          </a:p>
          <a:p>
            <a:pPr marL="0" indent="0" algn="just">
              <a:buNone/>
            </a:pPr>
            <a:endParaRPr lang="en-US" dirty="0"/>
          </a:p>
        </p:txBody>
      </p:sp>
    </p:spTree>
    <p:extLst>
      <p:ext uri="{BB962C8B-B14F-4D97-AF65-F5344CB8AC3E}">
        <p14:creationId xmlns:p14="http://schemas.microsoft.com/office/powerpoint/2010/main" val="2405765752"/>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3535" y="0"/>
            <a:ext cx="6420465" cy="1052161"/>
          </a:xfrm>
        </p:spPr>
        <p:txBody>
          <a:bodyPr/>
          <a:lstStyle/>
          <a:p>
            <a:r>
              <a:rPr lang="en-US" sz="3200" dirty="0"/>
              <a:t>Explanations: Biz requirements</a:t>
            </a:r>
          </a:p>
        </p:txBody>
      </p:sp>
      <p:sp>
        <p:nvSpPr>
          <p:cNvPr id="3" name="Footer Placeholder 2"/>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
        <p:nvSpPr>
          <p:cNvPr id="6" name="Content Placeholder 2"/>
          <p:cNvSpPr>
            <a:spLocks noGrp="1"/>
          </p:cNvSpPr>
          <p:nvPr>
            <p:ph idx="1"/>
          </p:nvPr>
        </p:nvSpPr>
        <p:spPr>
          <a:xfrm>
            <a:off x="198304" y="1150373"/>
            <a:ext cx="8717096" cy="5190102"/>
          </a:xfrm>
        </p:spPr>
        <p:txBody>
          <a:bodyPr>
            <a:normAutofit lnSpcReduction="10000"/>
          </a:bodyPr>
          <a:lstStyle/>
          <a:p>
            <a:pPr algn="just"/>
            <a:r>
              <a:rPr lang="en-US" dirty="0"/>
              <a:t>Background:</a:t>
            </a:r>
          </a:p>
          <a:p>
            <a:pPr lvl="1" algn="just"/>
            <a:r>
              <a:rPr lang="en-US" dirty="0"/>
              <a:t>Summarize the rationale </a:t>
            </a:r>
            <a:r>
              <a:rPr lang="en-US" sz="1600" dirty="0"/>
              <a:t>(lý do </a:t>
            </a:r>
            <a:r>
              <a:rPr lang="en-US" sz="1600" dirty="0" err="1"/>
              <a:t>cơ</a:t>
            </a:r>
            <a:r>
              <a:rPr lang="en-US" sz="1600" dirty="0"/>
              <a:t> </a:t>
            </a:r>
            <a:r>
              <a:rPr lang="en-US" sz="1600" dirty="0" err="1"/>
              <a:t>bản</a:t>
            </a:r>
            <a:r>
              <a:rPr lang="en-US" sz="1600" dirty="0"/>
              <a:t>) </a:t>
            </a:r>
            <a:r>
              <a:rPr lang="en-US" dirty="0"/>
              <a:t>and context for the new product or for changes to be made to an existing one. Describe the history or situation that leads to the decision to build this product.</a:t>
            </a:r>
          </a:p>
          <a:p>
            <a:pPr algn="just"/>
            <a:r>
              <a:rPr lang="en-US" dirty="0"/>
              <a:t>Biz opportunities:</a:t>
            </a:r>
          </a:p>
          <a:p>
            <a:pPr lvl="1" algn="just"/>
            <a:r>
              <a:rPr lang="en-US" dirty="0"/>
              <a:t>For a commercial product, describe the biz opportunity that exists and the market in which the product will be competing. This section could include a comparative evaluation of existing products, indicating why the proposed product is attractive and the advantages it provides.</a:t>
            </a:r>
          </a:p>
          <a:p>
            <a:pPr lvl="1" algn="just"/>
            <a:r>
              <a:rPr lang="en-US" dirty="0"/>
              <a:t>Describe the needs of typical customers </a:t>
            </a:r>
            <a:r>
              <a:rPr lang="en-US" sz="1600" dirty="0"/>
              <a:t>(KH </a:t>
            </a:r>
            <a:r>
              <a:rPr lang="en-US" sz="1600" dirty="0" err="1"/>
              <a:t>tiêu</a:t>
            </a:r>
            <a:r>
              <a:rPr lang="en-US" sz="1600" dirty="0"/>
              <a:t> </a:t>
            </a:r>
            <a:r>
              <a:rPr lang="en-US" sz="1600" dirty="0" err="1"/>
              <a:t>biểu</a:t>
            </a:r>
            <a:r>
              <a:rPr lang="en-US" sz="1600" dirty="0"/>
              <a:t>)</a:t>
            </a:r>
            <a:r>
              <a:rPr lang="en-US" dirty="0"/>
              <a:t> or of the target market.</a:t>
            </a:r>
          </a:p>
        </p:txBody>
      </p:sp>
    </p:spTree>
    <p:extLst>
      <p:ext uri="{BB962C8B-B14F-4D97-AF65-F5344CB8AC3E}">
        <p14:creationId xmlns:p14="http://schemas.microsoft.com/office/powerpoint/2010/main" val="3547391036"/>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3535" y="0"/>
            <a:ext cx="6420465" cy="1052161"/>
          </a:xfrm>
        </p:spPr>
        <p:txBody>
          <a:bodyPr/>
          <a:lstStyle/>
          <a:p>
            <a:r>
              <a:rPr lang="en-US" sz="3200" dirty="0"/>
              <a:t>Explanations: Biz requirements</a:t>
            </a:r>
          </a:p>
        </p:txBody>
      </p:sp>
      <p:sp>
        <p:nvSpPr>
          <p:cNvPr id="3" name="Footer Placeholder 2"/>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
        <p:nvSpPr>
          <p:cNvPr id="6" name="Content Placeholder 2"/>
          <p:cNvSpPr>
            <a:spLocks noGrp="1"/>
          </p:cNvSpPr>
          <p:nvPr>
            <p:ph idx="1"/>
          </p:nvPr>
        </p:nvSpPr>
        <p:spPr>
          <a:xfrm>
            <a:off x="0" y="1052161"/>
            <a:ext cx="9144000" cy="1922393"/>
          </a:xfrm>
        </p:spPr>
        <p:txBody>
          <a:bodyPr>
            <a:normAutofit fontScale="77500" lnSpcReduction="20000"/>
          </a:bodyPr>
          <a:lstStyle/>
          <a:p>
            <a:pPr algn="just"/>
            <a:r>
              <a:rPr lang="en-US" dirty="0"/>
              <a:t>Biz objectives:</a:t>
            </a:r>
          </a:p>
          <a:p>
            <a:pPr lvl="1" algn="just"/>
            <a:r>
              <a:rPr lang="en-US" dirty="0"/>
              <a:t>Organizations generally undertake a project to solve a problem or exploit an opportunity.</a:t>
            </a:r>
          </a:p>
          <a:p>
            <a:pPr lvl="1" algn="just"/>
            <a:r>
              <a:rPr lang="en-US" dirty="0"/>
              <a:t>Given a set of objectives, ask: “What is keeping us from achieving the goal?” to identify a more detailed biz problem. Or work backward by asking “Why do we care about that goal?” to better understand to the top-level biz problem or opportunity.</a:t>
            </a:r>
          </a:p>
        </p:txBody>
      </p:sp>
      <p:pic>
        <p:nvPicPr>
          <p:cNvPr id="7" name="Picture 6"/>
          <p:cNvPicPr>
            <a:picLocks noChangeAspect="1"/>
          </p:cNvPicPr>
          <p:nvPr/>
        </p:nvPicPr>
        <p:blipFill>
          <a:blip r:embed="rId3"/>
          <a:stretch>
            <a:fillRect/>
          </a:stretch>
        </p:blipFill>
        <p:spPr>
          <a:xfrm>
            <a:off x="260296" y="2741605"/>
            <a:ext cx="8502704" cy="3384704"/>
          </a:xfrm>
          <a:prstGeom prst="rect">
            <a:avLst/>
          </a:prstGeom>
        </p:spPr>
      </p:pic>
    </p:spTree>
    <p:extLst>
      <p:ext uri="{BB962C8B-B14F-4D97-AF65-F5344CB8AC3E}">
        <p14:creationId xmlns:p14="http://schemas.microsoft.com/office/powerpoint/2010/main" val="3918458642"/>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3535" y="0"/>
            <a:ext cx="6420465" cy="1052161"/>
          </a:xfrm>
        </p:spPr>
        <p:txBody>
          <a:bodyPr/>
          <a:lstStyle/>
          <a:p>
            <a:r>
              <a:rPr lang="en-US" sz="3200" dirty="0"/>
              <a:t>Explanations: Biz requirements</a:t>
            </a:r>
          </a:p>
        </p:txBody>
      </p:sp>
      <p:sp>
        <p:nvSpPr>
          <p:cNvPr id="3" name="Footer Placeholder 2"/>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
        <p:nvSpPr>
          <p:cNvPr id="6" name="Content Placeholder 2"/>
          <p:cNvSpPr>
            <a:spLocks noGrp="1"/>
          </p:cNvSpPr>
          <p:nvPr>
            <p:ph idx="1"/>
          </p:nvPr>
        </p:nvSpPr>
        <p:spPr>
          <a:xfrm>
            <a:off x="143219" y="1052161"/>
            <a:ext cx="2831336" cy="699521"/>
          </a:xfrm>
        </p:spPr>
        <p:txBody>
          <a:bodyPr>
            <a:normAutofit fontScale="85000" lnSpcReduction="10000"/>
          </a:bodyPr>
          <a:lstStyle/>
          <a:p>
            <a:pPr algn="just"/>
            <a:r>
              <a:rPr lang="en-US" dirty="0"/>
              <a:t>Analyst questions:</a:t>
            </a:r>
          </a:p>
        </p:txBody>
      </p:sp>
      <p:pic>
        <p:nvPicPr>
          <p:cNvPr id="4" name="Picture 3"/>
          <p:cNvPicPr>
            <a:picLocks noChangeAspect="1"/>
          </p:cNvPicPr>
          <p:nvPr/>
        </p:nvPicPr>
        <p:blipFill>
          <a:blip r:embed="rId3"/>
          <a:stretch>
            <a:fillRect/>
          </a:stretch>
        </p:blipFill>
        <p:spPr>
          <a:xfrm>
            <a:off x="3123712" y="1208869"/>
            <a:ext cx="5667863" cy="4973422"/>
          </a:xfrm>
          <a:prstGeom prst="rect">
            <a:avLst/>
          </a:prstGeom>
        </p:spPr>
      </p:pic>
    </p:spTree>
    <p:extLst>
      <p:ext uri="{BB962C8B-B14F-4D97-AF65-F5344CB8AC3E}">
        <p14:creationId xmlns:p14="http://schemas.microsoft.com/office/powerpoint/2010/main" val="2665352661"/>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3535" y="0"/>
            <a:ext cx="6420465" cy="1052161"/>
          </a:xfrm>
        </p:spPr>
        <p:txBody>
          <a:bodyPr/>
          <a:lstStyle/>
          <a:p>
            <a:r>
              <a:rPr lang="en-US" sz="3200" dirty="0"/>
              <a:t>Explanations: Biz requirements</a:t>
            </a:r>
          </a:p>
        </p:txBody>
      </p:sp>
      <p:sp>
        <p:nvSpPr>
          <p:cNvPr id="3" name="Footer Placeholder 2"/>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
        <p:nvSpPr>
          <p:cNvPr id="6" name="Content Placeholder 2"/>
          <p:cNvSpPr>
            <a:spLocks noGrp="1"/>
          </p:cNvSpPr>
          <p:nvPr>
            <p:ph idx="1"/>
          </p:nvPr>
        </p:nvSpPr>
        <p:spPr>
          <a:xfrm>
            <a:off x="198304" y="1150373"/>
            <a:ext cx="4021156" cy="5190102"/>
          </a:xfrm>
        </p:spPr>
        <p:txBody>
          <a:bodyPr>
            <a:normAutofit/>
          </a:bodyPr>
          <a:lstStyle/>
          <a:p>
            <a:pPr algn="just"/>
            <a:r>
              <a:rPr lang="en-US" dirty="0"/>
              <a:t>Success metrics </a:t>
            </a:r>
            <a:r>
              <a:rPr lang="en-US" sz="1800" dirty="0"/>
              <a:t>(</a:t>
            </a:r>
            <a:r>
              <a:rPr lang="en-US" sz="1800" dirty="0" err="1"/>
              <a:t>tham</a:t>
            </a:r>
            <a:r>
              <a:rPr lang="en-US" sz="1800" dirty="0"/>
              <a:t> </a:t>
            </a:r>
            <a:r>
              <a:rPr lang="en-US" sz="1800" dirty="0" err="1"/>
              <a:t>số</a:t>
            </a:r>
            <a:r>
              <a:rPr lang="en-US" sz="1800" dirty="0"/>
              <a:t>)</a:t>
            </a:r>
            <a:r>
              <a:rPr lang="en-US" dirty="0"/>
              <a:t>:</a:t>
            </a:r>
          </a:p>
          <a:p>
            <a:pPr lvl="1" algn="just"/>
            <a:r>
              <a:rPr lang="en-US" dirty="0"/>
              <a:t>Specify the indicators that stakeholders will use to define and measure success on this project. Identify the factors that have the greatest impact on achieving that success, including factors both within and outside the organization’s control.</a:t>
            </a:r>
          </a:p>
        </p:txBody>
      </p:sp>
      <p:pic>
        <p:nvPicPr>
          <p:cNvPr id="7" name="Picture 6"/>
          <p:cNvPicPr>
            <a:picLocks noChangeAspect="1"/>
          </p:cNvPicPr>
          <p:nvPr/>
        </p:nvPicPr>
        <p:blipFill>
          <a:blip r:embed="rId3"/>
          <a:stretch>
            <a:fillRect/>
          </a:stretch>
        </p:blipFill>
        <p:spPr>
          <a:xfrm>
            <a:off x="4392386" y="860107"/>
            <a:ext cx="4581133" cy="5382156"/>
          </a:xfrm>
          <a:prstGeom prst="rect">
            <a:avLst/>
          </a:prstGeom>
        </p:spPr>
      </p:pic>
    </p:spTree>
    <p:extLst>
      <p:ext uri="{BB962C8B-B14F-4D97-AF65-F5344CB8AC3E}">
        <p14:creationId xmlns:p14="http://schemas.microsoft.com/office/powerpoint/2010/main" val="1175345278"/>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3535" y="0"/>
            <a:ext cx="6420465" cy="1052161"/>
          </a:xfrm>
        </p:spPr>
        <p:txBody>
          <a:bodyPr/>
          <a:lstStyle/>
          <a:p>
            <a:r>
              <a:rPr lang="en-US" sz="3200" dirty="0"/>
              <a:t>Explanations: Biz requirements</a:t>
            </a:r>
          </a:p>
        </p:txBody>
      </p:sp>
      <p:sp>
        <p:nvSpPr>
          <p:cNvPr id="3" name="Footer Placeholder 2"/>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
        <p:nvSpPr>
          <p:cNvPr id="6" name="Content Placeholder 2"/>
          <p:cNvSpPr>
            <a:spLocks noGrp="1"/>
          </p:cNvSpPr>
          <p:nvPr>
            <p:ph idx="1"/>
          </p:nvPr>
        </p:nvSpPr>
        <p:spPr>
          <a:xfrm>
            <a:off x="198305" y="1150373"/>
            <a:ext cx="4902506" cy="5190102"/>
          </a:xfrm>
        </p:spPr>
        <p:txBody>
          <a:bodyPr>
            <a:normAutofit fontScale="85000" lnSpcReduction="10000"/>
          </a:bodyPr>
          <a:lstStyle/>
          <a:p>
            <a:pPr algn="just"/>
            <a:r>
              <a:rPr lang="en-US" dirty="0"/>
              <a:t>Vision statement:</a:t>
            </a:r>
          </a:p>
          <a:p>
            <a:pPr lvl="1" algn="just"/>
            <a:r>
              <a:rPr lang="en-US" dirty="0"/>
              <a:t>Write a concise vision statement that summarizes the long-term purpose and intent of the product.</a:t>
            </a:r>
          </a:p>
          <a:p>
            <a:pPr lvl="1" algn="just"/>
            <a:r>
              <a:rPr lang="en-US" dirty="0"/>
              <a:t>The following keyword template works well for crafting  product vision statement:</a:t>
            </a:r>
          </a:p>
          <a:p>
            <a:pPr lvl="2" algn="just"/>
            <a:r>
              <a:rPr lang="en-US" b="1" i="1" dirty="0"/>
              <a:t>For</a:t>
            </a:r>
            <a:r>
              <a:rPr lang="en-US" dirty="0"/>
              <a:t> [target customer]</a:t>
            </a:r>
          </a:p>
          <a:p>
            <a:pPr lvl="2" algn="just"/>
            <a:r>
              <a:rPr lang="en-US" b="1" i="1" dirty="0"/>
              <a:t>Who </a:t>
            </a:r>
            <a:r>
              <a:rPr lang="en-US" dirty="0"/>
              <a:t>[statement of the need or opportunity]</a:t>
            </a:r>
          </a:p>
          <a:p>
            <a:pPr lvl="2" algn="just"/>
            <a:r>
              <a:rPr lang="en-US" b="1" i="1" dirty="0"/>
              <a:t>The </a:t>
            </a:r>
            <a:r>
              <a:rPr lang="en-US" dirty="0"/>
              <a:t>[product name]</a:t>
            </a:r>
          </a:p>
          <a:p>
            <a:pPr lvl="2" algn="just"/>
            <a:r>
              <a:rPr lang="en-US" b="1" i="1" dirty="0"/>
              <a:t>Is </a:t>
            </a:r>
            <a:r>
              <a:rPr lang="en-US" dirty="0"/>
              <a:t>[product category]</a:t>
            </a:r>
          </a:p>
          <a:p>
            <a:pPr lvl="2" algn="just"/>
            <a:r>
              <a:rPr lang="en-US" b="1" i="1" dirty="0"/>
              <a:t>That </a:t>
            </a:r>
            <a:r>
              <a:rPr lang="en-US" dirty="0"/>
              <a:t>[major capabilities, key benefit,…]</a:t>
            </a:r>
            <a:endParaRPr lang="en-US" b="1" i="1" dirty="0"/>
          </a:p>
          <a:p>
            <a:pPr lvl="2" algn="just"/>
            <a:r>
              <a:rPr lang="en-US" b="1" i="1" dirty="0"/>
              <a:t>Unlike </a:t>
            </a:r>
            <a:r>
              <a:rPr lang="en-US" dirty="0"/>
              <a:t>[primary competitive alternative, current system, current biz process]</a:t>
            </a:r>
          </a:p>
          <a:p>
            <a:pPr lvl="2" algn="just"/>
            <a:r>
              <a:rPr lang="en-US" b="1" i="1" dirty="0"/>
              <a:t>Our product </a:t>
            </a:r>
            <a:r>
              <a:rPr lang="en-US" dirty="0"/>
              <a:t>[statement of primary differentiation and advantages of new product]</a:t>
            </a:r>
          </a:p>
        </p:txBody>
      </p:sp>
      <p:sp>
        <p:nvSpPr>
          <p:cNvPr id="7" name="Content Placeholder 2"/>
          <p:cNvSpPr txBox="1">
            <a:spLocks/>
          </p:cNvSpPr>
          <p:nvPr/>
        </p:nvSpPr>
        <p:spPr bwMode="auto">
          <a:xfrm>
            <a:off x="5255045" y="1166248"/>
            <a:ext cx="3825607" cy="5076015"/>
          </a:xfrm>
          <a:prstGeom prst="rect">
            <a:avLst/>
          </a:prstGeom>
          <a:solidFill>
            <a:srgbClr val="FFFF00"/>
          </a:solidFill>
          <a:ln w="9525">
            <a:noFill/>
            <a:miter lim="800000"/>
            <a:headEnd/>
            <a:tailEnd/>
          </a:ln>
        </p:spPr>
        <p:txBody>
          <a:bodyPr vert="horz" wrap="square" lIns="91440" tIns="45720" rIns="91440" bIns="45720" numCol="1" anchor="t" anchorCtr="0" compatLnSpc="1">
            <a:prstTxWarp prst="textNoShape">
              <a:avLst/>
            </a:prstTxWarp>
            <a:normAutofit fontScale="70000" lnSpcReduction="20000"/>
          </a:bodyPr>
          <a:lstStyle>
            <a:lvl1pPr marL="342900" indent="-342900" algn="l" rtl="0" eaLnBrk="0" fontAlgn="base" hangingPunct="0">
              <a:spcBef>
                <a:spcPct val="20000"/>
              </a:spcBef>
              <a:spcAft>
                <a:spcPct val="0"/>
              </a:spcAft>
              <a:buFontTx/>
              <a:buBlip>
                <a:blip r:embed="rId3"/>
              </a:buBlip>
              <a:defRPr sz="2800" kern="12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FontTx/>
              <a:buBlip>
                <a:blip r:embed="rId4"/>
              </a:buBlip>
              <a:defRPr sz="2400" kern="1200">
                <a:solidFill>
                  <a:schemeClr val="tx1"/>
                </a:solidFill>
                <a:latin typeface="+mn-lt"/>
                <a:ea typeface="+mn-ea"/>
                <a:cs typeface="Tahoma" pitchFamily="34" charset="0"/>
              </a:defRPr>
            </a:lvl2pPr>
            <a:lvl3pPr marL="1143000" indent="-228600" algn="l" rtl="0" eaLnBrk="0" fontAlgn="base" hangingPunct="0">
              <a:spcBef>
                <a:spcPct val="20000"/>
              </a:spcBef>
              <a:spcAft>
                <a:spcPct val="0"/>
              </a:spcAft>
              <a:buFontTx/>
              <a:buBlip>
                <a:blip r:embed="rId5"/>
              </a:buBlip>
              <a:defRPr sz="2000" kern="1200">
                <a:solidFill>
                  <a:schemeClr val="tx1"/>
                </a:solidFill>
                <a:latin typeface="+mn-lt"/>
                <a:ea typeface="+mn-ea"/>
                <a:cs typeface="Tahoma" pitchFamily="34" charset="0"/>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b="1" i="1" dirty="0"/>
              <a:t>For </a:t>
            </a:r>
            <a:r>
              <a:rPr lang="en-US" i="1" dirty="0"/>
              <a:t>scientists </a:t>
            </a:r>
            <a:r>
              <a:rPr lang="en-US" b="1" i="1" dirty="0"/>
              <a:t>who</a:t>
            </a:r>
            <a:r>
              <a:rPr lang="en-US" i="1" dirty="0"/>
              <a:t> need to request containers of chemicals, </a:t>
            </a:r>
            <a:r>
              <a:rPr lang="en-US" b="1" i="1" dirty="0"/>
              <a:t>the </a:t>
            </a:r>
            <a:r>
              <a:rPr lang="en-US" i="1" dirty="0"/>
              <a:t>Chemical Tracking System </a:t>
            </a:r>
            <a:r>
              <a:rPr lang="en-US" b="1" i="1" dirty="0"/>
              <a:t>is </a:t>
            </a:r>
            <a:r>
              <a:rPr lang="en-US" i="1" dirty="0"/>
              <a:t>an information system </a:t>
            </a:r>
            <a:r>
              <a:rPr lang="en-US" b="1" i="1" dirty="0"/>
              <a:t>that </a:t>
            </a:r>
            <a:r>
              <a:rPr lang="en-US" i="1" dirty="0"/>
              <a:t>provide a single point of access to the chemical stockroom and to vendors. The system will store the location of every chemical container within the company, the quality of material remaining in it, and the complete history of each container’s locations and usage. </a:t>
            </a:r>
            <a:r>
              <a:rPr lang="en-US" b="1" i="1" dirty="0"/>
              <a:t>Unlike</a:t>
            </a:r>
            <a:r>
              <a:rPr lang="en-US" i="1" dirty="0"/>
              <a:t> the current manual ordering processes, </a:t>
            </a:r>
            <a:r>
              <a:rPr lang="en-US" b="1" i="1" dirty="0"/>
              <a:t>our product </a:t>
            </a:r>
            <a:r>
              <a:rPr lang="en-US" i="1" dirty="0"/>
              <a:t>will generate all reports required to comply with federal and state government regulations that require the reporting of chemical usage, storage, and disposal.</a:t>
            </a:r>
          </a:p>
        </p:txBody>
      </p:sp>
    </p:spTree>
    <p:extLst>
      <p:ext uri="{BB962C8B-B14F-4D97-AF65-F5344CB8AC3E}">
        <p14:creationId xmlns:p14="http://schemas.microsoft.com/office/powerpoint/2010/main" val="908877462"/>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3535" y="0"/>
            <a:ext cx="6420465" cy="1052161"/>
          </a:xfrm>
        </p:spPr>
        <p:txBody>
          <a:bodyPr/>
          <a:lstStyle/>
          <a:p>
            <a:r>
              <a:rPr lang="en-US" sz="3200" dirty="0"/>
              <a:t>Explanations: Biz requirements</a:t>
            </a:r>
          </a:p>
        </p:txBody>
      </p:sp>
      <p:sp>
        <p:nvSpPr>
          <p:cNvPr id="3" name="Footer Placeholder 2"/>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
        <p:nvSpPr>
          <p:cNvPr id="6" name="Content Placeholder 2"/>
          <p:cNvSpPr>
            <a:spLocks noGrp="1"/>
          </p:cNvSpPr>
          <p:nvPr>
            <p:ph idx="1"/>
          </p:nvPr>
        </p:nvSpPr>
        <p:spPr>
          <a:xfrm>
            <a:off x="198304" y="1150373"/>
            <a:ext cx="8717096" cy="5190102"/>
          </a:xfrm>
        </p:spPr>
        <p:txBody>
          <a:bodyPr>
            <a:normAutofit fontScale="92500" lnSpcReduction="10000"/>
          </a:bodyPr>
          <a:lstStyle/>
          <a:p>
            <a:pPr algn="just"/>
            <a:r>
              <a:rPr lang="en-US" dirty="0"/>
              <a:t>Biz risks:</a:t>
            </a:r>
          </a:p>
          <a:p>
            <a:pPr lvl="1" algn="just"/>
            <a:r>
              <a:rPr lang="en-US" dirty="0"/>
              <a:t>Summarize the major biz risks associated with developing the product. Risk categories include marketplace competition, timing issues, user acceptance, implementation issues, and possible negative impacts on the biz.</a:t>
            </a:r>
          </a:p>
          <a:p>
            <a:pPr algn="just"/>
            <a:r>
              <a:rPr lang="en-US" dirty="0"/>
              <a:t>Biz assumptions and dependencies:</a:t>
            </a:r>
          </a:p>
          <a:p>
            <a:pPr lvl="1" algn="just"/>
            <a:r>
              <a:rPr lang="en-US" dirty="0"/>
              <a:t>An </a:t>
            </a:r>
            <a:r>
              <a:rPr lang="en-US" b="1" i="1" dirty="0"/>
              <a:t>assumption</a:t>
            </a:r>
            <a:r>
              <a:rPr lang="en-US" i="1" dirty="0"/>
              <a:t> </a:t>
            </a:r>
            <a:r>
              <a:rPr lang="en-US" sz="1700" i="1" dirty="0"/>
              <a:t>(</a:t>
            </a:r>
            <a:r>
              <a:rPr lang="en-US" sz="1700" i="1" dirty="0" err="1"/>
              <a:t>giả</a:t>
            </a:r>
            <a:r>
              <a:rPr lang="en-US" sz="1700" i="1" dirty="0"/>
              <a:t> </a:t>
            </a:r>
            <a:r>
              <a:rPr lang="en-US" sz="1700" i="1" dirty="0" err="1"/>
              <a:t>định</a:t>
            </a:r>
            <a:r>
              <a:rPr lang="en-US" sz="1700" i="1" dirty="0"/>
              <a:t>) </a:t>
            </a:r>
            <a:r>
              <a:rPr lang="en-US" dirty="0"/>
              <a:t>is statement that is believed to be true in the absence of proof or definitive </a:t>
            </a:r>
            <a:r>
              <a:rPr lang="en-US" sz="1700" dirty="0"/>
              <a:t>(</a:t>
            </a:r>
            <a:r>
              <a:rPr lang="en-US" sz="1700" dirty="0" err="1"/>
              <a:t>đáng</a:t>
            </a:r>
            <a:r>
              <a:rPr lang="en-US" sz="1700" dirty="0"/>
              <a:t> tin) </a:t>
            </a:r>
            <a:r>
              <a:rPr lang="en-US" dirty="0"/>
              <a:t>knowledge. If you learn that certain assumptions are wrong, you might have to change scope, adjust the schedule or launch other projects to achieve the objectives.</a:t>
            </a:r>
          </a:p>
          <a:p>
            <a:pPr lvl="1" algn="just"/>
            <a:r>
              <a:rPr lang="en-US" dirty="0"/>
              <a:t>Record any major dependencies </a:t>
            </a:r>
            <a:r>
              <a:rPr lang="en-US" sz="1700" dirty="0"/>
              <a:t>(</a:t>
            </a:r>
            <a:r>
              <a:rPr lang="en-US" sz="1700" dirty="0" err="1"/>
              <a:t>phụ</a:t>
            </a:r>
            <a:r>
              <a:rPr lang="en-US" sz="1700" dirty="0"/>
              <a:t> </a:t>
            </a:r>
            <a:r>
              <a:rPr lang="en-US" sz="1700" dirty="0" err="1"/>
              <a:t>thuộc</a:t>
            </a:r>
            <a:r>
              <a:rPr lang="en-US" sz="1700" dirty="0"/>
              <a:t>) </a:t>
            </a:r>
            <a:r>
              <a:rPr lang="en-US" dirty="0"/>
              <a:t>the projects has on external factors. Examples are pending industry standards or government regulations, deliverables from other projects, third-party suppliers, or development partners.</a:t>
            </a:r>
          </a:p>
          <a:p>
            <a:pPr marL="0" indent="0" algn="just">
              <a:buNone/>
            </a:pPr>
            <a:endParaRPr lang="en-US" dirty="0"/>
          </a:p>
        </p:txBody>
      </p:sp>
    </p:spTree>
    <p:extLst>
      <p:ext uri="{BB962C8B-B14F-4D97-AF65-F5344CB8AC3E}">
        <p14:creationId xmlns:p14="http://schemas.microsoft.com/office/powerpoint/2010/main" val="908568220"/>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3535" y="0"/>
            <a:ext cx="6420465" cy="1052161"/>
          </a:xfrm>
        </p:spPr>
        <p:txBody>
          <a:bodyPr/>
          <a:lstStyle/>
          <a:p>
            <a:r>
              <a:rPr lang="en-US" sz="3200" dirty="0"/>
              <a:t>Explanations: Scope and limitations</a:t>
            </a:r>
          </a:p>
        </p:txBody>
      </p:sp>
      <p:sp>
        <p:nvSpPr>
          <p:cNvPr id="3" name="Footer Placeholder 2"/>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sp>
        <p:nvSpPr>
          <p:cNvPr id="6" name="Content Placeholder 2"/>
          <p:cNvSpPr>
            <a:spLocks noGrp="1"/>
          </p:cNvSpPr>
          <p:nvPr>
            <p:ph idx="1"/>
          </p:nvPr>
        </p:nvSpPr>
        <p:spPr>
          <a:xfrm>
            <a:off x="198304" y="1150373"/>
            <a:ext cx="8717096" cy="5190102"/>
          </a:xfrm>
        </p:spPr>
        <p:txBody>
          <a:bodyPr>
            <a:normAutofit/>
          </a:bodyPr>
          <a:lstStyle/>
          <a:p>
            <a:pPr algn="just"/>
            <a:r>
              <a:rPr lang="en-US" dirty="0"/>
              <a:t>Major features </a:t>
            </a:r>
            <a:r>
              <a:rPr lang="en-US" sz="1800" dirty="0"/>
              <a:t>(</a:t>
            </a:r>
            <a:r>
              <a:rPr lang="en-US" sz="1800" dirty="0" err="1"/>
              <a:t>chức</a:t>
            </a:r>
            <a:r>
              <a:rPr lang="en-US" sz="1800" dirty="0"/>
              <a:t> </a:t>
            </a:r>
            <a:r>
              <a:rPr lang="en-US" sz="1800" dirty="0" err="1"/>
              <a:t>năng</a:t>
            </a:r>
            <a:r>
              <a:rPr lang="en-US" sz="1800" dirty="0"/>
              <a:t> chính)</a:t>
            </a:r>
            <a:r>
              <a:rPr lang="en-US" dirty="0"/>
              <a:t>:</a:t>
            </a:r>
          </a:p>
          <a:p>
            <a:pPr lvl="1" algn="just"/>
            <a:r>
              <a:rPr lang="en-US" dirty="0"/>
              <a:t>List the product’s major features or user capabilities, emphasizing those that distinguish it from previous or competing products. Think about how users will use these features to ensure that the list is complete.</a:t>
            </a:r>
          </a:p>
          <a:p>
            <a:pPr algn="just"/>
            <a:r>
              <a:rPr lang="en-US" dirty="0"/>
              <a:t>Scope of initial release:</a:t>
            </a:r>
          </a:p>
          <a:p>
            <a:pPr lvl="1" algn="just"/>
            <a:r>
              <a:rPr lang="en-US" dirty="0"/>
              <a:t>To focus the development effort and maintain a reasonable project schedule, avoid the temptation </a:t>
            </a:r>
            <a:r>
              <a:rPr lang="en-US" sz="1800" dirty="0"/>
              <a:t>(</a:t>
            </a:r>
            <a:r>
              <a:rPr lang="en-US" sz="1800" dirty="0" err="1"/>
              <a:t>cám</a:t>
            </a:r>
            <a:r>
              <a:rPr lang="en-US" sz="1800" dirty="0"/>
              <a:t> </a:t>
            </a:r>
            <a:r>
              <a:rPr lang="en-US" sz="1800" dirty="0" err="1"/>
              <a:t>dỗ</a:t>
            </a:r>
            <a:r>
              <a:rPr lang="en-US" sz="1800" dirty="0"/>
              <a:t>)</a:t>
            </a:r>
            <a:r>
              <a:rPr lang="en-US" dirty="0"/>
              <a:t> to include every feature that any potential customer might eventually want in release 1.0. Version 1 don’t have to be fast, pretty, or easy to use, but it has to be reliable </a:t>
            </a:r>
            <a:r>
              <a:rPr lang="en-US" sz="1600" dirty="0"/>
              <a:t>(</a:t>
            </a:r>
            <a:r>
              <a:rPr lang="en-US" sz="1600" dirty="0" err="1"/>
              <a:t>đáng</a:t>
            </a:r>
            <a:r>
              <a:rPr lang="en-US" sz="1600" dirty="0"/>
              <a:t> tin </a:t>
            </a:r>
            <a:r>
              <a:rPr lang="en-US" sz="1600" dirty="0" err="1"/>
              <a:t>cậy</a:t>
            </a:r>
            <a:r>
              <a:rPr lang="en-US" sz="1600" dirty="0"/>
              <a:t>)</a:t>
            </a:r>
            <a:r>
              <a:rPr lang="en-US" dirty="0"/>
              <a:t>.</a:t>
            </a:r>
          </a:p>
        </p:txBody>
      </p:sp>
    </p:spTree>
    <p:extLst>
      <p:ext uri="{BB962C8B-B14F-4D97-AF65-F5344CB8AC3E}">
        <p14:creationId xmlns:p14="http://schemas.microsoft.com/office/powerpoint/2010/main" val="703297855"/>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3535" y="0"/>
            <a:ext cx="6420465" cy="1052161"/>
          </a:xfrm>
        </p:spPr>
        <p:txBody>
          <a:bodyPr/>
          <a:lstStyle/>
          <a:p>
            <a:r>
              <a:rPr lang="en-US" sz="3200" dirty="0"/>
              <a:t>Explanations: Scope and limitations</a:t>
            </a:r>
          </a:p>
        </p:txBody>
      </p:sp>
      <p:sp>
        <p:nvSpPr>
          <p:cNvPr id="3" name="Footer Placeholder 2"/>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sp>
        <p:nvSpPr>
          <p:cNvPr id="6" name="Content Placeholder 2"/>
          <p:cNvSpPr>
            <a:spLocks noGrp="1"/>
          </p:cNvSpPr>
          <p:nvPr>
            <p:ph idx="1"/>
          </p:nvPr>
        </p:nvSpPr>
        <p:spPr>
          <a:xfrm>
            <a:off x="198304" y="1150373"/>
            <a:ext cx="8717096" cy="5190102"/>
          </a:xfrm>
        </p:spPr>
        <p:txBody>
          <a:bodyPr>
            <a:normAutofit fontScale="92500" lnSpcReduction="10000"/>
          </a:bodyPr>
          <a:lstStyle/>
          <a:p>
            <a:pPr algn="just"/>
            <a:r>
              <a:rPr lang="en-US" dirty="0"/>
              <a:t>Scope of subsequent releases:</a:t>
            </a:r>
          </a:p>
          <a:p>
            <a:pPr lvl="1" algn="just"/>
            <a:r>
              <a:rPr lang="en-US" dirty="0"/>
              <a:t>If you envision a staged evolution of the product, or if you are following an iterative or incremental life cycle, build a release roadmap that indicates which functionality chunks </a:t>
            </a:r>
            <a:r>
              <a:rPr lang="en-US" sz="1600" dirty="0"/>
              <a:t>(</a:t>
            </a:r>
            <a:r>
              <a:rPr lang="en-US" sz="1600" dirty="0" err="1"/>
              <a:t>các</a:t>
            </a:r>
            <a:r>
              <a:rPr lang="en-US" sz="1600" dirty="0"/>
              <a:t> </a:t>
            </a:r>
            <a:r>
              <a:rPr lang="en-US" sz="1600" dirty="0" err="1"/>
              <a:t>khối</a:t>
            </a:r>
            <a:r>
              <a:rPr lang="en-US" sz="1600" dirty="0"/>
              <a:t> </a:t>
            </a:r>
            <a:r>
              <a:rPr lang="en-US" sz="1600" dirty="0" err="1"/>
              <a:t>chức</a:t>
            </a:r>
            <a:r>
              <a:rPr lang="en-US" sz="1600" dirty="0"/>
              <a:t> </a:t>
            </a:r>
            <a:r>
              <a:rPr lang="en-US" sz="1600" dirty="0" err="1"/>
              <a:t>năng</a:t>
            </a:r>
            <a:r>
              <a:rPr lang="en-US" sz="1600" dirty="0"/>
              <a:t>)</a:t>
            </a:r>
            <a:r>
              <a:rPr lang="en-US" dirty="0"/>
              <a:t> will be deferred </a:t>
            </a:r>
            <a:r>
              <a:rPr lang="en-US" sz="1600" dirty="0"/>
              <a:t>(</a:t>
            </a:r>
            <a:r>
              <a:rPr lang="en-US" sz="1600" dirty="0" err="1"/>
              <a:t>trì</a:t>
            </a:r>
            <a:r>
              <a:rPr lang="en-US" sz="1600" dirty="0"/>
              <a:t> </a:t>
            </a:r>
            <a:r>
              <a:rPr lang="en-US" sz="1600" dirty="0" err="1"/>
              <a:t>hoãn</a:t>
            </a:r>
            <a:r>
              <a:rPr lang="en-US" sz="1600" dirty="0"/>
              <a:t>)</a:t>
            </a:r>
            <a:r>
              <a:rPr lang="en-US" dirty="0"/>
              <a:t> and the desired timing of later release.</a:t>
            </a:r>
          </a:p>
          <a:p>
            <a:pPr lvl="1" algn="just"/>
            <a:r>
              <a:rPr lang="en-US" dirty="0"/>
              <a:t>Subsequent releases let you implement additional use cases and features, as well as enriching </a:t>
            </a:r>
            <a:r>
              <a:rPr lang="en-US" sz="1600" dirty="0"/>
              <a:t>(</a:t>
            </a:r>
            <a:r>
              <a:rPr lang="en-US" sz="1600" dirty="0" err="1"/>
              <a:t>làm</a:t>
            </a:r>
            <a:r>
              <a:rPr lang="en-US" sz="1600" dirty="0"/>
              <a:t> </a:t>
            </a:r>
            <a:r>
              <a:rPr lang="en-US" sz="1600" dirty="0" err="1"/>
              <a:t>phong</a:t>
            </a:r>
            <a:r>
              <a:rPr lang="en-US" sz="1600" dirty="0"/>
              <a:t> </a:t>
            </a:r>
            <a:r>
              <a:rPr lang="en-US" sz="1600" dirty="0" err="1"/>
              <a:t>phú</a:t>
            </a:r>
            <a:r>
              <a:rPr lang="en-US" sz="1600" dirty="0"/>
              <a:t>) </a:t>
            </a:r>
            <a:r>
              <a:rPr lang="en-US" dirty="0"/>
              <a:t>the capabilities of the initial ones.</a:t>
            </a:r>
          </a:p>
          <a:p>
            <a:pPr algn="just"/>
            <a:r>
              <a:rPr lang="en-US" dirty="0"/>
              <a:t>Limitations and exclusions:</a:t>
            </a:r>
          </a:p>
          <a:p>
            <a:pPr lvl="1" algn="just"/>
            <a:r>
              <a:rPr lang="en-US" dirty="0"/>
              <a:t>List any product capabilities or characteristics that a stakeholder might expect but that are not planned for inclusion in the product or in a specific release.</a:t>
            </a:r>
          </a:p>
          <a:p>
            <a:pPr lvl="1" algn="just"/>
            <a:r>
              <a:rPr lang="en-US" dirty="0"/>
              <a:t>Maybe a user requested that she be able to access the system from her phone while away from her desk, but this was deemed to be out of scope.</a:t>
            </a:r>
          </a:p>
          <a:p>
            <a:pPr marL="0" indent="0" algn="just">
              <a:buNone/>
            </a:pPr>
            <a:endParaRPr lang="en-US" dirty="0"/>
          </a:p>
        </p:txBody>
      </p:sp>
    </p:spTree>
    <p:extLst>
      <p:ext uri="{BB962C8B-B14F-4D97-AF65-F5344CB8AC3E}">
        <p14:creationId xmlns:p14="http://schemas.microsoft.com/office/powerpoint/2010/main" val="164394487"/>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3535" y="0"/>
            <a:ext cx="6420465" cy="1052161"/>
          </a:xfrm>
        </p:spPr>
        <p:txBody>
          <a:bodyPr/>
          <a:lstStyle/>
          <a:p>
            <a:r>
              <a:rPr lang="en-US" sz="3200" dirty="0"/>
              <a:t>Explanations: Biz context</a:t>
            </a:r>
          </a:p>
        </p:txBody>
      </p:sp>
      <p:sp>
        <p:nvSpPr>
          <p:cNvPr id="3" name="Footer Placeholder 2"/>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19</a:t>
            </a:fld>
            <a:endParaRPr lang="en-US" dirty="0"/>
          </a:p>
        </p:txBody>
      </p:sp>
      <p:sp>
        <p:nvSpPr>
          <p:cNvPr id="6" name="Content Placeholder 2"/>
          <p:cNvSpPr>
            <a:spLocks noGrp="1"/>
          </p:cNvSpPr>
          <p:nvPr>
            <p:ph idx="1"/>
          </p:nvPr>
        </p:nvSpPr>
        <p:spPr>
          <a:xfrm>
            <a:off x="198304" y="1150373"/>
            <a:ext cx="8717096" cy="5190102"/>
          </a:xfrm>
        </p:spPr>
        <p:txBody>
          <a:bodyPr>
            <a:normAutofit/>
          </a:bodyPr>
          <a:lstStyle/>
          <a:p>
            <a:pPr algn="just"/>
            <a:r>
              <a:rPr lang="en-US" dirty="0"/>
              <a:t>Stakeholder profiles:</a:t>
            </a:r>
          </a:p>
          <a:p>
            <a:pPr lvl="1" algn="just"/>
            <a:r>
              <a:rPr lang="en-US" i="1" dirty="0"/>
              <a:t>Stakeholders</a:t>
            </a:r>
            <a:r>
              <a:rPr lang="en-US" dirty="0"/>
              <a:t> are the groups, people, or organizations that are actively involved in a project, are affected by its outcome, or are able to influence its outcomes. The stakeholder profiles describe different categories of customers and other key stakeholders for the project.</a:t>
            </a:r>
          </a:p>
          <a:p>
            <a:pPr lvl="1" algn="just"/>
            <a:r>
              <a:rPr lang="en-US" dirty="0"/>
              <a:t>The information is in stakeholder profile:</a:t>
            </a:r>
          </a:p>
          <a:p>
            <a:pPr lvl="2" algn="just"/>
            <a:r>
              <a:rPr lang="en-US" dirty="0"/>
              <a:t>The major value or benefit that the stakeholder will receive from the product such as improved productivity; reduced rework and waste; cost saving; streamlined biz processes </a:t>
            </a:r>
            <a:r>
              <a:rPr lang="en-US" sz="1600" dirty="0"/>
              <a:t>(qui </a:t>
            </a:r>
            <a:r>
              <a:rPr lang="en-US" sz="1600" dirty="0" err="1"/>
              <a:t>trình</a:t>
            </a:r>
            <a:r>
              <a:rPr lang="en-US" sz="1600" dirty="0"/>
              <a:t> KD </a:t>
            </a:r>
            <a:r>
              <a:rPr lang="en-US" sz="1600" dirty="0" err="1"/>
              <a:t>hợp</a:t>
            </a:r>
            <a:r>
              <a:rPr lang="en-US" sz="1600" dirty="0"/>
              <a:t> lý)</a:t>
            </a:r>
            <a:r>
              <a:rPr lang="en-US" dirty="0"/>
              <a:t>; …</a:t>
            </a:r>
          </a:p>
          <a:p>
            <a:pPr lvl="2" algn="just"/>
            <a:r>
              <a:rPr lang="en-US" dirty="0"/>
              <a:t>Their likely attitudes toward the product.</a:t>
            </a:r>
          </a:p>
          <a:p>
            <a:pPr lvl="2" algn="just"/>
            <a:r>
              <a:rPr lang="en-US" dirty="0"/>
              <a:t>Major features and characteristics of interest.</a:t>
            </a:r>
          </a:p>
          <a:p>
            <a:pPr lvl="2" algn="just"/>
            <a:r>
              <a:rPr lang="en-US" dirty="0"/>
              <a:t>Any known constraints that must be accommodated </a:t>
            </a:r>
            <a:r>
              <a:rPr lang="en-US" sz="1400" dirty="0"/>
              <a:t>(</a:t>
            </a:r>
            <a:r>
              <a:rPr lang="en-US" sz="1400" dirty="0" err="1"/>
              <a:t>cung</a:t>
            </a:r>
            <a:r>
              <a:rPr lang="en-US" sz="1400" dirty="0"/>
              <a:t> </a:t>
            </a:r>
            <a:r>
              <a:rPr lang="en-US" sz="1400" dirty="0" err="1"/>
              <a:t>cấp</a:t>
            </a:r>
            <a:r>
              <a:rPr lang="en-US" sz="1400" dirty="0"/>
              <a:t>)</a:t>
            </a:r>
            <a:r>
              <a:rPr lang="en-US" dirty="0"/>
              <a:t>.</a:t>
            </a:r>
          </a:p>
        </p:txBody>
      </p:sp>
    </p:spTree>
    <p:extLst>
      <p:ext uri="{BB962C8B-B14F-4D97-AF65-F5344CB8AC3E}">
        <p14:creationId xmlns:p14="http://schemas.microsoft.com/office/powerpoint/2010/main" val="3611582583"/>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3535" y="0"/>
            <a:ext cx="6420465" cy="1052161"/>
          </a:xfrm>
        </p:spPr>
        <p:txBody>
          <a:bodyPr/>
          <a:lstStyle/>
          <a:p>
            <a:r>
              <a:rPr lang="en-US" sz="3200" dirty="0"/>
              <a:t>Explanations: Biz context</a:t>
            </a:r>
          </a:p>
        </p:txBody>
      </p:sp>
      <p:sp>
        <p:nvSpPr>
          <p:cNvPr id="3" name="Footer Placeholder 2"/>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20</a:t>
            </a:fld>
            <a:endParaRPr lang="en-US" dirty="0"/>
          </a:p>
        </p:txBody>
      </p:sp>
      <p:sp>
        <p:nvSpPr>
          <p:cNvPr id="6" name="Content Placeholder 2"/>
          <p:cNvSpPr>
            <a:spLocks noGrp="1"/>
          </p:cNvSpPr>
          <p:nvPr>
            <p:ph idx="1"/>
          </p:nvPr>
        </p:nvSpPr>
        <p:spPr>
          <a:xfrm>
            <a:off x="198304" y="1150373"/>
            <a:ext cx="8717096" cy="5190102"/>
          </a:xfrm>
        </p:spPr>
        <p:txBody>
          <a:bodyPr>
            <a:normAutofit lnSpcReduction="10000"/>
          </a:bodyPr>
          <a:lstStyle/>
          <a:p>
            <a:pPr algn="just"/>
            <a:r>
              <a:rPr lang="en-US" dirty="0"/>
              <a:t>Project priorities:</a:t>
            </a:r>
          </a:p>
          <a:p>
            <a:pPr lvl="1" algn="just"/>
            <a:r>
              <a:rPr lang="en-US" dirty="0"/>
              <a:t>To enable effective decision making about </a:t>
            </a:r>
            <a:r>
              <a:rPr lang="en-US" dirty="0" err="1"/>
              <a:t>priotities</a:t>
            </a:r>
            <a:r>
              <a:rPr lang="en-US" dirty="0"/>
              <a:t>, the stakeholders must agree on the project’s priorities. One way to approach this is to consider the 5 dimensions of features, quality, schedule, cost, and staff.</a:t>
            </a:r>
          </a:p>
          <a:p>
            <a:pPr algn="just"/>
            <a:r>
              <a:rPr lang="en-US" dirty="0"/>
              <a:t>Deployment considerations:</a:t>
            </a:r>
          </a:p>
          <a:p>
            <a:pPr lvl="1" algn="just"/>
            <a:r>
              <a:rPr lang="en-US" dirty="0"/>
              <a:t>Describe the access that users will require to use the system, such as whether the users are distributed over multiple time zones or located close to each other. State when the users in various locations need to access the system.</a:t>
            </a:r>
          </a:p>
          <a:p>
            <a:pPr lvl="1" algn="just"/>
            <a:r>
              <a:rPr lang="en-US" dirty="0"/>
              <a:t>If infrastructure changes are needed to support the SW’s need for capacity, network access, data storage, or data migration, describe those changes.</a:t>
            </a:r>
          </a:p>
          <a:p>
            <a:pPr marL="0" indent="0" algn="just">
              <a:buNone/>
            </a:pPr>
            <a:endParaRPr lang="en-US" dirty="0"/>
          </a:p>
        </p:txBody>
      </p:sp>
    </p:spTree>
    <p:extLst>
      <p:ext uri="{BB962C8B-B14F-4D97-AF65-F5344CB8AC3E}">
        <p14:creationId xmlns:p14="http://schemas.microsoft.com/office/powerpoint/2010/main" val="2758534521"/>
      </p:ext>
    </p:extLst>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3413502" cy="4963481"/>
          </a:xfrm>
        </p:spPr>
        <p:txBody>
          <a:bodyPr>
            <a:normAutofit fontScale="92500"/>
          </a:bodyPr>
          <a:lstStyle/>
          <a:p>
            <a:pPr marL="0" indent="0" algn="just">
              <a:buNone/>
            </a:pPr>
            <a:r>
              <a:rPr lang="en-US" dirty="0"/>
              <a:t>There are many techniques to represent project scope:</a:t>
            </a:r>
          </a:p>
          <a:p>
            <a:pPr algn="just"/>
            <a:r>
              <a:rPr lang="en-US" b="1" dirty="0">
                <a:solidFill>
                  <a:srgbClr val="003399"/>
                </a:solidFill>
              </a:rPr>
              <a:t>Context diagram</a:t>
            </a:r>
            <a:r>
              <a:rPr lang="en-US" dirty="0"/>
              <a:t>: visually illustrates the connections between </a:t>
            </a:r>
            <a:r>
              <a:rPr lang="en-US" i="1" dirty="0"/>
              <a:t>external entities </a:t>
            </a:r>
            <a:r>
              <a:rPr lang="en-US" dirty="0"/>
              <a:t>and </a:t>
            </a:r>
            <a:r>
              <a:rPr lang="en-US" i="1" dirty="0"/>
              <a:t>the system </a:t>
            </a:r>
            <a:r>
              <a:rPr lang="en-US" dirty="0"/>
              <a:t>in some way, as well as data, control, and material </a:t>
            </a:r>
            <a:r>
              <a:rPr lang="en-US" i="1" dirty="0"/>
              <a:t>flows</a:t>
            </a:r>
            <a:r>
              <a:rPr lang="en-US" dirty="0"/>
              <a:t>.</a:t>
            </a:r>
          </a:p>
        </p:txBody>
      </p:sp>
      <p:sp>
        <p:nvSpPr>
          <p:cNvPr id="2" name="Title 1"/>
          <p:cNvSpPr>
            <a:spLocks noGrp="1"/>
          </p:cNvSpPr>
          <p:nvPr>
            <p:ph type="title"/>
          </p:nvPr>
        </p:nvSpPr>
        <p:spPr>
          <a:xfrm>
            <a:off x="2684206" y="6701"/>
            <a:ext cx="6459794" cy="1052161"/>
          </a:xfrm>
        </p:spPr>
        <p:txBody>
          <a:bodyPr>
            <a:normAutofit/>
          </a:bodyPr>
          <a:lstStyle/>
          <a:p>
            <a:r>
              <a:rPr lang="en-US" sz="3200" dirty="0"/>
              <a:t>Scope representation techniques</a:t>
            </a:r>
          </a:p>
        </p:txBody>
      </p:sp>
      <p:sp>
        <p:nvSpPr>
          <p:cNvPr id="4" name="Footer Placeholder 3"/>
          <p:cNvSpPr>
            <a:spLocks noGrp="1"/>
          </p:cNvSpPr>
          <p:nvPr>
            <p:ph type="ftr" sz="quarter" idx="10"/>
          </p:nvPr>
        </p:nvSpPr>
        <p:spPr>
          <a:xfrm>
            <a:off x="391886" y="6340474"/>
            <a:ext cx="6096000" cy="365125"/>
          </a:xfrm>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21</a:t>
            </a:fld>
            <a:endParaRPr lang="en-US" dirty="0"/>
          </a:p>
        </p:txBody>
      </p:sp>
      <p:pic>
        <p:nvPicPr>
          <p:cNvPr id="7" name="Picture 6"/>
          <p:cNvPicPr>
            <a:picLocks noChangeAspect="1"/>
          </p:cNvPicPr>
          <p:nvPr/>
        </p:nvPicPr>
        <p:blipFill>
          <a:blip r:embed="rId2"/>
          <a:stretch>
            <a:fillRect/>
          </a:stretch>
        </p:blipFill>
        <p:spPr>
          <a:xfrm>
            <a:off x="3866436" y="1174999"/>
            <a:ext cx="5264358" cy="5132817"/>
          </a:xfrm>
          <a:prstGeom prst="rect">
            <a:avLst/>
          </a:prstGeom>
        </p:spPr>
      </p:pic>
    </p:spTree>
    <p:extLst>
      <p:ext uri="{BB962C8B-B14F-4D97-AF65-F5344CB8AC3E}">
        <p14:creationId xmlns:p14="http://schemas.microsoft.com/office/powerpoint/2010/main" val="2879589692"/>
      </p:ext>
    </p:extLst>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3329848" cy="5100484"/>
          </a:xfrm>
        </p:spPr>
        <p:txBody>
          <a:bodyPr>
            <a:normAutofit fontScale="85000" lnSpcReduction="10000"/>
          </a:bodyPr>
          <a:lstStyle/>
          <a:p>
            <a:pPr algn="just"/>
            <a:r>
              <a:rPr lang="en-US" b="1" dirty="0">
                <a:solidFill>
                  <a:srgbClr val="003399"/>
                </a:solidFill>
              </a:rPr>
              <a:t>Ecosystem map</a:t>
            </a:r>
            <a:r>
              <a:rPr lang="en-US" dirty="0"/>
              <a:t>:</a:t>
            </a:r>
          </a:p>
          <a:p>
            <a:pPr lvl="1" algn="just"/>
            <a:r>
              <a:rPr lang="en-US" dirty="0"/>
              <a:t>It shows all of the systems related to the system of interest that interact with one another and the nature of those interactions.</a:t>
            </a:r>
          </a:p>
          <a:p>
            <a:pPr lvl="1" algn="just"/>
            <a:r>
              <a:rPr lang="en-US" dirty="0"/>
              <a:t>An ecosystem map represents scope by showing all the systems that interconnect and that therefore might need to be modified to accommodate </a:t>
            </a:r>
            <a:r>
              <a:rPr lang="en-US" sz="1600" dirty="0"/>
              <a:t>(</a:t>
            </a:r>
            <a:r>
              <a:rPr lang="en-US" sz="1600" dirty="0" err="1"/>
              <a:t>tương</a:t>
            </a:r>
            <a:r>
              <a:rPr lang="en-US" sz="1600" dirty="0"/>
              <a:t> </a:t>
            </a:r>
            <a:r>
              <a:rPr lang="en-US" sz="1600" dirty="0" err="1"/>
              <a:t>thích</a:t>
            </a:r>
            <a:r>
              <a:rPr lang="en-US" sz="1600" dirty="0"/>
              <a:t>)</a:t>
            </a:r>
            <a:r>
              <a:rPr lang="en-US" dirty="0"/>
              <a:t> your new system.</a:t>
            </a:r>
          </a:p>
        </p:txBody>
      </p:sp>
      <p:sp>
        <p:nvSpPr>
          <p:cNvPr id="2" name="Title 1"/>
          <p:cNvSpPr>
            <a:spLocks noGrp="1"/>
          </p:cNvSpPr>
          <p:nvPr>
            <p:ph type="title"/>
          </p:nvPr>
        </p:nvSpPr>
        <p:spPr>
          <a:xfrm>
            <a:off x="2684206" y="6701"/>
            <a:ext cx="6459794" cy="1052161"/>
          </a:xfrm>
        </p:spPr>
        <p:txBody>
          <a:bodyPr>
            <a:normAutofit/>
          </a:bodyPr>
          <a:lstStyle/>
          <a:p>
            <a:r>
              <a:rPr lang="en-US" sz="3200" dirty="0"/>
              <a:t>Scope representation techniques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22</a:t>
            </a:fld>
            <a:endParaRPr lang="en-US" dirty="0"/>
          </a:p>
        </p:txBody>
      </p:sp>
      <p:pic>
        <p:nvPicPr>
          <p:cNvPr id="7" name="Picture 6"/>
          <p:cNvPicPr>
            <a:picLocks noChangeAspect="1"/>
          </p:cNvPicPr>
          <p:nvPr/>
        </p:nvPicPr>
        <p:blipFill>
          <a:blip r:embed="rId3"/>
          <a:stretch>
            <a:fillRect/>
          </a:stretch>
        </p:blipFill>
        <p:spPr>
          <a:xfrm>
            <a:off x="3558448" y="1306650"/>
            <a:ext cx="5541710" cy="3408568"/>
          </a:xfrm>
          <a:prstGeom prst="rect">
            <a:avLst/>
          </a:prstGeom>
        </p:spPr>
      </p:pic>
    </p:spTree>
    <p:extLst>
      <p:ext uri="{BB962C8B-B14F-4D97-AF65-F5344CB8AC3E}">
        <p14:creationId xmlns:p14="http://schemas.microsoft.com/office/powerpoint/2010/main" val="1573485044"/>
      </p:ext>
    </p:extLst>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338" y="1143000"/>
            <a:ext cx="3349127" cy="5100484"/>
          </a:xfrm>
        </p:spPr>
        <p:txBody>
          <a:bodyPr>
            <a:normAutofit fontScale="85000" lnSpcReduction="10000"/>
          </a:bodyPr>
          <a:lstStyle/>
          <a:p>
            <a:pPr algn="just"/>
            <a:r>
              <a:rPr lang="en-US" dirty="0"/>
              <a:t>Feature tree:</a:t>
            </a:r>
          </a:p>
          <a:p>
            <a:pPr lvl="1" algn="just"/>
            <a:r>
              <a:rPr lang="en-US" dirty="0"/>
              <a:t>It’s a visual depiction of the product’s features organized in logical groups, hierarchically subdividing each feature into further levels of detail.</a:t>
            </a:r>
          </a:p>
          <a:p>
            <a:pPr lvl="1" algn="just"/>
            <a:r>
              <a:rPr lang="en-US" dirty="0"/>
              <a:t>The feature tree is a concise view of all the features planned for a project, marking it an ideal model to show to executives who want to quick glance at the project scope.</a:t>
            </a:r>
          </a:p>
          <a:p>
            <a:pPr lvl="1" algn="just"/>
            <a:endParaRPr lang="en-US" dirty="0"/>
          </a:p>
        </p:txBody>
      </p:sp>
      <p:sp>
        <p:nvSpPr>
          <p:cNvPr id="2" name="Title 1"/>
          <p:cNvSpPr>
            <a:spLocks noGrp="1"/>
          </p:cNvSpPr>
          <p:nvPr>
            <p:ph type="title"/>
          </p:nvPr>
        </p:nvSpPr>
        <p:spPr>
          <a:xfrm>
            <a:off x="2684206" y="6701"/>
            <a:ext cx="6459794" cy="1052161"/>
          </a:xfrm>
        </p:spPr>
        <p:txBody>
          <a:bodyPr>
            <a:normAutofit/>
          </a:bodyPr>
          <a:lstStyle/>
          <a:p>
            <a:r>
              <a:rPr lang="en-US" sz="3200" dirty="0"/>
              <a:t>Scope representation techniques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23</a:t>
            </a:fld>
            <a:endParaRPr lang="en-US" dirty="0"/>
          </a:p>
        </p:txBody>
      </p:sp>
      <p:pic>
        <p:nvPicPr>
          <p:cNvPr id="7" name="Picture 6"/>
          <p:cNvPicPr>
            <a:picLocks noChangeAspect="1"/>
          </p:cNvPicPr>
          <p:nvPr/>
        </p:nvPicPr>
        <p:blipFill>
          <a:blip r:embed="rId2"/>
          <a:stretch>
            <a:fillRect/>
          </a:stretch>
        </p:blipFill>
        <p:spPr>
          <a:xfrm>
            <a:off x="3697640" y="1724713"/>
            <a:ext cx="5446360" cy="3965786"/>
          </a:xfrm>
          <a:prstGeom prst="rect">
            <a:avLst/>
          </a:prstGeom>
        </p:spPr>
      </p:pic>
    </p:spTree>
    <p:extLst>
      <p:ext uri="{BB962C8B-B14F-4D97-AF65-F5344CB8AC3E}">
        <p14:creationId xmlns:p14="http://schemas.microsoft.com/office/powerpoint/2010/main" val="3929911611"/>
      </p:ext>
    </p:extLst>
  </p:cSld>
  <p:clrMapOvr>
    <a:masterClrMapping/>
  </p:clrMapOvr>
  <p:transition>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058862"/>
            <a:ext cx="4178147" cy="5100484"/>
          </a:xfrm>
        </p:spPr>
        <p:txBody>
          <a:bodyPr>
            <a:normAutofit lnSpcReduction="10000"/>
          </a:bodyPr>
          <a:lstStyle/>
          <a:p>
            <a:pPr algn="just"/>
            <a:r>
              <a:rPr lang="en-US" dirty="0"/>
              <a:t>Event list:</a:t>
            </a:r>
          </a:p>
          <a:p>
            <a:pPr lvl="1" algn="just"/>
            <a:r>
              <a:rPr lang="en-US" dirty="0"/>
              <a:t>An event list identifies external events that could trigger </a:t>
            </a:r>
            <a:r>
              <a:rPr lang="en-US" sz="1600" dirty="0"/>
              <a:t>(</a:t>
            </a:r>
            <a:r>
              <a:rPr lang="en-US" sz="1600" dirty="0" err="1"/>
              <a:t>kích</a:t>
            </a:r>
            <a:r>
              <a:rPr lang="en-US" sz="1600" dirty="0"/>
              <a:t> </a:t>
            </a:r>
            <a:r>
              <a:rPr lang="en-US" sz="1600" dirty="0" err="1"/>
              <a:t>hoạt</a:t>
            </a:r>
            <a:r>
              <a:rPr lang="en-US" sz="1600" dirty="0"/>
              <a:t>)</a:t>
            </a:r>
            <a:r>
              <a:rPr lang="en-US" dirty="0"/>
              <a:t> behavior in the system.</a:t>
            </a:r>
          </a:p>
          <a:p>
            <a:pPr lvl="1" algn="just"/>
            <a:r>
              <a:rPr lang="en-US" dirty="0"/>
              <a:t>The event list depicts the scope boundary for the system by naming possible biz events triggered by users, time-triggered events, or signal events received from external components, such as HW devices.</a:t>
            </a:r>
          </a:p>
        </p:txBody>
      </p:sp>
      <p:sp>
        <p:nvSpPr>
          <p:cNvPr id="2" name="Title 1"/>
          <p:cNvSpPr>
            <a:spLocks noGrp="1"/>
          </p:cNvSpPr>
          <p:nvPr>
            <p:ph type="title"/>
          </p:nvPr>
        </p:nvSpPr>
        <p:spPr>
          <a:xfrm>
            <a:off x="2684206" y="6701"/>
            <a:ext cx="6459794" cy="1052161"/>
          </a:xfrm>
        </p:spPr>
        <p:txBody>
          <a:bodyPr>
            <a:normAutofit/>
          </a:bodyPr>
          <a:lstStyle/>
          <a:p>
            <a:r>
              <a:rPr lang="en-US" sz="3200" dirty="0"/>
              <a:t>Scope representation techniques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24</a:t>
            </a:fld>
            <a:endParaRPr lang="en-US" dirty="0"/>
          </a:p>
        </p:txBody>
      </p:sp>
      <p:sp>
        <p:nvSpPr>
          <p:cNvPr id="6" name="Content Placeholder 2"/>
          <p:cNvSpPr txBox="1">
            <a:spLocks/>
          </p:cNvSpPr>
          <p:nvPr/>
        </p:nvSpPr>
        <p:spPr bwMode="auto">
          <a:xfrm rot="20602316">
            <a:off x="4796681" y="1677542"/>
            <a:ext cx="3822644" cy="4342659"/>
          </a:xfrm>
          <a:prstGeom prst="rect">
            <a:avLst/>
          </a:prstGeom>
          <a:solidFill>
            <a:srgbClr val="92D050"/>
          </a:solidFill>
          <a:ln w="9525">
            <a:noFill/>
            <a:miter lim="800000"/>
            <a:headEnd/>
            <a:tailEnd/>
          </a:ln>
        </p:spPr>
        <p:txBody>
          <a:bodyPr vert="horz" wrap="square" lIns="91440" tIns="45720" rIns="91440" bIns="45720" numCol="1" anchor="t" anchorCtr="0" compatLnSpc="1">
            <a:prstTxWarp prst="textNoShape">
              <a:avLst/>
            </a:prstTxWarp>
            <a:normAutofit fontScale="77500" lnSpcReduction="20000"/>
          </a:bodyPr>
          <a:lstStyle>
            <a:lvl1pPr marL="342900" indent="-342900" algn="l" rtl="0" eaLnBrk="0" fontAlgn="base" hangingPunct="0">
              <a:spcBef>
                <a:spcPct val="20000"/>
              </a:spcBef>
              <a:spcAft>
                <a:spcPct val="0"/>
              </a:spcAft>
              <a:buFontTx/>
              <a:buBlip>
                <a:blip r:embed="rId3"/>
              </a:buBlip>
              <a:defRPr sz="2800" kern="1200">
                <a:solidFill>
                  <a:schemeClr val="tx1"/>
                </a:solidFill>
                <a:latin typeface="+mn-lt"/>
                <a:ea typeface="+mn-ea"/>
                <a:cs typeface="Tahoma" pitchFamily="34" charset="0"/>
              </a:defRPr>
            </a:lvl1pPr>
            <a:lvl2pPr marL="742950" indent="-285750" algn="l" rtl="0" eaLnBrk="0" fontAlgn="base" hangingPunct="0">
              <a:spcBef>
                <a:spcPct val="20000"/>
              </a:spcBef>
              <a:spcAft>
                <a:spcPct val="0"/>
              </a:spcAft>
              <a:buFontTx/>
              <a:buBlip>
                <a:blip r:embed="rId4"/>
              </a:buBlip>
              <a:defRPr sz="2400" kern="1200">
                <a:solidFill>
                  <a:schemeClr val="tx1"/>
                </a:solidFill>
                <a:latin typeface="+mn-lt"/>
                <a:ea typeface="+mn-ea"/>
                <a:cs typeface="Tahoma" pitchFamily="34" charset="0"/>
              </a:defRPr>
            </a:lvl2pPr>
            <a:lvl3pPr marL="1143000" indent="-228600" algn="l" rtl="0" eaLnBrk="0" fontAlgn="base" hangingPunct="0">
              <a:spcBef>
                <a:spcPct val="20000"/>
              </a:spcBef>
              <a:spcAft>
                <a:spcPct val="0"/>
              </a:spcAft>
              <a:buFontTx/>
              <a:buBlip>
                <a:blip r:embed="rId5"/>
              </a:buBlip>
              <a:defRPr sz="2000" kern="1200">
                <a:solidFill>
                  <a:schemeClr val="tx1"/>
                </a:solidFill>
                <a:latin typeface="+mn-lt"/>
                <a:ea typeface="+mn-ea"/>
                <a:cs typeface="Tahoma" pitchFamily="34" charset="0"/>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dirty="0"/>
              <a:t>External event for Chemical Tracking System</a:t>
            </a:r>
          </a:p>
          <a:p>
            <a:pPr lvl="1" algn="just"/>
            <a:r>
              <a:rPr lang="en-US" dirty="0"/>
              <a:t>Chemist places a chemical request.</a:t>
            </a:r>
          </a:p>
          <a:p>
            <a:pPr lvl="1" algn="just"/>
            <a:r>
              <a:rPr lang="en-US" dirty="0"/>
              <a:t>Chemical container bar code is scanned.</a:t>
            </a:r>
          </a:p>
          <a:p>
            <a:pPr lvl="1" algn="just"/>
            <a:r>
              <a:rPr lang="en-US" dirty="0"/>
              <a:t>Vendor issues new chemical catalog.</a:t>
            </a:r>
          </a:p>
          <a:p>
            <a:pPr lvl="1" algn="just"/>
            <a:r>
              <a:rPr lang="en-US" dirty="0"/>
              <a:t>New proprietary chemical </a:t>
            </a:r>
            <a:r>
              <a:rPr lang="en-US" sz="1800" dirty="0"/>
              <a:t>(</a:t>
            </a:r>
            <a:r>
              <a:rPr lang="en-US" sz="1800" dirty="0" err="1"/>
              <a:t>hóa</a:t>
            </a:r>
            <a:r>
              <a:rPr lang="en-US" sz="1800" dirty="0"/>
              <a:t> </a:t>
            </a:r>
            <a:r>
              <a:rPr lang="en-US" sz="1800" dirty="0" err="1"/>
              <a:t>chất</a:t>
            </a:r>
            <a:r>
              <a:rPr lang="en-US" sz="1800" dirty="0"/>
              <a:t> </a:t>
            </a:r>
            <a:r>
              <a:rPr lang="en-US" sz="1800" dirty="0" err="1"/>
              <a:t>độc</a:t>
            </a:r>
            <a:r>
              <a:rPr lang="en-US" sz="1800" dirty="0"/>
              <a:t> </a:t>
            </a:r>
            <a:r>
              <a:rPr lang="en-US" sz="1800" dirty="0" err="1"/>
              <a:t>quyền</a:t>
            </a:r>
            <a:r>
              <a:rPr lang="en-US" sz="1800" dirty="0"/>
              <a:t>)</a:t>
            </a:r>
            <a:r>
              <a:rPr lang="en-US" dirty="0"/>
              <a:t> is accessioned </a:t>
            </a:r>
            <a:r>
              <a:rPr lang="en-US" sz="1700" dirty="0"/>
              <a:t>(</a:t>
            </a:r>
            <a:r>
              <a:rPr lang="en-US" sz="1700" dirty="0" err="1"/>
              <a:t>được</a:t>
            </a:r>
            <a:r>
              <a:rPr lang="en-US" sz="1700" dirty="0"/>
              <a:t> </a:t>
            </a:r>
            <a:r>
              <a:rPr lang="en-US" sz="1700" dirty="0" err="1"/>
              <a:t>nhập</a:t>
            </a:r>
            <a:r>
              <a:rPr lang="en-US" sz="1700" dirty="0"/>
              <a:t> </a:t>
            </a:r>
            <a:r>
              <a:rPr lang="en-US" sz="1700" dirty="0" err="1"/>
              <a:t>vào</a:t>
            </a:r>
            <a:r>
              <a:rPr lang="en-US" sz="1700" dirty="0"/>
              <a:t>) </a:t>
            </a:r>
            <a:r>
              <a:rPr lang="en-US" dirty="0"/>
              <a:t>into system.</a:t>
            </a:r>
          </a:p>
          <a:p>
            <a:pPr lvl="1" algn="just"/>
            <a:r>
              <a:rPr lang="en-US" dirty="0"/>
              <a:t>Vendor indicates chemical is backordered.</a:t>
            </a:r>
          </a:p>
          <a:p>
            <a:pPr lvl="1" algn="just"/>
            <a:r>
              <a:rPr lang="en-US" dirty="0"/>
              <a:t>New vendor is added to preferred vendor list.</a:t>
            </a:r>
          </a:p>
          <a:p>
            <a:pPr lvl="1" algn="just"/>
            <a:endParaRPr lang="en-US" dirty="0"/>
          </a:p>
          <a:p>
            <a:pPr lvl="1" algn="just"/>
            <a:endParaRPr lang="en-US" dirty="0"/>
          </a:p>
        </p:txBody>
      </p:sp>
    </p:spTree>
    <p:extLst>
      <p:ext uri="{BB962C8B-B14F-4D97-AF65-F5344CB8AC3E}">
        <p14:creationId xmlns:p14="http://schemas.microsoft.com/office/powerpoint/2010/main" val="3663770423"/>
      </p:ext>
    </p:extLst>
  </p:cSld>
  <p:clrMapOvr>
    <a:masterClrMapping/>
  </p:clrMapOvr>
  <p:transition>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2529" y="-1236"/>
            <a:ext cx="6361471" cy="1052161"/>
          </a:xfrm>
        </p:spPr>
        <p:txBody>
          <a:bodyPr>
            <a:normAutofit/>
          </a:bodyPr>
          <a:lstStyle/>
          <a:p>
            <a:r>
              <a:rPr lang="en-US" sz="3200" dirty="0"/>
              <a:t>Keeping the scope in focus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25</a:t>
            </a:fld>
            <a:endParaRPr lang="en-US" dirty="0"/>
          </a:p>
        </p:txBody>
      </p:sp>
      <p:sp>
        <p:nvSpPr>
          <p:cNvPr id="3" name="Content Placeholder 2"/>
          <p:cNvSpPr>
            <a:spLocks noGrp="1"/>
          </p:cNvSpPr>
          <p:nvPr>
            <p:ph idx="1"/>
          </p:nvPr>
        </p:nvSpPr>
        <p:spPr>
          <a:xfrm>
            <a:off x="228600" y="1143000"/>
            <a:ext cx="8686800" cy="5120148"/>
          </a:xfrm>
        </p:spPr>
        <p:txBody>
          <a:bodyPr>
            <a:normAutofit fontScale="92500"/>
          </a:bodyPr>
          <a:lstStyle/>
          <a:p>
            <a:pPr marL="0" indent="0" algn="just">
              <a:buNone/>
            </a:pPr>
            <a:r>
              <a:rPr lang="en-US" i="1" dirty="0"/>
              <a:t>The biz requirements and an understanding of how customers will use the product provide valuable tools for dealing with scope change. Scope change is not a bad thing if it helps you steer the project toward satisfying evolving customer needs.</a:t>
            </a:r>
          </a:p>
          <a:p>
            <a:pPr algn="just"/>
            <a:r>
              <a:rPr lang="en-US" dirty="0"/>
              <a:t>Using business objectives to make scoping decisions:</a:t>
            </a:r>
          </a:p>
          <a:p>
            <a:pPr lvl="1" algn="just"/>
            <a:r>
              <a:rPr lang="en-US" dirty="0"/>
              <a:t>The biz objectives are the most important factor to consider when making scope decisions </a:t>
            </a:r>
            <a:r>
              <a:rPr lang="en-US" sz="1700" dirty="0"/>
              <a:t>(</a:t>
            </a:r>
            <a:r>
              <a:rPr lang="en-US" sz="1700" dirty="0" err="1"/>
              <a:t>đưa</a:t>
            </a:r>
            <a:r>
              <a:rPr lang="en-US" sz="1700" dirty="0"/>
              <a:t> </a:t>
            </a:r>
            <a:r>
              <a:rPr lang="en-US" sz="1700" dirty="0" err="1"/>
              <a:t>ra</a:t>
            </a:r>
            <a:r>
              <a:rPr lang="en-US" sz="1700" dirty="0"/>
              <a:t> QĐ </a:t>
            </a:r>
            <a:r>
              <a:rPr lang="en-US" sz="1700" dirty="0" err="1"/>
              <a:t>phạm</a:t>
            </a:r>
            <a:r>
              <a:rPr lang="en-US" sz="1700" dirty="0"/>
              <a:t> vi)</a:t>
            </a:r>
            <a:r>
              <a:rPr lang="en-US" dirty="0"/>
              <a:t>.</a:t>
            </a:r>
          </a:p>
          <a:p>
            <a:pPr lvl="1" algn="just"/>
            <a:r>
              <a:rPr lang="en-US" dirty="0"/>
              <a:t>When a stakeholder wants to add functionality, consider how the suggested changes will contribute to achieving the biz objectives.</a:t>
            </a:r>
          </a:p>
          <a:p>
            <a:pPr lvl="1" algn="just"/>
            <a:r>
              <a:rPr lang="en-US" dirty="0"/>
              <a:t>When an executive requests a new feature that he thought of over the weekend </a:t>
            </a:r>
            <a:r>
              <a:rPr lang="en-US" sz="1900" dirty="0"/>
              <a:t>(</a:t>
            </a:r>
            <a:r>
              <a:rPr lang="en-US" sz="1900" dirty="0" err="1"/>
              <a:t>vào</a:t>
            </a:r>
            <a:r>
              <a:rPr lang="en-US" sz="1900" dirty="0"/>
              <a:t> </a:t>
            </a:r>
            <a:r>
              <a:rPr lang="en-US" sz="1900" dirty="0" err="1"/>
              <a:t>cuối</a:t>
            </a:r>
            <a:r>
              <a:rPr lang="en-US" sz="1900" dirty="0"/>
              <a:t> </a:t>
            </a:r>
            <a:r>
              <a:rPr lang="en-US" sz="1900" dirty="0" err="1"/>
              <a:t>tuần</a:t>
            </a:r>
            <a:r>
              <a:rPr lang="en-US" sz="1900" dirty="0"/>
              <a:t>)</a:t>
            </a:r>
            <a:r>
              <a:rPr lang="en-US" dirty="0"/>
              <a:t>, you can use quantitative analysis to help determine if adding it is the right biz decision.</a:t>
            </a:r>
          </a:p>
        </p:txBody>
      </p:sp>
    </p:spTree>
    <p:extLst>
      <p:ext uri="{BB962C8B-B14F-4D97-AF65-F5344CB8AC3E}">
        <p14:creationId xmlns:p14="http://schemas.microsoft.com/office/powerpoint/2010/main" val="3723963214"/>
      </p:ext>
    </p:extLst>
  </p:cSld>
  <p:clrMapOvr>
    <a:masterClrMapping/>
  </p:clrMapOvr>
  <p:transition>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2529" y="-1236"/>
            <a:ext cx="6361471" cy="1052161"/>
          </a:xfrm>
        </p:spPr>
        <p:txBody>
          <a:bodyPr>
            <a:normAutofit/>
          </a:bodyPr>
          <a:lstStyle/>
          <a:p>
            <a:r>
              <a:rPr lang="en-US" sz="3200" dirty="0"/>
              <a:t>Keeping the scope in focus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26</a:t>
            </a:fld>
            <a:endParaRPr lang="en-US" dirty="0"/>
          </a:p>
        </p:txBody>
      </p:sp>
      <p:sp>
        <p:nvSpPr>
          <p:cNvPr id="3" name="Content Placeholder 2"/>
          <p:cNvSpPr>
            <a:spLocks noGrp="1"/>
          </p:cNvSpPr>
          <p:nvPr>
            <p:ph idx="1"/>
          </p:nvPr>
        </p:nvSpPr>
        <p:spPr>
          <a:xfrm>
            <a:off x="228600" y="1143000"/>
            <a:ext cx="8686800" cy="5120148"/>
          </a:xfrm>
        </p:spPr>
        <p:txBody>
          <a:bodyPr>
            <a:normAutofit/>
          </a:bodyPr>
          <a:lstStyle/>
          <a:p>
            <a:pPr algn="just"/>
            <a:r>
              <a:rPr lang="en-US" dirty="0"/>
              <a:t>Assessing the impact of scope changes:</a:t>
            </a:r>
          </a:p>
          <a:p>
            <a:pPr lvl="1" algn="just"/>
            <a:r>
              <a:rPr lang="en-US" dirty="0"/>
              <a:t>When project’s scope increases, the PM usually will have to negotiate the planned budget, resources, schedule, and/or staff.</a:t>
            </a:r>
          </a:p>
          <a:p>
            <a:pPr lvl="1" algn="just"/>
            <a:r>
              <a:rPr lang="en-US" dirty="0"/>
              <a:t>A common consequence of scope change is that completed activities must be reworked in response to the changes.</a:t>
            </a:r>
          </a:p>
          <a:p>
            <a:pPr lvl="1" algn="just"/>
            <a:r>
              <a:rPr lang="en-US" dirty="0"/>
              <a:t>Quality often suffers </a:t>
            </a:r>
            <a:r>
              <a:rPr lang="en-US" sz="1600" dirty="0"/>
              <a:t>(</a:t>
            </a:r>
            <a:r>
              <a:rPr lang="en-US" sz="1600" dirty="0" err="1"/>
              <a:t>bị</a:t>
            </a:r>
            <a:r>
              <a:rPr lang="en-US" sz="1600" dirty="0"/>
              <a:t> </a:t>
            </a:r>
            <a:r>
              <a:rPr lang="en-US" sz="1600" dirty="0" err="1"/>
              <a:t>ảnh</a:t>
            </a:r>
            <a:r>
              <a:rPr lang="en-US" sz="1600" dirty="0"/>
              <a:t> </a:t>
            </a:r>
            <a:r>
              <a:rPr lang="en-US" sz="1600" dirty="0" err="1"/>
              <a:t>hưởng</a:t>
            </a:r>
            <a:r>
              <a:rPr lang="en-US" sz="1600" dirty="0"/>
              <a:t>) </a:t>
            </a:r>
            <a:r>
              <a:rPr lang="en-US" dirty="0"/>
              <a:t>if the allocated resources or time are not increased when new functionality is added.</a:t>
            </a:r>
          </a:p>
        </p:txBody>
      </p:sp>
    </p:spTree>
    <p:extLst>
      <p:ext uri="{BB962C8B-B14F-4D97-AF65-F5344CB8AC3E}">
        <p14:creationId xmlns:p14="http://schemas.microsoft.com/office/powerpoint/2010/main" val="732714933"/>
      </p:ext>
    </p:extLst>
  </p:cSld>
  <p:clrMapOvr>
    <a:masterClrMapping/>
  </p:clrMapOvr>
  <p:transition>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20000"/>
          </a:bodyPr>
          <a:lstStyle/>
          <a:p>
            <a:pPr algn="just"/>
            <a:r>
              <a:rPr lang="en-US" dirty="0"/>
              <a:t>Managing scope on an agile project, in which development is performed in a series of fixed </a:t>
            </a:r>
            <a:r>
              <a:rPr lang="en-US" i="1" dirty="0" err="1">
                <a:solidFill>
                  <a:srgbClr val="003399"/>
                </a:solidFill>
              </a:rPr>
              <a:t>timebox</a:t>
            </a:r>
            <a:r>
              <a:rPr lang="en-US" i="1" dirty="0">
                <a:solidFill>
                  <a:srgbClr val="003399"/>
                </a:solidFill>
              </a:rPr>
              <a:t> iterations</a:t>
            </a:r>
            <a:r>
              <a:rPr lang="en-US" dirty="0"/>
              <a:t>, takes a different approach.</a:t>
            </a:r>
          </a:p>
          <a:p>
            <a:pPr algn="just"/>
            <a:r>
              <a:rPr lang="en-US" dirty="0"/>
              <a:t>The scope of each iteration consists of </a:t>
            </a:r>
            <a:r>
              <a:rPr lang="en-US" i="1" dirty="0">
                <a:solidFill>
                  <a:srgbClr val="003399"/>
                </a:solidFill>
              </a:rPr>
              <a:t>user stories </a:t>
            </a:r>
            <a:r>
              <a:rPr lang="en-US" dirty="0"/>
              <a:t>selected from a </a:t>
            </a:r>
            <a:r>
              <a:rPr lang="en-US" i="1" dirty="0">
                <a:solidFill>
                  <a:srgbClr val="003399"/>
                </a:solidFill>
              </a:rPr>
              <a:t>dynamic product backlog</a:t>
            </a:r>
            <a:r>
              <a:rPr lang="en-US" dirty="0"/>
              <a:t>, based on their relative priority and the estimated delivery capability of the team for each </a:t>
            </a:r>
            <a:r>
              <a:rPr lang="en-US" dirty="0" err="1"/>
              <a:t>timebox</a:t>
            </a:r>
            <a:r>
              <a:rPr lang="en-US" dirty="0"/>
              <a:t>.</a:t>
            </a:r>
          </a:p>
          <a:p>
            <a:pPr algn="just"/>
            <a:r>
              <a:rPr lang="en-US" dirty="0"/>
              <a:t>Instead of trying to fight scope creep, the team prioritizes new requirements against existing items in the backlog and allocates them to future iterations.</a:t>
            </a:r>
          </a:p>
          <a:p>
            <a:pPr algn="just"/>
            <a:r>
              <a:rPr lang="en-US" dirty="0"/>
              <a:t>Although agile projects might not create a formal vision and scope document. Many agile projects conduct an upfront planning iteration (iteration zero) to define the overarching product vision and other business requirements for the project.</a:t>
            </a:r>
          </a:p>
        </p:txBody>
      </p:sp>
      <p:sp>
        <p:nvSpPr>
          <p:cNvPr id="2" name="Title 1"/>
          <p:cNvSpPr>
            <a:spLocks noGrp="1"/>
          </p:cNvSpPr>
          <p:nvPr>
            <p:ph type="title"/>
          </p:nvPr>
        </p:nvSpPr>
        <p:spPr>
          <a:xfrm>
            <a:off x="2644877" y="-1236"/>
            <a:ext cx="6499123" cy="1052161"/>
          </a:xfrm>
        </p:spPr>
        <p:txBody>
          <a:bodyPr>
            <a:normAutofit/>
          </a:bodyPr>
          <a:lstStyle/>
          <a:p>
            <a:r>
              <a:rPr lang="en-US" sz="3200" dirty="0"/>
              <a:t>Vision and scope on agile projects</a:t>
            </a:r>
          </a:p>
        </p:txBody>
      </p:sp>
      <p:sp>
        <p:nvSpPr>
          <p:cNvPr id="4" name="Footer Placeholder 3"/>
          <p:cNvSpPr>
            <a:spLocks noGrp="1"/>
          </p:cNvSpPr>
          <p:nvPr>
            <p:ph type="ftr" sz="quarter" idx="10"/>
          </p:nvPr>
        </p:nvSpPr>
        <p:spPr/>
        <p:txBody>
          <a:bodyPr/>
          <a:lstStyle/>
          <a:p>
            <a:pPr>
              <a:defRPr/>
            </a:pPr>
            <a:r>
              <a:rPr lang="en-US"/>
              <a:t>Chapter 5: Enstablish the business requirements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27</a:t>
            </a:fld>
            <a:endParaRPr lang="en-US" dirty="0"/>
          </a:p>
        </p:txBody>
      </p:sp>
    </p:spTree>
    <p:extLst>
      <p:ext uri="{BB962C8B-B14F-4D97-AF65-F5344CB8AC3E}">
        <p14:creationId xmlns:p14="http://schemas.microsoft.com/office/powerpoint/2010/main" val="3274409239"/>
      </p:ext>
    </p:extLst>
  </p:cSld>
  <p:clrMapOvr>
    <a:masterClrMapping/>
  </p:clrMapOvr>
  <p:transition>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a:t>Review chapter 5</a:t>
            </a:r>
          </a:p>
        </p:txBody>
      </p:sp>
      <p:sp>
        <p:nvSpPr>
          <p:cNvPr id="4" name="Footer Placeholder 3"/>
          <p:cNvSpPr>
            <a:spLocks noGrp="1"/>
          </p:cNvSpPr>
          <p:nvPr>
            <p:ph type="ftr" sz="quarter" idx="10"/>
          </p:nvPr>
        </p:nvSpPr>
        <p:spPr/>
        <p:txBody>
          <a:bodyPr/>
          <a:lstStyle/>
          <a:p>
            <a:pPr>
              <a:defRPr/>
            </a:pPr>
            <a:r>
              <a:rPr lang="en-US"/>
              <a:t>Chapter 2: Requirements from customer's perspective _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28</a:t>
            </a:fld>
            <a:endParaRPr lang="en-US" dirty="0"/>
          </a:p>
        </p:txBody>
      </p:sp>
      <p:graphicFrame>
        <p:nvGraphicFramePr>
          <p:cNvPr id="7" name="Content Placeholder 6"/>
          <p:cNvGraphicFramePr>
            <a:graphicFrameLocks noGrp="1"/>
          </p:cNvGraphicFramePr>
          <p:nvPr>
            <p:ph idx="1"/>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50859894"/>
      </p:ext>
    </p:extLst>
  </p:cSld>
  <p:clrMapOvr>
    <a:masterClrMapping/>
  </p:clrMapOvr>
  <p:transition>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Chapter 4: The business analyst - BayHV</a:t>
            </a:r>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29</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335870208"/>
      </p:ext>
    </p:extLst>
  </p:cSld>
  <p:clrMapOvr>
    <a:masterClrMapping/>
  </p:clrMapOvr>
  <p:transition>
    <p:split orient="vert"/>
  </p:transition>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2843</TotalTime>
  <Words>4197</Words>
  <Application>Microsoft Office PowerPoint</Application>
  <PresentationFormat>On-screen Show (4:3)</PresentationFormat>
  <Paragraphs>293</Paragraphs>
  <Slides>29</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Tahoma</vt:lpstr>
      <vt:lpstr>1_template</vt:lpstr>
      <vt:lpstr>CHAPTER 5  Establishing the business requirements</vt:lpstr>
      <vt:lpstr>Review chapter 4</vt:lpstr>
      <vt:lpstr>Objectives</vt:lpstr>
      <vt:lpstr>Contents</vt:lpstr>
      <vt:lpstr>Business requirements</vt:lpstr>
      <vt:lpstr>Business requirements</vt:lpstr>
      <vt:lpstr>Business requirements</vt:lpstr>
      <vt:lpstr>Conflicting business requirements</vt:lpstr>
      <vt:lpstr>Conflicting business requirements</vt:lpstr>
      <vt:lpstr>Vision and scope document</vt:lpstr>
      <vt:lpstr>Explanations: Biz requirements</vt:lpstr>
      <vt:lpstr>Explanations: Biz requirements</vt:lpstr>
      <vt:lpstr>Explanations: Biz requirements</vt:lpstr>
      <vt:lpstr>Explanations: Biz requirements</vt:lpstr>
      <vt:lpstr>Explanations: Biz requirements</vt:lpstr>
      <vt:lpstr>Explanations: Biz requirements</vt:lpstr>
      <vt:lpstr>Explanations: Scope and limitations</vt:lpstr>
      <vt:lpstr>Explanations: Scope and limitations</vt:lpstr>
      <vt:lpstr>Explanations: Biz context</vt:lpstr>
      <vt:lpstr>Explanations: Biz context</vt:lpstr>
      <vt:lpstr>Scope representation techniques</vt:lpstr>
      <vt:lpstr>Scope representation techniques</vt:lpstr>
      <vt:lpstr>Scope representation techniques</vt:lpstr>
      <vt:lpstr>Scope representation techniques</vt:lpstr>
      <vt:lpstr>Keeping the scope in focus</vt:lpstr>
      <vt:lpstr>Keeping the scope in focus</vt:lpstr>
      <vt:lpstr>Vision and scope on agile projects</vt:lpstr>
      <vt:lpstr>Review chapter 5</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Establishing the business requirements</dc:title>
  <dc:creator>Huong</dc:creator>
  <cp:lastModifiedBy>vnpcto6@vnpt.vn</cp:lastModifiedBy>
  <cp:revision>121</cp:revision>
  <dcterms:created xsi:type="dcterms:W3CDTF">2018-04-24T06:12:02Z</dcterms:created>
  <dcterms:modified xsi:type="dcterms:W3CDTF">2023-01-26T14:43:19Z</dcterms:modified>
</cp:coreProperties>
</file>