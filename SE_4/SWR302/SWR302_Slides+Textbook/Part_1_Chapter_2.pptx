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2" r:id="rId1"/>
  </p:sldMasterIdLst>
  <p:notesMasterIdLst>
    <p:notesMasterId r:id="rId23"/>
  </p:notesMasterIdLst>
  <p:sldIdLst>
    <p:sldId id="256" r:id="rId2"/>
    <p:sldId id="257" r:id="rId3"/>
    <p:sldId id="275" r:id="rId4"/>
    <p:sldId id="258" r:id="rId5"/>
    <p:sldId id="259" r:id="rId6"/>
    <p:sldId id="265" r:id="rId7"/>
    <p:sldId id="260" r:id="rId8"/>
    <p:sldId id="266" r:id="rId9"/>
    <p:sldId id="267" r:id="rId10"/>
    <p:sldId id="268" r:id="rId11"/>
    <p:sldId id="261" r:id="rId12"/>
    <p:sldId id="269" r:id="rId13"/>
    <p:sldId id="262" r:id="rId14"/>
    <p:sldId id="263" r:id="rId15"/>
    <p:sldId id="270" r:id="rId16"/>
    <p:sldId id="271" r:id="rId17"/>
    <p:sldId id="264" r:id="rId18"/>
    <p:sldId id="272" r:id="rId19"/>
    <p:sldId id="273" r:id="rId20"/>
    <p:sldId id="277" r:id="rId21"/>
    <p:sldId id="274"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DDD9F94-050C-4013-900D-CD4E93DEDA0C}">
          <p14:sldIdLst>
            <p14:sldId id="256"/>
            <p14:sldId id="257"/>
            <p14:sldId id="275"/>
            <p14:sldId id="258"/>
            <p14:sldId id="259"/>
          </p14:sldIdLst>
        </p14:section>
        <p14:section name="Untitled Section" id="{4C0739DE-D672-4195-BAFB-E818B68F8C05}">
          <p14:sldIdLst>
            <p14:sldId id="265"/>
            <p14:sldId id="260"/>
            <p14:sldId id="266"/>
            <p14:sldId id="267"/>
            <p14:sldId id="268"/>
            <p14:sldId id="261"/>
            <p14:sldId id="269"/>
            <p14:sldId id="262"/>
            <p14:sldId id="263"/>
            <p14:sldId id="270"/>
            <p14:sldId id="271"/>
            <p14:sldId id="264"/>
            <p14:sldId id="272"/>
            <p14:sldId id="273"/>
            <p14:sldId id="277"/>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79836" autoAdjust="0"/>
  </p:normalViewPr>
  <p:slideViewPr>
    <p:cSldViewPr snapToGrid="0">
      <p:cViewPr varScale="1">
        <p:scale>
          <a:sx n="91" d="100"/>
          <a:sy n="91" d="100"/>
        </p:scale>
        <p:origin x="224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066865D-9F43-41ED-B38C-EF966FEFD107}" type="doc">
      <dgm:prSet loTypeId="urn:microsoft.com/office/officeart/2005/8/layout/hierarchy2" loCatId="hierarchy" qsTypeId="urn:microsoft.com/office/officeart/2005/8/quickstyle/simple3" qsCatId="simple" csTypeId="urn:microsoft.com/office/officeart/2005/8/colors/colorful2" csCatId="colorful" phldr="1"/>
      <dgm:spPr/>
      <dgm:t>
        <a:bodyPr/>
        <a:lstStyle/>
        <a:p>
          <a:endParaRPr lang="en-US"/>
        </a:p>
      </dgm:t>
    </dgm:pt>
    <dgm:pt modelId="{82F94DC1-F0AB-4877-A0D4-2DDD37A74E50}">
      <dgm:prSet phldrT="[Text]"/>
      <dgm:spPr/>
      <dgm:t>
        <a:bodyPr/>
        <a:lstStyle/>
        <a:p>
          <a:r>
            <a:rPr lang="en-US" dirty="0"/>
            <a:t>Chapter 1</a:t>
          </a:r>
        </a:p>
      </dgm:t>
    </dgm:pt>
    <dgm:pt modelId="{0638FE2E-C84A-4AE5-AA31-F14AA797DA0D}" type="parTrans" cxnId="{6041A48B-EC73-49C0-BE6C-3EEAFBE93701}">
      <dgm:prSet/>
      <dgm:spPr/>
      <dgm:t>
        <a:bodyPr/>
        <a:lstStyle/>
        <a:p>
          <a:endParaRPr lang="en-US"/>
        </a:p>
      </dgm:t>
    </dgm:pt>
    <dgm:pt modelId="{6F9E6CC8-429E-45ED-B1AF-25904A54B38C}" type="sibTrans" cxnId="{6041A48B-EC73-49C0-BE6C-3EEAFBE93701}">
      <dgm:prSet/>
      <dgm:spPr/>
      <dgm:t>
        <a:bodyPr/>
        <a:lstStyle/>
        <a:p>
          <a:endParaRPr lang="en-US"/>
        </a:p>
      </dgm:t>
    </dgm:pt>
    <dgm:pt modelId="{7FACCC8A-87BC-4BA0-9B0F-5FE2128BEE31}">
      <dgm:prSet phldrT="[Text]"/>
      <dgm:spPr/>
      <dgm:t>
        <a:bodyPr/>
        <a:lstStyle/>
        <a:p>
          <a:r>
            <a:rPr lang="en-US" dirty="0"/>
            <a:t>Why is requirement engineering?</a:t>
          </a:r>
        </a:p>
      </dgm:t>
    </dgm:pt>
    <dgm:pt modelId="{0EE80276-E70F-45BF-9834-82DD05CDFB09}" type="parTrans" cxnId="{BC5ACBE2-0B23-43C3-857D-FD5221510E53}">
      <dgm:prSet/>
      <dgm:spPr/>
      <dgm:t>
        <a:bodyPr/>
        <a:lstStyle/>
        <a:p>
          <a:endParaRPr lang="en-US"/>
        </a:p>
      </dgm:t>
    </dgm:pt>
    <dgm:pt modelId="{8FCDFACB-833E-44BC-BD28-B2946174D673}" type="sibTrans" cxnId="{BC5ACBE2-0B23-43C3-857D-FD5221510E53}">
      <dgm:prSet/>
      <dgm:spPr/>
      <dgm:t>
        <a:bodyPr/>
        <a:lstStyle/>
        <a:p>
          <a:endParaRPr lang="en-US"/>
        </a:p>
      </dgm:t>
    </dgm:pt>
    <dgm:pt modelId="{E68C999C-3732-41D7-9559-525DC8D62F82}">
      <dgm:prSet phldrT="[Text]"/>
      <dgm:spPr/>
      <dgm:t>
        <a:bodyPr/>
        <a:lstStyle/>
        <a:p>
          <a:r>
            <a:rPr lang="en-US" dirty="0"/>
            <a:t>Reduce the defects</a:t>
          </a:r>
        </a:p>
      </dgm:t>
    </dgm:pt>
    <dgm:pt modelId="{7702515E-3841-4693-A55D-755F2B3F991D}" type="parTrans" cxnId="{AA27BCA5-38BE-4A3C-A79B-3D4D13D64085}">
      <dgm:prSet/>
      <dgm:spPr/>
      <dgm:t>
        <a:bodyPr/>
        <a:lstStyle/>
        <a:p>
          <a:endParaRPr lang="en-US"/>
        </a:p>
      </dgm:t>
    </dgm:pt>
    <dgm:pt modelId="{CBFC946A-694B-4108-A12A-047D2E0F48C7}" type="sibTrans" cxnId="{AA27BCA5-38BE-4A3C-A79B-3D4D13D64085}">
      <dgm:prSet/>
      <dgm:spPr/>
      <dgm:t>
        <a:bodyPr/>
        <a:lstStyle/>
        <a:p>
          <a:endParaRPr lang="en-US"/>
        </a:p>
      </dgm:t>
    </dgm:pt>
    <dgm:pt modelId="{C441AE4F-C563-49C2-B8FF-1A7AF1FFBD16}">
      <dgm:prSet phldrT="[Text]"/>
      <dgm:spPr/>
      <dgm:t>
        <a:bodyPr/>
        <a:lstStyle/>
        <a:p>
          <a:r>
            <a:rPr lang="en-US" dirty="0"/>
            <a:t>Requirements</a:t>
          </a:r>
        </a:p>
      </dgm:t>
    </dgm:pt>
    <dgm:pt modelId="{036F5E9F-E932-4A86-AA67-FE9C228B8DEC}" type="parTrans" cxnId="{E4822575-E174-46CC-8783-311075AD5C1C}">
      <dgm:prSet/>
      <dgm:spPr/>
      <dgm:t>
        <a:bodyPr/>
        <a:lstStyle/>
        <a:p>
          <a:endParaRPr lang="en-US"/>
        </a:p>
      </dgm:t>
    </dgm:pt>
    <dgm:pt modelId="{0622239F-13D3-4F54-A244-905F67E7010C}" type="sibTrans" cxnId="{E4822575-E174-46CC-8783-311075AD5C1C}">
      <dgm:prSet/>
      <dgm:spPr/>
      <dgm:t>
        <a:bodyPr/>
        <a:lstStyle/>
        <a:p>
          <a:endParaRPr lang="en-US"/>
        </a:p>
      </dgm:t>
    </dgm:pt>
    <dgm:pt modelId="{DFD97F7C-B0BF-4EA7-AB74-EBE30EC7A2EA}">
      <dgm:prSet phldrT="[Text]"/>
      <dgm:spPr/>
      <dgm:t>
        <a:bodyPr/>
        <a:lstStyle/>
        <a:p>
          <a:r>
            <a:rPr lang="en-US" dirty="0"/>
            <a:t>Bad Req.</a:t>
          </a:r>
        </a:p>
      </dgm:t>
    </dgm:pt>
    <dgm:pt modelId="{1C35EA23-87AB-45BB-9161-C5E103F67DF8}" type="parTrans" cxnId="{8989AE65-1D2F-41F5-A531-4E0E892FA67E}">
      <dgm:prSet/>
      <dgm:spPr/>
      <dgm:t>
        <a:bodyPr/>
        <a:lstStyle/>
        <a:p>
          <a:endParaRPr lang="en-US"/>
        </a:p>
      </dgm:t>
    </dgm:pt>
    <dgm:pt modelId="{D5C9F0B5-D136-42C0-9E98-64B220A85C32}" type="sibTrans" cxnId="{8989AE65-1D2F-41F5-A531-4E0E892FA67E}">
      <dgm:prSet/>
      <dgm:spPr/>
      <dgm:t>
        <a:bodyPr/>
        <a:lstStyle/>
        <a:p>
          <a:endParaRPr lang="en-US"/>
        </a:p>
      </dgm:t>
    </dgm:pt>
    <dgm:pt modelId="{3900ED38-6DFF-415E-9639-FBEF659FCBD6}">
      <dgm:prSet phldrT="[Text]"/>
      <dgm:spPr/>
      <dgm:t>
        <a:bodyPr/>
        <a:lstStyle/>
        <a:p>
          <a:r>
            <a:rPr lang="en-US" dirty="0"/>
            <a:t>High-quality req.</a:t>
          </a:r>
        </a:p>
      </dgm:t>
    </dgm:pt>
    <dgm:pt modelId="{49657EB3-2730-433B-99D1-A52C5481E22B}" type="parTrans" cxnId="{E312B953-60E3-44EF-A7BF-C6E8002EE2AF}">
      <dgm:prSet/>
      <dgm:spPr/>
      <dgm:t>
        <a:bodyPr/>
        <a:lstStyle/>
        <a:p>
          <a:endParaRPr lang="en-US"/>
        </a:p>
      </dgm:t>
    </dgm:pt>
    <dgm:pt modelId="{B8ED5570-3C28-4A83-9714-FCC63B473848}" type="sibTrans" cxnId="{E312B953-60E3-44EF-A7BF-C6E8002EE2AF}">
      <dgm:prSet/>
      <dgm:spPr/>
      <dgm:t>
        <a:bodyPr/>
        <a:lstStyle/>
        <a:p>
          <a:endParaRPr lang="en-US"/>
        </a:p>
      </dgm:t>
    </dgm:pt>
    <dgm:pt modelId="{61E5BD7E-127B-4257-890F-432AD97185EE}">
      <dgm:prSet phldrT="[Text]"/>
      <dgm:spPr/>
      <dgm:t>
        <a:bodyPr/>
        <a:lstStyle/>
        <a:p>
          <a:r>
            <a:rPr lang="en-US" dirty="0"/>
            <a:t>Development</a:t>
          </a:r>
        </a:p>
      </dgm:t>
    </dgm:pt>
    <dgm:pt modelId="{9A3AFCF2-7125-4706-AE90-5349417A11FD}" type="parTrans" cxnId="{BEFB7A71-1A21-4C4C-A58D-058094F2D450}">
      <dgm:prSet/>
      <dgm:spPr/>
      <dgm:t>
        <a:bodyPr/>
        <a:lstStyle/>
        <a:p>
          <a:endParaRPr lang="en-US"/>
        </a:p>
      </dgm:t>
    </dgm:pt>
    <dgm:pt modelId="{96D61B40-3EBE-4D88-AC7F-A829FDFB694F}" type="sibTrans" cxnId="{BEFB7A71-1A21-4C4C-A58D-058094F2D450}">
      <dgm:prSet/>
      <dgm:spPr/>
      <dgm:t>
        <a:bodyPr/>
        <a:lstStyle/>
        <a:p>
          <a:endParaRPr lang="en-US"/>
        </a:p>
      </dgm:t>
    </dgm:pt>
    <dgm:pt modelId="{57BA05FE-64FE-4DDC-A752-DE7E30FCE0DE}">
      <dgm:prSet phldrT="[Text]"/>
      <dgm:spPr/>
      <dgm:t>
        <a:bodyPr/>
        <a:lstStyle/>
        <a:p>
          <a:r>
            <a:rPr lang="en-US" dirty="0"/>
            <a:t>Management</a:t>
          </a:r>
        </a:p>
      </dgm:t>
    </dgm:pt>
    <dgm:pt modelId="{EABE65BA-B09E-4031-BE6B-5E4E896374FA}" type="parTrans" cxnId="{74599298-93C8-42DF-866B-C97E0C42D14A}">
      <dgm:prSet/>
      <dgm:spPr/>
      <dgm:t>
        <a:bodyPr/>
        <a:lstStyle/>
        <a:p>
          <a:endParaRPr lang="en-US"/>
        </a:p>
      </dgm:t>
    </dgm:pt>
    <dgm:pt modelId="{A78FB04B-E1D8-434F-BC5F-3E6583B1457E}" type="sibTrans" cxnId="{74599298-93C8-42DF-866B-C97E0C42D14A}">
      <dgm:prSet/>
      <dgm:spPr/>
      <dgm:t>
        <a:bodyPr/>
        <a:lstStyle/>
        <a:p>
          <a:endParaRPr lang="en-US"/>
        </a:p>
      </dgm:t>
    </dgm:pt>
    <dgm:pt modelId="{A6CBE42D-C715-4462-AFB0-A3E712159960}">
      <dgm:prSet phldrT="[Text]"/>
      <dgm:spPr/>
      <dgm:t>
        <a:bodyPr/>
        <a:lstStyle/>
        <a:p>
          <a:r>
            <a:rPr lang="en-US" dirty="0"/>
            <a:t>Elicitation</a:t>
          </a:r>
        </a:p>
      </dgm:t>
    </dgm:pt>
    <dgm:pt modelId="{662F8A84-68E8-4C96-82C9-DFAF77D16DBA}" type="parTrans" cxnId="{84D43FE6-ABEE-40FD-A886-935B5B146421}">
      <dgm:prSet/>
      <dgm:spPr/>
      <dgm:t>
        <a:bodyPr/>
        <a:lstStyle/>
        <a:p>
          <a:endParaRPr lang="en-US"/>
        </a:p>
      </dgm:t>
    </dgm:pt>
    <dgm:pt modelId="{2FEAA013-BAE8-4604-98A5-A41DBB3FAE1D}" type="sibTrans" cxnId="{84D43FE6-ABEE-40FD-A886-935B5B146421}">
      <dgm:prSet/>
      <dgm:spPr/>
      <dgm:t>
        <a:bodyPr/>
        <a:lstStyle/>
        <a:p>
          <a:endParaRPr lang="en-US"/>
        </a:p>
      </dgm:t>
    </dgm:pt>
    <dgm:pt modelId="{BC07B4C7-6827-4EAF-82DC-60BA2AA3686F}">
      <dgm:prSet phldrT="[Text]"/>
      <dgm:spPr/>
      <dgm:t>
        <a:bodyPr/>
        <a:lstStyle/>
        <a:p>
          <a:r>
            <a:rPr lang="en-US" dirty="0"/>
            <a:t>Analysis</a:t>
          </a:r>
        </a:p>
      </dgm:t>
    </dgm:pt>
    <dgm:pt modelId="{6CDF8A62-F3A7-4241-ACEA-E344F685D28D}" type="parTrans" cxnId="{CE712005-AE96-4888-B478-E6E29FD5F9F7}">
      <dgm:prSet/>
      <dgm:spPr/>
      <dgm:t>
        <a:bodyPr/>
        <a:lstStyle/>
        <a:p>
          <a:endParaRPr lang="en-US"/>
        </a:p>
      </dgm:t>
    </dgm:pt>
    <dgm:pt modelId="{B87143FF-5624-450A-86AF-97F6C2AFEAAA}" type="sibTrans" cxnId="{CE712005-AE96-4888-B478-E6E29FD5F9F7}">
      <dgm:prSet/>
      <dgm:spPr/>
      <dgm:t>
        <a:bodyPr/>
        <a:lstStyle/>
        <a:p>
          <a:endParaRPr lang="en-US"/>
        </a:p>
      </dgm:t>
    </dgm:pt>
    <dgm:pt modelId="{7CE0DFCF-0AB5-4D06-9702-D799C33626F5}">
      <dgm:prSet phldrT="[Text]"/>
      <dgm:spPr/>
      <dgm:t>
        <a:bodyPr/>
        <a:lstStyle/>
        <a:p>
          <a:r>
            <a:rPr lang="en-US" dirty="0"/>
            <a:t>Specification</a:t>
          </a:r>
        </a:p>
      </dgm:t>
    </dgm:pt>
    <dgm:pt modelId="{CC4FB81F-9B5B-450F-8E10-296F7D65F99D}" type="parTrans" cxnId="{EA918D13-865B-46A1-94D5-8FDC446819E0}">
      <dgm:prSet/>
      <dgm:spPr/>
      <dgm:t>
        <a:bodyPr/>
        <a:lstStyle/>
        <a:p>
          <a:endParaRPr lang="en-US"/>
        </a:p>
      </dgm:t>
    </dgm:pt>
    <dgm:pt modelId="{4A7F4EDA-8C47-470C-95B5-5E2E91A7D0F4}" type="sibTrans" cxnId="{EA918D13-865B-46A1-94D5-8FDC446819E0}">
      <dgm:prSet/>
      <dgm:spPr/>
      <dgm:t>
        <a:bodyPr/>
        <a:lstStyle/>
        <a:p>
          <a:endParaRPr lang="en-US"/>
        </a:p>
      </dgm:t>
    </dgm:pt>
    <dgm:pt modelId="{BB9E7149-F093-4624-9E02-E88AE7597F4A}">
      <dgm:prSet phldrT="[Text]"/>
      <dgm:spPr/>
      <dgm:t>
        <a:bodyPr/>
        <a:lstStyle/>
        <a:p>
          <a:r>
            <a:rPr lang="en-US" dirty="0"/>
            <a:t>Validation</a:t>
          </a:r>
        </a:p>
      </dgm:t>
    </dgm:pt>
    <dgm:pt modelId="{18FDB8F4-A68D-4666-91D0-0F6EECEA8528}" type="parTrans" cxnId="{4A6F3025-352D-416A-B835-867CECA77753}">
      <dgm:prSet/>
      <dgm:spPr/>
      <dgm:t>
        <a:bodyPr/>
        <a:lstStyle/>
        <a:p>
          <a:endParaRPr lang="en-US"/>
        </a:p>
      </dgm:t>
    </dgm:pt>
    <dgm:pt modelId="{77B08D17-0987-402C-8A1F-26A64E01DB69}" type="sibTrans" cxnId="{4A6F3025-352D-416A-B835-867CECA77753}">
      <dgm:prSet/>
      <dgm:spPr/>
      <dgm:t>
        <a:bodyPr/>
        <a:lstStyle/>
        <a:p>
          <a:endParaRPr lang="en-US"/>
        </a:p>
      </dgm:t>
    </dgm:pt>
    <dgm:pt modelId="{6C0FBFE2-D908-4A20-B30B-63BD5B5D8825}">
      <dgm:prSet phldrT="[Text]"/>
      <dgm:spPr/>
      <dgm:t>
        <a:bodyPr/>
        <a:lstStyle/>
        <a:p>
          <a:r>
            <a:rPr lang="en-US" dirty="0"/>
            <a:t>Product vs Project Req.</a:t>
          </a:r>
        </a:p>
      </dgm:t>
    </dgm:pt>
    <dgm:pt modelId="{D95DA8A8-F723-4BAF-9144-81AA6B934982}" type="parTrans" cxnId="{EF9B7DDC-290D-4E0C-AC29-59F809F2555A}">
      <dgm:prSet/>
      <dgm:spPr/>
      <dgm:t>
        <a:bodyPr/>
        <a:lstStyle/>
        <a:p>
          <a:endParaRPr lang="en-US"/>
        </a:p>
      </dgm:t>
    </dgm:pt>
    <dgm:pt modelId="{65FE28DD-208A-4BD6-BE22-8BFE506E56C9}" type="sibTrans" cxnId="{EF9B7DDC-290D-4E0C-AC29-59F809F2555A}">
      <dgm:prSet/>
      <dgm:spPr/>
      <dgm:t>
        <a:bodyPr/>
        <a:lstStyle/>
        <a:p>
          <a:endParaRPr lang="en-US"/>
        </a:p>
      </dgm:t>
    </dgm:pt>
    <dgm:pt modelId="{C92BE003-2044-4868-A10C-BABB5A5B5A39}">
      <dgm:prSet phldrT="[Text]"/>
      <dgm:spPr/>
      <dgm:t>
        <a:bodyPr/>
        <a:lstStyle/>
        <a:p>
          <a:r>
            <a:rPr lang="en-US" dirty="0"/>
            <a:t>Product Req.</a:t>
          </a:r>
        </a:p>
      </dgm:t>
    </dgm:pt>
    <dgm:pt modelId="{49C51953-D8B7-48C5-BA24-EA7DE8C885AF}" type="parTrans" cxnId="{A8BDA0E7-A0C2-4D89-BFDB-B862A0E31ED6}">
      <dgm:prSet/>
      <dgm:spPr/>
      <dgm:t>
        <a:bodyPr/>
        <a:lstStyle/>
        <a:p>
          <a:endParaRPr lang="en-US"/>
        </a:p>
      </dgm:t>
    </dgm:pt>
    <dgm:pt modelId="{54547038-2636-4378-AF42-646875FD3CAD}" type="sibTrans" cxnId="{A8BDA0E7-A0C2-4D89-BFDB-B862A0E31ED6}">
      <dgm:prSet/>
      <dgm:spPr/>
      <dgm:t>
        <a:bodyPr/>
        <a:lstStyle/>
        <a:p>
          <a:endParaRPr lang="en-US"/>
        </a:p>
      </dgm:t>
    </dgm:pt>
    <dgm:pt modelId="{7F756A9B-6D5C-42E7-BC1F-C1B0433DCEB3}">
      <dgm:prSet phldrT="[Text]"/>
      <dgm:spPr/>
      <dgm:t>
        <a:bodyPr/>
        <a:lstStyle/>
        <a:p>
          <a:r>
            <a:rPr lang="en-US" dirty="0"/>
            <a:t>Project Req.</a:t>
          </a:r>
        </a:p>
      </dgm:t>
    </dgm:pt>
    <dgm:pt modelId="{4DFA8514-0FA8-4C91-BE0B-6AB9D02F299E}" type="parTrans" cxnId="{AD96A365-405D-47A6-96B4-363A16FFF1D4}">
      <dgm:prSet/>
      <dgm:spPr/>
      <dgm:t>
        <a:bodyPr/>
        <a:lstStyle/>
        <a:p>
          <a:endParaRPr lang="en-US"/>
        </a:p>
      </dgm:t>
    </dgm:pt>
    <dgm:pt modelId="{2204EDDD-9399-43C4-A10A-FAC9725C4BEA}" type="sibTrans" cxnId="{AD96A365-405D-47A6-96B4-363A16FFF1D4}">
      <dgm:prSet/>
      <dgm:spPr/>
      <dgm:t>
        <a:bodyPr/>
        <a:lstStyle/>
        <a:p>
          <a:endParaRPr lang="en-US"/>
        </a:p>
      </dgm:t>
    </dgm:pt>
    <dgm:pt modelId="{A84B1491-3DF9-438D-9B14-09186339B594}">
      <dgm:prSet phldrT="[Text]"/>
      <dgm:spPr/>
      <dgm:t>
        <a:bodyPr/>
        <a:lstStyle/>
        <a:p>
          <a:r>
            <a:rPr lang="en-US" dirty="0"/>
            <a:t>consumes </a:t>
          </a:r>
          <a:r>
            <a:rPr lang="en-US" dirty="0">
              <a:solidFill>
                <a:srgbClr val="FF0000"/>
              </a:solidFill>
            </a:rPr>
            <a:t>30-50%</a:t>
          </a:r>
          <a:r>
            <a:rPr lang="en-US" dirty="0"/>
            <a:t> of total development cost for rework</a:t>
          </a:r>
        </a:p>
      </dgm:t>
    </dgm:pt>
    <dgm:pt modelId="{DD1B8D13-B4C4-4167-928A-C82A887E7368}" type="parTrans" cxnId="{993BC562-10E6-4F7C-9EF5-60A09DCBF59E}">
      <dgm:prSet/>
      <dgm:spPr/>
      <dgm:t>
        <a:bodyPr/>
        <a:lstStyle/>
        <a:p>
          <a:endParaRPr lang="en-US"/>
        </a:p>
      </dgm:t>
    </dgm:pt>
    <dgm:pt modelId="{5D3DD8DB-3AAB-4A24-A743-F5CB929D28CE}" type="sibTrans" cxnId="{993BC562-10E6-4F7C-9EF5-60A09DCBF59E}">
      <dgm:prSet/>
      <dgm:spPr/>
      <dgm:t>
        <a:bodyPr/>
        <a:lstStyle/>
        <a:p>
          <a:endParaRPr lang="en-US"/>
        </a:p>
      </dgm:t>
    </dgm:pt>
    <dgm:pt modelId="{6D504786-84B9-4E3F-BD8B-886C99C3BACF}">
      <dgm:prSet phldrT="[Text]"/>
      <dgm:spPr/>
      <dgm:t>
        <a:bodyPr/>
        <a:lstStyle/>
        <a:p>
          <a:r>
            <a:rPr lang="en-US" dirty="0"/>
            <a:t>Successful project</a:t>
          </a:r>
        </a:p>
      </dgm:t>
    </dgm:pt>
    <dgm:pt modelId="{D2CBFB4C-7BFB-4D4A-80D0-FAC2BD055F1F}" type="parTrans" cxnId="{A761E6E2-9B09-44DE-8C4B-A1DE40BF5710}">
      <dgm:prSet/>
      <dgm:spPr/>
      <dgm:t>
        <a:bodyPr/>
        <a:lstStyle/>
        <a:p>
          <a:endParaRPr lang="en-US"/>
        </a:p>
      </dgm:t>
    </dgm:pt>
    <dgm:pt modelId="{FBDFA559-2FBE-41CA-BC49-5D59D76809DE}" type="sibTrans" cxnId="{A761E6E2-9B09-44DE-8C4B-A1DE40BF5710}">
      <dgm:prSet/>
      <dgm:spPr/>
      <dgm:t>
        <a:bodyPr/>
        <a:lstStyle/>
        <a:p>
          <a:endParaRPr lang="en-US"/>
        </a:p>
      </dgm:t>
    </dgm:pt>
    <dgm:pt modelId="{4E185B6B-389A-4320-B35B-E77033EBB507}" type="pres">
      <dgm:prSet presAssocID="{6066865D-9F43-41ED-B38C-EF966FEFD107}" presName="diagram" presStyleCnt="0">
        <dgm:presLayoutVars>
          <dgm:chPref val="1"/>
          <dgm:dir/>
          <dgm:animOne val="branch"/>
          <dgm:animLvl val="lvl"/>
          <dgm:resizeHandles val="exact"/>
        </dgm:presLayoutVars>
      </dgm:prSet>
      <dgm:spPr/>
    </dgm:pt>
    <dgm:pt modelId="{4CF06C01-F1F0-4D44-83A0-ABE2610BBA57}" type="pres">
      <dgm:prSet presAssocID="{82F94DC1-F0AB-4877-A0D4-2DDD37A74E50}" presName="root1" presStyleCnt="0"/>
      <dgm:spPr/>
    </dgm:pt>
    <dgm:pt modelId="{72022B54-303D-4627-A96C-A7C24F8F48A7}" type="pres">
      <dgm:prSet presAssocID="{82F94DC1-F0AB-4877-A0D4-2DDD37A74E50}" presName="LevelOneTextNode" presStyleLbl="node0" presStyleIdx="0" presStyleCnt="1">
        <dgm:presLayoutVars>
          <dgm:chPref val="3"/>
        </dgm:presLayoutVars>
      </dgm:prSet>
      <dgm:spPr/>
    </dgm:pt>
    <dgm:pt modelId="{C466DFBF-0335-425A-863B-398376F505AA}" type="pres">
      <dgm:prSet presAssocID="{82F94DC1-F0AB-4877-A0D4-2DDD37A74E50}" presName="level2hierChild" presStyleCnt="0"/>
      <dgm:spPr/>
    </dgm:pt>
    <dgm:pt modelId="{796AC76A-D197-4864-9E5B-C364A3BD66F0}" type="pres">
      <dgm:prSet presAssocID="{0EE80276-E70F-45BF-9834-82DD05CDFB09}" presName="conn2-1" presStyleLbl="parChTrans1D2" presStyleIdx="0" presStyleCnt="5"/>
      <dgm:spPr/>
    </dgm:pt>
    <dgm:pt modelId="{A28F1BB5-04EC-40EF-A8FC-86BB12EEEB65}" type="pres">
      <dgm:prSet presAssocID="{0EE80276-E70F-45BF-9834-82DD05CDFB09}" presName="connTx" presStyleLbl="parChTrans1D2" presStyleIdx="0" presStyleCnt="5"/>
      <dgm:spPr/>
    </dgm:pt>
    <dgm:pt modelId="{80A24F1D-2DD1-419F-8C23-4F9AE155EBE4}" type="pres">
      <dgm:prSet presAssocID="{7FACCC8A-87BC-4BA0-9B0F-5FE2128BEE31}" presName="root2" presStyleCnt="0"/>
      <dgm:spPr/>
    </dgm:pt>
    <dgm:pt modelId="{2B2BB571-2FF7-4B9E-B6CE-91617EB69FAB}" type="pres">
      <dgm:prSet presAssocID="{7FACCC8A-87BC-4BA0-9B0F-5FE2128BEE31}" presName="LevelTwoTextNode" presStyleLbl="node2" presStyleIdx="0" presStyleCnt="5">
        <dgm:presLayoutVars>
          <dgm:chPref val="3"/>
        </dgm:presLayoutVars>
      </dgm:prSet>
      <dgm:spPr/>
    </dgm:pt>
    <dgm:pt modelId="{C6855519-5793-48A9-8C72-98ABA08946B3}" type="pres">
      <dgm:prSet presAssocID="{7FACCC8A-87BC-4BA0-9B0F-5FE2128BEE31}" presName="level3hierChild" presStyleCnt="0"/>
      <dgm:spPr/>
    </dgm:pt>
    <dgm:pt modelId="{7932747B-5C19-40C5-B885-11455C1A382C}" type="pres">
      <dgm:prSet presAssocID="{7702515E-3841-4693-A55D-755F2B3F991D}" presName="conn2-1" presStyleLbl="parChTrans1D3" presStyleIdx="0" presStyleCnt="7"/>
      <dgm:spPr/>
    </dgm:pt>
    <dgm:pt modelId="{F9770D4A-9141-46BA-A6E6-BFA45FA5DC57}" type="pres">
      <dgm:prSet presAssocID="{7702515E-3841-4693-A55D-755F2B3F991D}" presName="connTx" presStyleLbl="parChTrans1D3" presStyleIdx="0" presStyleCnt="7"/>
      <dgm:spPr/>
    </dgm:pt>
    <dgm:pt modelId="{9BC1884A-5458-4D9F-8A93-9A06F121A656}" type="pres">
      <dgm:prSet presAssocID="{E68C999C-3732-41D7-9559-525DC8D62F82}" presName="root2" presStyleCnt="0"/>
      <dgm:spPr/>
    </dgm:pt>
    <dgm:pt modelId="{AD7E8BF5-7528-41EE-88AC-CC2675FEEBFF}" type="pres">
      <dgm:prSet presAssocID="{E68C999C-3732-41D7-9559-525DC8D62F82}" presName="LevelTwoTextNode" presStyleLbl="node3" presStyleIdx="0" presStyleCnt="7">
        <dgm:presLayoutVars>
          <dgm:chPref val="3"/>
        </dgm:presLayoutVars>
      </dgm:prSet>
      <dgm:spPr/>
    </dgm:pt>
    <dgm:pt modelId="{8C230B08-5443-4CDC-A91E-BB9EF53D7196}" type="pres">
      <dgm:prSet presAssocID="{E68C999C-3732-41D7-9559-525DC8D62F82}" presName="level3hierChild" presStyleCnt="0"/>
      <dgm:spPr/>
    </dgm:pt>
    <dgm:pt modelId="{3E32C1AB-CB77-4C79-B979-2FB1581EC392}" type="pres">
      <dgm:prSet presAssocID="{D95DA8A8-F723-4BAF-9144-81AA6B934982}" presName="conn2-1" presStyleLbl="parChTrans1D2" presStyleIdx="1" presStyleCnt="5"/>
      <dgm:spPr/>
    </dgm:pt>
    <dgm:pt modelId="{18F3957B-2F8F-4C81-AD6C-B1DFA5DCFE0F}" type="pres">
      <dgm:prSet presAssocID="{D95DA8A8-F723-4BAF-9144-81AA6B934982}" presName="connTx" presStyleLbl="parChTrans1D2" presStyleIdx="1" presStyleCnt="5"/>
      <dgm:spPr/>
    </dgm:pt>
    <dgm:pt modelId="{F6A5D2A4-51B4-44CB-BB82-0CDF3A54D2C9}" type="pres">
      <dgm:prSet presAssocID="{6C0FBFE2-D908-4A20-B30B-63BD5B5D8825}" presName="root2" presStyleCnt="0"/>
      <dgm:spPr/>
    </dgm:pt>
    <dgm:pt modelId="{5316A497-DB5B-4E79-B2FE-8BDAE6B1C897}" type="pres">
      <dgm:prSet presAssocID="{6C0FBFE2-D908-4A20-B30B-63BD5B5D8825}" presName="LevelTwoTextNode" presStyleLbl="node2" presStyleIdx="1" presStyleCnt="5">
        <dgm:presLayoutVars>
          <dgm:chPref val="3"/>
        </dgm:presLayoutVars>
      </dgm:prSet>
      <dgm:spPr/>
    </dgm:pt>
    <dgm:pt modelId="{E455665D-D9D4-4961-8A1C-64A1D3F14150}" type="pres">
      <dgm:prSet presAssocID="{6C0FBFE2-D908-4A20-B30B-63BD5B5D8825}" presName="level3hierChild" presStyleCnt="0"/>
      <dgm:spPr/>
    </dgm:pt>
    <dgm:pt modelId="{5AD071D9-D903-4067-8570-A317E664EB80}" type="pres">
      <dgm:prSet presAssocID="{49C51953-D8B7-48C5-BA24-EA7DE8C885AF}" presName="conn2-1" presStyleLbl="parChTrans1D3" presStyleIdx="1" presStyleCnt="7"/>
      <dgm:spPr/>
    </dgm:pt>
    <dgm:pt modelId="{4BE330BF-7FCB-4E40-9DC3-177934442F59}" type="pres">
      <dgm:prSet presAssocID="{49C51953-D8B7-48C5-BA24-EA7DE8C885AF}" presName="connTx" presStyleLbl="parChTrans1D3" presStyleIdx="1" presStyleCnt="7"/>
      <dgm:spPr/>
    </dgm:pt>
    <dgm:pt modelId="{EB3D072F-0EC5-43B5-B62D-01D76FD21126}" type="pres">
      <dgm:prSet presAssocID="{C92BE003-2044-4868-A10C-BABB5A5B5A39}" presName="root2" presStyleCnt="0"/>
      <dgm:spPr/>
    </dgm:pt>
    <dgm:pt modelId="{8B55D45D-F68D-409E-9C12-DF1922C1287F}" type="pres">
      <dgm:prSet presAssocID="{C92BE003-2044-4868-A10C-BABB5A5B5A39}" presName="LevelTwoTextNode" presStyleLbl="node3" presStyleIdx="1" presStyleCnt="7">
        <dgm:presLayoutVars>
          <dgm:chPref val="3"/>
        </dgm:presLayoutVars>
      </dgm:prSet>
      <dgm:spPr/>
    </dgm:pt>
    <dgm:pt modelId="{D7F0822E-81F6-40DF-B540-5ABD60C3FD56}" type="pres">
      <dgm:prSet presAssocID="{C92BE003-2044-4868-A10C-BABB5A5B5A39}" presName="level3hierChild" presStyleCnt="0"/>
      <dgm:spPr/>
    </dgm:pt>
    <dgm:pt modelId="{21622179-D853-4377-A7BC-CD19F1817BED}" type="pres">
      <dgm:prSet presAssocID="{4DFA8514-0FA8-4C91-BE0B-6AB9D02F299E}" presName="conn2-1" presStyleLbl="parChTrans1D3" presStyleIdx="2" presStyleCnt="7"/>
      <dgm:spPr/>
    </dgm:pt>
    <dgm:pt modelId="{8359E1F5-08AF-4103-8FF1-6D0A804363D4}" type="pres">
      <dgm:prSet presAssocID="{4DFA8514-0FA8-4C91-BE0B-6AB9D02F299E}" presName="connTx" presStyleLbl="parChTrans1D3" presStyleIdx="2" presStyleCnt="7"/>
      <dgm:spPr/>
    </dgm:pt>
    <dgm:pt modelId="{821E3366-E0A4-4E20-BD9B-BE02AC717926}" type="pres">
      <dgm:prSet presAssocID="{7F756A9B-6D5C-42E7-BC1F-C1B0433DCEB3}" presName="root2" presStyleCnt="0"/>
      <dgm:spPr/>
    </dgm:pt>
    <dgm:pt modelId="{C9B6A6F9-F861-4984-AB55-08EDFD33BE7C}" type="pres">
      <dgm:prSet presAssocID="{7F756A9B-6D5C-42E7-BC1F-C1B0433DCEB3}" presName="LevelTwoTextNode" presStyleLbl="node3" presStyleIdx="2" presStyleCnt="7">
        <dgm:presLayoutVars>
          <dgm:chPref val="3"/>
        </dgm:presLayoutVars>
      </dgm:prSet>
      <dgm:spPr/>
    </dgm:pt>
    <dgm:pt modelId="{EA325E50-13EB-4383-8401-2B8578306F2F}" type="pres">
      <dgm:prSet presAssocID="{7F756A9B-6D5C-42E7-BC1F-C1B0433DCEB3}" presName="level3hierChild" presStyleCnt="0"/>
      <dgm:spPr/>
    </dgm:pt>
    <dgm:pt modelId="{F24B634E-0875-49F8-93D8-31A7557BF5EA}" type="pres">
      <dgm:prSet presAssocID="{036F5E9F-E932-4A86-AA67-FE9C228B8DEC}" presName="conn2-1" presStyleLbl="parChTrans1D2" presStyleIdx="2" presStyleCnt="5"/>
      <dgm:spPr/>
    </dgm:pt>
    <dgm:pt modelId="{8123DFFD-7F84-419D-A388-2310E66DF6E4}" type="pres">
      <dgm:prSet presAssocID="{036F5E9F-E932-4A86-AA67-FE9C228B8DEC}" presName="connTx" presStyleLbl="parChTrans1D2" presStyleIdx="2" presStyleCnt="5"/>
      <dgm:spPr/>
    </dgm:pt>
    <dgm:pt modelId="{73C940E5-7941-4066-A4AB-208C9B88BC04}" type="pres">
      <dgm:prSet presAssocID="{C441AE4F-C563-49C2-B8FF-1A7AF1FFBD16}" presName="root2" presStyleCnt="0"/>
      <dgm:spPr/>
    </dgm:pt>
    <dgm:pt modelId="{BBC7C5AB-1C36-483B-A9C5-10C5B77A79DF}" type="pres">
      <dgm:prSet presAssocID="{C441AE4F-C563-49C2-B8FF-1A7AF1FFBD16}" presName="LevelTwoTextNode" presStyleLbl="node2" presStyleIdx="2" presStyleCnt="5">
        <dgm:presLayoutVars>
          <dgm:chPref val="3"/>
        </dgm:presLayoutVars>
      </dgm:prSet>
      <dgm:spPr/>
    </dgm:pt>
    <dgm:pt modelId="{DF84115D-09BB-4A3E-BB7E-62209F0EE51E}" type="pres">
      <dgm:prSet presAssocID="{C441AE4F-C563-49C2-B8FF-1A7AF1FFBD16}" presName="level3hierChild" presStyleCnt="0"/>
      <dgm:spPr/>
    </dgm:pt>
    <dgm:pt modelId="{FD3B5FCB-A2A9-4AAD-ABD1-6C47EF19BB84}" type="pres">
      <dgm:prSet presAssocID="{9A3AFCF2-7125-4706-AE90-5349417A11FD}" presName="conn2-1" presStyleLbl="parChTrans1D3" presStyleIdx="3" presStyleCnt="7"/>
      <dgm:spPr/>
    </dgm:pt>
    <dgm:pt modelId="{3C24D2D0-3087-432E-8D1D-98B012E6C148}" type="pres">
      <dgm:prSet presAssocID="{9A3AFCF2-7125-4706-AE90-5349417A11FD}" presName="connTx" presStyleLbl="parChTrans1D3" presStyleIdx="3" presStyleCnt="7"/>
      <dgm:spPr/>
    </dgm:pt>
    <dgm:pt modelId="{2ACE3546-D44D-4AFB-96B1-58441F719F92}" type="pres">
      <dgm:prSet presAssocID="{61E5BD7E-127B-4257-890F-432AD97185EE}" presName="root2" presStyleCnt="0"/>
      <dgm:spPr/>
    </dgm:pt>
    <dgm:pt modelId="{C3874AC6-B381-4F71-8E2A-5E6C8A3C5208}" type="pres">
      <dgm:prSet presAssocID="{61E5BD7E-127B-4257-890F-432AD97185EE}" presName="LevelTwoTextNode" presStyleLbl="node3" presStyleIdx="3" presStyleCnt="7">
        <dgm:presLayoutVars>
          <dgm:chPref val="3"/>
        </dgm:presLayoutVars>
      </dgm:prSet>
      <dgm:spPr/>
    </dgm:pt>
    <dgm:pt modelId="{0FF8DCA3-B730-46DA-94D1-80EC81F55C81}" type="pres">
      <dgm:prSet presAssocID="{61E5BD7E-127B-4257-890F-432AD97185EE}" presName="level3hierChild" presStyleCnt="0"/>
      <dgm:spPr/>
    </dgm:pt>
    <dgm:pt modelId="{4C9C5BCF-9F77-40EA-BE1E-7FB4041A39FB}" type="pres">
      <dgm:prSet presAssocID="{662F8A84-68E8-4C96-82C9-DFAF77D16DBA}" presName="conn2-1" presStyleLbl="parChTrans1D4" presStyleIdx="0" presStyleCnt="4"/>
      <dgm:spPr/>
    </dgm:pt>
    <dgm:pt modelId="{DE0B516F-F5FE-469D-8A73-9369E495F2C7}" type="pres">
      <dgm:prSet presAssocID="{662F8A84-68E8-4C96-82C9-DFAF77D16DBA}" presName="connTx" presStyleLbl="parChTrans1D4" presStyleIdx="0" presStyleCnt="4"/>
      <dgm:spPr/>
    </dgm:pt>
    <dgm:pt modelId="{64F0155D-4B18-4534-9872-2B4F7FD81FF1}" type="pres">
      <dgm:prSet presAssocID="{A6CBE42D-C715-4462-AFB0-A3E712159960}" presName="root2" presStyleCnt="0"/>
      <dgm:spPr/>
    </dgm:pt>
    <dgm:pt modelId="{AD133C51-E7B0-430B-986B-FDD1F7460078}" type="pres">
      <dgm:prSet presAssocID="{A6CBE42D-C715-4462-AFB0-A3E712159960}" presName="LevelTwoTextNode" presStyleLbl="node4" presStyleIdx="0" presStyleCnt="4">
        <dgm:presLayoutVars>
          <dgm:chPref val="3"/>
        </dgm:presLayoutVars>
      </dgm:prSet>
      <dgm:spPr/>
    </dgm:pt>
    <dgm:pt modelId="{8C4812AD-678D-4674-94BB-2AED71862FCC}" type="pres">
      <dgm:prSet presAssocID="{A6CBE42D-C715-4462-AFB0-A3E712159960}" presName="level3hierChild" presStyleCnt="0"/>
      <dgm:spPr/>
    </dgm:pt>
    <dgm:pt modelId="{CA6ACCEE-A4B7-4395-985F-C8C6EF4DBD0C}" type="pres">
      <dgm:prSet presAssocID="{6CDF8A62-F3A7-4241-ACEA-E344F685D28D}" presName="conn2-1" presStyleLbl="parChTrans1D4" presStyleIdx="1" presStyleCnt="4"/>
      <dgm:spPr/>
    </dgm:pt>
    <dgm:pt modelId="{3DD8FEA4-E433-4558-8537-1CBCB27CABCE}" type="pres">
      <dgm:prSet presAssocID="{6CDF8A62-F3A7-4241-ACEA-E344F685D28D}" presName="connTx" presStyleLbl="parChTrans1D4" presStyleIdx="1" presStyleCnt="4"/>
      <dgm:spPr/>
    </dgm:pt>
    <dgm:pt modelId="{BEFAC87C-88F3-4D76-896B-35F8A9BC757B}" type="pres">
      <dgm:prSet presAssocID="{BC07B4C7-6827-4EAF-82DC-60BA2AA3686F}" presName="root2" presStyleCnt="0"/>
      <dgm:spPr/>
    </dgm:pt>
    <dgm:pt modelId="{AEC0F7F4-BCF9-4B12-8D07-3330D54E5D51}" type="pres">
      <dgm:prSet presAssocID="{BC07B4C7-6827-4EAF-82DC-60BA2AA3686F}" presName="LevelTwoTextNode" presStyleLbl="node4" presStyleIdx="1" presStyleCnt="4">
        <dgm:presLayoutVars>
          <dgm:chPref val="3"/>
        </dgm:presLayoutVars>
      </dgm:prSet>
      <dgm:spPr/>
    </dgm:pt>
    <dgm:pt modelId="{147C9E6F-CAA6-49DB-A9CA-589213F9FBA3}" type="pres">
      <dgm:prSet presAssocID="{BC07B4C7-6827-4EAF-82DC-60BA2AA3686F}" presName="level3hierChild" presStyleCnt="0"/>
      <dgm:spPr/>
    </dgm:pt>
    <dgm:pt modelId="{5115C143-77E7-43DC-8253-0DC244A9DD3F}" type="pres">
      <dgm:prSet presAssocID="{CC4FB81F-9B5B-450F-8E10-296F7D65F99D}" presName="conn2-1" presStyleLbl="parChTrans1D4" presStyleIdx="2" presStyleCnt="4"/>
      <dgm:spPr/>
    </dgm:pt>
    <dgm:pt modelId="{F6E5C181-D63F-4613-9AAC-F5BAD4A49303}" type="pres">
      <dgm:prSet presAssocID="{CC4FB81F-9B5B-450F-8E10-296F7D65F99D}" presName="connTx" presStyleLbl="parChTrans1D4" presStyleIdx="2" presStyleCnt="4"/>
      <dgm:spPr/>
    </dgm:pt>
    <dgm:pt modelId="{FBB9E09D-8029-49C2-BF3D-257363F7EB45}" type="pres">
      <dgm:prSet presAssocID="{7CE0DFCF-0AB5-4D06-9702-D799C33626F5}" presName="root2" presStyleCnt="0"/>
      <dgm:spPr/>
    </dgm:pt>
    <dgm:pt modelId="{FAF1B082-8ECC-4B46-BCF8-0551B4218E3C}" type="pres">
      <dgm:prSet presAssocID="{7CE0DFCF-0AB5-4D06-9702-D799C33626F5}" presName="LevelTwoTextNode" presStyleLbl="node4" presStyleIdx="2" presStyleCnt="4">
        <dgm:presLayoutVars>
          <dgm:chPref val="3"/>
        </dgm:presLayoutVars>
      </dgm:prSet>
      <dgm:spPr/>
    </dgm:pt>
    <dgm:pt modelId="{25E2ED32-8D19-4B5F-BD91-C10B72BEE47A}" type="pres">
      <dgm:prSet presAssocID="{7CE0DFCF-0AB5-4D06-9702-D799C33626F5}" presName="level3hierChild" presStyleCnt="0"/>
      <dgm:spPr/>
    </dgm:pt>
    <dgm:pt modelId="{ADFB74DF-E795-48A3-9794-B3477A0573A8}" type="pres">
      <dgm:prSet presAssocID="{18FDB8F4-A68D-4666-91D0-0F6EECEA8528}" presName="conn2-1" presStyleLbl="parChTrans1D4" presStyleIdx="3" presStyleCnt="4"/>
      <dgm:spPr/>
    </dgm:pt>
    <dgm:pt modelId="{6FC140B4-1838-4484-8C1D-E8D9F0DC1FA6}" type="pres">
      <dgm:prSet presAssocID="{18FDB8F4-A68D-4666-91D0-0F6EECEA8528}" presName="connTx" presStyleLbl="parChTrans1D4" presStyleIdx="3" presStyleCnt="4"/>
      <dgm:spPr/>
    </dgm:pt>
    <dgm:pt modelId="{EEECBD48-7BFC-4A14-9E46-FB9C98EDBA6A}" type="pres">
      <dgm:prSet presAssocID="{BB9E7149-F093-4624-9E02-E88AE7597F4A}" presName="root2" presStyleCnt="0"/>
      <dgm:spPr/>
    </dgm:pt>
    <dgm:pt modelId="{8E3C40A6-F730-4B47-9830-CCAF5925BCE5}" type="pres">
      <dgm:prSet presAssocID="{BB9E7149-F093-4624-9E02-E88AE7597F4A}" presName="LevelTwoTextNode" presStyleLbl="node4" presStyleIdx="3" presStyleCnt="4">
        <dgm:presLayoutVars>
          <dgm:chPref val="3"/>
        </dgm:presLayoutVars>
      </dgm:prSet>
      <dgm:spPr/>
    </dgm:pt>
    <dgm:pt modelId="{42EA0D69-E833-4E50-B9DB-F9B4F666B941}" type="pres">
      <dgm:prSet presAssocID="{BB9E7149-F093-4624-9E02-E88AE7597F4A}" presName="level3hierChild" presStyleCnt="0"/>
      <dgm:spPr/>
    </dgm:pt>
    <dgm:pt modelId="{D078AB68-D63C-431E-8E3E-CBC219CC360D}" type="pres">
      <dgm:prSet presAssocID="{EABE65BA-B09E-4031-BE6B-5E4E896374FA}" presName="conn2-1" presStyleLbl="parChTrans1D3" presStyleIdx="4" presStyleCnt="7"/>
      <dgm:spPr/>
    </dgm:pt>
    <dgm:pt modelId="{46FEDF55-1F60-4BDD-8F7E-55E7BCE3AFC0}" type="pres">
      <dgm:prSet presAssocID="{EABE65BA-B09E-4031-BE6B-5E4E896374FA}" presName="connTx" presStyleLbl="parChTrans1D3" presStyleIdx="4" presStyleCnt="7"/>
      <dgm:spPr/>
    </dgm:pt>
    <dgm:pt modelId="{5D5486A6-EAAC-46F3-A78D-170D1CC67A45}" type="pres">
      <dgm:prSet presAssocID="{57BA05FE-64FE-4DDC-A752-DE7E30FCE0DE}" presName="root2" presStyleCnt="0"/>
      <dgm:spPr/>
    </dgm:pt>
    <dgm:pt modelId="{ED409975-F023-4D38-A935-27ECD74145AC}" type="pres">
      <dgm:prSet presAssocID="{57BA05FE-64FE-4DDC-A752-DE7E30FCE0DE}" presName="LevelTwoTextNode" presStyleLbl="node3" presStyleIdx="4" presStyleCnt="7">
        <dgm:presLayoutVars>
          <dgm:chPref val="3"/>
        </dgm:presLayoutVars>
      </dgm:prSet>
      <dgm:spPr/>
    </dgm:pt>
    <dgm:pt modelId="{EA182411-B353-4A57-8C15-918593D6034D}" type="pres">
      <dgm:prSet presAssocID="{57BA05FE-64FE-4DDC-A752-DE7E30FCE0DE}" presName="level3hierChild" presStyleCnt="0"/>
      <dgm:spPr/>
    </dgm:pt>
    <dgm:pt modelId="{973EA0BC-B1BF-43AC-8969-37331BFA8861}" type="pres">
      <dgm:prSet presAssocID="{1C35EA23-87AB-45BB-9161-C5E103F67DF8}" presName="conn2-1" presStyleLbl="parChTrans1D2" presStyleIdx="3" presStyleCnt="5"/>
      <dgm:spPr/>
    </dgm:pt>
    <dgm:pt modelId="{B8537731-A017-418F-9AAA-8FFEBEB7F855}" type="pres">
      <dgm:prSet presAssocID="{1C35EA23-87AB-45BB-9161-C5E103F67DF8}" presName="connTx" presStyleLbl="parChTrans1D2" presStyleIdx="3" presStyleCnt="5"/>
      <dgm:spPr/>
    </dgm:pt>
    <dgm:pt modelId="{A4A7BBF9-89C4-4280-9880-0144E06809EA}" type="pres">
      <dgm:prSet presAssocID="{DFD97F7C-B0BF-4EA7-AB74-EBE30EC7A2EA}" presName="root2" presStyleCnt="0"/>
      <dgm:spPr/>
    </dgm:pt>
    <dgm:pt modelId="{2DDC814F-6D4F-4878-A76D-326D11B8B1A7}" type="pres">
      <dgm:prSet presAssocID="{DFD97F7C-B0BF-4EA7-AB74-EBE30EC7A2EA}" presName="LevelTwoTextNode" presStyleLbl="node2" presStyleIdx="3" presStyleCnt="5">
        <dgm:presLayoutVars>
          <dgm:chPref val="3"/>
        </dgm:presLayoutVars>
      </dgm:prSet>
      <dgm:spPr/>
    </dgm:pt>
    <dgm:pt modelId="{D7D42622-E455-4472-B8DD-AB423A95C55C}" type="pres">
      <dgm:prSet presAssocID="{DFD97F7C-B0BF-4EA7-AB74-EBE30EC7A2EA}" presName="level3hierChild" presStyleCnt="0"/>
      <dgm:spPr/>
    </dgm:pt>
    <dgm:pt modelId="{816CC93E-9B11-4291-8AC4-F47ABB5A50C3}" type="pres">
      <dgm:prSet presAssocID="{DD1B8D13-B4C4-4167-928A-C82A887E7368}" presName="conn2-1" presStyleLbl="parChTrans1D3" presStyleIdx="5" presStyleCnt="7"/>
      <dgm:spPr/>
    </dgm:pt>
    <dgm:pt modelId="{D216C637-B6D6-40FE-A2DA-C89E3F2B5202}" type="pres">
      <dgm:prSet presAssocID="{DD1B8D13-B4C4-4167-928A-C82A887E7368}" presName="connTx" presStyleLbl="parChTrans1D3" presStyleIdx="5" presStyleCnt="7"/>
      <dgm:spPr/>
    </dgm:pt>
    <dgm:pt modelId="{2D4B05FB-AF52-43B5-8B29-0FA500FD08C1}" type="pres">
      <dgm:prSet presAssocID="{A84B1491-3DF9-438D-9B14-09186339B594}" presName="root2" presStyleCnt="0"/>
      <dgm:spPr/>
    </dgm:pt>
    <dgm:pt modelId="{964F514C-975B-4643-B0B9-2DF2B86E2B38}" type="pres">
      <dgm:prSet presAssocID="{A84B1491-3DF9-438D-9B14-09186339B594}" presName="LevelTwoTextNode" presStyleLbl="node3" presStyleIdx="5" presStyleCnt="7">
        <dgm:presLayoutVars>
          <dgm:chPref val="3"/>
        </dgm:presLayoutVars>
      </dgm:prSet>
      <dgm:spPr/>
    </dgm:pt>
    <dgm:pt modelId="{3FF93C29-D2AB-4331-9F88-509673CB866F}" type="pres">
      <dgm:prSet presAssocID="{A84B1491-3DF9-438D-9B14-09186339B594}" presName="level3hierChild" presStyleCnt="0"/>
      <dgm:spPr/>
    </dgm:pt>
    <dgm:pt modelId="{FCD8A844-BFAC-4CD7-90C0-F17BEF55D2F7}" type="pres">
      <dgm:prSet presAssocID="{49657EB3-2730-433B-99D1-A52C5481E22B}" presName="conn2-1" presStyleLbl="parChTrans1D2" presStyleIdx="4" presStyleCnt="5"/>
      <dgm:spPr/>
    </dgm:pt>
    <dgm:pt modelId="{7E9F6507-79F3-4368-9D0C-EBB1CDD7F127}" type="pres">
      <dgm:prSet presAssocID="{49657EB3-2730-433B-99D1-A52C5481E22B}" presName="connTx" presStyleLbl="parChTrans1D2" presStyleIdx="4" presStyleCnt="5"/>
      <dgm:spPr/>
    </dgm:pt>
    <dgm:pt modelId="{13778B41-363E-4E2E-A4C1-E566FA617EBB}" type="pres">
      <dgm:prSet presAssocID="{3900ED38-6DFF-415E-9639-FBEF659FCBD6}" presName="root2" presStyleCnt="0"/>
      <dgm:spPr/>
    </dgm:pt>
    <dgm:pt modelId="{FD7C27D9-CCCB-4F56-A418-F89B8305B78A}" type="pres">
      <dgm:prSet presAssocID="{3900ED38-6DFF-415E-9639-FBEF659FCBD6}" presName="LevelTwoTextNode" presStyleLbl="node2" presStyleIdx="4" presStyleCnt="5">
        <dgm:presLayoutVars>
          <dgm:chPref val="3"/>
        </dgm:presLayoutVars>
      </dgm:prSet>
      <dgm:spPr/>
    </dgm:pt>
    <dgm:pt modelId="{AD0417C1-8954-4EFC-9A85-CDE81185DBFA}" type="pres">
      <dgm:prSet presAssocID="{3900ED38-6DFF-415E-9639-FBEF659FCBD6}" presName="level3hierChild" presStyleCnt="0"/>
      <dgm:spPr/>
    </dgm:pt>
    <dgm:pt modelId="{121BC0AB-71FF-411D-A000-E41E11894B15}" type="pres">
      <dgm:prSet presAssocID="{D2CBFB4C-7BFB-4D4A-80D0-FAC2BD055F1F}" presName="conn2-1" presStyleLbl="parChTrans1D3" presStyleIdx="6" presStyleCnt="7"/>
      <dgm:spPr/>
    </dgm:pt>
    <dgm:pt modelId="{F5CC2569-90AA-4E4B-94D0-D93DFA3950C5}" type="pres">
      <dgm:prSet presAssocID="{D2CBFB4C-7BFB-4D4A-80D0-FAC2BD055F1F}" presName="connTx" presStyleLbl="parChTrans1D3" presStyleIdx="6" presStyleCnt="7"/>
      <dgm:spPr/>
    </dgm:pt>
    <dgm:pt modelId="{1C61FD2F-B805-4334-86A2-D696F63C3F72}" type="pres">
      <dgm:prSet presAssocID="{6D504786-84B9-4E3F-BD8B-886C99C3BACF}" presName="root2" presStyleCnt="0"/>
      <dgm:spPr/>
    </dgm:pt>
    <dgm:pt modelId="{C3A50CFC-EFFB-4C12-AA8E-A74F50A6423B}" type="pres">
      <dgm:prSet presAssocID="{6D504786-84B9-4E3F-BD8B-886C99C3BACF}" presName="LevelTwoTextNode" presStyleLbl="node3" presStyleIdx="6" presStyleCnt="7">
        <dgm:presLayoutVars>
          <dgm:chPref val="3"/>
        </dgm:presLayoutVars>
      </dgm:prSet>
      <dgm:spPr/>
    </dgm:pt>
    <dgm:pt modelId="{A8582A08-C520-46BE-9583-7883D271F820}" type="pres">
      <dgm:prSet presAssocID="{6D504786-84B9-4E3F-BD8B-886C99C3BACF}" presName="level3hierChild" presStyleCnt="0"/>
      <dgm:spPr/>
    </dgm:pt>
  </dgm:ptLst>
  <dgm:cxnLst>
    <dgm:cxn modelId="{9792FD03-09A3-4835-8377-2C12FCB953FE}" type="presOf" srcId="{D95DA8A8-F723-4BAF-9144-81AA6B934982}" destId="{3E32C1AB-CB77-4C79-B979-2FB1581EC392}" srcOrd="0" destOrd="0" presId="urn:microsoft.com/office/officeart/2005/8/layout/hierarchy2"/>
    <dgm:cxn modelId="{CE712005-AE96-4888-B478-E6E29FD5F9F7}" srcId="{61E5BD7E-127B-4257-890F-432AD97185EE}" destId="{BC07B4C7-6827-4EAF-82DC-60BA2AA3686F}" srcOrd="1" destOrd="0" parTransId="{6CDF8A62-F3A7-4241-ACEA-E344F685D28D}" sibTransId="{B87143FF-5624-450A-86AF-97F6C2AFEAAA}"/>
    <dgm:cxn modelId="{BD449906-EF44-4C6F-B38B-BD69E31B5D38}" type="presOf" srcId="{7702515E-3841-4693-A55D-755F2B3F991D}" destId="{7932747B-5C19-40C5-B885-11455C1A382C}" srcOrd="0" destOrd="0" presId="urn:microsoft.com/office/officeart/2005/8/layout/hierarchy2"/>
    <dgm:cxn modelId="{F2F16011-B4B4-4BFE-91E8-2266EB6C76C2}" type="presOf" srcId="{7F756A9B-6D5C-42E7-BC1F-C1B0433DCEB3}" destId="{C9B6A6F9-F861-4984-AB55-08EDFD33BE7C}" srcOrd="0" destOrd="0" presId="urn:microsoft.com/office/officeart/2005/8/layout/hierarchy2"/>
    <dgm:cxn modelId="{EA918D13-865B-46A1-94D5-8FDC446819E0}" srcId="{61E5BD7E-127B-4257-890F-432AD97185EE}" destId="{7CE0DFCF-0AB5-4D06-9702-D799C33626F5}" srcOrd="2" destOrd="0" parTransId="{CC4FB81F-9B5B-450F-8E10-296F7D65F99D}" sibTransId="{4A7F4EDA-8C47-470C-95B5-5E2E91A7D0F4}"/>
    <dgm:cxn modelId="{8F8F4316-5515-4303-A25B-3F722D23C08A}" type="presOf" srcId="{CC4FB81F-9B5B-450F-8E10-296F7D65F99D}" destId="{5115C143-77E7-43DC-8253-0DC244A9DD3F}" srcOrd="0" destOrd="0" presId="urn:microsoft.com/office/officeart/2005/8/layout/hierarchy2"/>
    <dgm:cxn modelId="{399F9C16-92F8-41CB-BD15-392F4DF53F1E}" type="presOf" srcId="{18FDB8F4-A68D-4666-91D0-0F6EECEA8528}" destId="{ADFB74DF-E795-48A3-9794-B3477A0573A8}" srcOrd="0" destOrd="0" presId="urn:microsoft.com/office/officeart/2005/8/layout/hierarchy2"/>
    <dgm:cxn modelId="{0C24401D-2B6C-48EA-B18C-66F26DDE6DCD}" type="presOf" srcId="{1C35EA23-87AB-45BB-9161-C5E103F67DF8}" destId="{973EA0BC-B1BF-43AC-8969-37331BFA8861}" srcOrd="0" destOrd="0" presId="urn:microsoft.com/office/officeart/2005/8/layout/hierarchy2"/>
    <dgm:cxn modelId="{74333020-B750-43EB-80D8-AD499689BD3B}" type="presOf" srcId="{A6CBE42D-C715-4462-AFB0-A3E712159960}" destId="{AD133C51-E7B0-430B-986B-FDD1F7460078}" srcOrd="0" destOrd="0" presId="urn:microsoft.com/office/officeart/2005/8/layout/hierarchy2"/>
    <dgm:cxn modelId="{9D336623-E533-4508-8D04-028FDD5E5B60}" type="presOf" srcId="{9A3AFCF2-7125-4706-AE90-5349417A11FD}" destId="{FD3B5FCB-A2A9-4AAD-ABD1-6C47EF19BB84}" srcOrd="0" destOrd="0" presId="urn:microsoft.com/office/officeart/2005/8/layout/hierarchy2"/>
    <dgm:cxn modelId="{4A6F3025-352D-416A-B835-867CECA77753}" srcId="{61E5BD7E-127B-4257-890F-432AD97185EE}" destId="{BB9E7149-F093-4624-9E02-E88AE7597F4A}" srcOrd="3" destOrd="0" parTransId="{18FDB8F4-A68D-4666-91D0-0F6EECEA8528}" sibTransId="{77B08D17-0987-402C-8A1F-26A64E01DB69}"/>
    <dgm:cxn modelId="{CB501026-1F70-42AD-B284-DB0A34DC212E}" type="presOf" srcId="{D2CBFB4C-7BFB-4D4A-80D0-FAC2BD055F1F}" destId="{121BC0AB-71FF-411D-A000-E41E11894B15}" srcOrd="0" destOrd="0" presId="urn:microsoft.com/office/officeart/2005/8/layout/hierarchy2"/>
    <dgm:cxn modelId="{C76ED929-4BD1-4DD3-B2F5-C752C212387C}" type="presOf" srcId="{C92BE003-2044-4868-A10C-BABB5A5B5A39}" destId="{8B55D45D-F68D-409E-9C12-DF1922C1287F}" srcOrd="0" destOrd="0" presId="urn:microsoft.com/office/officeart/2005/8/layout/hierarchy2"/>
    <dgm:cxn modelId="{926FF22D-5137-43FD-982D-784A99E219DF}" type="presOf" srcId="{4DFA8514-0FA8-4C91-BE0B-6AB9D02F299E}" destId="{21622179-D853-4377-A7BC-CD19F1817BED}" srcOrd="0" destOrd="0" presId="urn:microsoft.com/office/officeart/2005/8/layout/hierarchy2"/>
    <dgm:cxn modelId="{CC676130-A1E2-41D8-9EF9-0EEBBEAE4FFA}" type="presOf" srcId="{6CDF8A62-F3A7-4241-ACEA-E344F685D28D}" destId="{CA6ACCEE-A4B7-4395-985F-C8C6EF4DBD0C}" srcOrd="0" destOrd="0" presId="urn:microsoft.com/office/officeart/2005/8/layout/hierarchy2"/>
    <dgm:cxn modelId="{BF985331-6AC2-439C-B743-EABC8244DC14}" type="presOf" srcId="{6C0FBFE2-D908-4A20-B30B-63BD5B5D8825}" destId="{5316A497-DB5B-4E79-B2FE-8BDAE6B1C897}" srcOrd="0" destOrd="0" presId="urn:microsoft.com/office/officeart/2005/8/layout/hierarchy2"/>
    <dgm:cxn modelId="{3D5D353B-3055-4F09-8AC0-DDE7F7337B9E}" type="presOf" srcId="{CC4FB81F-9B5B-450F-8E10-296F7D65F99D}" destId="{F6E5C181-D63F-4613-9AAC-F5BAD4A49303}" srcOrd="1" destOrd="0" presId="urn:microsoft.com/office/officeart/2005/8/layout/hierarchy2"/>
    <dgm:cxn modelId="{A39BEC3B-C814-4E0C-AD8F-BE232A31FBD8}" type="presOf" srcId="{1C35EA23-87AB-45BB-9161-C5E103F67DF8}" destId="{B8537731-A017-418F-9AAA-8FFEBEB7F855}" srcOrd="1" destOrd="0" presId="urn:microsoft.com/office/officeart/2005/8/layout/hierarchy2"/>
    <dgm:cxn modelId="{9AFDD041-8745-41BA-80C7-73D14A971281}" type="presOf" srcId="{57BA05FE-64FE-4DDC-A752-DE7E30FCE0DE}" destId="{ED409975-F023-4D38-A935-27ECD74145AC}" srcOrd="0" destOrd="0" presId="urn:microsoft.com/office/officeart/2005/8/layout/hierarchy2"/>
    <dgm:cxn modelId="{E312B953-60E3-44EF-A7BF-C6E8002EE2AF}" srcId="{82F94DC1-F0AB-4877-A0D4-2DDD37A74E50}" destId="{3900ED38-6DFF-415E-9639-FBEF659FCBD6}" srcOrd="4" destOrd="0" parTransId="{49657EB3-2730-433B-99D1-A52C5481E22B}" sibTransId="{B8ED5570-3C28-4A83-9714-FCC63B473848}"/>
    <dgm:cxn modelId="{2D9FA058-1112-4D92-B834-1392BEBC96EF}" type="presOf" srcId="{7CE0DFCF-0AB5-4D06-9702-D799C33626F5}" destId="{FAF1B082-8ECC-4B46-BCF8-0551B4218E3C}" srcOrd="0" destOrd="0" presId="urn:microsoft.com/office/officeart/2005/8/layout/hierarchy2"/>
    <dgm:cxn modelId="{57C23A60-C996-4593-9471-EB511711827C}" type="presOf" srcId="{6066865D-9F43-41ED-B38C-EF966FEFD107}" destId="{4E185B6B-389A-4320-B35B-E77033EBB507}" srcOrd="0" destOrd="0" presId="urn:microsoft.com/office/officeart/2005/8/layout/hierarchy2"/>
    <dgm:cxn modelId="{993BC562-10E6-4F7C-9EF5-60A09DCBF59E}" srcId="{DFD97F7C-B0BF-4EA7-AB74-EBE30EC7A2EA}" destId="{A84B1491-3DF9-438D-9B14-09186339B594}" srcOrd="0" destOrd="0" parTransId="{DD1B8D13-B4C4-4167-928A-C82A887E7368}" sibTransId="{5D3DD8DB-3AAB-4A24-A743-F5CB929D28CE}"/>
    <dgm:cxn modelId="{AD96A365-405D-47A6-96B4-363A16FFF1D4}" srcId="{6C0FBFE2-D908-4A20-B30B-63BD5B5D8825}" destId="{7F756A9B-6D5C-42E7-BC1F-C1B0433DCEB3}" srcOrd="1" destOrd="0" parTransId="{4DFA8514-0FA8-4C91-BE0B-6AB9D02F299E}" sibTransId="{2204EDDD-9399-43C4-A10A-FAC9725C4BEA}"/>
    <dgm:cxn modelId="{8989AE65-1D2F-41F5-A531-4E0E892FA67E}" srcId="{82F94DC1-F0AB-4877-A0D4-2DDD37A74E50}" destId="{DFD97F7C-B0BF-4EA7-AB74-EBE30EC7A2EA}" srcOrd="3" destOrd="0" parTransId="{1C35EA23-87AB-45BB-9161-C5E103F67DF8}" sibTransId="{D5C9F0B5-D136-42C0-9E98-64B220A85C32}"/>
    <dgm:cxn modelId="{78E51467-E88B-4A39-A514-A75F3E53CEC9}" type="presOf" srcId="{18FDB8F4-A68D-4666-91D0-0F6EECEA8528}" destId="{6FC140B4-1838-4484-8C1D-E8D9F0DC1FA6}" srcOrd="1" destOrd="0" presId="urn:microsoft.com/office/officeart/2005/8/layout/hierarchy2"/>
    <dgm:cxn modelId="{7D9C656B-7FE7-443C-A8AF-BA2DB05879E4}" type="presOf" srcId="{3900ED38-6DFF-415E-9639-FBEF659FCBD6}" destId="{FD7C27D9-CCCB-4F56-A418-F89B8305B78A}" srcOrd="0" destOrd="0" presId="urn:microsoft.com/office/officeart/2005/8/layout/hierarchy2"/>
    <dgm:cxn modelId="{79E0246D-55C6-49DB-98E8-4B502E3BDFBB}" type="presOf" srcId="{D95DA8A8-F723-4BAF-9144-81AA6B934982}" destId="{18F3957B-2F8F-4C81-AD6C-B1DFA5DCFE0F}" srcOrd="1" destOrd="0" presId="urn:microsoft.com/office/officeart/2005/8/layout/hierarchy2"/>
    <dgm:cxn modelId="{55659670-A842-400B-9DB1-B7951E15239B}" type="presOf" srcId="{49C51953-D8B7-48C5-BA24-EA7DE8C885AF}" destId="{4BE330BF-7FCB-4E40-9DC3-177934442F59}" srcOrd="1" destOrd="0" presId="urn:microsoft.com/office/officeart/2005/8/layout/hierarchy2"/>
    <dgm:cxn modelId="{DC212471-2E4B-4A51-9A72-44449F618DF6}" type="presOf" srcId="{DD1B8D13-B4C4-4167-928A-C82A887E7368}" destId="{816CC93E-9B11-4291-8AC4-F47ABB5A50C3}" srcOrd="0" destOrd="0" presId="urn:microsoft.com/office/officeart/2005/8/layout/hierarchy2"/>
    <dgm:cxn modelId="{BEFB7A71-1A21-4C4C-A58D-058094F2D450}" srcId="{C441AE4F-C563-49C2-B8FF-1A7AF1FFBD16}" destId="{61E5BD7E-127B-4257-890F-432AD97185EE}" srcOrd="0" destOrd="0" parTransId="{9A3AFCF2-7125-4706-AE90-5349417A11FD}" sibTransId="{96D61B40-3EBE-4D88-AC7F-A829FDFB694F}"/>
    <dgm:cxn modelId="{E4822575-E174-46CC-8783-311075AD5C1C}" srcId="{82F94DC1-F0AB-4877-A0D4-2DDD37A74E50}" destId="{C441AE4F-C563-49C2-B8FF-1A7AF1FFBD16}" srcOrd="2" destOrd="0" parTransId="{036F5E9F-E932-4A86-AA67-FE9C228B8DEC}" sibTransId="{0622239F-13D3-4F54-A244-905F67E7010C}"/>
    <dgm:cxn modelId="{3BDE8789-F4A3-4DE7-BD88-E302B398D038}" type="presOf" srcId="{82F94DC1-F0AB-4877-A0D4-2DDD37A74E50}" destId="{72022B54-303D-4627-A96C-A7C24F8F48A7}" srcOrd="0" destOrd="0" presId="urn:microsoft.com/office/officeart/2005/8/layout/hierarchy2"/>
    <dgm:cxn modelId="{6041A48B-EC73-49C0-BE6C-3EEAFBE93701}" srcId="{6066865D-9F43-41ED-B38C-EF966FEFD107}" destId="{82F94DC1-F0AB-4877-A0D4-2DDD37A74E50}" srcOrd="0" destOrd="0" parTransId="{0638FE2E-C84A-4AE5-AA31-F14AA797DA0D}" sibTransId="{6F9E6CC8-429E-45ED-B1AF-25904A54B38C}"/>
    <dgm:cxn modelId="{5E7CBB8E-2333-4266-9489-6E57B16CF2D6}" type="presOf" srcId="{9A3AFCF2-7125-4706-AE90-5349417A11FD}" destId="{3C24D2D0-3087-432E-8D1D-98B012E6C148}" srcOrd="1" destOrd="0" presId="urn:microsoft.com/office/officeart/2005/8/layout/hierarchy2"/>
    <dgm:cxn modelId="{EDE19292-9B14-4C60-A763-0A4CE35DB411}" type="presOf" srcId="{49657EB3-2730-433B-99D1-A52C5481E22B}" destId="{7E9F6507-79F3-4368-9D0C-EBB1CDD7F127}" srcOrd="1" destOrd="0" presId="urn:microsoft.com/office/officeart/2005/8/layout/hierarchy2"/>
    <dgm:cxn modelId="{BD4E0994-1924-4954-B32B-824900ECE945}" type="presOf" srcId="{4DFA8514-0FA8-4C91-BE0B-6AB9D02F299E}" destId="{8359E1F5-08AF-4103-8FF1-6D0A804363D4}" srcOrd="1" destOrd="0" presId="urn:microsoft.com/office/officeart/2005/8/layout/hierarchy2"/>
    <dgm:cxn modelId="{88FE9E97-038B-4FB2-BE25-83A2B14EC478}" type="presOf" srcId="{DD1B8D13-B4C4-4167-928A-C82A887E7368}" destId="{D216C637-B6D6-40FE-A2DA-C89E3F2B5202}" srcOrd="1" destOrd="0" presId="urn:microsoft.com/office/officeart/2005/8/layout/hierarchy2"/>
    <dgm:cxn modelId="{74599298-93C8-42DF-866B-C97E0C42D14A}" srcId="{C441AE4F-C563-49C2-B8FF-1A7AF1FFBD16}" destId="{57BA05FE-64FE-4DDC-A752-DE7E30FCE0DE}" srcOrd="1" destOrd="0" parTransId="{EABE65BA-B09E-4031-BE6B-5E4E896374FA}" sibTransId="{A78FB04B-E1D8-434F-BC5F-3E6583B1457E}"/>
    <dgm:cxn modelId="{64290A9A-7019-4F9F-B693-1B5C85CF2F75}" type="presOf" srcId="{49657EB3-2730-433B-99D1-A52C5481E22B}" destId="{FCD8A844-BFAC-4CD7-90C0-F17BEF55D2F7}" srcOrd="0" destOrd="0" presId="urn:microsoft.com/office/officeart/2005/8/layout/hierarchy2"/>
    <dgm:cxn modelId="{B59D769F-AB57-4A2C-ADA4-CDE25CA39928}" type="presOf" srcId="{BB9E7149-F093-4624-9E02-E88AE7597F4A}" destId="{8E3C40A6-F730-4B47-9830-CCAF5925BCE5}" srcOrd="0" destOrd="0" presId="urn:microsoft.com/office/officeart/2005/8/layout/hierarchy2"/>
    <dgm:cxn modelId="{9361829F-D717-463C-B69C-E9CE73AB2CF9}" type="presOf" srcId="{6D504786-84B9-4E3F-BD8B-886C99C3BACF}" destId="{C3A50CFC-EFFB-4C12-AA8E-A74F50A6423B}" srcOrd="0" destOrd="0" presId="urn:microsoft.com/office/officeart/2005/8/layout/hierarchy2"/>
    <dgm:cxn modelId="{ED912AA2-ECF5-4667-BE62-A0C817BE342C}" type="presOf" srcId="{E68C999C-3732-41D7-9559-525DC8D62F82}" destId="{AD7E8BF5-7528-41EE-88AC-CC2675FEEBFF}" srcOrd="0" destOrd="0" presId="urn:microsoft.com/office/officeart/2005/8/layout/hierarchy2"/>
    <dgm:cxn modelId="{5D16BAA3-FF5B-4C13-848D-F6723F90E803}" type="presOf" srcId="{49C51953-D8B7-48C5-BA24-EA7DE8C885AF}" destId="{5AD071D9-D903-4067-8570-A317E664EB80}" srcOrd="0" destOrd="0" presId="urn:microsoft.com/office/officeart/2005/8/layout/hierarchy2"/>
    <dgm:cxn modelId="{D9D4CBA4-5880-4B71-8408-43FCB9784E60}" type="presOf" srcId="{D2CBFB4C-7BFB-4D4A-80D0-FAC2BD055F1F}" destId="{F5CC2569-90AA-4E4B-94D0-D93DFA3950C5}" srcOrd="1" destOrd="0" presId="urn:microsoft.com/office/officeart/2005/8/layout/hierarchy2"/>
    <dgm:cxn modelId="{AA27BCA5-38BE-4A3C-A79B-3D4D13D64085}" srcId="{7FACCC8A-87BC-4BA0-9B0F-5FE2128BEE31}" destId="{E68C999C-3732-41D7-9559-525DC8D62F82}" srcOrd="0" destOrd="0" parTransId="{7702515E-3841-4693-A55D-755F2B3F991D}" sibTransId="{CBFC946A-694B-4108-A12A-047D2E0F48C7}"/>
    <dgm:cxn modelId="{B7583BA8-6418-4525-AB3F-EF37737B97C0}" type="presOf" srcId="{662F8A84-68E8-4C96-82C9-DFAF77D16DBA}" destId="{DE0B516F-F5FE-469D-8A73-9369E495F2C7}" srcOrd="1" destOrd="0" presId="urn:microsoft.com/office/officeart/2005/8/layout/hierarchy2"/>
    <dgm:cxn modelId="{B14CD3AD-37C9-4DC3-81B2-E40CB52694E0}" type="presOf" srcId="{0EE80276-E70F-45BF-9834-82DD05CDFB09}" destId="{A28F1BB5-04EC-40EF-A8FC-86BB12EEEB65}" srcOrd="1" destOrd="0" presId="urn:microsoft.com/office/officeart/2005/8/layout/hierarchy2"/>
    <dgm:cxn modelId="{F4453EB3-9F05-4520-AB62-FF55C4CB1C9C}" type="presOf" srcId="{036F5E9F-E932-4A86-AA67-FE9C228B8DEC}" destId="{8123DFFD-7F84-419D-A388-2310E66DF6E4}" srcOrd="1" destOrd="0" presId="urn:microsoft.com/office/officeart/2005/8/layout/hierarchy2"/>
    <dgm:cxn modelId="{7FAF99BB-BEDB-4405-A82A-186267FB441E}" type="presOf" srcId="{DFD97F7C-B0BF-4EA7-AB74-EBE30EC7A2EA}" destId="{2DDC814F-6D4F-4878-A76D-326D11B8B1A7}" srcOrd="0" destOrd="0" presId="urn:microsoft.com/office/officeart/2005/8/layout/hierarchy2"/>
    <dgm:cxn modelId="{517063BF-B118-4A9C-8619-0C555BD9CFC0}" type="presOf" srcId="{7FACCC8A-87BC-4BA0-9B0F-5FE2128BEE31}" destId="{2B2BB571-2FF7-4B9E-B6CE-91617EB69FAB}" srcOrd="0" destOrd="0" presId="urn:microsoft.com/office/officeart/2005/8/layout/hierarchy2"/>
    <dgm:cxn modelId="{360342C1-D4F9-4A3A-95D2-1BDAF41A34EA}" type="presOf" srcId="{036F5E9F-E932-4A86-AA67-FE9C228B8DEC}" destId="{F24B634E-0875-49F8-93D8-31A7557BF5EA}" srcOrd="0" destOrd="0" presId="urn:microsoft.com/office/officeart/2005/8/layout/hierarchy2"/>
    <dgm:cxn modelId="{C47BB4C1-7754-49B1-9148-ACD1EB41DCC1}" type="presOf" srcId="{C441AE4F-C563-49C2-B8FF-1A7AF1FFBD16}" destId="{BBC7C5AB-1C36-483B-A9C5-10C5B77A79DF}" srcOrd="0" destOrd="0" presId="urn:microsoft.com/office/officeart/2005/8/layout/hierarchy2"/>
    <dgm:cxn modelId="{142B72C5-AD3D-4AEA-8125-DDD974EAEFA7}" type="presOf" srcId="{662F8A84-68E8-4C96-82C9-DFAF77D16DBA}" destId="{4C9C5BCF-9F77-40EA-BE1E-7FB4041A39FB}" srcOrd="0" destOrd="0" presId="urn:microsoft.com/office/officeart/2005/8/layout/hierarchy2"/>
    <dgm:cxn modelId="{2E333AD5-8A20-42BF-A996-96464D53D029}" type="presOf" srcId="{61E5BD7E-127B-4257-890F-432AD97185EE}" destId="{C3874AC6-B381-4F71-8E2A-5E6C8A3C5208}" srcOrd="0" destOrd="0" presId="urn:microsoft.com/office/officeart/2005/8/layout/hierarchy2"/>
    <dgm:cxn modelId="{76F408D7-4CD4-4724-805C-CF67FF0E63BD}" type="presOf" srcId="{A84B1491-3DF9-438D-9B14-09186339B594}" destId="{964F514C-975B-4643-B0B9-2DF2B86E2B38}" srcOrd="0" destOrd="0" presId="urn:microsoft.com/office/officeart/2005/8/layout/hierarchy2"/>
    <dgm:cxn modelId="{D9DA77DC-8BC0-457A-92B9-E7A7EC43CDEF}" type="presOf" srcId="{EABE65BA-B09E-4031-BE6B-5E4E896374FA}" destId="{D078AB68-D63C-431E-8E3E-CBC219CC360D}" srcOrd="0" destOrd="0" presId="urn:microsoft.com/office/officeart/2005/8/layout/hierarchy2"/>
    <dgm:cxn modelId="{EF9B7DDC-290D-4E0C-AC29-59F809F2555A}" srcId="{82F94DC1-F0AB-4877-A0D4-2DDD37A74E50}" destId="{6C0FBFE2-D908-4A20-B30B-63BD5B5D8825}" srcOrd="1" destOrd="0" parTransId="{D95DA8A8-F723-4BAF-9144-81AA6B934982}" sibTransId="{65FE28DD-208A-4BD6-BE22-8BFE506E56C9}"/>
    <dgm:cxn modelId="{AE35F9E1-0D1E-4A77-96EB-BD7BB8FA22EE}" type="presOf" srcId="{6CDF8A62-F3A7-4241-ACEA-E344F685D28D}" destId="{3DD8FEA4-E433-4558-8537-1CBCB27CABCE}" srcOrd="1" destOrd="0" presId="urn:microsoft.com/office/officeart/2005/8/layout/hierarchy2"/>
    <dgm:cxn modelId="{BC5ACBE2-0B23-43C3-857D-FD5221510E53}" srcId="{82F94DC1-F0AB-4877-A0D4-2DDD37A74E50}" destId="{7FACCC8A-87BC-4BA0-9B0F-5FE2128BEE31}" srcOrd="0" destOrd="0" parTransId="{0EE80276-E70F-45BF-9834-82DD05CDFB09}" sibTransId="{8FCDFACB-833E-44BC-BD28-B2946174D673}"/>
    <dgm:cxn modelId="{A761E6E2-9B09-44DE-8C4B-A1DE40BF5710}" srcId="{3900ED38-6DFF-415E-9639-FBEF659FCBD6}" destId="{6D504786-84B9-4E3F-BD8B-886C99C3BACF}" srcOrd="0" destOrd="0" parTransId="{D2CBFB4C-7BFB-4D4A-80D0-FAC2BD055F1F}" sibTransId="{FBDFA559-2FBE-41CA-BC49-5D59D76809DE}"/>
    <dgm:cxn modelId="{D74A3CE6-FB16-417B-A7B9-5F4E06B8EDF5}" type="presOf" srcId="{BC07B4C7-6827-4EAF-82DC-60BA2AA3686F}" destId="{AEC0F7F4-BCF9-4B12-8D07-3330D54E5D51}" srcOrd="0" destOrd="0" presId="urn:microsoft.com/office/officeart/2005/8/layout/hierarchy2"/>
    <dgm:cxn modelId="{84D43FE6-ABEE-40FD-A886-935B5B146421}" srcId="{61E5BD7E-127B-4257-890F-432AD97185EE}" destId="{A6CBE42D-C715-4462-AFB0-A3E712159960}" srcOrd="0" destOrd="0" parTransId="{662F8A84-68E8-4C96-82C9-DFAF77D16DBA}" sibTransId="{2FEAA013-BAE8-4604-98A5-A41DBB3FAE1D}"/>
    <dgm:cxn modelId="{0709D5E6-27A1-4FA5-82C9-C9FD1211868D}" type="presOf" srcId="{0EE80276-E70F-45BF-9834-82DD05CDFB09}" destId="{796AC76A-D197-4864-9E5B-C364A3BD66F0}" srcOrd="0" destOrd="0" presId="urn:microsoft.com/office/officeart/2005/8/layout/hierarchy2"/>
    <dgm:cxn modelId="{A8BDA0E7-A0C2-4D89-BFDB-B862A0E31ED6}" srcId="{6C0FBFE2-D908-4A20-B30B-63BD5B5D8825}" destId="{C92BE003-2044-4868-A10C-BABB5A5B5A39}" srcOrd="0" destOrd="0" parTransId="{49C51953-D8B7-48C5-BA24-EA7DE8C885AF}" sibTransId="{54547038-2636-4378-AF42-646875FD3CAD}"/>
    <dgm:cxn modelId="{1EE4E6EE-9B2A-453B-8881-8488A6F5B1FD}" type="presOf" srcId="{7702515E-3841-4693-A55D-755F2B3F991D}" destId="{F9770D4A-9141-46BA-A6E6-BFA45FA5DC57}" srcOrd="1" destOrd="0" presId="urn:microsoft.com/office/officeart/2005/8/layout/hierarchy2"/>
    <dgm:cxn modelId="{B7742BF0-E086-4E29-9115-84264C6012EB}" type="presOf" srcId="{EABE65BA-B09E-4031-BE6B-5E4E896374FA}" destId="{46FEDF55-1F60-4BDD-8F7E-55E7BCE3AFC0}" srcOrd="1" destOrd="0" presId="urn:microsoft.com/office/officeart/2005/8/layout/hierarchy2"/>
    <dgm:cxn modelId="{042DED46-E9ED-48B0-8E90-6ED47FDCFDB2}" type="presParOf" srcId="{4E185B6B-389A-4320-B35B-E77033EBB507}" destId="{4CF06C01-F1F0-4D44-83A0-ABE2610BBA57}" srcOrd="0" destOrd="0" presId="urn:microsoft.com/office/officeart/2005/8/layout/hierarchy2"/>
    <dgm:cxn modelId="{FE7EFE5E-CCCA-45A6-AC7B-62B439696201}" type="presParOf" srcId="{4CF06C01-F1F0-4D44-83A0-ABE2610BBA57}" destId="{72022B54-303D-4627-A96C-A7C24F8F48A7}" srcOrd="0" destOrd="0" presId="urn:microsoft.com/office/officeart/2005/8/layout/hierarchy2"/>
    <dgm:cxn modelId="{4E21CAF5-A105-4E98-8236-43ACB41C22B9}" type="presParOf" srcId="{4CF06C01-F1F0-4D44-83A0-ABE2610BBA57}" destId="{C466DFBF-0335-425A-863B-398376F505AA}" srcOrd="1" destOrd="0" presId="urn:microsoft.com/office/officeart/2005/8/layout/hierarchy2"/>
    <dgm:cxn modelId="{D64147B0-4A37-4E32-9629-B133BDA3F3E7}" type="presParOf" srcId="{C466DFBF-0335-425A-863B-398376F505AA}" destId="{796AC76A-D197-4864-9E5B-C364A3BD66F0}" srcOrd="0" destOrd="0" presId="urn:microsoft.com/office/officeart/2005/8/layout/hierarchy2"/>
    <dgm:cxn modelId="{8C357457-A974-49B5-B786-A19CDC2E6997}" type="presParOf" srcId="{796AC76A-D197-4864-9E5B-C364A3BD66F0}" destId="{A28F1BB5-04EC-40EF-A8FC-86BB12EEEB65}" srcOrd="0" destOrd="0" presId="urn:microsoft.com/office/officeart/2005/8/layout/hierarchy2"/>
    <dgm:cxn modelId="{8C7DA1DD-AAD2-4B80-BD8A-DC527EE2DE27}" type="presParOf" srcId="{C466DFBF-0335-425A-863B-398376F505AA}" destId="{80A24F1D-2DD1-419F-8C23-4F9AE155EBE4}" srcOrd="1" destOrd="0" presId="urn:microsoft.com/office/officeart/2005/8/layout/hierarchy2"/>
    <dgm:cxn modelId="{285007A0-D3D6-417D-BA4F-B843B3228317}" type="presParOf" srcId="{80A24F1D-2DD1-419F-8C23-4F9AE155EBE4}" destId="{2B2BB571-2FF7-4B9E-B6CE-91617EB69FAB}" srcOrd="0" destOrd="0" presId="urn:microsoft.com/office/officeart/2005/8/layout/hierarchy2"/>
    <dgm:cxn modelId="{F86A69D3-C3E4-4B32-BFDE-4D9A2AE2D8F3}" type="presParOf" srcId="{80A24F1D-2DD1-419F-8C23-4F9AE155EBE4}" destId="{C6855519-5793-48A9-8C72-98ABA08946B3}" srcOrd="1" destOrd="0" presId="urn:microsoft.com/office/officeart/2005/8/layout/hierarchy2"/>
    <dgm:cxn modelId="{5C48CA63-92A1-4774-AC96-5C964AC0F049}" type="presParOf" srcId="{C6855519-5793-48A9-8C72-98ABA08946B3}" destId="{7932747B-5C19-40C5-B885-11455C1A382C}" srcOrd="0" destOrd="0" presId="urn:microsoft.com/office/officeart/2005/8/layout/hierarchy2"/>
    <dgm:cxn modelId="{00F2326F-A1FE-4DB9-BFED-E91A2F721E8E}" type="presParOf" srcId="{7932747B-5C19-40C5-B885-11455C1A382C}" destId="{F9770D4A-9141-46BA-A6E6-BFA45FA5DC57}" srcOrd="0" destOrd="0" presId="urn:microsoft.com/office/officeart/2005/8/layout/hierarchy2"/>
    <dgm:cxn modelId="{23EA7223-8D4C-4832-B309-566E82C4EE04}" type="presParOf" srcId="{C6855519-5793-48A9-8C72-98ABA08946B3}" destId="{9BC1884A-5458-4D9F-8A93-9A06F121A656}" srcOrd="1" destOrd="0" presId="urn:microsoft.com/office/officeart/2005/8/layout/hierarchy2"/>
    <dgm:cxn modelId="{3A101396-ABE3-4824-AB12-3AF9CD513CE3}" type="presParOf" srcId="{9BC1884A-5458-4D9F-8A93-9A06F121A656}" destId="{AD7E8BF5-7528-41EE-88AC-CC2675FEEBFF}" srcOrd="0" destOrd="0" presId="urn:microsoft.com/office/officeart/2005/8/layout/hierarchy2"/>
    <dgm:cxn modelId="{E55FC551-7332-4FC8-B973-5001AED2D1E5}" type="presParOf" srcId="{9BC1884A-5458-4D9F-8A93-9A06F121A656}" destId="{8C230B08-5443-4CDC-A91E-BB9EF53D7196}" srcOrd="1" destOrd="0" presId="urn:microsoft.com/office/officeart/2005/8/layout/hierarchy2"/>
    <dgm:cxn modelId="{19EE1A35-8125-447F-9E72-C384C717D737}" type="presParOf" srcId="{C466DFBF-0335-425A-863B-398376F505AA}" destId="{3E32C1AB-CB77-4C79-B979-2FB1581EC392}" srcOrd="2" destOrd="0" presId="urn:microsoft.com/office/officeart/2005/8/layout/hierarchy2"/>
    <dgm:cxn modelId="{5F0A4B43-1FBF-4C9B-9B40-0DCA85DDE7D3}" type="presParOf" srcId="{3E32C1AB-CB77-4C79-B979-2FB1581EC392}" destId="{18F3957B-2F8F-4C81-AD6C-B1DFA5DCFE0F}" srcOrd="0" destOrd="0" presId="urn:microsoft.com/office/officeart/2005/8/layout/hierarchy2"/>
    <dgm:cxn modelId="{EDC19888-8CF5-462A-8B6C-BE585F607B2A}" type="presParOf" srcId="{C466DFBF-0335-425A-863B-398376F505AA}" destId="{F6A5D2A4-51B4-44CB-BB82-0CDF3A54D2C9}" srcOrd="3" destOrd="0" presId="urn:microsoft.com/office/officeart/2005/8/layout/hierarchy2"/>
    <dgm:cxn modelId="{5AEE3B09-F6EA-490F-8EB0-5B93168AF4E3}" type="presParOf" srcId="{F6A5D2A4-51B4-44CB-BB82-0CDF3A54D2C9}" destId="{5316A497-DB5B-4E79-B2FE-8BDAE6B1C897}" srcOrd="0" destOrd="0" presId="urn:microsoft.com/office/officeart/2005/8/layout/hierarchy2"/>
    <dgm:cxn modelId="{FA306FCA-A41C-4050-989C-663FD0BAF2C6}" type="presParOf" srcId="{F6A5D2A4-51B4-44CB-BB82-0CDF3A54D2C9}" destId="{E455665D-D9D4-4961-8A1C-64A1D3F14150}" srcOrd="1" destOrd="0" presId="urn:microsoft.com/office/officeart/2005/8/layout/hierarchy2"/>
    <dgm:cxn modelId="{BDC4D30D-2079-43C1-9EBE-7E0087DBD8C9}" type="presParOf" srcId="{E455665D-D9D4-4961-8A1C-64A1D3F14150}" destId="{5AD071D9-D903-4067-8570-A317E664EB80}" srcOrd="0" destOrd="0" presId="urn:microsoft.com/office/officeart/2005/8/layout/hierarchy2"/>
    <dgm:cxn modelId="{05F0EAC7-8C8B-446D-9082-B3B2683DA3A1}" type="presParOf" srcId="{5AD071D9-D903-4067-8570-A317E664EB80}" destId="{4BE330BF-7FCB-4E40-9DC3-177934442F59}" srcOrd="0" destOrd="0" presId="urn:microsoft.com/office/officeart/2005/8/layout/hierarchy2"/>
    <dgm:cxn modelId="{3C81A36A-5AA8-4D5E-A8F8-87EA086FC2C6}" type="presParOf" srcId="{E455665D-D9D4-4961-8A1C-64A1D3F14150}" destId="{EB3D072F-0EC5-43B5-B62D-01D76FD21126}" srcOrd="1" destOrd="0" presId="urn:microsoft.com/office/officeart/2005/8/layout/hierarchy2"/>
    <dgm:cxn modelId="{9AB80DBF-6291-4AD8-BEDB-76CADED48C3D}" type="presParOf" srcId="{EB3D072F-0EC5-43B5-B62D-01D76FD21126}" destId="{8B55D45D-F68D-409E-9C12-DF1922C1287F}" srcOrd="0" destOrd="0" presId="urn:microsoft.com/office/officeart/2005/8/layout/hierarchy2"/>
    <dgm:cxn modelId="{8EA084E1-A715-4DC6-AC51-6A3DDED1E638}" type="presParOf" srcId="{EB3D072F-0EC5-43B5-B62D-01D76FD21126}" destId="{D7F0822E-81F6-40DF-B540-5ABD60C3FD56}" srcOrd="1" destOrd="0" presId="urn:microsoft.com/office/officeart/2005/8/layout/hierarchy2"/>
    <dgm:cxn modelId="{FC9C00D8-FEAC-402B-A58F-DA88DAE4001A}" type="presParOf" srcId="{E455665D-D9D4-4961-8A1C-64A1D3F14150}" destId="{21622179-D853-4377-A7BC-CD19F1817BED}" srcOrd="2" destOrd="0" presId="urn:microsoft.com/office/officeart/2005/8/layout/hierarchy2"/>
    <dgm:cxn modelId="{0EF889DA-71C7-4089-9913-46BB2E17ADFF}" type="presParOf" srcId="{21622179-D853-4377-A7BC-CD19F1817BED}" destId="{8359E1F5-08AF-4103-8FF1-6D0A804363D4}" srcOrd="0" destOrd="0" presId="urn:microsoft.com/office/officeart/2005/8/layout/hierarchy2"/>
    <dgm:cxn modelId="{11BACF68-6888-49C9-AF45-23634D1231AC}" type="presParOf" srcId="{E455665D-D9D4-4961-8A1C-64A1D3F14150}" destId="{821E3366-E0A4-4E20-BD9B-BE02AC717926}" srcOrd="3" destOrd="0" presId="urn:microsoft.com/office/officeart/2005/8/layout/hierarchy2"/>
    <dgm:cxn modelId="{47B10D94-F82A-4FE6-80C3-C2818C25F19E}" type="presParOf" srcId="{821E3366-E0A4-4E20-BD9B-BE02AC717926}" destId="{C9B6A6F9-F861-4984-AB55-08EDFD33BE7C}" srcOrd="0" destOrd="0" presId="urn:microsoft.com/office/officeart/2005/8/layout/hierarchy2"/>
    <dgm:cxn modelId="{3FB67B97-0781-444C-88DE-DD7233C21BEE}" type="presParOf" srcId="{821E3366-E0A4-4E20-BD9B-BE02AC717926}" destId="{EA325E50-13EB-4383-8401-2B8578306F2F}" srcOrd="1" destOrd="0" presId="urn:microsoft.com/office/officeart/2005/8/layout/hierarchy2"/>
    <dgm:cxn modelId="{CF9E06C0-79C5-4C4A-89A5-F35F968176B3}" type="presParOf" srcId="{C466DFBF-0335-425A-863B-398376F505AA}" destId="{F24B634E-0875-49F8-93D8-31A7557BF5EA}" srcOrd="4" destOrd="0" presId="urn:microsoft.com/office/officeart/2005/8/layout/hierarchy2"/>
    <dgm:cxn modelId="{778DB267-1FF0-4FA3-8FC9-F31A0983109D}" type="presParOf" srcId="{F24B634E-0875-49F8-93D8-31A7557BF5EA}" destId="{8123DFFD-7F84-419D-A388-2310E66DF6E4}" srcOrd="0" destOrd="0" presId="urn:microsoft.com/office/officeart/2005/8/layout/hierarchy2"/>
    <dgm:cxn modelId="{406EC183-8DBA-4C68-88EE-8BC56A2E5E5C}" type="presParOf" srcId="{C466DFBF-0335-425A-863B-398376F505AA}" destId="{73C940E5-7941-4066-A4AB-208C9B88BC04}" srcOrd="5" destOrd="0" presId="urn:microsoft.com/office/officeart/2005/8/layout/hierarchy2"/>
    <dgm:cxn modelId="{405DA0BB-C684-4005-B777-97B44E16FC6E}" type="presParOf" srcId="{73C940E5-7941-4066-A4AB-208C9B88BC04}" destId="{BBC7C5AB-1C36-483B-A9C5-10C5B77A79DF}" srcOrd="0" destOrd="0" presId="urn:microsoft.com/office/officeart/2005/8/layout/hierarchy2"/>
    <dgm:cxn modelId="{61E9C019-9068-43BC-A9D9-D46AC81C5C2F}" type="presParOf" srcId="{73C940E5-7941-4066-A4AB-208C9B88BC04}" destId="{DF84115D-09BB-4A3E-BB7E-62209F0EE51E}" srcOrd="1" destOrd="0" presId="urn:microsoft.com/office/officeart/2005/8/layout/hierarchy2"/>
    <dgm:cxn modelId="{A77B5171-008D-46D9-A282-1D7873E977FC}" type="presParOf" srcId="{DF84115D-09BB-4A3E-BB7E-62209F0EE51E}" destId="{FD3B5FCB-A2A9-4AAD-ABD1-6C47EF19BB84}" srcOrd="0" destOrd="0" presId="urn:microsoft.com/office/officeart/2005/8/layout/hierarchy2"/>
    <dgm:cxn modelId="{8E8057C1-4DC8-444F-9CA4-5584905B4A2B}" type="presParOf" srcId="{FD3B5FCB-A2A9-4AAD-ABD1-6C47EF19BB84}" destId="{3C24D2D0-3087-432E-8D1D-98B012E6C148}" srcOrd="0" destOrd="0" presId="urn:microsoft.com/office/officeart/2005/8/layout/hierarchy2"/>
    <dgm:cxn modelId="{19BC2A95-2E70-46D5-B2EC-22971592A724}" type="presParOf" srcId="{DF84115D-09BB-4A3E-BB7E-62209F0EE51E}" destId="{2ACE3546-D44D-4AFB-96B1-58441F719F92}" srcOrd="1" destOrd="0" presId="urn:microsoft.com/office/officeart/2005/8/layout/hierarchy2"/>
    <dgm:cxn modelId="{7B9C11C0-4F3D-4E38-9B27-519771E0401C}" type="presParOf" srcId="{2ACE3546-D44D-4AFB-96B1-58441F719F92}" destId="{C3874AC6-B381-4F71-8E2A-5E6C8A3C5208}" srcOrd="0" destOrd="0" presId="urn:microsoft.com/office/officeart/2005/8/layout/hierarchy2"/>
    <dgm:cxn modelId="{5DC4CA32-E714-4683-B04A-2BFD54212235}" type="presParOf" srcId="{2ACE3546-D44D-4AFB-96B1-58441F719F92}" destId="{0FF8DCA3-B730-46DA-94D1-80EC81F55C81}" srcOrd="1" destOrd="0" presId="urn:microsoft.com/office/officeart/2005/8/layout/hierarchy2"/>
    <dgm:cxn modelId="{171261CB-FD55-490B-A1AB-6619C1F4ABFC}" type="presParOf" srcId="{0FF8DCA3-B730-46DA-94D1-80EC81F55C81}" destId="{4C9C5BCF-9F77-40EA-BE1E-7FB4041A39FB}" srcOrd="0" destOrd="0" presId="urn:microsoft.com/office/officeart/2005/8/layout/hierarchy2"/>
    <dgm:cxn modelId="{4CD483A6-10FB-4E23-B563-DA5205EA3DF7}" type="presParOf" srcId="{4C9C5BCF-9F77-40EA-BE1E-7FB4041A39FB}" destId="{DE0B516F-F5FE-469D-8A73-9369E495F2C7}" srcOrd="0" destOrd="0" presId="urn:microsoft.com/office/officeart/2005/8/layout/hierarchy2"/>
    <dgm:cxn modelId="{B3C1C4A7-5C3D-4EB0-BC22-420EE0D785A0}" type="presParOf" srcId="{0FF8DCA3-B730-46DA-94D1-80EC81F55C81}" destId="{64F0155D-4B18-4534-9872-2B4F7FD81FF1}" srcOrd="1" destOrd="0" presId="urn:microsoft.com/office/officeart/2005/8/layout/hierarchy2"/>
    <dgm:cxn modelId="{C3CA81A4-2CC2-4A17-B80A-8250D56B7589}" type="presParOf" srcId="{64F0155D-4B18-4534-9872-2B4F7FD81FF1}" destId="{AD133C51-E7B0-430B-986B-FDD1F7460078}" srcOrd="0" destOrd="0" presId="urn:microsoft.com/office/officeart/2005/8/layout/hierarchy2"/>
    <dgm:cxn modelId="{5E50FE91-31E5-479D-8033-630979DDD4F7}" type="presParOf" srcId="{64F0155D-4B18-4534-9872-2B4F7FD81FF1}" destId="{8C4812AD-678D-4674-94BB-2AED71862FCC}" srcOrd="1" destOrd="0" presId="urn:microsoft.com/office/officeart/2005/8/layout/hierarchy2"/>
    <dgm:cxn modelId="{7B8A171E-D4AE-40DC-AC7F-374748509084}" type="presParOf" srcId="{0FF8DCA3-B730-46DA-94D1-80EC81F55C81}" destId="{CA6ACCEE-A4B7-4395-985F-C8C6EF4DBD0C}" srcOrd="2" destOrd="0" presId="urn:microsoft.com/office/officeart/2005/8/layout/hierarchy2"/>
    <dgm:cxn modelId="{EC219B86-80F1-4FD0-84DE-AA38D5475580}" type="presParOf" srcId="{CA6ACCEE-A4B7-4395-985F-C8C6EF4DBD0C}" destId="{3DD8FEA4-E433-4558-8537-1CBCB27CABCE}" srcOrd="0" destOrd="0" presId="urn:microsoft.com/office/officeart/2005/8/layout/hierarchy2"/>
    <dgm:cxn modelId="{F722430E-88D0-4295-9804-DB3152BF139A}" type="presParOf" srcId="{0FF8DCA3-B730-46DA-94D1-80EC81F55C81}" destId="{BEFAC87C-88F3-4D76-896B-35F8A9BC757B}" srcOrd="3" destOrd="0" presId="urn:microsoft.com/office/officeart/2005/8/layout/hierarchy2"/>
    <dgm:cxn modelId="{F6B1CA2C-D672-4822-9375-7204581F5053}" type="presParOf" srcId="{BEFAC87C-88F3-4D76-896B-35F8A9BC757B}" destId="{AEC0F7F4-BCF9-4B12-8D07-3330D54E5D51}" srcOrd="0" destOrd="0" presId="urn:microsoft.com/office/officeart/2005/8/layout/hierarchy2"/>
    <dgm:cxn modelId="{13517FBF-A0D6-4C98-90BE-1B751D6A8571}" type="presParOf" srcId="{BEFAC87C-88F3-4D76-896B-35F8A9BC757B}" destId="{147C9E6F-CAA6-49DB-A9CA-589213F9FBA3}" srcOrd="1" destOrd="0" presId="urn:microsoft.com/office/officeart/2005/8/layout/hierarchy2"/>
    <dgm:cxn modelId="{CA0309EF-6882-40A6-AD21-0A8F161F7B51}" type="presParOf" srcId="{0FF8DCA3-B730-46DA-94D1-80EC81F55C81}" destId="{5115C143-77E7-43DC-8253-0DC244A9DD3F}" srcOrd="4" destOrd="0" presId="urn:microsoft.com/office/officeart/2005/8/layout/hierarchy2"/>
    <dgm:cxn modelId="{8B04A4E0-E6BB-4631-9F97-FFE39D69F38E}" type="presParOf" srcId="{5115C143-77E7-43DC-8253-0DC244A9DD3F}" destId="{F6E5C181-D63F-4613-9AAC-F5BAD4A49303}" srcOrd="0" destOrd="0" presId="urn:microsoft.com/office/officeart/2005/8/layout/hierarchy2"/>
    <dgm:cxn modelId="{57121827-F34B-4023-8683-9A3243047309}" type="presParOf" srcId="{0FF8DCA3-B730-46DA-94D1-80EC81F55C81}" destId="{FBB9E09D-8029-49C2-BF3D-257363F7EB45}" srcOrd="5" destOrd="0" presId="urn:microsoft.com/office/officeart/2005/8/layout/hierarchy2"/>
    <dgm:cxn modelId="{6DA4FEAE-0FA8-425C-9232-9ACC5AF4F932}" type="presParOf" srcId="{FBB9E09D-8029-49C2-BF3D-257363F7EB45}" destId="{FAF1B082-8ECC-4B46-BCF8-0551B4218E3C}" srcOrd="0" destOrd="0" presId="urn:microsoft.com/office/officeart/2005/8/layout/hierarchy2"/>
    <dgm:cxn modelId="{106A9D37-76C7-46D5-9E71-1F368051CF3C}" type="presParOf" srcId="{FBB9E09D-8029-49C2-BF3D-257363F7EB45}" destId="{25E2ED32-8D19-4B5F-BD91-C10B72BEE47A}" srcOrd="1" destOrd="0" presId="urn:microsoft.com/office/officeart/2005/8/layout/hierarchy2"/>
    <dgm:cxn modelId="{9D39B73C-660B-436A-BFBA-9F869EB2151A}" type="presParOf" srcId="{0FF8DCA3-B730-46DA-94D1-80EC81F55C81}" destId="{ADFB74DF-E795-48A3-9794-B3477A0573A8}" srcOrd="6" destOrd="0" presId="urn:microsoft.com/office/officeart/2005/8/layout/hierarchy2"/>
    <dgm:cxn modelId="{710305FE-804E-41FE-9E79-3D5475D506C3}" type="presParOf" srcId="{ADFB74DF-E795-48A3-9794-B3477A0573A8}" destId="{6FC140B4-1838-4484-8C1D-E8D9F0DC1FA6}" srcOrd="0" destOrd="0" presId="urn:microsoft.com/office/officeart/2005/8/layout/hierarchy2"/>
    <dgm:cxn modelId="{A4CF1E5F-90CE-4D9A-8E28-3488C2386A75}" type="presParOf" srcId="{0FF8DCA3-B730-46DA-94D1-80EC81F55C81}" destId="{EEECBD48-7BFC-4A14-9E46-FB9C98EDBA6A}" srcOrd="7" destOrd="0" presId="urn:microsoft.com/office/officeart/2005/8/layout/hierarchy2"/>
    <dgm:cxn modelId="{B69FFD4C-D7D5-4430-86C2-00C0FCB6F7B0}" type="presParOf" srcId="{EEECBD48-7BFC-4A14-9E46-FB9C98EDBA6A}" destId="{8E3C40A6-F730-4B47-9830-CCAF5925BCE5}" srcOrd="0" destOrd="0" presId="urn:microsoft.com/office/officeart/2005/8/layout/hierarchy2"/>
    <dgm:cxn modelId="{89B25337-D6D3-4E8A-A5B5-1473AF1A395E}" type="presParOf" srcId="{EEECBD48-7BFC-4A14-9E46-FB9C98EDBA6A}" destId="{42EA0D69-E833-4E50-B9DB-F9B4F666B941}" srcOrd="1" destOrd="0" presId="urn:microsoft.com/office/officeart/2005/8/layout/hierarchy2"/>
    <dgm:cxn modelId="{F2FF23E6-5FDB-4A47-A395-AA9B243C65DE}" type="presParOf" srcId="{DF84115D-09BB-4A3E-BB7E-62209F0EE51E}" destId="{D078AB68-D63C-431E-8E3E-CBC219CC360D}" srcOrd="2" destOrd="0" presId="urn:microsoft.com/office/officeart/2005/8/layout/hierarchy2"/>
    <dgm:cxn modelId="{56A77FD1-5D8E-48BA-BBA2-DBABFB3C3B29}" type="presParOf" srcId="{D078AB68-D63C-431E-8E3E-CBC219CC360D}" destId="{46FEDF55-1F60-4BDD-8F7E-55E7BCE3AFC0}" srcOrd="0" destOrd="0" presId="urn:microsoft.com/office/officeart/2005/8/layout/hierarchy2"/>
    <dgm:cxn modelId="{08568DFB-9FD6-47A3-A4E3-BC6F92222AB8}" type="presParOf" srcId="{DF84115D-09BB-4A3E-BB7E-62209F0EE51E}" destId="{5D5486A6-EAAC-46F3-A78D-170D1CC67A45}" srcOrd="3" destOrd="0" presId="urn:microsoft.com/office/officeart/2005/8/layout/hierarchy2"/>
    <dgm:cxn modelId="{E833373C-C7DD-4683-BF9B-DB7272B46E97}" type="presParOf" srcId="{5D5486A6-EAAC-46F3-A78D-170D1CC67A45}" destId="{ED409975-F023-4D38-A935-27ECD74145AC}" srcOrd="0" destOrd="0" presId="urn:microsoft.com/office/officeart/2005/8/layout/hierarchy2"/>
    <dgm:cxn modelId="{87001071-66FD-4358-9655-E2C29A7A5265}" type="presParOf" srcId="{5D5486A6-EAAC-46F3-A78D-170D1CC67A45}" destId="{EA182411-B353-4A57-8C15-918593D6034D}" srcOrd="1" destOrd="0" presId="urn:microsoft.com/office/officeart/2005/8/layout/hierarchy2"/>
    <dgm:cxn modelId="{0FB8FBCC-F1B6-4A14-A6E4-BE54C6949497}" type="presParOf" srcId="{C466DFBF-0335-425A-863B-398376F505AA}" destId="{973EA0BC-B1BF-43AC-8969-37331BFA8861}" srcOrd="6" destOrd="0" presId="urn:microsoft.com/office/officeart/2005/8/layout/hierarchy2"/>
    <dgm:cxn modelId="{0F5BDC79-EB83-44B2-825F-5818B18EEE2F}" type="presParOf" srcId="{973EA0BC-B1BF-43AC-8969-37331BFA8861}" destId="{B8537731-A017-418F-9AAA-8FFEBEB7F855}" srcOrd="0" destOrd="0" presId="urn:microsoft.com/office/officeart/2005/8/layout/hierarchy2"/>
    <dgm:cxn modelId="{F06227CA-A87C-4987-A714-B069984B5F5A}" type="presParOf" srcId="{C466DFBF-0335-425A-863B-398376F505AA}" destId="{A4A7BBF9-89C4-4280-9880-0144E06809EA}" srcOrd="7" destOrd="0" presId="urn:microsoft.com/office/officeart/2005/8/layout/hierarchy2"/>
    <dgm:cxn modelId="{D24353A9-15D1-460B-A265-24C7BDC944A2}" type="presParOf" srcId="{A4A7BBF9-89C4-4280-9880-0144E06809EA}" destId="{2DDC814F-6D4F-4878-A76D-326D11B8B1A7}" srcOrd="0" destOrd="0" presId="urn:microsoft.com/office/officeart/2005/8/layout/hierarchy2"/>
    <dgm:cxn modelId="{133E07D6-AD07-4B67-8E3C-2E4FAAA2DBE7}" type="presParOf" srcId="{A4A7BBF9-89C4-4280-9880-0144E06809EA}" destId="{D7D42622-E455-4472-B8DD-AB423A95C55C}" srcOrd="1" destOrd="0" presId="urn:microsoft.com/office/officeart/2005/8/layout/hierarchy2"/>
    <dgm:cxn modelId="{4985565E-3309-477A-AD9C-2161CE49551D}" type="presParOf" srcId="{D7D42622-E455-4472-B8DD-AB423A95C55C}" destId="{816CC93E-9B11-4291-8AC4-F47ABB5A50C3}" srcOrd="0" destOrd="0" presId="urn:microsoft.com/office/officeart/2005/8/layout/hierarchy2"/>
    <dgm:cxn modelId="{8E59113B-0967-4843-992B-AA6B185BC857}" type="presParOf" srcId="{816CC93E-9B11-4291-8AC4-F47ABB5A50C3}" destId="{D216C637-B6D6-40FE-A2DA-C89E3F2B5202}" srcOrd="0" destOrd="0" presId="urn:microsoft.com/office/officeart/2005/8/layout/hierarchy2"/>
    <dgm:cxn modelId="{4FC76456-39F9-4DCD-B621-07E0E6B10035}" type="presParOf" srcId="{D7D42622-E455-4472-B8DD-AB423A95C55C}" destId="{2D4B05FB-AF52-43B5-8B29-0FA500FD08C1}" srcOrd="1" destOrd="0" presId="urn:microsoft.com/office/officeart/2005/8/layout/hierarchy2"/>
    <dgm:cxn modelId="{240F47B1-E712-4023-AE37-20F145B6A3E7}" type="presParOf" srcId="{2D4B05FB-AF52-43B5-8B29-0FA500FD08C1}" destId="{964F514C-975B-4643-B0B9-2DF2B86E2B38}" srcOrd="0" destOrd="0" presId="urn:microsoft.com/office/officeart/2005/8/layout/hierarchy2"/>
    <dgm:cxn modelId="{2C788D5B-8EDB-4A5E-B505-0A5660B0E17B}" type="presParOf" srcId="{2D4B05FB-AF52-43B5-8B29-0FA500FD08C1}" destId="{3FF93C29-D2AB-4331-9F88-509673CB866F}" srcOrd="1" destOrd="0" presId="urn:microsoft.com/office/officeart/2005/8/layout/hierarchy2"/>
    <dgm:cxn modelId="{C44ED44F-BCBF-44BD-B401-D63D8B2FC6A6}" type="presParOf" srcId="{C466DFBF-0335-425A-863B-398376F505AA}" destId="{FCD8A844-BFAC-4CD7-90C0-F17BEF55D2F7}" srcOrd="8" destOrd="0" presId="urn:microsoft.com/office/officeart/2005/8/layout/hierarchy2"/>
    <dgm:cxn modelId="{39F5A6B1-645B-4F0E-967B-A3F11457479F}" type="presParOf" srcId="{FCD8A844-BFAC-4CD7-90C0-F17BEF55D2F7}" destId="{7E9F6507-79F3-4368-9D0C-EBB1CDD7F127}" srcOrd="0" destOrd="0" presId="urn:microsoft.com/office/officeart/2005/8/layout/hierarchy2"/>
    <dgm:cxn modelId="{F35CE96D-8A24-4535-B85A-11DD9E99874D}" type="presParOf" srcId="{C466DFBF-0335-425A-863B-398376F505AA}" destId="{13778B41-363E-4E2E-A4C1-E566FA617EBB}" srcOrd="9" destOrd="0" presId="urn:microsoft.com/office/officeart/2005/8/layout/hierarchy2"/>
    <dgm:cxn modelId="{9D14FA91-F875-45A7-8AC9-A5F0227469C2}" type="presParOf" srcId="{13778B41-363E-4E2E-A4C1-E566FA617EBB}" destId="{FD7C27D9-CCCB-4F56-A418-F89B8305B78A}" srcOrd="0" destOrd="0" presId="urn:microsoft.com/office/officeart/2005/8/layout/hierarchy2"/>
    <dgm:cxn modelId="{693AF5D0-AEEE-495A-BD3C-C5D3CEA99119}" type="presParOf" srcId="{13778B41-363E-4E2E-A4C1-E566FA617EBB}" destId="{AD0417C1-8954-4EFC-9A85-CDE81185DBFA}" srcOrd="1" destOrd="0" presId="urn:microsoft.com/office/officeart/2005/8/layout/hierarchy2"/>
    <dgm:cxn modelId="{B3CF8B52-7F5E-4F3D-AD4C-689B00F52E45}" type="presParOf" srcId="{AD0417C1-8954-4EFC-9A85-CDE81185DBFA}" destId="{121BC0AB-71FF-411D-A000-E41E11894B15}" srcOrd="0" destOrd="0" presId="urn:microsoft.com/office/officeart/2005/8/layout/hierarchy2"/>
    <dgm:cxn modelId="{814E930D-A9C9-4CFD-852E-6105803CDDDA}" type="presParOf" srcId="{121BC0AB-71FF-411D-A000-E41E11894B15}" destId="{F5CC2569-90AA-4E4B-94D0-D93DFA3950C5}" srcOrd="0" destOrd="0" presId="urn:microsoft.com/office/officeart/2005/8/layout/hierarchy2"/>
    <dgm:cxn modelId="{15E851A5-5B34-4391-BCB2-2F26AAEC5511}" type="presParOf" srcId="{AD0417C1-8954-4EFC-9A85-CDE81185DBFA}" destId="{1C61FD2F-B805-4334-86A2-D696F63C3F72}" srcOrd="1" destOrd="0" presId="urn:microsoft.com/office/officeart/2005/8/layout/hierarchy2"/>
    <dgm:cxn modelId="{352E7FCD-07E0-4BDD-B523-5360B1CA67E2}" type="presParOf" srcId="{1C61FD2F-B805-4334-86A2-D696F63C3F72}" destId="{C3A50CFC-EFFB-4C12-AA8E-A74F50A6423B}" srcOrd="0" destOrd="0" presId="urn:microsoft.com/office/officeart/2005/8/layout/hierarchy2"/>
    <dgm:cxn modelId="{3523EF30-18A1-4217-988F-04AE71BF4F70}" type="presParOf" srcId="{1C61FD2F-B805-4334-86A2-D696F63C3F72}" destId="{A8582A08-C520-46BE-9583-7883D271F820}"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a:t>Chapter 2</a:t>
          </a:r>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600" dirty="0"/>
            <a:t>Who is stakeholders</a:t>
          </a:r>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1FDE73C1-1773-4DFF-80D8-CE538843B8D6}">
      <dgm:prSet phldrT="[Text]" custT="1"/>
      <dgm:spPr/>
      <dgm:t>
        <a:bodyPr/>
        <a:lstStyle/>
        <a:p>
          <a:r>
            <a:rPr lang="en-US" sz="1600" dirty="0"/>
            <a:t>Customer-Development partnership</a:t>
          </a:r>
        </a:p>
      </dgm:t>
    </dgm:pt>
    <dgm:pt modelId="{9BFD04D4-D27E-47FD-B17A-0660BE35F1CF}" type="parTrans" cxnId="{5D8E00E0-9552-4EAC-9DC8-D6AAED642315}">
      <dgm:prSet/>
      <dgm:spPr/>
      <dgm:t>
        <a:bodyPr/>
        <a:lstStyle/>
        <a:p>
          <a:endParaRPr lang="en-US"/>
        </a:p>
      </dgm:t>
    </dgm:pt>
    <dgm:pt modelId="{43EBF1FA-1DAE-4CFF-8F77-984B40970F7F}" type="sibTrans" cxnId="{5D8E00E0-9552-4EAC-9DC8-D6AAED642315}">
      <dgm:prSet/>
      <dgm:spPr/>
      <dgm:t>
        <a:bodyPr/>
        <a:lstStyle/>
        <a:p>
          <a:endParaRPr lang="en-US"/>
        </a:p>
      </dgm:t>
    </dgm:pt>
    <dgm:pt modelId="{9286A5EC-F2A9-487D-8BF1-B96EEEFD636B}">
      <dgm:prSet phldrT="[Text]" custT="1"/>
      <dgm:spPr/>
      <dgm:t>
        <a:bodyPr/>
        <a:lstStyle/>
        <a:p>
          <a:r>
            <a:rPr lang="en-US" sz="1600" dirty="0"/>
            <a:t>The expectation gap</a:t>
          </a:r>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8A74C719-C0B0-45E7-A044-8F3E3BDD14B1}">
      <dgm:prSet phldrT="[Text]" custT="1"/>
      <dgm:spPr/>
      <dgm:t>
        <a:bodyPr/>
        <a:lstStyle/>
        <a:p>
          <a:r>
            <a:rPr lang="en-US" sz="1600" dirty="0"/>
            <a:t>Customers</a:t>
          </a:r>
        </a:p>
      </dgm:t>
    </dgm:pt>
    <dgm:pt modelId="{59E3059B-1485-4ECC-BBBF-7CA3E640F38D}" type="parTrans" cxnId="{E78715C6-6B3E-4015-AF89-6E5215265BF1}">
      <dgm:prSet/>
      <dgm:spPr/>
      <dgm:t>
        <a:bodyPr/>
        <a:lstStyle/>
        <a:p>
          <a:endParaRPr lang="en-US"/>
        </a:p>
      </dgm:t>
    </dgm:pt>
    <dgm:pt modelId="{E492CAAE-7760-4A53-A4A2-E6FDF4DA8978}" type="sibTrans" cxnId="{E78715C6-6B3E-4015-AF89-6E5215265BF1}">
      <dgm:prSet/>
      <dgm:spPr/>
      <dgm:t>
        <a:bodyPr/>
        <a:lstStyle/>
        <a:p>
          <a:endParaRPr lang="en-US"/>
        </a:p>
      </dgm:t>
    </dgm:pt>
    <dgm:pt modelId="{AFA08882-8DB8-4E0D-B287-05DB0C752DF9}">
      <dgm:prSet phldrT="[Text]" custT="1"/>
      <dgm:spPr/>
      <dgm:t>
        <a:bodyPr/>
        <a:lstStyle/>
        <a:p>
          <a:r>
            <a:rPr lang="en-US" sz="1600" dirty="0"/>
            <a:t>End-users</a:t>
          </a:r>
        </a:p>
      </dgm:t>
    </dgm:pt>
    <dgm:pt modelId="{60C1FE0A-110A-4E56-99E0-F8424E1EE4D8}" type="parTrans" cxnId="{4E84C3B0-496A-4375-AF14-155DA4E16D9E}">
      <dgm:prSet/>
      <dgm:spPr/>
      <dgm:t>
        <a:bodyPr/>
        <a:lstStyle/>
        <a:p>
          <a:endParaRPr lang="en-US"/>
        </a:p>
      </dgm:t>
    </dgm:pt>
    <dgm:pt modelId="{83A1036A-8F0D-443E-BB6B-DF1EAD64A9FB}" type="sibTrans" cxnId="{4E84C3B0-496A-4375-AF14-155DA4E16D9E}">
      <dgm:prSet/>
      <dgm:spPr/>
      <dgm:t>
        <a:bodyPr/>
        <a:lstStyle/>
        <a:p>
          <a:endParaRPr lang="en-US"/>
        </a:p>
      </dgm:t>
    </dgm:pt>
    <dgm:pt modelId="{8B93368D-220F-4F51-922B-E3D40AEF4871}">
      <dgm:prSet phldrT="[Text]" custT="1"/>
      <dgm:spPr/>
      <dgm:t>
        <a:bodyPr/>
        <a:lstStyle/>
        <a:p>
          <a:r>
            <a:rPr lang="en-US" sz="1600" dirty="0"/>
            <a:t>10 rights of customers</a:t>
          </a:r>
        </a:p>
      </dgm:t>
    </dgm:pt>
    <dgm:pt modelId="{FD8FE40B-879F-4F4E-B1C0-B05B7EF61B85}" type="parTrans" cxnId="{8D8C3FA4-9174-40CF-A8BD-7F932B2D0964}">
      <dgm:prSet/>
      <dgm:spPr/>
      <dgm:t>
        <a:bodyPr/>
        <a:lstStyle/>
        <a:p>
          <a:endParaRPr lang="en-US"/>
        </a:p>
      </dgm:t>
    </dgm:pt>
    <dgm:pt modelId="{DEC3EE81-7009-4889-8EA1-20032230294E}" type="sibTrans" cxnId="{8D8C3FA4-9174-40CF-A8BD-7F932B2D0964}">
      <dgm:prSet/>
      <dgm:spPr/>
      <dgm:t>
        <a:bodyPr/>
        <a:lstStyle/>
        <a:p>
          <a:endParaRPr lang="en-US"/>
        </a:p>
      </dgm:t>
    </dgm:pt>
    <dgm:pt modelId="{9B07B92F-D011-43BE-9016-AD65C1E9D3BA}">
      <dgm:prSet phldrT="[Text]" custT="1"/>
      <dgm:spPr/>
      <dgm:t>
        <a:bodyPr/>
        <a:lstStyle/>
        <a:p>
          <a:r>
            <a:rPr lang="en-US" sz="1600" dirty="0"/>
            <a:t>10 responsibilities of customers</a:t>
          </a:r>
        </a:p>
      </dgm:t>
    </dgm:pt>
    <dgm:pt modelId="{0C240288-5121-414F-BB78-622F00302DB0}" type="parTrans" cxnId="{FFA75F06-B36C-46DF-9C39-5CE5EB64B1D3}">
      <dgm:prSet/>
      <dgm:spPr/>
      <dgm:t>
        <a:bodyPr/>
        <a:lstStyle/>
        <a:p>
          <a:endParaRPr lang="en-US"/>
        </a:p>
      </dgm:t>
    </dgm:pt>
    <dgm:pt modelId="{898DE083-E0E1-4C2B-8DE5-2D5A3089EA28}" type="sibTrans" cxnId="{FFA75F06-B36C-46DF-9C39-5CE5EB64B1D3}">
      <dgm:prSet/>
      <dgm:spPr/>
      <dgm:t>
        <a:bodyPr/>
        <a:lstStyle/>
        <a:p>
          <a:endParaRPr lang="en-US"/>
        </a:p>
      </dgm:t>
    </dgm:pt>
    <dgm:pt modelId="{A1A03C13-4BED-4BB7-8AFB-BDB236A519FA}">
      <dgm:prSet phldrT="[Text]" custT="1"/>
      <dgm:spPr/>
      <dgm:t>
        <a:bodyPr/>
        <a:lstStyle/>
        <a:p>
          <a:r>
            <a:rPr lang="en-US" sz="1600" dirty="0"/>
            <a:t>Req. baseline</a:t>
          </a:r>
        </a:p>
      </dgm:t>
    </dgm:pt>
    <dgm:pt modelId="{9E18C130-4D81-4BDD-8DE6-22CF9F45E19E}" type="parTrans" cxnId="{7C7485FC-4CFA-45FF-817B-B38DD356F0B5}">
      <dgm:prSet/>
      <dgm:spPr/>
      <dgm:t>
        <a:bodyPr/>
        <a:lstStyle/>
        <a:p>
          <a:endParaRPr lang="en-US"/>
        </a:p>
      </dgm:t>
    </dgm:pt>
    <dgm:pt modelId="{CF4AE597-246B-4D28-8B3B-D3E59AB05BD8}" type="sibTrans" cxnId="{7C7485FC-4CFA-45FF-817B-B38DD356F0B5}">
      <dgm:prSet/>
      <dgm:spPr/>
      <dgm:t>
        <a:bodyPr/>
        <a:lstStyle/>
        <a:p>
          <a:endParaRPr lang="en-US"/>
        </a:p>
      </dgm:t>
    </dgm:pt>
    <dgm:pt modelId="{1330D8AE-5AD3-4971-83B6-44EEB3DE664B}">
      <dgm:prSet phldrT="[Text]"/>
      <dgm:spPr/>
      <dgm:t>
        <a:bodyPr/>
        <a:lstStyle/>
        <a:p>
          <a:r>
            <a:rPr lang="en-US" dirty="0"/>
            <a:t>a set of requirements that has been reviewed and agreed upon and serves as the basis for further development</a:t>
          </a:r>
        </a:p>
      </dgm:t>
    </dgm:pt>
    <dgm:pt modelId="{BFCBBE67-AD4B-44C6-B3A5-16361CC3B65A}" type="parTrans" cxnId="{089C4DD0-1424-46E7-B581-D6A32F1BB069}">
      <dgm:prSet/>
      <dgm:spPr/>
      <dgm:t>
        <a:bodyPr/>
        <a:lstStyle/>
        <a:p>
          <a:endParaRPr lang="en-US"/>
        </a:p>
      </dgm:t>
    </dgm:pt>
    <dgm:pt modelId="{81EE5860-B977-4474-AA46-CCB203BB9FFA}" type="sibTrans" cxnId="{089C4DD0-1424-46E7-B581-D6A32F1BB069}">
      <dgm:prSet/>
      <dgm:spPr/>
      <dgm:t>
        <a:bodyPr/>
        <a:lstStyle/>
        <a:p>
          <a:endParaRPr lang="en-US"/>
        </a:p>
      </dgm:t>
    </dgm:pt>
    <dgm:pt modelId="{AD364B6B-599B-471E-B57A-D1AC5D89F0BB}">
      <dgm:prSet phldrT="[Text]" custT="1"/>
      <dgm:spPr/>
      <dgm:t>
        <a:bodyPr/>
        <a:lstStyle/>
        <a:p>
          <a:r>
            <a:rPr lang="en-US" sz="1400" dirty="0"/>
            <a:t>Agile Projects</a:t>
          </a:r>
        </a:p>
      </dgm:t>
    </dgm:pt>
    <dgm:pt modelId="{050B7652-B2ED-404E-AA57-5A9109C9C4AD}" type="parTrans" cxnId="{61A9FD26-C8C7-44E2-8540-E0644D82B833}">
      <dgm:prSet/>
      <dgm:spPr/>
      <dgm:t>
        <a:bodyPr/>
        <a:lstStyle/>
        <a:p>
          <a:endParaRPr lang="en-US"/>
        </a:p>
      </dgm:t>
    </dgm:pt>
    <dgm:pt modelId="{07904351-DCD9-4880-84F3-DBF42C6506B5}" type="sibTrans" cxnId="{61A9FD26-C8C7-44E2-8540-E0644D82B833}">
      <dgm:prSet/>
      <dgm:spPr/>
      <dgm:t>
        <a:bodyPr/>
        <a:lstStyle/>
        <a:p>
          <a:endParaRPr lang="en-US"/>
        </a:p>
      </dgm:t>
    </dgm:pt>
    <dgm:pt modelId="{0B181462-773E-45A0-AA41-E62C928C5B72}">
      <dgm:prSet phldrT="[Text]" custT="1"/>
      <dgm:spPr/>
      <dgm:t>
        <a:bodyPr/>
        <a:lstStyle/>
        <a:p>
          <a:r>
            <a:rPr lang="en-US" sz="1600" dirty="0"/>
            <a:t>User stories</a:t>
          </a:r>
        </a:p>
      </dgm:t>
    </dgm:pt>
    <dgm:pt modelId="{2DC13F08-B77A-4202-A5DE-2375DD98011A}" type="parTrans" cxnId="{06667F4D-7094-4DBD-950A-D69BE27A5C04}">
      <dgm:prSet/>
      <dgm:spPr/>
      <dgm:t>
        <a:bodyPr/>
        <a:lstStyle/>
        <a:p>
          <a:endParaRPr lang="en-US"/>
        </a:p>
      </dgm:t>
    </dgm:pt>
    <dgm:pt modelId="{ED6BD826-6365-40B0-9CE8-886BAB0FA6AD}" type="sibTrans" cxnId="{06667F4D-7094-4DBD-950A-D69BE27A5C04}">
      <dgm:prSet/>
      <dgm:spPr/>
      <dgm:t>
        <a:bodyPr/>
        <a:lstStyle/>
        <a:p>
          <a:endParaRPr lang="en-US"/>
        </a:p>
      </dgm:t>
    </dgm:pt>
    <dgm:pt modelId="{A0EFB5DA-CEB8-4144-BA84-0BB8D09F8E00}">
      <dgm:prSet phldrT="[Text]" custT="1"/>
      <dgm:spPr/>
      <dgm:t>
        <a:bodyPr/>
        <a:lstStyle/>
        <a:p>
          <a:r>
            <a:rPr lang="en-US" sz="1600" dirty="0"/>
            <a:t>Product backlog</a:t>
          </a:r>
        </a:p>
      </dgm:t>
    </dgm:pt>
    <dgm:pt modelId="{B845BFD3-9C3E-4612-A703-4B1852AFD30D}" type="parTrans" cxnId="{0AFDFBFF-0B0E-47F1-B650-0A4B5FF3F25F}">
      <dgm:prSet/>
      <dgm:spPr/>
      <dgm:t>
        <a:bodyPr/>
        <a:lstStyle/>
        <a:p>
          <a:endParaRPr lang="en-US"/>
        </a:p>
      </dgm:t>
    </dgm:pt>
    <dgm:pt modelId="{249B321D-6C87-4CC5-8878-800462E6DA35}" type="sibTrans" cxnId="{0AFDFBFF-0B0E-47F1-B650-0A4B5FF3F25F}">
      <dgm:prSet/>
      <dgm:spPr/>
      <dgm:t>
        <a:bodyPr/>
        <a:lstStyle/>
        <a:p>
          <a:endParaRPr lang="en-US"/>
        </a:p>
      </dgm:t>
    </dgm:pt>
    <dgm:pt modelId="{1E627F9E-CE3B-4A85-BB78-8DDB86A78DDE}">
      <dgm:prSet phldrT="[Text]" custT="1"/>
      <dgm:spPr/>
      <dgm:t>
        <a:bodyPr/>
        <a:lstStyle/>
        <a:p>
          <a:r>
            <a:rPr lang="en-US" sz="1400"/>
            <a:t>best way to minimize the expectation gap </a:t>
          </a:r>
          <a:endParaRPr lang="en-US" sz="1400" dirty="0"/>
        </a:p>
      </dgm:t>
    </dgm:pt>
    <dgm:pt modelId="{9D28DB69-DDB3-4999-9A0B-8D007976E69E}" type="parTrans" cxnId="{97E4A6DE-8713-4676-BBF8-2B93F08AF837}">
      <dgm:prSet/>
      <dgm:spPr/>
      <dgm:t>
        <a:bodyPr/>
        <a:lstStyle/>
        <a:p>
          <a:endParaRPr lang="en-US"/>
        </a:p>
      </dgm:t>
    </dgm:pt>
    <dgm:pt modelId="{CC71E985-969E-423D-B820-177A0337B408}" type="sibTrans" cxnId="{97E4A6DE-8713-4676-BBF8-2B93F08AF837}">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dgm:presLayoutVars>
          <dgm:chPref val="3"/>
        </dgm:presLayoutVars>
      </dgm:prSet>
      <dgm:spPr/>
    </dgm:pt>
    <dgm:pt modelId="{C8C73746-D1E9-45A4-A4B2-4DB251C0CC5A}" type="pres">
      <dgm:prSet presAssocID="{9E6404DC-1053-49D6-95EE-599A97C88DD3}" presName="rootConnector1" presStyleLbl="node1" presStyleIdx="0" presStyleCnt="0"/>
      <dgm:spPr/>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5"/>
      <dgm:spPr/>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5">
        <dgm:presLayoutVars>
          <dgm:chPref val="3"/>
        </dgm:presLayoutVars>
      </dgm:prSet>
      <dgm:spPr/>
    </dgm:pt>
    <dgm:pt modelId="{A10B8E6A-AEE1-4C2B-8634-C515AEDBA0E5}" type="pres">
      <dgm:prSet presAssocID="{9286A5EC-F2A9-487D-8BF1-B96EEEFD636B}" presName="rootConnector" presStyleLbl="node2" presStyleIdx="0" presStyleCnt="5"/>
      <dgm:spPr/>
    </dgm:pt>
    <dgm:pt modelId="{C9264EDA-91B6-4FAE-AFE6-AFC29BE66386}" type="pres">
      <dgm:prSet presAssocID="{9286A5EC-F2A9-487D-8BF1-B96EEEFD636B}" presName="hierChild4" presStyleCnt="0"/>
      <dgm:spPr/>
    </dgm:pt>
    <dgm:pt modelId="{DE7F276F-E57B-4251-A70B-2917BAF50B6F}" type="pres">
      <dgm:prSet presAssocID="{9D28DB69-DDB3-4999-9A0B-8D007976E69E}" presName="Name37" presStyleLbl="parChTrans1D3" presStyleIdx="0" presStyleCnt="7"/>
      <dgm:spPr/>
    </dgm:pt>
    <dgm:pt modelId="{7971AF45-BEF4-409C-A7A2-334F0F0C01E6}" type="pres">
      <dgm:prSet presAssocID="{1E627F9E-CE3B-4A85-BB78-8DDB86A78DDE}" presName="hierRoot2" presStyleCnt="0">
        <dgm:presLayoutVars>
          <dgm:hierBranch val="init"/>
        </dgm:presLayoutVars>
      </dgm:prSet>
      <dgm:spPr/>
    </dgm:pt>
    <dgm:pt modelId="{C98C32C5-9758-4590-94EE-C277C6DF6AF8}" type="pres">
      <dgm:prSet presAssocID="{1E627F9E-CE3B-4A85-BB78-8DDB86A78DDE}" presName="rootComposite" presStyleCnt="0"/>
      <dgm:spPr/>
    </dgm:pt>
    <dgm:pt modelId="{31C29986-52F5-42D4-A9FC-3B32B3F35DB2}" type="pres">
      <dgm:prSet presAssocID="{1E627F9E-CE3B-4A85-BB78-8DDB86A78DDE}" presName="rootText" presStyleLbl="node3" presStyleIdx="0" presStyleCnt="7">
        <dgm:presLayoutVars>
          <dgm:chPref val="3"/>
        </dgm:presLayoutVars>
      </dgm:prSet>
      <dgm:spPr/>
    </dgm:pt>
    <dgm:pt modelId="{BFFD6F86-AD10-4340-B993-09FE9B342F4C}" type="pres">
      <dgm:prSet presAssocID="{1E627F9E-CE3B-4A85-BB78-8DDB86A78DDE}" presName="rootConnector" presStyleLbl="node3" presStyleIdx="0" presStyleCnt="7"/>
      <dgm:spPr/>
    </dgm:pt>
    <dgm:pt modelId="{4318A7A7-34AB-44EA-9D09-5217CEE301A7}" type="pres">
      <dgm:prSet presAssocID="{1E627F9E-CE3B-4A85-BB78-8DDB86A78DDE}" presName="hierChild4" presStyleCnt="0"/>
      <dgm:spPr/>
    </dgm:pt>
    <dgm:pt modelId="{B26D372B-AEC3-47D7-AF9D-A4B9E1D506C5}" type="pres">
      <dgm:prSet presAssocID="{1E627F9E-CE3B-4A85-BB78-8DDB86A78DDE}"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5"/>
      <dgm:spPr/>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5">
        <dgm:presLayoutVars>
          <dgm:chPref val="3"/>
        </dgm:presLayoutVars>
      </dgm:prSet>
      <dgm:spPr/>
    </dgm:pt>
    <dgm:pt modelId="{1999F93D-C5E3-4B58-A38A-C971B5C1871B}" type="pres">
      <dgm:prSet presAssocID="{620DD3EC-BDCD-468B-B566-7FE2B848507E}" presName="rootConnector" presStyleLbl="node2" presStyleIdx="1" presStyleCnt="5"/>
      <dgm:spPr/>
    </dgm:pt>
    <dgm:pt modelId="{4C592C92-3156-443C-BB98-9204DFF01F72}" type="pres">
      <dgm:prSet presAssocID="{620DD3EC-BDCD-468B-B566-7FE2B848507E}" presName="hierChild4" presStyleCnt="0"/>
      <dgm:spPr/>
    </dgm:pt>
    <dgm:pt modelId="{A2A41425-2A6B-472C-AF7D-497B8D8C6C0F}" type="pres">
      <dgm:prSet presAssocID="{59E3059B-1485-4ECC-BBBF-7CA3E640F38D}" presName="Name37" presStyleLbl="parChTrans1D3" presStyleIdx="1" presStyleCnt="7"/>
      <dgm:spPr/>
    </dgm:pt>
    <dgm:pt modelId="{BE767F2E-FC2C-4DE4-8EFA-413AB654DE72}" type="pres">
      <dgm:prSet presAssocID="{8A74C719-C0B0-45E7-A044-8F3E3BDD14B1}" presName="hierRoot2" presStyleCnt="0">
        <dgm:presLayoutVars>
          <dgm:hierBranch val="init"/>
        </dgm:presLayoutVars>
      </dgm:prSet>
      <dgm:spPr/>
    </dgm:pt>
    <dgm:pt modelId="{A45A4C96-4AF4-4A85-8F9C-F552E800F221}" type="pres">
      <dgm:prSet presAssocID="{8A74C719-C0B0-45E7-A044-8F3E3BDD14B1}" presName="rootComposite" presStyleCnt="0"/>
      <dgm:spPr/>
    </dgm:pt>
    <dgm:pt modelId="{BB71A1EC-99D4-46DC-BDFC-1D7F327564B8}" type="pres">
      <dgm:prSet presAssocID="{8A74C719-C0B0-45E7-A044-8F3E3BDD14B1}" presName="rootText" presStyleLbl="node3" presStyleIdx="1" presStyleCnt="7">
        <dgm:presLayoutVars>
          <dgm:chPref val="3"/>
        </dgm:presLayoutVars>
      </dgm:prSet>
      <dgm:spPr/>
    </dgm:pt>
    <dgm:pt modelId="{43458361-CDBC-43AE-84A2-56ACA0035337}" type="pres">
      <dgm:prSet presAssocID="{8A74C719-C0B0-45E7-A044-8F3E3BDD14B1}" presName="rootConnector" presStyleLbl="node3" presStyleIdx="1" presStyleCnt="7"/>
      <dgm:spPr/>
    </dgm:pt>
    <dgm:pt modelId="{42C73B18-A616-4116-9F73-6AADE64304BA}" type="pres">
      <dgm:prSet presAssocID="{8A74C719-C0B0-45E7-A044-8F3E3BDD14B1}" presName="hierChild4" presStyleCnt="0"/>
      <dgm:spPr/>
    </dgm:pt>
    <dgm:pt modelId="{ACFEAFB9-1AF4-484E-B255-0473015BB9DC}" type="pres">
      <dgm:prSet presAssocID="{60C1FE0A-110A-4E56-99E0-F8424E1EE4D8}" presName="Name37" presStyleLbl="parChTrans1D4" presStyleIdx="0" presStyleCnt="1"/>
      <dgm:spPr/>
    </dgm:pt>
    <dgm:pt modelId="{36629166-BB10-49D2-978D-C61633DC95F6}" type="pres">
      <dgm:prSet presAssocID="{AFA08882-8DB8-4E0D-B287-05DB0C752DF9}" presName="hierRoot2" presStyleCnt="0">
        <dgm:presLayoutVars>
          <dgm:hierBranch val="init"/>
        </dgm:presLayoutVars>
      </dgm:prSet>
      <dgm:spPr/>
    </dgm:pt>
    <dgm:pt modelId="{9ACE0BC1-F92B-4925-9F26-34888DF9F5C8}" type="pres">
      <dgm:prSet presAssocID="{AFA08882-8DB8-4E0D-B287-05DB0C752DF9}" presName="rootComposite" presStyleCnt="0"/>
      <dgm:spPr/>
    </dgm:pt>
    <dgm:pt modelId="{5487298C-5DF2-4AE0-AD6D-3E1DEBCFB02C}" type="pres">
      <dgm:prSet presAssocID="{AFA08882-8DB8-4E0D-B287-05DB0C752DF9}" presName="rootText" presStyleLbl="node4" presStyleIdx="0" presStyleCnt="1">
        <dgm:presLayoutVars>
          <dgm:chPref val="3"/>
        </dgm:presLayoutVars>
      </dgm:prSet>
      <dgm:spPr/>
    </dgm:pt>
    <dgm:pt modelId="{01C5386B-6CBD-4353-B3F4-913B6E33D86C}" type="pres">
      <dgm:prSet presAssocID="{AFA08882-8DB8-4E0D-B287-05DB0C752DF9}" presName="rootConnector" presStyleLbl="node4" presStyleIdx="0" presStyleCnt="1"/>
      <dgm:spPr/>
    </dgm:pt>
    <dgm:pt modelId="{A386B690-72A2-4169-9370-CFF439AE696F}" type="pres">
      <dgm:prSet presAssocID="{AFA08882-8DB8-4E0D-B287-05DB0C752DF9}" presName="hierChild4" presStyleCnt="0"/>
      <dgm:spPr/>
    </dgm:pt>
    <dgm:pt modelId="{D441AF52-F7A1-4C96-90AC-3A1305B5E8B4}" type="pres">
      <dgm:prSet presAssocID="{AFA08882-8DB8-4E0D-B287-05DB0C752DF9}" presName="hierChild5" presStyleCnt="0"/>
      <dgm:spPr/>
    </dgm:pt>
    <dgm:pt modelId="{69852274-0F2C-4714-965E-6E6ABA270E10}" type="pres">
      <dgm:prSet presAssocID="{8A74C719-C0B0-45E7-A044-8F3E3BDD14B1}" presName="hierChild5" presStyleCnt="0"/>
      <dgm:spPr/>
    </dgm:pt>
    <dgm:pt modelId="{3E362709-8DF5-4ED1-BE78-2D67C7F6CD59}" type="pres">
      <dgm:prSet presAssocID="{620DD3EC-BDCD-468B-B566-7FE2B848507E}" presName="hierChild5" presStyleCnt="0"/>
      <dgm:spPr/>
    </dgm:pt>
    <dgm:pt modelId="{0E020EB3-B687-49B5-864A-7775365865BE}" type="pres">
      <dgm:prSet presAssocID="{9BFD04D4-D27E-47FD-B17A-0660BE35F1CF}" presName="Name37" presStyleLbl="parChTrans1D2" presStyleIdx="2" presStyleCnt="5"/>
      <dgm:spPr/>
    </dgm:pt>
    <dgm:pt modelId="{BBAFE3D2-3A5A-4490-A81A-2A8E15028CC9}" type="pres">
      <dgm:prSet presAssocID="{1FDE73C1-1773-4DFF-80D8-CE538843B8D6}" presName="hierRoot2" presStyleCnt="0">
        <dgm:presLayoutVars>
          <dgm:hierBranch val="init"/>
        </dgm:presLayoutVars>
      </dgm:prSet>
      <dgm:spPr/>
    </dgm:pt>
    <dgm:pt modelId="{5D13AC61-CB0D-439C-A3B7-8B75673646F3}" type="pres">
      <dgm:prSet presAssocID="{1FDE73C1-1773-4DFF-80D8-CE538843B8D6}" presName="rootComposite" presStyleCnt="0"/>
      <dgm:spPr/>
    </dgm:pt>
    <dgm:pt modelId="{03758FE5-334A-46EC-AD76-4289659832B6}" type="pres">
      <dgm:prSet presAssocID="{1FDE73C1-1773-4DFF-80D8-CE538843B8D6}" presName="rootText" presStyleLbl="node2" presStyleIdx="2" presStyleCnt="5">
        <dgm:presLayoutVars>
          <dgm:chPref val="3"/>
        </dgm:presLayoutVars>
      </dgm:prSet>
      <dgm:spPr/>
    </dgm:pt>
    <dgm:pt modelId="{2B09EB8B-ED69-45F5-BA37-36CF2B0643CF}" type="pres">
      <dgm:prSet presAssocID="{1FDE73C1-1773-4DFF-80D8-CE538843B8D6}" presName="rootConnector" presStyleLbl="node2" presStyleIdx="2" presStyleCnt="5"/>
      <dgm:spPr/>
    </dgm:pt>
    <dgm:pt modelId="{1DE9D2D5-FD8E-457B-8509-AF1B11F236B3}" type="pres">
      <dgm:prSet presAssocID="{1FDE73C1-1773-4DFF-80D8-CE538843B8D6}" presName="hierChild4" presStyleCnt="0"/>
      <dgm:spPr/>
    </dgm:pt>
    <dgm:pt modelId="{B24AC9E0-962C-4E78-A693-CB404F97964B}" type="pres">
      <dgm:prSet presAssocID="{FD8FE40B-879F-4F4E-B1C0-B05B7EF61B85}" presName="Name37" presStyleLbl="parChTrans1D3" presStyleIdx="2" presStyleCnt="7"/>
      <dgm:spPr/>
    </dgm:pt>
    <dgm:pt modelId="{14081BD0-0331-49D1-9132-48E38CC72506}" type="pres">
      <dgm:prSet presAssocID="{8B93368D-220F-4F51-922B-E3D40AEF4871}" presName="hierRoot2" presStyleCnt="0">
        <dgm:presLayoutVars>
          <dgm:hierBranch val="init"/>
        </dgm:presLayoutVars>
      </dgm:prSet>
      <dgm:spPr/>
    </dgm:pt>
    <dgm:pt modelId="{CD57EBD1-6290-48D5-B876-F6B8F3E71B1C}" type="pres">
      <dgm:prSet presAssocID="{8B93368D-220F-4F51-922B-E3D40AEF4871}" presName="rootComposite" presStyleCnt="0"/>
      <dgm:spPr/>
    </dgm:pt>
    <dgm:pt modelId="{AF41A196-D073-444E-BDCD-FC763BCB5F43}" type="pres">
      <dgm:prSet presAssocID="{8B93368D-220F-4F51-922B-E3D40AEF4871}" presName="rootText" presStyleLbl="node3" presStyleIdx="2" presStyleCnt="7">
        <dgm:presLayoutVars>
          <dgm:chPref val="3"/>
        </dgm:presLayoutVars>
      </dgm:prSet>
      <dgm:spPr/>
    </dgm:pt>
    <dgm:pt modelId="{D2461159-78CB-4A23-999D-2C7EB906725F}" type="pres">
      <dgm:prSet presAssocID="{8B93368D-220F-4F51-922B-E3D40AEF4871}" presName="rootConnector" presStyleLbl="node3" presStyleIdx="2" presStyleCnt="7"/>
      <dgm:spPr/>
    </dgm:pt>
    <dgm:pt modelId="{B7419B15-5138-497F-9E6A-0A8D19A45473}" type="pres">
      <dgm:prSet presAssocID="{8B93368D-220F-4F51-922B-E3D40AEF4871}" presName="hierChild4" presStyleCnt="0"/>
      <dgm:spPr/>
    </dgm:pt>
    <dgm:pt modelId="{913DBA18-54C7-4B85-987E-75AE9FC67706}" type="pres">
      <dgm:prSet presAssocID="{8B93368D-220F-4F51-922B-E3D40AEF4871}" presName="hierChild5" presStyleCnt="0"/>
      <dgm:spPr/>
    </dgm:pt>
    <dgm:pt modelId="{91438FCC-53E8-4CBE-9E34-2132871188CC}" type="pres">
      <dgm:prSet presAssocID="{0C240288-5121-414F-BB78-622F00302DB0}" presName="Name37" presStyleLbl="parChTrans1D3" presStyleIdx="3" presStyleCnt="7"/>
      <dgm:spPr/>
    </dgm:pt>
    <dgm:pt modelId="{67578119-EB65-4563-B4C6-2086301E4CE2}" type="pres">
      <dgm:prSet presAssocID="{9B07B92F-D011-43BE-9016-AD65C1E9D3BA}" presName="hierRoot2" presStyleCnt="0">
        <dgm:presLayoutVars>
          <dgm:hierBranch val="init"/>
        </dgm:presLayoutVars>
      </dgm:prSet>
      <dgm:spPr/>
    </dgm:pt>
    <dgm:pt modelId="{21548661-BC88-4440-A64F-6B49E201950B}" type="pres">
      <dgm:prSet presAssocID="{9B07B92F-D011-43BE-9016-AD65C1E9D3BA}" presName="rootComposite" presStyleCnt="0"/>
      <dgm:spPr/>
    </dgm:pt>
    <dgm:pt modelId="{EB9DD715-B78F-4025-BC3C-DDF41A6D4038}" type="pres">
      <dgm:prSet presAssocID="{9B07B92F-D011-43BE-9016-AD65C1E9D3BA}" presName="rootText" presStyleLbl="node3" presStyleIdx="3" presStyleCnt="7">
        <dgm:presLayoutVars>
          <dgm:chPref val="3"/>
        </dgm:presLayoutVars>
      </dgm:prSet>
      <dgm:spPr/>
    </dgm:pt>
    <dgm:pt modelId="{EDE49AC7-8F61-4EB6-A896-2328F5842EE3}" type="pres">
      <dgm:prSet presAssocID="{9B07B92F-D011-43BE-9016-AD65C1E9D3BA}" presName="rootConnector" presStyleLbl="node3" presStyleIdx="3" presStyleCnt="7"/>
      <dgm:spPr/>
    </dgm:pt>
    <dgm:pt modelId="{E0649B45-2015-492E-997F-DE5971114E11}" type="pres">
      <dgm:prSet presAssocID="{9B07B92F-D011-43BE-9016-AD65C1E9D3BA}" presName="hierChild4" presStyleCnt="0"/>
      <dgm:spPr/>
    </dgm:pt>
    <dgm:pt modelId="{33CE48C6-D59A-4AF0-B40B-260B79C5A4A6}" type="pres">
      <dgm:prSet presAssocID="{9B07B92F-D011-43BE-9016-AD65C1E9D3BA}" presName="hierChild5" presStyleCnt="0"/>
      <dgm:spPr/>
    </dgm:pt>
    <dgm:pt modelId="{D835F695-B50D-418C-A907-0CB512CD6F3C}" type="pres">
      <dgm:prSet presAssocID="{1FDE73C1-1773-4DFF-80D8-CE538843B8D6}" presName="hierChild5" presStyleCnt="0"/>
      <dgm:spPr/>
    </dgm:pt>
    <dgm:pt modelId="{62821369-B757-43AF-BF6D-02B9EF83A7FF}" type="pres">
      <dgm:prSet presAssocID="{9E18C130-4D81-4BDD-8DE6-22CF9F45E19E}" presName="Name37" presStyleLbl="parChTrans1D2" presStyleIdx="3" presStyleCnt="5"/>
      <dgm:spPr/>
    </dgm:pt>
    <dgm:pt modelId="{739885B7-7422-46AE-AE38-C86EED9C22BF}" type="pres">
      <dgm:prSet presAssocID="{A1A03C13-4BED-4BB7-8AFB-BDB236A519FA}" presName="hierRoot2" presStyleCnt="0">
        <dgm:presLayoutVars>
          <dgm:hierBranch val="init"/>
        </dgm:presLayoutVars>
      </dgm:prSet>
      <dgm:spPr/>
    </dgm:pt>
    <dgm:pt modelId="{1BDBFDD5-3230-44FF-B170-FE93CAC5A6B8}" type="pres">
      <dgm:prSet presAssocID="{A1A03C13-4BED-4BB7-8AFB-BDB236A519FA}" presName="rootComposite" presStyleCnt="0"/>
      <dgm:spPr/>
    </dgm:pt>
    <dgm:pt modelId="{E2CE8193-46AF-44C0-B4A1-4402C2A6388E}" type="pres">
      <dgm:prSet presAssocID="{A1A03C13-4BED-4BB7-8AFB-BDB236A519FA}" presName="rootText" presStyleLbl="node2" presStyleIdx="3" presStyleCnt="5">
        <dgm:presLayoutVars>
          <dgm:chPref val="3"/>
        </dgm:presLayoutVars>
      </dgm:prSet>
      <dgm:spPr/>
    </dgm:pt>
    <dgm:pt modelId="{0FE7A504-1A99-42A4-92D2-369E93728B6E}" type="pres">
      <dgm:prSet presAssocID="{A1A03C13-4BED-4BB7-8AFB-BDB236A519FA}" presName="rootConnector" presStyleLbl="node2" presStyleIdx="3" presStyleCnt="5"/>
      <dgm:spPr/>
    </dgm:pt>
    <dgm:pt modelId="{5C832EA0-92EB-4018-A238-AAD0380D7AE1}" type="pres">
      <dgm:prSet presAssocID="{A1A03C13-4BED-4BB7-8AFB-BDB236A519FA}" presName="hierChild4" presStyleCnt="0"/>
      <dgm:spPr/>
    </dgm:pt>
    <dgm:pt modelId="{BAB65234-BEF3-44F6-8238-22DD5F2B3ECA}" type="pres">
      <dgm:prSet presAssocID="{BFCBBE67-AD4B-44C6-B3A5-16361CC3B65A}" presName="Name37" presStyleLbl="parChTrans1D3" presStyleIdx="4" presStyleCnt="7"/>
      <dgm:spPr/>
    </dgm:pt>
    <dgm:pt modelId="{29FA4EA6-6D60-4928-8665-B8DDBADB42EA}" type="pres">
      <dgm:prSet presAssocID="{1330D8AE-5AD3-4971-83B6-44EEB3DE664B}" presName="hierRoot2" presStyleCnt="0">
        <dgm:presLayoutVars>
          <dgm:hierBranch val="init"/>
        </dgm:presLayoutVars>
      </dgm:prSet>
      <dgm:spPr/>
    </dgm:pt>
    <dgm:pt modelId="{7F641F00-E60B-44DA-946A-53E40B4D0E7E}" type="pres">
      <dgm:prSet presAssocID="{1330D8AE-5AD3-4971-83B6-44EEB3DE664B}" presName="rootComposite" presStyleCnt="0"/>
      <dgm:spPr/>
    </dgm:pt>
    <dgm:pt modelId="{B386D850-18E4-4553-BFA3-F5B91F42AF1A}" type="pres">
      <dgm:prSet presAssocID="{1330D8AE-5AD3-4971-83B6-44EEB3DE664B}" presName="rootText" presStyleLbl="node3" presStyleIdx="4" presStyleCnt="7" custScaleY="190515">
        <dgm:presLayoutVars>
          <dgm:chPref val="3"/>
        </dgm:presLayoutVars>
      </dgm:prSet>
      <dgm:spPr/>
    </dgm:pt>
    <dgm:pt modelId="{53427F1E-64F3-46FE-9189-9127962FB517}" type="pres">
      <dgm:prSet presAssocID="{1330D8AE-5AD3-4971-83B6-44EEB3DE664B}" presName="rootConnector" presStyleLbl="node3" presStyleIdx="4" presStyleCnt="7"/>
      <dgm:spPr/>
    </dgm:pt>
    <dgm:pt modelId="{F5B8FA18-8901-4F6D-ADDE-DC8E2F4BC5B8}" type="pres">
      <dgm:prSet presAssocID="{1330D8AE-5AD3-4971-83B6-44EEB3DE664B}" presName="hierChild4" presStyleCnt="0"/>
      <dgm:spPr/>
    </dgm:pt>
    <dgm:pt modelId="{3FA4EA24-FFBA-4E19-BBC4-DE547B68789C}" type="pres">
      <dgm:prSet presAssocID="{1330D8AE-5AD3-4971-83B6-44EEB3DE664B}" presName="hierChild5" presStyleCnt="0"/>
      <dgm:spPr/>
    </dgm:pt>
    <dgm:pt modelId="{AFF152E2-0280-4325-8B01-B43435B7724D}" type="pres">
      <dgm:prSet presAssocID="{A1A03C13-4BED-4BB7-8AFB-BDB236A519FA}" presName="hierChild5" presStyleCnt="0"/>
      <dgm:spPr/>
    </dgm:pt>
    <dgm:pt modelId="{1C6780BE-0BFA-452E-B23B-840ADD2F1082}" type="pres">
      <dgm:prSet presAssocID="{050B7652-B2ED-404E-AA57-5A9109C9C4AD}" presName="Name37" presStyleLbl="parChTrans1D2" presStyleIdx="4" presStyleCnt="5"/>
      <dgm:spPr/>
    </dgm:pt>
    <dgm:pt modelId="{91542984-1884-4075-85FF-10D3512C3511}" type="pres">
      <dgm:prSet presAssocID="{AD364B6B-599B-471E-B57A-D1AC5D89F0BB}" presName="hierRoot2" presStyleCnt="0">
        <dgm:presLayoutVars>
          <dgm:hierBranch val="init"/>
        </dgm:presLayoutVars>
      </dgm:prSet>
      <dgm:spPr/>
    </dgm:pt>
    <dgm:pt modelId="{2197488C-9BB4-4FE6-913F-95BF99328D53}" type="pres">
      <dgm:prSet presAssocID="{AD364B6B-599B-471E-B57A-D1AC5D89F0BB}" presName="rootComposite" presStyleCnt="0"/>
      <dgm:spPr/>
    </dgm:pt>
    <dgm:pt modelId="{9BB5FF79-6973-4054-99B9-A54F1965A453}" type="pres">
      <dgm:prSet presAssocID="{AD364B6B-599B-471E-B57A-D1AC5D89F0BB}" presName="rootText" presStyleLbl="node2" presStyleIdx="4" presStyleCnt="5">
        <dgm:presLayoutVars>
          <dgm:chPref val="3"/>
        </dgm:presLayoutVars>
      </dgm:prSet>
      <dgm:spPr/>
    </dgm:pt>
    <dgm:pt modelId="{B78A35CA-8616-4084-9244-9BF0A5A39633}" type="pres">
      <dgm:prSet presAssocID="{AD364B6B-599B-471E-B57A-D1AC5D89F0BB}" presName="rootConnector" presStyleLbl="node2" presStyleIdx="4" presStyleCnt="5"/>
      <dgm:spPr/>
    </dgm:pt>
    <dgm:pt modelId="{F4B924C5-04CD-43B1-A77B-46828D59C785}" type="pres">
      <dgm:prSet presAssocID="{AD364B6B-599B-471E-B57A-D1AC5D89F0BB}" presName="hierChild4" presStyleCnt="0"/>
      <dgm:spPr/>
    </dgm:pt>
    <dgm:pt modelId="{BE153F20-5FEF-4C8F-8351-47167BEE47A5}" type="pres">
      <dgm:prSet presAssocID="{2DC13F08-B77A-4202-A5DE-2375DD98011A}" presName="Name37" presStyleLbl="parChTrans1D3" presStyleIdx="5" presStyleCnt="7"/>
      <dgm:spPr/>
    </dgm:pt>
    <dgm:pt modelId="{C5639E7E-A397-40A2-8FFF-DAE417C9821F}" type="pres">
      <dgm:prSet presAssocID="{0B181462-773E-45A0-AA41-E62C928C5B72}" presName="hierRoot2" presStyleCnt="0">
        <dgm:presLayoutVars>
          <dgm:hierBranch val="init"/>
        </dgm:presLayoutVars>
      </dgm:prSet>
      <dgm:spPr/>
    </dgm:pt>
    <dgm:pt modelId="{06EB2686-EFFA-46D6-B21C-592848EC4C35}" type="pres">
      <dgm:prSet presAssocID="{0B181462-773E-45A0-AA41-E62C928C5B72}" presName="rootComposite" presStyleCnt="0"/>
      <dgm:spPr/>
    </dgm:pt>
    <dgm:pt modelId="{5419A9F9-1304-4927-89DA-0098410B4A6C}" type="pres">
      <dgm:prSet presAssocID="{0B181462-773E-45A0-AA41-E62C928C5B72}" presName="rootText" presStyleLbl="node3" presStyleIdx="5" presStyleCnt="7">
        <dgm:presLayoutVars>
          <dgm:chPref val="3"/>
        </dgm:presLayoutVars>
      </dgm:prSet>
      <dgm:spPr/>
    </dgm:pt>
    <dgm:pt modelId="{40A99885-4390-4099-9352-3F567619A649}" type="pres">
      <dgm:prSet presAssocID="{0B181462-773E-45A0-AA41-E62C928C5B72}" presName="rootConnector" presStyleLbl="node3" presStyleIdx="5" presStyleCnt="7"/>
      <dgm:spPr/>
    </dgm:pt>
    <dgm:pt modelId="{F250274B-3D10-46AD-88CD-D4E9A3E5DEF8}" type="pres">
      <dgm:prSet presAssocID="{0B181462-773E-45A0-AA41-E62C928C5B72}" presName="hierChild4" presStyleCnt="0"/>
      <dgm:spPr/>
    </dgm:pt>
    <dgm:pt modelId="{31FD230F-1C64-450D-B334-68A6F2147CC3}" type="pres">
      <dgm:prSet presAssocID="{0B181462-773E-45A0-AA41-E62C928C5B72}" presName="hierChild5" presStyleCnt="0"/>
      <dgm:spPr/>
    </dgm:pt>
    <dgm:pt modelId="{267CDB28-B66E-42AF-ABAB-A71DB0C8AA81}" type="pres">
      <dgm:prSet presAssocID="{B845BFD3-9C3E-4612-A703-4B1852AFD30D}" presName="Name37" presStyleLbl="parChTrans1D3" presStyleIdx="6" presStyleCnt="7"/>
      <dgm:spPr/>
    </dgm:pt>
    <dgm:pt modelId="{A41BDCFF-B3AE-4137-8A2E-DBA1CCDF99F8}" type="pres">
      <dgm:prSet presAssocID="{A0EFB5DA-CEB8-4144-BA84-0BB8D09F8E00}" presName="hierRoot2" presStyleCnt="0">
        <dgm:presLayoutVars>
          <dgm:hierBranch val="init"/>
        </dgm:presLayoutVars>
      </dgm:prSet>
      <dgm:spPr/>
    </dgm:pt>
    <dgm:pt modelId="{03DAC784-53E5-49DB-8AB7-BEAB213A1142}" type="pres">
      <dgm:prSet presAssocID="{A0EFB5DA-CEB8-4144-BA84-0BB8D09F8E00}" presName="rootComposite" presStyleCnt="0"/>
      <dgm:spPr/>
    </dgm:pt>
    <dgm:pt modelId="{83291EA2-E836-484B-AE4C-8D0D6D755106}" type="pres">
      <dgm:prSet presAssocID="{A0EFB5DA-CEB8-4144-BA84-0BB8D09F8E00}" presName="rootText" presStyleLbl="node3" presStyleIdx="6" presStyleCnt="7">
        <dgm:presLayoutVars>
          <dgm:chPref val="3"/>
        </dgm:presLayoutVars>
      </dgm:prSet>
      <dgm:spPr/>
    </dgm:pt>
    <dgm:pt modelId="{C640BE60-D054-403D-A97A-A2B88B8C6467}" type="pres">
      <dgm:prSet presAssocID="{A0EFB5DA-CEB8-4144-BA84-0BB8D09F8E00}" presName="rootConnector" presStyleLbl="node3" presStyleIdx="6" presStyleCnt="7"/>
      <dgm:spPr/>
    </dgm:pt>
    <dgm:pt modelId="{7CB38D2D-F6FB-4354-8404-B94A0C3D15DC}" type="pres">
      <dgm:prSet presAssocID="{A0EFB5DA-CEB8-4144-BA84-0BB8D09F8E00}" presName="hierChild4" presStyleCnt="0"/>
      <dgm:spPr/>
    </dgm:pt>
    <dgm:pt modelId="{B50D8943-B39B-49CE-8755-DA4732EF35F5}" type="pres">
      <dgm:prSet presAssocID="{A0EFB5DA-CEB8-4144-BA84-0BB8D09F8E00}" presName="hierChild5" presStyleCnt="0"/>
      <dgm:spPr/>
    </dgm:pt>
    <dgm:pt modelId="{0FF70A95-51AF-418C-8B0E-B269569EF317}" type="pres">
      <dgm:prSet presAssocID="{AD364B6B-599B-471E-B57A-D1AC5D89F0BB}" presName="hierChild5" presStyleCnt="0"/>
      <dgm:spPr/>
    </dgm:pt>
    <dgm:pt modelId="{96DEF822-DC52-4FFC-82DA-389CD5B29657}" type="pres">
      <dgm:prSet presAssocID="{9E6404DC-1053-49D6-95EE-599A97C88DD3}" presName="hierChild3" presStyleCnt="0"/>
      <dgm:spPr/>
    </dgm:pt>
  </dgm:ptLst>
  <dgm:cxnLst>
    <dgm:cxn modelId="{D907E203-978E-4AE6-AB6F-7F19D05309BA}" type="presOf" srcId="{59E3059B-1485-4ECC-BBBF-7CA3E640F38D}" destId="{A2A41425-2A6B-472C-AF7D-497B8D8C6C0F}" srcOrd="0" destOrd="0" presId="urn:microsoft.com/office/officeart/2005/8/layout/orgChart1"/>
    <dgm:cxn modelId="{FFA75F06-B36C-46DF-9C39-5CE5EB64B1D3}" srcId="{1FDE73C1-1773-4DFF-80D8-CE538843B8D6}" destId="{9B07B92F-D011-43BE-9016-AD65C1E9D3BA}" srcOrd="1" destOrd="0" parTransId="{0C240288-5121-414F-BB78-622F00302DB0}" sibTransId="{898DE083-E0E1-4C2B-8DE5-2D5A3089EA28}"/>
    <dgm:cxn modelId="{F0CF5909-719F-42C5-AA61-EA4592BEB843}" type="presOf" srcId="{AD364B6B-599B-471E-B57A-D1AC5D89F0BB}" destId="{B78A35CA-8616-4084-9244-9BF0A5A39633}" srcOrd="1" destOrd="0" presId="urn:microsoft.com/office/officeart/2005/8/layout/orgChart1"/>
    <dgm:cxn modelId="{73C9670A-0D27-4AAF-B447-A7AD46679F7E}" type="presOf" srcId="{A1A03C13-4BED-4BB7-8AFB-BDB236A519FA}" destId="{E2CE8193-46AF-44C0-B4A1-4402C2A6388E}" srcOrd="0" destOrd="0" presId="urn:microsoft.com/office/officeart/2005/8/layout/orgChart1"/>
    <dgm:cxn modelId="{0D482E10-95BA-4DD2-BB00-C25067C7554E}" type="presOf" srcId="{1330D8AE-5AD3-4971-83B6-44EEB3DE664B}" destId="{B386D850-18E4-4553-BFA3-F5B91F42AF1A}" srcOrd="0" destOrd="0" presId="urn:microsoft.com/office/officeart/2005/8/layout/orgChart1"/>
    <dgm:cxn modelId="{A6162019-8CD4-4A12-BF91-47DE9FC3623A}" type="presOf" srcId="{FD8FE40B-879F-4F4E-B1C0-B05B7EF61B85}" destId="{B24AC9E0-962C-4E78-A693-CB404F97964B}" srcOrd="0"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7EF9AB26-564C-45F6-B97E-2E558AF4D106}" type="presOf" srcId="{A0EFB5DA-CEB8-4144-BA84-0BB8D09F8E00}" destId="{C640BE60-D054-403D-A97A-A2B88B8C6467}" srcOrd="1" destOrd="0" presId="urn:microsoft.com/office/officeart/2005/8/layout/orgChart1"/>
    <dgm:cxn modelId="{61A9FD26-C8C7-44E2-8540-E0644D82B833}" srcId="{9E6404DC-1053-49D6-95EE-599A97C88DD3}" destId="{AD364B6B-599B-471E-B57A-D1AC5D89F0BB}" srcOrd="4" destOrd="0" parTransId="{050B7652-B2ED-404E-AA57-5A9109C9C4AD}" sibTransId="{07904351-DCD9-4880-84F3-DBF42C6506B5}"/>
    <dgm:cxn modelId="{3371D227-869E-4636-B9B0-BA373BCE5AD6}" srcId="{9E6404DC-1053-49D6-95EE-599A97C88DD3}" destId="{9286A5EC-F2A9-487D-8BF1-B96EEEFD636B}" srcOrd="0" destOrd="0" parTransId="{8CE2CE9A-EBD7-445E-BD99-21666869C1D4}" sibTransId="{D6357A36-116B-440B-A9E1-8EDB3A4D1B88}"/>
    <dgm:cxn modelId="{286E9828-A3BB-444D-A998-B27837355EDF}" type="presOf" srcId="{8B93368D-220F-4F51-922B-E3D40AEF4871}" destId="{AF41A196-D073-444E-BDCD-FC763BCB5F43}" srcOrd="0" destOrd="0" presId="urn:microsoft.com/office/officeart/2005/8/layout/orgChart1"/>
    <dgm:cxn modelId="{85E9F129-FD3C-4B37-8237-A38F3A756CE5}" type="presOf" srcId="{050B7652-B2ED-404E-AA57-5A9109C9C4AD}" destId="{1C6780BE-0BFA-452E-B23B-840ADD2F1082}" srcOrd="0"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ED154638-981D-4681-9264-D07F731CF093}" type="presOf" srcId="{B845BFD3-9C3E-4612-A703-4B1852AFD30D}" destId="{267CDB28-B66E-42AF-ABAB-A71DB0C8AA81}" srcOrd="0" destOrd="0" presId="urn:microsoft.com/office/officeart/2005/8/layout/orgChart1"/>
    <dgm:cxn modelId="{43EC1E3C-0CC0-4D73-B027-CE8F737026F0}" type="presOf" srcId="{AFA08882-8DB8-4E0D-B287-05DB0C752DF9}" destId="{5487298C-5DF2-4AE0-AD6D-3E1DEBCFB02C}" srcOrd="0" destOrd="0" presId="urn:microsoft.com/office/officeart/2005/8/layout/orgChart1"/>
    <dgm:cxn modelId="{D1436F4C-2028-43B6-83A4-DB0C35992E10}" type="presOf" srcId="{A0EFB5DA-CEB8-4144-BA84-0BB8D09F8E00}" destId="{83291EA2-E836-484B-AE4C-8D0D6D755106}" srcOrd="0" destOrd="0" presId="urn:microsoft.com/office/officeart/2005/8/layout/orgChart1"/>
    <dgm:cxn modelId="{06667F4D-7094-4DBD-950A-D69BE27A5C04}" srcId="{AD364B6B-599B-471E-B57A-D1AC5D89F0BB}" destId="{0B181462-773E-45A0-AA41-E62C928C5B72}" srcOrd="0" destOrd="0" parTransId="{2DC13F08-B77A-4202-A5DE-2375DD98011A}" sibTransId="{ED6BD826-6365-40B0-9CE8-886BAB0FA6AD}"/>
    <dgm:cxn modelId="{AC39F653-00D5-4219-8557-1E633AAA0D11}" type="presOf" srcId="{9E6404DC-1053-49D6-95EE-599A97C88DD3}" destId="{C8C73746-D1E9-45A4-A4B2-4DB251C0CC5A}" srcOrd="1" destOrd="0" presId="urn:microsoft.com/office/officeart/2005/8/layout/orgChart1"/>
    <dgm:cxn modelId="{CC4B7466-B981-44E3-8FF7-C492034F99C8}" type="presOf" srcId="{9BFD04D4-D27E-47FD-B17A-0660BE35F1CF}" destId="{0E020EB3-B687-49B5-864A-7775365865BE}" srcOrd="0" destOrd="0" presId="urn:microsoft.com/office/officeart/2005/8/layout/orgChart1"/>
    <dgm:cxn modelId="{19AF4068-3DE4-490A-9264-0F12B60591B8}" type="presOf" srcId="{F0764DAA-254D-4C3C-9708-669D5BF5A337}" destId="{0146BAA9-2B9D-4F2A-B565-A2DCB6505964}" srcOrd="0" destOrd="0" presId="urn:microsoft.com/office/officeart/2005/8/layout/orgChart1"/>
    <dgm:cxn modelId="{7EAB966C-D9D5-41D0-93B2-6E7A94027603}" type="presOf" srcId="{8B93368D-220F-4F51-922B-E3D40AEF4871}" destId="{D2461159-78CB-4A23-999D-2C7EB906725F}" srcOrd="1" destOrd="0" presId="urn:microsoft.com/office/officeart/2005/8/layout/orgChart1"/>
    <dgm:cxn modelId="{86C0796D-E0B6-445C-A4B4-80D5BA43F72D}" type="presOf" srcId="{1FDE73C1-1773-4DFF-80D8-CE538843B8D6}" destId="{2B09EB8B-ED69-45F5-BA37-36CF2B0643CF}" srcOrd="1" destOrd="0" presId="urn:microsoft.com/office/officeart/2005/8/layout/orgChart1"/>
    <dgm:cxn modelId="{19770271-32B9-4F41-862D-BCDAB9D44191}" type="presOf" srcId="{1E627F9E-CE3B-4A85-BB78-8DDB86A78DDE}" destId="{BFFD6F86-AD10-4340-B993-09FE9B342F4C}" srcOrd="1"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D81F8373-1B10-4441-8C78-E863FA6DCCBA}" type="presOf" srcId="{AFA08882-8DB8-4E0D-B287-05DB0C752DF9}" destId="{01C5386B-6CBD-4353-B3F4-913B6E33D86C}" srcOrd="1" destOrd="0" presId="urn:microsoft.com/office/officeart/2005/8/layout/orgChart1"/>
    <dgm:cxn modelId="{1A46CE7F-A917-4FBF-8C99-90283829C0A5}" type="presOf" srcId="{1FDE73C1-1773-4DFF-80D8-CE538843B8D6}" destId="{03758FE5-334A-46EC-AD76-4289659832B6}" srcOrd="0" destOrd="0" presId="urn:microsoft.com/office/officeart/2005/8/layout/orgChart1"/>
    <dgm:cxn modelId="{52EB1184-B3E8-40BE-9C1D-6D71847E0910}" type="presOf" srcId="{2DC13F08-B77A-4202-A5DE-2375DD98011A}" destId="{BE153F20-5FEF-4C8F-8351-47167BEE47A5}" srcOrd="0"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4207DC96-F0A6-4BA6-A56E-A1B3A7D58C07}" type="presOf" srcId="{620DD3EC-BDCD-468B-B566-7FE2B848507E}" destId="{1999F93D-C5E3-4B58-A38A-C971B5C1871B}" srcOrd="1" destOrd="0" presId="urn:microsoft.com/office/officeart/2005/8/layout/orgChart1"/>
    <dgm:cxn modelId="{D8E4569A-9F5A-4A7D-90B3-78C858627165}" type="presOf" srcId="{0C240288-5121-414F-BB78-622F00302DB0}" destId="{91438FCC-53E8-4CBE-9E34-2132871188CC}" srcOrd="0" destOrd="0" presId="urn:microsoft.com/office/officeart/2005/8/layout/orgChart1"/>
    <dgm:cxn modelId="{C4213F9B-3742-4A87-AC59-B23F2D5C4DE7}" type="presOf" srcId="{0B181462-773E-45A0-AA41-E62C928C5B72}" destId="{5419A9F9-1304-4927-89DA-0098410B4A6C}" srcOrd="0" destOrd="0" presId="urn:microsoft.com/office/officeart/2005/8/layout/orgChart1"/>
    <dgm:cxn modelId="{CE8FC09F-B2B1-498F-AC05-6F6BC9EBDFAD}" type="presOf" srcId="{9B07B92F-D011-43BE-9016-AD65C1E9D3BA}" destId="{EDE49AC7-8F61-4EB6-A896-2328F5842EE3}" srcOrd="1" destOrd="0" presId="urn:microsoft.com/office/officeart/2005/8/layout/orgChart1"/>
    <dgm:cxn modelId="{A4979EA3-BF2A-418C-8E6F-6CED958F8454}" type="presOf" srcId="{9B07B92F-D011-43BE-9016-AD65C1E9D3BA}" destId="{EB9DD715-B78F-4025-BC3C-DDF41A6D4038}" srcOrd="0" destOrd="0" presId="urn:microsoft.com/office/officeart/2005/8/layout/orgChart1"/>
    <dgm:cxn modelId="{8D8C3FA4-9174-40CF-A8BD-7F932B2D0964}" srcId="{1FDE73C1-1773-4DFF-80D8-CE538843B8D6}" destId="{8B93368D-220F-4F51-922B-E3D40AEF4871}" srcOrd="0" destOrd="0" parTransId="{FD8FE40B-879F-4F4E-B1C0-B05B7EF61B85}" sibTransId="{DEC3EE81-7009-4889-8EA1-20032230294E}"/>
    <dgm:cxn modelId="{FD1749A9-3FB9-485B-A796-0D8CBD84DF1B}" type="presOf" srcId="{60C1FE0A-110A-4E56-99E0-F8424E1EE4D8}" destId="{ACFEAFB9-1AF4-484E-B255-0473015BB9DC}" srcOrd="0" destOrd="0" presId="urn:microsoft.com/office/officeart/2005/8/layout/orgChart1"/>
    <dgm:cxn modelId="{05EFAFAA-DA5A-4F0C-94E3-4EBEE38C2853}" type="presOf" srcId="{8A74C719-C0B0-45E7-A044-8F3E3BDD14B1}" destId="{BB71A1EC-99D4-46DC-BDFC-1D7F327564B8}" srcOrd="0" destOrd="0" presId="urn:microsoft.com/office/officeart/2005/8/layout/orgChart1"/>
    <dgm:cxn modelId="{4E84C3B0-496A-4375-AF14-155DA4E16D9E}" srcId="{8A74C719-C0B0-45E7-A044-8F3E3BDD14B1}" destId="{AFA08882-8DB8-4E0D-B287-05DB0C752DF9}" srcOrd="0" destOrd="0" parTransId="{60C1FE0A-110A-4E56-99E0-F8424E1EE4D8}" sibTransId="{83A1036A-8F0D-443E-BB6B-DF1EAD64A9FB}"/>
    <dgm:cxn modelId="{9752C8B1-4851-486E-8BD3-4D299AC170C5}" type="presOf" srcId="{620DD3EC-BDCD-468B-B566-7FE2B848507E}" destId="{02B28F85-DE51-42FF-859E-1DD3A478F426}" srcOrd="0" destOrd="0" presId="urn:microsoft.com/office/officeart/2005/8/layout/orgChart1"/>
    <dgm:cxn modelId="{97A6EAB1-DF25-4EA5-B806-EDD1B50240A8}" type="presOf" srcId="{A1A03C13-4BED-4BB7-8AFB-BDB236A519FA}" destId="{0FE7A504-1A99-42A4-92D2-369E93728B6E}" srcOrd="1"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E78715C6-6B3E-4015-AF89-6E5215265BF1}" srcId="{620DD3EC-BDCD-468B-B566-7FE2B848507E}" destId="{8A74C719-C0B0-45E7-A044-8F3E3BDD14B1}" srcOrd="0" destOrd="0" parTransId="{59E3059B-1485-4ECC-BBBF-7CA3E640F38D}" sibTransId="{E492CAAE-7760-4A53-A4A2-E6FDF4DA8978}"/>
    <dgm:cxn modelId="{B0B35FCC-1C3A-4340-9E27-84C3598A9888}" type="presOf" srcId="{0B181462-773E-45A0-AA41-E62C928C5B72}" destId="{40A99885-4390-4099-9352-3F567619A649}" srcOrd="1" destOrd="0" presId="urn:microsoft.com/office/officeart/2005/8/layout/orgChart1"/>
    <dgm:cxn modelId="{FB30DFCD-3188-4EE3-8371-E8A137CAEA7F}" type="presOf" srcId="{BFCBBE67-AD4B-44C6-B3A5-16361CC3B65A}" destId="{BAB65234-BEF3-44F6-8238-22DD5F2B3ECA}" srcOrd="0" destOrd="0" presId="urn:microsoft.com/office/officeart/2005/8/layout/orgChart1"/>
    <dgm:cxn modelId="{089C4DD0-1424-46E7-B581-D6A32F1BB069}" srcId="{A1A03C13-4BED-4BB7-8AFB-BDB236A519FA}" destId="{1330D8AE-5AD3-4971-83B6-44EEB3DE664B}" srcOrd="0" destOrd="0" parTransId="{BFCBBE67-AD4B-44C6-B3A5-16361CC3B65A}" sibTransId="{81EE5860-B977-4474-AA46-CCB203BB9FFA}"/>
    <dgm:cxn modelId="{B5EE9AD3-6BE3-42E6-8C26-4A628CA9600B}" type="presOf" srcId="{9D28DB69-DDB3-4999-9A0B-8D007976E69E}" destId="{DE7F276F-E57B-4251-A70B-2917BAF50B6F}" srcOrd="0" destOrd="0" presId="urn:microsoft.com/office/officeart/2005/8/layout/orgChart1"/>
    <dgm:cxn modelId="{DF2A62D8-EF4F-4867-BE53-9BC6815F112C}" type="presOf" srcId="{9E18C130-4D81-4BDD-8DE6-22CF9F45E19E}" destId="{62821369-B757-43AF-BF6D-02B9EF83A7FF}" srcOrd="0" destOrd="0" presId="urn:microsoft.com/office/officeart/2005/8/layout/orgChart1"/>
    <dgm:cxn modelId="{97E4A6DE-8713-4676-BBF8-2B93F08AF837}" srcId="{9286A5EC-F2A9-487D-8BF1-B96EEEFD636B}" destId="{1E627F9E-CE3B-4A85-BB78-8DDB86A78DDE}" srcOrd="0" destOrd="0" parTransId="{9D28DB69-DDB3-4999-9A0B-8D007976E69E}" sibTransId="{CC71E985-969E-423D-B820-177A0337B408}"/>
    <dgm:cxn modelId="{5D8E00E0-9552-4EAC-9DC8-D6AAED642315}" srcId="{9E6404DC-1053-49D6-95EE-599A97C88DD3}" destId="{1FDE73C1-1773-4DFF-80D8-CE538843B8D6}" srcOrd="2" destOrd="0" parTransId="{9BFD04D4-D27E-47FD-B17A-0660BE35F1CF}" sibTransId="{43EBF1FA-1DAE-4CFF-8F77-984B40970F7F}"/>
    <dgm:cxn modelId="{F4A795E2-EC5F-44B3-804A-E1C38BC465E0}" type="presOf" srcId="{1330D8AE-5AD3-4971-83B6-44EEB3DE664B}" destId="{53427F1E-64F3-46FE-9189-9127962FB517}" srcOrd="1" destOrd="0" presId="urn:microsoft.com/office/officeart/2005/8/layout/orgChart1"/>
    <dgm:cxn modelId="{112E9CE3-D075-4D61-972E-CB15D1C43D03}" type="presOf" srcId="{8A74C719-C0B0-45E7-A044-8F3E3BDD14B1}" destId="{43458361-CDBC-43AE-84A2-56ACA0035337}" srcOrd="1"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6D38E9F6-99FB-412C-9471-9D2CDCEB9671}" type="presOf" srcId="{1E627F9E-CE3B-4A85-BB78-8DDB86A78DDE}" destId="{31C29986-52F5-42D4-A9FC-3B32B3F35DB2}" srcOrd="0" destOrd="0" presId="urn:microsoft.com/office/officeart/2005/8/layout/orgChart1"/>
    <dgm:cxn modelId="{020E18F7-7CAC-4792-B20C-F314BE023283}" type="presOf" srcId="{AD364B6B-599B-471E-B57A-D1AC5D89F0BB}" destId="{9BB5FF79-6973-4054-99B9-A54F1965A453}" srcOrd="0" destOrd="0" presId="urn:microsoft.com/office/officeart/2005/8/layout/orgChart1"/>
    <dgm:cxn modelId="{7C7485FC-4CFA-45FF-817B-B38DD356F0B5}" srcId="{9E6404DC-1053-49D6-95EE-599A97C88DD3}" destId="{A1A03C13-4BED-4BB7-8AFB-BDB236A519FA}" srcOrd="3" destOrd="0" parTransId="{9E18C130-4D81-4BDD-8DE6-22CF9F45E19E}" sibTransId="{CF4AE597-246B-4D28-8B3B-D3E59AB05BD8}"/>
    <dgm:cxn modelId="{0AFDFBFF-0B0E-47F1-B650-0A4B5FF3F25F}" srcId="{AD364B6B-599B-471E-B57A-D1AC5D89F0BB}" destId="{A0EFB5DA-CEB8-4144-BA84-0BB8D09F8E00}" srcOrd="1" destOrd="0" parTransId="{B845BFD3-9C3E-4612-A703-4B1852AFD30D}" sibTransId="{249B321D-6C87-4CC5-8878-800462E6DA35}"/>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8A45290C-EDBF-4D75-BDC7-D1CBCEB8A928}" type="presParOf" srcId="{C9264EDA-91B6-4FAE-AFE6-AFC29BE66386}" destId="{DE7F276F-E57B-4251-A70B-2917BAF50B6F}" srcOrd="0" destOrd="0" presId="urn:microsoft.com/office/officeart/2005/8/layout/orgChart1"/>
    <dgm:cxn modelId="{9C65B861-0736-42AB-B746-85382BBAD957}" type="presParOf" srcId="{C9264EDA-91B6-4FAE-AFE6-AFC29BE66386}" destId="{7971AF45-BEF4-409C-A7A2-334F0F0C01E6}" srcOrd="1" destOrd="0" presId="urn:microsoft.com/office/officeart/2005/8/layout/orgChart1"/>
    <dgm:cxn modelId="{CEA0DD7E-4EFB-4FB0-B6D6-4DF7144234B0}" type="presParOf" srcId="{7971AF45-BEF4-409C-A7A2-334F0F0C01E6}" destId="{C98C32C5-9758-4590-94EE-C277C6DF6AF8}" srcOrd="0" destOrd="0" presId="urn:microsoft.com/office/officeart/2005/8/layout/orgChart1"/>
    <dgm:cxn modelId="{F14A9CE3-2048-40D1-8FE0-DE756EC357C9}" type="presParOf" srcId="{C98C32C5-9758-4590-94EE-C277C6DF6AF8}" destId="{31C29986-52F5-42D4-A9FC-3B32B3F35DB2}" srcOrd="0" destOrd="0" presId="urn:microsoft.com/office/officeart/2005/8/layout/orgChart1"/>
    <dgm:cxn modelId="{E7BE4426-A23E-4C9D-95B9-C7044C8D581C}" type="presParOf" srcId="{C98C32C5-9758-4590-94EE-C277C6DF6AF8}" destId="{BFFD6F86-AD10-4340-B993-09FE9B342F4C}" srcOrd="1" destOrd="0" presId="urn:microsoft.com/office/officeart/2005/8/layout/orgChart1"/>
    <dgm:cxn modelId="{3953C30A-3247-4D7B-8EBD-F5A4E7F9ECBA}" type="presParOf" srcId="{7971AF45-BEF4-409C-A7A2-334F0F0C01E6}" destId="{4318A7A7-34AB-44EA-9D09-5217CEE301A7}" srcOrd="1" destOrd="0" presId="urn:microsoft.com/office/officeart/2005/8/layout/orgChart1"/>
    <dgm:cxn modelId="{CA71E97F-41A6-43AD-AD19-135A9EB88176}" type="presParOf" srcId="{7971AF45-BEF4-409C-A7A2-334F0F0C01E6}" destId="{B26D372B-AEC3-47D7-AF9D-A4B9E1D506C5}"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8D3A997C-EBD1-4476-AB3F-F3EF40945D83}" type="presParOf" srcId="{4C592C92-3156-443C-BB98-9204DFF01F72}" destId="{A2A41425-2A6B-472C-AF7D-497B8D8C6C0F}" srcOrd="0" destOrd="0" presId="urn:microsoft.com/office/officeart/2005/8/layout/orgChart1"/>
    <dgm:cxn modelId="{AFC00D3E-14EB-47EE-B9A4-B404EA44EEF9}" type="presParOf" srcId="{4C592C92-3156-443C-BB98-9204DFF01F72}" destId="{BE767F2E-FC2C-4DE4-8EFA-413AB654DE72}" srcOrd="1" destOrd="0" presId="urn:microsoft.com/office/officeart/2005/8/layout/orgChart1"/>
    <dgm:cxn modelId="{ED6C12AD-DCEE-4336-B38C-F7EB95B78676}" type="presParOf" srcId="{BE767F2E-FC2C-4DE4-8EFA-413AB654DE72}" destId="{A45A4C96-4AF4-4A85-8F9C-F552E800F221}" srcOrd="0" destOrd="0" presId="urn:microsoft.com/office/officeart/2005/8/layout/orgChart1"/>
    <dgm:cxn modelId="{2DBF344F-3564-4667-80B3-E3B67955A116}" type="presParOf" srcId="{A45A4C96-4AF4-4A85-8F9C-F552E800F221}" destId="{BB71A1EC-99D4-46DC-BDFC-1D7F327564B8}" srcOrd="0" destOrd="0" presId="urn:microsoft.com/office/officeart/2005/8/layout/orgChart1"/>
    <dgm:cxn modelId="{CA704114-CAFA-4B58-9692-6D6D916BEBD5}" type="presParOf" srcId="{A45A4C96-4AF4-4A85-8F9C-F552E800F221}" destId="{43458361-CDBC-43AE-84A2-56ACA0035337}" srcOrd="1" destOrd="0" presId="urn:microsoft.com/office/officeart/2005/8/layout/orgChart1"/>
    <dgm:cxn modelId="{BC42F3FE-662E-493D-8B07-89736CA5C62D}" type="presParOf" srcId="{BE767F2E-FC2C-4DE4-8EFA-413AB654DE72}" destId="{42C73B18-A616-4116-9F73-6AADE64304BA}" srcOrd="1" destOrd="0" presId="urn:microsoft.com/office/officeart/2005/8/layout/orgChart1"/>
    <dgm:cxn modelId="{2E164E75-5111-4338-8DB7-3B841F8AF012}" type="presParOf" srcId="{42C73B18-A616-4116-9F73-6AADE64304BA}" destId="{ACFEAFB9-1AF4-484E-B255-0473015BB9DC}" srcOrd="0" destOrd="0" presId="urn:microsoft.com/office/officeart/2005/8/layout/orgChart1"/>
    <dgm:cxn modelId="{CAEC903D-5A66-4349-BAB3-191A2E3DBBF8}" type="presParOf" srcId="{42C73B18-A616-4116-9F73-6AADE64304BA}" destId="{36629166-BB10-49D2-978D-C61633DC95F6}" srcOrd="1" destOrd="0" presId="urn:microsoft.com/office/officeart/2005/8/layout/orgChart1"/>
    <dgm:cxn modelId="{4A85E451-1632-4757-8FE0-07BAC87239A0}" type="presParOf" srcId="{36629166-BB10-49D2-978D-C61633DC95F6}" destId="{9ACE0BC1-F92B-4925-9F26-34888DF9F5C8}" srcOrd="0" destOrd="0" presId="urn:microsoft.com/office/officeart/2005/8/layout/orgChart1"/>
    <dgm:cxn modelId="{59D346CF-EBF7-4278-BD2A-7EED2E9B4249}" type="presParOf" srcId="{9ACE0BC1-F92B-4925-9F26-34888DF9F5C8}" destId="{5487298C-5DF2-4AE0-AD6D-3E1DEBCFB02C}" srcOrd="0" destOrd="0" presId="urn:microsoft.com/office/officeart/2005/8/layout/orgChart1"/>
    <dgm:cxn modelId="{5EA8E222-C723-4D17-91D9-C5A7C6C8AC3C}" type="presParOf" srcId="{9ACE0BC1-F92B-4925-9F26-34888DF9F5C8}" destId="{01C5386B-6CBD-4353-B3F4-913B6E33D86C}" srcOrd="1" destOrd="0" presId="urn:microsoft.com/office/officeart/2005/8/layout/orgChart1"/>
    <dgm:cxn modelId="{D845B21F-275D-4D98-9CBF-C01FAE6E9131}" type="presParOf" srcId="{36629166-BB10-49D2-978D-C61633DC95F6}" destId="{A386B690-72A2-4169-9370-CFF439AE696F}" srcOrd="1" destOrd="0" presId="urn:microsoft.com/office/officeart/2005/8/layout/orgChart1"/>
    <dgm:cxn modelId="{BCF20D74-830E-48BA-A51B-560508340F47}" type="presParOf" srcId="{36629166-BB10-49D2-978D-C61633DC95F6}" destId="{D441AF52-F7A1-4C96-90AC-3A1305B5E8B4}" srcOrd="2" destOrd="0" presId="urn:microsoft.com/office/officeart/2005/8/layout/orgChart1"/>
    <dgm:cxn modelId="{DB6A9098-4373-46A2-A656-171655A91185}" type="presParOf" srcId="{BE767F2E-FC2C-4DE4-8EFA-413AB654DE72}" destId="{69852274-0F2C-4714-965E-6E6ABA270E10}" srcOrd="2"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94B74EC5-0238-48C2-B95F-43CA8159DF69}" type="presParOf" srcId="{AD53A4B1-01E7-41E8-9724-31F3910545A4}" destId="{0E020EB3-B687-49B5-864A-7775365865BE}" srcOrd="4" destOrd="0" presId="urn:microsoft.com/office/officeart/2005/8/layout/orgChart1"/>
    <dgm:cxn modelId="{D0B549FF-5801-4E1A-89E7-24344A5EB9AD}" type="presParOf" srcId="{AD53A4B1-01E7-41E8-9724-31F3910545A4}" destId="{BBAFE3D2-3A5A-4490-A81A-2A8E15028CC9}" srcOrd="5" destOrd="0" presId="urn:microsoft.com/office/officeart/2005/8/layout/orgChart1"/>
    <dgm:cxn modelId="{1CB230E5-C9E8-4D9C-A489-0E3F05701E3A}" type="presParOf" srcId="{BBAFE3D2-3A5A-4490-A81A-2A8E15028CC9}" destId="{5D13AC61-CB0D-439C-A3B7-8B75673646F3}" srcOrd="0" destOrd="0" presId="urn:microsoft.com/office/officeart/2005/8/layout/orgChart1"/>
    <dgm:cxn modelId="{81B880D2-9FD4-4A89-97F5-87A39B9AEFA7}" type="presParOf" srcId="{5D13AC61-CB0D-439C-A3B7-8B75673646F3}" destId="{03758FE5-334A-46EC-AD76-4289659832B6}" srcOrd="0" destOrd="0" presId="urn:microsoft.com/office/officeart/2005/8/layout/orgChart1"/>
    <dgm:cxn modelId="{9BD8690F-C487-4C6A-B1D7-5BB23558C4DB}" type="presParOf" srcId="{5D13AC61-CB0D-439C-A3B7-8B75673646F3}" destId="{2B09EB8B-ED69-45F5-BA37-36CF2B0643CF}" srcOrd="1" destOrd="0" presId="urn:microsoft.com/office/officeart/2005/8/layout/orgChart1"/>
    <dgm:cxn modelId="{6A79E406-27FB-4D79-B620-B01551AA34E8}" type="presParOf" srcId="{BBAFE3D2-3A5A-4490-A81A-2A8E15028CC9}" destId="{1DE9D2D5-FD8E-457B-8509-AF1B11F236B3}" srcOrd="1" destOrd="0" presId="urn:microsoft.com/office/officeart/2005/8/layout/orgChart1"/>
    <dgm:cxn modelId="{9AA2F6E1-BBD8-4AD7-AC38-EAD5AED2371B}" type="presParOf" srcId="{1DE9D2D5-FD8E-457B-8509-AF1B11F236B3}" destId="{B24AC9E0-962C-4E78-A693-CB404F97964B}" srcOrd="0" destOrd="0" presId="urn:microsoft.com/office/officeart/2005/8/layout/orgChart1"/>
    <dgm:cxn modelId="{DA275F05-0BFC-4A51-A3D9-3E164B3CC876}" type="presParOf" srcId="{1DE9D2D5-FD8E-457B-8509-AF1B11F236B3}" destId="{14081BD0-0331-49D1-9132-48E38CC72506}" srcOrd="1" destOrd="0" presId="urn:microsoft.com/office/officeart/2005/8/layout/orgChart1"/>
    <dgm:cxn modelId="{91894A99-937E-4250-945D-97E76F06FDEC}" type="presParOf" srcId="{14081BD0-0331-49D1-9132-48E38CC72506}" destId="{CD57EBD1-6290-48D5-B876-F6B8F3E71B1C}" srcOrd="0" destOrd="0" presId="urn:microsoft.com/office/officeart/2005/8/layout/orgChart1"/>
    <dgm:cxn modelId="{F967BDCC-0E07-438E-8A8E-6EF1FFB5C5EB}" type="presParOf" srcId="{CD57EBD1-6290-48D5-B876-F6B8F3E71B1C}" destId="{AF41A196-D073-444E-BDCD-FC763BCB5F43}" srcOrd="0" destOrd="0" presId="urn:microsoft.com/office/officeart/2005/8/layout/orgChart1"/>
    <dgm:cxn modelId="{A57F7E84-78A5-4475-B36E-47AFF3C94F24}" type="presParOf" srcId="{CD57EBD1-6290-48D5-B876-F6B8F3E71B1C}" destId="{D2461159-78CB-4A23-999D-2C7EB906725F}" srcOrd="1" destOrd="0" presId="urn:microsoft.com/office/officeart/2005/8/layout/orgChart1"/>
    <dgm:cxn modelId="{D1D95D4C-BE77-410E-86B2-9CD3BE248F9C}" type="presParOf" srcId="{14081BD0-0331-49D1-9132-48E38CC72506}" destId="{B7419B15-5138-497F-9E6A-0A8D19A45473}" srcOrd="1" destOrd="0" presId="urn:microsoft.com/office/officeart/2005/8/layout/orgChart1"/>
    <dgm:cxn modelId="{E70E52F5-7D2A-4F5B-A767-42C7F16EF50C}" type="presParOf" srcId="{14081BD0-0331-49D1-9132-48E38CC72506}" destId="{913DBA18-54C7-4B85-987E-75AE9FC67706}" srcOrd="2" destOrd="0" presId="urn:microsoft.com/office/officeart/2005/8/layout/orgChart1"/>
    <dgm:cxn modelId="{2874D5A5-5795-478F-A8D1-2EB826604300}" type="presParOf" srcId="{1DE9D2D5-FD8E-457B-8509-AF1B11F236B3}" destId="{91438FCC-53E8-4CBE-9E34-2132871188CC}" srcOrd="2" destOrd="0" presId="urn:microsoft.com/office/officeart/2005/8/layout/orgChart1"/>
    <dgm:cxn modelId="{06DAC416-CEF3-4D7C-B107-8647497BCDA7}" type="presParOf" srcId="{1DE9D2D5-FD8E-457B-8509-AF1B11F236B3}" destId="{67578119-EB65-4563-B4C6-2086301E4CE2}" srcOrd="3" destOrd="0" presId="urn:microsoft.com/office/officeart/2005/8/layout/orgChart1"/>
    <dgm:cxn modelId="{20A0FC5F-E1B7-400A-AD9A-EBA180A01B02}" type="presParOf" srcId="{67578119-EB65-4563-B4C6-2086301E4CE2}" destId="{21548661-BC88-4440-A64F-6B49E201950B}" srcOrd="0" destOrd="0" presId="urn:microsoft.com/office/officeart/2005/8/layout/orgChart1"/>
    <dgm:cxn modelId="{F81CFB17-B658-4C0B-84EB-78DE52195958}" type="presParOf" srcId="{21548661-BC88-4440-A64F-6B49E201950B}" destId="{EB9DD715-B78F-4025-BC3C-DDF41A6D4038}" srcOrd="0" destOrd="0" presId="urn:microsoft.com/office/officeart/2005/8/layout/orgChart1"/>
    <dgm:cxn modelId="{EE90822F-8635-49F1-BFF8-AE2C7433FDE4}" type="presParOf" srcId="{21548661-BC88-4440-A64F-6B49E201950B}" destId="{EDE49AC7-8F61-4EB6-A896-2328F5842EE3}" srcOrd="1" destOrd="0" presId="urn:microsoft.com/office/officeart/2005/8/layout/orgChart1"/>
    <dgm:cxn modelId="{700563BA-042C-4BE9-89EB-CD1637B69332}" type="presParOf" srcId="{67578119-EB65-4563-B4C6-2086301E4CE2}" destId="{E0649B45-2015-492E-997F-DE5971114E11}" srcOrd="1" destOrd="0" presId="urn:microsoft.com/office/officeart/2005/8/layout/orgChart1"/>
    <dgm:cxn modelId="{07CF40FD-CBCE-4EB7-AFE7-AF1DA35DAA0A}" type="presParOf" srcId="{67578119-EB65-4563-B4C6-2086301E4CE2}" destId="{33CE48C6-D59A-4AF0-B40B-260B79C5A4A6}" srcOrd="2" destOrd="0" presId="urn:microsoft.com/office/officeart/2005/8/layout/orgChart1"/>
    <dgm:cxn modelId="{6C746DDC-32FE-48E3-BA11-1095D27BC0DB}" type="presParOf" srcId="{BBAFE3D2-3A5A-4490-A81A-2A8E15028CC9}" destId="{D835F695-B50D-418C-A907-0CB512CD6F3C}" srcOrd="2" destOrd="0" presId="urn:microsoft.com/office/officeart/2005/8/layout/orgChart1"/>
    <dgm:cxn modelId="{F7EF19E1-490D-4ADB-A8EF-15E9D56C50C8}" type="presParOf" srcId="{AD53A4B1-01E7-41E8-9724-31F3910545A4}" destId="{62821369-B757-43AF-BF6D-02B9EF83A7FF}" srcOrd="6" destOrd="0" presId="urn:microsoft.com/office/officeart/2005/8/layout/orgChart1"/>
    <dgm:cxn modelId="{F7E54C5D-FDD8-4592-9E3D-49D8CC32008C}" type="presParOf" srcId="{AD53A4B1-01E7-41E8-9724-31F3910545A4}" destId="{739885B7-7422-46AE-AE38-C86EED9C22BF}" srcOrd="7" destOrd="0" presId="urn:microsoft.com/office/officeart/2005/8/layout/orgChart1"/>
    <dgm:cxn modelId="{DA35BD92-6ADF-4D4A-B853-240E7B29522C}" type="presParOf" srcId="{739885B7-7422-46AE-AE38-C86EED9C22BF}" destId="{1BDBFDD5-3230-44FF-B170-FE93CAC5A6B8}" srcOrd="0" destOrd="0" presId="urn:microsoft.com/office/officeart/2005/8/layout/orgChart1"/>
    <dgm:cxn modelId="{73F29BB4-A672-47BF-A744-DFBEDBCD5079}" type="presParOf" srcId="{1BDBFDD5-3230-44FF-B170-FE93CAC5A6B8}" destId="{E2CE8193-46AF-44C0-B4A1-4402C2A6388E}" srcOrd="0" destOrd="0" presId="urn:microsoft.com/office/officeart/2005/8/layout/orgChart1"/>
    <dgm:cxn modelId="{4B5E9D26-4CF1-41B8-A356-947AC2CC8672}" type="presParOf" srcId="{1BDBFDD5-3230-44FF-B170-FE93CAC5A6B8}" destId="{0FE7A504-1A99-42A4-92D2-369E93728B6E}" srcOrd="1" destOrd="0" presId="urn:microsoft.com/office/officeart/2005/8/layout/orgChart1"/>
    <dgm:cxn modelId="{10D27593-B3C4-4354-B9C9-552B475B285E}" type="presParOf" srcId="{739885B7-7422-46AE-AE38-C86EED9C22BF}" destId="{5C832EA0-92EB-4018-A238-AAD0380D7AE1}" srcOrd="1" destOrd="0" presId="urn:microsoft.com/office/officeart/2005/8/layout/orgChart1"/>
    <dgm:cxn modelId="{ADD56EB1-50F5-4E69-AE2C-EFD7AB1E94E4}" type="presParOf" srcId="{5C832EA0-92EB-4018-A238-AAD0380D7AE1}" destId="{BAB65234-BEF3-44F6-8238-22DD5F2B3ECA}" srcOrd="0" destOrd="0" presId="urn:microsoft.com/office/officeart/2005/8/layout/orgChart1"/>
    <dgm:cxn modelId="{A94C339C-AD2E-4EE9-8246-ABE073A125C4}" type="presParOf" srcId="{5C832EA0-92EB-4018-A238-AAD0380D7AE1}" destId="{29FA4EA6-6D60-4928-8665-B8DDBADB42EA}" srcOrd="1" destOrd="0" presId="urn:microsoft.com/office/officeart/2005/8/layout/orgChart1"/>
    <dgm:cxn modelId="{2D0BABA6-7DD3-43EA-99D7-C7B898E7CBEE}" type="presParOf" srcId="{29FA4EA6-6D60-4928-8665-B8DDBADB42EA}" destId="{7F641F00-E60B-44DA-946A-53E40B4D0E7E}" srcOrd="0" destOrd="0" presId="urn:microsoft.com/office/officeart/2005/8/layout/orgChart1"/>
    <dgm:cxn modelId="{1ECE708A-4BA5-41D5-80F5-36CB1977B562}" type="presParOf" srcId="{7F641F00-E60B-44DA-946A-53E40B4D0E7E}" destId="{B386D850-18E4-4553-BFA3-F5B91F42AF1A}" srcOrd="0" destOrd="0" presId="urn:microsoft.com/office/officeart/2005/8/layout/orgChart1"/>
    <dgm:cxn modelId="{63D651F9-90E2-4D20-A9AB-BD0F1DF22F88}" type="presParOf" srcId="{7F641F00-E60B-44DA-946A-53E40B4D0E7E}" destId="{53427F1E-64F3-46FE-9189-9127962FB517}" srcOrd="1" destOrd="0" presId="urn:microsoft.com/office/officeart/2005/8/layout/orgChart1"/>
    <dgm:cxn modelId="{C8272D3F-9123-467F-B8B7-DF3270832FB2}" type="presParOf" srcId="{29FA4EA6-6D60-4928-8665-B8DDBADB42EA}" destId="{F5B8FA18-8901-4F6D-ADDE-DC8E2F4BC5B8}" srcOrd="1" destOrd="0" presId="urn:microsoft.com/office/officeart/2005/8/layout/orgChart1"/>
    <dgm:cxn modelId="{92F31E47-4F02-4A5A-9AA8-707F6CAE5B9E}" type="presParOf" srcId="{29FA4EA6-6D60-4928-8665-B8DDBADB42EA}" destId="{3FA4EA24-FFBA-4E19-BBC4-DE547B68789C}" srcOrd="2" destOrd="0" presId="urn:microsoft.com/office/officeart/2005/8/layout/orgChart1"/>
    <dgm:cxn modelId="{6F8AF738-9217-4272-A790-814721386095}" type="presParOf" srcId="{739885B7-7422-46AE-AE38-C86EED9C22BF}" destId="{AFF152E2-0280-4325-8B01-B43435B7724D}" srcOrd="2" destOrd="0" presId="urn:microsoft.com/office/officeart/2005/8/layout/orgChart1"/>
    <dgm:cxn modelId="{67AC10A7-5C94-4AD0-83AB-1F8ECD339B07}" type="presParOf" srcId="{AD53A4B1-01E7-41E8-9724-31F3910545A4}" destId="{1C6780BE-0BFA-452E-B23B-840ADD2F1082}" srcOrd="8" destOrd="0" presId="urn:microsoft.com/office/officeart/2005/8/layout/orgChart1"/>
    <dgm:cxn modelId="{48D4F759-8BF1-4D1F-AA3B-59998FF73969}" type="presParOf" srcId="{AD53A4B1-01E7-41E8-9724-31F3910545A4}" destId="{91542984-1884-4075-85FF-10D3512C3511}" srcOrd="9" destOrd="0" presId="urn:microsoft.com/office/officeart/2005/8/layout/orgChart1"/>
    <dgm:cxn modelId="{693E8E9D-E3F9-4E73-A417-75BBB709D97E}" type="presParOf" srcId="{91542984-1884-4075-85FF-10D3512C3511}" destId="{2197488C-9BB4-4FE6-913F-95BF99328D53}" srcOrd="0" destOrd="0" presId="urn:microsoft.com/office/officeart/2005/8/layout/orgChart1"/>
    <dgm:cxn modelId="{DCBCC01F-AC96-4071-B0FD-551183F3799C}" type="presParOf" srcId="{2197488C-9BB4-4FE6-913F-95BF99328D53}" destId="{9BB5FF79-6973-4054-99B9-A54F1965A453}" srcOrd="0" destOrd="0" presId="urn:microsoft.com/office/officeart/2005/8/layout/orgChart1"/>
    <dgm:cxn modelId="{745A0598-378C-4F7C-8A26-FE5153803D59}" type="presParOf" srcId="{2197488C-9BB4-4FE6-913F-95BF99328D53}" destId="{B78A35CA-8616-4084-9244-9BF0A5A39633}" srcOrd="1" destOrd="0" presId="urn:microsoft.com/office/officeart/2005/8/layout/orgChart1"/>
    <dgm:cxn modelId="{268E1F55-B83E-4629-BEBB-656A4A7A4144}" type="presParOf" srcId="{91542984-1884-4075-85FF-10D3512C3511}" destId="{F4B924C5-04CD-43B1-A77B-46828D59C785}" srcOrd="1" destOrd="0" presId="urn:microsoft.com/office/officeart/2005/8/layout/orgChart1"/>
    <dgm:cxn modelId="{A19F9991-6852-47BF-8518-FD7CE39A665E}" type="presParOf" srcId="{F4B924C5-04CD-43B1-A77B-46828D59C785}" destId="{BE153F20-5FEF-4C8F-8351-47167BEE47A5}" srcOrd="0" destOrd="0" presId="urn:microsoft.com/office/officeart/2005/8/layout/orgChart1"/>
    <dgm:cxn modelId="{F1FE76AA-AFF5-48FC-9FCE-BE7AFC4A89DC}" type="presParOf" srcId="{F4B924C5-04CD-43B1-A77B-46828D59C785}" destId="{C5639E7E-A397-40A2-8FFF-DAE417C9821F}" srcOrd="1" destOrd="0" presId="urn:microsoft.com/office/officeart/2005/8/layout/orgChart1"/>
    <dgm:cxn modelId="{7B6E58E2-39A1-4DAD-BB89-95EA6FF382CA}" type="presParOf" srcId="{C5639E7E-A397-40A2-8FFF-DAE417C9821F}" destId="{06EB2686-EFFA-46D6-B21C-592848EC4C35}" srcOrd="0" destOrd="0" presId="urn:microsoft.com/office/officeart/2005/8/layout/orgChart1"/>
    <dgm:cxn modelId="{576001A4-25C6-470D-8B15-3C0F730C0FF3}" type="presParOf" srcId="{06EB2686-EFFA-46D6-B21C-592848EC4C35}" destId="{5419A9F9-1304-4927-89DA-0098410B4A6C}" srcOrd="0" destOrd="0" presId="urn:microsoft.com/office/officeart/2005/8/layout/orgChart1"/>
    <dgm:cxn modelId="{EB3A8889-E5AD-436F-8B57-29959E1CE594}" type="presParOf" srcId="{06EB2686-EFFA-46D6-B21C-592848EC4C35}" destId="{40A99885-4390-4099-9352-3F567619A649}" srcOrd="1" destOrd="0" presId="urn:microsoft.com/office/officeart/2005/8/layout/orgChart1"/>
    <dgm:cxn modelId="{271D2DFC-9FEE-44D8-AC83-4A50151B1CB6}" type="presParOf" srcId="{C5639E7E-A397-40A2-8FFF-DAE417C9821F}" destId="{F250274B-3D10-46AD-88CD-D4E9A3E5DEF8}" srcOrd="1" destOrd="0" presId="urn:microsoft.com/office/officeart/2005/8/layout/orgChart1"/>
    <dgm:cxn modelId="{422DD1DA-AE71-416D-8B88-1EFB4E9890D9}" type="presParOf" srcId="{C5639E7E-A397-40A2-8FFF-DAE417C9821F}" destId="{31FD230F-1C64-450D-B334-68A6F2147CC3}" srcOrd="2" destOrd="0" presId="urn:microsoft.com/office/officeart/2005/8/layout/orgChart1"/>
    <dgm:cxn modelId="{D81FBD9E-3E38-42D1-AE0F-8A7AFDCA11F6}" type="presParOf" srcId="{F4B924C5-04CD-43B1-A77B-46828D59C785}" destId="{267CDB28-B66E-42AF-ABAB-A71DB0C8AA81}" srcOrd="2" destOrd="0" presId="urn:microsoft.com/office/officeart/2005/8/layout/orgChart1"/>
    <dgm:cxn modelId="{ECBECA49-14AE-4DDE-8264-8B58FE05120A}" type="presParOf" srcId="{F4B924C5-04CD-43B1-A77B-46828D59C785}" destId="{A41BDCFF-B3AE-4137-8A2E-DBA1CCDF99F8}" srcOrd="3" destOrd="0" presId="urn:microsoft.com/office/officeart/2005/8/layout/orgChart1"/>
    <dgm:cxn modelId="{EDA9A755-25BF-4EEE-8017-35591E384EF5}" type="presParOf" srcId="{A41BDCFF-B3AE-4137-8A2E-DBA1CCDF99F8}" destId="{03DAC784-53E5-49DB-8AB7-BEAB213A1142}" srcOrd="0" destOrd="0" presId="urn:microsoft.com/office/officeart/2005/8/layout/orgChart1"/>
    <dgm:cxn modelId="{BF62FC08-37D1-4381-ABC3-7C897A5767DF}" type="presParOf" srcId="{03DAC784-53E5-49DB-8AB7-BEAB213A1142}" destId="{83291EA2-E836-484B-AE4C-8D0D6D755106}" srcOrd="0" destOrd="0" presId="urn:microsoft.com/office/officeart/2005/8/layout/orgChart1"/>
    <dgm:cxn modelId="{C3D484B3-3B42-44F3-A9E8-8FD95ED20582}" type="presParOf" srcId="{03DAC784-53E5-49DB-8AB7-BEAB213A1142}" destId="{C640BE60-D054-403D-A97A-A2B88B8C6467}" srcOrd="1" destOrd="0" presId="urn:microsoft.com/office/officeart/2005/8/layout/orgChart1"/>
    <dgm:cxn modelId="{A7CF69D3-6341-4750-A9EA-D36E525D94BC}" type="presParOf" srcId="{A41BDCFF-B3AE-4137-8A2E-DBA1CCDF99F8}" destId="{7CB38D2D-F6FB-4354-8404-B94A0C3D15DC}" srcOrd="1" destOrd="0" presId="urn:microsoft.com/office/officeart/2005/8/layout/orgChart1"/>
    <dgm:cxn modelId="{6D29422B-2BEE-440B-94ED-DD139193E102}" type="presParOf" srcId="{A41BDCFF-B3AE-4137-8A2E-DBA1CCDF99F8}" destId="{B50D8943-B39B-49CE-8755-DA4732EF35F5}" srcOrd="2" destOrd="0" presId="urn:microsoft.com/office/officeart/2005/8/layout/orgChart1"/>
    <dgm:cxn modelId="{135A823D-95EF-4046-B6B0-1338352C3C53}" type="presParOf" srcId="{91542984-1884-4075-85FF-10D3512C3511}" destId="{0FF70A95-51AF-418C-8B0E-B269569EF317}"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022B54-303D-4627-A96C-A7C24F8F48A7}">
      <dsp:nvSpPr>
        <dsp:cNvPr id="0" name=""/>
        <dsp:cNvSpPr/>
      </dsp:nvSpPr>
      <dsp:spPr>
        <a:xfrm>
          <a:off x="1354593" y="2321066"/>
          <a:ext cx="1076271" cy="538135"/>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Chapter 1</a:t>
          </a:r>
        </a:p>
      </dsp:txBody>
      <dsp:txXfrm>
        <a:off x="1370354" y="2336827"/>
        <a:ext cx="1044749" cy="506613"/>
      </dsp:txXfrm>
    </dsp:sp>
    <dsp:sp modelId="{796AC76A-D197-4864-9E5B-C364A3BD66F0}">
      <dsp:nvSpPr>
        <dsp:cNvPr id="0" name=""/>
        <dsp:cNvSpPr/>
      </dsp:nvSpPr>
      <dsp:spPr>
        <a:xfrm rot="16830559">
          <a:off x="1465967" y="1420429"/>
          <a:ext cx="2360304" cy="18698"/>
        </a:xfrm>
        <a:custGeom>
          <a:avLst/>
          <a:gdLst/>
          <a:ahLst/>
          <a:cxnLst/>
          <a:rect l="0" t="0" r="0" b="0"/>
          <a:pathLst>
            <a:path>
              <a:moveTo>
                <a:pt x="0" y="9349"/>
              </a:moveTo>
              <a:lnTo>
                <a:pt x="2360304" y="9349"/>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2587111" y="1370771"/>
        <a:ext cx="118015" cy="118015"/>
      </dsp:txXfrm>
    </dsp:sp>
    <dsp:sp modelId="{2B2BB571-2FF7-4B9E-B6CE-91617EB69FAB}">
      <dsp:nvSpPr>
        <dsp:cNvPr id="0" name=""/>
        <dsp:cNvSpPr/>
      </dsp:nvSpPr>
      <dsp:spPr>
        <a:xfrm>
          <a:off x="2861373" y="355"/>
          <a:ext cx="1076271" cy="538135"/>
        </a:xfrm>
        <a:prstGeom prst="roundRect">
          <a:avLst>
            <a:gd name="adj" fmla="val 10000"/>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Why is requirement engineering?</a:t>
          </a:r>
        </a:p>
      </dsp:txBody>
      <dsp:txXfrm>
        <a:off x="2877134" y="16116"/>
        <a:ext cx="1044749" cy="506613"/>
      </dsp:txXfrm>
    </dsp:sp>
    <dsp:sp modelId="{7932747B-5C19-40C5-B885-11455C1A382C}">
      <dsp:nvSpPr>
        <dsp:cNvPr id="0" name=""/>
        <dsp:cNvSpPr/>
      </dsp:nvSpPr>
      <dsp:spPr>
        <a:xfrm>
          <a:off x="3937645" y="260074"/>
          <a:ext cx="430508" cy="18698"/>
        </a:xfrm>
        <a:custGeom>
          <a:avLst/>
          <a:gdLst/>
          <a:ahLst/>
          <a:cxnLst/>
          <a:rect l="0" t="0" r="0" b="0"/>
          <a:pathLst>
            <a:path>
              <a:moveTo>
                <a:pt x="0" y="9349"/>
              </a:moveTo>
              <a:lnTo>
                <a:pt x="430508" y="934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42137" y="258660"/>
        <a:ext cx="21525" cy="21525"/>
      </dsp:txXfrm>
    </dsp:sp>
    <dsp:sp modelId="{AD7E8BF5-7528-41EE-88AC-CC2675FEEBFF}">
      <dsp:nvSpPr>
        <dsp:cNvPr id="0" name=""/>
        <dsp:cNvSpPr/>
      </dsp:nvSpPr>
      <dsp:spPr>
        <a:xfrm>
          <a:off x="4368154" y="355"/>
          <a:ext cx="1076271" cy="538135"/>
        </a:xfrm>
        <a:prstGeom prst="roundRect">
          <a:avLst>
            <a:gd name="adj" fmla="val 1000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Reduce the defects</a:t>
          </a:r>
        </a:p>
      </dsp:txBody>
      <dsp:txXfrm>
        <a:off x="4383915" y="16116"/>
        <a:ext cx="1044749" cy="506613"/>
      </dsp:txXfrm>
    </dsp:sp>
    <dsp:sp modelId="{3E32C1AB-CB77-4C79-B979-2FB1581EC392}">
      <dsp:nvSpPr>
        <dsp:cNvPr id="0" name=""/>
        <dsp:cNvSpPr/>
      </dsp:nvSpPr>
      <dsp:spPr>
        <a:xfrm rot="17230830">
          <a:off x="1917389" y="1884571"/>
          <a:ext cx="1457459" cy="18698"/>
        </a:xfrm>
        <a:custGeom>
          <a:avLst/>
          <a:gdLst/>
          <a:ahLst/>
          <a:cxnLst/>
          <a:rect l="0" t="0" r="0" b="0"/>
          <a:pathLst>
            <a:path>
              <a:moveTo>
                <a:pt x="0" y="9349"/>
              </a:moveTo>
              <a:lnTo>
                <a:pt x="1457459" y="9349"/>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09683" y="1857484"/>
        <a:ext cx="72872" cy="72872"/>
      </dsp:txXfrm>
    </dsp:sp>
    <dsp:sp modelId="{5316A497-DB5B-4E79-B2FE-8BDAE6B1C897}">
      <dsp:nvSpPr>
        <dsp:cNvPr id="0" name=""/>
        <dsp:cNvSpPr/>
      </dsp:nvSpPr>
      <dsp:spPr>
        <a:xfrm>
          <a:off x="2861373" y="928640"/>
          <a:ext cx="1076271" cy="538135"/>
        </a:xfrm>
        <a:prstGeom prst="roundRect">
          <a:avLst>
            <a:gd name="adj" fmla="val 10000"/>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Product vs Project Req.</a:t>
          </a:r>
        </a:p>
      </dsp:txBody>
      <dsp:txXfrm>
        <a:off x="2877134" y="944401"/>
        <a:ext cx="1044749" cy="506613"/>
      </dsp:txXfrm>
    </dsp:sp>
    <dsp:sp modelId="{5AD071D9-D903-4067-8570-A317E664EB80}">
      <dsp:nvSpPr>
        <dsp:cNvPr id="0" name=""/>
        <dsp:cNvSpPr/>
      </dsp:nvSpPr>
      <dsp:spPr>
        <a:xfrm rot="19457599">
          <a:off x="3887813" y="1033644"/>
          <a:ext cx="530173" cy="18698"/>
        </a:xfrm>
        <a:custGeom>
          <a:avLst/>
          <a:gdLst/>
          <a:ahLst/>
          <a:cxnLst/>
          <a:rect l="0" t="0" r="0" b="0"/>
          <a:pathLst>
            <a:path>
              <a:moveTo>
                <a:pt x="0" y="9349"/>
              </a:moveTo>
              <a:lnTo>
                <a:pt x="530173" y="934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39645" y="1029739"/>
        <a:ext cx="26508" cy="26508"/>
      </dsp:txXfrm>
    </dsp:sp>
    <dsp:sp modelId="{8B55D45D-F68D-409E-9C12-DF1922C1287F}">
      <dsp:nvSpPr>
        <dsp:cNvPr id="0" name=""/>
        <dsp:cNvSpPr/>
      </dsp:nvSpPr>
      <dsp:spPr>
        <a:xfrm>
          <a:off x="4368154" y="619211"/>
          <a:ext cx="1076271" cy="538135"/>
        </a:xfrm>
        <a:prstGeom prst="roundRect">
          <a:avLst>
            <a:gd name="adj" fmla="val 1000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Product Req.</a:t>
          </a:r>
        </a:p>
      </dsp:txBody>
      <dsp:txXfrm>
        <a:off x="4383915" y="634972"/>
        <a:ext cx="1044749" cy="506613"/>
      </dsp:txXfrm>
    </dsp:sp>
    <dsp:sp modelId="{21622179-D853-4377-A7BC-CD19F1817BED}">
      <dsp:nvSpPr>
        <dsp:cNvPr id="0" name=""/>
        <dsp:cNvSpPr/>
      </dsp:nvSpPr>
      <dsp:spPr>
        <a:xfrm rot="2142401">
          <a:off x="3887813" y="1343072"/>
          <a:ext cx="530173" cy="18698"/>
        </a:xfrm>
        <a:custGeom>
          <a:avLst/>
          <a:gdLst/>
          <a:ahLst/>
          <a:cxnLst/>
          <a:rect l="0" t="0" r="0" b="0"/>
          <a:pathLst>
            <a:path>
              <a:moveTo>
                <a:pt x="0" y="9349"/>
              </a:moveTo>
              <a:lnTo>
                <a:pt x="530173" y="934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39645" y="1339167"/>
        <a:ext cx="26508" cy="26508"/>
      </dsp:txXfrm>
    </dsp:sp>
    <dsp:sp modelId="{C9B6A6F9-F861-4984-AB55-08EDFD33BE7C}">
      <dsp:nvSpPr>
        <dsp:cNvPr id="0" name=""/>
        <dsp:cNvSpPr/>
      </dsp:nvSpPr>
      <dsp:spPr>
        <a:xfrm>
          <a:off x="4368154" y="1238068"/>
          <a:ext cx="1076271" cy="538135"/>
        </a:xfrm>
        <a:prstGeom prst="roundRect">
          <a:avLst>
            <a:gd name="adj" fmla="val 1000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Project Req.</a:t>
          </a:r>
        </a:p>
      </dsp:txBody>
      <dsp:txXfrm>
        <a:off x="4383915" y="1253829"/>
        <a:ext cx="1044749" cy="506613"/>
      </dsp:txXfrm>
    </dsp:sp>
    <dsp:sp modelId="{F24B634E-0875-49F8-93D8-31A7557BF5EA}">
      <dsp:nvSpPr>
        <dsp:cNvPr id="0" name=""/>
        <dsp:cNvSpPr/>
      </dsp:nvSpPr>
      <dsp:spPr>
        <a:xfrm rot="3654187">
          <a:off x="2203471" y="2967570"/>
          <a:ext cx="885295" cy="18698"/>
        </a:xfrm>
        <a:custGeom>
          <a:avLst/>
          <a:gdLst/>
          <a:ahLst/>
          <a:cxnLst/>
          <a:rect l="0" t="0" r="0" b="0"/>
          <a:pathLst>
            <a:path>
              <a:moveTo>
                <a:pt x="0" y="9349"/>
              </a:moveTo>
              <a:lnTo>
                <a:pt x="885295" y="9349"/>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23987" y="2954787"/>
        <a:ext cx="44264" cy="44264"/>
      </dsp:txXfrm>
    </dsp:sp>
    <dsp:sp modelId="{BBC7C5AB-1C36-483B-A9C5-10C5B77A79DF}">
      <dsp:nvSpPr>
        <dsp:cNvPr id="0" name=""/>
        <dsp:cNvSpPr/>
      </dsp:nvSpPr>
      <dsp:spPr>
        <a:xfrm>
          <a:off x="2861373" y="3094636"/>
          <a:ext cx="1076271" cy="538135"/>
        </a:xfrm>
        <a:prstGeom prst="roundRect">
          <a:avLst>
            <a:gd name="adj" fmla="val 10000"/>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Requirements</a:t>
          </a:r>
        </a:p>
      </dsp:txBody>
      <dsp:txXfrm>
        <a:off x="2877134" y="3110397"/>
        <a:ext cx="1044749" cy="506613"/>
      </dsp:txXfrm>
    </dsp:sp>
    <dsp:sp modelId="{FD3B5FCB-A2A9-4AAD-ABD1-6C47EF19BB84}">
      <dsp:nvSpPr>
        <dsp:cNvPr id="0" name=""/>
        <dsp:cNvSpPr/>
      </dsp:nvSpPr>
      <dsp:spPr>
        <a:xfrm rot="19457599">
          <a:off x="3887813" y="3199641"/>
          <a:ext cx="530173" cy="18698"/>
        </a:xfrm>
        <a:custGeom>
          <a:avLst/>
          <a:gdLst/>
          <a:ahLst/>
          <a:cxnLst/>
          <a:rect l="0" t="0" r="0" b="0"/>
          <a:pathLst>
            <a:path>
              <a:moveTo>
                <a:pt x="0" y="9349"/>
              </a:moveTo>
              <a:lnTo>
                <a:pt x="530173" y="934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39645" y="3195736"/>
        <a:ext cx="26508" cy="26508"/>
      </dsp:txXfrm>
    </dsp:sp>
    <dsp:sp modelId="{C3874AC6-B381-4F71-8E2A-5E6C8A3C5208}">
      <dsp:nvSpPr>
        <dsp:cNvPr id="0" name=""/>
        <dsp:cNvSpPr/>
      </dsp:nvSpPr>
      <dsp:spPr>
        <a:xfrm>
          <a:off x="4368154" y="2785208"/>
          <a:ext cx="1076271" cy="538135"/>
        </a:xfrm>
        <a:prstGeom prst="roundRect">
          <a:avLst>
            <a:gd name="adj" fmla="val 1000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Development</a:t>
          </a:r>
        </a:p>
      </dsp:txBody>
      <dsp:txXfrm>
        <a:off x="4383915" y="2800969"/>
        <a:ext cx="1044749" cy="506613"/>
      </dsp:txXfrm>
    </dsp:sp>
    <dsp:sp modelId="{4C9C5BCF-9F77-40EA-BE1E-7FB4041A39FB}">
      <dsp:nvSpPr>
        <dsp:cNvPr id="0" name=""/>
        <dsp:cNvSpPr/>
      </dsp:nvSpPr>
      <dsp:spPr>
        <a:xfrm rot="17692822">
          <a:off x="5148053" y="2580785"/>
          <a:ext cx="1023254" cy="18698"/>
        </a:xfrm>
        <a:custGeom>
          <a:avLst/>
          <a:gdLst/>
          <a:ahLst/>
          <a:cxnLst/>
          <a:rect l="0" t="0" r="0" b="0"/>
          <a:pathLst>
            <a:path>
              <a:moveTo>
                <a:pt x="0" y="9349"/>
              </a:moveTo>
              <a:lnTo>
                <a:pt x="1023254" y="9349"/>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34099" y="2564553"/>
        <a:ext cx="51162" cy="51162"/>
      </dsp:txXfrm>
    </dsp:sp>
    <dsp:sp modelId="{AD133C51-E7B0-430B-986B-FDD1F7460078}">
      <dsp:nvSpPr>
        <dsp:cNvPr id="0" name=""/>
        <dsp:cNvSpPr/>
      </dsp:nvSpPr>
      <dsp:spPr>
        <a:xfrm>
          <a:off x="5874934" y="1856924"/>
          <a:ext cx="1076271" cy="538135"/>
        </a:xfrm>
        <a:prstGeom prst="roundRect">
          <a:avLst>
            <a:gd name="adj" fmla="val 10000"/>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Elicitation</a:t>
          </a:r>
        </a:p>
      </dsp:txBody>
      <dsp:txXfrm>
        <a:off x="5890695" y="1872685"/>
        <a:ext cx="1044749" cy="506613"/>
      </dsp:txXfrm>
    </dsp:sp>
    <dsp:sp modelId="{CA6ACCEE-A4B7-4395-985F-C8C6EF4DBD0C}">
      <dsp:nvSpPr>
        <dsp:cNvPr id="0" name=""/>
        <dsp:cNvSpPr/>
      </dsp:nvSpPr>
      <dsp:spPr>
        <a:xfrm rot="19457599">
          <a:off x="5394593" y="2890213"/>
          <a:ext cx="530173" cy="18698"/>
        </a:xfrm>
        <a:custGeom>
          <a:avLst/>
          <a:gdLst/>
          <a:ahLst/>
          <a:cxnLst/>
          <a:rect l="0" t="0" r="0" b="0"/>
          <a:pathLst>
            <a:path>
              <a:moveTo>
                <a:pt x="0" y="9349"/>
              </a:moveTo>
              <a:lnTo>
                <a:pt x="530173" y="9349"/>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46426" y="2886308"/>
        <a:ext cx="26508" cy="26508"/>
      </dsp:txXfrm>
    </dsp:sp>
    <dsp:sp modelId="{AEC0F7F4-BCF9-4B12-8D07-3330D54E5D51}">
      <dsp:nvSpPr>
        <dsp:cNvPr id="0" name=""/>
        <dsp:cNvSpPr/>
      </dsp:nvSpPr>
      <dsp:spPr>
        <a:xfrm>
          <a:off x="5874934" y="2475780"/>
          <a:ext cx="1076271" cy="538135"/>
        </a:xfrm>
        <a:prstGeom prst="roundRect">
          <a:avLst>
            <a:gd name="adj" fmla="val 10000"/>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Analysis</a:t>
          </a:r>
        </a:p>
      </dsp:txBody>
      <dsp:txXfrm>
        <a:off x="5890695" y="2491541"/>
        <a:ext cx="1044749" cy="506613"/>
      </dsp:txXfrm>
    </dsp:sp>
    <dsp:sp modelId="{5115C143-77E7-43DC-8253-0DC244A9DD3F}">
      <dsp:nvSpPr>
        <dsp:cNvPr id="0" name=""/>
        <dsp:cNvSpPr/>
      </dsp:nvSpPr>
      <dsp:spPr>
        <a:xfrm rot="2142401">
          <a:off x="5394593" y="3199641"/>
          <a:ext cx="530173" cy="18698"/>
        </a:xfrm>
        <a:custGeom>
          <a:avLst/>
          <a:gdLst/>
          <a:ahLst/>
          <a:cxnLst/>
          <a:rect l="0" t="0" r="0" b="0"/>
          <a:pathLst>
            <a:path>
              <a:moveTo>
                <a:pt x="0" y="9349"/>
              </a:moveTo>
              <a:lnTo>
                <a:pt x="530173" y="9349"/>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46426" y="3195736"/>
        <a:ext cx="26508" cy="26508"/>
      </dsp:txXfrm>
    </dsp:sp>
    <dsp:sp modelId="{FAF1B082-8ECC-4B46-BCF8-0551B4218E3C}">
      <dsp:nvSpPr>
        <dsp:cNvPr id="0" name=""/>
        <dsp:cNvSpPr/>
      </dsp:nvSpPr>
      <dsp:spPr>
        <a:xfrm>
          <a:off x="5874934" y="3094636"/>
          <a:ext cx="1076271" cy="538135"/>
        </a:xfrm>
        <a:prstGeom prst="roundRect">
          <a:avLst>
            <a:gd name="adj" fmla="val 10000"/>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Specification</a:t>
          </a:r>
        </a:p>
      </dsp:txBody>
      <dsp:txXfrm>
        <a:off x="5890695" y="3110397"/>
        <a:ext cx="1044749" cy="506613"/>
      </dsp:txXfrm>
    </dsp:sp>
    <dsp:sp modelId="{ADFB74DF-E795-48A3-9794-B3477A0573A8}">
      <dsp:nvSpPr>
        <dsp:cNvPr id="0" name=""/>
        <dsp:cNvSpPr/>
      </dsp:nvSpPr>
      <dsp:spPr>
        <a:xfrm rot="3907178">
          <a:off x="5148053" y="3509069"/>
          <a:ext cx="1023254" cy="18698"/>
        </a:xfrm>
        <a:custGeom>
          <a:avLst/>
          <a:gdLst/>
          <a:ahLst/>
          <a:cxnLst/>
          <a:rect l="0" t="0" r="0" b="0"/>
          <a:pathLst>
            <a:path>
              <a:moveTo>
                <a:pt x="0" y="9349"/>
              </a:moveTo>
              <a:lnTo>
                <a:pt x="1023254" y="9349"/>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34099" y="3492837"/>
        <a:ext cx="51162" cy="51162"/>
      </dsp:txXfrm>
    </dsp:sp>
    <dsp:sp modelId="{8E3C40A6-F730-4B47-9830-CCAF5925BCE5}">
      <dsp:nvSpPr>
        <dsp:cNvPr id="0" name=""/>
        <dsp:cNvSpPr/>
      </dsp:nvSpPr>
      <dsp:spPr>
        <a:xfrm>
          <a:off x="5874934" y="3713493"/>
          <a:ext cx="1076271" cy="538135"/>
        </a:xfrm>
        <a:prstGeom prst="roundRect">
          <a:avLst>
            <a:gd name="adj" fmla="val 10000"/>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Validation</a:t>
          </a:r>
        </a:p>
      </dsp:txBody>
      <dsp:txXfrm>
        <a:off x="5890695" y="3729254"/>
        <a:ext cx="1044749" cy="506613"/>
      </dsp:txXfrm>
    </dsp:sp>
    <dsp:sp modelId="{D078AB68-D63C-431E-8E3E-CBC219CC360D}">
      <dsp:nvSpPr>
        <dsp:cNvPr id="0" name=""/>
        <dsp:cNvSpPr/>
      </dsp:nvSpPr>
      <dsp:spPr>
        <a:xfrm rot="2142401">
          <a:off x="3887813" y="3509069"/>
          <a:ext cx="530173" cy="18698"/>
        </a:xfrm>
        <a:custGeom>
          <a:avLst/>
          <a:gdLst/>
          <a:ahLst/>
          <a:cxnLst/>
          <a:rect l="0" t="0" r="0" b="0"/>
          <a:pathLst>
            <a:path>
              <a:moveTo>
                <a:pt x="0" y="9349"/>
              </a:moveTo>
              <a:lnTo>
                <a:pt x="530173" y="934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39645" y="3505164"/>
        <a:ext cx="26508" cy="26508"/>
      </dsp:txXfrm>
    </dsp:sp>
    <dsp:sp modelId="{ED409975-F023-4D38-A935-27ECD74145AC}">
      <dsp:nvSpPr>
        <dsp:cNvPr id="0" name=""/>
        <dsp:cNvSpPr/>
      </dsp:nvSpPr>
      <dsp:spPr>
        <a:xfrm>
          <a:off x="4368154" y="3404064"/>
          <a:ext cx="1076271" cy="538135"/>
        </a:xfrm>
        <a:prstGeom prst="roundRect">
          <a:avLst>
            <a:gd name="adj" fmla="val 1000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Management</a:t>
          </a:r>
        </a:p>
      </dsp:txBody>
      <dsp:txXfrm>
        <a:off x="4383915" y="3419825"/>
        <a:ext cx="1044749" cy="506613"/>
      </dsp:txXfrm>
    </dsp:sp>
    <dsp:sp modelId="{973EA0BC-B1BF-43AC-8969-37331BFA8861}">
      <dsp:nvSpPr>
        <dsp:cNvPr id="0" name=""/>
        <dsp:cNvSpPr/>
      </dsp:nvSpPr>
      <dsp:spPr>
        <a:xfrm rot="4548241">
          <a:off x="1768388" y="3431712"/>
          <a:ext cx="1755462" cy="18698"/>
        </a:xfrm>
        <a:custGeom>
          <a:avLst/>
          <a:gdLst/>
          <a:ahLst/>
          <a:cxnLst/>
          <a:rect l="0" t="0" r="0" b="0"/>
          <a:pathLst>
            <a:path>
              <a:moveTo>
                <a:pt x="0" y="9349"/>
              </a:moveTo>
              <a:lnTo>
                <a:pt x="1755462" y="9349"/>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2602233" y="3397175"/>
        <a:ext cx="87773" cy="87773"/>
      </dsp:txXfrm>
    </dsp:sp>
    <dsp:sp modelId="{2DDC814F-6D4F-4878-A76D-326D11B8B1A7}">
      <dsp:nvSpPr>
        <dsp:cNvPr id="0" name=""/>
        <dsp:cNvSpPr/>
      </dsp:nvSpPr>
      <dsp:spPr>
        <a:xfrm>
          <a:off x="2861373" y="4022921"/>
          <a:ext cx="1076271" cy="538135"/>
        </a:xfrm>
        <a:prstGeom prst="roundRect">
          <a:avLst>
            <a:gd name="adj" fmla="val 10000"/>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Bad Req.</a:t>
          </a:r>
        </a:p>
      </dsp:txBody>
      <dsp:txXfrm>
        <a:off x="2877134" y="4038682"/>
        <a:ext cx="1044749" cy="506613"/>
      </dsp:txXfrm>
    </dsp:sp>
    <dsp:sp modelId="{816CC93E-9B11-4291-8AC4-F47ABB5A50C3}">
      <dsp:nvSpPr>
        <dsp:cNvPr id="0" name=""/>
        <dsp:cNvSpPr/>
      </dsp:nvSpPr>
      <dsp:spPr>
        <a:xfrm>
          <a:off x="3937645" y="4282639"/>
          <a:ext cx="430508" cy="18698"/>
        </a:xfrm>
        <a:custGeom>
          <a:avLst/>
          <a:gdLst/>
          <a:ahLst/>
          <a:cxnLst/>
          <a:rect l="0" t="0" r="0" b="0"/>
          <a:pathLst>
            <a:path>
              <a:moveTo>
                <a:pt x="0" y="9349"/>
              </a:moveTo>
              <a:lnTo>
                <a:pt x="430508" y="934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42137" y="4281226"/>
        <a:ext cx="21525" cy="21525"/>
      </dsp:txXfrm>
    </dsp:sp>
    <dsp:sp modelId="{964F514C-975B-4643-B0B9-2DF2B86E2B38}">
      <dsp:nvSpPr>
        <dsp:cNvPr id="0" name=""/>
        <dsp:cNvSpPr/>
      </dsp:nvSpPr>
      <dsp:spPr>
        <a:xfrm>
          <a:off x="4368154" y="4022921"/>
          <a:ext cx="1076271" cy="538135"/>
        </a:xfrm>
        <a:prstGeom prst="roundRect">
          <a:avLst>
            <a:gd name="adj" fmla="val 1000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consumes </a:t>
          </a:r>
          <a:r>
            <a:rPr lang="en-US" sz="900" kern="1200" dirty="0">
              <a:solidFill>
                <a:srgbClr val="FF0000"/>
              </a:solidFill>
            </a:rPr>
            <a:t>30-50%</a:t>
          </a:r>
          <a:r>
            <a:rPr lang="en-US" sz="900" kern="1200" dirty="0"/>
            <a:t> of total development cost for rework</a:t>
          </a:r>
        </a:p>
      </dsp:txBody>
      <dsp:txXfrm>
        <a:off x="4383915" y="4038682"/>
        <a:ext cx="1044749" cy="506613"/>
      </dsp:txXfrm>
    </dsp:sp>
    <dsp:sp modelId="{FCD8A844-BFAC-4CD7-90C0-F17BEF55D2F7}">
      <dsp:nvSpPr>
        <dsp:cNvPr id="0" name=""/>
        <dsp:cNvSpPr/>
      </dsp:nvSpPr>
      <dsp:spPr>
        <a:xfrm rot="4769441">
          <a:off x="1465967" y="3741140"/>
          <a:ext cx="2360304" cy="18698"/>
        </a:xfrm>
        <a:custGeom>
          <a:avLst/>
          <a:gdLst/>
          <a:ahLst/>
          <a:cxnLst/>
          <a:rect l="0" t="0" r="0" b="0"/>
          <a:pathLst>
            <a:path>
              <a:moveTo>
                <a:pt x="0" y="9349"/>
              </a:moveTo>
              <a:lnTo>
                <a:pt x="2360304" y="9349"/>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2587111" y="3691482"/>
        <a:ext cx="118015" cy="118015"/>
      </dsp:txXfrm>
    </dsp:sp>
    <dsp:sp modelId="{FD7C27D9-CCCB-4F56-A418-F89B8305B78A}">
      <dsp:nvSpPr>
        <dsp:cNvPr id="0" name=""/>
        <dsp:cNvSpPr/>
      </dsp:nvSpPr>
      <dsp:spPr>
        <a:xfrm>
          <a:off x="2861373" y="4641777"/>
          <a:ext cx="1076271" cy="538135"/>
        </a:xfrm>
        <a:prstGeom prst="roundRect">
          <a:avLst>
            <a:gd name="adj" fmla="val 10000"/>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High-quality req.</a:t>
          </a:r>
        </a:p>
      </dsp:txBody>
      <dsp:txXfrm>
        <a:off x="2877134" y="4657538"/>
        <a:ext cx="1044749" cy="506613"/>
      </dsp:txXfrm>
    </dsp:sp>
    <dsp:sp modelId="{121BC0AB-71FF-411D-A000-E41E11894B15}">
      <dsp:nvSpPr>
        <dsp:cNvPr id="0" name=""/>
        <dsp:cNvSpPr/>
      </dsp:nvSpPr>
      <dsp:spPr>
        <a:xfrm>
          <a:off x="3937645" y="4901496"/>
          <a:ext cx="430508" cy="18698"/>
        </a:xfrm>
        <a:custGeom>
          <a:avLst/>
          <a:gdLst/>
          <a:ahLst/>
          <a:cxnLst/>
          <a:rect l="0" t="0" r="0" b="0"/>
          <a:pathLst>
            <a:path>
              <a:moveTo>
                <a:pt x="0" y="9349"/>
              </a:moveTo>
              <a:lnTo>
                <a:pt x="430508" y="934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42137" y="4900082"/>
        <a:ext cx="21525" cy="21525"/>
      </dsp:txXfrm>
    </dsp:sp>
    <dsp:sp modelId="{C3A50CFC-EFFB-4C12-AA8E-A74F50A6423B}">
      <dsp:nvSpPr>
        <dsp:cNvPr id="0" name=""/>
        <dsp:cNvSpPr/>
      </dsp:nvSpPr>
      <dsp:spPr>
        <a:xfrm>
          <a:off x="4368154" y="4641777"/>
          <a:ext cx="1076271" cy="538135"/>
        </a:xfrm>
        <a:prstGeom prst="roundRect">
          <a:avLst>
            <a:gd name="adj" fmla="val 10000"/>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Successful project</a:t>
          </a:r>
        </a:p>
      </dsp:txBody>
      <dsp:txXfrm>
        <a:off x="4383915" y="4657538"/>
        <a:ext cx="1044749" cy="5066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7CDB28-B66E-42AF-ABAB-A71DB0C8AA81}">
      <dsp:nvSpPr>
        <dsp:cNvPr id="0" name=""/>
        <dsp:cNvSpPr/>
      </dsp:nvSpPr>
      <dsp:spPr>
        <a:xfrm>
          <a:off x="7106591" y="2455106"/>
          <a:ext cx="205187" cy="1600462"/>
        </a:xfrm>
        <a:custGeom>
          <a:avLst/>
          <a:gdLst/>
          <a:ahLst/>
          <a:cxnLst/>
          <a:rect l="0" t="0" r="0" b="0"/>
          <a:pathLst>
            <a:path>
              <a:moveTo>
                <a:pt x="0" y="0"/>
              </a:moveTo>
              <a:lnTo>
                <a:pt x="0" y="1600462"/>
              </a:lnTo>
              <a:lnTo>
                <a:pt x="205187" y="160046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E153F20-5FEF-4C8F-8351-47167BEE47A5}">
      <dsp:nvSpPr>
        <dsp:cNvPr id="0" name=""/>
        <dsp:cNvSpPr/>
      </dsp:nvSpPr>
      <dsp:spPr>
        <a:xfrm>
          <a:off x="7106591" y="2455106"/>
          <a:ext cx="205187" cy="629241"/>
        </a:xfrm>
        <a:custGeom>
          <a:avLst/>
          <a:gdLst/>
          <a:ahLst/>
          <a:cxnLst/>
          <a:rect l="0" t="0" r="0" b="0"/>
          <a:pathLst>
            <a:path>
              <a:moveTo>
                <a:pt x="0" y="0"/>
              </a:moveTo>
              <a:lnTo>
                <a:pt x="0" y="629241"/>
              </a:lnTo>
              <a:lnTo>
                <a:pt x="205187" y="62924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C6780BE-0BFA-452E-B23B-840ADD2F1082}">
      <dsp:nvSpPr>
        <dsp:cNvPr id="0" name=""/>
        <dsp:cNvSpPr/>
      </dsp:nvSpPr>
      <dsp:spPr>
        <a:xfrm>
          <a:off x="4172410" y="1483885"/>
          <a:ext cx="3481347" cy="287262"/>
        </a:xfrm>
        <a:custGeom>
          <a:avLst/>
          <a:gdLst/>
          <a:ahLst/>
          <a:cxnLst/>
          <a:rect l="0" t="0" r="0" b="0"/>
          <a:pathLst>
            <a:path>
              <a:moveTo>
                <a:pt x="0" y="0"/>
              </a:moveTo>
              <a:lnTo>
                <a:pt x="0" y="143631"/>
              </a:lnTo>
              <a:lnTo>
                <a:pt x="3481347" y="143631"/>
              </a:lnTo>
              <a:lnTo>
                <a:pt x="3481347" y="28726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AB65234-BEF3-44F6-8238-22DD5F2B3ECA}">
      <dsp:nvSpPr>
        <dsp:cNvPr id="0" name=""/>
        <dsp:cNvSpPr/>
      </dsp:nvSpPr>
      <dsp:spPr>
        <a:xfrm>
          <a:off x="5451412" y="2455106"/>
          <a:ext cx="205187" cy="938783"/>
        </a:xfrm>
        <a:custGeom>
          <a:avLst/>
          <a:gdLst/>
          <a:ahLst/>
          <a:cxnLst/>
          <a:rect l="0" t="0" r="0" b="0"/>
          <a:pathLst>
            <a:path>
              <a:moveTo>
                <a:pt x="0" y="0"/>
              </a:moveTo>
              <a:lnTo>
                <a:pt x="0" y="938783"/>
              </a:lnTo>
              <a:lnTo>
                <a:pt x="205187" y="93878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821369-B757-43AF-BF6D-02B9EF83A7FF}">
      <dsp:nvSpPr>
        <dsp:cNvPr id="0" name=""/>
        <dsp:cNvSpPr/>
      </dsp:nvSpPr>
      <dsp:spPr>
        <a:xfrm>
          <a:off x="4172410" y="1483885"/>
          <a:ext cx="1826168" cy="287262"/>
        </a:xfrm>
        <a:custGeom>
          <a:avLst/>
          <a:gdLst/>
          <a:ahLst/>
          <a:cxnLst/>
          <a:rect l="0" t="0" r="0" b="0"/>
          <a:pathLst>
            <a:path>
              <a:moveTo>
                <a:pt x="0" y="0"/>
              </a:moveTo>
              <a:lnTo>
                <a:pt x="0" y="143631"/>
              </a:lnTo>
              <a:lnTo>
                <a:pt x="1826168" y="143631"/>
              </a:lnTo>
              <a:lnTo>
                <a:pt x="1826168" y="28726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438FCC-53E8-4CBE-9E34-2132871188CC}">
      <dsp:nvSpPr>
        <dsp:cNvPr id="0" name=""/>
        <dsp:cNvSpPr/>
      </dsp:nvSpPr>
      <dsp:spPr>
        <a:xfrm>
          <a:off x="3796233" y="2455106"/>
          <a:ext cx="205187" cy="1600462"/>
        </a:xfrm>
        <a:custGeom>
          <a:avLst/>
          <a:gdLst/>
          <a:ahLst/>
          <a:cxnLst/>
          <a:rect l="0" t="0" r="0" b="0"/>
          <a:pathLst>
            <a:path>
              <a:moveTo>
                <a:pt x="0" y="0"/>
              </a:moveTo>
              <a:lnTo>
                <a:pt x="0" y="1600462"/>
              </a:lnTo>
              <a:lnTo>
                <a:pt x="205187" y="160046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4AC9E0-962C-4E78-A693-CB404F97964B}">
      <dsp:nvSpPr>
        <dsp:cNvPr id="0" name=""/>
        <dsp:cNvSpPr/>
      </dsp:nvSpPr>
      <dsp:spPr>
        <a:xfrm>
          <a:off x="3796233" y="2455106"/>
          <a:ext cx="205187" cy="629241"/>
        </a:xfrm>
        <a:custGeom>
          <a:avLst/>
          <a:gdLst/>
          <a:ahLst/>
          <a:cxnLst/>
          <a:rect l="0" t="0" r="0" b="0"/>
          <a:pathLst>
            <a:path>
              <a:moveTo>
                <a:pt x="0" y="0"/>
              </a:moveTo>
              <a:lnTo>
                <a:pt x="0" y="629241"/>
              </a:lnTo>
              <a:lnTo>
                <a:pt x="205187" y="62924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020EB3-B687-49B5-864A-7775365865BE}">
      <dsp:nvSpPr>
        <dsp:cNvPr id="0" name=""/>
        <dsp:cNvSpPr/>
      </dsp:nvSpPr>
      <dsp:spPr>
        <a:xfrm>
          <a:off x="4172410" y="1483885"/>
          <a:ext cx="170989" cy="287262"/>
        </a:xfrm>
        <a:custGeom>
          <a:avLst/>
          <a:gdLst/>
          <a:ahLst/>
          <a:cxnLst/>
          <a:rect l="0" t="0" r="0" b="0"/>
          <a:pathLst>
            <a:path>
              <a:moveTo>
                <a:pt x="0" y="0"/>
              </a:moveTo>
              <a:lnTo>
                <a:pt x="0" y="143631"/>
              </a:lnTo>
              <a:lnTo>
                <a:pt x="170989" y="143631"/>
              </a:lnTo>
              <a:lnTo>
                <a:pt x="170989" y="28726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CFEAFB9-1AF4-484E-B255-0473015BB9DC}">
      <dsp:nvSpPr>
        <dsp:cNvPr id="0" name=""/>
        <dsp:cNvSpPr/>
      </dsp:nvSpPr>
      <dsp:spPr>
        <a:xfrm>
          <a:off x="2141054" y="3426326"/>
          <a:ext cx="205187" cy="629241"/>
        </a:xfrm>
        <a:custGeom>
          <a:avLst/>
          <a:gdLst/>
          <a:ahLst/>
          <a:cxnLst/>
          <a:rect l="0" t="0" r="0" b="0"/>
          <a:pathLst>
            <a:path>
              <a:moveTo>
                <a:pt x="0" y="0"/>
              </a:moveTo>
              <a:lnTo>
                <a:pt x="0" y="629241"/>
              </a:lnTo>
              <a:lnTo>
                <a:pt x="205187" y="629241"/>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2A41425-2A6B-472C-AF7D-497B8D8C6C0F}">
      <dsp:nvSpPr>
        <dsp:cNvPr id="0" name=""/>
        <dsp:cNvSpPr/>
      </dsp:nvSpPr>
      <dsp:spPr>
        <a:xfrm>
          <a:off x="2642501" y="2455106"/>
          <a:ext cx="91440" cy="287262"/>
        </a:xfrm>
        <a:custGeom>
          <a:avLst/>
          <a:gdLst/>
          <a:ahLst/>
          <a:cxnLst/>
          <a:rect l="0" t="0" r="0" b="0"/>
          <a:pathLst>
            <a:path>
              <a:moveTo>
                <a:pt x="45720" y="0"/>
              </a:moveTo>
              <a:lnTo>
                <a:pt x="45720" y="28726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2688221" y="1483885"/>
          <a:ext cx="1484189" cy="287262"/>
        </a:xfrm>
        <a:custGeom>
          <a:avLst/>
          <a:gdLst/>
          <a:ahLst/>
          <a:cxnLst/>
          <a:rect l="0" t="0" r="0" b="0"/>
          <a:pathLst>
            <a:path>
              <a:moveTo>
                <a:pt x="1484189" y="0"/>
              </a:moveTo>
              <a:lnTo>
                <a:pt x="1484189" y="143631"/>
              </a:lnTo>
              <a:lnTo>
                <a:pt x="0" y="143631"/>
              </a:lnTo>
              <a:lnTo>
                <a:pt x="0" y="28726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E7F276F-E57B-4251-A70B-2917BAF50B6F}">
      <dsp:nvSpPr>
        <dsp:cNvPr id="0" name=""/>
        <dsp:cNvSpPr/>
      </dsp:nvSpPr>
      <dsp:spPr>
        <a:xfrm>
          <a:off x="143896" y="2455106"/>
          <a:ext cx="205187" cy="629241"/>
        </a:xfrm>
        <a:custGeom>
          <a:avLst/>
          <a:gdLst/>
          <a:ahLst/>
          <a:cxnLst/>
          <a:rect l="0" t="0" r="0" b="0"/>
          <a:pathLst>
            <a:path>
              <a:moveTo>
                <a:pt x="0" y="0"/>
              </a:moveTo>
              <a:lnTo>
                <a:pt x="0" y="629241"/>
              </a:lnTo>
              <a:lnTo>
                <a:pt x="205187" y="62924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691062" y="1483885"/>
          <a:ext cx="3481347" cy="287262"/>
        </a:xfrm>
        <a:custGeom>
          <a:avLst/>
          <a:gdLst/>
          <a:ahLst/>
          <a:cxnLst/>
          <a:rect l="0" t="0" r="0" b="0"/>
          <a:pathLst>
            <a:path>
              <a:moveTo>
                <a:pt x="3481347" y="0"/>
              </a:moveTo>
              <a:lnTo>
                <a:pt x="3481347" y="143631"/>
              </a:lnTo>
              <a:lnTo>
                <a:pt x="0" y="143631"/>
              </a:lnTo>
              <a:lnTo>
                <a:pt x="0" y="28726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3488452" y="799927"/>
          <a:ext cx="1367916" cy="683958"/>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Chapter 2</a:t>
          </a:r>
        </a:p>
      </dsp:txBody>
      <dsp:txXfrm>
        <a:off x="3488452" y="799927"/>
        <a:ext cx="1367916" cy="683958"/>
      </dsp:txXfrm>
    </dsp:sp>
    <dsp:sp modelId="{C9422C4E-2B02-4D33-A16B-EF7B187ECAB7}">
      <dsp:nvSpPr>
        <dsp:cNvPr id="0" name=""/>
        <dsp:cNvSpPr/>
      </dsp:nvSpPr>
      <dsp:spPr>
        <a:xfrm>
          <a:off x="7104" y="1771148"/>
          <a:ext cx="1367916" cy="683958"/>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The expectation gap</a:t>
          </a:r>
        </a:p>
      </dsp:txBody>
      <dsp:txXfrm>
        <a:off x="7104" y="1771148"/>
        <a:ext cx="1367916" cy="683958"/>
      </dsp:txXfrm>
    </dsp:sp>
    <dsp:sp modelId="{31C29986-52F5-42D4-A9FC-3B32B3F35DB2}">
      <dsp:nvSpPr>
        <dsp:cNvPr id="0" name=""/>
        <dsp:cNvSpPr/>
      </dsp:nvSpPr>
      <dsp:spPr>
        <a:xfrm>
          <a:off x="349083" y="2742368"/>
          <a:ext cx="1367916" cy="68395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t>best way to minimize the expectation gap </a:t>
          </a:r>
          <a:endParaRPr lang="en-US" sz="1400" kern="1200" dirty="0"/>
        </a:p>
      </dsp:txBody>
      <dsp:txXfrm>
        <a:off x="349083" y="2742368"/>
        <a:ext cx="1367916" cy="683958"/>
      </dsp:txXfrm>
    </dsp:sp>
    <dsp:sp modelId="{02B28F85-DE51-42FF-859E-1DD3A478F426}">
      <dsp:nvSpPr>
        <dsp:cNvPr id="0" name=""/>
        <dsp:cNvSpPr/>
      </dsp:nvSpPr>
      <dsp:spPr>
        <a:xfrm>
          <a:off x="2004262" y="1771148"/>
          <a:ext cx="1367916" cy="683958"/>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Who is stakeholders</a:t>
          </a:r>
        </a:p>
      </dsp:txBody>
      <dsp:txXfrm>
        <a:off x="2004262" y="1771148"/>
        <a:ext cx="1367916" cy="683958"/>
      </dsp:txXfrm>
    </dsp:sp>
    <dsp:sp modelId="{BB71A1EC-99D4-46DC-BDFC-1D7F327564B8}">
      <dsp:nvSpPr>
        <dsp:cNvPr id="0" name=""/>
        <dsp:cNvSpPr/>
      </dsp:nvSpPr>
      <dsp:spPr>
        <a:xfrm>
          <a:off x="2004262" y="2742368"/>
          <a:ext cx="1367916" cy="68395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Customers</a:t>
          </a:r>
        </a:p>
      </dsp:txBody>
      <dsp:txXfrm>
        <a:off x="2004262" y="2742368"/>
        <a:ext cx="1367916" cy="683958"/>
      </dsp:txXfrm>
    </dsp:sp>
    <dsp:sp modelId="{5487298C-5DF2-4AE0-AD6D-3E1DEBCFB02C}">
      <dsp:nvSpPr>
        <dsp:cNvPr id="0" name=""/>
        <dsp:cNvSpPr/>
      </dsp:nvSpPr>
      <dsp:spPr>
        <a:xfrm>
          <a:off x="2346241" y="3713589"/>
          <a:ext cx="1367916" cy="683958"/>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End-users</a:t>
          </a:r>
        </a:p>
      </dsp:txBody>
      <dsp:txXfrm>
        <a:off x="2346241" y="3713589"/>
        <a:ext cx="1367916" cy="683958"/>
      </dsp:txXfrm>
    </dsp:sp>
    <dsp:sp modelId="{03758FE5-334A-46EC-AD76-4289659832B6}">
      <dsp:nvSpPr>
        <dsp:cNvPr id="0" name=""/>
        <dsp:cNvSpPr/>
      </dsp:nvSpPr>
      <dsp:spPr>
        <a:xfrm>
          <a:off x="3659441" y="1771148"/>
          <a:ext cx="1367916" cy="683958"/>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Customer-Development partnership</a:t>
          </a:r>
        </a:p>
      </dsp:txBody>
      <dsp:txXfrm>
        <a:off x="3659441" y="1771148"/>
        <a:ext cx="1367916" cy="683958"/>
      </dsp:txXfrm>
    </dsp:sp>
    <dsp:sp modelId="{AF41A196-D073-444E-BDCD-FC763BCB5F43}">
      <dsp:nvSpPr>
        <dsp:cNvPr id="0" name=""/>
        <dsp:cNvSpPr/>
      </dsp:nvSpPr>
      <dsp:spPr>
        <a:xfrm>
          <a:off x="4001420" y="2742368"/>
          <a:ext cx="1367916" cy="68395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10 rights of customers</a:t>
          </a:r>
        </a:p>
      </dsp:txBody>
      <dsp:txXfrm>
        <a:off x="4001420" y="2742368"/>
        <a:ext cx="1367916" cy="683958"/>
      </dsp:txXfrm>
    </dsp:sp>
    <dsp:sp modelId="{EB9DD715-B78F-4025-BC3C-DDF41A6D4038}">
      <dsp:nvSpPr>
        <dsp:cNvPr id="0" name=""/>
        <dsp:cNvSpPr/>
      </dsp:nvSpPr>
      <dsp:spPr>
        <a:xfrm>
          <a:off x="4001420" y="3713589"/>
          <a:ext cx="1367916" cy="68395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10 responsibilities of customers</a:t>
          </a:r>
        </a:p>
      </dsp:txBody>
      <dsp:txXfrm>
        <a:off x="4001420" y="3713589"/>
        <a:ext cx="1367916" cy="683958"/>
      </dsp:txXfrm>
    </dsp:sp>
    <dsp:sp modelId="{E2CE8193-46AF-44C0-B4A1-4402C2A6388E}">
      <dsp:nvSpPr>
        <dsp:cNvPr id="0" name=""/>
        <dsp:cNvSpPr/>
      </dsp:nvSpPr>
      <dsp:spPr>
        <a:xfrm>
          <a:off x="5314620" y="1771148"/>
          <a:ext cx="1367916" cy="683958"/>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Req. baseline</a:t>
          </a:r>
        </a:p>
      </dsp:txBody>
      <dsp:txXfrm>
        <a:off x="5314620" y="1771148"/>
        <a:ext cx="1367916" cy="683958"/>
      </dsp:txXfrm>
    </dsp:sp>
    <dsp:sp modelId="{B386D850-18E4-4553-BFA3-F5B91F42AF1A}">
      <dsp:nvSpPr>
        <dsp:cNvPr id="0" name=""/>
        <dsp:cNvSpPr/>
      </dsp:nvSpPr>
      <dsp:spPr>
        <a:xfrm>
          <a:off x="5656599" y="2742368"/>
          <a:ext cx="1367916" cy="13030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a set of requirements that has been reviewed and agreed upon and serves as the basis for further development</a:t>
          </a:r>
        </a:p>
      </dsp:txBody>
      <dsp:txXfrm>
        <a:off x="5656599" y="2742368"/>
        <a:ext cx="1367916" cy="1303043"/>
      </dsp:txXfrm>
    </dsp:sp>
    <dsp:sp modelId="{9BB5FF79-6973-4054-99B9-A54F1965A453}">
      <dsp:nvSpPr>
        <dsp:cNvPr id="0" name=""/>
        <dsp:cNvSpPr/>
      </dsp:nvSpPr>
      <dsp:spPr>
        <a:xfrm>
          <a:off x="6969799" y="1771148"/>
          <a:ext cx="1367916" cy="683958"/>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Agile Projects</a:t>
          </a:r>
        </a:p>
      </dsp:txBody>
      <dsp:txXfrm>
        <a:off x="6969799" y="1771148"/>
        <a:ext cx="1367916" cy="683958"/>
      </dsp:txXfrm>
    </dsp:sp>
    <dsp:sp modelId="{5419A9F9-1304-4927-89DA-0098410B4A6C}">
      <dsp:nvSpPr>
        <dsp:cNvPr id="0" name=""/>
        <dsp:cNvSpPr/>
      </dsp:nvSpPr>
      <dsp:spPr>
        <a:xfrm>
          <a:off x="7311778" y="2742368"/>
          <a:ext cx="1367916" cy="68395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User stories</a:t>
          </a:r>
        </a:p>
      </dsp:txBody>
      <dsp:txXfrm>
        <a:off x="7311778" y="2742368"/>
        <a:ext cx="1367916" cy="683958"/>
      </dsp:txXfrm>
    </dsp:sp>
    <dsp:sp modelId="{83291EA2-E836-484B-AE4C-8D0D6D755106}">
      <dsp:nvSpPr>
        <dsp:cNvPr id="0" name=""/>
        <dsp:cNvSpPr/>
      </dsp:nvSpPr>
      <dsp:spPr>
        <a:xfrm>
          <a:off x="7311778" y="3713589"/>
          <a:ext cx="1367916" cy="68395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Product backlog</a:t>
          </a:r>
        </a:p>
      </dsp:txBody>
      <dsp:txXfrm>
        <a:off x="7311778" y="3713589"/>
        <a:ext cx="1367916" cy="68395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74102E-317B-43A5-9B76-8ABD36E9CC05}" type="datetimeFigureOut">
              <a:rPr lang="en-US" smtClean="0"/>
              <a:t>5/11/21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A9B688-A743-4A44-832D-C442DAE0B49D}" type="slidenum">
              <a:rPr lang="en-US" smtClean="0"/>
              <a:t>‹#›</a:t>
            </a:fld>
            <a:endParaRPr lang="en-US"/>
          </a:p>
        </p:txBody>
      </p:sp>
    </p:spTree>
    <p:extLst>
      <p:ext uri="{BB962C8B-B14F-4D97-AF65-F5344CB8AC3E}">
        <p14:creationId xmlns:p14="http://schemas.microsoft.com/office/powerpoint/2010/main" val="1363379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A9B688-A743-4A44-832D-C442DAE0B49D}" type="slidenum">
              <a:rPr lang="en-US" smtClean="0"/>
              <a:t>2</a:t>
            </a:fld>
            <a:endParaRPr lang="en-US"/>
          </a:p>
        </p:txBody>
      </p:sp>
    </p:spTree>
    <p:extLst>
      <p:ext uri="{BB962C8B-B14F-4D97-AF65-F5344CB8AC3E}">
        <p14:creationId xmlns:p14="http://schemas.microsoft.com/office/powerpoint/2010/main" val="3319279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Requirements Bill of Rights for Software Customers and a  corresponding Requirements Bill of Responsibilities for Software Customers could bring to student the importance of customer—and specifically end user—involvement in requirements  development: </a:t>
            </a:r>
            <a:r>
              <a:rPr lang="vi-VN" dirty="0"/>
              <a:t>Yêu cầu </a:t>
            </a:r>
            <a:r>
              <a:rPr lang="en-US" dirty="0" err="1"/>
              <a:t>Phiếu</a:t>
            </a:r>
            <a:r>
              <a:rPr lang="vi-VN" dirty="0"/>
              <a:t> quyền </a:t>
            </a:r>
            <a:r>
              <a:rPr lang="en-US" dirty="0" err="1"/>
              <a:t>của</a:t>
            </a:r>
            <a:r>
              <a:rPr lang="en-US" baseline="0" dirty="0"/>
              <a:t> </a:t>
            </a:r>
            <a:r>
              <a:rPr lang="vi-VN" dirty="0"/>
              <a:t>khách hàng phần mềm và yêu cầu tương ứng </a:t>
            </a:r>
            <a:r>
              <a:rPr lang="en-US" dirty="0" err="1"/>
              <a:t>Phiếu</a:t>
            </a:r>
            <a:r>
              <a:rPr lang="en-US" baseline="0" dirty="0"/>
              <a:t> </a:t>
            </a:r>
            <a:r>
              <a:rPr lang="en-US" baseline="0" dirty="0" err="1"/>
              <a:t>Trách</a:t>
            </a:r>
            <a:r>
              <a:rPr lang="en-US" baseline="0" dirty="0"/>
              <a:t> </a:t>
            </a:r>
            <a:r>
              <a:rPr lang="en-US" baseline="0" dirty="0" err="1"/>
              <a:t>nhiệm</a:t>
            </a:r>
            <a:r>
              <a:rPr lang="en-US" baseline="0" dirty="0"/>
              <a:t> </a:t>
            </a:r>
            <a:r>
              <a:rPr lang="en-US" baseline="0" dirty="0" err="1"/>
              <a:t>của</a:t>
            </a:r>
            <a:r>
              <a:rPr lang="vi-VN" dirty="0"/>
              <a:t> khách hàng phần mềm có thể mang đến cho sinh viên tầm quan trọng của khách hàng và đặc biệt là sự tham gia của người dùng cuối trong việc phát triển yêu cầu.</a:t>
            </a:r>
          </a:p>
          <a:p>
            <a:r>
              <a:rPr lang="vi-VN" dirty="0"/>
              <a:t> </a:t>
            </a:r>
          </a:p>
          <a:p>
            <a:endParaRPr lang="en-US" dirty="0"/>
          </a:p>
        </p:txBody>
      </p:sp>
      <p:sp>
        <p:nvSpPr>
          <p:cNvPr id="4" name="Slide Number Placeholder 3"/>
          <p:cNvSpPr>
            <a:spLocks noGrp="1"/>
          </p:cNvSpPr>
          <p:nvPr>
            <p:ph type="sldNum" sz="quarter" idx="10"/>
          </p:nvPr>
        </p:nvSpPr>
        <p:spPr/>
        <p:txBody>
          <a:bodyPr/>
          <a:lstStyle/>
          <a:p>
            <a:fld id="{80A9B688-A743-4A44-832D-C442DAE0B49D}" type="slidenum">
              <a:rPr lang="en-US" smtClean="0"/>
              <a:t>3</a:t>
            </a:fld>
            <a:endParaRPr lang="en-US"/>
          </a:p>
        </p:txBody>
      </p:sp>
    </p:spTree>
    <p:extLst>
      <p:ext uri="{BB962C8B-B14F-4D97-AF65-F5344CB8AC3E}">
        <p14:creationId xmlns:p14="http://schemas.microsoft.com/office/powerpoint/2010/main" val="1544257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 best way to minimize the expectation gap is to arrange frequent contact points with suitable customer representatives: </a:t>
            </a:r>
            <a:r>
              <a:rPr lang="vi-VN" dirty="0"/>
              <a:t>Cách tốt nhất để giảm thiểu khoảng cách kỳ vọng là sắp xếp các điểm tiếp xúc thường xuyên với các đại diện khách hàng phù hợp.</a:t>
            </a:r>
            <a:endParaRPr lang="en-US" dirty="0"/>
          </a:p>
          <a:p>
            <a:pPr marL="171450" indent="-171450">
              <a:buFontTx/>
              <a:buChar char="-"/>
            </a:pPr>
            <a:r>
              <a:rPr lang="en-US" dirty="0"/>
              <a:t>user interface design walkthroughs: </a:t>
            </a:r>
            <a:r>
              <a:rPr lang="vi-VN" dirty="0"/>
              <a:t>hướng dẫn thiết kế giao diện người dùng.</a:t>
            </a:r>
            <a:endParaRPr lang="en-US" dirty="0"/>
          </a:p>
          <a:p>
            <a:pPr marL="171450" indent="-171450">
              <a:buFontTx/>
              <a:buChar char="-"/>
            </a:pPr>
            <a:r>
              <a:rPr lang="en-US" dirty="0"/>
              <a:t>as the progressively shrinking small gray triangles in the figure, a series of such contact points will </a:t>
            </a:r>
            <a:r>
              <a:rPr lang="en-US" dirty="0" err="1"/>
              <a:t>leat</a:t>
            </a:r>
            <a:r>
              <a:rPr lang="en-US" dirty="0"/>
              <a:t> to a far smaller expectation gap at the end of project and a solution that is much closer to the actual customer needs.: </a:t>
            </a:r>
            <a:r>
              <a:rPr lang="vi-VN" dirty="0"/>
              <a:t>khi các hình tam giác nhỏ màu xám dần dần thu nhỏ lại trong hình, một loạt các điểm tiếp xúc như vậy sẽ thu hẹp khoảng cách kỳ vọng nhỏ hơn nhiều vào cuối dự án và một giải pháp gần hơn với nhu cầu thực tế của khách hàng.</a:t>
            </a:r>
            <a:endParaRPr lang="en-US" dirty="0"/>
          </a:p>
        </p:txBody>
      </p:sp>
      <p:sp>
        <p:nvSpPr>
          <p:cNvPr id="4" name="Slide Number Placeholder 3"/>
          <p:cNvSpPr>
            <a:spLocks noGrp="1"/>
          </p:cNvSpPr>
          <p:nvPr>
            <p:ph type="sldNum" sz="quarter" idx="10"/>
          </p:nvPr>
        </p:nvSpPr>
        <p:spPr/>
        <p:txBody>
          <a:bodyPr/>
          <a:lstStyle/>
          <a:p>
            <a:fld id="{80A9B688-A743-4A44-832D-C442DAE0B49D}" type="slidenum">
              <a:rPr lang="en-US" smtClean="0"/>
              <a:t>6</a:t>
            </a:fld>
            <a:endParaRPr lang="en-US"/>
          </a:p>
        </p:txBody>
      </p:sp>
    </p:spTree>
    <p:extLst>
      <p:ext uri="{BB962C8B-B14F-4D97-AF65-F5344CB8AC3E}">
        <p14:creationId xmlns:p14="http://schemas.microsoft.com/office/powerpoint/2010/main" val="22300279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compliance auditors: </a:t>
            </a:r>
            <a:r>
              <a:rPr lang="en-US" dirty="0" err="1"/>
              <a:t>kiểm</a:t>
            </a:r>
            <a:r>
              <a:rPr lang="en-US" baseline="0" dirty="0"/>
              <a:t> </a:t>
            </a:r>
            <a:r>
              <a:rPr lang="en-US" baseline="0" dirty="0" err="1"/>
              <a:t>toán</a:t>
            </a:r>
            <a:r>
              <a:rPr lang="en-US" baseline="0" dirty="0"/>
              <a:t> viên </a:t>
            </a:r>
            <a:r>
              <a:rPr lang="en-US" baseline="0" dirty="0" err="1"/>
              <a:t>tuân</a:t>
            </a:r>
            <a:r>
              <a:rPr lang="en-US" baseline="0" dirty="0"/>
              <a:t> </a:t>
            </a:r>
            <a:r>
              <a:rPr lang="en-US" baseline="0" dirty="0" err="1"/>
              <a:t>thủ</a:t>
            </a:r>
            <a:endParaRPr lang="en-US" dirty="0"/>
          </a:p>
        </p:txBody>
      </p:sp>
      <p:sp>
        <p:nvSpPr>
          <p:cNvPr id="4" name="Slide Number Placeholder 3"/>
          <p:cNvSpPr>
            <a:spLocks noGrp="1"/>
          </p:cNvSpPr>
          <p:nvPr>
            <p:ph type="sldNum" sz="quarter" idx="10"/>
          </p:nvPr>
        </p:nvSpPr>
        <p:spPr/>
        <p:txBody>
          <a:bodyPr/>
          <a:lstStyle/>
          <a:p>
            <a:fld id="{80A9B688-A743-4A44-832D-C442DAE0B49D}" type="slidenum">
              <a:rPr lang="en-US" smtClean="0"/>
              <a:t>9</a:t>
            </a:fld>
            <a:endParaRPr lang="en-US"/>
          </a:p>
        </p:txBody>
      </p:sp>
    </p:spTree>
    <p:extLst>
      <p:ext uri="{BB962C8B-B14F-4D97-AF65-F5344CB8AC3E}">
        <p14:creationId xmlns:p14="http://schemas.microsoft.com/office/powerpoint/2010/main" val="30326281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Teacher should explain every the right of customers in requirements engineering</a:t>
            </a:r>
            <a:r>
              <a:rPr lang="en-US" baseline="0" dirty="0"/>
              <a:t> activities</a:t>
            </a:r>
          </a:p>
          <a:p>
            <a:pPr marL="171450" indent="-171450">
              <a:buFontTx/>
              <a:buChar char="-"/>
            </a:pPr>
            <a:r>
              <a:rPr lang="en-US" baseline="0" dirty="0"/>
              <a:t>Result from (v): </a:t>
            </a:r>
            <a:r>
              <a:rPr lang="en-US" baseline="0" dirty="0" err="1"/>
              <a:t>có</a:t>
            </a:r>
            <a:r>
              <a:rPr lang="en-US" baseline="0" dirty="0"/>
              <a:t> </a:t>
            </a:r>
            <a:r>
              <a:rPr lang="en-US" baseline="0" dirty="0" err="1"/>
              <a:t>được</a:t>
            </a:r>
            <a:r>
              <a:rPr lang="en-US" baseline="0" dirty="0"/>
              <a:t> do</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a:t>An excellent SW product result from </a:t>
            </a:r>
            <a:r>
              <a:rPr lang="en-US" sz="1050" dirty="0"/>
              <a:t>(</a:t>
            </a:r>
            <a:r>
              <a:rPr lang="en-US" sz="1050" dirty="0" err="1"/>
              <a:t>có</a:t>
            </a:r>
            <a:r>
              <a:rPr lang="en-US" sz="1050" dirty="0"/>
              <a:t> </a:t>
            </a:r>
            <a:r>
              <a:rPr lang="en-US" sz="1050" dirty="0" err="1"/>
              <a:t>được</a:t>
            </a:r>
            <a:r>
              <a:rPr lang="en-US" sz="1050" dirty="0"/>
              <a:t>)</a:t>
            </a:r>
            <a:r>
              <a:rPr lang="en-US" dirty="0"/>
              <a:t> a well-executed design  based on excellent requirements. </a:t>
            </a:r>
            <a:r>
              <a:rPr lang="vi-VN" dirty="0"/>
              <a:t>Một kết quả sản phẩm </a:t>
            </a:r>
            <a:r>
              <a:rPr lang="en-US" dirty="0"/>
              <a:t>PM</a:t>
            </a:r>
            <a:r>
              <a:rPr lang="vi-VN" dirty="0"/>
              <a:t> tuyệt vời từ một thiết kế được thực hiện tốt dựa trên các yêu cầu tuyệt vời.</a:t>
            </a:r>
            <a:endParaRPr lang="en-US" dirty="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a:t>A collaborative effort can work only when all parties involves know what they need to be successful and when they understand and respect what their collaborators need to be successful: </a:t>
            </a:r>
            <a:r>
              <a:rPr lang="en-US" dirty="0" err="1"/>
              <a:t>Một</a:t>
            </a:r>
            <a:r>
              <a:rPr lang="en-US" dirty="0"/>
              <a:t> </a:t>
            </a:r>
            <a:r>
              <a:rPr lang="en-US" dirty="0" err="1"/>
              <a:t>nỗ</a:t>
            </a:r>
            <a:r>
              <a:rPr lang="en-US" dirty="0"/>
              <a:t> </a:t>
            </a:r>
            <a:r>
              <a:rPr lang="en-US" dirty="0" err="1"/>
              <a:t>lực</a:t>
            </a:r>
            <a:r>
              <a:rPr lang="en-US" dirty="0"/>
              <a:t> </a:t>
            </a:r>
            <a:r>
              <a:rPr lang="en-US" dirty="0" err="1"/>
              <a:t>hợp</a:t>
            </a:r>
            <a:r>
              <a:rPr lang="en-US" dirty="0"/>
              <a:t> </a:t>
            </a:r>
            <a:r>
              <a:rPr lang="en-US" dirty="0" err="1"/>
              <a:t>tác</a:t>
            </a:r>
            <a:r>
              <a:rPr lang="en-US" dirty="0"/>
              <a:t> </a:t>
            </a:r>
            <a:r>
              <a:rPr lang="en-US" dirty="0" err="1"/>
              <a:t>chỉ</a:t>
            </a:r>
            <a:r>
              <a:rPr lang="en-US" dirty="0"/>
              <a:t> </a:t>
            </a:r>
            <a:r>
              <a:rPr lang="en-US" dirty="0" err="1"/>
              <a:t>có</a:t>
            </a:r>
            <a:r>
              <a:rPr lang="en-US" dirty="0"/>
              <a:t> </a:t>
            </a:r>
            <a:r>
              <a:rPr lang="en-US" dirty="0" err="1"/>
              <a:t>thể</a:t>
            </a:r>
            <a:r>
              <a:rPr lang="en-US" dirty="0"/>
              <a:t> </a:t>
            </a:r>
            <a:r>
              <a:rPr lang="en-US" dirty="0" err="1"/>
              <a:t>hoạt</a:t>
            </a:r>
            <a:r>
              <a:rPr lang="en-US" dirty="0"/>
              <a:t> </a:t>
            </a:r>
            <a:r>
              <a:rPr lang="en-US" dirty="0" err="1"/>
              <a:t>động</a:t>
            </a:r>
            <a:r>
              <a:rPr lang="en-US" dirty="0"/>
              <a:t> </a:t>
            </a:r>
            <a:r>
              <a:rPr lang="en-US" dirty="0" err="1"/>
              <a:t>khi</a:t>
            </a:r>
            <a:r>
              <a:rPr lang="en-US" dirty="0"/>
              <a:t> </a:t>
            </a:r>
            <a:r>
              <a:rPr lang="en-US" dirty="0" err="1"/>
              <a:t>tất</a:t>
            </a:r>
            <a:r>
              <a:rPr lang="en-US" dirty="0"/>
              <a:t> </a:t>
            </a:r>
            <a:r>
              <a:rPr lang="en-US" dirty="0" err="1"/>
              <a:t>cả</a:t>
            </a:r>
            <a:r>
              <a:rPr lang="en-US" dirty="0"/>
              <a:t> </a:t>
            </a:r>
            <a:r>
              <a:rPr lang="en-US" dirty="0" err="1"/>
              <a:t>các</a:t>
            </a:r>
            <a:r>
              <a:rPr lang="en-US" dirty="0"/>
              <a:t> </a:t>
            </a:r>
            <a:r>
              <a:rPr lang="en-US" dirty="0" err="1"/>
              <a:t>bên</a:t>
            </a:r>
            <a:r>
              <a:rPr lang="en-US" dirty="0"/>
              <a:t> </a:t>
            </a:r>
            <a:r>
              <a:rPr lang="en-US" dirty="0" err="1"/>
              <a:t>tham</a:t>
            </a:r>
            <a:r>
              <a:rPr lang="en-US" dirty="0"/>
              <a:t> </a:t>
            </a:r>
            <a:r>
              <a:rPr lang="en-US" dirty="0" err="1"/>
              <a:t>gia</a:t>
            </a:r>
            <a:r>
              <a:rPr lang="en-US" dirty="0"/>
              <a:t> </a:t>
            </a:r>
            <a:r>
              <a:rPr lang="en-US" dirty="0" err="1"/>
              <a:t>biết</a:t>
            </a:r>
            <a:r>
              <a:rPr lang="en-US" dirty="0"/>
              <a:t> </a:t>
            </a:r>
            <a:r>
              <a:rPr lang="en-US" dirty="0" err="1"/>
              <a:t>họ</a:t>
            </a:r>
            <a:r>
              <a:rPr lang="en-US" dirty="0"/>
              <a:t> </a:t>
            </a:r>
            <a:r>
              <a:rPr lang="en-US" dirty="0" err="1"/>
              <a:t>cần</a:t>
            </a:r>
            <a:r>
              <a:rPr lang="en-US" dirty="0"/>
              <a:t> </a:t>
            </a:r>
            <a:r>
              <a:rPr lang="en-US" dirty="0" err="1"/>
              <a:t>gì</a:t>
            </a:r>
            <a:r>
              <a:rPr lang="en-US" dirty="0"/>
              <a:t> </a:t>
            </a:r>
            <a:r>
              <a:rPr lang="en-US" dirty="0" err="1"/>
              <a:t>để</a:t>
            </a:r>
            <a:r>
              <a:rPr lang="en-US" dirty="0"/>
              <a:t> </a:t>
            </a:r>
            <a:r>
              <a:rPr lang="en-US" dirty="0" err="1"/>
              <a:t>thành</a:t>
            </a:r>
            <a:r>
              <a:rPr lang="en-US" dirty="0"/>
              <a:t> </a:t>
            </a:r>
            <a:r>
              <a:rPr lang="en-US" dirty="0" err="1"/>
              <a:t>công</a:t>
            </a:r>
            <a:r>
              <a:rPr lang="en-US" dirty="0"/>
              <a:t> </a:t>
            </a:r>
            <a:r>
              <a:rPr lang="en-US" dirty="0" err="1"/>
              <a:t>và</a:t>
            </a:r>
            <a:r>
              <a:rPr lang="en-US" dirty="0"/>
              <a:t> </a:t>
            </a:r>
            <a:r>
              <a:rPr lang="en-US" dirty="0" err="1"/>
              <a:t>khi</a:t>
            </a:r>
            <a:r>
              <a:rPr lang="en-US" dirty="0"/>
              <a:t> </a:t>
            </a:r>
            <a:r>
              <a:rPr lang="en-US" dirty="0" err="1"/>
              <a:t>họ</a:t>
            </a:r>
            <a:r>
              <a:rPr lang="en-US" dirty="0"/>
              <a:t> </a:t>
            </a:r>
            <a:r>
              <a:rPr lang="en-US" dirty="0" err="1"/>
              <a:t>hiểu</a:t>
            </a:r>
            <a:r>
              <a:rPr lang="en-US" dirty="0"/>
              <a:t> </a:t>
            </a:r>
            <a:r>
              <a:rPr lang="en-US" dirty="0" err="1"/>
              <a:t>và</a:t>
            </a:r>
            <a:r>
              <a:rPr lang="en-US" dirty="0"/>
              <a:t> </a:t>
            </a:r>
            <a:r>
              <a:rPr lang="en-US" dirty="0" err="1"/>
              <a:t>tôn</a:t>
            </a:r>
            <a:r>
              <a:rPr lang="en-US" dirty="0"/>
              <a:t> </a:t>
            </a:r>
            <a:r>
              <a:rPr lang="en-US" dirty="0" err="1"/>
              <a:t>trọng</a:t>
            </a:r>
            <a:r>
              <a:rPr lang="en-US" dirty="0"/>
              <a:t> </a:t>
            </a:r>
            <a:r>
              <a:rPr lang="en-US" dirty="0" err="1"/>
              <a:t>những</a:t>
            </a:r>
            <a:r>
              <a:rPr lang="en-US" dirty="0"/>
              <a:t> </a:t>
            </a:r>
            <a:r>
              <a:rPr lang="en-US" dirty="0" err="1"/>
              <a:t>gì</a:t>
            </a:r>
            <a:r>
              <a:rPr lang="en-US" dirty="0"/>
              <a:t> </a:t>
            </a:r>
            <a:r>
              <a:rPr lang="en-US" dirty="0" err="1"/>
              <a:t>cộng</a:t>
            </a:r>
            <a:r>
              <a:rPr lang="en-US" dirty="0"/>
              <a:t> </a:t>
            </a:r>
            <a:r>
              <a:rPr lang="en-US" dirty="0" err="1"/>
              <a:t>tác</a:t>
            </a:r>
            <a:r>
              <a:rPr lang="en-US" dirty="0"/>
              <a:t> viên </a:t>
            </a:r>
            <a:r>
              <a:rPr lang="en-US" dirty="0" err="1"/>
              <a:t>của</a:t>
            </a:r>
            <a:r>
              <a:rPr lang="en-US" dirty="0"/>
              <a:t> </a:t>
            </a:r>
            <a:r>
              <a:rPr lang="en-US" dirty="0" err="1"/>
              <a:t>họ</a:t>
            </a:r>
            <a:r>
              <a:rPr lang="en-US" dirty="0"/>
              <a:t> </a:t>
            </a:r>
            <a:r>
              <a:rPr lang="en-US" dirty="0" err="1"/>
              <a:t>cần</a:t>
            </a:r>
            <a:r>
              <a:rPr lang="en-US" dirty="0"/>
              <a:t> </a:t>
            </a:r>
            <a:r>
              <a:rPr lang="en-US" dirty="0" err="1"/>
              <a:t>để</a:t>
            </a:r>
            <a:r>
              <a:rPr lang="en-US" dirty="0"/>
              <a:t> </a:t>
            </a:r>
            <a:r>
              <a:rPr lang="en-US" dirty="0" err="1"/>
              <a:t>thành</a:t>
            </a:r>
            <a:r>
              <a:rPr lang="en-US" dirty="0"/>
              <a:t> </a:t>
            </a:r>
            <a:r>
              <a:rPr lang="en-US" dirty="0" err="1"/>
              <a:t>công</a:t>
            </a:r>
            <a:r>
              <a:rPr lang="en-US" dirty="0"/>
              <a:t>.</a:t>
            </a:r>
          </a:p>
          <a:p>
            <a:pPr marL="0" indent="0">
              <a:buFontTx/>
              <a:buNone/>
            </a:pPr>
            <a:endParaRPr lang="en-US" baseline="0"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11</a:t>
            </a:fld>
            <a:endParaRPr lang="en-US"/>
          </a:p>
        </p:txBody>
      </p:sp>
    </p:spTree>
    <p:extLst>
      <p:ext uri="{BB962C8B-B14F-4D97-AF65-F5344CB8AC3E}">
        <p14:creationId xmlns:p14="http://schemas.microsoft.com/office/powerpoint/2010/main" val="24599862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Teacher should explain every the right of customers in requirements engineering</a:t>
            </a:r>
            <a:r>
              <a:rPr lang="en-US" baseline="0" dirty="0"/>
              <a:t> activities</a:t>
            </a:r>
          </a:p>
          <a:p>
            <a:pPr marL="171450" indent="-171450">
              <a:buFontTx/>
              <a:buChar char="-"/>
            </a:pPr>
            <a:r>
              <a:rPr lang="en-US" sz="1200" dirty="0"/>
              <a:t>Describe characteristics that will make the product easy to use: </a:t>
            </a:r>
            <a:r>
              <a:rPr lang="en-US" sz="1200" dirty="0" err="1"/>
              <a:t>Mô</a:t>
            </a:r>
            <a:r>
              <a:rPr lang="en-US" sz="1200" dirty="0"/>
              <a:t> </a:t>
            </a:r>
            <a:r>
              <a:rPr lang="en-US" sz="1200" dirty="0" err="1"/>
              <a:t>tả</a:t>
            </a:r>
            <a:r>
              <a:rPr lang="en-US" sz="1200" dirty="0"/>
              <a:t> </a:t>
            </a:r>
            <a:r>
              <a:rPr lang="en-US" sz="1200" dirty="0" err="1"/>
              <a:t>các</a:t>
            </a:r>
            <a:r>
              <a:rPr lang="en-US" sz="1200" dirty="0"/>
              <a:t> </a:t>
            </a:r>
            <a:r>
              <a:rPr lang="en-US" sz="1200" dirty="0" err="1"/>
              <a:t>đặc</a:t>
            </a:r>
            <a:r>
              <a:rPr lang="en-US" sz="1200" dirty="0"/>
              <a:t> </a:t>
            </a:r>
            <a:r>
              <a:rPr lang="en-US" sz="1200" dirty="0" err="1"/>
              <a:t>điểm</a:t>
            </a:r>
            <a:r>
              <a:rPr lang="en-US" sz="1200" dirty="0"/>
              <a:t> </a:t>
            </a:r>
            <a:r>
              <a:rPr lang="en-US" sz="1200" dirty="0" err="1"/>
              <a:t>sẽ</a:t>
            </a:r>
            <a:r>
              <a:rPr lang="en-US" sz="1200" dirty="0"/>
              <a:t> </a:t>
            </a:r>
            <a:r>
              <a:rPr lang="en-US" sz="1200" dirty="0" err="1"/>
              <a:t>làm</a:t>
            </a:r>
            <a:r>
              <a:rPr lang="en-US" sz="1200" dirty="0"/>
              <a:t> </a:t>
            </a:r>
            <a:r>
              <a:rPr lang="en-US" sz="1200" dirty="0" err="1"/>
              <a:t>cho</a:t>
            </a:r>
            <a:r>
              <a:rPr lang="en-US" sz="1200" dirty="0"/>
              <a:t> </a:t>
            </a:r>
            <a:r>
              <a:rPr lang="en-US" sz="1200" dirty="0" err="1"/>
              <a:t>sản</a:t>
            </a:r>
            <a:r>
              <a:rPr lang="en-US" sz="1200" dirty="0"/>
              <a:t> </a:t>
            </a:r>
            <a:r>
              <a:rPr lang="en-US" sz="1200" dirty="0" err="1"/>
              <a:t>phẩm</a:t>
            </a:r>
            <a:r>
              <a:rPr lang="en-US" sz="1200" dirty="0"/>
              <a:t> </a:t>
            </a:r>
            <a:r>
              <a:rPr lang="en-US" sz="1200" dirty="0" err="1"/>
              <a:t>dễ</a:t>
            </a:r>
            <a:r>
              <a:rPr lang="en-US" sz="1200" dirty="0"/>
              <a:t> </a:t>
            </a:r>
            <a:r>
              <a:rPr lang="en-US" sz="1200" dirty="0" err="1"/>
              <a:t>sử</a:t>
            </a:r>
            <a:r>
              <a:rPr lang="en-US" sz="1200" dirty="0"/>
              <a:t> </a:t>
            </a:r>
            <a:r>
              <a:rPr lang="en-US" sz="1200" dirty="0" err="1"/>
              <a:t>dụng</a:t>
            </a:r>
            <a:r>
              <a:rPr lang="en-US" sz="1200" dirty="0"/>
              <a:t>.</a:t>
            </a:r>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sz="2000" dirty="0"/>
              <a:t>Hear about ways to adjust requirements to accelerate development through reuse.</a:t>
            </a:r>
            <a:r>
              <a:rPr lang="en-US" sz="1200" dirty="0"/>
              <a:t>:</a:t>
            </a:r>
            <a:r>
              <a:rPr lang="en-US" sz="1200" baseline="0" dirty="0"/>
              <a:t> </a:t>
            </a:r>
            <a:r>
              <a:rPr lang="en-US" sz="1200" baseline="0" dirty="0" err="1"/>
              <a:t>Nghe</a:t>
            </a:r>
            <a:r>
              <a:rPr lang="en-US" sz="1200" baseline="0" dirty="0"/>
              <a:t> </a:t>
            </a:r>
            <a:r>
              <a:rPr lang="en-US" sz="1200" baseline="0" dirty="0" err="1"/>
              <a:t>về</a:t>
            </a:r>
            <a:r>
              <a:rPr lang="en-US" sz="1200" baseline="0" dirty="0"/>
              <a:t> </a:t>
            </a:r>
            <a:r>
              <a:rPr lang="en-US" sz="1200" baseline="0" dirty="0" err="1"/>
              <a:t>cách</a:t>
            </a:r>
            <a:r>
              <a:rPr lang="en-US" sz="1200" baseline="0" dirty="0"/>
              <a:t> </a:t>
            </a:r>
            <a:r>
              <a:rPr lang="en-US" sz="1200" baseline="0" dirty="0" err="1"/>
              <a:t>điều</a:t>
            </a:r>
            <a:r>
              <a:rPr lang="en-US" sz="1200" baseline="0" dirty="0"/>
              <a:t> </a:t>
            </a:r>
            <a:r>
              <a:rPr lang="en-US" sz="1200" baseline="0" dirty="0" err="1"/>
              <a:t>chỉnh</a:t>
            </a:r>
            <a:r>
              <a:rPr lang="en-US" sz="1200" baseline="0" dirty="0"/>
              <a:t> </a:t>
            </a:r>
            <a:r>
              <a:rPr lang="en-US" sz="1200" baseline="0" dirty="0" err="1"/>
              <a:t>các</a:t>
            </a:r>
            <a:r>
              <a:rPr lang="en-US" sz="1200" baseline="0" dirty="0"/>
              <a:t> </a:t>
            </a:r>
            <a:r>
              <a:rPr lang="en-US" sz="1200" baseline="0" dirty="0" err="1"/>
              <a:t>yêu</a:t>
            </a:r>
            <a:r>
              <a:rPr lang="en-US" sz="1200" baseline="0" dirty="0"/>
              <a:t> </a:t>
            </a:r>
            <a:r>
              <a:rPr lang="en-US" sz="1200" baseline="0" dirty="0" err="1"/>
              <a:t>cầu</a:t>
            </a:r>
            <a:r>
              <a:rPr lang="en-US" sz="1200" baseline="0" dirty="0"/>
              <a:t> </a:t>
            </a:r>
            <a:r>
              <a:rPr lang="en-US" sz="1200" baseline="0" dirty="0" err="1"/>
              <a:t>để</a:t>
            </a:r>
            <a:r>
              <a:rPr lang="en-US" sz="1200" baseline="0" dirty="0"/>
              <a:t> </a:t>
            </a:r>
            <a:r>
              <a:rPr lang="en-US" sz="1200" baseline="0" dirty="0" err="1"/>
              <a:t>tăng</a:t>
            </a:r>
            <a:r>
              <a:rPr lang="en-US" sz="1200" baseline="0" dirty="0"/>
              <a:t> </a:t>
            </a:r>
            <a:r>
              <a:rPr lang="en-US" sz="1200" baseline="0" dirty="0" err="1"/>
              <a:t>tốc</a:t>
            </a:r>
            <a:r>
              <a:rPr lang="en-US" sz="1200" baseline="0" dirty="0"/>
              <a:t> </a:t>
            </a:r>
            <a:r>
              <a:rPr lang="en-US" sz="1200" baseline="0" dirty="0" err="1"/>
              <a:t>phát</a:t>
            </a:r>
            <a:r>
              <a:rPr lang="en-US" sz="1200" baseline="0" dirty="0"/>
              <a:t> </a:t>
            </a:r>
            <a:r>
              <a:rPr lang="en-US" sz="1200" baseline="0" dirty="0" err="1"/>
              <a:t>triển</a:t>
            </a:r>
            <a:r>
              <a:rPr lang="en-US" sz="1200" baseline="0" dirty="0"/>
              <a:t> </a:t>
            </a:r>
            <a:r>
              <a:rPr lang="en-US" sz="1200" baseline="0" dirty="0" err="1"/>
              <a:t>thông</a:t>
            </a:r>
            <a:r>
              <a:rPr lang="en-US" sz="1200" baseline="0" dirty="0"/>
              <a:t> qua </a:t>
            </a:r>
            <a:r>
              <a:rPr lang="en-US" sz="1200" baseline="0" dirty="0" err="1"/>
              <a:t>tái</a:t>
            </a:r>
            <a:r>
              <a:rPr lang="en-US" sz="1200" baseline="0" dirty="0"/>
              <a:t> </a:t>
            </a:r>
            <a:r>
              <a:rPr lang="en-US" sz="1200" baseline="0" dirty="0" err="1"/>
              <a:t>sử</a:t>
            </a:r>
            <a:r>
              <a:rPr lang="en-US" sz="1200" baseline="0" dirty="0"/>
              <a:t> </a:t>
            </a:r>
            <a:r>
              <a:rPr lang="en-US" sz="1200" baseline="0" dirty="0" err="1"/>
              <a:t>dụng</a:t>
            </a:r>
            <a:r>
              <a:rPr lang="en-US" sz="1200" baseline="0" dirty="0"/>
              <a:t>.</a:t>
            </a:r>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sz="1200" baseline="0" dirty="0"/>
              <a:t>Right 1: </a:t>
            </a:r>
            <a:r>
              <a:rPr lang="en-US" sz="1200" baseline="0" dirty="0" err="1"/>
              <a:t>Hãy</a:t>
            </a:r>
            <a:r>
              <a:rPr lang="en-US" sz="1200" baseline="0" dirty="0"/>
              <a:t> </a:t>
            </a:r>
            <a:r>
              <a:rPr lang="en-US" sz="1200" baseline="0" dirty="0" err="1"/>
              <a:t>sử</a:t>
            </a:r>
            <a:r>
              <a:rPr lang="en-US" sz="1200" baseline="0" dirty="0"/>
              <a:t> </a:t>
            </a:r>
            <a:r>
              <a:rPr lang="en-US" sz="1200" baseline="0" dirty="0" err="1"/>
              <a:t>dụng</a:t>
            </a:r>
            <a:r>
              <a:rPr lang="en-US" sz="1200" baseline="0" dirty="0"/>
              <a:t> </a:t>
            </a:r>
            <a:r>
              <a:rPr lang="en-US" sz="1200" baseline="0" dirty="0" err="1"/>
              <a:t>từ</a:t>
            </a:r>
            <a:r>
              <a:rPr lang="en-US" sz="1200" baseline="0" dirty="0"/>
              <a:t> </a:t>
            </a:r>
            <a:r>
              <a:rPr lang="en-US" sz="1200" baseline="0" dirty="0" err="1"/>
              <a:t>ngữ</a:t>
            </a:r>
            <a:r>
              <a:rPr lang="en-US" sz="1200" baseline="0" dirty="0"/>
              <a:t> biz, </a:t>
            </a:r>
            <a:r>
              <a:rPr lang="en-US" sz="1200" baseline="0" dirty="0" err="1"/>
              <a:t>không</a:t>
            </a:r>
            <a:r>
              <a:rPr lang="en-US" sz="1200" baseline="0" dirty="0"/>
              <a:t> </a:t>
            </a:r>
            <a:r>
              <a:rPr lang="en-US" sz="1200" baseline="0" dirty="0" err="1"/>
              <a:t>dùng</a:t>
            </a:r>
            <a:r>
              <a:rPr lang="en-US" sz="1200" baseline="0" dirty="0"/>
              <a:t> </a:t>
            </a:r>
            <a:r>
              <a:rPr lang="en-US" sz="1200" baseline="0" dirty="0" err="1"/>
              <a:t>các</a:t>
            </a:r>
            <a:r>
              <a:rPr lang="en-US" sz="1200" baseline="0" dirty="0"/>
              <a:t> </a:t>
            </a:r>
            <a:r>
              <a:rPr lang="en-US" sz="1200" baseline="0" dirty="0" err="1"/>
              <a:t>thuật</a:t>
            </a:r>
            <a:r>
              <a:rPr lang="en-US" sz="1200" baseline="0" dirty="0"/>
              <a:t> </a:t>
            </a:r>
            <a:r>
              <a:rPr lang="en-US" sz="1200" baseline="0" dirty="0" err="1"/>
              <a:t>ngữ</a:t>
            </a:r>
            <a:r>
              <a:rPr lang="en-US" sz="1200" baseline="0" dirty="0"/>
              <a:t> </a:t>
            </a:r>
            <a:r>
              <a:rPr lang="en-US" sz="1200" baseline="0" dirty="0" err="1"/>
              <a:t>kỹ</a:t>
            </a:r>
            <a:r>
              <a:rPr lang="en-US" sz="1200" baseline="0" dirty="0"/>
              <a:t> </a:t>
            </a:r>
            <a:r>
              <a:rPr lang="en-US" sz="1200" baseline="0" dirty="0" err="1"/>
              <a:t>thuật</a:t>
            </a:r>
            <a:r>
              <a:rPr lang="en-US" sz="1200" baseline="0" dirty="0"/>
              <a:t> </a:t>
            </a:r>
            <a:r>
              <a:rPr lang="en-US" sz="1200" baseline="0" dirty="0" err="1"/>
              <a:t>với</a:t>
            </a:r>
            <a:r>
              <a:rPr lang="en-US" sz="1200" baseline="0" dirty="0"/>
              <a:t> BA.</a:t>
            </a:r>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sz="2000" baseline="0" dirty="0"/>
              <a:t>Right 2: BA </a:t>
            </a:r>
            <a:r>
              <a:rPr lang="en-US" sz="2000" baseline="0" dirty="0" err="1"/>
              <a:t>cần</a:t>
            </a:r>
            <a:r>
              <a:rPr lang="en-US" sz="2000" baseline="0" dirty="0"/>
              <a:t> </a:t>
            </a:r>
            <a:r>
              <a:rPr lang="en-US" sz="2000" baseline="0" dirty="0" err="1"/>
              <a:t>phải</a:t>
            </a:r>
            <a:r>
              <a:rPr lang="en-US" sz="2000" baseline="0" dirty="0"/>
              <a:t> </a:t>
            </a:r>
            <a:r>
              <a:rPr lang="en-US" sz="2000" baseline="0" dirty="0" err="1"/>
              <a:t>hiểu</a:t>
            </a:r>
            <a:r>
              <a:rPr lang="en-US" sz="2000" baseline="0" dirty="0"/>
              <a:t> </a:t>
            </a:r>
            <a:r>
              <a:rPr lang="en-US" sz="2000" baseline="0" dirty="0" err="1"/>
              <a:t>được</a:t>
            </a:r>
            <a:r>
              <a:rPr lang="en-US" sz="2000" baseline="0" dirty="0"/>
              <a:t> </a:t>
            </a:r>
            <a:r>
              <a:rPr lang="en-US" sz="2000" baseline="0" dirty="0" err="1"/>
              <a:t>mục</a:t>
            </a:r>
            <a:r>
              <a:rPr lang="en-US" sz="2000" baseline="0" dirty="0"/>
              <a:t> </a:t>
            </a:r>
            <a:r>
              <a:rPr lang="en-US" sz="2000" baseline="0" dirty="0" err="1"/>
              <a:t>tiêu</a:t>
            </a:r>
            <a:r>
              <a:rPr lang="en-US" sz="2000" baseline="0" dirty="0"/>
              <a:t> Thương </a:t>
            </a:r>
            <a:r>
              <a:rPr lang="en-US" sz="2000" baseline="0" dirty="0" err="1"/>
              <a:t>mại</a:t>
            </a:r>
            <a:r>
              <a:rPr lang="en-US" sz="2000" baseline="0" dirty="0"/>
              <a:t>, </a:t>
            </a:r>
            <a:r>
              <a:rPr lang="en-US" sz="2000" baseline="0" dirty="0" err="1"/>
              <a:t>yêu</a:t>
            </a:r>
            <a:r>
              <a:rPr lang="en-US" sz="2000" baseline="0" dirty="0"/>
              <a:t> </a:t>
            </a:r>
            <a:r>
              <a:rPr lang="en-US" sz="2000" baseline="0" dirty="0" err="1"/>
              <a:t>cầu</a:t>
            </a:r>
            <a:r>
              <a:rPr lang="en-US" sz="2000" baseline="0" dirty="0"/>
              <a:t> Thương </a:t>
            </a:r>
            <a:r>
              <a:rPr lang="en-US" sz="2000" baseline="0" dirty="0" err="1"/>
              <a:t>mại</a:t>
            </a:r>
            <a:r>
              <a:rPr lang="en-US" sz="2000" baseline="0" dirty="0"/>
              <a:t> </a:t>
            </a:r>
            <a:r>
              <a:rPr lang="en-US" sz="2000" baseline="0" dirty="0" err="1"/>
              <a:t>và</a:t>
            </a:r>
            <a:r>
              <a:rPr lang="en-US" sz="2000" baseline="0" dirty="0"/>
              <a:t> </a:t>
            </a:r>
            <a:r>
              <a:rPr lang="en-US" sz="2000" baseline="0" dirty="0" err="1"/>
              <a:t>chuyển</a:t>
            </a:r>
            <a:r>
              <a:rPr lang="en-US" sz="2000" baseline="0" dirty="0"/>
              <a:t> </a:t>
            </a:r>
            <a:r>
              <a:rPr lang="en-US" sz="2000" baseline="0" dirty="0" err="1"/>
              <a:t>nó</a:t>
            </a:r>
            <a:r>
              <a:rPr lang="en-US" sz="2000" baseline="0" dirty="0"/>
              <a:t> sang </a:t>
            </a:r>
            <a:r>
              <a:rPr lang="en-US" sz="2000" baseline="0" dirty="0" err="1"/>
              <a:t>thiết</a:t>
            </a:r>
            <a:r>
              <a:rPr lang="en-US" sz="2000" baseline="0" dirty="0"/>
              <a:t> kế </a:t>
            </a:r>
            <a:r>
              <a:rPr lang="en-US" sz="2000" baseline="0" dirty="0" err="1"/>
              <a:t>ứng</a:t>
            </a:r>
            <a:r>
              <a:rPr lang="en-US" sz="2000" baseline="0" dirty="0"/>
              <a:t> </a:t>
            </a:r>
            <a:r>
              <a:rPr lang="en-US" sz="2000" baseline="0" dirty="0" err="1"/>
              <a:t>dụng</a:t>
            </a:r>
            <a:r>
              <a:rPr lang="en-US" sz="2000" baseline="0" dirty="0"/>
              <a:t>. </a:t>
            </a:r>
            <a:r>
              <a:rPr lang="en-US" sz="2000" baseline="0" dirty="0" err="1"/>
              <a:t>Muốn</a:t>
            </a:r>
            <a:r>
              <a:rPr lang="en-US" sz="2000" baseline="0" dirty="0"/>
              <a:t> </a:t>
            </a:r>
            <a:r>
              <a:rPr lang="en-US" sz="2000" baseline="0" dirty="0" err="1"/>
              <a:t>vậy</a:t>
            </a:r>
            <a:r>
              <a:rPr lang="en-US" sz="2000" baseline="0" dirty="0"/>
              <a:t> </a:t>
            </a:r>
            <a:r>
              <a:rPr lang="en-US" sz="2000" baseline="0" dirty="0" err="1"/>
              <a:t>nên</a:t>
            </a:r>
            <a:r>
              <a:rPr lang="en-US" sz="2000" baseline="0" dirty="0"/>
              <a:t> </a:t>
            </a:r>
            <a:r>
              <a:rPr lang="en-US" sz="2000" baseline="0" dirty="0" err="1"/>
              <a:t>mời</a:t>
            </a:r>
            <a:r>
              <a:rPr lang="en-US" sz="2000" baseline="0" dirty="0"/>
              <a:t> BA </a:t>
            </a:r>
            <a:r>
              <a:rPr lang="en-US" sz="2000" baseline="0" dirty="0" err="1"/>
              <a:t>và</a:t>
            </a:r>
            <a:r>
              <a:rPr lang="en-US" sz="2000" baseline="0" dirty="0"/>
              <a:t> developers </a:t>
            </a:r>
            <a:r>
              <a:rPr lang="en-US" sz="2000" baseline="0" dirty="0" err="1"/>
              <a:t>quan</a:t>
            </a:r>
            <a:r>
              <a:rPr lang="en-US" sz="2000" baseline="0" dirty="0"/>
              <a:t> </a:t>
            </a:r>
            <a:r>
              <a:rPr lang="en-US" sz="2000" baseline="0" dirty="0" err="1"/>
              <a:t>sát</a:t>
            </a:r>
            <a:r>
              <a:rPr lang="en-US" sz="2000" baseline="0" dirty="0"/>
              <a:t> </a:t>
            </a:r>
            <a:r>
              <a:rPr lang="en-US" sz="2000" baseline="0" dirty="0" err="1"/>
              <a:t>bạn</a:t>
            </a:r>
            <a:r>
              <a:rPr lang="en-US" sz="2000" baseline="0" dirty="0"/>
              <a:t> </a:t>
            </a:r>
            <a:r>
              <a:rPr lang="en-US" sz="2000" baseline="0" dirty="0" err="1"/>
              <a:t>và</a:t>
            </a:r>
            <a:r>
              <a:rPr lang="en-US" sz="2000" baseline="0" dirty="0"/>
              <a:t> </a:t>
            </a:r>
            <a:r>
              <a:rPr lang="en-US" sz="2000" baseline="0" dirty="0" err="1"/>
              <a:t>đồng</a:t>
            </a:r>
            <a:r>
              <a:rPr lang="en-US" sz="2000" baseline="0" dirty="0"/>
              <a:t> </a:t>
            </a:r>
            <a:r>
              <a:rPr lang="en-US" sz="2000" baseline="0" dirty="0" err="1"/>
              <a:t>nghiệp</a:t>
            </a:r>
            <a:r>
              <a:rPr lang="en-US" sz="2000" baseline="0" dirty="0"/>
              <a:t> </a:t>
            </a:r>
            <a:r>
              <a:rPr lang="en-US" sz="2000" baseline="0" dirty="0" err="1"/>
              <a:t>làm</a:t>
            </a:r>
            <a:r>
              <a:rPr lang="en-US" sz="2000" baseline="0" dirty="0"/>
              <a:t> </a:t>
            </a:r>
            <a:r>
              <a:rPr lang="en-US" sz="2000" baseline="0" dirty="0" err="1"/>
              <a:t>việc</a:t>
            </a:r>
            <a:r>
              <a:rPr lang="en-US" sz="2000" baseline="0" dirty="0"/>
              <a:t>.</a:t>
            </a:r>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sz="2000" baseline="0" dirty="0"/>
              <a:t>Right 3: BA </a:t>
            </a:r>
            <a:r>
              <a:rPr lang="en-US" sz="2000" baseline="0" dirty="0" err="1"/>
              <a:t>cần</a:t>
            </a:r>
            <a:r>
              <a:rPr lang="en-US" sz="2000" baseline="0" dirty="0"/>
              <a:t> </a:t>
            </a:r>
            <a:r>
              <a:rPr lang="en-US" sz="2000" baseline="0" dirty="0" err="1"/>
              <a:t>sắp</a:t>
            </a:r>
            <a:r>
              <a:rPr lang="en-US" sz="2000" baseline="0" dirty="0"/>
              <a:t> </a:t>
            </a:r>
            <a:r>
              <a:rPr lang="en-US" sz="2000" baseline="0" dirty="0" err="1"/>
              <a:t>xếp</a:t>
            </a:r>
            <a:r>
              <a:rPr lang="en-US" sz="2000" baseline="0" dirty="0"/>
              <a:t> </a:t>
            </a:r>
            <a:r>
              <a:rPr lang="en-US" sz="2000" baseline="0" dirty="0" err="1"/>
              <a:t>các</a:t>
            </a:r>
            <a:r>
              <a:rPr lang="en-US" sz="2000" baseline="0" dirty="0"/>
              <a:t> </a:t>
            </a:r>
            <a:r>
              <a:rPr lang="en-US" sz="2000" baseline="0" dirty="0" err="1"/>
              <a:t>yều</a:t>
            </a:r>
            <a:r>
              <a:rPr lang="en-US" sz="2000" baseline="0" dirty="0"/>
              <a:t> </a:t>
            </a:r>
            <a:r>
              <a:rPr lang="en-US" sz="2000" baseline="0" dirty="0" err="1"/>
              <a:t>cầu</a:t>
            </a:r>
            <a:r>
              <a:rPr lang="en-US" sz="2000" baseline="0" dirty="0"/>
              <a:t> </a:t>
            </a:r>
            <a:r>
              <a:rPr lang="en-US" sz="2000" baseline="0" dirty="0" err="1"/>
              <a:t>của</a:t>
            </a:r>
            <a:r>
              <a:rPr lang="en-US" sz="2000" baseline="0" dirty="0"/>
              <a:t> KH </a:t>
            </a:r>
            <a:r>
              <a:rPr lang="en-US" sz="2000" baseline="0" dirty="0" err="1"/>
              <a:t>từ</a:t>
            </a:r>
            <a:r>
              <a:rPr lang="en-US" sz="2000" baseline="0" dirty="0"/>
              <a:t> Biz rules, </a:t>
            </a:r>
            <a:r>
              <a:rPr lang="en-US" sz="2000" baseline="0" dirty="0" err="1"/>
              <a:t>yc</a:t>
            </a:r>
            <a:r>
              <a:rPr lang="en-US" sz="2000" baseline="0" dirty="0"/>
              <a:t> </a:t>
            </a:r>
            <a:r>
              <a:rPr lang="en-US" sz="2000" baseline="0" dirty="0" err="1"/>
              <a:t>chức</a:t>
            </a:r>
            <a:r>
              <a:rPr lang="en-US" sz="2000" baseline="0" dirty="0"/>
              <a:t> </a:t>
            </a:r>
            <a:r>
              <a:rPr lang="en-US" sz="2000" baseline="0" dirty="0" err="1"/>
              <a:t>năng</a:t>
            </a:r>
            <a:r>
              <a:rPr lang="en-US" sz="2000" baseline="0" dirty="0"/>
              <a:t>, </a:t>
            </a:r>
            <a:r>
              <a:rPr lang="en-US" sz="2000" baseline="0" dirty="0" err="1"/>
              <a:t>mục</a:t>
            </a:r>
            <a:r>
              <a:rPr lang="en-US" sz="2000" baseline="0" dirty="0"/>
              <a:t> </a:t>
            </a:r>
            <a:r>
              <a:rPr lang="en-US" sz="2000" baseline="0" dirty="0" err="1"/>
              <a:t>tiêu</a:t>
            </a:r>
            <a:r>
              <a:rPr lang="en-US" sz="2000" baseline="0" dirty="0"/>
              <a:t> </a:t>
            </a:r>
            <a:r>
              <a:rPr lang="en-US" sz="2000" baseline="0" dirty="0" err="1"/>
              <a:t>chất</a:t>
            </a:r>
            <a:r>
              <a:rPr lang="en-US" sz="2000" baseline="0" dirty="0"/>
              <a:t> </a:t>
            </a:r>
            <a:r>
              <a:rPr lang="en-US" sz="2000" baseline="0" dirty="0" err="1"/>
              <a:t>lượng</a:t>
            </a:r>
            <a:r>
              <a:rPr lang="en-US" sz="2000" baseline="0" dirty="0"/>
              <a:t>,… </a:t>
            </a:r>
            <a:r>
              <a:rPr lang="en-US" sz="2000" baseline="0" dirty="0" err="1"/>
              <a:t>Tất</a:t>
            </a:r>
            <a:r>
              <a:rPr lang="en-US" sz="2000" baseline="0" dirty="0"/>
              <a:t> </a:t>
            </a:r>
            <a:r>
              <a:rPr lang="en-US" sz="2000" baseline="0" dirty="0" err="1"/>
              <a:t>cả</a:t>
            </a:r>
            <a:r>
              <a:rPr lang="en-US" sz="2000" baseline="0" dirty="0"/>
              <a:t> </a:t>
            </a:r>
            <a:r>
              <a:rPr lang="en-US" sz="2000" baseline="0" dirty="0" err="1"/>
              <a:t>chúng</a:t>
            </a:r>
            <a:r>
              <a:rPr lang="en-US" sz="2000" baseline="0" dirty="0"/>
              <a:t> </a:t>
            </a:r>
            <a:r>
              <a:rPr lang="en-US" sz="2000" baseline="0" dirty="0" err="1"/>
              <a:t>được</a:t>
            </a:r>
            <a:r>
              <a:rPr lang="en-US" sz="2000" baseline="0" dirty="0"/>
              <a:t> </a:t>
            </a:r>
            <a:r>
              <a:rPr lang="en-US" sz="2000" baseline="0" dirty="0" err="1"/>
              <a:t>lưu</a:t>
            </a:r>
            <a:r>
              <a:rPr lang="en-US" sz="2000" baseline="0" dirty="0"/>
              <a:t> </a:t>
            </a:r>
            <a:r>
              <a:rPr lang="en-US" sz="2000" baseline="0" dirty="0" err="1"/>
              <a:t>trữ</a:t>
            </a:r>
            <a:r>
              <a:rPr lang="en-US" sz="2000" baseline="0" dirty="0"/>
              <a:t> </a:t>
            </a:r>
            <a:r>
              <a:rPr lang="en-US" sz="2000" baseline="0" dirty="0" err="1"/>
              <a:t>dưới</a:t>
            </a:r>
            <a:r>
              <a:rPr lang="en-US" sz="2000" baseline="0" dirty="0"/>
              <a:t> </a:t>
            </a:r>
            <a:r>
              <a:rPr lang="en-US" sz="2000" baseline="0" dirty="0" err="1"/>
              <a:t>dạng</a:t>
            </a:r>
            <a:r>
              <a:rPr lang="en-US" sz="2000" baseline="0" dirty="0"/>
              <a:t> </a:t>
            </a:r>
            <a:r>
              <a:rPr lang="en-US" sz="2000" baseline="0" dirty="0" err="1"/>
              <a:t>một</a:t>
            </a:r>
            <a:r>
              <a:rPr lang="en-US" sz="2000" baseline="0" dirty="0"/>
              <a:t> form </a:t>
            </a:r>
            <a:r>
              <a:rPr lang="en-US" sz="2000" baseline="0" dirty="0" err="1"/>
              <a:t>phù</a:t>
            </a:r>
            <a:r>
              <a:rPr lang="en-US" sz="2000" baseline="0" dirty="0"/>
              <a:t> </a:t>
            </a:r>
            <a:r>
              <a:rPr lang="en-US" sz="2000" baseline="0" dirty="0" err="1"/>
              <a:t>hợp</a:t>
            </a:r>
            <a:r>
              <a:rPr lang="en-US" sz="2000" baseline="0" dirty="0"/>
              <a:t> VD </a:t>
            </a:r>
            <a:r>
              <a:rPr lang="en-US" sz="2000" baseline="0" dirty="0" err="1"/>
              <a:t>như</a:t>
            </a:r>
            <a:r>
              <a:rPr lang="en-US" sz="2000" baseline="0" dirty="0"/>
              <a:t> SRS (SW requirement specification) </a:t>
            </a:r>
            <a:r>
              <a:rPr lang="en-US" sz="2000" baseline="0" dirty="0" err="1"/>
              <a:t>hoặc</a:t>
            </a:r>
            <a:r>
              <a:rPr lang="en-US" sz="2000" baseline="0" dirty="0"/>
              <a:t> requirements management tools.</a:t>
            </a:r>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sz="2000" baseline="0" dirty="0"/>
              <a:t>Right 4: BA </a:t>
            </a:r>
            <a:r>
              <a:rPr lang="en-US" sz="2000" baseline="0" dirty="0" err="1"/>
              <a:t>đôi</a:t>
            </a:r>
            <a:r>
              <a:rPr lang="en-US" sz="2000" baseline="0" dirty="0"/>
              <a:t> </a:t>
            </a:r>
            <a:r>
              <a:rPr lang="en-US" sz="2000" baseline="0" dirty="0" err="1"/>
              <a:t>khi</a:t>
            </a:r>
            <a:r>
              <a:rPr lang="en-US" sz="2000" baseline="0" dirty="0"/>
              <a:t> </a:t>
            </a:r>
            <a:r>
              <a:rPr lang="en-US" sz="2000" baseline="0" dirty="0" err="1"/>
              <a:t>sử</a:t>
            </a:r>
            <a:r>
              <a:rPr lang="en-US" sz="2000" baseline="0" dirty="0"/>
              <a:t> </a:t>
            </a:r>
            <a:r>
              <a:rPr lang="en-US" sz="2000" baseline="0" dirty="0" err="1"/>
              <a:t>dụng</a:t>
            </a:r>
            <a:r>
              <a:rPr lang="en-US" sz="2000" baseline="0" dirty="0"/>
              <a:t> </a:t>
            </a:r>
            <a:r>
              <a:rPr lang="en-US" sz="2000" baseline="0" dirty="0" err="1"/>
              <a:t>kinh</a:t>
            </a:r>
            <a:r>
              <a:rPr lang="en-US" sz="2000" baseline="0" dirty="0"/>
              <a:t> </a:t>
            </a:r>
            <a:r>
              <a:rPr lang="en-US" sz="2000" baseline="0" dirty="0" err="1"/>
              <a:t>nghiệm</a:t>
            </a:r>
            <a:r>
              <a:rPr lang="en-US" sz="2000" baseline="0" dirty="0"/>
              <a:t> </a:t>
            </a:r>
            <a:r>
              <a:rPr lang="en-US" sz="2000" baseline="0" dirty="0" err="1"/>
              <a:t>thực</a:t>
            </a:r>
            <a:r>
              <a:rPr lang="en-US" sz="2000" baseline="0" dirty="0"/>
              <a:t> </a:t>
            </a:r>
            <a:r>
              <a:rPr lang="en-US" sz="2000" baseline="0" dirty="0" err="1"/>
              <a:t>tiễn</a:t>
            </a:r>
            <a:r>
              <a:rPr lang="en-US" sz="2000" baseline="0" dirty="0"/>
              <a:t> </a:t>
            </a:r>
            <a:r>
              <a:rPr lang="en-US" sz="2000" baseline="0" dirty="0" err="1"/>
              <a:t>của</a:t>
            </a:r>
            <a:r>
              <a:rPr lang="en-US" sz="2000" baseline="0" dirty="0"/>
              <a:t> </a:t>
            </a:r>
            <a:r>
              <a:rPr lang="en-US" sz="2000" baseline="0" dirty="0" err="1"/>
              <a:t>mình</a:t>
            </a:r>
            <a:r>
              <a:rPr lang="en-US" sz="2000" baseline="0" dirty="0"/>
              <a:t> </a:t>
            </a:r>
            <a:r>
              <a:rPr lang="en-US" sz="2000" baseline="0" dirty="0" err="1"/>
              <a:t>trong</a:t>
            </a:r>
            <a:r>
              <a:rPr lang="en-US" sz="2000" baseline="0" dirty="0"/>
              <a:t> </a:t>
            </a:r>
            <a:r>
              <a:rPr lang="en-US" sz="2000" baseline="0" dirty="0" err="1"/>
              <a:t>khâu</a:t>
            </a:r>
            <a:r>
              <a:rPr lang="en-US" sz="2000" baseline="0" dirty="0"/>
              <a:t> </a:t>
            </a:r>
            <a:r>
              <a:rPr lang="en-US" sz="2000" baseline="0" dirty="0" err="1"/>
              <a:t>lấy</a:t>
            </a:r>
            <a:r>
              <a:rPr lang="en-US" sz="2000" baseline="0" dirty="0"/>
              <a:t> YC, </a:t>
            </a:r>
            <a:r>
              <a:rPr lang="en-US" sz="2000" baseline="0" dirty="0" err="1"/>
              <a:t>thậm</a:t>
            </a:r>
            <a:r>
              <a:rPr lang="en-US" sz="2000" baseline="0" dirty="0"/>
              <a:t> </a:t>
            </a:r>
            <a:r>
              <a:rPr lang="en-US" sz="2000" baseline="0" dirty="0" err="1"/>
              <a:t>chí</a:t>
            </a:r>
            <a:r>
              <a:rPr lang="en-US" sz="2000" baseline="0" dirty="0"/>
              <a:t> </a:t>
            </a:r>
            <a:r>
              <a:rPr lang="en-US" sz="2000" baseline="0" dirty="0" err="1"/>
              <a:t>đôi</a:t>
            </a:r>
            <a:r>
              <a:rPr lang="en-US" sz="2000" baseline="0" dirty="0"/>
              <a:t> </a:t>
            </a:r>
            <a:r>
              <a:rPr lang="en-US" sz="2000" baseline="0" dirty="0" err="1"/>
              <a:t>khi</a:t>
            </a:r>
            <a:r>
              <a:rPr lang="en-US" sz="2000" baseline="0" dirty="0"/>
              <a:t> </a:t>
            </a:r>
            <a:r>
              <a:rPr lang="en-US" sz="2000" baseline="0" dirty="0" err="1"/>
              <a:t>họ</a:t>
            </a:r>
            <a:r>
              <a:rPr lang="en-US" sz="2000" baseline="0" dirty="0"/>
              <a:t> </a:t>
            </a:r>
            <a:r>
              <a:rPr lang="en-US" sz="2000" baseline="0" dirty="0" err="1"/>
              <a:t>dùng</a:t>
            </a:r>
            <a:r>
              <a:rPr lang="en-US" sz="2000" baseline="0" dirty="0"/>
              <a:t> </a:t>
            </a:r>
            <a:r>
              <a:rPr lang="en-US" sz="2000" baseline="0" dirty="0" err="1"/>
              <a:t>các</a:t>
            </a:r>
            <a:r>
              <a:rPr lang="en-US" sz="2000" baseline="0" dirty="0"/>
              <a:t> </a:t>
            </a:r>
            <a:r>
              <a:rPr lang="en-US" sz="2000" baseline="0" dirty="0" err="1"/>
              <a:t>lược</a:t>
            </a:r>
            <a:r>
              <a:rPr lang="en-US" sz="2000" baseline="0" dirty="0"/>
              <a:t> </a:t>
            </a:r>
            <a:r>
              <a:rPr lang="en-US" sz="2000" baseline="0" dirty="0" err="1"/>
              <a:t>đồ</a:t>
            </a:r>
            <a:r>
              <a:rPr lang="en-US" sz="2000" baseline="0" dirty="0"/>
              <a:t> </a:t>
            </a:r>
            <a:r>
              <a:rPr lang="en-US" sz="2000" baseline="0" dirty="0" err="1"/>
              <a:t>để</a:t>
            </a:r>
            <a:r>
              <a:rPr lang="en-US" sz="2000" baseline="0" dirty="0"/>
              <a:t> </a:t>
            </a:r>
            <a:r>
              <a:rPr lang="en-US" sz="2000" baseline="0" dirty="0" err="1"/>
              <a:t>diễn</a:t>
            </a:r>
            <a:r>
              <a:rPr lang="en-US" sz="2000" baseline="0" dirty="0"/>
              <a:t> </a:t>
            </a:r>
            <a:r>
              <a:rPr lang="en-US" sz="2000" baseline="0" dirty="0" err="1"/>
              <a:t>tả</a:t>
            </a:r>
            <a:r>
              <a:rPr lang="en-US" sz="2000" baseline="0" dirty="0"/>
              <a:t> </a:t>
            </a:r>
            <a:r>
              <a:rPr lang="en-US" sz="2000" baseline="0" dirty="0" err="1"/>
              <a:t>mà</a:t>
            </a:r>
            <a:r>
              <a:rPr lang="en-US" sz="2000" baseline="0" dirty="0"/>
              <a:t> </a:t>
            </a:r>
            <a:r>
              <a:rPr lang="en-US" sz="2000" baseline="0" dirty="0" err="1"/>
              <a:t>bạn</a:t>
            </a:r>
            <a:r>
              <a:rPr lang="en-US" sz="2000" baseline="0" dirty="0"/>
              <a:t> </a:t>
            </a:r>
            <a:r>
              <a:rPr lang="en-US" sz="2000" baseline="0" dirty="0" err="1"/>
              <a:t>không</a:t>
            </a:r>
            <a:r>
              <a:rPr lang="en-US" sz="2000" baseline="0" dirty="0"/>
              <a:t> </a:t>
            </a:r>
            <a:r>
              <a:rPr lang="en-US" sz="2000" baseline="0" dirty="0" err="1"/>
              <a:t>hiểu</a:t>
            </a:r>
            <a:r>
              <a:rPr lang="en-US" sz="2000" baseline="0" dirty="0"/>
              <a:t>. </a:t>
            </a:r>
            <a:r>
              <a:rPr lang="en-US" sz="2000" baseline="0" dirty="0" err="1"/>
              <a:t>Vậy</a:t>
            </a:r>
            <a:r>
              <a:rPr lang="en-US" sz="2000" baseline="0" dirty="0"/>
              <a:t> </a:t>
            </a:r>
            <a:r>
              <a:rPr lang="en-US" sz="2000" baseline="0" dirty="0" err="1"/>
              <a:t>bạn</a:t>
            </a:r>
            <a:r>
              <a:rPr lang="en-US" sz="2000" baseline="0" dirty="0"/>
              <a:t> </a:t>
            </a:r>
            <a:r>
              <a:rPr lang="en-US" sz="2000" baseline="0" dirty="0" err="1"/>
              <a:t>cần</a:t>
            </a:r>
            <a:r>
              <a:rPr lang="en-US" sz="2000" baseline="0" dirty="0"/>
              <a:t> </a:t>
            </a:r>
            <a:r>
              <a:rPr lang="en-US" sz="2000" baseline="0" dirty="0" err="1"/>
              <a:t>phải</a:t>
            </a:r>
            <a:r>
              <a:rPr lang="en-US" sz="2000" baseline="0" dirty="0"/>
              <a:t> </a:t>
            </a:r>
            <a:r>
              <a:rPr lang="en-US" sz="2000" baseline="0" dirty="0" err="1"/>
              <a:t>hỏi</a:t>
            </a:r>
            <a:r>
              <a:rPr lang="en-US" sz="2000" baseline="0" dirty="0"/>
              <a:t> </a:t>
            </a:r>
            <a:r>
              <a:rPr lang="en-US" sz="2000" baseline="0" dirty="0" err="1"/>
              <a:t>họ</a:t>
            </a:r>
            <a:r>
              <a:rPr lang="en-US" sz="2000" baseline="0" dirty="0"/>
              <a:t> </a:t>
            </a:r>
            <a:r>
              <a:rPr lang="en-US" sz="2000" baseline="0" dirty="0" err="1"/>
              <a:t>kỹ</a:t>
            </a:r>
            <a:r>
              <a:rPr lang="en-US" sz="2000" baseline="0" dirty="0"/>
              <a:t> </a:t>
            </a:r>
            <a:r>
              <a:rPr lang="en-US" sz="2000" baseline="0" dirty="0" err="1"/>
              <a:t>càng</a:t>
            </a:r>
            <a:r>
              <a:rPr lang="en-US" sz="2000" baseline="0" dirty="0"/>
              <a:t> </a:t>
            </a:r>
            <a:r>
              <a:rPr lang="en-US" sz="2000" baseline="0" dirty="0" err="1"/>
              <a:t>để</a:t>
            </a:r>
            <a:r>
              <a:rPr lang="en-US" sz="2000" baseline="0" dirty="0"/>
              <a:t> </a:t>
            </a:r>
            <a:r>
              <a:rPr lang="en-US" sz="2000" baseline="0" dirty="0" err="1"/>
              <a:t>được</a:t>
            </a:r>
            <a:r>
              <a:rPr lang="en-US" sz="2000" baseline="0" dirty="0"/>
              <a:t> </a:t>
            </a:r>
            <a:r>
              <a:rPr lang="en-US" sz="2000" baseline="0" dirty="0" err="1"/>
              <a:t>giải</a:t>
            </a:r>
            <a:r>
              <a:rPr lang="en-US" sz="2000" baseline="0" dirty="0"/>
              <a:t> </a:t>
            </a:r>
            <a:r>
              <a:rPr lang="en-US" sz="2000" baseline="0" dirty="0" err="1"/>
              <a:t>thích</a:t>
            </a:r>
            <a:r>
              <a:rPr lang="en-US" sz="2000" baseline="0" dirty="0"/>
              <a:t>.</a:t>
            </a:r>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sz="2000" baseline="0" dirty="0"/>
              <a:t>Right 5: </a:t>
            </a:r>
            <a:r>
              <a:rPr lang="en-US" sz="2000" baseline="0" dirty="0" err="1"/>
              <a:t>Bạn</a:t>
            </a:r>
            <a:r>
              <a:rPr lang="en-US" sz="2000" baseline="0" dirty="0"/>
              <a:t> </a:t>
            </a:r>
            <a:r>
              <a:rPr lang="en-US" sz="2000" baseline="0" dirty="0" err="1"/>
              <a:t>có</a:t>
            </a:r>
            <a:r>
              <a:rPr lang="en-US" sz="2000" baseline="0" dirty="0"/>
              <a:t> </a:t>
            </a:r>
            <a:r>
              <a:rPr lang="en-US" sz="2000" baseline="0" dirty="0" err="1"/>
              <a:t>quyền</a:t>
            </a:r>
            <a:r>
              <a:rPr lang="en-US" sz="2000" baseline="0" dirty="0"/>
              <a:t> </a:t>
            </a:r>
            <a:r>
              <a:rPr lang="en-US" sz="2000" baseline="0" dirty="0" err="1"/>
              <a:t>thay</a:t>
            </a:r>
            <a:r>
              <a:rPr lang="en-US" sz="2000" baseline="0" dirty="0"/>
              <a:t> </a:t>
            </a:r>
            <a:r>
              <a:rPr lang="en-US" sz="2000" baseline="0" dirty="0" err="1"/>
              <a:t>đổi</a:t>
            </a:r>
            <a:r>
              <a:rPr lang="en-US" sz="2000" baseline="0" dirty="0"/>
              <a:t> YC </a:t>
            </a:r>
            <a:r>
              <a:rPr lang="en-US" sz="2000" baseline="0" dirty="0" err="1"/>
              <a:t>khi</a:t>
            </a:r>
            <a:r>
              <a:rPr lang="en-US" sz="2000" baseline="0" dirty="0"/>
              <a:t> </a:t>
            </a:r>
            <a:r>
              <a:rPr lang="en-US" sz="2000" baseline="0" dirty="0" err="1"/>
              <a:t>mà</a:t>
            </a:r>
            <a:r>
              <a:rPr lang="en-US" sz="2000" baseline="0" dirty="0"/>
              <a:t> Biz </a:t>
            </a:r>
            <a:r>
              <a:rPr lang="en-US" sz="2000" baseline="0" dirty="0" err="1"/>
              <a:t>phát</a:t>
            </a:r>
            <a:r>
              <a:rPr lang="en-US" sz="2000" baseline="0" dirty="0"/>
              <a:t> </a:t>
            </a:r>
            <a:r>
              <a:rPr lang="en-US" sz="2000" baseline="0" dirty="0" err="1"/>
              <a:t>triển</a:t>
            </a:r>
            <a:r>
              <a:rPr lang="en-US" sz="2000" baseline="0" dirty="0"/>
              <a:t>, </a:t>
            </a:r>
            <a:r>
              <a:rPr lang="en-US" sz="2000" baseline="0" dirty="0" err="1"/>
              <a:t>hoặc</a:t>
            </a:r>
            <a:r>
              <a:rPr lang="en-US" sz="2000" baseline="0" dirty="0"/>
              <a:t> </a:t>
            </a:r>
            <a:r>
              <a:rPr lang="en-US" sz="2000" baseline="0" dirty="0" err="1"/>
              <a:t>các</a:t>
            </a:r>
            <a:r>
              <a:rPr lang="en-US" sz="2000" baseline="0" dirty="0"/>
              <a:t> </a:t>
            </a:r>
            <a:r>
              <a:rPr lang="en-US" sz="2000" baseline="0" dirty="0" err="1"/>
              <a:t>bên</a:t>
            </a:r>
            <a:r>
              <a:rPr lang="en-US" sz="2000" baseline="0" dirty="0"/>
              <a:t> </a:t>
            </a:r>
            <a:r>
              <a:rPr lang="en-US" sz="2000" baseline="0" dirty="0" err="1"/>
              <a:t>liên</a:t>
            </a:r>
            <a:r>
              <a:rPr lang="en-US" sz="2000" baseline="0" dirty="0"/>
              <a:t> </a:t>
            </a:r>
            <a:r>
              <a:rPr lang="en-US" sz="2000" baseline="0" dirty="0" err="1"/>
              <a:t>quan</a:t>
            </a:r>
            <a:r>
              <a:rPr lang="en-US" sz="2000" baseline="0" dirty="0"/>
              <a:t> </a:t>
            </a:r>
            <a:r>
              <a:rPr lang="en-US" sz="2000" baseline="0" dirty="0" err="1"/>
              <a:t>có</a:t>
            </a:r>
            <a:r>
              <a:rPr lang="en-US" sz="2000" baseline="0" dirty="0"/>
              <a:t> </a:t>
            </a:r>
            <a:r>
              <a:rPr lang="en-US" sz="2000" baseline="0" dirty="0" err="1"/>
              <a:t>thay</a:t>
            </a:r>
            <a:r>
              <a:rPr lang="en-US" sz="2000" baseline="0" dirty="0"/>
              <a:t> </a:t>
            </a:r>
            <a:r>
              <a:rPr lang="en-US" sz="2000" baseline="0" dirty="0" err="1"/>
              <a:t>đổi</a:t>
            </a:r>
            <a:r>
              <a:rPr lang="en-US" sz="2000" baseline="0" dirty="0"/>
              <a:t>. </a:t>
            </a:r>
            <a:r>
              <a:rPr lang="en-US" sz="2000" baseline="0" dirty="0" err="1"/>
              <a:t>Tuy</a:t>
            </a:r>
            <a:r>
              <a:rPr lang="en-US" sz="2000" baseline="0" dirty="0"/>
              <a:t> </a:t>
            </a:r>
            <a:r>
              <a:rPr lang="en-US" sz="2000" baseline="0" dirty="0" err="1"/>
              <a:t>nhiên</a:t>
            </a:r>
            <a:r>
              <a:rPr lang="en-US" sz="2000" baseline="0" dirty="0"/>
              <a:t> </a:t>
            </a:r>
            <a:r>
              <a:rPr lang="en-US" sz="2000" baseline="0" dirty="0" err="1"/>
              <a:t>lưu</a:t>
            </a:r>
            <a:r>
              <a:rPr lang="en-US" sz="2000" baseline="0" dirty="0"/>
              <a:t> ý </a:t>
            </a:r>
            <a:r>
              <a:rPr lang="en-US" sz="2000" baseline="0" dirty="0" err="1"/>
              <a:t>khi</a:t>
            </a:r>
            <a:r>
              <a:rPr lang="en-US" sz="2000" baseline="0" dirty="0"/>
              <a:t> YC </a:t>
            </a:r>
            <a:r>
              <a:rPr lang="en-US" sz="2000" baseline="0" dirty="0" err="1"/>
              <a:t>thay</a:t>
            </a:r>
            <a:r>
              <a:rPr lang="en-US" sz="2000" baseline="0" dirty="0"/>
              <a:t> </a:t>
            </a:r>
            <a:r>
              <a:rPr lang="en-US" sz="2000" baseline="0" dirty="0" err="1"/>
              <a:t>đổi</a:t>
            </a:r>
            <a:r>
              <a:rPr lang="en-US" sz="2000" baseline="0" dirty="0"/>
              <a:t> </a:t>
            </a:r>
            <a:r>
              <a:rPr lang="en-US" sz="2000" baseline="0" dirty="0" err="1"/>
              <a:t>thì</a:t>
            </a:r>
            <a:r>
              <a:rPr lang="en-US" sz="2000" baseline="0" dirty="0"/>
              <a:t> chi </a:t>
            </a:r>
            <a:r>
              <a:rPr lang="en-US" sz="2000" baseline="0" dirty="0" err="1"/>
              <a:t>phí</a:t>
            </a:r>
            <a:r>
              <a:rPr lang="en-US" sz="2000" baseline="0" dirty="0"/>
              <a:t> </a:t>
            </a:r>
            <a:r>
              <a:rPr lang="en-US" sz="2000" baseline="0" dirty="0" err="1"/>
              <a:t>thay</a:t>
            </a:r>
            <a:r>
              <a:rPr lang="en-US" sz="2000" baseline="0" dirty="0"/>
              <a:t> </a:t>
            </a:r>
            <a:r>
              <a:rPr lang="en-US" sz="2000" baseline="0" dirty="0" err="1"/>
              <a:t>đổi</a:t>
            </a:r>
            <a:r>
              <a:rPr lang="en-US" sz="2000" baseline="0" dirty="0"/>
              <a:t>.</a:t>
            </a:r>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sz="2000" baseline="0" dirty="0"/>
              <a:t>Right 6: </a:t>
            </a:r>
            <a:r>
              <a:rPr lang="en-US" sz="2000" baseline="0" dirty="0" err="1"/>
              <a:t>Quan</a:t>
            </a:r>
            <a:r>
              <a:rPr lang="en-US" sz="2000" baseline="0" dirty="0"/>
              <a:t> </a:t>
            </a:r>
            <a:r>
              <a:rPr lang="en-US" sz="2000" baseline="0" dirty="0" err="1"/>
              <a:t>hệ</a:t>
            </a:r>
            <a:r>
              <a:rPr lang="en-US" sz="2000" baseline="0" dirty="0"/>
              <a:t> </a:t>
            </a:r>
            <a:r>
              <a:rPr lang="en-US" sz="2000" baseline="0" dirty="0" err="1"/>
              <a:t>giữa</a:t>
            </a:r>
            <a:r>
              <a:rPr lang="en-US" sz="2000" baseline="0" dirty="0"/>
              <a:t> KH </a:t>
            </a:r>
            <a:r>
              <a:rPr lang="en-US" sz="2000" baseline="0" dirty="0" err="1"/>
              <a:t>và</a:t>
            </a:r>
            <a:r>
              <a:rPr lang="en-US" sz="2000" baseline="0" dirty="0"/>
              <a:t> Developers </a:t>
            </a:r>
            <a:r>
              <a:rPr lang="en-US" sz="2000" baseline="0" dirty="0" err="1"/>
              <a:t>đôi</a:t>
            </a:r>
            <a:r>
              <a:rPr lang="en-US" sz="2000" baseline="0" dirty="0"/>
              <a:t> </a:t>
            </a:r>
            <a:r>
              <a:rPr lang="en-US" sz="2000" baseline="0" dirty="0" err="1"/>
              <a:t>khi</a:t>
            </a:r>
            <a:r>
              <a:rPr lang="en-US" sz="2000" baseline="0" dirty="0"/>
              <a:t> </a:t>
            </a:r>
            <a:r>
              <a:rPr lang="en-US" sz="2000" baseline="0" dirty="0" err="1"/>
              <a:t>mâu</a:t>
            </a:r>
            <a:r>
              <a:rPr lang="en-US" sz="2000" baseline="0" dirty="0"/>
              <a:t> </a:t>
            </a:r>
            <a:r>
              <a:rPr lang="en-US" sz="2000" baseline="0" dirty="0" err="1"/>
              <a:t>thuẫn</a:t>
            </a:r>
            <a:r>
              <a:rPr lang="en-US" sz="2000" baseline="0" dirty="0"/>
              <a:t>, </a:t>
            </a:r>
            <a:r>
              <a:rPr lang="en-US" sz="2000" baseline="0" dirty="0" err="1"/>
              <a:t>những</a:t>
            </a:r>
            <a:r>
              <a:rPr lang="en-US" sz="2000" baseline="0" dirty="0"/>
              <a:t> </a:t>
            </a:r>
            <a:r>
              <a:rPr lang="en-US" sz="2000" baseline="0" dirty="0" err="1"/>
              <a:t>thảo</a:t>
            </a:r>
            <a:r>
              <a:rPr lang="en-US" sz="2000" baseline="0" dirty="0"/>
              <a:t> </a:t>
            </a:r>
            <a:r>
              <a:rPr lang="en-US" sz="2000" baseline="0" dirty="0" err="1"/>
              <a:t>luận</a:t>
            </a:r>
            <a:r>
              <a:rPr lang="en-US" sz="2000" baseline="0" dirty="0"/>
              <a:t> </a:t>
            </a:r>
            <a:r>
              <a:rPr lang="en-US" sz="2000" baseline="0" dirty="0" err="1"/>
              <a:t>xoay</a:t>
            </a:r>
            <a:r>
              <a:rPr lang="en-US" sz="2000" baseline="0" dirty="0"/>
              <a:t> </a:t>
            </a:r>
            <a:r>
              <a:rPr lang="en-US" sz="2000" baseline="0" dirty="0" err="1"/>
              <a:t>quanh</a:t>
            </a:r>
            <a:r>
              <a:rPr lang="en-US" sz="2000" baseline="0" dirty="0"/>
              <a:t> </a:t>
            </a:r>
            <a:r>
              <a:rPr lang="en-US" sz="2000" baseline="0" dirty="0" err="1"/>
              <a:t>các</a:t>
            </a:r>
            <a:r>
              <a:rPr lang="en-US" sz="2000" baseline="0" dirty="0"/>
              <a:t> YC </a:t>
            </a:r>
            <a:r>
              <a:rPr lang="en-US" sz="2000" baseline="0" dirty="0" err="1"/>
              <a:t>đôi</a:t>
            </a:r>
            <a:r>
              <a:rPr lang="en-US" sz="2000" baseline="0" dirty="0"/>
              <a:t> </a:t>
            </a:r>
            <a:r>
              <a:rPr lang="en-US" sz="2000" baseline="0" dirty="0" err="1"/>
              <a:t>khi</a:t>
            </a:r>
            <a:r>
              <a:rPr lang="en-US" sz="2000" baseline="0" dirty="0"/>
              <a:t> </a:t>
            </a:r>
            <a:r>
              <a:rPr lang="en-US" sz="2000" baseline="0" dirty="0" err="1"/>
              <a:t>ko</a:t>
            </a:r>
            <a:r>
              <a:rPr lang="en-US" sz="2000" baseline="0" dirty="0"/>
              <a:t> đạt. Hai </a:t>
            </a:r>
            <a:r>
              <a:rPr lang="en-US" sz="2000" baseline="0" dirty="0" err="1"/>
              <a:t>bên</a:t>
            </a:r>
            <a:r>
              <a:rPr lang="en-US" sz="2000" baseline="0" dirty="0"/>
              <a:t> </a:t>
            </a:r>
            <a:r>
              <a:rPr lang="en-US" sz="2000" baseline="0" dirty="0" err="1"/>
              <a:t>cần</a:t>
            </a:r>
            <a:r>
              <a:rPr lang="en-US" sz="2000" baseline="0" dirty="0"/>
              <a:t> </a:t>
            </a:r>
            <a:r>
              <a:rPr lang="en-US" sz="2000" baseline="0" dirty="0" err="1"/>
              <a:t>lắng</a:t>
            </a:r>
            <a:r>
              <a:rPr lang="en-US" sz="2000" baseline="0" dirty="0"/>
              <a:t> </a:t>
            </a:r>
            <a:r>
              <a:rPr lang="en-US" sz="2000" baseline="0" dirty="0" err="1"/>
              <a:t>nghe</a:t>
            </a:r>
            <a:r>
              <a:rPr lang="en-US" sz="2000" baseline="0" dirty="0"/>
              <a:t> </a:t>
            </a:r>
            <a:r>
              <a:rPr lang="en-US" sz="2000" baseline="0" dirty="0" err="1"/>
              <a:t>và</a:t>
            </a:r>
            <a:r>
              <a:rPr lang="en-US" sz="2000" baseline="0" dirty="0"/>
              <a:t> </a:t>
            </a:r>
            <a:r>
              <a:rPr lang="en-US" sz="2000" baseline="0" dirty="0" err="1"/>
              <a:t>tôn</a:t>
            </a:r>
            <a:r>
              <a:rPr lang="en-US" sz="2000" baseline="0" dirty="0"/>
              <a:t> </a:t>
            </a:r>
            <a:r>
              <a:rPr lang="en-US" sz="2000" baseline="0" dirty="0" err="1"/>
              <a:t>trọng</a:t>
            </a:r>
            <a:r>
              <a:rPr lang="en-US" sz="2000" baseline="0" dirty="0"/>
              <a:t> </a:t>
            </a:r>
            <a:r>
              <a:rPr lang="en-US" sz="2000" baseline="0" dirty="0" err="1"/>
              <a:t>lẫn</a:t>
            </a:r>
            <a:r>
              <a:rPr lang="en-US" sz="2000" baseline="0" dirty="0"/>
              <a:t> </a:t>
            </a:r>
            <a:r>
              <a:rPr lang="en-US" sz="2000" baseline="0" dirty="0" err="1"/>
              <a:t>nhau</a:t>
            </a:r>
            <a:endParaRPr lang="en-US" sz="2000" baseline="0" dirty="0"/>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sz="2000" baseline="0" dirty="0"/>
              <a:t>Right 7: </a:t>
            </a:r>
            <a:r>
              <a:rPr lang="en-US" sz="2000" baseline="0" dirty="0" err="1"/>
              <a:t>Hãy</a:t>
            </a:r>
            <a:r>
              <a:rPr lang="en-US" sz="2000" baseline="0" dirty="0"/>
              <a:t> </a:t>
            </a:r>
            <a:r>
              <a:rPr lang="en-US" sz="2000" baseline="0" dirty="0" err="1"/>
              <a:t>trình</a:t>
            </a:r>
            <a:r>
              <a:rPr lang="en-US" sz="2000" baseline="0" dirty="0"/>
              <a:t> </a:t>
            </a:r>
            <a:r>
              <a:rPr lang="en-US" sz="2000" baseline="0" dirty="0" err="1"/>
              <a:t>bày</a:t>
            </a:r>
            <a:r>
              <a:rPr lang="en-US" sz="2000" baseline="0" dirty="0"/>
              <a:t> </a:t>
            </a:r>
            <a:r>
              <a:rPr lang="en-US" sz="2000" baseline="0" dirty="0" err="1"/>
              <a:t>cho</a:t>
            </a:r>
            <a:r>
              <a:rPr lang="en-US" sz="2000" baseline="0" dirty="0"/>
              <a:t> BA </a:t>
            </a:r>
            <a:r>
              <a:rPr lang="en-US" sz="2000" baseline="0" dirty="0" err="1"/>
              <a:t>hiểu</a:t>
            </a:r>
            <a:r>
              <a:rPr lang="en-US" sz="2000" baseline="0" dirty="0"/>
              <a:t> </a:t>
            </a:r>
            <a:r>
              <a:rPr lang="en-US" sz="2000" baseline="0" dirty="0" err="1"/>
              <a:t>tường</a:t>
            </a:r>
            <a:r>
              <a:rPr lang="en-US" sz="2000" baseline="0" dirty="0"/>
              <a:t> </a:t>
            </a:r>
            <a:r>
              <a:rPr lang="en-US" sz="2000" baseline="0" dirty="0" err="1"/>
              <a:t>tận</a:t>
            </a:r>
            <a:r>
              <a:rPr lang="en-US" sz="2000" baseline="0" dirty="0"/>
              <a:t> </a:t>
            </a:r>
            <a:r>
              <a:rPr lang="en-US" sz="2000" baseline="0" dirty="0" err="1"/>
              <a:t>những</a:t>
            </a:r>
            <a:r>
              <a:rPr lang="en-US" sz="2000" baseline="0" dirty="0"/>
              <a:t> </a:t>
            </a:r>
            <a:r>
              <a:rPr lang="en-US" sz="2000" baseline="0" dirty="0" err="1"/>
              <a:t>quy</a:t>
            </a:r>
            <a:r>
              <a:rPr lang="en-US" sz="2000" baseline="0" dirty="0"/>
              <a:t> </a:t>
            </a:r>
            <a:r>
              <a:rPr lang="en-US" sz="2000" baseline="0" dirty="0" err="1"/>
              <a:t>trình</a:t>
            </a:r>
            <a:r>
              <a:rPr lang="en-US" sz="2000" baseline="0" dirty="0"/>
              <a:t> Thương </a:t>
            </a:r>
            <a:r>
              <a:rPr lang="en-US" sz="2000" baseline="0" dirty="0" err="1"/>
              <a:t>mại</a:t>
            </a:r>
            <a:r>
              <a:rPr lang="en-US" sz="2000" baseline="0" dirty="0"/>
              <a:t> </a:t>
            </a:r>
            <a:r>
              <a:rPr lang="en-US" sz="2000" baseline="0" dirty="0" err="1"/>
              <a:t>của</a:t>
            </a:r>
            <a:r>
              <a:rPr lang="en-US" sz="2000" baseline="0" dirty="0"/>
              <a:t> </a:t>
            </a:r>
            <a:r>
              <a:rPr lang="en-US" sz="2000" baseline="0" dirty="0" err="1"/>
              <a:t>cty</a:t>
            </a:r>
            <a:r>
              <a:rPr lang="en-US" sz="2000" baseline="0" dirty="0"/>
              <a:t> </a:t>
            </a:r>
            <a:r>
              <a:rPr lang="en-US" sz="2000" baseline="0" dirty="0" err="1"/>
              <a:t>bạn</a:t>
            </a:r>
            <a:r>
              <a:rPr lang="en-US" sz="2000" baseline="0" dirty="0"/>
              <a:t>.</a:t>
            </a:r>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sz="2000" baseline="0" dirty="0"/>
              <a:t>Right 8: </a:t>
            </a:r>
            <a:r>
              <a:rPr lang="en-US" sz="2000" baseline="0" dirty="0" err="1"/>
              <a:t>Hãy</a:t>
            </a:r>
            <a:r>
              <a:rPr lang="en-US" sz="2000" baseline="0" dirty="0"/>
              <a:t> </a:t>
            </a:r>
            <a:r>
              <a:rPr lang="en-US" sz="2000" baseline="0" dirty="0" err="1"/>
              <a:t>trình</a:t>
            </a:r>
            <a:r>
              <a:rPr lang="en-US" sz="2000" baseline="0" dirty="0"/>
              <a:t> </a:t>
            </a:r>
            <a:r>
              <a:rPr lang="en-US" sz="2000" baseline="0" dirty="0" err="1"/>
              <a:t>bày</a:t>
            </a:r>
            <a:r>
              <a:rPr lang="en-US" sz="2000" baseline="0" dirty="0"/>
              <a:t> 1 </a:t>
            </a:r>
            <a:r>
              <a:rPr lang="en-US" sz="2000" baseline="0" dirty="0" err="1"/>
              <a:t>cách</a:t>
            </a:r>
            <a:r>
              <a:rPr lang="en-US" sz="2000" baseline="0" dirty="0"/>
              <a:t> chi </a:t>
            </a:r>
            <a:r>
              <a:rPr lang="en-US" sz="2000" baseline="0" dirty="0" err="1"/>
              <a:t>tiết</a:t>
            </a:r>
            <a:r>
              <a:rPr lang="en-US" sz="2000" baseline="0" dirty="0"/>
              <a:t> </a:t>
            </a:r>
            <a:r>
              <a:rPr lang="en-US" sz="2000" baseline="0" dirty="0" err="1"/>
              <a:t>các</a:t>
            </a:r>
            <a:r>
              <a:rPr lang="en-US" sz="2000" baseline="0" dirty="0"/>
              <a:t> </a:t>
            </a:r>
            <a:r>
              <a:rPr lang="en-US" sz="2000" baseline="0" dirty="0" err="1"/>
              <a:t>đặc</a:t>
            </a:r>
            <a:r>
              <a:rPr lang="en-US" sz="2000" baseline="0" dirty="0"/>
              <a:t> </a:t>
            </a:r>
            <a:r>
              <a:rPr lang="en-US" sz="2000" baseline="0" dirty="0" err="1"/>
              <a:t>điểm</a:t>
            </a:r>
            <a:r>
              <a:rPr lang="en-US" sz="2000" baseline="0" dirty="0"/>
              <a:t> YC </a:t>
            </a:r>
            <a:r>
              <a:rPr lang="en-US" sz="2000" baseline="0" dirty="0" err="1"/>
              <a:t>ứng</a:t>
            </a:r>
            <a:r>
              <a:rPr lang="en-US" sz="2000" baseline="0" dirty="0"/>
              <a:t> </a:t>
            </a:r>
            <a:r>
              <a:rPr lang="en-US" sz="2000" baseline="0" dirty="0" err="1"/>
              <a:t>dụng</a:t>
            </a:r>
            <a:r>
              <a:rPr lang="en-US" sz="2000" baseline="0" dirty="0"/>
              <a:t> </a:t>
            </a:r>
            <a:r>
              <a:rPr lang="en-US" sz="2000" baseline="0" dirty="0" err="1"/>
              <a:t>mà</a:t>
            </a:r>
            <a:r>
              <a:rPr lang="en-US" sz="2000" baseline="0" dirty="0"/>
              <a:t> </a:t>
            </a:r>
            <a:r>
              <a:rPr lang="en-US" sz="2000" baseline="0" dirty="0" err="1"/>
              <a:t>bạn</a:t>
            </a:r>
            <a:r>
              <a:rPr lang="en-US" sz="2000" baseline="0" dirty="0"/>
              <a:t> </a:t>
            </a:r>
            <a:r>
              <a:rPr lang="en-US" sz="2000" baseline="0" dirty="0" err="1"/>
              <a:t>muốn</a:t>
            </a:r>
            <a:r>
              <a:rPr lang="en-US" sz="2000" baseline="0" dirty="0"/>
              <a:t> </a:t>
            </a:r>
            <a:r>
              <a:rPr lang="en-US" sz="2000" baseline="0" dirty="0" err="1"/>
              <a:t>không</a:t>
            </a:r>
            <a:r>
              <a:rPr lang="en-US" sz="2000" baseline="0" dirty="0"/>
              <a:t> </a:t>
            </a:r>
            <a:r>
              <a:rPr lang="en-US" sz="2000" baseline="0" dirty="0" err="1"/>
              <a:t>nêu</a:t>
            </a:r>
            <a:r>
              <a:rPr lang="en-US" sz="2000" baseline="0" dirty="0"/>
              <a:t> </a:t>
            </a:r>
            <a:r>
              <a:rPr lang="en-US" sz="2000" baseline="0" dirty="0" err="1"/>
              <a:t>chung</a:t>
            </a:r>
            <a:r>
              <a:rPr lang="en-US" sz="2000" baseline="0" dirty="0"/>
              <a:t> </a:t>
            </a:r>
            <a:r>
              <a:rPr lang="en-US" sz="2000" baseline="0" dirty="0" err="1"/>
              <a:t>chung</a:t>
            </a:r>
            <a:r>
              <a:rPr lang="en-US" sz="2000" baseline="0" dirty="0"/>
              <a:t> </a:t>
            </a:r>
            <a:r>
              <a:rPr lang="en-US" sz="2000" baseline="0" dirty="0" err="1"/>
              <a:t>như</a:t>
            </a:r>
            <a:r>
              <a:rPr lang="en-US" sz="2000" baseline="0" dirty="0"/>
              <a:t> </a:t>
            </a:r>
            <a:r>
              <a:rPr lang="en-US" sz="2000" baseline="0" dirty="0" err="1"/>
              <a:t>giao</a:t>
            </a:r>
            <a:r>
              <a:rPr lang="en-US" sz="2000" baseline="0" dirty="0"/>
              <a:t> </a:t>
            </a:r>
            <a:r>
              <a:rPr lang="en-US" sz="2000" baseline="0" dirty="0" err="1"/>
              <a:t>diện</a:t>
            </a:r>
            <a:r>
              <a:rPr lang="en-US" sz="2000" baseline="0" dirty="0"/>
              <a:t> </a:t>
            </a:r>
            <a:r>
              <a:rPr lang="en-US" sz="2000" baseline="0" dirty="0" err="1"/>
              <a:t>thân</a:t>
            </a:r>
            <a:r>
              <a:rPr lang="en-US" sz="2000" baseline="0" dirty="0"/>
              <a:t> </a:t>
            </a:r>
            <a:r>
              <a:rPr lang="en-US" sz="2000" baseline="0" dirty="0" err="1"/>
              <a:t>thiện</a:t>
            </a:r>
            <a:r>
              <a:rPr lang="en-US" sz="2000" baseline="0" dirty="0"/>
              <a:t>, </a:t>
            </a:r>
            <a:r>
              <a:rPr lang="en-US" sz="2000" baseline="0" dirty="0" err="1"/>
              <a:t>ứng</a:t>
            </a:r>
            <a:r>
              <a:rPr lang="en-US" sz="2000" baseline="0" dirty="0"/>
              <a:t> </a:t>
            </a:r>
            <a:r>
              <a:rPr lang="en-US" sz="2000" baseline="0" dirty="0" err="1"/>
              <a:t>dụng</a:t>
            </a:r>
            <a:r>
              <a:rPr lang="en-US" sz="2000" baseline="0" dirty="0"/>
              <a:t> </a:t>
            </a:r>
            <a:r>
              <a:rPr lang="en-US" sz="2000" baseline="0" dirty="0" err="1"/>
              <a:t>mạnh</a:t>
            </a:r>
            <a:r>
              <a:rPr lang="en-US" sz="2000" baseline="0" dirty="0"/>
              <a:t> </a:t>
            </a:r>
            <a:r>
              <a:rPr lang="en-US" sz="2000" baseline="0" dirty="0" err="1"/>
              <a:t>mẽ</a:t>
            </a:r>
            <a:r>
              <a:rPr lang="en-US" sz="2000" baseline="0" dirty="0"/>
              <a:t>,…</a:t>
            </a:r>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sz="2000" baseline="0" dirty="0"/>
              <a:t>Right 9: </a:t>
            </a:r>
            <a:r>
              <a:rPr lang="en-US" sz="2000" baseline="0" dirty="0" err="1"/>
              <a:t>Các</a:t>
            </a:r>
            <a:r>
              <a:rPr lang="en-US" sz="2000" baseline="0" dirty="0"/>
              <a:t> YC </a:t>
            </a:r>
            <a:r>
              <a:rPr lang="en-US" sz="2000" baseline="0" dirty="0" err="1"/>
              <a:t>có</a:t>
            </a:r>
            <a:r>
              <a:rPr lang="en-US" sz="2000" baseline="0" dirty="0"/>
              <a:t> </a:t>
            </a:r>
            <a:r>
              <a:rPr lang="en-US" sz="2000" baseline="0" dirty="0" err="1"/>
              <a:t>phần</a:t>
            </a:r>
            <a:r>
              <a:rPr lang="en-US" sz="2000" baseline="0" dirty="0"/>
              <a:t> </a:t>
            </a:r>
            <a:r>
              <a:rPr lang="en-US" sz="2000" baseline="0" dirty="0" err="1"/>
              <a:t>dễ</a:t>
            </a:r>
            <a:r>
              <a:rPr lang="en-US" sz="2000" baseline="0" dirty="0"/>
              <a:t> </a:t>
            </a:r>
            <a:r>
              <a:rPr lang="en-US" sz="2000" baseline="0" dirty="0" err="1"/>
              <a:t>thay</a:t>
            </a:r>
            <a:r>
              <a:rPr lang="en-US" sz="2000" baseline="0" dirty="0"/>
              <a:t> </a:t>
            </a:r>
            <a:r>
              <a:rPr lang="en-US" sz="2000" baseline="0" dirty="0" err="1"/>
              <a:t>đổi</a:t>
            </a:r>
            <a:r>
              <a:rPr lang="en-US" sz="2000" baseline="0" dirty="0"/>
              <a:t>. </a:t>
            </a:r>
            <a:r>
              <a:rPr lang="en-US" sz="2000" baseline="0" dirty="0" err="1"/>
              <a:t>Khi</a:t>
            </a:r>
            <a:r>
              <a:rPr lang="en-US" sz="2000" baseline="0" dirty="0"/>
              <a:t> </a:t>
            </a:r>
            <a:r>
              <a:rPr lang="en-US" sz="2000" baseline="0" dirty="0" err="1"/>
              <a:t>có</a:t>
            </a:r>
            <a:r>
              <a:rPr lang="en-US" sz="2000" baseline="0" dirty="0"/>
              <a:t> </a:t>
            </a:r>
            <a:r>
              <a:rPr lang="en-US" sz="2000" baseline="0" dirty="0" err="1"/>
              <a:t>thay</a:t>
            </a:r>
            <a:r>
              <a:rPr lang="en-US" sz="2000" baseline="0" dirty="0"/>
              <a:t> </a:t>
            </a:r>
            <a:r>
              <a:rPr lang="en-US" sz="2000" baseline="0" dirty="0" err="1"/>
              <a:t>đổi</a:t>
            </a:r>
            <a:r>
              <a:rPr lang="en-US" sz="2000" baseline="0" dirty="0"/>
              <a:t> </a:t>
            </a:r>
            <a:r>
              <a:rPr lang="en-US" sz="2000" baseline="0" dirty="0" err="1"/>
              <a:t>bạn</a:t>
            </a:r>
            <a:r>
              <a:rPr lang="en-US" sz="2000" baseline="0" dirty="0"/>
              <a:t> </a:t>
            </a:r>
            <a:r>
              <a:rPr lang="en-US" sz="2000" baseline="0" dirty="0" err="1"/>
              <a:t>cần</a:t>
            </a:r>
            <a:r>
              <a:rPr lang="en-US" sz="2000" baseline="0" dirty="0"/>
              <a:t> </a:t>
            </a:r>
            <a:r>
              <a:rPr lang="en-US" sz="2000" baseline="0" dirty="0" err="1"/>
              <a:t>lắng</a:t>
            </a:r>
            <a:r>
              <a:rPr lang="en-US" sz="2000" baseline="0" dirty="0"/>
              <a:t> </a:t>
            </a:r>
            <a:r>
              <a:rPr lang="en-US" sz="2000" baseline="0" dirty="0" err="1"/>
              <a:t>nghe</a:t>
            </a:r>
            <a:r>
              <a:rPr lang="en-US" sz="2000" baseline="0" dirty="0"/>
              <a:t> </a:t>
            </a:r>
            <a:r>
              <a:rPr lang="en-US" sz="2000" baseline="0" dirty="0" err="1"/>
              <a:t>cách</a:t>
            </a:r>
            <a:r>
              <a:rPr lang="en-US" sz="2000" baseline="0" dirty="0"/>
              <a:t> </a:t>
            </a:r>
            <a:r>
              <a:rPr lang="en-US" sz="2000" baseline="0" dirty="0" err="1"/>
              <a:t>thức</a:t>
            </a:r>
            <a:r>
              <a:rPr lang="en-US" sz="2000" baseline="0" dirty="0"/>
              <a:t> </a:t>
            </a:r>
            <a:r>
              <a:rPr lang="en-US" sz="2000" baseline="0" dirty="0" err="1"/>
              <a:t>mà</a:t>
            </a:r>
            <a:r>
              <a:rPr lang="en-US" sz="2000" baseline="0" dirty="0"/>
              <a:t> BA </a:t>
            </a:r>
            <a:r>
              <a:rPr lang="en-US" sz="2000" baseline="0" dirty="0" err="1"/>
              <a:t>đề</a:t>
            </a:r>
            <a:r>
              <a:rPr lang="en-US" sz="2000" baseline="0" dirty="0"/>
              <a:t> </a:t>
            </a:r>
            <a:r>
              <a:rPr lang="en-US" sz="2000" baseline="0" dirty="0" err="1"/>
              <a:t>nghị</a:t>
            </a:r>
            <a:r>
              <a:rPr lang="en-US" sz="2000" baseline="0" dirty="0"/>
              <a:t> </a:t>
            </a:r>
            <a:r>
              <a:rPr lang="en-US" sz="2000" baseline="0" dirty="0" err="1"/>
              <a:t>thay</a:t>
            </a:r>
            <a:r>
              <a:rPr lang="en-US" sz="2000" baseline="0" dirty="0"/>
              <a:t> </a:t>
            </a:r>
            <a:r>
              <a:rPr lang="en-US" sz="2000" baseline="0" dirty="0" err="1"/>
              <a:t>đổi</a:t>
            </a:r>
            <a:r>
              <a:rPr lang="en-US" sz="2000" baseline="0" dirty="0"/>
              <a:t> </a:t>
            </a:r>
            <a:r>
              <a:rPr lang="en-US" sz="2000" baseline="0" dirty="0" err="1"/>
              <a:t>có</a:t>
            </a:r>
            <a:r>
              <a:rPr lang="en-US" sz="2000" baseline="0" dirty="0"/>
              <a:t> </a:t>
            </a:r>
            <a:r>
              <a:rPr lang="en-US" sz="2000" baseline="0" dirty="0" err="1"/>
              <a:t>thể</a:t>
            </a:r>
            <a:r>
              <a:rPr lang="en-US" sz="2000" baseline="0" dirty="0"/>
              <a:t> </a:t>
            </a:r>
            <a:r>
              <a:rPr lang="en-US" sz="2000" baseline="0" dirty="0" err="1"/>
              <a:t>sẽ</a:t>
            </a:r>
            <a:r>
              <a:rPr lang="en-US" sz="2000" baseline="0" dirty="0"/>
              <a:t> </a:t>
            </a:r>
            <a:r>
              <a:rPr lang="en-US" sz="2000" baseline="0" dirty="0" err="1"/>
              <a:t>tận</a:t>
            </a:r>
            <a:r>
              <a:rPr lang="en-US" sz="2000" baseline="0" dirty="0"/>
              <a:t> </a:t>
            </a:r>
            <a:r>
              <a:rPr lang="en-US" sz="2000" baseline="0" dirty="0" err="1"/>
              <a:t>dụng</a:t>
            </a:r>
            <a:r>
              <a:rPr lang="en-US" sz="2000" baseline="0" dirty="0"/>
              <a:t> 1 </a:t>
            </a:r>
            <a:r>
              <a:rPr lang="en-US" sz="2000" baseline="0" dirty="0" err="1"/>
              <a:t>phần</a:t>
            </a:r>
            <a:r>
              <a:rPr lang="en-US" sz="2000" baseline="0" dirty="0"/>
              <a:t> </a:t>
            </a:r>
            <a:r>
              <a:rPr lang="en-US" sz="2000" baseline="0" dirty="0" err="1"/>
              <a:t>các</a:t>
            </a:r>
            <a:r>
              <a:rPr lang="en-US" sz="2000" baseline="0" dirty="0"/>
              <a:t> </a:t>
            </a:r>
            <a:r>
              <a:rPr lang="en-US" sz="2000" baseline="0" dirty="0" err="1"/>
              <a:t>thành</a:t>
            </a:r>
            <a:r>
              <a:rPr lang="en-US" sz="2000" baseline="0" dirty="0"/>
              <a:t> </a:t>
            </a:r>
            <a:r>
              <a:rPr lang="en-US" sz="2000" baseline="0" dirty="0" err="1"/>
              <a:t>phần</a:t>
            </a:r>
            <a:r>
              <a:rPr lang="en-US" sz="2000" baseline="0" dirty="0"/>
              <a:t> </a:t>
            </a:r>
            <a:r>
              <a:rPr lang="en-US" sz="2000" baseline="0" dirty="0" err="1"/>
              <a:t>đã</a:t>
            </a:r>
            <a:r>
              <a:rPr lang="en-US" sz="2000" baseline="0" dirty="0"/>
              <a:t> </a:t>
            </a:r>
            <a:r>
              <a:rPr lang="en-US" sz="2000" baseline="0" dirty="0" err="1"/>
              <a:t>cài</a:t>
            </a:r>
            <a:r>
              <a:rPr lang="en-US" sz="2000" baseline="0" dirty="0"/>
              <a:t> </a:t>
            </a:r>
            <a:r>
              <a:rPr lang="en-US" sz="2000" baseline="0" dirty="0" err="1"/>
              <a:t>đặt</a:t>
            </a:r>
            <a:r>
              <a:rPr lang="en-US" sz="2000" baseline="0" dirty="0"/>
              <a:t>, </a:t>
            </a:r>
            <a:r>
              <a:rPr lang="en-US" sz="2000" baseline="0" dirty="0" err="1"/>
              <a:t>thậm</a:t>
            </a:r>
            <a:r>
              <a:rPr lang="en-US" sz="2000" baseline="0" dirty="0"/>
              <a:t> </a:t>
            </a:r>
            <a:r>
              <a:rPr lang="en-US" sz="2000" baseline="0" dirty="0" err="1"/>
              <a:t>chí</a:t>
            </a:r>
            <a:r>
              <a:rPr lang="en-US" sz="2000" baseline="0" dirty="0"/>
              <a:t> </a:t>
            </a:r>
            <a:r>
              <a:rPr lang="en-US" sz="2000" baseline="0" dirty="0" err="1"/>
              <a:t>sử</a:t>
            </a:r>
            <a:r>
              <a:rPr lang="en-US" sz="2000" baseline="0" dirty="0"/>
              <a:t> </a:t>
            </a:r>
            <a:r>
              <a:rPr lang="en-US" sz="2000" baseline="0" dirty="0" err="1"/>
              <a:t>dụng</a:t>
            </a:r>
            <a:r>
              <a:rPr lang="en-US" sz="2000" baseline="0" dirty="0"/>
              <a:t> </a:t>
            </a:r>
            <a:r>
              <a:rPr lang="en-US" sz="2000" baseline="0" dirty="0" err="1"/>
              <a:t>các</a:t>
            </a:r>
            <a:r>
              <a:rPr lang="en-US" sz="2000" baseline="0" dirty="0"/>
              <a:t> </a:t>
            </a:r>
            <a:r>
              <a:rPr lang="en-US" sz="2000" baseline="0" dirty="0" err="1"/>
              <a:t>thành</a:t>
            </a:r>
            <a:r>
              <a:rPr lang="en-US" sz="2000" baseline="0" dirty="0"/>
              <a:t> </a:t>
            </a:r>
            <a:r>
              <a:rPr lang="en-US" sz="2000" baseline="0" dirty="0" err="1"/>
              <a:t>phần</a:t>
            </a:r>
            <a:r>
              <a:rPr lang="en-US" sz="2000" baseline="0" dirty="0"/>
              <a:t> </a:t>
            </a:r>
            <a:r>
              <a:rPr lang="en-US" sz="2000" baseline="0" dirty="0" err="1"/>
              <a:t>có</a:t>
            </a:r>
            <a:r>
              <a:rPr lang="en-US" sz="2000" baseline="0" dirty="0"/>
              <a:t> </a:t>
            </a:r>
            <a:r>
              <a:rPr lang="en-US" sz="2000" baseline="0" dirty="0" err="1"/>
              <a:t>sẵn</a:t>
            </a:r>
            <a:r>
              <a:rPr lang="en-US" sz="2000" baseline="0" dirty="0"/>
              <a:t> </a:t>
            </a:r>
            <a:r>
              <a:rPr lang="en-US" sz="2000" baseline="0" dirty="0" err="1"/>
              <a:t>trên</a:t>
            </a:r>
            <a:r>
              <a:rPr lang="en-US" sz="2000" baseline="0" dirty="0"/>
              <a:t> </a:t>
            </a:r>
            <a:r>
              <a:rPr lang="en-US" sz="2000" baseline="0" dirty="0" err="1"/>
              <a:t>thị</a:t>
            </a:r>
            <a:r>
              <a:rPr lang="en-US" sz="2000" baseline="0" dirty="0"/>
              <a:t> </a:t>
            </a:r>
            <a:r>
              <a:rPr lang="en-US" sz="2000" baseline="0" dirty="0" err="1"/>
              <a:t>trường</a:t>
            </a:r>
            <a:r>
              <a:rPr lang="en-US" sz="2000" baseline="0" dirty="0"/>
              <a:t> (</a:t>
            </a:r>
            <a:r>
              <a:rPr lang="en-US" sz="2000" baseline="0" dirty="0" err="1"/>
              <a:t>đã</a:t>
            </a:r>
            <a:r>
              <a:rPr lang="en-US" sz="2000" baseline="0" dirty="0"/>
              <a:t> </a:t>
            </a:r>
            <a:r>
              <a:rPr lang="en-US" sz="2000" baseline="0" dirty="0" err="1"/>
              <a:t>làm</a:t>
            </a:r>
            <a:r>
              <a:rPr lang="en-US" sz="2000" baseline="0" dirty="0"/>
              <a:t> </a:t>
            </a:r>
            <a:r>
              <a:rPr lang="en-US" sz="2000" baseline="0" dirty="0" err="1"/>
              <a:t>sẵn</a:t>
            </a:r>
            <a:r>
              <a:rPr lang="en-US" sz="2000" baseline="0" dirty="0"/>
              <a:t>).</a:t>
            </a:r>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sz="2000" baseline="0" dirty="0"/>
              <a:t>Right 10:Nếu </a:t>
            </a:r>
            <a:r>
              <a:rPr lang="en-US" sz="2000" baseline="0" dirty="0" err="1"/>
              <a:t>mọi</a:t>
            </a:r>
            <a:r>
              <a:rPr lang="en-US" sz="2000" baseline="0" dirty="0"/>
              <a:t> </a:t>
            </a:r>
            <a:r>
              <a:rPr lang="en-US" sz="2000" baseline="0" dirty="0" err="1"/>
              <a:t>thứ</a:t>
            </a:r>
            <a:r>
              <a:rPr lang="en-US" sz="2000" baseline="0" dirty="0"/>
              <a:t> OK </a:t>
            </a:r>
            <a:r>
              <a:rPr lang="en-US" sz="2000" baseline="0" dirty="0" err="1"/>
              <a:t>đúng</a:t>
            </a:r>
            <a:r>
              <a:rPr lang="en-US" sz="2000" baseline="0" dirty="0"/>
              <a:t> </a:t>
            </a:r>
            <a:r>
              <a:rPr lang="en-US" sz="2000" baseline="0" dirty="0" err="1"/>
              <a:t>yêu</a:t>
            </a:r>
            <a:r>
              <a:rPr lang="en-US" sz="2000" baseline="0" dirty="0"/>
              <a:t> </a:t>
            </a:r>
            <a:r>
              <a:rPr lang="en-US" sz="2000" baseline="0" dirty="0" err="1"/>
              <a:t>cầu</a:t>
            </a:r>
            <a:r>
              <a:rPr lang="en-US" sz="2000" baseline="0" dirty="0"/>
              <a:t> </a:t>
            </a:r>
            <a:r>
              <a:rPr lang="en-US" sz="2000" baseline="0" dirty="0" err="1"/>
              <a:t>thì</a:t>
            </a:r>
            <a:r>
              <a:rPr lang="en-US" sz="2000" baseline="0" dirty="0"/>
              <a:t> </a:t>
            </a:r>
            <a:r>
              <a:rPr lang="en-US" sz="2000" baseline="0" dirty="0" err="1"/>
              <a:t>đón</a:t>
            </a:r>
            <a:r>
              <a:rPr lang="en-US" sz="2000" baseline="0" dirty="0"/>
              <a:t> </a:t>
            </a:r>
            <a:r>
              <a:rPr lang="en-US" sz="2000" baseline="0" dirty="0" err="1"/>
              <a:t>nhận</a:t>
            </a:r>
            <a:r>
              <a:rPr lang="en-US" sz="2000" baseline="0" dirty="0"/>
              <a:t>, </a:t>
            </a:r>
            <a:r>
              <a:rPr lang="en-US" sz="2000" baseline="0" dirty="0" err="1"/>
              <a:t>không</a:t>
            </a:r>
            <a:r>
              <a:rPr lang="en-US" sz="2000" baseline="0" dirty="0"/>
              <a:t> </a:t>
            </a:r>
            <a:r>
              <a:rPr lang="en-US" sz="2000" baseline="0" dirty="0" err="1"/>
              <a:t>miễn</a:t>
            </a:r>
            <a:r>
              <a:rPr lang="en-US" sz="2000" baseline="0" dirty="0"/>
              <a:t> </a:t>
            </a:r>
            <a:r>
              <a:rPr lang="en-US" sz="2000" baseline="0" dirty="0" err="1"/>
              <a:t>cưỡng</a:t>
            </a:r>
            <a:r>
              <a:rPr lang="en-US" sz="2000" baseline="0" dirty="0"/>
              <a:t>.</a:t>
            </a:r>
            <a:endParaRPr lang="en-US" sz="2000" dirty="0"/>
          </a:p>
        </p:txBody>
      </p:sp>
      <p:sp>
        <p:nvSpPr>
          <p:cNvPr id="4" name="Slide Number Placeholder 3"/>
          <p:cNvSpPr>
            <a:spLocks noGrp="1"/>
          </p:cNvSpPr>
          <p:nvPr>
            <p:ph type="sldNum" sz="quarter" idx="10"/>
          </p:nvPr>
        </p:nvSpPr>
        <p:spPr/>
        <p:txBody>
          <a:bodyPr/>
          <a:lstStyle/>
          <a:p>
            <a:fld id="{D6D8E87D-860B-4D07-AA9C-845386AB8A4E}" type="slidenum">
              <a:rPr lang="en-US" smtClean="0"/>
              <a:t>12</a:t>
            </a:fld>
            <a:endParaRPr lang="en-US"/>
          </a:p>
        </p:txBody>
      </p:sp>
    </p:spTree>
    <p:extLst>
      <p:ext uri="{BB962C8B-B14F-4D97-AF65-F5344CB8AC3E}">
        <p14:creationId xmlns:p14="http://schemas.microsoft.com/office/powerpoint/2010/main" val="8097224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Teacher should explain every the responsibility of customers in requirements engineering</a:t>
            </a:r>
            <a:r>
              <a:rPr lang="en-US" baseline="0" dirty="0"/>
              <a:t> activities</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baseline="0" dirty="0"/>
              <a:t>Dedicate (v): </a:t>
            </a:r>
            <a:r>
              <a:rPr lang="en-US" baseline="0" dirty="0" err="1"/>
              <a:t>dành</a:t>
            </a:r>
            <a:r>
              <a:rPr lang="en-US" baseline="0" dirty="0"/>
              <a:t>/</a:t>
            </a:r>
            <a:r>
              <a:rPr lang="en-US" baseline="0" dirty="0" err="1"/>
              <a:t>cống</a:t>
            </a:r>
            <a:r>
              <a:rPr lang="en-US" baseline="0" dirty="0"/>
              <a:t> </a:t>
            </a:r>
            <a:r>
              <a:rPr lang="en-US" baseline="0" dirty="0" err="1"/>
              <a:t>hiến</a:t>
            </a:r>
            <a:endParaRPr lang="en-US" baseline="0" dirty="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a:t>Respect a developer’s assessment of the cost and feasibility of requirements: </a:t>
            </a:r>
            <a:r>
              <a:rPr lang="en-US" dirty="0" err="1"/>
              <a:t>Tôn</a:t>
            </a:r>
            <a:r>
              <a:rPr lang="en-US" dirty="0"/>
              <a:t> </a:t>
            </a:r>
            <a:r>
              <a:rPr lang="en-US" dirty="0" err="1"/>
              <a:t>trọng</a:t>
            </a:r>
            <a:r>
              <a:rPr lang="en-US" dirty="0"/>
              <a:t> </a:t>
            </a:r>
            <a:r>
              <a:rPr lang="en-US" dirty="0" err="1"/>
              <a:t>đánh</a:t>
            </a:r>
            <a:r>
              <a:rPr lang="en-US" dirty="0"/>
              <a:t> </a:t>
            </a:r>
            <a:r>
              <a:rPr lang="en-US" dirty="0" err="1"/>
              <a:t>giá</a:t>
            </a:r>
            <a:r>
              <a:rPr lang="en-US" dirty="0"/>
              <a:t> </a:t>
            </a:r>
            <a:r>
              <a:rPr lang="en-US" dirty="0" err="1"/>
              <a:t>của</a:t>
            </a:r>
            <a:r>
              <a:rPr lang="en-US" dirty="0"/>
              <a:t> </a:t>
            </a:r>
            <a:r>
              <a:rPr lang="en-US" dirty="0" err="1"/>
              <a:t>nhà</a:t>
            </a:r>
            <a:r>
              <a:rPr lang="en-US" dirty="0"/>
              <a:t> </a:t>
            </a:r>
            <a:r>
              <a:rPr lang="en-US" dirty="0" err="1"/>
              <a:t>phát</a:t>
            </a:r>
            <a:r>
              <a:rPr lang="en-US" dirty="0"/>
              <a:t> </a:t>
            </a:r>
            <a:r>
              <a:rPr lang="en-US" dirty="0" err="1"/>
              <a:t>triển</a:t>
            </a:r>
            <a:r>
              <a:rPr lang="en-US" dirty="0"/>
              <a:t> </a:t>
            </a:r>
            <a:r>
              <a:rPr lang="en-US" dirty="0" err="1"/>
              <a:t>về</a:t>
            </a:r>
            <a:r>
              <a:rPr lang="en-US" dirty="0"/>
              <a:t> chi </a:t>
            </a:r>
            <a:r>
              <a:rPr lang="en-US" dirty="0" err="1"/>
              <a:t>phí</a:t>
            </a:r>
            <a:r>
              <a:rPr lang="en-US" dirty="0"/>
              <a:t> </a:t>
            </a:r>
            <a:r>
              <a:rPr lang="en-US" dirty="0" err="1"/>
              <a:t>và</a:t>
            </a:r>
            <a:r>
              <a:rPr lang="en-US" dirty="0"/>
              <a:t> </a:t>
            </a:r>
            <a:r>
              <a:rPr lang="en-US" dirty="0" err="1"/>
              <a:t>tính</a:t>
            </a:r>
            <a:r>
              <a:rPr lang="en-US" dirty="0"/>
              <a:t> </a:t>
            </a:r>
            <a:r>
              <a:rPr lang="en-US" dirty="0" err="1"/>
              <a:t>khả</a:t>
            </a:r>
            <a:r>
              <a:rPr lang="en-US" dirty="0"/>
              <a:t> thi </a:t>
            </a:r>
            <a:r>
              <a:rPr lang="en-US" dirty="0" err="1"/>
              <a:t>của</a:t>
            </a:r>
            <a:r>
              <a:rPr lang="en-US" dirty="0"/>
              <a:t> </a:t>
            </a:r>
            <a:r>
              <a:rPr lang="en-US" dirty="0" err="1"/>
              <a:t>các</a:t>
            </a:r>
            <a:r>
              <a:rPr lang="en-US" dirty="0"/>
              <a:t> </a:t>
            </a:r>
            <a:r>
              <a:rPr lang="en-US" dirty="0" err="1"/>
              <a:t>yêu</a:t>
            </a:r>
            <a:r>
              <a:rPr lang="en-US" dirty="0"/>
              <a:t> </a:t>
            </a:r>
            <a:r>
              <a:rPr lang="en-US" dirty="0" err="1"/>
              <a:t>cầu</a:t>
            </a:r>
            <a:r>
              <a:rPr lang="en-US" dirty="0"/>
              <a:t>.</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a:t>Set realistic requirement priorities in collaboration with developers: </a:t>
            </a:r>
            <a:r>
              <a:rPr lang="vi-VN" dirty="0"/>
              <a:t>Đặt ưu tiên yêu cầu thực tế trong sự hợp tác với các nhà phát triển.</a:t>
            </a:r>
            <a:endParaRPr lang="en-US" dirty="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baseline="0" dirty="0"/>
              <a:t>Res. 1: </a:t>
            </a:r>
            <a:r>
              <a:rPr lang="en-US" sz="1200" baseline="0" dirty="0" err="1"/>
              <a:t>Bạn</a:t>
            </a:r>
            <a:r>
              <a:rPr lang="en-US" sz="1200" baseline="0" dirty="0"/>
              <a:t> </a:t>
            </a:r>
            <a:r>
              <a:rPr lang="en-US" sz="1200" baseline="0" dirty="0" err="1"/>
              <a:t>cần</a:t>
            </a:r>
            <a:r>
              <a:rPr lang="en-US" sz="1200" baseline="0" dirty="0"/>
              <a:t> </a:t>
            </a:r>
            <a:r>
              <a:rPr lang="en-US" sz="1200" baseline="0" dirty="0" err="1"/>
              <a:t>giúp</a:t>
            </a:r>
            <a:r>
              <a:rPr lang="en-US" sz="1200" baseline="0" dirty="0"/>
              <a:t> </a:t>
            </a:r>
            <a:r>
              <a:rPr lang="en-US" sz="1200" baseline="0" dirty="0" err="1"/>
              <a:t>cho</a:t>
            </a:r>
            <a:r>
              <a:rPr lang="en-US" sz="1200" baseline="0" dirty="0"/>
              <a:t> BA </a:t>
            </a:r>
            <a:r>
              <a:rPr lang="en-US" sz="1200" baseline="0" dirty="0" err="1"/>
              <a:t>và</a:t>
            </a:r>
            <a:r>
              <a:rPr lang="en-US" sz="1200" baseline="0" dirty="0"/>
              <a:t> Developers </a:t>
            </a:r>
            <a:r>
              <a:rPr lang="en-US" sz="1200" baseline="0" dirty="0" err="1"/>
              <a:t>hiểu</a:t>
            </a:r>
            <a:r>
              <a:rPr lang="en-US" sz="1200" baseline="0" dirty="0"/>
              <a:t> </a:t>
            </a:r>
            <a:r>
              <a:rPr lang="en-US" sz="1200" baseline="0" dirty="0" err="1"/>
              <a:t>tường</a:t>
            </a:r>
            <a:r>
              <a:rPr lang="en-US" sz="1200" baseline="0" dirty="0"/>
              <a:t> </a:t>
            </a:r>
            <a:r>
              <a:rPr lang="en-US" sz="1200" baseline="0" dirty="0" err="1"/>
              <a:t>tận</a:t>
            </a:r>
            <a:r>
              <a:rPr lang="en-US" sz="1200" baseline="0" dirty="0"/>
              <a:t> </a:t>
            </a:r>
            <a:r>
              <a:rPr lang="en-US" sz="1200" baseline="0" dirty="0" err="1"/>
              <a:t>về</a:t>
            </a:r>
            <a:r>
              <a:rPr lang="en-US" sz="1200" baseline="0" dirty="0"/>
              <a:t> biz concept </a:t>
            </a:r>
            <a:r>
              <a:rPr lang="en-US" sz="1200" baseline="0" dirty="0" err="1"/>
              <a:t>của</a:t>
            </a:r>
            <a:r>
              <a:rPr lang="en-US" sz="1200" baseline="0" dirty="0"/>
              <a:t> </a:t>
            </a:r>
            <a:r>
              <a:rPr lang="en-US" sz="1200" baseline="0" dirty="0" err="1"/>
              <a:t>bạn</a:t>
            </a:r>
            <a:r>
              <a:rPr lang="en-US" sz="1200" baseline="0" dirty="0"/>
              <a:t> </a:t>
            </a:r>
            <a:r>
              <a:rPr lang="en-US" sz="1200" baseline="0" dirty="0" err="1"/>
              <a:t>để</a:t>
            </a:r>
            <a:r>
              <a:rPr lang="en-US" sz="1200" baseline="0" dirty="0"/>
              <a:t> </a:t>
            </a:r>
            <a:r>
              <a:rPr lang="en-US" sz="1200" baseline="0" dirty="0" err="1"/>
              <a:t>họ</a:t>
            </a:r>
            <a:r>
              <a:rPr lang="en-US" sz="1200" baseline="0" dirty="0"/>
              <a:t> build </a:t>
            </a:r>
            <a:r>
              <a:rPr lang="en-US" sz="1200" baseline="0" dirty="0" err="1"/>
              <a:t>ứng</a:t>
            </a:r>
            <a:r>
              <a:rPr lang="en-US" sz="1200" baseline="0" dirty="0"/>
              <a:t> </a:t>
            </a:r>
            <a:r>
              <a:rPr lang="en-US" sz="1200" baseline="0" dirty="0" err="1"/>
              <a:t>dụng</a:t>
            </a:r>
            <a:r>
              <a:rPr lang="en-US" sz="1200" baseline="0" dirty="0"/>
              <a:t>.</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baseline="0" dirty="0"/>
              <a:t>Res. 2: </a:t>
            </a:r>
            <a:r>
              <a:rPr lang="en-US" sz="1200" baseline="0" dirty="0" err="1"/>
              <a:t>Dùng</a:t>
            </a:r>
            <a:r>
              <a:rPr lang="en-US" sz="1200" baseline="0" dirty="0"/>
              <a:t> </a:t>
            </a:r>
            <a:r>
              <a:rPr lang="en-US" sz="1200" baseline="0" dirty="0" err="1"/>
              <a:t>bận</a:t>
            </a:r>
            <a:r>
              <a:rPr lang="en-US" sz="1200" baseline="0" dirty="0"/>
              <a:t> </a:t>
            </a:r>
            <a:r>
              <a:rPr lang="en-US" sz="1200" baseline="0" dirty="0" err="1"/>
              <a:t>rộn</a:t>
            </a:r>
            <a:r>
              <a:rPr lang="en-US" sz="1200" baseline="0" dirty="0"/>
              <a:t> </a:t>
            </a:r>
            <a:r>
              <a:rPr lang="en-US" sz="1200" baseline="0" dirty="0" err="1"/>
              <a:t>bạn</a:t>
            </a:r>
            <a:r>
              <a:rPr lang="en-US" sz="1200" baseline="0" dirty="0"/>
              <a:t> </a:t>
            </a:r>
            <a:r>
              <a:rPr lang="en-US" sz="1200" baseline="0" dirty="0" err="1"/>
              <a:t>cũng</a:t>
            </a:r>
            <a:r>
              <a:rPr lang="en-US" sz="1200" baseline="0" dirty="0"/>
              <a:t> </a:t>
            </a:r>
            <a:r>
              <a:rPr lang="en-US" sz="1200" baseline="0" dirty="0" err="1"/>
              <a:t>cần</a:t>
            </a:r>
            <a:r>
              <a:rPr lang="en-US" sz="1200" baseline="0" dirty="0"/>
              <a:t> </a:t>
            </a:r>
            <a:r>
              <a:rPr lang="en-US" sz="1200" baseline="0" dirty="0" err="1"/>
              <a:t>dành</a:t>
            </a:r>
            <a:r>
              <a:rPr lang="en-US" sz="1200" baseline="0" dirty="0"/>
              <a:t> </a:t>
            </a:r>
            <a:r>
              <a:rPr lang="en-US" sz="1200" baseline="0" dirty="0" err="1"/>
              <a:t>thời</a:t>
            </a:r>
            <a:r>
              <a:rPr lang="en-US" sz="1200" baseline="0" dirty="0"/>
              <a:t> </a:t>
            </a:r>
            <a:r>
              <a:rPr lang="en-US" sz="1200" baseline="0" dirty="0" err="1"/>
              <a:t>gian</a:t>
            </a:r>
            <a:r>
              <a:rPr lang="en-US" sz="1200" baseline="0" dirty="0"/>
              <a:t> </a:t>
            </a:r>
            <a:r>
              <a:rPr lang="en-US" sz="1200" baseline="0" dirty="0" err="1"/>
              <a:t>tham</a:t>
            </a:r>
            <a:r>
              <a:rPr lang="en-US" sz="1200" baseline="0" dirty="0"/>
              <a:t> </a:t>
            </a:r>
            <a:r>
              <a:rPr lang="en-US" sz="1200" baseline="0" dirty="0" err="1"/>
              <a:t>gia</a:t>
            </a:r>
            <a:r>
              <a:rPr lang="en-US" sz="1200" baseline="0" dirty="0"/>
              <a:t> workshop, PV, </a:t>
            </a:r>
            <a:r>
              <a:rPr lang="en-US" sz="1200" baseline="0" dirty="0" err="1"/>
              <a:t>họp</a:t>
            </a:r>
            <a:r>
              <a:rPr lang="en-US" sz="1200" baseline="0" dirty="0"/>
              <a:t> </a:t>
            </a:r>
            <a:r>
              <a:rPr lang="en-US" sz="1200" baseline="0" dirty="0" err="1"/>
              <a:t>hội</a:t>
            </a:r>
            <a:r>
              <a:rPr lang="en-US" sz="1200" baseline="0" dirty="0"/>
              <a:t> </a:t>
            </a:r>
            <a:r>
              <a:rPr lang="en-US" sz="1200" baseline="0" dirty="0" err="1"/>
              <a:t>để</a:t>
            </a:r>
            <a:r>
              <a:rPr lang="en-US" sz="1200" baseline="0" dirty="0"/>
              <a:t> </a:t>
            </a:r>
            <a:r>
              <a:rPr lang="en-US" sz="1200" baseline="0" dirty="0" err="1"/>
              <a:t>thu</a:t>
            </a:r>
            <a:r>
              <a:rPr lang="en-US" sz="1200" baseline="0" dirty="0"/>
              <a:t> </a:t>
            </a:r>
            <a:r>
              <a:rPr lang="en-US" sz="1200" baseline="0" dirty="0" err="1"/>
              <a:t>thập</a:t>
            </a:r>
            <a:r>
              <a:rPr lang="en-US" sz="1200" baseline="0" dirty="0"/>
              <a:t> </a:t>
            </a:r>
            <a:r>
              <a:rPr lang="en-US" sz="1200" baseline="0" dirty="0" err="1"/>
              <a:t>và</a:t>
            </a:r>
            <a:r>
              <a:rPr lang="en-US" sz="1200" baseline="0" dirty="0"/>
              <a:t> </a:t>
            </a:r>
            <a:r>
              <a:rPr lang="en-US" sz="1200" baseline="0" dirty="0" err="1"/>
              <a:t>phân</a:t>
            </a:r>
            <a:r>
              <a:rPr lang="en-US" sz="1200" baseline="0" dirty="0"/>
              <a:t> </a:t>
            </a:r>
            <a:r>
              <a:rPr lang="en-US" sz="1200" baseline="0" dirty="0" err="1"/>
              <a:t>tích</a:t>
            </a:r>
            <a:r>
              <a:rPr lang="en-US" sz="1200" baseline="0" dirty="0"/>
              <a:t> YC. </a:t>
            </a:r>
            <a:r>
              <a:rPr lang="en-US" sz="1200" baseline="0" dirty="0" err="1"/>
              <a:t>Bạn</a:t>
            </a:r>
            <a:r>
              <a:rPr lang="en-US" sz="1200" baseline="0" dirty="0"/>
              <a:t> </a:t>
            </a:r>
            <a:r>
              <a:rPr lang="en-US" sz="1200" baseline="0" dirty="0" err="1"/>
              <a:t>bỏ</a:t>
            </a:r>
            <a:r>
              <a:rPr lang="en-US" sz="1200" baseline="0" dirty="0"/>
              <a:t> </a:t>
            </a:r>
            <a:r>
              <a:rPr lang="en-US" sz="1200" baseline="0" dirty="0" err="1"/>
              <a:t>ít</a:t>
            </a:r>
            <a:r>
              <a:rPr lang="en-US" sz="1200" baseline="0" dirty="0"/>
              <a:t> </a:t>
            </a:r>
            <a:r>
              <a:rPr lang="en-US" sz="1200" baseline="0" dirty="0" err="1"/>
              <a:t>thời</a:t>
            </a:r>
            <a:r>
              <a:rPr lang="en-US" sz="1200" baseline="0" dirty="0"/>
              <a:t> </a:t>
            </a:r>
            <a:r>
              <a:rPr lang="en-US" sz="1200" baseline="0" dirty="0" err="1"/>
              <a:t>gian</a:t>
            </a:r>
            <a:r>
              <a:rPr lang="en-US" sz="1200" baseline="0" dirty="0"/>
              <a:t> </a:t>
            </a:r>
            <a:r>
              <a:rPr lang="en-US" sz="1200" baseline="0" dirty="0" err="1"/>
              <a:t>để</a:t>
            </a:r>
            <a:r>
              <a:rPr lang="en-US" sz="1200" baseline="0" dirty="0"/>
              <a:t> </a:t>
            </a:r>
            <a:r>
              <a:rPr lang="en-US" sz="1200" baseline="0" dirty="0" err="1"/>
              <a:t>phân</a:t>
            </a:r>
            <a:r>
              <a:rPr lang="en-US" sz="1200" baseline="0" dirty="0"/>
              <a:t> </a:t>
            </a:r>
            <a:r>
              <a:rPr lang="en-US" sz="1200" baseline="0" dirty="0" err="1"/>
              <a:t>tích</a:t>
            </a:r>
            <a:r>
              <a:rPr lang="en-US" sz="1200" baseline="0" dirty="0"/>
              <a:t> </a:t>
            </a:r>
            <a:r>
              <a:rPr lang="en-US" sz="1200" baseline="0" dirty="0" err="1"/>
              <a:t>đúng</a:t>
            </a:r>
            <a:r>
              <a:rPr lang="en-US" sz="1200" baseline="0" dirty="0"/>
              <a:t> YC </a:t>
            </a:r>
            <a:r>
              <a:rPr lang="en-US" sz="1200" baseline="0" dirty="0" err="1"/>
              <a:t>còn</a:t>
            </a:r>
            <a:r>
              <a:rPr lang="en-US" sz="1200" baseline="0" dirty="0"/>
              <a:t> </a:t>
            </a:r>
            <a:r>
              <a:rPr lang="en-US" sz="1200" baseline="0" dirty="0" err="1"/>
              <a:t>hơn</a:t>
            </a:r>
            <a:r>
              <a:rPr lang="en-US" sz="1200" baseline="0" dirty="0"/>
              <a:t> </a:t>
            </a:r>
            <a:r>
              <a:rPr lang="en-US" sz="1200" baseline="0" dirty="0" err="1"/>
              <a:t>sẽ</a:t>
            </a:r>
            <a:r>
              <a:rPr lang="en-US" sz="1200" baseline="0" dirty="0"/>
              <a:t> </a:t>
            </a:r>
            <a:r>
              <a:rPr lang="en-US" sz="1200" baseline="0" dirty="0" err="1"/>
              <a:t>tốn</a:t>
            </a:r>
            <a:r>
              <a:rPr lang="en-US" sz="1200" baseline="0" dirty="0"/>
              <a:t> </a:t>
            </a:r>
            <a:r>
              <a:rPr lang="en-US" sz="1200" baseline="0" dirty="0" err="1"/>
              <a:t>rất</a:t>
            </a:r>
            <a:r>
              <a:rPr lang="en-US" sz="1200" baseline="0" dirty="0"/>
              <a:t> </a:t>
            </a:r>
            <a:r>
              <a:rPr lang="en-US" sz="1200" baseline="0" dirty="0" err="1"/>
              <a:t>nhiều</a:t>
            </a:r>
            <a:r>
              <a:rPr lang="en-US" sz="1200" baseline="0" dirty="0"/>
              <a:t> time </a:t>
            </a:r>
            <a:r>
              <a:rPr lang="en-US" sz="1200" baseline="0" dirty="0" err="1"/>
              <a:t>để</a:t>
            </a:r>
            <a:r>
              <a:rPr lang="en-US" sz="1200" baseline="0" dirty="0"/>
              <a:t> </a:t>
            </a:r>
            <a:r>
              <a:rPr lang="en-US" sz="1200" baseline="0" dirty="0" err="1"/>
              <a:t>sửa</a:t>
            </a:r>
            <a:r>
              <a:rPr lang="en-US" sz="1200" baseline="0" dirty="0"/>
              <a:t> </a:t>
            </a:r>
            <a:r>
              <a:rPr lang="en-US" sz="1200" baseline="0" dirty="0" err="1"/>
              <a:t>sai</a:t>
            </a:r>
            <a:r>
              <a:rPr lang="en-US" sz="1200" baseline="0" dirty="0"/>
              <a:t>, </a:t>
            </a:r>
            <a:r>
              <a:rPr lang="en-US" sz="1200" baseline="0" dirty="0" err="1"/>
              <a:t>chưa</a:t>
            </a:r>
            <a:r>
              <a:rPr lang="en-US" sz="1200" baseline="0" dirty="0"/>
              <a:t> </a:t>
            </a:r>
            <a:r>
              <a:rPr lang="en-US" sz="1200" baseline="0" dirty="0" err="1"/>
              <a:t>kể</a:t>
            </a:r>
            <a:r>
              <a:rPr lang="en-US" sz="1200" baseline="0" dirty="0"/>
              <a:t> chi </a:t>
            </a:r>
            <a:r>
              <a:rPr lang="en-US" sz="1200" baseline="0" dirty="0" err="1"/>
              <a:t>phí</a:t>
            </a:r>
            <a:r>
              <a:rPr lang="en-US" sz="1200" baseline="0" dirty="0"/>
              <a:t>.</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baseline="0" dirty="0"/>
              <a:t>Res. 3: </a:t>
            </a:r>
            <a:r>
              <a:rPr lang="en-US" sz="1200" baseline="0" dirty="0" err="1"/>
              <a:t>Khi</a:t>
            </a:r>
            <a:r>
              <a:rPr lang="en-US" sz="1200" baseline="0" dirty="0"/>
              <a:t> </a:t>
            </a:r>
            <a:r>
              <a:rPr lang="en-US" sz="1200" baseline="0" dirty="0" err="1"/>
              <a:t>cung</a:t>
            </a:r>
            <a:r>
              <a:rPr lang="en-US" sz="1200" baseline="0" dirty="0"/>
              <a:t> </a:t>
            </a:r>
            <a:r>
              <a:rPr lang="en-US" sz="1200" baseline="0" dirty="0" err="1"/>
              <a:t>cấp</a:t>
            </a:r>
            <a:r>
              <a:rPr lang="en-US" sz="1200" baseline="0" dirty="0"/>
              <a:t> YC </a:t>
            </a:r>
            <a:r>
              <a:rPr lang="en-US" sz="1200" baseline="0" dirty="0" err="1"/>
              <a:t>cần</a:t>
            </a:r>
            <a:r>
              <a:rPr lang="en-US" sz="1200" baseline="0" dirty="0"/>
              <a:t> </a:t>
            </a:r>
            <a:r>
              <a:rPr lang="en-US" sz="1200" baseline="0" dirty="0" err="1"/>
              <a:t>cụ</a:t>
            </a:r>
            <a:r>
              <a:rPr lang="en-US" sz="1200" baseline="0" dirty="0"/>
              <a:t> </a:t>
            </a:r>
            <a:r>
              <a:rPr lang="en-US" sz="1200" baseline="0" dirty="0" err="1"/>
              <a:t>thể</a:t>
            </a:r>
            <a:r>
              <a:rPr lang="en-US" sz="1200" baseline="0" dirty="0"/>
              <a:t> </a:t>
            </a:r>
            <a:r>
              <a:rPr lang="en-US" sz="1200" baseline="0" dirty="0" err="1"/>
              <a:t>và</a:t>
            </a:r>
            <a:r>
              <a:rPr lang="en-US" sz="1200" baseline="0" dirty="0"/>
              <a:t> </a:t>
            </a:r>
            <a:r>
              <a:rPr lang="en-US" sz="1200" baseline="0" dirty="0" err="1"/>
              <a:t>rõ</a:t>
            </a:r>
            <a:r>
              <a:rPr lang="en-US" sz="1200" baseline="0" dirty="0"/>
              <a:t> </a:t>
            </a:r>
            <a:r>
              <a:rPr lang="en-US" sz="1200" baseline="0" dirty="0" err="1"/>
              <a:t>ràng</a:t>
            </a:r>
            <a:r>
              <a:rPr lang="en-US" sz="1200" baseline="0" dirty="0"/>
              <a:t>, </a:t>
            </a:r>
            <a:r>
              <a:rPr lang="en-US" sz="1200" baseline="0" dirty="0" err="1"/>
              <a:t>tránh</a:t>
            </a:r>
            <a:r>
              <a:rPr lang="en-US" sz="1200" baseline="0" dirty="0"/>
              <a:t> </a:t>
            </a:r>
            <a:r>
              <a:rPr lang="en-US" sz="1200" baseline="0" dirty="0" err="1"/>
              <a:t>mơ</a:t>
            </a:r>
            <a:r>
              <a:rPr lang="en-US" sz="1200" baseline="0" dirty="0"/>
              <a:t> </a:t>
            </a:r>
            <a:r>
              <a:rPr lang="en-US" sz="1200" baseline="0" dirty="0" err="1"/>
              <a:t>hồ</a:t>
            </a:r>
            <a:r>
              <a:rPr lang="en-US" sz="1200" baseline="0" dirty="0"/>
              <a:t>.</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baseline="0" dirty="0"/>
              <a:t>Res. 4: Trong </a:t>
            </a:r>
            <a:r>
              <a:rPr lang="en-US" sz="1200" baseline="0" dirty="0" err="1"/>
              <a:t>quá</a:t>
            </a:r>
            <a:r>
              <a:rPr lang="en-US" sz="1200" baseline="0" dirty="0"/>
              <a:t> </a:t>
            </a:r>
            <a:r>
              <a:rPr lang="en-US" sz="1200" baseline="0" dirty="0" err="1"/>
              <a:t>trình</a:t>
            </a:r>
            <a:r>
              <a:rPr lang="en-US" sz="1200" baseline="0" dirty="0"/>
              <a:t> </a:t>
            </a:r>
            <a:r>
              <a:rPr lang="en-US" sz="1200" baseline="0" dirty="0" err="1"/>
              <a:t>phát</a:t>
            </a:r>
            <a:r>
              <a:rPr lang="en-US" sz="1200" baseline="0" dirty="0"/>
              <a:t> </a:t>
            </a:r>
            <a:r>
              <a:rPr lang="en-US" sz="1200" baseline="0" dirty="0" err="1"/>
              <a:t>triển</a:t>
            </a:r>
            <a:r>
              <a:rPr lang="en-US" sz="1200" baseline="0" dirty="0"/>
              <a:t> YC, </a:t>
            </a:r>
            <a:r>
              <a:rPr lang="en-US" sz="1200" baseline="0" dirty="0" err="1"/>
              <a:t>các</a:t>
            </a:r>
            <a:r>
              <a:rPr lang="en-US" sz="1200" baseline="0" dirty="0"/>
              <a:t> BA </a:t>
            </a:r>
            <a:r>
              <a:rPr lang="en-US" sz="1200" baseline="0" dirty="0" err="1"/>
              <a:t>nhiều</a:t>
            </a:r>
            <a:r>
              <a:rPr lang="en-US" sz="1200" baseline="0" dirty="0"/>
              <a:t> </a:t>
            </a:r>
            <a:r>
              <a:rPr lang="en-US" sz="1200" baseline="0" dirty="0" err="1"/>
              <a:t>lúc</a:t>
            </a:r>
            <a:r>
              <a:rPr lang="en-US" sz="1200" baseline="0" dirty="0"/>
              <a:t> </a:t>
            </a:r>
            <a:r>
              <a:rPr lang="en-US" sz="1200" baseline="0" dirty="0" err="1"/>
              <a:t>yêu</a:t>
            </a:r>
            <a:r>
              <a:rPr lang="en-US" sz="1200" baseline="0" dirty="0"/>
              <a:t> </a:t>
            </a:r>
            <a:r>
              <a:rPr lang="en-US" sz="1200" baseline="0" dirty="0" err="1"/>
              <a:t>cầu</a:t>
            </a:r>
            <a:r>
              <a:rPr lang="en-US" sz="1200" baseline="0" dirty="0"/>
              <a:t> </a:t>
            </a:r>
            <a:r>
              <a:rPr lang="en-US" sz="1200" baseline="0" dirty="0" err="1"/>
              <a:t>bạn</a:t>
            </a:r>
            <a:r>
              <a:rPr lang="en-US" sz="1200" baseline="0" dirty="0"/>
              <a:t> </a:t>
            </a:r>
            <a:r>
              <a:rPr lang="en-US" sz="1200" baseline="0" dirty="0" err="1"/>
              <a:t>phải</a:t>
            </a:r>
            <a:r>
              <a:rPr lang="en-US" sz="1200" baseline="0" dirty="0"/>
              <a:t> </a:t>
            </a:r>
            <a:r>
              <a:rPr lang="en-US" sz="1200" baseline="0" dirty="0" err="1"/>
              <a:t>ra</a:t>
            </a:r>
            <a:r>
              <a:rPr lang="en-US" sz="1200" baseline="0" dirty="0"/>
              <a:t> QĐ </a:t>
            </a:r>
            <a:r>
              <a:rPr lang="en-US" sz="1200" baseline="0" dirty="0" err="1"/>
              <a:t>về</a:t>
            </a:r>
            <a:r>
              <a:rPr lang="en-US" sz="1200" baseline="0" dirty="0"/>
              <a:t> </a:t>
            </a:r>
            <a:r>
              <a:rPr lang="en-US" sz="1200" baseline="0" dirty="0" err="1"/>
              <a:t>rất</a:t>
            </a:r>
            <a:r>
              <a:rPr lang="en-US" sz="1200" baseline="0" dirty="0"/>
              <a:t> </a:t>
            </a:r>
            <a:r>
              <a:rPr lang="en-US" sz="1200" baseline="0" dirty="0" err="1"/>
              <a:t>nhiều</a:t>
            </a:r>
            <a:r>
              <a:rPr lang="en-US" sz="1200" baseline="0" dirty="0"/>
              <a:t> </a:t>
            </a:r>
            <a:r>
              <a:rPr lang="en-US" sz="1200" baseline="0" dirty="0" err="1"/>
              <a:t>thứ</a:t>
            </a:r>
            <a:r>
              <a:rPr lang="en-US" sz="1200" baseline="0" dirty="0"/>
              <a:t> </a:t>
            </a:r>
            <a:r>
              <a:rPr lang="en-US" sz="1200" baseline="0" dirty="0" err="1"/>
              <a:t>như</a:t>
            </a:r>
            <a:r>
              <a:rPr lang="en-US" sz="1200" baseline="0" dirty="0"/>
              <a:t> </a:t>
            </a:r>
            <a:r>
              <a:rPr lang="en-US" sz="1200" baseline="0" dirty="0" err="1"/>
              <a:t>sự</a:t>
            </a:r>
            <a:r>
              <a:rPr lang="en-US" sz="1200" baseline="0" dirty="0"/>
              <a:t> </a:t>
            </a:r>
            <a:r>
              <a:rPr lang="en-US" sz="1200" baseline="0" dirty="0" err="1"/>
              <a:t>khác</a:t>
            </a:r>
            <a:r>
              <a:rPr lang="en-US" sz="1200" baseline="0" dirty="0"/>
              <a:t> </a:t>
            </a:r>
            <a:r>
              <a:rPr lang="en-US" sz="1200" baseline="0" dirty="0" err="1"/>
              <a:t>nhau</a:t>
            </a:r>
            <a:r>
              <a:rPr lang="en-US" sz="1200" baseline="0" dirty="0"/>
              <a:t> YC </a:t>
            </a:r>
            <a:r>
              <a:rPr lang="en-US" sz="1200" baseline="0" dirty="0" err="1"/>
              <a:t>giữa</a:t>
            </a:r>
            <a:r>
              <a:rPr lang="en-US" sz="1200" baseline="0" dirty="0"/>
              <a:t> </a:t>
            </a:r>
            <a:r>
              <a:rPr lang="en-US" sz="1200" baseline="0" dirty="0" err="1"/>
              <a:t>các</a:t>
            </a:r>
            <a:r>
              <a:rPr lang="en-US" sz="1200" baseline="0" dirty="0"/>
              <a:t> </a:t>
            </a:r>
            <a:r>
              <a:rPr lang="en-US" sz="1200" baseline="0" dirty="0" err="1"/>
              <a:t>bên</a:t>
            </a:r>
            <a:r>
              <a:rPr lang="en-US" sz="1200" baseline="0" dirty="0"/>
              <a:t> </a:t>
            </a:r>
            <a:r>
              <a:rPr lang="en-US" sz="1200" baseline="0" dirty="0" err="1"/>
              <a:t>tham</a:t>
            </a:r>
            <a:r>
              <a:rPr lang="en-US" sz="1200" baseline="0" dirty="0"/>
              <a:t> </a:t>
            </a:r>
            <a:r>
              <a:rPr lang="en-US" sz="1200" baseline="0" dirty="0" err="1"/>
              <a:t>gia</a:t>
            </a:r>
            <a:r>
              <a:rPr lang="en-US" sz="1200" baseline="0" dirty="0"/>
              <a:t>, </a:t>
            </a:r>
            <a:r>
              <a:rPr lang="en-US" sz="1200" baseline="0" dirty="0" err="1"/>
              <a:t>tính</a:t>
            </a:r>
            <a:r>
              <a:rPr lang="en-US" sz="1200" baseline="0" dirty="0"/>
              <a:t> chính </a:t>
            </a:r>
            <a:r>
              <a:rPr lang="en-US" sz="1200" baseline="0" dirty="0" err="1"/>
              <a:t>xác</a:t>
            </a:r>
            <a:r>
              <a:rPr lang="en-US" sz="1200" baseline="0" dirty="0"/>
              <a:t> </a:t>
            </a:r>
            <a:r>
              <a:rPr lang="en-US" sz="1200" baseline="0" dirty="0" err="1"/>
              <a:t>của</a:t>
            </a:r>
            <a:r>
              <a:rPr lang="en-US" sz="1200" baseline="0" dirty="0"/>
              <a:t> </a:t>
            </a:r>
            <a:r>
              <a:rPr lang="en-US" sz="1200" baseline="0" dirty="0" err="1"/>
              <a:t>thông</a:t>
            </a:r>
            <a:r>
              <a:rPr lang="en-US" sz="1200" baseline="0" dirty="0"/>
              <a:t> tin,… </a:t>
            </a:r>
            <a:r>
              <a:rPr lang="en-US" sz="1200" baseline="0" dirty="0" err="1"/>
              <a:t>Họ</a:t>
            </a:r>
            <a:r>
              <a:rPr lang="en-US" sz="1200" baseline="0" dirty="0"/>
              <a:t> </a:t>
            </a:r>
            <a:r>
              <a:rPr lang="en-US" sz="1200" baseline="0" dirty="0" err="1"/>
              <a:t>ko</a:t>
            </a:r>
            <a:r>
              <a:rPr lang="en-US" sz="1200" baseline="0" dirty="0"/>
              <a:t> </a:t>
            </a:r>
            <a:r>
              <a:rPr lang="en-US" sz="1200" baseline="0" dirty="0" err="1"/>
              <a:t>tự</a:t>
            </a:r>
            <a:r>
              <a:rPr lang="en-US" sz="1200" baseline="0" dirty="0"/>
              <a:t> tin </a:t>
            </a:r>
            <a:r>
              <a:rPr lang="en-US" sz="1200" baseline="0" dirty="0" err="1"/>
              <a:t>thực</a:t>
            </a:r>
            <a:r>
              <a:rPr lang="en-US" sz="1200" baseline="0" dirty="0"/>
              <a:t> </a:t>
            </a:r>
            <a:r>
              <a:rPr lang="en-US" sz="1200" baseline="0" dirty="0" err="1"/>
              <a:t>hiện</a:t>
            </a:r>
            <a:r>
              <a:rPr lang="en-US" sz="1200" baseline="0" dirty="0"/>
              <a:t> </a:t>
            </a:r>
            <a:r>
              <a:rPr lang="en-US" sz="1200" baseline="0" dirty="0" err="1"/>
              <a:t>khi</a:t>
            </a:r>
            <a:r>
              <a:rPr lang="en-US" sz="1200" baseline="0" dirty="0"/>
              <a:t> </a:t>
            </a:r>
            <a:r>
              <a:rPr lang="en-US" sz="1200" baseline="0" dirty="0" err="1"/>
              <a:t>bạn</a:t>
            </a:r>
            <a:r>
              <a:rPr lang="en-US" sz="1200" baseline="0" dirty="0"/>
              <a:t> </a:t>
            </a:r>
            <a:r>
              <a:rPr lang="en-US" sz="1200" baseline="0" dirty="0" err="1"/>
              <a:t>chưa</a:t>
            </a:r>
            <a:r>
              <a:rPr lang="en-US" sz="1200" baseline="0" dirty="0"/>
              <a:t> </a:t>
            </a:r>
            <a:r>
              <a:rPr lang="en-US" sz="1200" baseline="0" dirty="0" err="1"/>
              <a:t>đưa</a:t>
            </a:r>
            <a:r>
              <a:rPr lang="en-US" sz="1200" baseline="0" dirty="0"/>
              <a:t> </a:t>
            </a:r>
            <a:r>
              <a:rPr lang="en-US" sz="1200" baseline="0" dirty="0" err="1"/>
              <a:t>ra</a:t>
            </a:r>
            <a:r>
              <a:rPr lang="en-US" sz="1200" baseline="0" dirty="0"/>
              <a:t> QĐ </a:t>
            </a:r>
            <a:r>
              <a:rPr lang="en-US" sz="1200" baseline="0" dirty="0" err="1"/>
              <a:t>và</a:t>
            </a:r>
            <a:r>
              <a:rPr lang="en-US" sz="1200" baseline="0" dirty="0"/>
              <a:t> </a:t>
            </a:r>
            <a:r>
              <a:rPr lang="en-US" sz="1200" baseline="0" dirty="0" err="1"/>
              <a:t>như</a:t>
            </a:r>
            <a:r>
              <a:rPr lang="en-US" sz="1200" baseline="0" dirty="0"/>
              <a:t> </a:t>
            </a:r>
            <a:r>
              <a:rPr lang="en-US" sz="1200" baseline="0" dirty="0" err="1"/>
              <a:t>vậy</a:t>
            </a:r>
            <a:r>
              <a:rPr lang="en-US" sz="1200" baseline="0" dirty="0"/>
              <a:t> </a:t>
            </a:r>
            <a:r>
              <a:rPr lang="en-US" sz="1200" baseline="0" dirty="0" err="1"/>
              <a:t>ảnh</a:t>
            </a:r>
            <a:r>
              <a:rPr lang="en-US" sz="1200" baseline="0" dirty="0"/>
              <a:t> </a:t>
            </a:r>
            <a:r>
              <a:rPr lang="en-US" sz="1200" baseline="0" dirty="0" err="1"/>
              <a:t>hưởng</a:t>
            </a:r>
            <a:r>
              <a:rPr lang="en-US" sz="1200" baseline="0" dirty="0"/>
              <a:t> </a:t>
            </a:r>
            <a:r>
              <a:rPr lang="en-US" sz="1200" baseline="0" dirty="0" err="1"/>
              <a:t>đến</a:t>
            </a:r>
            <a:r>
              <a:rPr lang="en-US" sz="1200" baseline="0" dirty="0"/>
              <a:t> tiến </a:t>
            </a:r>
            <a:r>
              <a:rPr lang="en-US" sz="1200" baseline="0" dirty="0" err="1"/>
              <a:t>độ</a:t>
            </a:r>
            <a:r>
              <a:rPr lang="en-US" sz="1200" baseline="0" dirty="0"/>
              <a:t> </a:t>
            </a:r>
            <a:r>
              <a:rPr lang="en-US" sz="1200" baseline="0" dirty="0" err="1"/>
              <a:t>dự</a:t>
            </a:r>
            <a:r>
              <a:rPr lang="en-US" sz="1200" baseline="0" dirty="0"/>
              <a:t> </a:t>
            </a:r>
            <a:r>
              <a:rPr lang="en-US" sz="1200" baseline="0" dirty="0" err="1"/>
              <a:t>án</a:t>
            </a:r>
            <a:r>
              <a:rPr lang="en-US" sz="1200" baseline="0" dirty="0"/>
              <a:t>.</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baseline="0" dirty="0"/>
              <a:t>Res. 5: </a:t>
            </a:r>
            <a:r>
              <a:rPr lang="en-US" sz="1200" baseline="0" dirty="0" err="1"/>
              <a:t>Tất</a:t>
            </a:r>
            <a:r>
              <a:rPr lang="en-US" sz="1200" baseline="0" dirty="0"/>
              <a:t> </a:t>
            </a:r>
            <a:r>
              <a:rPr lang="en-US" sz="1200" baseline="0" dirty="0" err="1"/>
              <a:t>cả</a:t>
            </a:r>
            <a:r>
              <a:rPr lang="en-US" sz="1200" baseline="0" dirty="0"/>
              <a:t> </a:t>
            </a:r>
            <a:r>
              <a:rPr lang="en-US" sz="1200" baseline="0" dirty="0" err="1"/>
              <a:t>chức</a:t>
            </a:r>
            <a:r>
              <a:rPr lang="en-US" sz="1200" baseline="0" dirty="0"/>
              <a:t> </a:t>
            </a:r>
            <a:r>
              <a:rPr lang="en-US" sz="1200" baseline="0" dirty="0" err="1"/>
              <a:t>năng</a:t>
            </a:r>
            <a:r>
              <a:rPr lang="en-US" sz="1200" baseline="0" dirty="0"/>
              <a:t> </a:t>
            </a:r>
            <a:r>
              <a:rPr lang="en-US" sz="1200" baseline="0" dirty="0" err="1"/>
              <a:t>của</a:t>
            </a:r>
            <a:r>
              <a:rPr lang="en-US" sz="1200" baseline="0" dirty="0"/>
              <a:t> SW </a:t>
            </a:r>
            <a:r>
              <a:rPr lang="en-US" sz="1200" baseline="0" dirty="0" err="1"/>
              <a:t>đều</a:t>
            </a:r>
            <a:r>
              <a:rPr lang="en-US" sz="1200" baseline="0" dirty="0"/>
              <a:t> </a:t>
            </a:r>
            <a:r>
              <a:rPr lang="en-US" sz="1200" baseline="0" dirty="0" err="1"/>
              <a:t>tốn</a:t>
            </a:r>
            <a:r>
              <a:rPr lang="en-US" sz="1200" baseline="0" dirty="0"/>
              <a:t> chi </a:t>
            </a:r>
            <a:r>
              <a:rPr lang="en-US" sz="1200" baseline="0" dirty="0" err="1"/>
              <a:t>phí</a:t>
            </a:r>
            <a:r>
              <a:rPr lang="en-US" sz="1200" baseline="0" dirty="0"/>
              <a:t>. Developers </a:t>
            </a:r>
            <a:r>
              <a:rPr lang="en-US" sz="1200" baseline="0" dirty="0" err="1"/>
              <a:t>là</a:t>
            </a:r>
            <a:r>
              <a:rPr lang="en-US" sz="1200" baseline="0" dirty="0"/>
              <a:t> </a:t>
            </a:r>
            <a:r>
              <a:rPr lang="en-US" sz="1200" baseline="0" dirty="0" err="1"/>
              <a:t>những</a:t>
            </a:r>
            <a:r>
              <a:rPr lang="en-US" sz="1200" baseline="0" dirty="0"/>
              <a:t> </a:t>
            </a:r>
            <a:r>
              <a:rPr lang="en-US" sz="1200" baseline="0" dirty="0" err="1"/>
              <a:t>người</a:t>
            </a:r>
            <a:r>
              <a:rPr lang="en-US" sz="1200" baseline="0" dirty="0"/>
              <a:t> </a:t>
            </a:r>
            <a:r>
              <a:rPr lang="en-US" sz="1200" baseline="0" dirty="0" err="1"/>
              <a:t>trực</a:t>
            </a:r>
            <a:r>
              <a:rPr lang="en-US" sz="1200" baseline="0" dirty="0"/>
              <a:t> </a:t>
            </a:r>
            <a:r>
              <a:rPr lang="en-US" sz="1200" baseline="0" dirty="0" err="1"/>
              <a:t>tiếp</a:t>
            </a:r>
            <a:r>
              <a:rPr lang="en-US" sz="1200" baseline="0" dirty="0"/>
              <a:t> </a:t>
            </a:r>
            <a:r>
              <a:rPr lang="en-US" sz="1200" baseline="0" dirty="0" err="1"/>
              <a:t>ước</a:t>
            </a:r>
            <a:r>
              <a:rPr lang="en-US" sz="1200" baseline="0" dirty="0"/>
              <a:t> </a:t>
            </a:r>
            <a:r>
              <a:rPr lang="en-US" sz="1200" baseline="0" dirty="0" err="1"/>
              <a:t>tính</a:t>
            </a:r>
            <a:r>
              <a:rPr lang="en-US" sz="1200" baseline="0" dirty="0"/>
              <a:t> chi </a:t>
            </a:r>
            <a:r>
              <a:rPr lang="en-US" sz="1200" baseline="0" dirty="0" err="1"/>
              <a:t>phí</a:t>
            </a:r>
            <a:r>
              <a:rPr lang="en-US" sz="1200" baseline="0" dirty="0"/>
              <a:t>. </a:t>
            </a:r>
            <a:r>
              <a:rPr lang="en-US" sz="1200" baseline="0" dirty="0" err="1"/>
              <a:t>Hãy</a:t>
            </a:r>
            <a:r>
              <a:rPr lang="en-US" sz="1200" baseline="0" dirty="0"/>
              <a:t> </a:t>
            </a:r>
            <a:r>
              <a:rPr lang="en-US" sz="1200" baseline="0" dirty="0" err="1"/>
              <a:t>tôn</a:t>
            </a:r>
            <a:r>
              <a:rPr lang="en-US" sz="1200" baseline="0" dirty="0"/>
              <a:t> </a:t>
            </a:r>
            <a:r>
              <a:rPr lang="en-US" sz="1200" baseline="0" dirty="0" err="1"/>
              <a:t>trọng</a:t>
            </a:r>
            <a:r>
              <a:rPr lang="en-US" sz="1200" baseline="0" dirty="0"/>
              <a:t> </a:t>
            </a:r>
            <a:r>
              <a:rPr lang="en-US" sz="1200" baseline="0" dirty="0" err="1"/>
              <a:t>sự</a:t>
            </a:r>
            <a:r>
              <a:rPr lang="en-US" sz="1200" baseline="0" dirty="0"/>
              <a:t> </a:t>
            </a:r>
            <a:r>
              <a:rPr lang="en-US" sz="1200" baseline="0" dirty="0" err="1"/>
              <a:t>ước</a:t>
            </a:r>
            <a:r>
              <a:rPr lang="en-US" sz="1200" baseline="0" dirty="0"/>
              <a:t> </a:t>
            </a:r>
            <a:r>
              <a:rPr lang="en-US" sz="1200" baseline="0" dirty="0" err="1"/>
              <a:t>tính</a:t>
            </a:r>
            <a:r>
              <a:rPr lang="en-US" sz="1200" baseline="0" dirty="0"/>
              <a:t> </a:t>
            </a:r>
            <a:r>
              <a:rPr lang="en-US" sz="1200" baseline="0" dirty="0" err="1"/>
              <a:t>củ</a:t>
            </a:r>
            <a:r>
              <a:rPr lang="en-US" sz="1200" baseline="0" dirty="0"/>
              <a:t> </a:t>
            </a:r>
            <a:r>
              <a:rPr lang="en-US" sz="1200" baseline="0" dirty="0" err="1"/>
              <a:t>họ</a:t>
            </a:r>
            <a:r>
              <a:rPr lang="en-US" sz="1200" baseline="0" dirty="0"/>
              <a:t> </a:t>
            </a:r>
            <a:r>
              <a:rPr lang="en-US" sz="1200" baseline="0" dirty="0" err="1"/>
              <a:t>cả</a:t>
            </a:r>
            <a:r>
              <a:rPr lang="en-US" sz="1200" baseline="0" dirty="0"/>
              <a:t> </a:t>
            </a:r>
            <a:r>
              <a:rPr lang="en-US" sz="1200" baseline="0" dirty="0" err="1"/>
              <a:t>khi</a:t>
            </a:r>
            <a:r>
              <a:rPr lang="en-US" sz="1200" baseline="0" dirty="0"/>
              <a:t> </a:t>
            </a:r>
            <a:r>
              <a:rPr lang="en-US" sz="1200" baseline="0" dirty="0" err="1"/>
              <a:t>bạn</a:t>
            </a:r>
            <a:r>
              <a:rPr lang="en-US" sz="1200" baseline="0" dirty="0"/>
              <a:t> </a:t>
            </a:r>
            <a:r>
              <a:rPr lang="en-US" sz="1200" baseline="0" dirty="0" err="1"/>
              <a:t>mường</a:t>
            </a:r>
            <a:r>
              <a:rPr lang="en-US" sz="1200" baseline="0" dirty="0"/>
              <a:t> </a:t>
            </a:r>
            <a:r>
              <a:rPr lang="en-US" sz="1200" baseline="0" dirty="0" err="1"/>
              <a:t>tượng</a:t>
            </a:r>
            <a:r>
              <a:rPr lang="en-US" sz="1200" baseline="0" dirty="0"/>
              <a:t> </a:t>
            </a:r>
            <a:r>
              <a:rPr lang="en-US" sz="1200" baseline="0" dirty="0" err="1"/>
              <a:t>không</a:t>
            </a:r>
            <a:r>
              <a:rPr lang="en-US" sz="1200" baseline="0" dirty="0"/>
              <a:t> </a:t>
            </a:r>
            <a:r>
              <a:rPr lang="en-US" sz="1200" baseline="0" dirty="0" err="1"/>
              <a:t>đúng</a:t>
            </a:r>
            <a:r>
              <a:rPr lang="en-US" sz="1200" baseline="0" dirty="0"/>
              <a:t>, </a:t>
            </a:r>
            <a:r>
              <a:rPr lang="en-US" sz="1200" baseline="0" dirty="0" err="1"/>
              <a:t>thì</a:t>
            </a:r>
            <a:r>
              <a:rPr lang="en-US" sz="1200" baseline="0" dirty="0"/>
              <a:t> </a:t>
            </a:r>
            <a:r>
              <a:rPr lang="en-US" sz="1200" baseline="0" dirty="0" err="1"/>
              <a:t>hãy</a:t>
            </a:r>
            <a:r>
              <a:rPr lang="en-US" sz="1200" baseline="0" dirty="0"/>
              <a:t> </a:t>
            </a:r>
            <a:r>
              <a:rPr lang="en-US" sz="1200" baseline="0" dirty="0" err="1"/>
              <a:t>mềm</a:t>
            </a:r>
            <a:r>
              <a:rPr lang="en-US" sz="1200" baseline="0" dirty="0"/>
              <a:t> </a:t>
            </a:r>
            <a:r>
              <a:rPr lang="en-US" sz="1200" baseline="0" dirty="0" err="1"/>
              <a:t>mỏng</a:t>
            </a:r>
            <a:r>
              <a:rPr lang="en-US" sz="1200" baseline="0" dirty="0"/>
              <a:t> </a:t>
            </a:r>
            <a:r>
              <a:rPr lang="en-US" sz="1200" baseline="0" dirty="0" err="1"/>
              <a:t>hỏi</a:t>
            </a:r>
            <a:r>
              <a:rPr lang="en-US" sz="1200" baseline="0" dirty="0"/>
              <a:t> </a:t>
            </a:r>
            <a:r>
              <a:rPr lang="en-US" sz="1200" baseline="0" dirty="0" err="1"/>
              <a:t>lại</a:t>
            </a:r>
            <a:r>
              <a:rPr lang="en-US" sz="1200" baseline="0" dirty="0"/>
              <a:t> </a:t>
            </a:r>
            <a:r>
              <a:rPr lang="en-US" sz="1200" baseline="0" dirty="0" err="1"/>
              <a:t>họ</a:t>
            </a:r>
            <a:r>
              <a:rPr lang="en-US" sz="1200" baseline="0" dirty="0"/>
              <a:t>.</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baseline="0" dirty="0"/>
              <a:t>Res. 6: </a:t>
            </a:r>
            <a:r>
              <a:rPr lang="en-US" sz="1200" baseline="0" dirty="0" err="1"/>
              <a:t>Nhiều</a:t>
            </a:r>
            <a:r>
              <a:rPr lang="en-US" sz="1200" baseline="0" dirty="0"/>
              <a:t> </a:t>
            </a:r>
            <a:r>
              <a:rPr lang="en-US" sz="1200" baseline="0" dirty="0" err="1"/>
              <a:t>dự</a:t>
            </a:r>
            <a:r>
              <a:rPr lang="en-US" sz="1200" baseline="0" dirty="0"/>
              <a:t> </a:t>
            </a:r>
            <a:r>
              <a:rPr lang="en-US" sz="1200" baseline="0" dirty="0" err="1"/>
              <a:t>án</a:t>
            </a:r>
            <a:r>
              <a:rPr lang="en-US" sz="1200" baseline="0" dirty="0"/>
              <a:t> </a:t>
            </a:r>
            <a:r>
              <a:rPr lang="en-US" sz="1200" baseline="0" dirty="0" err="1"/>
              <a:t>cần</a:t>
            </a:r>
            <a:r>
              <a:rPr lang="en-US" sz="1200" baseline="0" dirty="0"/>
              <a:t> time </a:t>
            </a:r>
            <a:r>
              <a:rPr lang="en-US" sz="1200" baseline="0" dirty="0" err="1"/>
              <a:t>và</a:t>
            </a:r>
            <a:r>
              <a:rPr lang="en-US" sz="1200" baseline="0" dirty="0"/>
              <a:t> </a:t>
            </a:r>
            <a:r>
              <a:rPr lang="en-US" sz="1200" baseline="0" dirty="0" err="1"/>
              <a:t>nguồn</a:t>
            </a:r>
            <a:r>
              <a:rPr lang="en-US" sz="1200" baseline="0" dirty="0"/>
              <a:t> </a:t>
            </a:r>
            <a:r>
              <a:rPr lang="en-US" sz="1200" baseline="0" dirty="0" err="1"/>
              <a:t>lực</a:t>
            </a:r>
            <a:r>
              <a:rPr lang="en-US" sz="1200" baseline="0" dirty="0"/>
              <a:t> </a:t>
            </a:r>
            <a:r>
              <a:rPr lang="en-US" sz="1200" baseline="0" dirty="0" err="1"/>
              <a:t>để</a:t>
            </a:r>
            <a:r>
              <a:rPr lang="en-US" sz="1200" baseline="0" dirty="0"/>
              <a:t> </a:t>
            </a:r>
            <a:r>
              <a:rPr lang="en-US" sz="1200" baseline="0" dirty="0" err="1"/>
              <a:t>cài</a:t>
            </a:r>
            <a:r>
              <a:rPr lang="en-US" sz="1200" baseline="0" dirty="0"/>
              <a:t> </a:t>
            </a:r>
            <a:r>
              <a:rPr lang="en-US" sz="1200" baseline="0" dirty="0" err="1"/>
              <a:t>đặt</a:t>
            </a:r>
            <a:r>
              <a:rPr lang="en-US" sz="1200" baseline="0" dirty="0"/>
              <a:t> </a:t>
            </a:r>
            <a:r>
              <a:rPr lang="en-US" sz="1200" baseline="0" dirty="0" err="1"/>
              <a:t>từng</a:t>
            </a:r>
            <a:r>
              <a:rPr lang="en-US" sz="1200" baseline="0" dirty="0"/>
              <a:t> </a:t>
            </a:r>
            <a:r>
              <a:rPr lang="en-US" sz="1200" baseline="0" dirty="0" err="1"/>
              <a:t>phần</a:t>
            </a:r>
            <a:r>
              <a:rPr lang="en-US" sz="1200" baseline="0" dirty="0"/>
              <a:t>, </a:t>
            </a:r>
            <a:r>
              <a:rPr lang="en-US" sz="1200" baseline="0" dirty="0" err="1"/>
              <a:t>từng</a:t>
            </a:r>
            <a:r>
              <a:rPr lang="en-US" sz="1200" baseline="0" dirty="0"/>
              <a:t> </a:t>
            </a:r>
            <a:r>
              <a:rPr lang="en-US" sz="1200" baseline="0" dirty="0" err="1"/>
              <a:t>chức</a:t>
            </a:r>
            <a:r>
              <a:rPr lang="en-US" sz="1200" baseline="0" dirty="0"/>
              <a:t> </a:t>
            </a:r>
            <a:r>
              <a:rPr lang="en-US" sz="1200" baseline="0" dirty="0" err="1"/>
              <a:t>năng</a:t>
            </a:r>
            <a:r>
              <a:rPr lang="en-US" sz="1200" baseline="0" dirty="0"/>
              <a:t> </a:t>
            </a:r>
            <a:r>
              <a:rPr lang="en-US" sz="1200" baseline="0" dirty="0" err="1"/>
              <a:t>mà</a:t>
            </a:r>
            <a:r>
              <a:rPr lang="en-US" sz="1200" baseline="0" dirty="0"/>
              <a:t> KH </a:t>
            </a:r>
            <a:r>
              <a:rPr lang="en-US" sz="1200" baseline="0" dirty="0" err="1"/>
              <a:t>yêu</a:t>
            </a:r>
            <a:r>
              <a:rPr lang="en-US" sz="1200" baseline="0" dirty="0"/>
              <a:t> </a:t>
            </a:r>
            <a:r>
              <a:rPr lang="en-US" sz="1200" baseline="0" dirty="0" err="1"/>
              <a:t>cầu</a:t>
            </a:r>
            <a:r>
              <a:rPr lang="en-US" sz="1200" baseline="0" dirty="0"/>
              <a:t>. </a:t>
            </a:r>
            <a:r>
              <a:rPr lang="en-US" sz="1200" baseline="0" dirty="0" err="1"/>
              <a:t>Trách</a:t>
            </a:r>
            <a:r>
              <a:rPr lang="en-US" sz="1200" baseline="0" dirty="0"/>
              <a:t> </a:t>
            </a:r>
            <a:r>
              <a:rPr lang="en-US" sz="1200" baseline="0" dirty="0" err="1"/>
              <a:t>nhiệm</a:t>
            </a:r>
            <a:r>
              <a:rPr lang="en-US" sz="1200" baseline="0" dirty="0"/>
              <a:t> </a:t>
            </a:r>
            <a:r>
              <a:rPr lang="en-US" sz="1200" baseline="0" dirty="0" err="1"/>
              <a:t>của</a:t>
            </a:r>
            <a:r>
              <a:rPr lang="en-US" sz="1200" baseline="0" dirty="0"/>
              <a:t> </a:t>
            </a:r>
            <a:r>
              <a:rPr lang="en-US" sz="1200" baseline="0" dirty="0" err="1"/>
              <a:t>bạn</a:t>
            </a:r>
            <a:r>
              <a:rPr lang="en-US" sz="1200" baseline="0" dirty="0"/>
              <a:t> </a:t>
            </a:r>
            <a:r>
              <a:rPr lang="en-US" sz="1200" baseline="0" dirty="0" err="1"/>
              <a:t>là</a:t>
            </a:r>
            <a:r>
              <a:rPr lang="en-US" sz="1200" baseline="0" dirty="0"/>
              <a:t> </a:t>
            </a:r>
            <a:r>
              <a:rPr lang="en-US" sz="1200" baseline="0" dirty="0" err="1"/>
              <a:t>xđ</a:t>
            </a:r>
            <a:r>
              <a:rPr lang="en-US" sz="1200" baseline="0" dirty="0"/>
              <a:t> </a:t>
            </a:r>
            <a:r>
              <a:rPr lang="en-US" sz="1200" baseline="0" dirty="0" err="1"/>
              <a:t>độ</a:t>
            </a:r>
            <a:r>
              <a:rPr lang="en-US" sz="1200" baseline="0" dirty="0"/>
              <a:t> </a:t>
            </a:r>
            <a:r>
              <a:rPr lang="en-US" sz="1200" baseline="0" dirty="0" err="1"/>
              <a:t>ưu</a:t>
            </a:r>
            <a:r>
              <a:rPr lang="en-US" sz="1200" baseline="0" dirty="0"/>
              <a:t> </a:t>
            </a:r>
            <a:r>
              <a:rPr lang="en-US" sz="1200" baseline="0" dirty="0" err="1"/>
              <a:t>tiên</a:t>
            </a:r>
            <a:r>
              <a:rPr lang="en-US" sz="1200" baseline="0" dirty="0"/>
              <a:t>. </a:t>
            </a:r>
            <a:r>
              <a:rPr lang="en-US" sz="1200" baseline="0" dirty="0" err="1"/>
              <a:t>Các</a:t>
            </a:r>
            <a:r>
              <a:rPr lang="en-US" sz="1200" baseline="0" dirty="0"/>
              <a:t> BA </a:t>
            </a:r>
            <a:r>
              <a:rPr lang="en-US" sz="1200" baseline="0" dirty="0" err="1"/>
              <a:t>và</a:t>
            </a:r>
            <a:r>
              <a:rPr lang="en-US" sz="1200" baseline="0" dirty="0"/>
              <a:t> Developers </a:t>
            </a:r>
            <a:r>
              <a:rPr lang="en-US" sz="1200" baseline="0" dirty="0" err="1"/>
              <a:t>chỉ</a:t>
            </a:r>
            <a:r>
              <a:rPr lang="en-US" sz="1200" baseline="0" dirty="0"/>
              <a:t> </a:t>
            </a:r>
            <a:r>
              <a:rPr lang="en-US" sz="1200" baseline="0" dirty="0" err="1"/>
              <a:t>có</a:t>
            </a:r>
            <a:r>
              <a:rPr lang="en-US" sz="1200" baseline="0" dirty="0"/>
              <a:t> </a:t>
            </a:r>
            <a:r>
              <a:rPr lang="en-US" sz="1200" baseline="0" dirty="0" err="1"/>
              <a:t>thể</a:t>
            </a:r>
            <a:r>
              <a:rPr lang="en-US" sz="1200" baseline="0" dirty="0"/>
              <a:t> </a:t>
            </a:r>
            <a:r>
              <a:rPr lang="en-US" sz="1200" baseline="0" dirty="0" err="1"/>
              <a:t>giúp</a:t>
            </a:r>
            <a:r>
              <a:rPr lang="en-US" sz="1200" baseline="0" dirty="0"/>
              <a:t> </a:t>
            </a:r>
            <a:r>
              <a:rPr lang="en-US" sz="1200" baseline="0" dirty="0" err="1"/>
              <a:t>bạn</a:t>
            </a:r>
            <a:r>
              <a:rPr lang="en-US" sz="1200" baseline="0" dirty="0"/>
              <a:t> </a:t>
            </a:r>
            <a:r>
              <a:rPr lang="en-US" sz="1200" baseline="0" dirty="0" err="1"/>
              <a:t>xác</a:t>
            </a:r>
            <a:r>
              <a:rPr lang="en-US" sz="1200" baseline="0" dirty="0"/>
              <a:t> </a:t>
            </a:r>
            <a:r>
              <a:rPr lang="en-US" sz="1200" baseline="0" dirty="0" err="1"/>
              <a:t>định</a:t>
            </a:r>
            <a:r>
              <a:rPr lang="en-US" sz="1200" baseline="0" dirty="0"/>
              <a:t> chi </a:t>
            </a:r>
            <a:r>
              <a:rPr lang="en-US" sz="1200" baseline="0" dirty="0" err="1"/>
              <a:t>phí</a:t>
            </a:r>
            <a:r>
              <a:rPr lang="en-US" sz="1200" baseline="0" dirty="0"/>
              <a:t> </a:t>
            </a:r>
            <a:r>
              <a:rPr lang="en-US" sz="1200" baseline="0" dirty="0" err="1"/>
              <a:t>để</a:t>
            </a:r>
            <a:r>
              <a:rPr lang="en-US" sz="1200" baseline="0" dirty="0"/>
              <a:t> </a:t>
            </a:r>
            <a:r>
              <a:rPr lang="en-US" sz="1200" baseline="0" dirty="0" err="1"/>
              <a:t>bạn</a:t>
            </a:r>
            <a:r>
              <a:rPr lang="en-US" sz="1200" baseline="0" dirty="0"/>
              <a:t> </a:t>
            </a:r>
            <a:r>
              <a:rPr lang="en-US" sz="1200" baseline="0" dirty="0" err="1"/>
              <a:t>chốt</a:t>
            </a:r>
            <a:r>
              <a:rPr lang="en-US" sz="1200" baseline="0" dirty="0"/>
              <a:t> </a:t>
            </a:r>
            <a:r>
              <a:rPr lang="en-US" sz="1200" baseline="0" dirty="0" err="1"/>
              <a:t>độ</a:t>
            </a:r>
            <a:r>
              <a:rPr lang="en-US" sz="1200" baseline="0" dirty="0"/>
              <a:t> </a:t>
            </a:r>
            <a:r>
              <a:rPr lang="en-US" sz="1200" baseline="0" dirty="0" err="1"/>
              <a:t>ưu</a:t>
            </a:r>
            <a:r>
              <a:rPr lang="en-US" sz="1200" baseline="0" dirty="0"/>
              <a:t> </a:t>
            </a:r>
            <a:r>
              <a:rPr lang="en-US" sz="1200" baseline="0" dirty="0" err="1"/>
              <a:t>tiên</a:t>
            </a:r>
            <a:r>
              <a:rPr lang="en-US" sz="1200" baseline="0" dirty="0"/>
              <a:t>, </a:t>
            </a:r>
            <a:r>
              <a:rPr lang="en-US" sz="1200" baseline="0" dirty="0" err="1"/>
              <a:t>chứ</a:t>
            </a:r>
            <a:r>
              <a:rPr lang="en-US" sz="1200" baseline="0" dirty="0"/>
              <a:t> </a:t>
            </a:r>
            <a:r>
              <a:rPr lang="en-US" sz="1200" baseline="0" dirty="0" err="1"/>
              <a:t>họ</a:t>
            </a:r>
            <a:r>
              <a:rPr lang="en-US" sz="1200" baseline="0" dirty="0"/>
              <a:t> </a:t>
            </a:r>
            <a:r>
              <a:rPr lang="en-US" sz="1200" baseline="0" dirty="0" err="1"/>
              <a:t>không</a:t>
            </a:r>
            <a:r>
              <a:rPr lang="en-US" sz="1200" baseline="0" dirty="0"/>
              <a:t> </a:t>
            </a:r>
            <a:r>
              <a:rPr lang="en-US" sz="1200" baseline="0" dirty="0" err="1"/>
              <a:t>làm</a:t>
            </a:r>
            <a:r>
              <a:rPr lang="en-US" sz="1200" baseline="0" dirty="0"/>
              <a:t> </a:t>
            </a:r>
            <a:r>
              <a:rPr lang="en-US" sz="1200" baseline="0" dirty="0" err="1"/>
              <a:t>thay</a:t>
            </a:r>
            <a:r>
              <a:rPr lang="en-US" sz="1200" baseline="0" dirty="0"/>
              <a:t> </a:t>
            </a:r>
            <a:r>
              <a:rPr lang="en-US" sz="1200" baseline="0" dirty="0" err="1"/>
              <a:t>bạn.Khi</a:t>
            </a:r>
            <a:r>
              <a:rPr lang="en-US" sz="1200" baseline="0" dirty="0"/>
              <a:t> </a:t>
            </a:r>
            <a:r>
              <a:rPr lang="en-US" sz="1200" baseline="0" dirty="0" err="1"/>
              <a:t>bạn</a:t>
            </a:r>
            <a:r>
              <a:rPr lang="en-US" sz="1200" baseline="0" dirty="0"/>
              <a:t> </a:t>
            </a:r>
            <a:r>
              <a:rPr lang="en-US" sz="1200" baseline="0" dirty="0" err="1"/>
              <a:t>xđ</a:t>
            </a:r>
            <a:r>
              <a:rPr lang="en-US" sz="1200" baseline="0" dirty="0"/>
              <a:t> </a:t>
            </a:r>
            <a:r>
              <a:rPr lang="en-US" sz="1200" baseline="0" dirty="0" err="1"/>
              <a:t>độ</a:t>
            </a:r>
            <a:r>
              <a:rPr lang="en-US" sz="1200" baseline="0" dirty="0"/>
              <a:t> </a:t>
            </a:r>
            <a:r>
              <a:rPr lang="en-US" sz="1200" baseline="0" dirty="0" err="1"/>
              <a:t>ưu</a:t>
            </a:r>
            <a:r>
              <a:rPr lang="en-US" sz="1200" baseline="0" dirty="0"/>
              <a:t> </a:t>
            </a:r>
            <a:r>
              <a:rPr lang="en-US" sz="1200" baseline="0" dirty="0" err="1"/>
              <a:t>tiên</a:t>
            </a:r>
            <a:r>
              <a:rPr lang="en-US" sz="1200" baseline="0" dirty="0"/>
              <a:t> </a:t>
            </a:r>
            <a:r>
              <a:rPr lang="en-US" sz="1200" baseline="0" dirty="0" err="1"/>
              <a:t>xong</a:t>
            </a:r>
            <a:r>
              <a:rPr lang="en-US" sz="1200" baseline="0" dirty="0"/>
              <a:t> </a:t>
            </a:r>
            <a:r>
              <a:rPr lang="en-US" sz="1200" baseline="0" dirty="0" err="1"/>
              <a:t>thì</a:t>
            </a:r>
            <a:r>
              <a:rPr lang="en-US" sz="1200" baseline="0" dirty="0"/>
              <a:t> Developers </a:t>
            </a:r>
            <a:r>
              <a:rPr lang="en-US" sz="1200" baseline="0" dirty="0" err="1"/>
              <a:t>sẽ</a:t>
            </a:r>
            <a:r>
              <a:rPr lang="en-US" sz="1200" baseline="0" dirty="0"/>
              <a:t> </a:t>
            </a:r>
            <a:r>
              <a:rPr lang="en-US" sz="1200" baseline="0" dirty="0" err="1"/>
              <a:t>triển</a:t>
            </a:r>
            <a:r>
              <a:rPr lang="en-US" sz="1200" baseline="0" dirty="0"/>
              <a:t> </a:t>
            </a:r>
            <a:r>
              <a:rPr lang="en-US" sz="1200" baseline="0" dirty="0" err="1"/>
              <a:t>khai</a:t>
            </a:r>
            <a:r>
              <a:rPr lang="en-US" sz="1200" baseline="0" dirty="0"/>
              <a:t> </a:t>
            </a:r>
            <a:r>
              <a:rPr lang="en-US" sz="1200" baseline="0" dirty="0" err="1"/>
              <a:t>với</a:t>
            </a:r>
            <a:r>
              <a:rPr lang="en-US" sz="1200" baseline="0" dirty="0"/>
              <a:t> chi </a:t>
            </a:r>
            <a:r>
              <a:rPr lang="en-US" sz="1200" baseline="0" dirty="0" err="1"/>
              <a:t>phí</a:t>
            </a:r>
            <a:r>
              <a:rPr lang="en-US" sz="1200" baseline="0" dirty="0"/>
              <a:t> </a:t>
            </a:r>
            <a:r>
              <a:rPr lang="en-US" sz="1200" baseline="0" dirty="0" err="1"/>
              <a:t>thấp</a:t>
            </a:r>
            <a:r>
              <a:rPr lang="en-US" sz="1200" baseline="0" dirty="0"/>
              <a:t> </a:t>
            </a:r>
            <a:r>
              <a:rPr lang="en-US" sz="1200" baseline="0" dirty="0" err="1"/>
              <a:t>nhất</a:t>
            </a:r>
            <a:r>
              <a:rPr lang="en-US" sz="1200" baseline="0" dirty="0"/>
              <a:t> </a:t>
            </a:r>
            <a:r>
              <a:rPr lang="en-US" sz="1200" baseline="0" dirty="0" err="1"/>
              <a:t>và</a:t>
            </a:r>
            <a:r>
              <a:rPr lang="en-US" sz="1200" baseline="0" dirty="0"/>
              <a:t> </a:t>
            </a:r>
            <a:r>
              <a:rPr lang="en-US" sz="1200" baseline="0" dirty="0" err="1"/>
              <a:t>trong</a:t>
            </a:r>
            <a:r>
              <a:rPr lang="en-US" sz="1200" baseline="0" dirty="0"/>
              <a:t> time </a:t>
            </a:r>
            <a:r>
              <a:rPr lang="en-US" sz="1200" baseline="0" dirty="0" err="1"/>
              <a:t>nhanh</a:t>
            </a:r>
            <a:r>
              <a:rPr lang="en-US" sz="1200" baseline="0" dirty="0"/>
              <a:t> </a:t>
            </a:r>
            <a:r>
              <a:rPr lang="en-US" sz="1200" baseline="0" dirty="0" err="1"/>
              <a:t>nhất</a:t>
            </a:r>
            <a:r>
              <a:rPr lang="en-US" sz="1200" baseline="0" dirty="0"/>
              <a:t>.</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baseline="0" dirty="0"/>
              <a:t>Res. 7: </a:t>
            </a:r>
            <a:r>
              <a:rPr lang="en-US" sz="1200" baseline="0" dirty="0" err="1"/>
              <a:t>Với</a:t>
            </a:r>
            <a:r>
              <a:rPr lang="en-US" sz="1200" baseline="0" dirty="0"/>
              <a:t> </a:t>
            </a:r>
            <a:r>
              <a:rPr lang="en-US" sz="1200" baseline="0" dirty="0" err="1"/>
              <a:t>vai</a:t>
            </a:r>
            <a:r>
              <a:rPr lang="en-US" sz="1200" baseline="0" dirty="0"/>
              <a:t> </a:t>
            </a:r>
            <a:r>
              <a:rPr lang="en-US" sz="1200" baseline="0" dirty="0" err="1"/>
              <a:t>trò</a:t>
            </a:r>
            <a:r>
              <a:rPr lang="en-US" sz="1200" baseline="0" dirty="0"/>
              <a:t> </a:t>
            </a:r>
            <a:r>
              <a:rPr lang="en-US" sz="1200" baseline="0" dirty="0" err="1"/>
              <a:t>là</a:t>
            </a:r>
            <a:r>
              <a:rPr lang="en-US" sz="1200" baseline="0" dirty="0"/>
              <a:t> KH </a:t>
            </a:r>
            <a:r>
              <a:rPr lang="en-US" sz="1200" baseline="0" dirty="0" err="1"/>
              <a:t>bạn</a:t>
            </a:r>
            <a:r>
              <a:rPr lang="en-US" sz="1200" baseline="0" dirty="0"/>
              <a:t> </a:t>
            </a:r>
            <a:r>
              <a:rPr lang="en-US" sz="1200" baseline="0" dirty="0" err="1"/>
              <a:t>có</a:t>
            </a:r>
            <a:r>
              <a:rPr lang="en-US" sz="1200" baseline="0" dirty="0"/>
              <a:t> </a:t>
            </a:r>
            <a:r>
              <a:rPr lang="en-US" sz="1200" baseline="0" dirty="0" err="1"/>
              <a:t>trách</a:t>
            </a:r>
            <a:r>
              <a:rPr lang="en-US" sz="1200" baseline="0" dirty="0"/>
              <a:t> </a:t>
            </a:r>
            <a:r>
              <a:rPr lang="en-US" sz="1200" baseline="0" dirty="0" err="1"/>
              <a:t>nhiệm</a:t>
            </a:r>
            <a:r>
              <a:rPr lang="en-US" sz="1200" baseline="0" dirty="0"/>
              <a:t> </a:t>
            </a:r>
            <a:r>
              <a:rPr lang="en-US" sz="1200" baseline="0" dirty="0" err="1"/>
              <a:t>kiểm</a:t>
            </a:r>
            <a:r>
              <a:rPr lang="en-US" sz="1200" baseline="0" dirty="0"/>
              <a:t> </a:t>
            </a:r>
            <a:r>
              <a:rPr lang="en-US" sz="1200" baseline="0" dirty="0" err="1"/>
              <a:t>chứng</a:t>
            </a:r>
            <a:r>
              <a:rPr lang="en-US" sz="1200" baseline="0" dirty="0"/>
              <a:t> </a:t>
            </a:r>
            <a:r>
              <a:rPr lang="en-US" sz="1200" baseline="0" dirty="0" err="1"/>
              <a:t>các</a:t>
            </a:r>
            <a:r>
              <a:rPr lang="en-US" sz="1200" baseline="0" dirty="0"/>
              <a:t> YC </a:t>
            </a:r>
            <a:r>
              <a:rPr lang="en-US" sz="1200" baseline="0" dirty="0" err="1"/>
              <a:t>để</a:t>
            </a:r>
            <a:r>
              <a:rPr lang="en-US" sz="1200" baseline="0" dirty="0"/>
              <a:t> </a:t>
            </a:r>
            <a:r>
              <a:rPr lang="en-US" sz="1200" baseline="0" dirty="0" err="1"/>
              <a:t>xem</a:t>
            </a:r>
            <a:r>
              <a:rPr lang="en-US" sz="1200" baseline="0" dirty="0"/>
              <a:t> </a:t>
            </a:r>
            <a:r>
              <a:rPr lang="en-US" sz="1200" baseline="0" dirty="0" err="1"/>
              <a:t>tính</a:t>
            </a:r>
            <a:r>
              <a:rPr lang="en-US" sz="1200" baseline="0" dirty="0"/>
              <a:t> chính </a:t>
            </a:r>
            <a:r>
              <a:rPr lang="en-US" sz="1200" baseline="0" dirty="0" err="1"/>
              <a:t>xác</a:t>
            </a:r>
            <a:r>
              <a:rPr lang="en-US" sz="1200" baseline="0" dirty="0"/>
              <a:t>, </a:t>
            </a:r>
            <a:r>
              <a:rPr lang="en-US" sz="1200" baseline="0" dirty="0" err="1"/>
              <a:t>tính</a:t>
            </a:r>
            <a:r>
              <a:rPr lang="en-US" sz="1200" baseline="0" dirty="0"/>
              <a:t> toan </a:t>
            </a:r>
            <a:r>
              <a:rPr lang="en-US" sz="1200" baseline="0" dirty="0" err="1"/>
              <a:t>diện</a:t>
            </a:r>
            <a:r>
              <a:rPr lang="en-US" sz="1200" baseline="0" dirty="0"/>
              <a:t> </a:t>
            </a:r>
            <a:r>
              <a:rPr lang="en-US" sz="1200" baseline="0" dirty="0" err="1"/>
              <a:t>và</a:t>
            </a:r>
            <a:r>
              <a:rPr lang="en-US" sz="1200" baseline="0" dirty="0"/>
              <a:t> </a:t>
            </a:r>
            <a:r>
              <a:rPr lang="en-US" sz="1200" baseline="0" dirty="0" err="1"/>
              <a:t>tính</a:t>
            </a:r>
            <a:r>
              <a:rPr lang="en-US" sz="1200" baseline="0" dirty="0"/>
              <a:t> </a:t>
            </a:r>
            <a:r>
              <a:rPr lang="en-US" sz="1200" baseline="0" dirty="0" err="1"/>
              <a:t>cần</a:t>
            </a:r>
            <a:r>
              <a:rPr lang="en-US" sz="1200" baseline="0" dirty="0"/>
              <a:t> </a:t>
            </a:r>
            <a:r>
              <a:rPr lang="en-US" sz="1200" baseline="0" dirty="0" err="1"/>
              <a:t>thiết</a:t>
            </a:r>
            <a:r>
              <a:rPr lang="en-US" sz="1200" baseline="0" dirty="0"/>
              <a:t> </a:t>
            </a:r>
            <a:r>
              <a:rPr lang="en-US" sz="1200" baseline="0" dirty="0" err="1"/>
              <a:t>trước</a:t>
            </a:r>
            <a:r>
              <a:rPr lang="en-US" sz="1200" baseline="0" dirty="0"/>
              <a:t> </a:t>
            </a:r>
            <a:r>
              <a:rPr lang="en-US" sz="1200" baseline="0" dirty="0" err="1"/>
              <a:t>khi</a:t>
            </a:r>
            <a:r>
              <a:rPr lang="en-US" sz="1200" baseline="0" dirty="0"/>
              <a:t> build. KH </a:t>
            </a:r>
            <a:r>
              <a:rPr lang="en-US" sz="1200" baseline="0" dirty="0" err="1"/>
              <a:t>thường</a:t>
            </a:r>
            <a:r>
              <a:rPr lang="en-US" sz="1200" baseline="0" dirty="0"/>
              <a:t> </a:t>
            </a:r>
            <a:r>
              <a:rPr lang="en-US" sz="1200" baseline="0" dirty="0" err="1"/>
              <a:t>cho</a:t>
            </a:r>
            <a:r>
              <a:rPr lang="en-US" sz="1200" baseline="0" dirty="0"/>
              <a:t> </a:t>
            </a:r>
            <a:r>
              <a:rPr lang="en-US" sz="1200" baseline="0" dirty="0" err="1"/>
              <a:t>là</a:t>
            </a:r>
            <a:r>
              <a:rPr lang="en-US" sz="1200" baseline="0" dirty="0"/>
              <a:t> </a:t>
            </a:r>
            <a:r>
              <a:rPr lang="en-US" sz="1200" baseline="0" dirty="0" err="1"/>
              <a:t>quá</a:t>
            </a:r>
            <a:r>
              <a:rPr lang="en-US" sz="1200" baseline="0" dirty="0"/>
              <a:t> </a:t>
            </a:r>
            <a:r>
              <a:rPr lang="en-US" sz="1200" baseline="0" dirty="0" err="1"/>
              <a:t>bận</a:t>
            </a:r>
            <a:r>
              <a:rPr lang="en-US" sz="1200" baseline="0" dirty="0"/>
              <a:t> </a:t>
            </a:r>
            <a:r>
              <a:rPr lang="en-US" sz="1200" baseline="0" dirty="0" err="1"/>
              <a:t>và</a:t>
            </a:r>
            <a:r>
              <a:rPr lang="en-US" sz="1200" baseline="0" dirty="0"/>
              <a:t> </a:t>
            </a:r>
            <a:r>
              <a:rPr lang="en-US" sz="1200" baseline="0" dirty="0" err="1"/>
              <a:t>bỏ</a:t>
            </a:r>
            <a:r>
              <a:rPr lang="en-US" sz="1200" baseline="0" dirty="0"/>
              <a:t> qua </a:t>
            </a:r>
            <a:r>
              <a:rPr lang="en-US" sz="1200" baseline="0" dirty="0" err="1"/>
              <a:t>khâu</a:t>
            </a:r>
            <a:r>
              <a:rPr lang="en-US" sz="1200" baseline="0" dirty="0"/>
              <a:t> </a:t>
            </a:r>
            <a:r>
              <a:rPr lang="en-US" sz="1200" baseline="0" dirty="0" err="1"/>
              <a:t>này</a:t>
            </a:r>
            <a:r>
              <a:rPr lang="en-US" sz="1200" baseline="0" dirty="0"/>
              <a:t>. </a:t>
            </a:r>
            <a:r>
              <a:rPr lang="en-US" sz="1200" baseline="0" dirty="0" err="1"/>
              <a:t>Cuối</a:t>
            </a:r>
            <a:r>
              <a:rPr lang="en-US" sz="1200" baseline="0" dirty="0"/>
              <a:t> </a:t>
            </a:r>
            <a:r>
              <a:rPr lang="en-US" sz="1200" baseline="0" dirty="0" err="1"/>
              <a:t>cùng</a:t>
            </a:r>
            <a:r>
              <a:rPr lang="en-US" sz="1200" baseline="0" dirty="0"/>
              <a:t> </a:t>
            </a:r>
            <a:r>
              <a:rPr lang="en-US" sz="1200" baseline="0" dirty="0" err="1"/>
              <a:t>bạn</a:t>
            </a:r>
            <a:r>
              <a:rPr lang="en-US" sz="1200" baseline="0" dirty="0"/>
              <a:t> </a:t>
            </a:r>
            <a:r>
              <a:rPr lang="en-US" sz="1200" baseline="0" dirty="0" err="1"/>
              <a:t>cũng</a:t>
            </a:r>
            <a:r>
              <a:rPr lang="en-US" sz="1200" baseline="0" dirty="0"/>
              <a:t> </a:t>
            </a:r>
            <a:r>
              <a:rPr lang="en-US" sz="1200" baseline="0" dirty="0" err="1"/>
              <a:t>cần</a:t>
            </a:r>
            <a:r>
              <a:rPr lang="en-US" sz="1200" baseline="0" dirty="0"/>
              <a:t> review </a:t>
            </a:r>
            <a:r>
              <a:rPr lang="en-US" sz="1200" baseline="0" dirty="0" err="1"/>
              <a:t>trên</a:t>
            </a:r>
            <a:r>
              <a:rPr lang="en-US" sz="1200" baseline="0" dirty="0"/>
              <a:t> prototypes </a:t>
            </a:r>
            <a:r>
              <a:rPr lang="en-US" sz="1200" baseline="0" dirty="0" err="1"/>
              <a:t>để</a:t>
            </a:r>
            <a:r>
              <a:rPr lang="en-US" sz="1200" baseline="0" dirty="0"/>
              <a:t> </a:t>
            </a:r>
            <a:r>
              <a:rPr lang="en-US" sz="1200" baseline="0" dirty="0" err="1"/>
              <a:t>biết</a:t>
            </a:r>
            <a:r>
              <a:rPr lang="en-US" sz="1200" baseline="0" dirty="0"/>
              <a:t> </a:t>
            </a:r>
            <a:r>
              <a:rPr lang="en-US" sz="1200" baseline="0" dirty="0" err="1"/>
              <a:t>cách</a:t>
            </a:r>
            <a:r>
              <a:rPr lang="en-US" sz="1200" baseline="0" dirty="0"/>
              <a:t> </a:t>
            </a:r>
            <a:r>
              <a:rPr lang="en-US" sz="1200" baseline="0" dirty="0" err="1"/>
              <a:t>vận</a:t>
            </a:r>
            <a:r>
              <a:rPr lang="en-US" sz="1200" baseline="0" dirty="0"/>
              <a:t> </a:t>
            </a:r>
            <a:r>
              <a:rPr lang="en-US" sz="1200" baseline="0" dirty="0" err="1"/>
              <a:t>hành</a:t>
            </a:r>
            <a:r>
              <a:rPr lang="en-US" sz="1200" baseline="0" dirty="0"/>
              <a:t> </a:t>
            </a:r>
            <a:r>
              <a:rPr lang="en-US" sz="1200" baseline="0" dirty="0" err="1"/>
              <a:t>từng</a:t>
            </a:r>
            <a:r>
              <a:rPr lang="en-US" sz="1200" baseline="0" dirty="0"/>
              <a:t> </a:t>
            </a:r>
            <a:r>
              <a:rPr lang="en-US" sz="1200" baseline="0" dirty="0" err="1"/>
              <a:t>chức</a:t>
            </a:r>
            <a:r>
              <a:rPr lang="en-US" sz="1200" baseline="0" dirty="0"/>
              <a:t> </a:t>
            </a:r>
            <a:r>
              <a:rPr lang="en-US" sz="1200" baseline="0" dirty="0" err="1"/>
              <a:t>năng</a:t>
            </a:r>
            <a:r>
              <a:rPr lang="en-US" sz="1200" baseline="0" dirty="0"/>
              <a:t>.</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baseline="0" dirty="0"/>
              <a:t>Res. 8: </a:t>
            </a:r>
            <a:r>
              <a:rPr lang="en-US" sz="1200" baseline="0" dirty="0" err="1"/>
              <a:t>Làm</a:t>
            </a:r>
            <a:r>
              <a:rPr lang="en-US" sz="1200" baseline="0" dirty="0"/>
              <a:t> </a:t>
            </a:r>
            <a:r>
              <a:rPr lang="en-US" sz="1200" baseline="0" dirty="0" err="1"/>
              <a:t>thế</a:t>
            </a:r>
            <a:r>
              <a:rPr lang="en-US" sz="1200" baseline="0" dirty="0"/>
              <a:t> </a:t>
            </a:r>
            <a:r>
              <a:rPr lang="en-US" sz="1200" baseline="0" dirty="0" err="1"/>
              <a:t>nào</a:t>
            </a:r>
            <a:r>
              <a:rPr lang="en-US" sz="1200" baseline="0" dirty="0"/>
              <a:t> </a:t>
            </a:r>
            <a:r>
              <a:rPr lang="en-US" sz="1200" baseline="0" dirty="0" err="1"/>
              <a:t>đề</a:t>
            </a:r>
            <a:r>
              <a:rPr lang="en-US" sz="1200" baseline="0" dirty="0"/>
              <a:t> </a:t>
            </a:r>
            <a:r>
              <a:rPr lang="en-US" sz="1200" baseline="0" dirty="0" err="1"/>
              <a:t>biết</a:t>
            </a:r>
            <a:r>
              <a:rPr lang="en-US" sz="1200" baseline="0" dirty="0"/>
              <a:t> developers </a:t>
            </a:r>
            <a:r>
              <a:rPr lang="en-US" sz="1200" baseline="0" dirty="0" err="1"/>
              <a:t>đã</a:t>
            </a:r>
            <a:r>
              <a:rPr lang="en-US" sz="1200" baseline="0" dirty="0"/>
              <a:t> </a:t>
            </a:r>
            <a:r>
              <a:rPr lang="en-US" sz="1200" baseline="0" dirty="0" err="1"/>
              <a:t>hoàn</a:t>
            </a:r>
            <a:r>
              <a:rPr lang="en-US" sz="1200" baseline="0" dirty="0"/>
              <a:t> </a:t>
            </a:r>
            <a:r>
              <a:rPr lang="en-US" sz="1200" baseline="0" dirty="0" err="1"/>
              <a:t>thành</a:t>
            </a:r>
            <a:r>
              <a:rPr lang="en-US" sz="1200" baseline="0" dirty="0"/>
              <a:t> </a:t>
            </a:r>
            <a:r>
              <a:rPr lang="en-US" sz="1200" baseline="0" dirty="0" err="1"/>
              <a:t>công</a:t>
            </a:r>
            <a:r>
              <a:rPr lang="en-US" sz="1200" baseline="0" dirty="0"/>
              <a:t> </a:t>
            </a:r>
            <a:r>
              <a:rPr lang="en-US" sz="1200" baseline="0" dirty="0" err="1"/>
              <a:t>việc</a:t>
            </a:r>
            <a:r>
              <a:rPr lang="en-US" sz="1200" baseline="0" dirty="0"/>
              <a:t>? </a:t>
            </a:r>
            <a:r>
              <a:rPr lang="en-US" sz="1200" baseline="0" dirty="0" err="1"/>
              <a:t>Làm</a:t>
            </a:r>
            <a:r>
              <a:rPr lang="en-US" sz="1200" baseline="0" dirty="0"/>
              <a:t> </a:t>
            </a:r>
            <a:r>
              <a:rPr lang="en-US" sz="1200" baseline="0" dirty="0" err="1"/>
              <a:t>thế</a:t>
            </a:r>
            <a:r>
              <a:rPr lang="en-US" sz="1200" baseline="0" dirty="0"/>
              <a:t> </a:t>
            </a:r>
            <a:r>
              <a:rPr lang="en-US" sz="1200" baseline="0" dirty="0" err="1"/>
              <a:t>nào</a:t>
            </a:r>
            <a:r>
              <a:rPr lang="en-US" sz="1200" baseline="0" dirty="0"/>
              <a:t> </a:t>
            </a:r>
            <a:r>
              <a:rPr lang="en-US" sz="1200" baseline="0" dirty="0" err="1"/>
              <a:t>để</a:t>
            </a:r>
            <a:r>
              <a:rPr lang="en-US" sz="1200" baseline="0" dirty="0"/>
              <a:t> </a:t>
            </a:r>
            <a:r>
              <a:rPr lang="en-US" sz="1200" baseline="0" dirty="0" err="1"/>
              <a:t>biết</a:t>
            </a:r>
            <a:r>
              <a:rPr lang="en-US" sz="1200" baseline="0" dirty="0"/>
              <a:t> </a:t>
            </a:r>
            <a:r>
              <a:rPr lang="en-US" sz="1200" baseline="0" dirty="0" err="1"/>
              <a:t>ứng</a:t>
            </a:r>
            <a:r>
              <a:rPr lang="en-US" sz="1200" baseline="0" dirty="0"/>
              <a:t> </a:t>
            </a:r>
            <a:r>
              <a:rPr lang="en-US" sz="1200" baseline="0" dirty="0" err="1"/>
              <a:t>dụng</a:t>
            </a:r>
            <a:r>
              <a:rPr lang="en-US" sz="1200" baseline="0" dirty="0"/>
              <a:t> </a:t>
            </a:r>
            <a:r>
              <a:rPr lang="en-US" sz="1200" baseline="0" dirty="0" err="1"/>
              <a:t>đáp</a:t>
            </a:r>
            <a:r>
              <a:rPr lang="en-US" sz="1200" baseline="0" dirty="0"/>
              <a:t> </a:t>
            </a:r>
            <a:r>
              <a:rPr lang="en-US" sz="1200" baseline="0" dirty="0" err="1"/>
              <a:t>ứng</a:t>
            </a:r>
            <a:r>
              <a:rPr lang="en-US" sz="1200" baseline="0" dirty="0"/>
              <a:t> YC </a:t>
            </a:r>
            <a:r>
              <a:rPr lang="en-US" sz="1200" baseline="0" dirty="0" err="1"/>
              <a:t>của</a:t>
            </a:r>
            <a:r>
              <a:rPr lang="en-US" sz="1200" baseline="0" dirty="0"/>
              <a:t> </a:t>
            </a:r>
            <a:r>
              <a:rPr lang="en-US" sz="1200" baseline="0" dirty="0" err="1"/>
              <a:t>bạn</a:t>
            </a:r>
            <a:r>
              <a:rPr lang="en-US" sz="1200" baseline="0" dirty="0"/>
              <a:t>? </a:t>
            </a:r>
            <a:r>
              <a:rPr lang="en-US" sz="1200" baseline="0" dirty="0" err="1"/>
              <a:t>Để</a:t>
            </a:r>
            <a:r>
              <a:rPr lang="en-US" sz="1200" baseline="0" dirty="0"/>
              <a:t> </a:t>
            </a:r>
            <a:r>
              <a:rPr lang="en-US" sz="1200" baseline="0" dirty="0" err="1"/>
              <a:t>làm</a:t>
            </a:r>
            <a:r>
              <a:rPr lang="en-US" sz="1200" baseline="0" dirty="0"/>
              <a:t> </a:t>
            </a:r>
            <a:r>
              <a:rPr lang="en-US" sz="1200" baseline="0" dirty="0" err="1"/>
              <a:t>điều</a:t>
            </a:r>
            <a:r>
              <a:rPr lang="en-US" sz="1200" baseline="0" dirty="0"/>
              <a:t> </a:t>
            </a:r>
            <a:r>
              <a:rPr lang="en-US" sz="1200" baseline="0" dirty="0" err="1"/>
              <a:t>đó</a:t>
            </a:r>
            <a:r>
              <a:rPr lang="en-US" sz="1200" baseline="0" dirty="0"/>
              <a:t>, </a:t>
            </a:r>
            <a:r>
              <a:rPr lang="en-US" sz="1200" baseline="0" dirty="0" err="1"/>
              <a:t>trách</a:t>
            </a:r>
            <a:r>
              <a:rPr lang="en-US" sz="1200" baseline="0" dirty="0"/>
              <a:t> </a:t>
            </a:r>
            <a:r>
              <a:rPr lang="en-US" sz="1200" baseline="0" dirty="0" err="1"/>
              <a:t>nhiệm</a:t>
            </a:r>
            <a:r>
              <a:rPr lang="en-US" sz="1200" baseline="0" dirty="0"/>
              <a:t> </a:t>
            </a:r>
            <a:r>
              <a:rPr lang="en-US" sz="1200" baseline="0" dirty="0" err="1"/>
              <a:t>của</a:t>
            </a:r>
            <a:r>
              <a:rPr lang="en-US" sz="1200" baseline="0" dirty="0"/>
              <a:t> </a:t>
            </a:r>
            <a:r>
              <a:rPr lang="en-US" sz="1200" baseline="0" dirty="0" err="1"/>
              <a:t>bạn</a:t>
            </a:r>
            <a:r>
              <a:rPr lang="en-US" sz="1200" baseline="0" dirty="0"/>
              <a:t> </a:t>
            </a:r>
            <a:r>
              <a:rPr lang="en-US" sz="1200" baseline="0" dirty="0" err="1"/>
              <a:t>là</a:t>
            </a:r>
            <a:r>
              <a:rPr lang="en-US" sz="1200" baseline="0" dirty="0"/>
              <a:t> </a:t>
            </a:r>
            <a:r>
              <a:rPr lang="en-US" sz="1200" baseline="0" dirty="0" err="1"/>
              <a:t>phải</a:t>
            </a:r>
            <a:r>
              <a:rPr lang="en-US" sz="1200" baseline="0" dirty="0"/>
              <a:t> </a:t>
            </a:r>
            <a:r>
              <a:rPr lang="en-US" sz="1200" baseline="0" dirty="0" err="1"/>
              <a:t>xây</a:t>
            </a:r>
            <a:r>
              <a:rPr lang="en-US" sz="1200" baseline="0" dirty="0"/>
              <a:t> </a:t>
            </a:r>
            <a:r>
              <a:rPr lang="en-US" sz="1200" baseline="0" dirty="0" err="1"/>
              <a:t>dựng</a:t>
            </a:r>
            <a:r>
              <a:rPr lang="en-US" sz="1200" baseline="0" dirty="0"/>
              <a:t> </a:t>
            </a:r>
            <a:r>
              <a:rPr lang="en-US" sz="1200" baseline="0" dirty="0" err="1"/>
              <a:t>được</a:t>
            </a:r>
            <a:r>
              <a:rPr lang="en-US" sz="1200" baseline="0" dirty="0"/>
              <a:t> </a:t>
            </a:r>
            <a:r>
              <a:rPr lang="en-US" sz="1200" baseline="0" dirty="0" err="1"/>
              <a:t>bộ</a:t>
            </a:r>
            <a:r>
              <a:rPr lang="en-US" sz="1200" baseline="0" dirty="0"/>
              <a:t> </a:t>
            </a:r>
            <a:r>
              <a:rPr lang="en-US" sz="1200" baseline="0" dirty="0" err="1"/>
              <a:t>tiêu</a:t>
            </a:r>
            <a:r>
              <a:rPr lang="en-US" sz="1200" baseline="0" dirty="0"/>
              <a:t> </a:t>
            </a:r>
            <a:r>
              <a:rPr lang="en-US" sz="1200" baseline="0" dirty="0" err="1"/>
              <a:t>chí</a:t>
            </a:r>
            <a:r>
              <a:rPr lang="en-US" sz="1200" baseline="0" dirty="0"/>
              <a:t> </a:t>
            </a:r>
            <a:r>
              <a:rPr lang="en-US" sz="1200" baseline="0" dirty="0" err="1"/>
              <a:t>để</a:t>
            </a:r>
            <a:r>
              <a:rPr lang="en-US" sz="1200" baseline="0" dirty="0"/>
              <a:t> </a:t>
            </a:r>
            <a:r>
              <a:rPr lang="en-US" sz="1200" baseline="0" dirty="0" err="1"/>
              <a:t>kiểm</a:t>
            </a:r>
            <a:r>
              <a:rPr lang="en-US" sz="1200" baseline="0" dirty="0"/>
              <a:t> </a:t>
            </a:r>
            <a:r>
              <a:rPr lang="en-US" sz="1200" baseline="0" dirty="0" err="1"/>
              <a:t>tra</a:t>
            </a:r>
            <a:r>
              <a:rPr lang="en-US" sz="1200" baseline="0" dirty="0"/>
              <a:t> </a:t>
            </a:r>
            <a:r>
              <a:rPr lang="en-US" sz="1200" baseline="0" dirty="0" err="1"/>
              <a:t>sự</a:t>
            </a:r>
            <a:r>
              <a:rPr lang="en-US" sz="1200" baseline="0" dirty="0"/>
              <a:t> </a:t>
            </a:r>
            <a:r>
              <a:rPr lang="en-US" sz="1200" baseline="0" dirty="0" err="1"/>
              <a:t>chấp</a:t>
            </a:r>
            <a:r>
              <a:rPr lang="en-US" sz="1200" baseline="0" dirty="0"/>
              <a:t> </a:t>
            </a:r>
            <a:r>
              <a:rPr lang="en-US" sz="1200" baseline="0" dirty="0" err="1"/>
              <a:t>nhận</a:t>
            </a:r>
            <a:r>
              <a:rPr lang="en-US" sz="1200" baseline="0" dirty="0"/>
              <a:t> (user acceptance test).</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baseline="0" dirty="0"/>
              <a:t>Res. 9: </a:t>
            </a:r>
            <a:r>
              <a:rPr lang="en-US" sz="1200" baseline="0" dirty="0" err="1"/>
              <a:t>Thay</a:t>
            </a:r>
            <a:r>
              <a:rPr lang="en-US" sz="1200" baseline="0" dirty="0"/>
              <a:t> </a:t>
            </a:r>
            <a:r>
              <a:rPr lang="en-US" sz="1200" baseline="0" dirty="0" err="1"/>
              <a:t>đổi</a:t>
            </a:r>
            <a:r>
              <a:rPr lang="en-US" sz="1200" baseline="0" dirty="0"/>
              <a:t> YC </a:t>
            </a:r>
            <a:r>
              <a:rPr lang="en-US" sz="1200" baseline="0" dirty="0" err="1"/>
              <a:t>liên</a:t>
            </a:r>
            <a:r>
              <a:rPr lang="en-US" sz="1200" baseline="0" dirty="0"/>
              <a:t> </a:t>
            </a:r>
            <a:r>
              <a:rPr lang="en-US" sz="1200" baseline="0" dirty="0" err="1"/>
              <a:t>tục</a:t>
            </a:r>
            <a:r>
              <a:rPr lang="en-US" sz="1200" baseline="0" dirty="0"/>
              <a:t> </a:t>
            </a:r>
            <a:r>
              <a:rPr lang="en-US" sz="1200" baseline="0" dirty="0" err="1"/>
              <a:t>sẽ</a:t>
            </a:r>
            <a:r>
              <a:rPr lang="en-US" sz="1200" baseline="0" dirty="0"/>
              <a:t> </a:t>
            </a:r>
            <a:r>
              <a:rPr lang="en-US" sz="1200" baseline="0" dirty="0" err="1"/>
              <a:t>gây</a:t>
            </a:r>
            <a:r>
              <a:rPr lang="en-US" sz="1200" baseline="0" dirty="0"/>
              <a:t> </a:t>
            </a:r>
            <a:r>
              <a:rPr lang="en-US" sz="1200" baseline="0" dirty="0" err="1"/>
              <a:t>rủi</a:t>
            </a:r>
            <a:r>
              <a:rPr lang="en-US" sz="1200" baseline="0" dirty="0"/>
              <a:t> </a:t>
            </a:r>
            <a:r>
              <a:rPr lang="en-US" sz="1200" baseline="0" dirty="0" err="1"/>
              <a:t>ro</a:t>
            </a:r>
            <a:r>
              <a:rPr lang="en-US" sz="1200" baseline="0" dirty="0"/>
              <a:t> </a:t>
            </a:r>
            <a:r>
              <a:rPr lang="en-US" sz="1200" baseline="0" dirty="0" err="1"/>
              <a:t>là</a:t>
            </a:r>
            <a:r>
              <a:rPr lang="en-US" sz="1200" baseline="0" dirty="0"/>
              <a:t> </a:t>
            </a:r>
            <a:r>
              <a:rPr lang="en-US" sz="1200" baseline="0" dirty="0" err="1"/>
              <a:t>khó</a:t>
            </a:r>
            <a:r>
              <a:rPr lang="en-US" sz="1200" baseline="0" dirty="0"/>
              <a:t> </a:t>
            </a:r>
            <a:r>
              <a:rPr lang="en-US" sz="1200" baseline="0" dirty="0" err="1"/>
              <a:t>hoàn</a:t>
            </a:r>
            <a:r>
              <a:rPr lang="en-US" sz="1200" baseline="0" dirty="0"/>
              <a:t> </a:t>
            </a:r>
            <a:r>
              <a:rPr lang="en-US" sz="1200" baseline="0" dirty="0" err="1"/>
              <a:t>thành</a:t>
            </a:r>
            <a:r>
              <a:rPr lang="en-US" sz="1200" baseline="0" dirty="0"/>
              <a:t> </a:t>
            </a:r>
            <a:r>
              <a:rPr lang="en-US" sz="1200" baseline="0" dirty="0" err="1"/>
              <a:t>đúng</a:t>
            </a:r>
            <a:r>
              <a:rPr lang="en-US" sz="1200" baseline="0" dirty="0"/>
              <a:t> tiến </a:t>
            </a:r>
            <a:r>
              <a:rPr lang="en-US" sz="1200" baseline="0" dirty="0" err="1"/>
              <a:t>độ</a:t>
            </a:r>
            <a:r>
              <a:rPr lang="en-US" sz="1200" baseline="0" dirty="0"/>
              <a:t>. </a:t>
            </a:r>
            <a:r>
              <a:rPr lang="en-US" sz="1200" baseline="0" dirty="0" err="1"/>
              <a:t>Nhưng</a:t>
            </a:r>
            <a:r>
              <a:rPr lang="en-US" sz="1200" baseline="0" dirty="0"/>
              <a:t> </a:t>
            </a:r>
            <a:r>
              <a:rPr lang="en-US" sz="1200" baseline="0" dirty="0" err="1"/>
              <a:t>thay</a:t>
            </a:r>
            <a:r>
              <a:rPr lang="en-US" sz="1200" baseline="0" dirty="0"/>
              <a:t> </a:t>
            </a:r>
            <a:r>
              <a:rPr lang="en-US" sz="1200" baseline="0" dirty="0" err="1"/>
              <a:t>đổi</a:t>
            </a:r>
            <a:r>
              <a:rPr lang="en-US" sz="1200" baseline="0" dirty="0"/>
              <a:t> </a:t>
            </a:r>
            <a:r>
              <a:rPr lang="en-US" sz="1200" baseline="0" dirty="0" err="1"/>
              <a:t>là</a:t>
            </a:r>
            <a:r>
              <a:rPr lang="en-US" sz="1200" baseline="0" dirty="0"/>
              <a:t> </a:t>
            </a:r>
            <a:r>
              <a:rPr lang="en-US" sz="1200" baseline="0" dirty="0" err="1"/>
              <a:t>ko</a:t>
            </a:r>
            <a:r>
              <a:rPr lang="en-US" sz="1200" baseline="0" dirty="0"/>
              <a:t> </a:t>
            </a:r>
            <a:r>
              <a:rPr lang="en-US" sz="1200" baseline="0" dirty="0" err="1"/>
              <a:t>thể</a:t>
            </a:r>
            <a:r>
              <a:rPr lang="en-US" sz="1200" baseline="0" dirty="0"/>
              <a:t> </a:t>
            </a:r>
            <a:r>
              <a:rPr lang="en-US" sz="1200" baseline="0" dirty="0" err="1"/>
              <a:t>tránh</a:t>
            </a:r>
            <a:r>
              <a:rPr lang="en-US" sz="1200" baseline="0" dirty="0"/>
              <a:t> </a:t>
            </a:r>
            <a:r>
              <a:rPr lang="en-US" sz="1200" baseline="0" dirty="0" err="1"/>
              <a:t>khỏi</a:t>
            </a:r>
            <a:r>
              <a:rPr lang="en-US" sz="1200" baseline="0" dirty="0"/>
              <a:t> </a:t>
            </a:r>
            <a:r>
              <a:rPr lang="en-US" sz="1200" baseline="0" dirty="0" err="1"/>
              <a:t>và</a:t>
            </a:r>
            <a:r>
              <a:rPr lang="en-US" sz="1200" baseline="0" dirty="0"/>
              <a:t> </a:t>
            </a:r>
            <a:r>
              <a:rPr lang="en-US" sz="1200" baseline="0" dirty="0" err="1"/>
              <a:t>có</a:t>
            </a:r>
            <a:r>
              <a:rPr lang="en-US" sz="1200" baseline="0" dirty="0"/>
              <a:t> </a:t>
            </a:r>
            <a:r>
              <a:rPr lang="en-US" sz="1200" baseline="0" dirty="0" err="1"/>
              <a:t>giá</a:t>
            </a:r>
            <a:r>
              <a:rPr lang="en-US" sz="1200" baseline="0" dirty="0"/>
              <a:t> trị, </a:t>
            </a:r>
            <a:r>
              <a:rPr lang="en-US" sz="1200" baseline="0" dirty="0" err="1"/>
              <a:t>nhưng</a:t>
            </a:r>
            <a:r>
              <a:rPr lang="en-US" sz="1200" baseline="0" dirty="0"/>
              <a:t> </a:t>
            </a:r>
            <a:r>
              <a:rPr lang="en-US" sz="1200" baseline="0" dirty="0" err="1"/>
              <a:t>về</a:t>
            </a:r>
            <a:r>
              <a:rPr lang="en-US" sz="1200" baseline="0" dirty="0"/>
              <a:t> </a:t>
            </a:r>
            <a:r>
              <a:rPr lang="en-US" sz="1200" baseline="0" dirty="0" err="1"/>
              <a:t>sau</a:t>
            </a:r>
            <a:r>
              <a:rPr lang="en-US" sz="1200" baseline="0" dirty="0"/>
              <a:t> </a:t>
            </a:r>
            <a:r>
              <a:rPr lang="en-US" sz="1200" baseline="0" dirty="0" err="1"/>
              <a:t>mà</a:t>
            </a:r>
            <a:r>
              <a:rPr lang="en-US" sz="1200" baseline="0" dirty="0"/>
              <a:t> </a:t>
            </a:r>
            <a:r>
              <a:rPr lang="en-US" sz="1200" baseline="0" dirty="0" err="1"/>
              <a:t>thay</a:t>
            </a:r>
            <a:r>
              <a:rPr lang="en-US" sz="1200" baseline="0" dirty="0"/>
              <a:t> </a:t>
            </a:r>
            <a:r>
              <a:rPr lang="en-US" sz="1200" baseline="0" dirty="0" err="1"/>
              <a:t>đổi</a:t>
            </a:r>
            <a:r>
              <a:rPr lang="en-US" sz="1200" baseline="0" dirty="0"/>
              <a:t> </a:t>
            </a:r>
            <a:r>
              <a:rPr lang="en-US" sz="1200" baseline="0" dirty="0" err="1"/>
              <a:t>thì</a:t>
            </a:r>
            <a:r>
              <a:rPr lang="en-US" sz="1200" baseline="0" dirty="0"/>
              <a:t> </a:t>
            </a:r>
            <a:r>
              <a:rPr lang="en-US" sz="1200" baseline="0" dirty="0" err="1"/>
              <a:t>càng</a:t>
            </a:r>
            <a:r>
              <a:rPr lang="en-US" sz="1200" baseline="0" dirty="0"/>
              <a:t> </a:t>
            </a:r>
            <a:r>
              <a:rPr lang="en-US" sz="1200" baseline="0" dirty="0" err="1"/>
              <a:t>ảnh</a:t>
            </a:r>
            <a:r>
              <a:rPr lang="en-US" sz="1200" baseline="0" dirty="0"/>
              <a:t> </a:t>
            </a:r>
            <a:r>
              <a:rPr lang="en-US" sz="1200" baseline="0" dirty="0" err="1"/>
              <a:t>hưởng</a:t>
            </a:r>
            <a:r>
              <a:rPr lang="en-US" sz="1200" baseline="0" dirty="0"/>
              <a:t> </a:t>
            </a:r>
            <a:r>
              <a:rPr lang="en-US" sz="1200" baseline="0" dirty="0" err="1"/>
              <a:t>rất</a:t>
            </a:r>
            <a:r>
              <a:rPr lang="en-US" sz="1200" baseline="0" dirty="0"/>
              <a:t> </a:t>
            </a:r>
            <a:r>
              <a:rPr lang="en-US" sz="1200" baseline="0" dirty="0" err="1"/>
              <a:t>lớn</a:t>
            </a:r>
            <a:r>
              <a:rPr lang="en-US" sz="1200" baseline="0" dirty="0"/>
              <a:t>. </a:t>
            </a:r>
            <a:r>
              <a:rPr lang="en-US" sz="1200" baseline="0" dirty="0" err="1"/>
              <a:t>Mọi</a:t>
            </a:r>
            <a:r>
              <a:rPr lang="en-US" sz="1200" baseline="0" dirty="0"/>
              <a:t> </a:t>
            </a:r>
            <a:r>
              <a:rPr lang="en-US" sz="1200" baseline="0" dirty="0" err="1"/>
              <a:t>thay</a:t>
            </a:r>
            <a:r>
              <a:rPr lang="en-US" sz="1200" baseline="0" dirty="0"/>
              <a:t> </a:t>
            </a:r>
            <a:r>
              <a:rPr lang="en-US" sz="1200" baseline="0" dirty="0" err="1"/>
              <a:t>đổi</a:t>
            </a:r>
            <a:r>
              <a:rPr lang="en-US" sz="1200" baseline="0" dirty="0"/>
              <a:t> </a:t>
            </a:r>
            <a:r>
              <a:rPr lang="en-US" sz="1200" baseline="0" dirty="0" err="1"/>
              <a:t>dù</a:t>
            </a:r>
            <a:r>
              <a:rPr lang="en-US" sz="1200" baseline="0" dirty="0"/>
              <a:t> </a:t>
            </a:r>
            <a:r>
              <a:rPr lang="en-US" sz="1200" baseline="0" dirty="0" err="1"/>
              <a:t>nhỏ</a:t>
            </a:r>
            <a:r>
              <a:rPr lang="en-US" sz="1200" baseline="0" dirty="0"/>
              <a:t> </a:t>
            </a:r>
            <a:r>
              <a:rPr lang="en-US" sz="1200" baseline="0" dirty="0" err="1"/>
              <a:t>cũng</a:t>
            </a:r>
            <a:r>
              <a:rPr lang="en-US" sz="1200" baseline="0" dirty="0"/>
              <a:t> </a:t>
            </a:r>
            <a:r>
              <a:rPr lang="en-US" sz="1200" baseline="0" dirty="0" err="1"/>
              <a:t>phải</a:t>
            </a:r>
            <a:r>
              <a:rPr lang="en-US" sz="1200" baseline="0" dirty="0"/>
              <a:t> </a:t>
            </a:r>
            <a:r>
              <a:rPr lang="en-US" sz="1200" baseline="0" dirty="0" err="1"/>
              <a:t>cập</a:t>
            </a:r>
            <a:r>
              <a:rPr lang="en-US" sz="1200" baseline="0" dirty="0"/>
              <a:t> </a:t>
            </a:r>
            <a:r>
              <a:rPr lang="en-US" sz="1200" baseline="0" dirty="0" err="1"/>
              <a:t>nhật</a:t>
            </a:r>
            <a:r>
              <a:rPr lang="en-US" sz="1200" baseline="0" dirty="0"/>
              <a:t> </a:t>
            </a:r>
            <a:r>
              <a:rPr lang="en-US" sz="1200" baseline="0" dirty="0" err="1"/>
              <a:t>kịp</a:t>
            </a:r>
            <a:r>
              <a:rPr lang="en-US" sz="1200" baseline="0" dirty="0"/>
              <a:t> </a:t>
            </a:r>
            <a:r>
              <a:rPr lang="en-US" sz="1200" baseline="0" dirty="0" err="1"/>
              <a:t>thời</a:t>
            </a:r>
            <a:r>
              <a:rPr lang="en-US" sz="1200" baseline="0" dirty="0"/>
              <a:t> </a:t>
            </a:r>
            <a:r>
              <a:rPr lang="en-US" sz="1200" baseline="0" dirty="0" err="1"/>
              <a:t>trong</a:t>
            </a:r>
            <a:r>
              <a:rPr lang="en-US" sz="1200" baseline="0" dirty="0"/>
              <a:t> </a:t>
            </a:r>
            <a:r>
              <a:rPr lang="en-US" sz="1200" baseline="0" dirty="0" err="1"/>
              <a:t>bản</a:t>
            </a:r>
            <a:r>
              <a:rPr lang="en-US" sz="1200" baseline="0" dirty="0"/>
              <a:t> YC.</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baseline="0" dirty="0"/>
              <a:t>Res. 10: </a:t>
            </a:r>
            <a:r>
              <a:rPr lang="en-US" sz="1200" baseline="0" dirty="0" err="1"/>
              <a:t>Bạn</a:t>
            </a:r>
            <a:r>
              <a:rPr lang="en-US" sz="1200" baseline="0" dirty="0"/>
              <a:t>  </a:t>
            </a:r>
            <a:r>
              <a:rPr lang="en-US" sz="1200" baseline="0" dirty="0" err="1"/>
              <a:t>cần</a:t>
            </a:r>
            <a:r>
              <a:rPr lang="en-US" sz="1200" baseline="0" dirty="0"/>
              <a:t> </a:t>
            </a:r>
            <a:r>
              <a:rPr lang="en-US" sz="1200" baseline="0" dirty="0" err="1"/>
              <a:t>tuân</a:t>
            </a:r>
            <a:r>
              <a:rPr lang="en-US" sz="1200" baseline="0" dirty="0"/>
              <a:t> </a:t>
            </a:r>
            <a:r>
              <a:rPr lang="en-US" sz="1200" baseline="0" dirty="0" err="1"/>
              <a:t>thủ</a:t>
            </a:r>
            <a:r>
              <a:rPr lang="en-US" sz="1200" baseline="0" dirty="0"/>
              <a:t> </a:t>
            </a:r>
            <a:r>
              <a:rPr lang="en-US" sz="1200" baseline="0" dirty="0" err="1"/>
              <a:t>và</a:t>
            </a:r>
            <a:r>
              <a:rPr lang="en-US" sz="1200" baseline="0" dirty="0"/>
              <a:t> </a:t>
            </a:r>
            <a:r>
              <a:rPr lang="en-US" sz="1200" baseline="0" dirty="0" err="1"/>
              <a:t>tôn</a:t>
            </a:r>
            <a:r>
              <a:rPr lang="en-US" sz="1200" baseline="0" dirty="0"/>
              <a:t> </a:t>
            </a:r>
            <a:r>
              <a:rPr lang="en-US" sz="1200" baseline="0" dirty="0" err="1"/>
              <a:t>trọng</a:t>
            </a:r>
            <a:r>
              <a:rPr lang="en-US" sz="1200" baseline="0" dirty="0"/>
              <a:t> </a:t>
            </a:r>
            <a:r>
              <a:rPr lang="en-US" sz="1200" baseline="0" dirty="0" err="1"/>
              <a:t>quy</a:t>
            </a:r>
            <a:r>
              <a:rPr lang="en-US" sz="1200" baseline="0" dirty="0"/>
              <a:t> </a:t>
            </a:r>
            <a:r>
              <a:rPr lang="en-US" sz="1200" baseline="0" dirty="0" err="1"/>
              <a:t>trình</a:t>
            </a:r>
            <a:r>
              <a:rPr lang="en-US" sz="1200" baseline="0" dirty="0"/>
              <a:t> </a:t>
            </a:r>
            <a:r>
              <a:rPr lang="en-US" sz="1200" baseline="0" dirty="0" err="1"/>
              <a:t>phát</a:t>
            </a:r>
            <a:r>
              <a:rPr lang="en-US" sz="1200" baseline="0" dirty="0"/>
              <a:t> </a:t>
            </a:r>
            <a:r>
              <a:rPr lang="en-US" sz="1200" baseline="0" dirty="0" err="1"/>
              <a:t>triển</a:t>
            </a:r>
            <a:r>
              <a:rPr lang="en-US" sz="1200" baseline="0" dirty="0"/>
              <a:t> YC. </a:t>
            </a:r>
            <a:r>
              <a:rPr lang="en-US" sz="1200" baseline="0" dirty="0" err="1"/>
              <a:t>Nếu</a:t>
            </a:r>
            <a:r>
              <a:rPr lang="en-US" sz="1200" baseline="0" dirty="0"/>
              <a:t> </a:t>
            </a:r>
            <a:r>
              <a:rPr lang="en-US" sz="1200" baseline="0" dirty="0" err="1"/>
              <a:t>có</a:t>
            </a:r>
            <a:r>
              <a:rPr lang="en-US" sz="1200" baseline="0" dirty="0"/>
              <a:t> </a:t>
            </a:r>
            <a:r>
              <a:rPr lang="en-US" sz="1200" baseline="0" dirty="0" err="1"/>
              <a:t>thắc</a:t>
            </a:r>
            <a:r>
              <a:rPr lang="en-US" sz="1200" baseline="0" dirty="0"/>
              <a:t> </a:t>
            </a:r>
            <a:r>
              <a:rPr lang="en-US" sz="1200" baseline="0" dirty="0" err="1"/>
              <a:t>mắc</a:t>
            </a:r>
            <a:r>
              <a:rPr lang="en-US" sz="1200" baseline="0" dirty="0"/>
              <a:t> </a:t>
            </a:r>
            <a:r>
              <a:rPr lang="en-US" sz="1200" baseline="0" dirty="0" err="1"/>
              <a:t>tại</a:t>
            </a:r>
            <a:r>
              <a:rPr lang="en-US" sz="1200" baseline="0" dirty="0"/>
              <a:t> </a:t>
            </a:r>
            <a:r>
              <a:rPr lang="en-US" sz="1200" baseline="0" dirty="0" err="1"/>
              <a:t>sao</a:t>
            </a:r>
            <a:r>
              <a:rPr lang="en-US" sz="1200" baseline="0" dirty="0"/>
              <a:t> </a:t>
            </a:r>
            <a:r>
              <a:rPr lang="en-US" sz="1200" baseline="0" dirty="0" err="1"/>
              <a:t>phải</a:t>
            </a:r>
            <a:r>
              <a:rPr lang="en-US" sz="1200" baseline="0" dirty="0"/>
              <a:t> </a:t>
            </a:r>
            <a:r>
              <a:rPr lang="en-US" sz="1200" baseline="0" dirty="0" err="1"/>
              <a:t>làm</a:t>
            </a:r>
            <a:r>
              <a:rPr lang="en-US" sz="1200" baseline="0" dirty="0"/>
              <a:t> </a:t>
            </a:r>
            <a:r>
              <a:rPr lang="en-US" sz="1200" baseline="0" dirty="0" err="1"/>
              <a:t>cái</a:t>
            </a:r>
            <a:r>
              <a:rPr lang="en-US" sz="1200" baseline="0" dirty="0"/>
              <a:t> </a:t>
            </a:r>
            <a:r>
              <a:rPr lang="en-US" sz="1200" baseline="0" dirty="0" err="1"/>
              <a:t>này</a:t>
            </a:r>
            <a:r>
              <a:rPr lang="en-US" sz="1200" baseline="0" dirty="0"/>
              <a:t>, </a:t>
            </a:r>
            <a:r>
              <a:rPr lang="en-US" sz="1200" baseline="0" dirty="0" err="1"/>
              <a:t>cái</a:t>
            </a:r>
            <a:r>
              <a:rPr lang="en-US" sz="1200" baseline="0" dirty="0"/>
              <a:t> </a:t>
            </a:r>
            <a:r>
              <a:rPr lang="en-US" sz="1200" baseline="0" dirty="0" err="1"/>
              <a:t>nọ</a:t>
            </a:r>
            <a:r>
              <a:rPr lang="en-US" sz="1200" baseline="0" dirty="0"/>
              <a:t> </a:t>
            </a:r>
            <a:r>
              <a:rPr lang="en-US" sz="1200" baseline="0" dirty="0" err="1"/>
              <a:t>thì</a:t>
            </a:r>
            <a:r>
              <a:rPr lang="en-US" sz="1200" baseline="0" dirty="0"/>
              <a:t> </a:t>
            </a:r>
            <a:r>
              <a:rPr lang="en-US" sz="1200" baseline="0" dirty="0" err="1"/>
              <a:t>mạnh</a:t>
            </a:r>
            <a:r>
              <a:rPr lang="en-US" sz="1200" baseline="0" dirty="0"/>
              <a:t> </a:t>
            </a:r>
            <a:r>
              <a:rPr lang="en-US" sz="1200" baseline="0" dirty="0" err="1"/>
              <a:t>dạn</a:t>
            </a:r>
            <a:r>
              <a:rPr lang="en-US" sz="1200" baseline="0" dirty="0"/>
              <a:t> </a:t>
            </a:r>
            <a:r>
              <a:rPr lang="en-US" sz="1200" baseline="0" dirty="0" err="1"/>
              <a:t>trao</a:t>
            </a:r>
            <a:r>
              <a:rPr lang="en-US" sz="1200" baseline="0" dirty="0"/>
              <a:t> </a:t>
            </a:r>
            <a:r>
              <a:rPr lang="en-US" sz="1200" baseline="0" dirty="0" err="1"/>
              <a:t>đổi</a:t>
            </a:r>
            <a:r>
              <a:rPr lang="en-US" sz="1200" baseline="0" dirty="0"/>
              <a:t> </a:t>
            </a:r>
            <a:r>
              <a:rPr lang="en-US" sz="1200" baseline="0" dirty="0" err="1"/>
              <a:t>với</a:t>
            </a:r>
            <a:r>
              <a:rPr lang="en-US" sz="1200" baseline="0" dirty="0"/>
              <a:t> BA</a:t>
            </a: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13</a:t>
            </a:fld>
            <a:endParaRPr lang="en-US"/>
          </a:p>
        </p:txBody>
      </p:sp>
    </p:spTree>
    <p:extLst>
      <p:ext uri="{BB962C8B-B14F-4D97-AF65-F5344CB8AC3E}">
        <p14:creationId xmlns:p14="http://schemas.microsoft.com/office/powerpoint/2010/main" val="33572865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decision-making group needs to identify its </a:t>
            </a:r>
            <a:r>
              <a:rPr lang="en-US" i="1" dirty="0">
                <a:solidFill>
                  <a:srgbClr val="003399"/>
                </a:solidFill>
              </a:rPr>
              <a:t>decision leader</a:t>
            </a:r>
            <a:r>
              <a:rPr lang="en-US" dirty="0"/>
              <a:t> and to select a </a:t>
            </a:r>
            <a:r>
              <a:rPr lang="en-US" i="1" dirty="0">
                <a:solidFill>
                  <a:srgbClr val="003399"/>
                </a:solidFill>
              </a:rPr>
              <a:t>decision rule</a:t>
            </a:r>
            <a:r>
              <a:rPr lang="en-US" i="1" dirty="0"/>
              <a:t>,</a:t>
            </a:r>
            <a:r>
              <a:rPr lang="en-US" dirty="0"/>
              <a:t> which describes how they will arrive at their decisions: </a:t>
            </a:r>
            <a:r>
              <a:rPr lang="vi-VN" dirty="0"/>
              <a:t>Nhóm ra quyết định cần xác định người lãnh đạo quyết định của mình và chọn quy tắc quyết định, trong đó mô tả cách họ sẽ đi đến quyết định của mình.</a:t>
            </a:r>
          </a:p>
          <a:p>
            <a:endParaRPr lang="en-US" dirty="0"/>
          </a:p>
        </p:txBody>
      </p:sp>
      <p:sp>
        <p:nvSpPr>
          <p:cNvPr id="4" name="Slide Number Placeholder 3"/>
          <p:cNvSpPr>
            <a:spLocks noGrp="1"/>
          </p:cNvSpPr>
          <p:nvPr>
            <p:ph type="sldNum" sz="quarter" idx="10"/>
          </p:nvPr>
        </p:nvSpPr>
        <p:spPr/>
        <p:txBody>
          <a:bodyPr/>
          <a:lstStyle/>
          <a:p>
            <a:fld id="{80A9B688-A743-4A44-832D-C442DAE0B49D}" type="slidenum">
              <a:rPr lang="en-US" smtClean="0"/>
              <a:t>14</a:t>
            </a:fld>
            <a:endParaRPr lang="en-US"/>
          </a:p>
        </p:txBody>
      </p:sp>
    </p:spTree>
    <p:extLst>
      <p:ext uri="{BB962C8B-B14F-4D97-AF65-F5344CB8AC3E}">
        <p14:creationId xmlns:p14="http://schemas.microsoft.com/office/powerpoint/2010/main" val="26720751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Unanimous</a:t>
            </a:r>
            <a:r>
              <a:rPr lang="en-US" baseline="0" dirty="0"/>
              <a:t> (</a:t>
            </a:r>
            <a:r>
              <a:rPr lang="en-US" baseline="0" dirty="0" err="1"/>
              <a:t>adj</a:t>
            </a:r>
            <a:r>
              <a:rPr lang="en-US" baseline="0" dirty="0"/>
              <a:t>): </a:t>
            </a:r>
            <a:r>
              <a:rPr lang="en-US" baseline="0" dirty="0" err="1"/>
              <a:t>Đồng</a:t>
            </a:r>
            <a:r>
              <a:rPr lang="en-US" baseline="0" dirty="0"/>
              <a:t> </a:t>
            </a:r>
            <a:r>
              <a:rPr lang="en-US" baseline="0" dirty="0" err="1"/>
              <a:t>thuận</a:t>
            </a:r>
            <a:r>
              <a:rPr lang="en-US" baseline="0" dirty="0"/>
              <a:t>, </a:t>
            </a:r>
            <a:r>
              <a:rPr lang="en-US" baseline="0" dirty="0" err="1"/>
              <a:t>đồng</a:t>
            </a:r>
            <a:r>
              <a:rPr lang="en-US" baseline="0" dirty="0"/>
              <a:t> </a:t>
            </a:r>
            <a:r>
              <a:rPr lang="en-US" baseline="0" dirty="0" err="1"/>
              <a:t>lòng</a:t>
            </a:r>
            <a:endParaRPr lang="en-US" baseline="0" dirty="0"/>
          </a:p>
          <a:p>
            <a:pPr marL="171450" indent="-171450">
              <a:buFontTx/>
              <a:buChar char="-"/>
            </a:pPr>
            <a:r>
              <a:rPr lang="en-US" baseline="0" dirty="0"/>
              <a:t>Veto (n): </a:t>
            </a:r>
            <a:r>
              <a:rPr lang="en-US" baseline="0" dirty="0" err="1"/>
              <a:t>phủ</a:t>
            </a:r>
            <a:r>
              <a:rPr lang="en-US" baseline="0" dirty="0"/>
              <a:t> </a:t>
            </a:r>
            <a:r>
              <a:rPr lang="en-US" baseline="0" dirty="0" err="1"/>
              <a:t>quyết</a:t>
            </a:r>
            <a:endParaRPr lang="en-US" baseline="0" dirty="0"/>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dirty="0"/>
              <a:t>The group discusses and negotiates to reach the consensus. Everyone can live with the decision and commits to supporting it.:</a:t>
            </a:r>
            <a:r>
              <a:rPr lang="en-US" baseline="0" dirty="0"/>
              <a:t> </a:t>
            </a:r>
            <a:r>
              <a:rPr lang="vi-VN" baseline="0" dirty="0"/>
              <a:t>Nhóm thảo luận và đàm phán để đạt được sự đồng thuận. Mọi người đều có thể sống với quyết định và cam kết hỗ trợ nó.</a:t>
            </a:r>
            <a:endParaRPr lang="en-US" baseline="0" dirty="0"/>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dirty="0"/>
              <a:t>The group reaches a decision, but some individual has veto </a:t>
            </a:r>
            <a:r>
              <a:rPr lang="en-US" sz="1050" dirty="0"/>
              <a:t>(</a:t>
            </a:r>
            <a:r>
              <a:rPr lang="en-US" sz="1050" dirty="0" err="1"/>
              <a:t>phủ</a:t>
            </a:r>
            <a:r>
              <a:rPr lang="en-US" sz="1050" dirty="0"/>
              <a:t> </a:t>
            </a:r>
            <a:r>
              <a:rPr lang="en-US" sz="1050" dirty="0" err="1"/>
              <a:t>quyết</a:t>
            </a:r>
            <a:r>
              <a:rPr lang="en-US" sz="1050" dirty="0"/>
              <a:t>)</a:t>
            </a:r>
            <a:r>
              <a:rPr lang="en-US" dirty="0"/>
              <a:t> authority over that decision.:</a:t>
            </a:r>
            <a:r>
              <a:rPr lang="en-US" baseline="0" dirty="0"/>
              <a:t> </a:t>
            </a:r>
            <a:r>
              <a:rPr lang="vi-VN" baseline="0" dirty="0"/>
              <a:t>Nhóm này đưa ra quyết định, nhưng một số cá nhân có quyền phủ quyết (quyết định) đối với quyết định đó.</a:t>
            </a:r>
            <a:endParaRPr lang="en-US" dirty="0"/>
          </a:p>
        </p:txBody>
      </p:sp>
      <p:sp>
        <p:nvSpPr>
          <p:cNvPr id="4" name="Slide Number Placeholder 3"/>
          <p:cNvSpPr>
            <a:spLocks noGrp="1"/>
          </p:cNvSpPr>
          <p:nvPr>
            <p:ph type="sldNum" sz="quarter" idx="10"/>
          </p:nvPr>
        </p:nvSpPr>
        <p:spPr/>
        <p:txBody>
          <a:bodyPr/>
          <a:lstStyle/>
          <a:p>
            <a:fld id="{80A9B688-A743-4A44-832D-C442DAE0B49D}" type="slidenum">
              <a:rPr lang="en-US" smtClean="0"/>
              <a:t>15</a:t>
            </a:fld>
            <a:endParaRPr lang="en-US"/>
          </a:p>
        </p:txBody>
      </p:sp>
    </p:spTree>
    <p:extLst>
      <p:ext uri="{BB962C8B-B14F-4D97-AF65-F5344CB8AC3E}">
        <p14:creationId xmlns:p14="http://schemas.microsoft.com/office/powerpoint/2010/main" val="38457313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r>
              <a:rPr lang="en-US" dirty="0"/>
              <a:t>signing-off (n):</a:t>
            </a:r>
            <a:r>
              <a:rPr lang="en-US" baseline="0" dirty="0"/>
              <a:t> </a:t>
            </a:r>
            <a:r>
              <a:rPr lang="en-US" baseline="0" dirty="0" err="1"/>
              <a:t>đồng</a:t>
            </a:r>
            <a:r>
              <a:rPr lang="en-US" baseline="0" dirty="0"/>
              <a:t> ý </a:t>
            </a:r>
            <a:r>
              <a:rPr lang="en-US" baseline="0" dirty="0" err="1"/>
              <a:t>miệng</a:t>
            </a:r>
            <a:endParaRPr lang="en-US" baseline="0" dirty="0"/>
          </a:p>
          <a:p>
            <a:pPr marL="171450" indent="-171450">
              <a:buFontTx/>
              <a:buChar char="-"/>
            </a:pPr>
            <a:r>
              <a:rPr lang="en-US" baseline="0" dirty="0"/>
              <a:t>Signing-on (n): </a:t>
            </a:r>
            <a:r>
              <a:rPr lang="en-US" baseline="0" dirty="0" err="1"/>
              <a:t>ký</a:t>
            </a:r>
            <a:r>
              <a:rPr lang="en-US" baseline="0" dirty="0"/>
              <a:t> </a:t>
            </a:r>
            <a:r>
              <a:rPr lang="en-US" baseline="0" dirty="0" err="1"/>
              <a:t>giao</a:t>
            </a:r>
            <a:r>
              <a:rPr lang="en-US" baseline="0" dirty="0"/>
              <a:t> </a:t>
            </a:r>
            <a:r>
              <a:rPr lang="en-US" baseline="0" dirty="0" err="1"/>
              <a:t>kèo</a:t>
            </a:r>
            <a:endParaRPr lang="en-US" baseline="0" dirty="0"/>
          </a:p>
          <a:p>
            <a:pPr marL="171450" indent="-171450">
              <a:buFontTx/>
              <a:buChar char="-"/>
            </a:pPr>
            <a:r>
              <a:rPr lang="en-US" baseline="0" dirty="0"/>
              <a:t>Ensue (v): </a:t>
            </a:r>
            <a:r>
              <a:rPr lang="en-US" baseline="0" dirty="0" err="1"/>
              <a:t>xảy</a:t>
            </a:r>
            <a:r>
              <a:rPr lang="en-US" baseline="0" dirty="0"/>
              <a:t> </a:t>
            </a:r>
            <a:r>
              <a:rPr lang="en-US" baseline="0" dirty="0" err="1"/>
              <a:t>ra</a:t>
            </a:r>
            <a:r>
              <a:rPr lang="en-US" baseline="0" dirty="0"/>
              <a:t> </a:t>
            </a:r>
            <a:r>
              <a:rPr lang="en-US" baseline="0" dirty="0" err="1"/>
              <a:t>sau</a:t>
            </a:r>
            <a:r>
              <a:rPr lang="en-US" baseline="0" dirty="0"/>
              <a:t> </a:t>
            </a:r>
            <a:r>
              <a:rPr lang="en-US" baseline="0" dirty="0" err="1"/>
              <a:t>đó</a:t>
            </a:r>
            <a:endParaRPr lang="en-US" baseline="0" dirty="0"/>
          </a:p>
          <a:p>
            <a:pPr marL="171450" indent="-171450">
              <a:buFontTx/>
              <a:buChar char="-"/>
            </a:pPr>
            <a:r>
              <a:rPr lang="en-US" baseline="0" dirty="0"/>
              <a:t>One such problem is the customer representative or manager who regards signing off on the requirements as a meaningless ritual: </a:t>
            </a:r>
            <a:r>
              <a:rPr lang="vi-VN" baseline="0" dirty="0"/>
              <a:t>Một vấn đề như vậy là đại diện khách hàng hoặc người quản lý coi việc ký tắt các yêu cầu là một nghi thức vô nghĩa:</a:t>
            </a:r>
            <a:endParaRPr lang="en-US" baseline="0" dirty="0"/>
          </a:p>
          <a:p>
            <a:pPr marL="171450" indent="-171450">
              <a:buFontTx/>
              <a:buChar char="-"/>
            </a:pPr>
            <a:r>
              <a:rPr lang="en-US" baseline="0" dirty="0"/>
              <a:t>I was handed a piece of paper with my name on it, so I signed on the line above my name because otherwise the developers wouldn’t start coding: </a:t>
            </a:r>
            <a:r>
              <a:rPr lang="vi-VN" baseline="0" dirty="0"/>
              <a:t>Tôi đã được trao một mảnh giấy có tên của tôi trên đó, vì vậy tôi đã ký vào dòng trên tên của mình vì nếu không các nhà phát triển sẽ </a:t>
            </a:r>
            <a:r>
              <a:rPr lang="en-US" baseline="0" dirty="0"/>
              <a:t>KHÔNG </a:t>
            </a:r>
            <a:r>
              <a:rPr lang="vi-VN" baseline="0" dirty="0"/>
              <a:t>bắt đầu </a:t>
            </a:r>
            <a:r>
              <a:rPr lang="en-US" baseline="0" dirty="0"/>
              <a:t>coding</a:t>
            </a:r>
            <a:r>
              <a:rPr lang="vi-VN" baseline="0" dirty="0"/>
              <a:t>.</a:t>
            </a: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16</a:t>
            </a:fld>
            <a:endParaRPr lang="en-US"/>
          </a:p>
        </p:txBody>
      </p:sp>
    </p:spTree>
    <p:extLst>
      <p:ext uri="{BB962C8B-B14F-4D97-AF65-F5344CB8AC3E}">
        <p14:creationId xmlns:p14="http://schemas.microsoft.com/office/powerpoint/2010/main" val="33272781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dirty="0"/>
              <a:t>A </a:t>
            </a:r>
            <a:r>
              <a:rPr lang="en-US" sz="1200" dirty="0">
                <a:solidFill>
                  <a:srgbClr val="003399"/>
                </a:solidFill>
              </a:rPr>
              <a:t>requirements baseline</a:t>
            </a:r>
            <a:r>
              <a:rPr lang="en-US" sz="1200" dirty="0"/>
              <a:t> is a set of requirements that has been reviewed and agreed upon and serves as the basis for further development.:</a:t>
            </a:r>
            <a:r>
              <a:rPr lang="en-US" sz="1200" baseline="0" dirty="0"/>
              <a:t> </a:t>
            </a:r>
            <a:r>
              <a:rPr lang="vi-VN" sz="1200" baseline="0" dirty="0"/>
              <a:t>Đường cơ sở yêu cầu là một tập hợp các yêu cầu đã được xem xét và thống nhất và làm cơ sở cho sự phát triển </a:t>
            </a:r>
            <a:r>
              <a:rPr lang="en-US" sz="1200" baseline="0" dirty="0" err="1"/>
              <a:t>về</a:t>
            </a:r>
            <a:r>
              <a:rPr lang="en-US" sz="1200" baseline="0" dirty="0"/>
              <a:t> </a:t>
            </a:r>
            <a:r>
              <a:rPr lang="en-US" sz="1200" baseline="0" dirty="0" err="1"/>
              <a:t>sau</a:t>
            </a:r>
            <a:r>
              <a:rPr lang="vi-VN" sz="1200" baseline="0" dirty="0"/>
              <a:t>.</a:t>
            </a:r>
            <a:endParaRPr lang="en-US" sz="1200" baseline="0" dirty="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dirty="0"/>
              <a:t>A meaningful baselining process gives all the major stakeholders confidence in the following ways: </a:t>
            </a:r>
            <a:r>
              <a:rPr lang="vi-VN" sz="1200" dirty="0"/>
              <a:t>Một quy trình cơ sở có ý nghĩa mang lại cho tất cả các bên liên quan chính niềm tin theo những cách sau.</a:t>
            </a:r>
            <a:endParaRPr lang="en-US" sz="1200" dirty="0"/>
          </a:p>
        </p:txBody>
      </p:sp>
      <p:sp>
        <p:nvSpPr>
          <p:cNvPr id="4" name="Slide Number Placeholder 3"/>
          <p:cNvSpPr>
            <a:spLocks noGrp="1"/>
          </p:cNvSpPr>
          <p:nvPr>
            <p:ph type="sldNum" sz="quarter" idx="10"/>
          </p:nvPr>
        </p:nvSpPr>
        <p:spPr/>
        <p:txBody>
          <a:bodyPr/>
          <a:lstStyle/>
          <a:p>
            <a:fld id="{D6D8E87D-860B-4D07-AA9C-845386AB8A4E}" type="slidenum">
              <a:rPr lang="en-US" smtClean="0"/>
              <a:t>17</a:t>
            </a:fld>
            <a:endParaRPr lang="en-US"/>
          </a:p>
        </p:txBody>
      </p:sp>
    </p:spTree>
    <p:extLst>
      <p:ext uri="{BB962C8B-B14F-4D97-AF65-F5344CB8AC3E}">
        <p14:creationId xmlns:p14="http://schemas.microsoft.com/office/powerpoint/2010/main" val="8040528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a:t>Barriers include logistics, busy schedules, and people are reluctant to commit and be held accountable later:</a:t>
            </a:r>
            <a:r>
              <a:rPr lang="en-US" baseline="0" dirty="0"/>
              <a:t> </a:t>
            </a:r>
            <a:r>
              <a:rPr lang="vi-VN" baseline="0" dirty="0"/>
              <a:t>Rào cản bao gồm hậu cần, lịch trình bận rộn và mọi người không muốn cam kết và phải chịu trách nhiệm sau đó.</a:t>
            </a:r>
            <a:endParaRPr lang="en-US" baseline="0" dirty="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a:t>This contributes to the dreaded trap of analysis paralysis:</a:t>
            </a:r>
            <a:r>
              <a:rPr lang="en-US" baseline="0" dirty="0"/>
              <a:t> </a:t>
            </a:r>
            <a:r>
              <a:rPr lang="en-US" baseline="0" dirty="0" err="1"/>
              <a:t>Điều</a:t>
            </a:r>
            <a:r>
              <a:rPr lang="en-US" baseline="0" dirty="0"/>
              <a:t> </a:t>
            </a:r>
            <a:r>
              <a:rPr lang="en-US" baseline="0" dirty="0" err="1"/>
              <a:t>này</a:t>
            </a:r>
            <a:r>
              <a:rPr lang="en-US" baseline="0" dirty="0"/>
              <a:t> </a:t>
            </a:r>
            <a:r>
              <a:rPr lang="en-US" baseline="0" dirty="0" err="1"/>
              <a:t>góp</a:t>
            </a:r>
            <a:r>
              <a:rPr lang="en-US" baseline="0" dirty="0"/>
              <a:t> </a:t>
            </a:r>
            <a:r>
              <a:rPr lang="en-US" baseline="0" dirty="0" err="1"/>
              <a:t>phần</a:t>
            </a:r>
            <a:r>
              <a:rPr lang="en-US" baseline="0" dirty="0"/>
              <a:t> </a:t>
            </a:r>
            <a:r>
              <a:rPr lang="en-US" baseline="0" dirty="0" err="1"/>
              <a:t>vào</a:t>
            </a:r>
            <a:r>
              <a:rPr lang="en-US" baseline="0" dirty="0"/>
              <a:t> </a:t>
            </a:r>
            <a:r>
              <a:rPr lang="en-US" baseline="0" dirty="0" err="1"/>
              <a:t>cái</a:t>
            </a:r>
            <a:r>
              <a:rPr lang="en-US" baseline="0" dirty="0"/>
              <a:t> </a:t>
            </a:r>
            <a:r>
              <a:rPr lang="en-US" baseline="0" dirty="0" err="1"/>
              <a:t>bẫy</a:t>
            </a:r>
            <a:r>
              <a:rPr lang="en-US" baseline="0" dirty="0"/>
              <a:t> </a:t>
            </a:r>
            <a:r>
              <a:rPr lang="en-US" baseline="0" dirty="0" err="1"/>
              <a:t>đáng</a:t>
            </a:r>
            <a:r>
              <a:rPr lang="en-US" baseline="0" dirty="0"/>
              <a:t> </a:t>
            </a:r>
            <a:r>
              <a:rPr lang="en-US" baseline="0" dirty="0" err="1"/>
              <a:t>sợ</a:t>
            </a:r>
            <a:r>
              <a:rPr lang="en-US" baseline="0" dirty="0"/>
              <a:t> </a:t>
            </a:r>
            <a:r>
              <a:rPr lang="en-US" baseline="0" dirty="0" err="1"/>
              <a:t>của</a:t>
            </a:r>
            <a:r>
              <a:rPr lang="en-US" baseline="0" dirty="0"/>
              <a:t> </a:t>
            </a:r>
            <a:r>
              <a:rPr lang="en-US" baseline="0" dirty="0" err="1"/>
              <a:t>sự</a:t>
            </a:r>
            <a:r>
              <a:rPr lang="en-US" baseline="0" dirty="0"/>
              <a:t> </a:t>
            </a:r>
            <a:r>
              <a:rPr lang="en-US" baseline="0" dirty="0" err="1"/>
              <a:t>tê</a:t>
            </a:r>
            <a:r>
              <a:rPr lang="en-US" baseline="0" dirty="0"/>
              <a:t> </a:t>
            </a:r>
            <a:r>
              <a:rPr lang="en-US" baseline="0" dirty="0" err="1"/>
              <a:t>liệt</a:t>
            </a:r>
            <a:r>
              <a:rPr lang="en-US" baseline="0" dirty="0"/>
              <a:t> </a:t>
            </a:r>
            <a:r>
              <a:rPr lang="en-US" baseline="0" dirty="0" err="1"/>
              <a:t>phân</a:t>
            </a:r>
            <a:r>
              <a:rPr lang="en-US" baseline="0" dirty="0"/>
              <a:t> </a:t>
            </a:r>
            <a:r>
              <a:rPr lang="en-US" baseline="0" dirty="0" err="1"/>
              <a:t>tích</a:t>
            </a:r>
            <a:r>
              <a:rPr lang="en-US" baseline="0" dirty="0"/>
              <a:t>.</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dirty="0"/>
              <a:t>In such situation, you’re better off moving forward – cautiously – with the assumption that you don’t have approval from the recalcitrant (</a:t>
            </a:r>
            <a:r>
              <a:rPr lang="en-US" dirty="0" err="1"/>
              <a:t>ngoan</a:t>
            </a:r>
            <a:r>
              <a:rPr lang="en-US" baseline="0" dirty="0"/>
              <a:t> </a:t>
            </a:r>
            <a:r>
              <a:rPr lang="en-US" baseline="0" dirty="0" err="1"/>
              <a:t>cố</a:t>
            </a:r>
            <a:r>
              <a:rPr lang="en-US" baseline="0" dirty="0"/>
              <a:t>)</a:t>
            </a:r>
            <a:r>
              <a:rPr lang="en-US" dirty="0"/>
              <a:t> stakeholders.: </a:t>
            </a:r>
            <a:r>
              <a:rPr lang="vi-VN" dirty="0"/>
              <a:t>Trong tình huống như vậy, bạn tốt hơn nên tiến lên phía trước - một cách thận trọng - với giả định rằng bạn không có sự chấp thuận từ các bên liên quan</a:t>
            </a:r>
            <a:r>
              <a:rPr lang="en-US" baseline="0" dirty="0"/>
              <a:t> </a:t>
            </a:r>
            <a:r>
              <a:rPr lang="en-US" baseline="0" dirty="0" err="1"/>
              <a:t>cứng</a:t>
            </a:r>
            <a:r>
              <a:rPr lang="en-US" baseline="0" dirty="0"/>
              <a:t> </a:t>
            </a:r>
            <a:r>
              <a:rPr lang="en-US" baseline="0" dirty="0" err="1"/>
              <a:t>đầu</a:t>
            </a:r>
            <a:r>
              <a:rPr lang="en-US" baseline="0" dirty="0"/>
              <a:t>, </a:t>
            </a:r>
            <a:r>
              <a:rPr lang="en-US" baseline="0" dirty="0" err="1"/>
              <a:t>ngoan</a:t>
            </a:r>
            <a:r>
              <a:rPr lang="en-US" baseline="0" dirty="0"/>
              <a:t> </a:t>
            </a:r>
            <a:r>
              <a:rPr lang="en-US" baseline="0" dirty="0" err="1"/>
              <a:t>cố</a:t>
            </a:r>
            <a:r>
              <a:rPr lang="vi-VN" dirty="0"/>
              <a:t>.</a:t>
            </a: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18</a:t>
            </a:fld>
            <a:endParaRPr lang="en-US"/>
          </a:p>
        </p:txBody>
      </p:sp>
    </p:spTree>
    <p:extLst>
      <p:ext uri="{BB962C8B-B14F-4D97-AF65-F5344CB8AC3E}">
        <p14:creationId xmlns:p14="http://schemas.microsoft.com/office/powerpoint/2010/main" val="20306948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r>
              <a:rPr lang="en-US" dirty="0"/>
              <a:t>Backlog (n): </a:t>
            </a:r>
            <a:r>
              <a:rPr lang="en-US" dirty="0" err="1"/>
              <a:t>phần</a:t>
            </a:r>
            <a:r>
              <a:rPr lang="en-US" baseline="0" dirty="0"/>
              <a:t> </a:t>
            </a:r>
            <a:r>
              <a:rPr lang="en-US" baseline="0" dirty="0" err="1"/>
              <a:t>công</a:t>
            </a:r>
            <a:r>
              <a:rPr lang="en-US" baseline="0" dirty="0"/>
              <a:t> </a:t>
            </a:r>
            <a:r>
              <a:rPr lang="en-US" baseline="0" dirty="0" err="1"/>
              <a:t>việc</a:t>
            </a:r>
            <a:r>
              <a:rPr lang="en-US" baseline="0" dirty="0"/>
              <a:t> </a:t>
            </a:r>
            <a:r>
              <a:rPr lang="en-US" baseline="0" dirty="0" err="1"/>
              <a:t>còn</a:t>
            </a:r>
            <a:r>
              <a:rPr lang="en-US" baseline="0" dirty="0"/>
              <a:t> </a:t>
            </a:r>
            <a:r>
              <a:rPr lang="en-US" baseline="0" dirty="0" err="1"/>
              <a:t>tồn</a:t>
            </a:r>
            <a:r>
              <a:rPr lang="en-US" baseline="0" dirty="0"/>
              <a:t> </a:t>
            </a:r>
            <a:r>
              <a:rPr lang="en-US" baseline="0" dirty="0" err="1"/>
              <a:t>đọng</a:t>
            </a:r>
            <a:r>
              <a:rPr lang="en-US" baseline="0" dirty="0"/>
              <a:t> </a:t>
            </a:r>
            <a:r>
              <a:rPr lang="en-US" baseline="0" dirty="0" err="1"/>
              <a:t>thưa</a:t>
            </a:r>
            <a:r>
              <a:rPr lang="en-US" baseline="0" dirty="0"/>
              <a:t> </a:t>
            </a:r>
            <a:r>
              <a:rPr lang="en-US" baseline="0" dirty="0" err="1"/>
              <a:t>chực</a:t>
            </a:r>
            <a:r>
              <a:rPr lang="en-US" baseline="0" dirty="0"/>
              <a:t> </a:t>
            </a:r>
            <a:r>
              <a:rPr lang="en-US" baseline="0" dirty="0" err="1"/>
              <a:t>hiện</a:t>
            </a:r>
            <a:r>
              <a:rPr lang="en-US" baseline="0" dirty="0"/>
              <a:t>. </a:t>
            </a:r>
          </a:p>
          <a:p>
            <a:pPr marL="171450" indent="-171450">
              <a:buFontTx/>
              <a:buChar char="-"/>
            </a:pPr>
            <a:r>
              <a:rPr lang="en-US" baseline="0" dirty="0"/>
              <a:t>Product backlog: </a:t>
            </a:r>
            <a:r>
              <a:rPr lang="en-US" baseline="0" dirty="0" err="1"/>
              <a:t>phần</a:t>
            </a:r>
            <a:r>
              <a:rPr lang="en-US" baseline="0" dirty="0"/>
              <a:t> </a:t>
            </a:r>
            <a:r>
              <a:rPr lang="en-US" baseline="0" dirty="0" err="1"/>
              <a:t>còn</a:t>
            </a:r>
            <a:r>
              <a:rPr lang="en-US" baseline="0" dirty="0"/>
              <a:t> </a:t>
            </a:r>
            <a:r>
              <a:rPr lang="en-US" baseline="0" dirty="0" err="1"/>
              <a:t>lại</a:t>
            </a:r>
            <a:r>
              <a:rPr lang="en-US" baseline="0" dirty="0"/>
              <a:t> </a:t>
            </a:r>
            <a:r>
              <a:rPr lang="en-US" baseline="0" dirty="0" err="1"/>
              <a:t>của</a:t>
            </a:r>
            <a:r>
              <a:rPr lang="en-US" baseline="0" dirty="0"/>
              <a:t> </a:t>
            </a:r>
            <a:r>
              <a:rPr lang="en-US" baseline="0" dirty="0" err="1"/>
              <a:t>dự</a:t>
            </a:r>
            <a:r>
              <a:rPr lang="en-US" baseline="0" dirty="0"/>
              <a:t> </a:t>
            </a:r>
            <a:r>
              <a:rPr lang="en-US" baseline="0" dirty="0" err="1"/>
              <a:t>án</a:t>
            </a:r>
            <a:endParaRPr lang="en-US" baseline="0" dirty="0"/>
          </a:p>
          <a:p>
            <a:pPr marL="171450" indent="-171450">
              <a:buFontTx/>
              <a:buChar char="-"/>
            </a:pPr>
            <a:r>
              <a:rPr lang="en-US" baseline="0" dirty="0"/>
              <a:t>Velocity (n): </a:t>
            </a:r>
            <a:r>
              <a:rPr lang="en-US" baseline="0" dirty="0" err="1"/>
              <a:t>Tốc</a:t>
            </a:r>
            <a:r>
              <a:rPr lang="en-US" baseline="0" dirty="0"/>
              <a:t> </a:t>
            </a:r>
            <a:r>
              <a:rPr lang="en-US" baseline="0" dirty="0" err="1"/>
              <a:t>độ</a:t>
            </a:r>
            <a:endParaRPr lang="en-US" baseline="0"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19</a:t>
            </a:fld>
            <a:endParaRPr lang="en-US"/>
          </a:p>
        </p:txBody>
      </p:sp>
    </p:spTree>
    <p:extLst>
      <p:ext uri="{BB962C8B-B14F-4D97-AF65-F5344CB8AC3E}">
        <p14:creationId xmlns:p14="http://schemas.microsoft.com/office/powerpoint/2010/main" val="19830955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r>
              <a:rPr lang="en-US" dirty="0"/>
              <a:t>Backlog (n): </a:t>
            </a:r>
            <a:r>
              <a:rPr lang="en-US" dirty="0" err="1"/>
              <a:t>phần</a:t>
            </a:r>
            <a:r>
              <a:rPr lang="en-US" baseline="0" dirty="0"/>
              <a:t> </a:t>
            </a:r>
            <a:r>
              <a:rPr lang="en-US" baseline="0" dirty="0" err="1"/>
              <a:t>công</a:t>
            </a:r>
            <a:r>
              <a:rPr lang="en-US" baseline="0" dirty="0"/>
              <a:t> </a:t>
            </a:r>
            <a:r>
              <a:rPr lang="en-US" baseline="0" dirty="0" err="1"/>
              <a:t>việc</a:t>
            </a:r>
            <a:r>
              <a:rPr lang="en-US" baseline="0" dirty="0"/>
              <a:t> </a:t>
            </a:r>
            <a:r>
              <a:rPr lang="en-US" baseline="0" dirty="0" err="1"/>
              <a:t>còn</a:t>
            </a:r>
            <a:r>
              <a:rPr lang="en-US" baseline="0" dirty="0"/>
              <a:t> </a:t>
            </a:r>
            <a:r>
              <a:rPr lang="en-US" baseline="0" dirty="0" err="1"/>
              <a:t>tồn</a:t>
            </a:r>
            <a:r>
              <a:rPr lang="en-US" baseline="0" dirty="0"/>
              <a:t> </a:t>
            </a:r>
            <a:r>
              <a:rPr lang="en-US" baseline="0" dirty="0" err="1"/>
              <a:t>đọng</a:t>
            </a:r>
            <a:r>
              <a:rPr lang="en-US" baseline="0" dirty="0"/>
              <a:t> </a:t>
            </a:r>
            <a:r>
              <a:rPr lang="en-US" baseline="0" dirty="0" err="1"/>
              <a:t>thưa</a:t>
            </a:r>
            <a:r>
              <a:rPr lang="en-US" baseline="0" dirty="0"/>
              <a:t> </a:t>
            </a:r>
            <a:r>
              <a:rPr lang="en-US" baseline="0" dirty="0" err="1"/>
              <a:t>chực</a:t>
            </a:r>
            <a:r>
              <a:rPr lang="en-US" baseline="0" dirty="0"/>
              <a:t> </a:t>
            </a:r>
            <a:r>
              <a:rPr lang="en-US" baseline="0" dirty="0" err="1"/>
              <a:t>hiện</a:t>
            </a:r>
            <a:r>
              <a:rPr lang="en-US" baseline="0" dirty="0"/>
              <a:t>. </a:t>
            </a:r>
          </a:p>
          <a:p>
            <a:pPr marL="171450" indent="-171450">
              <a:buFontTx/>
              <a:buChar char="-"/>
            </a:pPr>
            <a:r>
              <a:rPr lang="en-US" baseline="0" dirty="0"/>
              <a:t>Product backlog: </a:t>
            </a:r>
            <a:r>
              <a:rPr lang="en-US" baseline="0" dirty="0" err="1"/>
              <a:t>phần</a:t>
            </a:r>
            <a:r>
              <a:rPr lang="en-US" baseline="0" dirty="0"/>
              <a:t> </a:t>
            </a:r>
            <a:r>
              <a:rPr lang="en-US" baseline="0" dirty="0" err="1"/>
              <a:t>còn</a:t>
            </a:r>
            <a:r>
              <a:rPr lang="en-US" baseline="0" dirty="0"/>
              <a:t> </a:t>
            </a:r>
            <a:r>
              <a:rPr lang="en-US" baseline="0" dirty="0" err="1"/>
              <a:t>lại</a:t>
            </a:r>
            <a:r>
              <a:rPr lang="en-US" baseline="0" dirty="0"/>
              <a:t> </a:t>
            </a:r>
            <a:r>
              <a:rPr lang="en-US" baseline="0" dirty="0" err="1"/>
              <a:t>của</a:t>
            </a:r>
            <a:r>
              <a:rPr lang="en-US" baseline="0" dirty="0"/>
              <a:t> </a:t>
            </a:r>
            <a:r>
              <a:rPr lang="en-US" baseline="0" dirty="0" err="1"/>
              <a:t>dự</a:t>
            </a:r>
            <a:r>
              <a:rPr lang="en-US" baseline="0" dirty="0"/>
              <a:t> </a:t>
            </a:r>
            <a:r>
              <a:rPr lang="en-US" baseline="0" dirty="0" err="1"/>
              <a:t>án</a:t>
            </a:r>
            <a:endParaRPr lang="en-US" baseline="0" dirty="0"/>
          </a:p>
          <a:p>
            <a:pPr marL="171450" indent="-171450">
              <a:buFontTx/>
              <a:buChar char="-"/>
            </a:pPr>
            <a:r>
              <a:rPr lang="en-US" baseline="0" dirty="0"/>
              <a:t>Velocity (n): </a:t>
            </a:r>
            <a:r>
              <a:rPr lang="en-US" baseline="0" dirty="0" err="1"/>
              <a:t>Tốc</a:t>
            </a:r>
            <a:r>
              <a:rPr lang="en-US" baseline="0" dirty="0"/>
              <a:t> </a:t>
            </a:r>
            <a:r>
              <a:rPr lang="en-US" baseline="0" dirty="0" err="1"/>
              <a:t>độ</a:t>
            </a:r>
            <a:endParaRPr lang="en-US" baseline="0"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20</a:t>
            </a:fld>
            <a:endParaRPr lang="en-US"/>
          </a:p>
        </p:txBody>
      </p:sp>
    </p:spTree>
    <p:extLst>
      <p:ext uri="{BB962C8B-B14F-4D97-AF65-F5344CB8AC3E}">
        <p14:creationId xmlns:p14="http://schemas.microsoft.com/office/powerpoint/2010/main" val="4990458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pay-off (n): chi </a:t>
            </a:r>
            <a:r>
              <a:rPr lang="en-US" dirty="0" err="1"/>
              <a:t>trả</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21</a:t>
            </a:fld>
            <a:endParaRPr lang="en-US"/>
          </a:p>
        </p:txBody>
      </p:sp>
    </p:spTree>
    <p:extLst>
      <p:ext uri="{BB962C8B-B14F-4D97-AF65-F5344CB8AC3E}">
        <p14:creationId xmlns:p14="http://schemas.microsoft.com/office/powerpoint/2010/main" val="231933353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gi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9144000" cy="6477000"/>
          </a:xfrm>
          <a:prstGeom prst="rect">
            <a:avLst/>
          </a:prstGeom>
        </p:spPr>
      </p:pic>
      <p:sp>
        <p:nvSpPr>
          <p:cNvPr id="3" name="Subtitle 2"/>
          <p:cNvSpPr>
            <a:spLocks noGrp="1"/>
          </p:cNvSpPr>
          <p:nvPr>
            <p:ph type="subTitle" idx="1"/>
          </p:nvPr>
        </p:nvSpPr>
        <p:spPr>
          <a:xfrm>
            <a:off x="1371600" y="4343400"/>
            <a:ext cx="6400800" cy="990600"/>
          </a:xfrm>
        </p:spPr>
        <p:txBody>
          <a:bodyPr/>
          <a:lstStyle>
            <a:lvl1pPr marL="0" indent="0" algn="ctr">
              <a:buNone/>
              <a:defRPr>
                <a:solidFill>
                  <a:schemeClr val="accent2">
                    <a:lumMod val="75000"/>
                  </a:schemeClr>
                </a:solidFill>
                <a:latin typeface="Tahoma" pitchFamily="34" charset="0"/>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6" name="Title 7"/>
          <p:cNvSpPr>
            <a:spLocks noGrp="1"/>
          </p:cNvSpPr>
          <p:nvPr>
            <p:ph type="ctrTitle"/>
          </p:nvPr>
        </p:nvSpPr>
        <p:spPr>
          <a:xfrm>
            <a:off x="685800" y="3276600"/>
            <a:ext cx="7772400" cy="1048773"/>
          </a:xfrm>
        </p:spPr>
        <p:txBody>
          <a:bodyPr/>
          <a:lstStyle/>
          <a:p>
            <a:endParaRPr lang="en-US"/>
          </a:p>
        </p:txBody>
      </p:sp>
      <p:sp>
        <p:nvSpPr>
          <p:cNvPr id="2" name="TextBox 1"/>
          <p:cNvSpPr txBox="1"/>
          <p:nvPr userDrawn="1"/>
        </p:nvSpPr>
        <p:spPr>
          <a:xfrm>
            <a:off x="4343400" y="196840"/>
            <a:ext cx="4046685" cy="584775"/>
          </a:xfrm>
          <a:prstGeom prst="rect">
            <a:avLst/>
          </a:prstGeom>
          <a:noFill/>
        </p:spPr>
        <p:txBody>
          <a:bodyPr wrap="none" rtlCol="0">
            <a:spAutoFit/>
          </a:bodyPr>
          <a:lstStyle/>
          <a:p>
            <a:r>
              <a:rPr lang="en-US" sz="3200" b="1" dirty="0">
                <a:solidFill>
                  <a:srgbClr val="0000FF"/>
                </a:solidFill>
                <a:latin typeface="+mn-lt"/>
              </a:rPr>
              <a:t>ĐẠI</a:t>
            </a:r>
            <a:r>
              <a:rPr lang="en-US" sz="3200" b="1" baseline="0" dirty="0">
                <a:solidFill>
                  <a:srgbClr val="0000FF"/>
                </a:solidFill>
                <a:latin typeface="+mn-lt"/>
              </a:rPr>
              <a:t> HỌC FPT CẦN THƠ</a:t>
            </a:r>
            <a:endParaRPr lang="en-US" sz="3200" b="1" dirty="0">
              <a:solidFill>
                <a:srgbClr val="0000FF"/>
              </a:solidFill>
              <a:latin typeface="+mn-lt"/>
            </a:endParaRPr>
          </a:p>
        </p:txBody>
      </p:sp>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80641410"/>
      </p:ext>
    </p:extLst>
  </p:cSld>
  <p:clrMapOvr>
    <a:masterClrMapping/>
  </p:clrMapOvr>
  <p:transition>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lvl1pPr>
              <a:buFontTx/>
              <a:buBlip>
                <a:blip r:embed="rId2"/>
              </a:buBlip>
              <a:defRPr sz="2800">
                <a:solidFill>
                  <a:schemeClr val="tx1"/>
                </a:solidFill>
                <a:latin typeface="+mn-lt"/>
                <a:cs typeface="Tahoma" pitchFamily="34" charset="0"/>
              </a:defRPr>
            </a:lvl1pPr>
            <a:lvl2pPr>
              <a:buFontTx/>
              <a:buBlip>
                <a:blip r:embed="rId3"/>
              </a:buBlip>
              <a:defRPr sz="2400">
                <a:solidFill>
                  <a:schemeClr val="tx1"/>
                </a:solidFill>
                <a:latin typeface="+mn-lt"/>
                <a:cs typeface="Tahoma" pitchFamily="34" charset="0"/>
              </a:defRPr>
            </a:lvl2pPr>
            <a:lvl3pPr>
              <a:buFontTx/>
              <a:buBlip>
                <a:blip r:embed="rId4"/>
              </a:buBlip>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p:cNvSpPr>
            <a:spLocks noGrp="1"/>
          </p:cNvSpPr>
          <p:nvPr>
            <p:ph type="title"/>
          </p:nvPr>
        </p:nvSpPr>
        <p:spPr>
          <a:xfrm>
            <a:off x="2819400" y="27105"/>
            <a:ext cx="6324600" cy="914399"/>
          </a:xfrm>
        </p:spPr>
        <p:txBody>
          <a:bodyPr/>
          <a:lstStyle>
            <a:lvl1pPr algn="r">
              <a:defRPr sz="2800" b="1">
                <a:solidFill>
                  <a:srgbClr val="0070C0"/>
                </a:solidFill>
              </a:defRPr>
            </a:lvl1pPr>
          </a:lstStyle>
          <a:p>
            <a:r>
              <a:rPr lang="en-US" dirty="0"/>
              <a:t>Click to edit Master title style</a:t>
            </a:r>
          </a:p>
        </p:txBody>
      </p:sp>
      <p:sp>
        <p:nvSpPr>
          <p:cNvPr id="6" name="Footer Placeholder 4"/>
          <p:cNvSpPr>
            <a:spLocks noGrp="1"/>
          </p:cNvSpPr>
          <p:nvPr>
            <p:ph type="ftr" sz="quarter" idx="10"/>
          </p:nvPr>
        </p:nvSpPr>
        <p:spPr>
          <a:xfrm>
            <a:off x="457200" y="6340475"/>
            <a:ext cx="6096000" cy="365125"/>
          </a:xfrm>
        </p:spPr>
        <p:txBody>
          <a:bodyPr/>
          <a:lstStyle>
            <a:lvl1pPr algn="l">
              <a:defRPr dirty="0">
                <a:latin typeface="Tahoma" pitchFamily="34" charset="0"/>
                <a:cs typeface="Tahoma" pitchFamily="34" charset="0"/>
              </a:defRPr>
            </a:lvl1pPr>
          </a:lstStyle>
          <a:p>
            <a:pPr>
              <a:defRPr/>
            </a:pPr>
            <a:r>
              <a:rPr lang="en-US"/>
              <a:t>Chapter 2: Requirements from customer's perspective _ BayHV</a:t>
            </a:r>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38F81FAE-D748-4BFC-A8B0-D2E750E8899F}" type="slidenum">
              <a:rPr lang="en-US"/>
              <a:pPr>
                <a:defRPr/>
              </a:pPr>
              <a:t>‹#›</a:t>
            </a:fld>
            <a:endParaRPr lang="en-US" dirty="0"/>
          </a:p>
        </p:txBody>
      </p:sp>
      <p:sp>
        <p:nvSpPr>
          <p:cNvPr id="2" name="Rectangle 1"/>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94864287"/>
      </p:ext>
    </p:extLst>
  </p:cSld>
  <p:clrMapOvr>
    <a:masterClrMapping/>
  </p:clrMapOvr>
  <p:transition>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021722" y="19222"/>
            <a:ext cx="6096002" cy="990600"/>
          </a:xfrm>
        </p:spPr>
        <p:txBody>
          <a:bodyPr/>
          <a:lstStyle>
            <a:lvl1pPr algn="r">
              <a:defRPr sz="2800" b="1" i="0">
                <a:solidFill>
                  <a:srgbClr val="0070C0"/>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a:t>Chapter 2: Requirements from customer's perspective _ BayHV</a:t>
            </a:r>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269FD7F-F1B9-4EBE-8876-2DA927AD43E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00807569"/>
      </p:ext>
    </p:extLst>
  </p:cSld>
  <p:clrMapOvr>
    <a:masterClrMapping/>
  </p:clrMapOvr>
  <p:transition>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779986" y="13967"/>
            <a:ext cx="6400800" cy="990600"/>
          </a:xfrm>
        </p:spPr>
        <p:txBody>
          <a:bodyPr/>
          <a:lstStyle>
            <a:lvl1pPr algn="r">
              <a:defRPr sz="2800" b="1">
                <a:solidFill>
                  <a:srgbClr val="0070C0"/>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a:t>Chapter 2: Requirements from customer's perspective _ BayHV</a:t>
            </a:r>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ACBE273D-A5B0-43E9-B55F-D261AD9B2B4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21548797"/>
      </p:ext>
    </p:extLst>
  </p:cSld>
  <p:clrMapOvr>
    <a:masterClrMapping/>
  </p:clrMapOvr>
  <p:transition>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8" name="Straight Connector 7"/>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906108" y="0"/>
            <a:ext cx="6248402" cy="914400"/>
          </a:xfrm>
        </p:spPr>
        <p:txBody>
          <a:bodyPr/>
          <a:lstStyle>
            <a:lvl1pPr algn="r">
              <a:defRPr sz="2800" b="1">
                <a:solidFill>
                  <a:srgbClr val="0070C0"/>
                </a:solidFill>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a:t>Chapter 2: Requirements from customer's perspective _ BayHV</a:t>
            </a:r>
          </a:p>
        </p:txBody>
      </p:sp>
      <p:sp>
        <p:nvSpPr>
          <p:cNvPr id="10"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F31B4AE-D66A-4FED-AD35-BAB7214338B0}" type="slidenum">
              <a:rPr lang="en-US"/>
              <a:pPr>
                <a:defRPr/>
              </a:pPr>
              <a:t>‹#›</a:t>
            </a:fld>
            <a:endParaRPr lang="en-US" dirty="0"/>
          </a:p>
        </p:txBody>
      </p:sp>
      <p:sp>
        <p:nvSpPr>
          <p:cNvPr id="13" name="Rectangle 12"/>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50302297"/>
      </p:ext>
    </p:extLst>
  </p:cSld>
  <p:clrMapOvr>
    <a:masterClrMapping/>
  </p:clrMapOvr>
  <p:transition>
    <p:split orient="vert"/>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gif"/><Relationship Id="rId4" Type="http://schemas.openxmlformats.org/officeDocument/2006/relationships/slideLayout" Target="../slideLayouts/slideLayout4.xml"/><Relationship Id="rId9" Type="http://schemas.openxmlformats.org/officeDocument/2006/relationships/image" Target="../media/image3.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381000"/>
            <a:ext cx="86868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228600" y="1143000"/>
            <a:ext cx="86868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  Click to edit Master text styles</a:t>
            </a:r>
          </a:p>
          <a:p>
            <a:pPr lvl="1"/>
            <a:r>
              <a:rPr lang="en-US" dirty="0"/>
              <a:t>  Second level</a:t>
            </a:r>
          </a:p>
          <a:p>
            <a:pPr lvl="2"/>
            <a:r>
              <a:rPr lang="en-US" dirty="0"/>
              <a:t>  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r>
              <a:rPr lang="en-US"/>
              <a:t>Chapter 2: Requirements from customer's perspective _ BayHV</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AF7AF65-4B18-4BB1-B100-2EF3CDE78246}" type="slidenum">
              <a:rPr lang="en-US"/>
              <a:pPr>
                <a:defRPr/>
              </a:pPr>
              <a:t>‹#›</a:t>
            </a:fld>
            <a:endParaRPr lang="en-US" dirty="0"/>
          </a:p>
        </p:txBody>
      </p:sp>
      <p:pic>
        <p:nvPicPr>
          <p:cNvPr id="7"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userDrawn="1"/>
        </p:nvCxnSpPr>
        <p:spPr>
          <a:xfrm>
            <a:off x="0" y="1066800"/>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7177677"/>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Lst>
  <p:transition>
    <p:split orient="vert"/>
  </p:transition>
  <p:hf hdr="0" dt="0"/>
  <p:txStyles>
    <p:titleStyle>
      <a:lvl1pPr algn="r" rtl="0" eaLnBrk="0" fontAlgn="base" hangingPunct="0">
        <a:spcBef>
          <a:spcPct val="0"/>
        </a:spcBef>
        <a:spcAft>
          <a:spcPct val="0"/>
        </a:spcAft>
        <a:defRPr sz="3200" b="1" kern="1200">
          <a:solidFill>
            <a:srgbClr val="0000FF"/>
          </a:solidFill>
          <a:latin typeface="+mn-lt"/>
          <a:ea typeface="+mj-ea"/>
          <a:cs typeface="Tahoma" pitchFamily="34" charset="0"/>
        </a:defRPr>
      </a:lvl1pPr>
      <a:lvl2pPr algn="r" rtl="0" eaLnBrk="0" fontAlgn="base" hangingPunct="0">
        <a:spcBef>
          <a:spcPct val="0"/>
        </a:spcBef>
        <a:spcAft>
          <a:spcPct val="0"/>
        </a:spcAft>
        <a:defRPr sz="4400">
          <a:solidFill>
            <a:srgbClr val="00B0F0"/>
          </a:solidFill>
          <a:latin typeface="Calibri" pitchFamily="34" charset="0"/>
        </a:defRPr>
      </a:lvl2pPr>
      <a:lvl3pPr algn="r" rtl="0" eaLnBrk="0" fontAlgn="base" hangingPunct="0">
        <a:spcBef>
          <a:spcPct val="0"/>
        </a:spcBef>
        <a:spcAft>
          <a:spcPct val="0"/>
        </a:spcAft>
        <a:defRPr sz="4400">
          <a:solidFill>
            <a:srgbClr val="00B0F0"/>
          </a:solidFill>
          <a:latin typeface="Calibri" pitchFamily="34" charset="0"/>
        </a:defRPr>
      </a:lvl3pPr>
      <a:lvl4pPr algn="r" rtl="0" eaLnBrk="0" fontAlgn="base" hangingPunct="0">
        <a:spcBef>
          <a:spcPct val="0"/>
        </a:spcBef>
        <a:spcAft>
          <a:spcPct val="0"/>
        </a:spcAft>
        <a:defRPr sz="4400">
          <a:solidFill>
            <a:srgbClr val="00B0F0"/>
          </a:solidFill>
          <a:latin typeface="Calibri" pitchFamily="34" charset="0"/>
        </a:defRPr>
      </a:lvl4pPr>
      <a:lvl5pPr algn="r" rtl="0" eaLnBrk="0" fontAlgn="base" hangingPunct="0">
        <a:spcBef>
          <a:spcPct val="0"/>
        </a:spcBef>
        <a:spcAft>
          <a:spcPct val="0"/>
        </a:spcAft>
        <a:defRPr sz="4400">
          <a:solidFill>
            <a:srgbClr val="00B0F0"/>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Blip>
          <a:blip r:embed="rId8"/>
        </a:buBlip>
        <a:defRPr sz="3200" kern="1200">
          <a:solidFill>
            <a:schemeClr val="tx1"/>
          </a:solidFill>
          <a:latin typeface="+mn-lt"/>
          <a:ea typeface="+mn-ea"/>
          <a:cs typeface="Tahoma" pitchFamily="34" charset="0"/>
        </a:defRPr>
      </a:lvl1pPr>
      <a:lvl2pPr marL="742950" indent="-285750" algn="l" rtl="0" eaLnBrk="0" fontAlgn="base" hangingPunct="0">
        <a:spcBef>
          <a:spcPct val="20000"/>
        </a:spcBef>
        <a:spcAft>
          <a:spcPct val="0"/>
        </a:spcAft>
        <a:buBlip>
          <a:blip r:embed="rId9"/>
        </a:buBlip>
        <a:defRPr sz="2800" kern="1200">
          <a:solidFill>
            <a:schemeClr val="tx1">
              <a:lumMod val="95000"/>
              <a:lumOff val="5000"/>
            </a:schemeClr>
          </a:solidFill>
          <a:latin typeface="+mn-lt"/>
          <a:ea typeface="+mn-ea"/>
          <a:cs typeface="Tahoma" pitchFamily="34" charset="0"/>
        </a:defRPr>
      </a:lvl2pPr>
      <a:lvl3pPr marL="1143000" indent="-228600" algn="l" rtl="0" eaLnBrk="0" fontAlgn="base" hangingPunct="0">
        <a:spcBef>
          <a:spcPct val="20000"/>
        </a:spcBef>
        <a:spcAft>
          <a:spcPct val="0"/>
        </a:spcAft>
        <a:buBlip>
          <a:blip r:embed="rId10"/>
        </a:buBlip>
        <a:defRPr sz="2400" kern="1200">
          <a:solidFill>
            <a:schemeClr val="tx1">
              <a:lumMod val="95000"/>
              <a:lumOff val="5000"/>
            </a:schemeClr>
          </a:solidFill>
          <a:latin typeface="+mn-lt"/>
          <a:ea typeface="+mn-ea"/>
          <a:cs typeface="Tahoma" pitchFamily="34" charset="0"/>
        </a:defRPr>
      </a:lvl3pPr>
      <a:lvl4pPr marL="1600200" indent="-228600" algn="l"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4pPr>
      <a:lvl5pPr marL="2057400" indent="-228600" algn="l"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81626" y="3313470"/>
            <a:ext cx="7904560" cy="2458065"/>
          </a:xfrm>
        </p:spPr>
        <p:txBody>
          <a:bodyPr>
            <a:normAutofit/>
          </a:bodyPr>
          <a:lstStyle/>
          <a:p>
            <a:r>
              <a:rPr lang="en-US" sz="2400" dirty="0"/>
              <a:t>CHAPTER 2</a:t>
            </a:r>
            <a:br>
              <a:rPr lang="en-US" sz="2400" dirty="0"/>
            </a:br>
            <a:br>
              <a:rPr lang="en-US" sz="3600" dirty="0"/>
            </a:br>
            <a:r>
              <a:rPr lang="en-US" sz="3600" dirty="0"/>
              <a:t>Requirements from the customer’s perspective</a:t>
            </a:r>
            <a:endParaRPr lang="en-US" sz="3600" i="1" dirty="0"/>
          </a:p>
        </p:txBody>
      </p:sp>
    </p:spTree>
    <p:extLst>
      <p:ext uri="{BB962C8B-B14F-4D97-AF65-F5344CB8AC3E}">
        <p14:creationId xmlns:p14="http://schemas.microsoft.com/office/powerpoint/2010/main" val="327718099"/>
      </p:ext>
    </p:extLst>
  </p:cSld>
  <p:clrMapOvr>
    <a:masterClrMapping/>
  </p:clrMapOvr>
  <p:transition>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2309" y="1222"/>
            <a:ext cx="6811691" cy="1052161"/>
          </a:xfrm>
        </p:spPr>
        <p:txBody>
          <a:bodyPr/>
          <a:lstStyle/>
          <a:p>
            <a:r>
              <a:rPr lang="en-US" dirty="0"/>
              <a:t>Review chapter 1: The essential of software requirement</a:t>
            </a:r>
          </a:p>
        </p:txBody>
      </p:sp>
      <p:sp>
        <p:nvSpPr>
          <p:cNvPr id="4" name="Footer Placeholder 3"/>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a:t>
            </a:fld>
            <a:endParaRPr lang="en-US" dirty="0"/>
          </a:p>
        </p:txBody>
      </p:sp>
      <p:graphicFrame>
        <p:nvGraphicFramePr>
          <p:cNvPr id="6" name="Diagram 5"/>
          <p:cNvGraphicFramePr/>
          <p:nvPr>
            <p:extLst>
              <p:ext uri="{D42A27DB-BD31-4B8C-83A1-F6EECF244321}">
                <p14:modId xmlns:p14="http://schemas.microsoft.com/office/powerpoint/2010/main" val="518648457"/>
              </p:ext>
            </p:extLst>
          </p:nvPr>
        </p:nvGraphicFramePr>
        <p:xfrm>
          <a:off x="594360" y="1176081"/>
          <a:ext cx="8305800" cy="51802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Content Placeholder 6"/>
          <p:cNvSpPr>
            <a:spLocks noGrp="1"/>
          </p:cNvSpPr>
          <p:nvPr>
            <p:ph idx="1"/>
          </p:nvPr>
        </p:nvSpPr>
        <p:spPr>
          <a:xfrm>
            <a:off x="228600" y="1143000"/>
            <a:ext cx="8686800" cy="5029200"/>
          </a:xfrm>
        </p:spPr>
        <p:txBody>
          <a:bodyPr/>
          <a:lstStyle/>
          <a:p>
            <a:endParaRPr lang="en-US" dirty="0"/>
          </a:p>
        </p:txBody>
      </p:sp>
      <p:sp>
        <p:nvSpPr>
          <p:cNvPr id="3" name="Rectangle 2">
            <a:extLst>
              <a:ext uri="{FF2B5EF4-FFF2-40B4-BE49-F238E27FC236}">
                <a16:creationId xmlns:a16="http://schemas.microsoft.com/office/drawing/2014/main" id="{16714BA2-E029-1643-97B7-B4B368B146E6}"/>
              </a:ext>
            </a:extLst>
          </p:cNvPr>
          <p:cNvSpPr/>
          <p:nvPr/>
        </p:nvSpPr>
        <p:spPr>
          <a:xfrm>
            <a:off x="228600" y="6389431"/>
            <a:ext cx="9702018" cy="369332"/>
          </a:xfrm>
          <a:prstGeom prst="rect">
            <a:avLst/>
          </a:prstGeom>
        </p:spPr>
        <p:txBody>
          <a:bodyPr wrap="square">
            <a:spAutoFit/>
          </a:bodyPr>
          <a:lstStyle/>
          <a:p>
            <a:r>
              <a:rPr lang="en-KR" dirty="0"/>
              <a:t>https://coggle.it/diagram/XDRkq9ktvd9kWBYb/t/chapter-1-the-essential-of-software-requirement</a:t>
            </a:r>
          </a:p>
        </p:txBody>
      </p:sp>
    </p:spTree>
    <p:extLst>
      <p:ext uri="{BB962C8B-B14F-4D97-AF65-F5344CB8AC3E}">
        <p14:creationId xmlns:p14="http://schemas.microsoft.com/office/powerpoint/2010/main" val="265429437"/>
      </p:ext>
    </p:extLst>
  </p:cSld>
  <p:clrMapOvr>
    <a:masterClrMapping/>
  </p:clrMapOvr>
  <p:transition>
    <p:split orient="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8155" y="1160206"/>
            <a:ext cx="8937522" cy="5073446"/>
          </a:xfrm>
        </p:spPr>
        <p:txBody>
          <a:bodyPr>
            <a:normAutofit/>
          </a:bodyPr>
          <a:lstStyle/>
          <a:p>
            <a:pPr algn="just"/>
            <a:r>
              <a:rPr lang="en-US" dirty="0"/>
              <a:t>After finish this chapter, student should understand that the customer-development relationship is so critical to software  project success. </a:t>
            </a:r>
          </a:p>
          <a:p>
            <a:pPr algn="just"/>
            <a:r>
              <a:rPr lang="en-US" dirty="0"/>
              <a:t>This chapter also discusses the critical issue of reaching agreement on a set of requirements planned for a specific release or development iteration.</a:t>
            </a:r>
          </a:p>
          <a:p>
            <a:pPr algn="just"/>
            <a:r>
              <a:rPr lang="en-US" dirty="0"/>
              <a:t>Requirements Bill of Rights for Software Customers and a  corresponding Requirements Bill of Responsibilities for Software Customers could bring to student the importance of customer—and specifically end user—involvement in requirements  development. </a:t>
            </a:r>
          </a:p>
          <a:p>
            <a:pPr algn="just"/>
            <a:endParaRPr lang="en-US" dirty="0"/>
          </a:p>
        </p:txBody>
      </p:sp>
      <p:sp>
        <p:nvSpPr>
          <p:cNvPr id="2" name="Title 1"/>
          <p:cNvSpPr>
            <a:spLocks noGrp="1"/>
          </p:cNvSpPr>
          <p:nvPr>
            <p:ph type="title"/>
          </p:nvPr>
        </p:nvSpPr>
        <p:spPr>
          <a:xfrm>
            <a:off x="2332309" y="1222"/>
            <a:ext cx="6811691" cy="1052161"/>
          </a:xfrm>
        </p:spPr>
        <p:txBody>
          <a:bodyPr/>
          <a:lstStyle/>
          <a:p>
            <a:r>
              <a:rPr lang="en-US" sz="3200" dirty="0"/>
              <a:t>Objectives</a:t>
            </a:r>
            <a:endParaRPr lang="en-US" dirty="0"/>
          </a:p>
        </p:txBody>
      </p:sp>
      <p:sp>
        <p:nvSpPr>
          <p:cNvPr id="4" name="Footer Placeholder 3"/>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a:t>
            </a:fld>
            <a:endParaRPr lang="en-US" dirty="0"/>
          </a:p>
        </p:txBody>
      </p:sp>
    </p:spTree>
    <p:extLst>
      <p:ext uri="{BB962C8B-B14F-4D97-AF65-F5344CB8AC3E}">
        <p14:creationId xmlns:p14="http://schemas.microsoft.com/office/powerpoint/2010/main" val="2236182435"/>
      </p:ext>
    </p:extLst>
  </p:cSld>
  <p:clrMapOvr>
    <a:masterClrMapping/>
  </p:clrMapOvr>
  <p:transition>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79871"/>
            <a:ext cx="8488680" cy="5081229"/>
          </a:xfrm>
        </p:spPr>
        <p:txBody>
          <a:bodyPr>
            <a:normAutofit/>
          </a:bodyPr>
          <a:lstStyle/>
          <a:p>
            <a:pPr marL="342900" indent="-342900">
              <a:buFont typeface="+mj-lt"/>
              <a:buAutoNum type="arabicPeriod"/>
            </a:pPr>
            <a:r>
              <a:rPr lang="en-US" dirty="0"/>
              <a:t>The expectation gap.</a:t>
            </a:r>
          </a:p>
          <a:p>
            <a:pPr marL="342900" indent="-342900">
              <a:buFont typeface="+mj-lt"/>
              <a:buAutoNum type="arabicPeriod"/>
            </a:pPr>
            <a:r>
              <a:rPr lang="en-US" dirty="0"/>
              <a:t>Who is the customer.</a:t>
            </a:r>
          </a:p>
          <a:p>
            <a:pPr marL="342900" indent="-342900">
              <a:buFont typeface="+mj-lt"/>
              <a:buAutoNum type="arabicPeriod"/>
            </a:pPr>
            <a:r>
              <a:rPr lang="en-US" dirty="0"/>
              <a:t>The customer-development partnership.</a:t>
            </a:r>
          </a:p>
          <a:p>
            <a:pPr marL="342900" indent="-342900">
              <a:buFont typeface="+mj-lt"/>
              <a:buAutoNum type="arabicPeriod"/>
            </a:pPr>
            <a:r>
              <a:rPr lang="en-US" dirty="0"/>
              <a:t>Requirements Bill of Rights for Software Customers.</a:t>
            </a:r>
          </a:p>
          <a:p>
            <a:pPr marL="342900" indent="-342900">
              <a:buFont typeface="+mj-lt"/>
              <a:buAutoNum type="arabicPeriod"/>
            </a:pPr>
            <a:r>
              <a:rPr lang="en-US" dirty="0"/>
              <a:t>Requirements Bill of Responsibilities for Software Customers.</a:t>
            </a:r>
          </a:p>
          <a:p>
            <a:pPr marL="342900" indent="-342900">
              <a:buFont typeface="+mj-lt"/>
              <a:buAutoNum type="arabicPeriod"/>
            </a:pPr>
            <a:r>
              <a:rPr lang="en-US" dirty="0"/>
              <a:t>Creating a culture that respects requirements.</a:t>
            </a:r>
          </a:p>
          <a:p>
            <a:pPr marL="342900" indent="-342900">
              <a:buFont typeface="+mj-lt"/>
              <a:buAutoNum type="arabicPeriod"/>
            </a:pPr>
            <a:r>
              <a:rPr lang="en-US" dirty="0"/>
              <a:t>Identifying decision makers.</a:t>
            </a:r>
          </a:p>
          <a:p>
            <a:pPr marL="342900" indent="-342900">
              <a:buFont typeface="+mj-lt"/>
              <a:buAutoNum type="arabicPeriod"/>
            </a:pPr>
            <a:r>
              <a:rPr lang="en-US" dirty="0"/>
              <a:t>Reaching agreement on requirements.</a:t>
            </a:r>
          </a:p>
        </p:txBody>
      </p:sp>
      <p:sp>
        <p:nvSpPr>
          <p:cNvPr id="2" name="Title 1"/>
          <p:cNvSpPr>
            <a:spLocks noGrp="1"/>
          </p:cNvSpPr>
          <p:nvPr>
            <p:ph type="title"/>
          </p:nvPr>
        </p:nvSpPr>
        <p:spPr>
          <a:xfrm>
            <a:off x="3966235" y="0"/>
            <a:ext cx="5150726" cy="1071716"/>
          </a:xfrm>
        </p:spPr>
        <p:txBody>
          <a:bodyPr>
            <a:noAutofit/>
          </a:bodyPr>
          <a:lstStyle/>
          <a:p>
            <a:br>
              <a:rPr lang="en-US" sz="3200" dirty="0"/>
            </a:br>
            <a:r>
              <a:rPr lang="en-US" sz="3200" dirty="0"/>
              <a:t>Contents</a:t>
            </a:r>
            <a:br>
              <a:rPr lang="en-US" sz="3200" dirty="0"/>
            </a:br>
            <a:endParaRPr lang="en-US" sz="3200" dirty="0"/>
          </a:p>
        </p:txBody>
      </p:sp>
      <p:sp>
        <p:nvSpPr>
          <p:cNvPr id="4" name="Footer Placeholder 3"/>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4</a:t>
            </a:fld>
            <a:endParaRPr lang="en-US" dirty="0"/>
          </a:p>
        </p:txBody>
      </p:sp>
    </p:spTree>
    <p:extLst>
      <p:ext uri="{BB962C8B-B14F-4D97-AF65-F5344CB8AC3E}">
        <p14:creationId xmlns:p14="http://schemas.microsoft.com/office/powerpoint/2010/main" val="1564224122"/>
      </p:ext>
    </p:extLst>
  </p:cSld>
  <p:clrMapOvr>
    <a:masterClrMapping/>
  </p:clrMapOvr>
  <p:transition>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4542" y="0"/>
            <a:ext cx="6479458" cy="1078518"/>
          </a:xfrm>
        </p:spPr>
        <p:txBody>
          <a:bodyPr/>
          <a:lstStyle/>
          <a:p>
            <a:r>
              <a:rPr lang="en-US" sz="3200" dirty="0"/>
              <a:t>The expectation gap</a:t>
            </a:r>
          </a:p>
        </p:txBody>
      </p:sp>
      <p:pic>
        <p:nvPicPr>
          <p:cNvPr id="4" name="Picture 3"/>
          <p:cNvPicPr>
            <a:picLocks noChangeAspect="1"/>
          </p:cNvPicPr>
          <p:nvPr/>
        </p:nvPicPr>
        <p:blipFill>
          <a:blip r:embed="rId2"/>
          <a:stretch>
            <a:fillRect/>
          </a:stretch>
        </p:blipFill>
        <p:spPr>
          <a:xfrm>
            <a:off x="871711" y="1244600"/>
            <a:ext cx="7459490" cy="4945668"/>
          </a:xfrm>
          <a:prstGeom prst="rect">
            <a:avLst/>
          </a:prstGeom>
        </p:spPr>
      </p:pic>
      <p:sp>
        <p:nvSpPr>
          <p:cNvPr id="3" name="Footer Placeholder 2"/>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5</a:t>
            </a:fld>
            <a:endParaRPr lang="en-US" dirty="0"/>
          </a:p>
        </p:txBody>
      </p:sp>
    </p:spTree>
    <p:extLst>
      <p:ext uri="{BB962C8B-B14F-4D97-AF65-F5344CB8AC3E}">
        <p14:creationId xmlns:p14="http://schemas.microsoft.com/office/powerpoint/2010/main" val="1461968928"/>
      </p:ext>
    </p:extLst>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8155" y="1160205"/>
            <a:ext cx="8937522" cy="5180269"/>
          </a:xfrm>
        </p:spPr>
        <p:txBody>
          <a:bodyPr>
            <a:normAutofit fontScale="92500" lnSpcReduction="10000"/>
          </a:bodyPr>
          <a:lstStyle/>
          <a:p>
            <a:pPr algn="just"/>
            <a:r>
              <a:rPr lang="en-US" dirty="0"/>
              <a:t>Without adequate customer involvement, the inescapable outcome at the end of the project is an expectation gap, a gulf </a:t>
            </a:r>
            <a:r>
              <a:rPr lang="en-US" sz="2200" dirty="0"/>
              <a:t>(</a:t>
            </a:r>
            <a:r>
              <a:rPr lang="en-US" sz="2200" dirty="0" err="1"/>
              <a:t>hố</a:t>
            </a:r>
            <a:r>
              <a:rPr lang="en-US" sz="2200" dirty="0"/>
              <a:t> </a:t>
            </a:r>
            <a:r>
              <a:rPr lang="en-US" sz="2200" dirty="0" err="1"/>
              <a:t>sâu</a:t>
            </a:r>
            <a:r>
              <a:rPr lang="en-US" sz="2200" dirty="0"/>
              <a:t>)</a:t>
            </a:r>
            <a:r>
              <a:rPr lang="en-US" sz="2600" dirty="0"/>
              <a:t> </a:t>
            </a:r>
            <a:r>
              <a:rPr lang="en-US" dirty="0"/>
              <a:t>between what customers really needs and what the developers deliver based on what they heard at the beginning of the project (</a:t>
            </a:r>
            <a:r>
              <a:rPr lang="en-US" dirty="0" err="1"/>
              <a:t>Wiegers</a:t>
            </a:r>
            <a:r>
              <a:rPr lang="en-US" dirty="0"/>
              <a:t> 1996).</a:t>
            </a:r>
          </a:p>
          <a:p>
            <a:pPr algn="just"/>
            <a:r>
              <a:rPr lang="en-US" dirty="0"/>
              <a:t> The best way to minimize the expectation gap is to arrange frequent contact points with suitable customer representatives.</a:t>
            </a:r>
          </a:p>
          <a:p>
            <a:pPr algn="just"/>
            <a:r>
              <a:rPr lang="en-US" dirty="0"/>
              <a:t>These contact points can take the form of interviews, conversations, requirements reviews, user interface design walkthroughs</a:t>
            </a:r>
            <a:r>
              <a:rPr lang="en-US" sz="2600" dirty="0"/>
              <a:t> (</a:t>
            </a:r>
            <a:r>
              <a:rPr lang="en-US" sz="2600" dirty="0" err="1"/>
              <a:t>hướng</a:t>
            </a:r>
            <a:r>
              <a:rPr lang="en-US" sz="2600" dirty="0"/>
              <a:t> </a:t>
            </a:r>
            <a:r>
              <a:rPr lang="en-US" sz="2600" dirty="0" err="1"/>
              <a:t>dẫn</a:t>
            </a:r>
            <a:r>
              <a:rPr lang="en-US" sz="2600" dirty="0"/>
              <a:t>)</a:t>
            </a:r>
            <a:r>
              <a:rPr lang="en-US" dirty="0"/>
              <a:t>, prototype evaluations, and – with agile development – user feedback on small increments of executable software.</a:t>
            </a:r>
          </a:p>
        </p:txBody>
      </p:sp>
      <p:sp>
        <p:nvSpPr>
          <p:cNvPr id="4" name="Footer Placeholder 3"/>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6</a:t>
            </a:fld>
            <a:endParaRPr lang="en-US" dirty="0"/>
          </a:p>
        </p:txBody>
      </p:sp>
      <p:sp>
        <p:nvSpPr>
          <p:cNvPr id="6" name="Title 5"/>
          <p:cNvSpPr>
            <a:spLocks noGrp="1"/>
          </p:cNvSpPr>
          <p:nvPr>
            <p:ph type="title"/>
          </p:nvPr>
        </p:nvSpPr>
        <p:spPr>
          <a:xfrm>
            <a:off x="2819400" y="27105"/>
            <a:ext cx="6324600" cy="1010403"/>
          </a:xfrm>
        </p:spPr>
        <p:txBody>
          <a:bodyPr/>
          <a:lstStyle/>
          <a:p>
            <a:r>
              <a:rPr lang="en-US" sz="3200" dirty="0"/>
              <a:t>The expectation gap</a:t>
            </a:r>
          </a:p>
        </p:txBody>
      </p:sp>
    </p:spTree>
    <p:extLst>
      <p:ext uri="{BB962C8B-B14F-4D97-AF65-F5344CB8AC3E}">
        <p14:creationId xmlns:p14="http://schemas.microsoft.com/office/powerpoint/2010/main" val="3859417541"/>
      </p:ext>
    </p:extLst>
  </p:cSld>
  <p:clrMapOvr>
    <a:masterClrMapping/>
  </p:clrMapOvr>
  <p:transition>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7743" y="222263"/>
            <a:ext cx="6811691" cy="840399"/>
          </a:xfrm>
        </p:spPr>
        <p:txBody>
          <a:bodyPr>
            <a:normAutofit/>
          </a:bodyPr>
          <a:lstStyle/>
          <a:p>
            <a:r>
              <a:rPr lang="en-US" sz="3200" dirty="0"/>
              <a:t>Who is the customer?</a:t>
            </a:r>
          </a:p>
        </p:txBody>
      </p:sp>
      <p:sp>
        <p:nvSpPr>
          <p:cNvPr id="3" name="Footer Placeholder 2"/>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7</a:t>
            </a:fld>
            <a:endParaRPr lang="en-US" dirty="0"/>
          </a:p>
        </p:txBody>
      </p:sp>
      <p:sp>
        <p:nvSpPr>
          <p:cNvPr id="6" name="Content Placeholder 2"/>
          <p:cNvSpPr>
            <a:spLocks noGrp="1"/>
          </p:cNvSpPr>
          <p:nvPr>
            <p:ph idx="1"/>
          </p:nvPr>
        </p:nvSpPr>
        <p:spPr>
          <a:xfrm>
            <a:off x="108155" y="1160205"/>
            <a:ext cx="8937522" cy="5180269"/>
          </a:xfrm>
        </p:spPr>
        <p:txBody>
          <a:bodyPr>
            <a:normAutofit/>
          </a:bodyPr>
          <a:lstStyle/>
          <a:p>
            <a:pPr algn="just"/>
            <a:r>
              <a:rPr lang="en-US" dirty="0"/>
              <a:t>Before we can talk about customers, we need to discuss stakeholders.</a:t>
            </a:r>
          </a:p>
          <a:p>
            <a:pPr algn="just"/>
            <a:r>
              <a:rPr lang="en-US" i="1" dirty="0">
                <a:solidFill>
                  <a:srgbClr val="003399"/>
                </a:solidFill>
              </a:rPr>
              <a:t>Stakeholder</a:t>
            </a:r>
            <a:r>
              <a:rPr lang="en-US" i="1" dirty="0"/>
              <a:t> </a:t>
            </a:r>
            <a:r>
              <a:rPr lang="en-US" dirty="0"/>
              <a:t>is a person, group, or organization that is actively involved in a project, is affected by its process or outcome, or can influence its process or outcome.</a:t>
            </a:r>
          </a:p>
          <a:p>
            <a:pPr algn="just"/>
            <a:r>
              <a:rPr lang="en-US" i="1" dirty="0"/>
              <a:t>Stakeholders</a:t>
            </a:r>
            <a:r>
              <a:rPr lang="en-US" dirty="0"/>
              <a:t> can be internal or external to the project team and to the developing organization.</a:t>
            </a:r>
          </a:p>
          <a:p>
            <a:r>
              <a:rPr lang="en-US" dirty="0"/>
              <a:t>Stakeholder analysis is an </a:t>
            </a:r>
            <a:br>
              <a:rPr lang="en-US" dirty="0"/>
            </a:br>
            <a:r>
              <a:rPr lang="en-US" dirty="0"/>
              <a:t>important part of requirements </a:t>
            </a:r>
            <a:br>
              <a:rPr lang="en-US" dirty="0"/>
            </a:br>
            <a:r>
              <a:rPr lang="en-US" dirty="0"/>
              <a:t>development.</a:t>
            </a:r>
          </a:p>
        </p:txBody>
      </p:sp>
      <p:pic>
        <p:nvPicPr>
          <p:cNvPr id="8" name="Picture 7"/>
          <p:cNvPicPr>
            <a:picLocks noChangeAspect="1"/>
          </p:cNvPicPr>
          <p:nvPr/>
        </p:nvPicPr>
        <p:blipFill>
          <a:blip r:embed="rId2"/>
          <a:stretch>
            <a:fillRect/>
          </a:stretch>
        </p:blipFill>
        <p:spPr>
          <a:xfrm>
            <a:off x="6043932" y="4378960"/>
            <a:ext cx="3001746" cy="1953577"/>
          </a:xfrm>
          <a:prstGeom prst="rect">
            <a:avLst/>
          </a:prstGeom>
        </p:spPr>
      </p:pic>
    </p:spTree>
    <p:extLst>
      <p:ext uri="{BB962C8B-B14F-4D97-AF65-F5344CB8AC3E}">
        <p14:creationId xmlns:p14="http://schemas.microsoft.com/office/powerpoint/2010/main" val="2766601263"/>
      </p:ext>
    </p:extLst>
  </p:cSld>
  <p:clrMapOvr>
    <a:masterClrMapping/>
  </p:clrMapOvr>
  <p:transition>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7743" y="222263"/>
            <a:ext cx="6811691" cy="840399"/>
          </a:xfrm>
        </p:spPr>
        <p:txBody>
          <a:bodyPr>
            <a:normAutofit/>
          </a:bodyPr>
          <a:lstStyle/>
          <a:p>
            <a:r>
              <a:rPr lang="en-US" sz="3200" dirty="0"/>
              <a:t>Who is the customer?</a:t>
            </a:r>
          </a:p>
        </p:txBody>
      </p:sp>
      <p:pic>
        <p:nvPicPr>
          <p:cNvPr id="4" name="Picture 3"/>
          <p:cNvPicPr>
            <a:picLocks noChangeAspect="1"/>
          </p:cNvPicPr>
          <p:nvPr/>
        </p:nvPicPr>
        <p:blipFill>
          <a:blip r:embed="rId2"/>
          <a:stretch>
            <a:fillRect/>
          </a:stretch>
        </p:blipFill>
        <p:spPr>
          <a:xfrm>
            <a:off x="1143000" y="1192191"/>
            <a:ext cx="7391400" cy="5076529"/>
          </a:xfrm>
          <a:prstGeom prst="rect">
            <a:avLst/>
          </a:prstGeom>
        </p:spPr>
      </p:pic>
      <p:sp>
        <p:nvSpPr>
          <p:cNvPr id="3" name="Footer Placeholder 2"/>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8</a:t>
            </a:fld>
            <a:endParaRPr lang="en-US" dirty="0"/>
          </a:p>
        </p:txBody>
      </p:sp>
    </p:spTree>
    <p:extLst>
      <p:ext uri="{BB962C8B-B14F-4D97-AF65-F5344CB8AC3E}">
        <p14:creationId xmlns:p14="http://schemas.microsoft.com/office/powerpoint/2010/main" val="1062948720"/>
      </p:ext>
    </p:extLst>
  </p:cSld>
  <p:clrMapOvr>
    <a:masterClrMapping/>
  </p:clrMapOvr>
  <p:transition>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7743" y="222263"/>
            <a:ext cx="6811691" cy="840399"/>
          </a:xfrm>
        </p:spPr>
        <p:txBody>
          <a:bodyPr>
            <a:normAutofit/>
          </a:bodyPr>
          <a:lstStyle/>
          <a:p>
            <a:r>
              <a:rPr lang="en-US" sz="3200" dirty="0"/>
              <a:t>Who is the customer?</a:t>
            </a:r>
          </a:p>
        </p:txBody>
      </p:sp>
      <p:sp>
        <p:nvSpPr>
          <p:cNvPr id="3" name="Footer Placeholder 2"/>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9</a:t>
            </a:fld>
            <a:endParaRPr lang="en-US" dirty="0"/>
          </a:p>
        </p:txBody>
      </p:sp>
      <p:sp>
        <p:nvSpPr>
          <p:cNvPr id="6" name="Content Placeholder 2"/>
          <p:cNvSpPr>
            <a:spLocks noGrp="1"/>
          </p:cNvSpPr>
          <p:nvPr>
            <p:ph idx="1"/>
          </p:nvPr>
        </p:nvSpPr>
        <p:spPr>
          <a:xfrm>
            <a:off x="108155" y="1160205"/>
            <a:ext cx="8937522" cy="5180269"/>
          </a:xfrm>
        </p:spPr>
        <p:txBody>
          <a:bodyPr>
            <a:normAutofit/>
          </a:bodyPr>
          <a:lstStyle/>
          <a:p>
            <a:pPr algn="just"/>
            <a:r>
              <a:rPr lang="en-US" dirty="0"/>
              <a:t>Customers is a </a:t>
            </a:r>
            <a:r>
              <a:rPr lang="en-US" dirty="0">
                <a:solidFill>
                  <a:srgbClr val="C00000"/>
                </a:solidFill>
              </a:rPr>
              <a:t>subset of stakeholders</a:t>
            </a:r>
            <a:r>
              <a:rPr lang="en-US" dirty="0"/>
              <a:t>. A </a:t>
            </a:r>
            <a:r>
              <a:rPr lang="en-US" i="1" dirty="0">
                <a:solidFill>
                  <a:srgbClr val="003399"/>
                </a:solidFill>
              </a:rPr>
              <a:t>customer</a:t>
            </a:r>
            <a:r>
              <a:rPr lang="en-US" i="1" dirty="0"/>
              <a:t> </a:t>
            </a:r>
            <a:r>
              <a:rPr lang="en-US" dirty="0"/>
              <a:t>is an individual or organization that derives either direct or indirect benefit from a product.</a:t>
            </a:r>
          </a:p>
          <a:p>
            <a:pPr algn="just"/>
            <a:r>
              <a:rPr lang="en-US" i="1" dirty="0">
                <a:solidFill>
                  <a:srgbClr val="003399"/>
                </a:solidFill>
              </a:rPr>
              <a:t>Software customers</a:t>
            </a:r>
            <a:r>
              <a:rPr lang="en-US" dirty="0">
                <a:solidFill>
                  <a:srgbClr val="003399"/>
                </a:solidFill>
              </a:rPr>
              <a:t> </a:t>
            </a:r>
            <a:r>
              <a:rPr lang="en-US" dirty="0"/>
              <a:t>could request, pay for, select, specify, use, or receive the output generated by a software product.</a:t>
            </a:r>
          </a:p>
          <a:p>
            <a:r>
              <a:rPr lang="en-US" i="1" dirty="0"/>
              <a:t>Some stakeholders</a:t>
            </a:r>
            <a:r>
              <a:rPr lang="en-US" dirty="0"/>
              <a:t> are not </a:t>
            </a:r>
            <a:r>
              <a:rPr lang="en-US" i="1" dirty="0"/>
              <a:t>customers, </a:t>
            </a:r>
            <a:r>
              <a:rPr lang="en-US" dirty="0"/>
              <a:t>such as legal staff, compliance auditors, suppliers,</a:t>
            </a:r>
            <a:br>
              <a:rPr lang="en-US" dirty="0"/>
            </a:br>
            <a:r>
              <a:rPr lang="en-US" dirty="0"/>
              <a:t>contractors,…</a:t>
            </a:r>
            <a:endParaRPr lang="en-US" i="1" dirty="0"/>
          </a:p>
        </p:txBody>
      </p:sp>
      <p:pic>
        <p:nvPicPr>
          <p:cNvPr id="7" name="Picture 6"/>
          <p:cNvPicPr>
            <a:picLocks noChangeAspect="1"/>
          </p:cNvPicPr>
          <p:nvPr/>
        </p:nvPicPr>
        <p:blipFill>
          <a:blip r:embed="rId3"/>
          <a:stretch>
            <a:fillRect/>
          </a:stretch>
        </p:blipFill>
        <p:spPr>
          <a:xfrm>
            <a:off x="5262880" y="4593587"/>
            <a:ext cx="3736554" cy="1718630"/>
          </a:xfrm>
          <a:prstGeom prst="rect">
            <a:avLst/>
          </a:prstGeom>
        </p:spPr>
      </p:pic>
    </p:spTree>
    <p:extLst>
      <p:ext uri="{BB962C8B-B14F-4D97-AF65-F5344CB8AC3E}">
        <p14:creationId xmlns:p14="http://schemas.microsoft.com/office/powerpoint/2010/main" val="2987709452"/>
      </p:ext>
    </p:extLst>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7743" y="222263"/>
            <a:ext cx="6811691" cy="840399"/>
          </a:xfrm>
        </p:spPr>
        <p:txBody>
          <a:bodyPr>
            <a:normAutofit/>
          </a:bodyPr>
          <a:lstStyle/>
          <a:p>
            <a:r>
              <a:rPr lang="en-US" sz="3200" dirty="0"/>
              <a:t>Who is the customer?</a:t>
            </a:r>
          </a:p>
        </p:txBody>
      </p:sp>
      <p:sp>
        <p:nvSpPr>
          <p:cNvPr id="3" name="Footer Placeholder 2"/>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10</a:t>
            </a:fld>
            <a:endParaRPr lang="en-US" dirty="0"/>
          </a:p>
        </p:txBody>
      </p:sp>
      <p:sp>
        <p:nvSpPr>
          <p:cNvPr id="6" name="Content Placeholder 2"/>
          <p:cNvSpPr>
            <a:spLocks noGrp="1"/>
          </p:cNvSpPr>
          <p:nvPr>
            <p:ph idx="1"/>
          </p:nvPr>
        </p:nvSpPr>
        <p:spPr>
          <a:xfrm>
            <a:off x="108155" y="1160205"/>
            <a:ext cx="8937522" cy="5180269"/>
          </a:xfrm>
        </p:spPr>
        <p:txBody>
          <a:bodyPr>
            <a:normAutofit/>
          </a:bodyPr>
          <a:lstStyle/>
          <a:p>
            <a:pPr algn="just">
              <a:spcBef>
                <a:spcPts val="0"/>
              </a:spcBef>
            </a:pPr>
            <a:r>
              <a:rPr lang="en-US" dirty="0"/>
              <a:t>User requirements should come from people who will actually use the product, either directly or indirectly.</a:t>
            </a:r>
          </a:p>
          <a:p>
            <a:pPr algn="just">
              <a:spcBef>
                <a:spcPts val="0"/>
              </a:spcBef>
            </a:pPr>
            <a:r>
              <a:rPr lang="en-US" dirty="0"/>
              <a:t>These users </a:t>
            </a:r>
            <a:r>
              <a:rPr lang="en-US" i="1" dirty="0"/>
              <a:t>(often called </a:t>
            </a:r>
            <a:r>
              <a:rPr lang="en-US" i="1" dirty="0">
                <a:solidFill>
                  <a:srgbClr val="003399"/>
                </a:solidFill>
              </a:rPr>
              <a:t>end users</a:t>
            </a:r>
            <a:r>
              <a:rPr lang="en-US" i="1" dirty="0"/>
              <a:t>) </a:t>
            </a:r>
            <a:r>
              <a:rPr lang="en-US" dirty="0"/>
              <a:t>are a </a:t>
            </a:r>
            <a:r>
              <a:rPr lang="en-US" i="1" dirty="0">
                <a:solidFill>
                  <a:srgbClr val="C00000"/>
                </a:solidFill>
              </a:rPr>
              <a:t>subset of customers</a:t>
            </a:r>
            <a:r>
              <a:rPr lang="en-US" i="1" dirty="0"/>
              <a:t>.</a:t>
            </a:r>
            <a:endParaRPr lang="en-US" dirty="0"/>
          </a:p>
          <a:p>
            <a:pPr algn="just">
              <a:spcBef>
                <a:spcPts val="0"/>
              </a:spcBef>
            </a:pPr>
            <a:r>
              <a:rPr lang="en-US" dirty="0"/>
              <a:t>Direct users will operate the product hand-on. Indirect users might receive outputs from system without touching it themselves, such as warehouse manager.</a:t>
            </a:r>
          </a:p>
        </p:txBody>
      </p:sp>
      <p:pic>
        <p:nvPicPr>
          <p:cNvPr id="7" name="Picture 6"/>
          <p:cNvPicPr>
            <a:picLocks noChangeAspect="1"/>
          </p:cNvPicPr>
          <p:nvPr/>
        </p:nvPicPr>
        <p:blipFill>
          <a:blip r:embed="rId2"/>
          <a:stretch>
            <a:fillRect/>
          </a:stretch>
        </p:blipFill>
        <p:spPr>
          <a:xfrm>
            <a:off x="5262880" y="4593587"/>
            <a:ext cx="3736554" cy="1718630"/>
          </a:xfrm>
          <a:prstGeom prst="rect">
            <a:avLst/>
          </a:prstGeom>
        </p:spPr>
      </p:pic>
    </p:spTree>
    <p:extLst>
      <p:ext uri="{BB962C8B-B14F-4D97-AF65-F5344CB8AC3E}">
        <p14:creationId xmlns:p14="http://schemas.microsoft.com/office/powerpoint/2010/main" val="1653012168"/>
      </p:ext>
    </p:extLst>
  </p:cSld>
  <p:clrMapOvr>
    <a:masterClrMapping/>
  </p:clrMapOvr>
  <p:transition>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9400" y="27105"/>
            <a:ext cx="6324600" cy="1022857"/>
          </a:xfrm>
        </p:spPr>
        <p:txBody>
          <a:bodyPr>
            <a:noAutofit/>
          </a:bodyPr>
          <a:lstStyle/>
          <a:p>
            <a:r>
              <a:rPr lang="en-US" sz="3200" dirty="0"/>
              <a:t>The customer-development partnership</a:t>
            </a:r>
          </a:p>
        </p:txBody>
      </p:sp>
      <p:sp>
        <p:nvSpPr>
          <p:cNvPr id="4" name="Footer Placeholder 3"/>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11</a:t>
            </a:fld>
            <a:endParaRPr lang="en-US" dirty="0"/>
          </a:p>
        </p:txBody>
      </p:sp>
      <p:sp>
        <p:nvSpPr>
          <p:cNvPr id="6" name="Content Placeholder 5"/>
          <p:cNvSpPr>
            <a:spLocks noGrp="1"/>
          </p:cNvSpPr>
          <p:nvPr>
            <p:ph idx="1"/>
          </p:nvPr>
        </p:nvSpPr>
        <p:spPr>
          <a:xfrm>
            <a:off x="228600" y="1142999"/>
            <a:ext cx="8686800" cy="5197475"/>
          </a:xfrm>
        </p:spPr>
        <p:txBody>
          <a:bodyPr/>
          <a:lstStyle/>
          <a:p>
            <a:pPr algn="just"/>
            <a:r>
              <a:rPr lang="en-US" dirty="0"/>
              <a:t>An excellent SW product result from </a:t>
            </a:r>
            <a:r>
              <a:rPr lang="en-US" sz="2000" dirty="0"/>
              <a:t>(</a:t>
            </a:r>
            <a:r>
              <a:rPr lang="en-US" sz="2000" dirty="0" err="1"/>
              <a:t>có</a:t>
            </a:r>
            <a:r>
              <a:rPr lang="en-US" sz="2000" dirty="0"/>
              <a:t> </a:t>
            </a:r>
            <a:r>
              <a:rPr lang="en-US" sz="2000" dirty="0" err="1"/>
              <a:t>được</a:t>
            </a:r>
            <a:r>
              <a:rPr lang="en-US" sz="2000" dirty="0"/>
              <a:t> </a:t>
            </a:r>
            <a:r>
              <a:rPr lang="en-US" sz="2000" dirty="0" err="1"/>
              <a:t>từ</a:t>
            </a:r>
            <a:r>
              <a:rPr lang="en-US" sz="2000" dirty="0"/>
              <a:t>)</a:t>
            </a:r>
            <a:r>
              <a:rPr lang="en-US" dirty="0"/>
              <a:t> a well-executed design  based on excellent requirements. </a:t>
            </a:r>
          </a:p>
          <a:p>
            <a:pPr algn="just"/>
            <a:r>
              <a:rPr lang="en-US" dirty="0"/>
              <a:t>Excellent requirements result from effective collaboration between developers and customers (in particular, actual users) – a partnership.</a:t>
            </a:r>
          </a:p>
          <a:p>
            <a:pPr algn="just"/>
            <a:r>
              <a:rPr lang="en-US" dirty="0"/>
              <a:t>A collaborative effort can work only when all parties involved know what they need to be successful and when they understand and respect what their collaborators need to be successful.</a:t>
            </a:r>
          </a:p>
          <a:p>
            <a:pPr algn="just"/>
            <a:r>
              <a:rPr lang="en-US" dirty="0"/>
              <a:t>Next slides show you the Rights and Responsibilities for SW customers.</a:t>
            </a:r>
          </a:p>
        </p:txBody>
      </p:sp>
    </p:spTree>
    <p:extLst>
      <p:ext uri="{BB962C8B-B14F-4D97-AF65-F5344CB8AC3E}">
        <p14:creationId xmlns:p14="http://schemas.microsoft.com/office/powerpoint/2010/main" val="1087304537"/>
      </p:ext>
    </p:extLst>
  </p:cSld>
  <p:clrMapOvr>
    <a:masterClrMapping/>
  </p:clrMapOvr>
  <p:transition>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 y="1062662"/>
            <a:ext cx="8808720" cy="5293688"/>
          </a:xfrm>
        </p:spPr>
        <p:txBody>
          <a:bodyPr>
            <a:normAutofit/>
          </a:bodyPr>
          <a:lstStyle/>
          <a:p>
            <a:pPr marL="0" indent="0">
              <a:buNone/>
            </a:pPr>
            <a:r>
              <a:rPr lang="en-US" b="1" dirty="0">
                <a:solidFill>
                  <a:srgbClr val="003399"/>
                </a:solidFill>
              </a:rPr>
              <a:t>Customers have the right to:</a:t>
            </a:r>
          </a:p>
          <a:p>
            <a:pPr lvl="1" indent="-342900">
              <a:buFont typeface="+mj-lt"/>
              <a:buAutoNum type="arabicPeriod"/>
            </a:pPr>
            <a:r>
              <a:rPr lang="en-US" sz="2000" dirty="0"/>
              <a:t>Expect BAs to speak your language. </a:t>
            </a:r>
          </a:p>
          <a:p>
            <a:pPr lvl="1" indent="-342900">
              <a:buFont typeface="+mj-lt"/>
              <a:buAutoNum type="arabicPeriod"/>
            </a:pPr>
            <a:r>
              <a:rPr lang="en-US" sz="2000" dirty="0"/>
              <a:t>Expect BAs to learn about your business and your objectives. </a:t>
            </a:r>
          </a:p>
          <a:p>
            <a:pPr lvl="1" indent="-342900">
              <a:buFont typeface="+mj-lt"/>
              <a:buAutoNum type="arabicPeriod"/>
            </a:pPr>
            <a:r>
              <a:rPr lang="en-US" sz="2000" dirty="0"/>
              <a:t>Expect BAs to record requirements in an appropriate form.  </a:t>
            </a:r>
          </a:p>
          <a:p>
            <a:pPr lvl="1" indent="-342900">
              <a:buFont typeface="+mj-lt"/>
              <a:buAutoNum type="arabicPeriod"/>
            </a:pPr>
            <a:r>
              <a:rPr lang="en-US" sz="2000" dirty="0"/>
              <a:t>Receive explanations of requirements practices and deliverables. </a:t>
            </a:r>
          </a:p>
          <a:p>
            <a:pPr lvl="1" indent="-342900">
              <a:buFont typeface="+mj-lt"/>
              <a:buAutoNum type="arabicPeriod"/>
            </a:pPr>
            <a:r>
              <a:rPr lang="en-US" sz="2000" dirty="0"/>
              <a:t>Change your requirements.</a:t>
            </a:r>
          </a:p>
          <a:p>
            <a:pPr lvl="1" indent="-342900">
              <a:buFont typeface="+mj-lt"/>
              <a:buAutoNum type="arabicPeriod"/>
            </a:pPr>
            <a:r>
              <a:rPr lang="en-US" sz="2000" dirty="0"/>
              <a:t>Expect an environment of mutual respect. </a:t>
            </a:r>
          </a:p>
          <a:p>
            <a:pPr lvl="1" indent="-342900">
              <a:buFont typeface="+mj-lt"/>
              <a:buAutoNum type="arabicPeriod"/>
            </a:pPr>
            <a:r>
              <a:rPr lang="en-US" sz="2000" dirty="0"/>
              <a:t>Hear ideas and alternatives for your requirements and for their solution.  </a:t>
            </a:r>
          </a:p>
          <a:p>
            <a:pPr lvl="1" indent="-342900">
              <a:buFont typeface="+mj-lt"/>
              <a:buAutoNum type="arabicPeriod"/>
            </a:pPr>
            <a:r>
              <a:rPr lang="en-US" sz="2000" dirty="0"/>
              <a:t>Describe characteristics that will make the product easy to use.  </a:t>
            </a:r>
          </a:p>
          <a:p>
            <a:pPr lvl="1" indent="-342900">
              <a:buFont typeface="+mj-lt"/>
              <a:buAutoNum type="arabicPeriod"/>
            </a:pPr>
            <a:r>
              <a:rPr lang="en-US" sz="2000" dirty="0"/>
              <a:t>Hear about ways to adjust requirements to accelerate development through reuse.</a:t>
            </a:r>
          </a:p>
          <a:p>
            <a:pPr lvl="1" indent="-342900">
              <a:buFont typeface="+mj-lt"/>
              <a:buAutoNum type="arabicPeriod"/>
            </a:pPr>
            <a:r>
              <a:rPr lang="en-US" sz="2000" dirty="0"/>
              <a:t>Receive a system that meets your functional needs and quality  expectations.</a:t>
            </a:r>
          </a:p>
        </p:txBody>
      </p:sp>
      <p:sp>
        <p:nvSpPr>
          <p:cNvPr id="2" name="Title 1"/>
          <p:cNvSpPr>
            <a:spLocks noGrp="1"/>
          </p:cNvSpPr>
          <p:nvPr>
            <p:ph type="title"/>
          </p:nvPr>
        </p:nvSpPr>
        <p:spPr>
          <a:xfrm>
            <a:off x="2819400" y="27105"/>
            <a:ext cx="6324600" cy="1022857"/>
          </a:xfrm>
        </p:spPr>
        <p:txBody>
          <a:bodyPr>
            <a:noAutofit/>
          </a:bodyPr>
          <a:lstStyle/>
          <a:p>
            <a:r>
              <a:rPr lang="en-US" sz="3200" dirty="0"/>
              <a:t>The customer-development partnership</a:t>
            </a:r>
          </a:p>
        </p:txBody>
      </p:sp>
      <p:sp>
        <p:nvSpPr>
          <p:cNvPr id="4" name="Footer Placeholder 3"/>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12</a:t>
            </a:fld>
            <a:endParaRPr lang="en-US" dirty="0"/>
          </a:p>
        </p:txBody>
      </p:sp>
    </p:spTree>
    <p:extLst>
      <p:ext uri="{BB962C8B-B14F-4D97-AF65-F5344CB8AC3E}">
        <p14:creationId xmlns:p14="http://schemas.microsoft.com/office/powerpoint/2010/main" val="3329210926"/>
      </p:ext>
    </p:extLst>
  </p:cSld>
  <p:clrMapOvr>
    <a:masterClrMapping/>
  </p:clrMapOvr>
  <p:transition>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4960" y="1062662"/>
            <a:ext cx="8636000" cy="5325438"/>
          </a:xfrm>
        </p:spPr>
        <p:txBody>
          <a:bodyPr>
            <a:normAutofit fontScale="92500"/>
          </a:bodyPr>
          <a:lstStyle/>
          <a:p>
            <a:pPr marL="0" indent="0">
              <a:buNone/>
            </a:pPr>
            <a:r>
              <a:rPr lang="en-US" b="1" dirty="0">
                <a:solidFill>
                  <a:srgbClr val="003399"/>
                </a:solidFill>
              </a:rPr>
              <a:t>Customers have the responsibility to</a:t>
            </a:r>
            <a:r>
              <a:rPr lang="en-US" dirty="0">
                <a:solidFill>
                  <a:srgbClr val="003399"/>
                </a:solidFill>
              </a:rPr>
              <a:t>:</a:t>
            </a:r>
          </a:p>
          <a:p>
            <a:pPr lvl="1" indent="-342900">
              <a:buAutoNum type="arabicPeriod"/>
            </a:pPr>
            <a:r>
              <a:rPr lang="en-US" dirty="0"/>
              <a:t>Educate BAs and developers about your business.</a:t>
            </a:r>
          </a:p>
          <a:p>
            <a:pPr lvl="1" indent="-342900">
              <a:buAutoNum type="arabicPeriod"/>
            </a:pPr>
            <a:r>
              <a:rPr lang="en-US" dirty="0"/>
              <a:t>Dedicate the time that it takes to provide and clarify requirements. </a:t>
            </a:r>
          </a:p>
          <a:p>
            <a:pPr lvl="1" indent="-342900">
              <a:buAutoNum type="arabicPeriod"/>
            </a:pPr>
            <a:r>
              <a:rPr lang="en-US" dirty="0"/>
              <a:t>Be specific and precise when providing input about requirements. </a:t>
            </a:r>
          </a:p>
          <a:p>
            <a:pPr lvl="1" indent="-342900">
              <a:buAutoNum type="arabicPeriod"/>
            </a:pPr>
            <a:r>
              <a:rPr lang="en-US" dirty="0"/>
              <a:t>Make timely decisions about requirements when asked.</a:t>
            </a:r>
          </a:p>
          <a:p>
            <a:pPr lvl="1" indent="-342900">
              <a:buAutoNum type="arabicPeriod"/>
            </a:pPr>
            <a:r>
              <a:rPr lang="en-US" dirty="0"/>
              <a:t>Respect a developer’s assessment of the cost and feasibility of requirements. </a:t>
            </a:r>
          </a:p>
          <a:p>
            <a:pPr lvl="1" indent="-342900">
              <a:buAutoNum type="arabicPeriod"/>
            </a:pPr>
            <a:r>
              <a:rPr lang="en-US" dirty="0"/>
              <a:t>Set realistic requirement priorities in collaboration with developers.  </a:t>
            </a:r>
          </a:p>
          <a:p>
            <a:pPr lvl="1" indent="-342900">
              <a:buAutoNum type="arabicPeriod"/>
            </a:pPr>
            <a:r>
              <a:rPr lang="en-US" dirty="0"/>
              <a:t>Review requirements and evaluate prototypes. </a:t>
            </a:r>
          </a:p>
          <a:p>
            <a:pPr lvl="1" indent="-342900">
              <a:buAutoNum type="arabicPeriod"/>
            </a:pPr>
            <a:r>
              <a:rPr lang="en-US" dirty="0"/>
              <a:t>Establish acceptance criteria. </a:t>
            </a:r>
          </a:p>
          <a:p>
            <a:pPr lvl="1" indent="-342900">
              <a:buAutoNum type="arabicPeriod"/>
            </a:pPr>
            <a:r>
              <a:rPr lang="en-US" dirty="0"/>
              <a:t>Promptly communicate changes to the requirements. </a:t>
            </a:r>
          </a:p>
          <a:p>
            <a:pPr lvl="1" indent="-342900">
              <a:buAutoNum type="arabicPeriod"/>
            </a:pPr>
            <a:r>
              <a:rPr lang="en-US" dirty="0"/>
              <a:t>Respect the requirements development process</a:t>
            </a:r>
          </a:p>
        </p:txBody>
      </p:sp>
      <p:sp>
        <p:nvSpPr>
          <p:cNvPr id="2" name="Title 1"/>
          <p:cNvSpPr>
            <a:spLocks noGrp="1"/>
          </p:cNvSpPr>
          <p:nvPr>
            <p:ph type="title"/>
          </p:nvPr>
        </p:nvSpPr>
        <p:spPr/>
        <p:txBody>
          <a:bodyPr>
            <a:noAutofit/>
          </a:bodyPr>
          <a:lstStyle/>
          <a:p>
            <a:r>
              <a:rPr lang="en-US" sz="3200" dirty="0"/>
              <a:t>The customer-development partnership</a:t>
            </a:r>
          </a:p>
        </p:txBody>
      </p:sp>
      <p:sp>
        <p:nvSpPr>
          <p:cNvPr id="4" name="Footer Placeholder 3"/>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13</a:t>
            </a:fld>
            <a:endParaRPr lang="en-US" dirty="0"/>
          </a:p>
        </p:txBody>
      </p:sp>
    </p:spTree>
    <p:extLst>
      <p:ext uri="{BB962C8B-B14F-4D97-AF65-F5344CB8AC3E}">
        <p14:creationId xmlns:p14="http://schemas.microsoft.com/office/powerpoint/2010/main" val="115240576"/>
      </p:ext>
    </p:extLst>
  </p:cSld>
  <p:clrMapOvr>
    <a:masterClrMapping/>
  </p:clrMapOvr>
  <p:transition>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a:t>During the project management, you might need to resolve some conflict, accept (or reject) a proposed change, or approve a set of requirements for a specific release. </a:t>
            </a:r>
          </a:p>
          <a:p>
            <a:pPr algn="just"/>
            <a:r>
              <a:rPr lang="en-US" dirty="0"/>
              <a:t>Early in your project, determine who the requirements decision makers will be and how they will make decisions. </a:t>
            </a:r>
          </a:p>
          <a:p>
            <a:pPr algn="just"/>
            <a:r>
              <a:rPr lang="en-US" dirty="0"/>
              <a:t>The decision-making group needs to identify its </a:t>
            </a:r>
            <a:r>
              <a:rPr lang="en-US" i="1" dirty="0">
                <a:solidFill>
                  <a:srgbClr val="003399"/>
                </a:solidFill>
              </a:rPr>
              <a:t>decision leader</a:t>
            </a:r>
            <a:r>
              <a:rPr lang="en-US" dirty="0"/>
              <a:t> and to select a </a:t>
            </a:r>
            <a:r>
              <a:rPr lang="en-US" i="1" dirty="0">
                <a:solidFill>
                  <a:srgbClr val="003399"/>
                </a:solidFill>
              </a:rPr>
              <a:t>decision rule</a:t>
            </a:r>
            <a:r>
              <a:rPr lang="en-US" i="1" dirty="0"/>
              <a:t>,</a:t>
            </a:r>
            <a:r>
              <a:rPr lang="en-US" dirty="0"/>
              <a:t> which describes how they will arrive at their decisions.</a:t>
            </a:r>
          </a:p>
        </p:txBody>
      </p:sp>
      <p:sp>
        <p:nvSpPr>
          <p:cNvPr id="2" name="Title 1"/>
          <p:cNvSpPr>
            <a:spLocks noGrp="1"/>
          </p:cNvSpPr>
          <p:nvPr>
            <p:ph type="title"/>
          </p:nvPr>
        </p:nvSpPr>
        <p:spPr>
          <a:xfrm>
            <a:off x="2529840" y="4763"/>
            <a:ext cx="6614160" cy="1054100"/>
          </a:xfrm>
        </p:spPr>
        <p:txBody>
          <a:bodyPr/>
          <a:lstStyle/>
          <a:p>
            <a:r>
              <a:rPr lang="en-US" sz="3200" dirty="0"/>
              <a:t>Identifying decision makers</a:t>
            </a:r>
          </a:p>
        </p:txBody>
      </p:sp>
      <p:sp>
        <p:nvSpPr>
          <p:cNvPr id="4" name="Footer Placeholder 3"/>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14</a:t>
            </a:fld>
            <a:endParaRPr lang="en-US" dirty="0"/>
          </a:p>
        </p:txBody>
      </p:sp>
    </p:spTree>
    <p:extLst>
      <p:ext uri="{BB962C8B-B14F-4D97-AF65-F5344CB8AC3E}">
        <p14:creationId xmlns:p14="http://schemas.microsoft.com/office/powerpoint/2010/main" val="3969300694"/>
      </p:ext>
    </p:extLst>
  </p:cSld>
  <p:clrMapOvr>
    <a:masterClrMapping/>
  </p:clrMapOvr>
  <p:transition>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02360"/>
            <a:ext cx="8686800" cy="5308600"/>
          </a:xfrm>
        </p:spPr>
        <p:txBody>
          <a:bodyPr/>
          <a:lstStyle/>
          <a:p>
            <a:pPr algn="just">
              <a:spcBef>
                <a:spcPts val="0"/>
              </a:spcBef>
            </a:pPr>
            <a:r>
              <a:rPr lang="en-US" dirty="0"/>
              <a:t>There are numerous decision rules to choose from, including the following:</a:t>
            </a:r>
          </a:p>
          <a:p>
            <a:pPr lvl="1" algn="just">
              <a:spcBef>
                <a:spcPts val="0"/>
              </a:spcBef>
            </a:pPr>
            <a:r>
              <a:rPr lang="en-US" dirty="0"/>
              <a:t>The decision leader makes the choice, either with or without discussion with others.</a:t>
            </a:r>
          </a:p>
          <a:p>
            <a:pPr lvl="1" algn="just">
              <a:spcBef>
                <a:spcPts val="0"/>
              </a:spcBef>
            </a:pPr>
            <a:r>
              <a:rPr lang="en-US" dirty="0"/>
              <a:t>The group votes and the majority rules.</a:t>
            </a:r>
          </a:p>
          <a:p>
            <a:pPr lvl="1" algn="just">
              <a:spcBef>
                <a:spcPts val="0"/>
              </a:spcBef>
            </a:pPr>
            <a:r>
              <a:rPr lang="en-US" dirty="0"/>
              <a:t>The group votes, but the result must be unanimous </a:t>
            </a:r>
            <a:r>
              <a:rPr lang="en-US" sz="1800" dirty="0"/>
              <a:t>(</a:t>
            </a:r>
            <a:r>
              <a:rPr lang="en-US" sz="1800" dirty="0" err="1"/>
              <a:t>nhất</a:t>
            </a:r>
            <a:r>
              <a:rPr lang="en-US" sz="1800" dirty="0"/>
              <a:t> </a:t>
            </a:r>
            <a:r>
              <a:rPr lang="en-US" sz="1800" dirty="0" err="1"/>
              <a:t>trí</a:t>
            </a:r>
            <a:r>
              <a:rPr lang="en-US" sz="1800" dirty="0"/>
              <a:t>)</a:t>
            </a:r>
            <a:r>
              <a:rPr lang="en-US" dirty="0"/>
              <a:t> to approve the decision.</a:t>
            </a:r>
          </a:p>
          <a:p>
            <a:pPr lvl="1" algn="just">
              <a:spcBef>
                <a:spcPts val="0"/>
              </a:spcBef>
            </a:pPr>
            <a:r>
              <a:rPr lang="en-US" dirty="0"/>
              <a:t>The group discusses and negotiates to reach the consensus. Everyone can live with the decision and commits to supporting it.</a:t>
            </a:r>
          </a:p>
          <a:p>
            <a:pPr lvl="1" algn="just">
              <a:spcBef>
                <a:spcPts val="0"/>
              </a:spcBef>
            </a:pPr>
            <a:r>
              <a:rPr lang="en-US" dirty="0"/>
              <a:t>The decision leader delegates authority for making the decision to one another individual.</a:t>
            </a:r>
          </a:p>
          <a:p>
            <a:pPr lvl="1" algn="just">
              <a:spcBef>
                <a:spcPts val="0"/>
              </a:spcBef>
            </a:pPr>
            <a:r>
              <a:rPr lang="en-US" dirty="0"/>
              <a:t>The group reaches a decision, but some individual has veto </a:t>
            </a:r>
            <a:r>
              <a:rPr lang="en-US" sz="1800" dirty="0"/>
              <a:t>(</a:t>
            </a:r>
            <a:r>
              <a:rPr lang="en-US" sz="1800" dirty="0" err="1"/>
              <a:t>phủ</a:t>
            </a:r>
            <a:r>
              <a:rPr lang="en-US" sz="1800" dirty="0"/>
              <a:t> </a:t>
            </a:r>
            <a:r>
              <a:rPr lang="en-US" sz="1800" dirty="0" err="1"/>
              <a:t>quyết</a:t>
            </a:r>
            <a:r>
              <a:rPr lang="en-US" sz="1800" dirty="0"/>
              <a:t>)</a:t>
            </a:r>
            <a:r>
              <a:rPr lang="en-US" dirty="0"/>
              <a:t> authority over that decision.</a:t>
            </a:r>
          </a:p>
          <a:p>
            <a:pPr lvl="1" algn="just">
              <a:spcBef>
                <a:spcPts val="0"/>
              </a:spcBef>
            </a:pPr>
            <a:endParaRPr lang="en-US" dirty="0"/>
          </a:p>
        </p:txBody>
      </p:sp>
      <p:sp>
        <p:nvSpPr>
          <p:cNvPr id="2" name="Title 1"/>
          <p:cNvSpPr>
            <a:spLocks noGrp="1"/>
          </p:cNvSpPr>
          <p:nvPr>
            <p:ph type="title"/>
          </p:nvPr>
        </p:nvSpPr>
        <p:spPr>
          <a:xfrm>
            <a:off x="2529840" y="4763"/>
            <a:ext cx="6614160" cy="1054100"/>
          </a:xfrm>
        </p:spPr>
        <p:txBody>
          <a:bodyPr/>
          <a:lstStyle/>
          <a:p>
            <a:r>
              <a:rPr lang="en-US" sz="3200" dirty="0"/>
              <a:t>Identifying decision makers</a:t>
            </a:r>
          </a:p>
        </p:txBody>
      </p:sp>
      <p:sp>
        <p:nvSpPr>
          <p:cNvPr id="4" name="Footer Placeholder 3"/>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15</a:t>
            </a:fld>
            <a:endParaRPr lang="en-US" dirty="0"/>
          </a:p>
        </p:txBody>
      </p:sp>
    </p:spTree>
    <p:extLst>
      <p:ext uri="{BB962C8B-B14F-4D97-AF65-F5344CB8AC3E}">
        <p14:creationId xmlns:p14="http://schemas.microsoft.com/office/powerpoint/2010/main" val="107138009"/>
      </p:ext>
    </p:extLst>
  </p:cSld>
  <p:clrMapOvr>
    <a:masterClrMapping/>
  </p:clrMapOvr>
  <p:transition>
    <p:split orient="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3840" y="1052161"/>
            <a:ext cx="8778240" cy="5288314"/>
          </a:xfrm>
        </p:spPr>
        <p:txBody>
          <a:bodyPr>
            <a:normAutofit/>
          </a:bodyPr>
          <a:lstStyle/>
          <a:p>
            <a:pPr algn="just">
              <a:spcBef>
                <a:spcPts val="0"/>
              </a:spcBef>
            </a:pPr>
            <a:r>
              <a:rPr lang="en-US" dirty="0"/>
              <a:t>Reaching agreement on the requirements for the project to be built is at the core of the customer-developer partnership. Multiple parties involve in this agreement:</a:t>
            </a:r>
          </a:p>
          <a:p>
            <a:pPr lvl="1" algn="just">
              <a:spcBef>
                <a:spcPts val="0"/>
              </a:spcBef>
            </a:pPr>
            <a:r>
              <a:rPr lang="en-US" dirty="0"/>
              <a:t>Customers agree that the requirements address their needs.</a:t>
            </a:r>
          </a:p>
          <a:p>
            <a:pPr lvl="1" algn="just">
              <a:spcBef>
                <a:spcPts val="0"/>
              </a:spcBef>
            </a:pPr>
            <a:r>
              <a:rPr lang="en-US" dirty="0"/>
              <a:t>Developers agree that they understand the requirements and that they are feasible.</a:t>
            </a:r>
          </a:p>
          <a:p>
            <a:pPr lvl="1" algn="just">
              <a:spcBef>
                <a:spcPts val="0"/>
              </a:spcBef>
            </a:pPr>
            <a:r>
              <a:rPr lang="en-US" dirty="0"/>
              <a:t>Testers agree that the requirements are verifiable. </a:t>
            </a:r>
          </a:p>
          <a:p>
            <a:pPr lvl="1" algn="just">
              <a:spcBef>
                <a:spcPts val="0"/>
              </a:spcBef>
            </a:pPr>
            <a:r>
              <a:rPr lang="en-US" dirty="0"/>
              <a:t>Management agrees that the requirements will achieve their business objectives.</a:t>
            </a:r>
          </a:p>
          <a:p>
            <a:pPr algn="just">
              <a:spcBef>
                <a:spcPts val="0"/>
              </a:spcBef>
            </a:pPr>
            <a:r>
              <a:rPr lang="en-US" dirty="0"/>
              <a:t>Many organizations use the act of “signing-off” (why not signing on?) on the requirements as the mark of stakeholder approval. All participants know exactly what sign-off means or problems could ensue </a:t>
            </a:r>
            <a:r>
              <a:rPr lang="en-US" sz="1800" dirty="0"/>
              <a:t>(</a:t>
            </a:r>
            <a:r>
              <a:rPr lang="en-US" sz="1800" dirty="0" err="1"/>
              <a:t>xảy</a:t>
            </a:r>
            <a:r>
              <a:rPr lang="en-US" sz="1800" dirty="0"/>
              <a:t> </a:t>
            </a:r>
            <a:r>
              <a:rPr lang="en-US" sz="1800" dirty="0" err="1"/>
              <a:t>ra</a:t>
            </a:r>
            <a:r>
              <a:rPr lang="en-US" sz="1800" dirty="0"/>
              <a:t> </a:t>
            </a:r>
            <a:r>
              <a:rPr lang="en-US" sz="1800" dirty="0" err="1"/>
              <a:t>sau</a:t>
            </a:r>
            <a:r>
              <a:rPr lang="en-US" sz="1800" dirty="0"/>
              <a:t> </a:t>
            </a:r>
            <a:r>
              <a:rPr lang="en-US" sz="1800" dirty="0" err="1"/>
              <a:t>đó</a:t>
            </a:r>
            <a:r>
              <a:rPr lang="en-US" sz="1800" dirty="0"/>
              <a:t>)</a:t>
            </a:r>
            <a:r>
              <a:rPr lang="en-US" dirty="0"/>
              <a:t>.</a:t>
            </a:r>
          </a:p>
        </p:txBody>
      </p:sp>
      <p:sp>
        <p:nvSpPr>
          <p:cNvPr id="2" name="Title 1"/>
          <p:cNvSpPr>
            <a:spLocks noGrp="1"/>
          </p:cNvSpPr>
          <p:nvPr>
            <p:ph type="title"/>
          </p:nvPr>
        </p:nvSpPr>
        <p:spPr>
          <a:xfrm>
            <a:off x="2651760" y="0"/>
            <a:ext cx="6482080" cy="1052161"/>
          </a:xfrm>
        </p:spPr>
        <p:txBody>
          <a:bodyPr>
            <a:noAutofit/>
          </a:bodyPr>
          <a:lstStyle/>
          <a:p>
            <a:r>
              <a:rPr lang="en-US" sz="3200" dirty="0"/>
              <a:t>Reaching agreement on requirements</a:t>
            </a:r>
          </a:p>
        </p:txBody>
      </p:sp>
      <p:sp>
        <p:nvSpPr>
          <p:cNvPr id="4" name="Footer Placeholder 3"/>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16</a:t>
            </a:fld>
            <a:endParaRPr lang="en-US" dirty="0"/>
          </a:p>
        </p:txBody>
      </p:sp>
    </p:spTree>
    <p:extLst>
      <p:ext uri="{BB962C8B-B14F-4D97-AF65-F5344CB8AC3E}">
        <p14:creationId xmlns:p14="http://schemas.microsoft.com/office/powerpoint/2010/main" val="3154567474"/>
      </p:ext>
    </p:extLst>
  </p:cSld>
  <p:clrMapOvr>
    <a:masterClrMapping/>
  </p:clrMapOvr>
  <p:transition>
    <p:split orient="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3840" y="1052161"/>
            <a:ext cx="8778240" cy="5288314"/>
          </a:xfrm>
        </p:spPr>
        <p:txBody>
          <a:bodyPr>
            <a:normAutofit lnSpcReduction="10000"/>
          </a:bodyPr>
          <a:lstStyle/>
          <a:p>
            <a:pPr algn="just">
              <a:spcBef>
                <a:spcPts val="0"/>
              </a:spcBef>
            </a:pPr>
            <a:r>
              <a:rPr lang="en-US" sz="2400" dirty="0"/>
              <a:t>A </a:t>
            </a:r>
            <a:r>
              <a:rPr lang="en-US" sz="2400" dirty="0">
                <a:solidFill>
                  <a:srgbClr val="003399"/>
                </a:solidFill>
              </a:rPr>
              <a:t>requirements baseline</a:t>
            </a:r>
            <a:r>
              <a:rPr lang="en-US" sz="2400" dirty="0"/>
              <a:t> is a set of requirements that has been reviewed and agreed upon and serves as the basis for further development.</a:t>
            </a:r>
          </a:p>
          <a:p>
            <a:pPr algn="just">
              <a:spcBef>
                <a:spcPts val="0"/>
              </a:spcBef>
            </a:pPr>
            <a:r>
              <a:rPr lang="en-US" sz="2400" dirty="0"/>
              <a:t>A meaningful baselining process gives all the major stakeholders confidence in the following ways:</a:t>
            </a:r>
          </a:p>
          <a:p>
            <a:pPr lvl="1" algn="just">
              <a:spcBef>
                <a:spcPts val="0"/>
              </a:spcBef>
            </a:pPr>
            <a:r>
              <a:rPr lang="en-US" sz="2000" dirty="0"/>
              <a:t>Customer management or marketing is confident that the project scope won’t be out of control because customers manage the scope change decision.</a:t>
            </a:r>
          </a:p>
          <a:p>
            <a:pPr lvl="1" algn="just">
              <a:spcBef>
                <a:spcPts val="0"/>
              </a:spcBef>
            </a:pPr>
            <a:r>
              <a:rPr lang="en-US" sz="2000" dirty="0"/>
              <a:t>Users are confident that the development team will work with them to deliver the right solution.</a:t>
            </a:r>
          </a:p>
          <a:p>
            <a:pPr lvl="1" algn="just">
              <a:spcBef>
                <a:spcPts val="0"/>
              </a:spcBef>
            </a:pPr>
            <a:r>
              <a:rPr lang="en-US" sz="2000" dirty="0"/>
              <a:t>Development management is confident because the development team has a biz partner who will keep the project focused on achieving its objectives and will work with development to balance schedule, cost, functionality and quality.</a:t>
            </a:r>
          </a:p>
          <a:p>
            <a:pPr lvl="1" algn="just">
              <a:spcBef>
                <a:spcPts val="0"/>
              </a:spcBef>
            </a:pPr>
            <a:r>
              <a:rPr lang="en-US" sz="2000" dirty="0"/>
              <a:t>BAs and PMs are confident that they can manage changes to the project.</a:t>
            </a:r>
          </a:p>
          <a:p>
            <a:pPr lvl="1" algn="just">
              <a:spcBef>
                <a:spcPts val="0"/>
              </a:spcBef>
            </a:pPr>
            <a:r>
              <a:rPr lang="en-US" sz="2000" dirty="0"/>
              <a:t>QA and test teams are confident to develop their test scripts and be fully prepared for their project activities.</a:t>
            </a:r>
          </a:p>
          <a:p>
            <a:pPr lvl="1" algn="just">
              <a:spcBef>
                <a:spcPts val="0"/>
              </a:spcBef>
            </a:pPr>
            <a:endParaRPr lang="en-US" sz="2000" dirty="0"/>
          </a:p>
        </p:txBody>
      </p:sp>
      <p:sp>
        <p:nvSpPr>
          <p:cNvPr id="2" name="Title 1"/>
          <p:cNvSpPr>
            <a:spLocks noGrp="1"/>
          </p:cNvSpPr>
          <p:nvPr>
            <p:ph type="title"/>
          </p:nvPr>
        </p:nvSpPr>
        <p:spPr>
          <a:xfrm>
            <a:off x="2651760" y="0"/>
            <a:ext cx="6482080" cy="1052161"/>
          </a:xfrm>
        </p:spPr>
        <p:txBody>
          <a:bodyPr>
            <a:noAutofit/>
          </a:bodyPr>
          <a:lstStyle/>
          <a:p>
            <a:r>
              <a:rPr lang="en-US" sz="3200" dirty="0"/>
              <a:t>The requirements baseline</a:t>
            </a:r>
          </a:p>
        </p:txBody>
      </p:sp>
      <p:sp>
        <p:nvSpPr>
          <p:cNvPr id="4" name="Footer Placeholder 3"/>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17</a:t>
            </a:fld>
            <a:endParaRPr lang="en-US" dirty="0"/>
          </a:p>
        </p:txBody>
      </p:sp>
    </p:spTree>
    <p:extLst>
      <p:ext uri="{BB962C8B-B14F-4D97-AF65-F5344CB8AC3E}">
        <p14:creationId xmlns:p14="http://schemas.microsoft.com/office/powerpoint/2010/main" val="3601638175"/>
      </p:ext>
    </p:extLst>
  </p:cSld>
  <p:clrMapOvr>
    <a:masterClrMapping/>
  </p:clrMapOvr>
  <p:transition>
    <p:split orient="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3840" y="1052161"/>
            <a:ext cx="8778240" cy="5288314"/>
          </a:xfrm>
        </p:spPr>
        <p:txBody>
          <a:bodyPr>
            <a:normAutofit fontScale="92500" lnSpcReduction="10000"/>
          </a:bodyPr>
          <a:lstStyle/>
          <a:p>
            <a:pPr algn="just">
              <a:spcBef>
                <a:spcPts val="0"/>
              </a:spcBef>
            </a:pPr>
            <a:r>
              <a:rPr lang="en-US" dirty="0"/>
              <a:t>It can hard to achieve sign-off from all the relevant stakeholders. Barriers include logistics, busy schedules, and people are reluctant to commit and be responsible for later. This contributes to the dreaded trap </a:t>
            </a:r>
            <a:r>
              <a:rPr lang="en-US" sz="1800" dirty="0"/>
              <a:t>(</a:t>
            </a:r>
            <a:r>
              <a:rPr lang="en-US" sz="1800" dirty="0" err="1"/>
              <a:t>bẫy</a:t>
            </a:r>
            <a:r>
              <a:rPr lang="en-US" sz="1800" dirty="0"/>
              <a:t> </a:t>
            </a:r>
            <a:r>
              <a:rPr lang="en-US" sz="1800" dirty="0" err="1"/>
              <a:t>khủng</a:t>
            </a:r>
            <a:r>
              <a:rPr lang="en-US" sz="1800" dirty="0"/>
              <a:t> </a:t>
            </a:r>
            <a:r>
              <a:rPr lang="en-US" sz="1800" dirty="0" err="1"/>
              <a:t>khiếp</a:t>
            </a:r>
            <a:r>
              <a:rPr lang="en-US" sz="1800" dirty="0"/>
              <a:t>)</a:t>
            </a:r>
            <a:r>
              <a:rPr lang="en-US" dirty="0"/>
              <a:t> of analysis paralysis </a:t>
            </a:r>
            <a:r>
              <a:rPr lang="en-US" sz="1800" dirty="0"/>
              <a:t>(</a:t>
            </a:r>
            <a:r>
              <a:rPr lang="en-US" sz="1800" dirty="0" err="1"/>
              <a:t>mất</a:t>
            </a:r>
            <a:r>
              <a:rPr lang="en-US" sz="1800" dirty="0"/>
              <a:t> </a:t>
            </a:r>
            <a:r>
              <a:rPr lang="en-US" sz="1800" dirty="0" err="1"/>
              <a:t>khả</a:t>
            </a:r>
            <a:r>
              <a:rPr lang="en-US" sz="1800" dirty="0"/>
              <a:t> </a:t>
            </a:r>
            <a:r>
              <a:rPr lang="en-US" sz="1800" dirty="0" err="1"/>
              <a:t>năng</a:t>
            </a:r>
            <a:r>
              <a:rPr lang="en-US" sz="1800" dirty="0"/>
              <a:t> </a:t>
            </a:r>
            <a:r>
              <a:rPr lang="en-US" sz="1800" dirty="0" err="1"/>
              <a:t>phân</a:t>
            </a:r>
            <a:r>
              <a:rPr lang="en-US" sz="1800" dirty="0"/>
              <a:t> </a:t>
            </a:r>
            <a:r>
              <a:rPr lang="en-US" sz="1800" dirty="0" err="1"/>
              <a:t>tích</a:t>
            </a:r>
            <a:r>
              <a:rPr lang="en-US" sz="1800" dirty="0"/>
              <a:t>)</a:t>
            </a:r>
            <a:r>
              <a:rPr lang="en-US" dirty="0"/>
              <a:t>.</a:t>
            </a:r>
          </a:p>
          <a:p>
            <a:pPr algn="just">
              <a:spcBef>
                <a:spcPts val="0"/>
              </a:spcBef>
            </a:pPr>
            <a:r>
              <a:rPr lang="en-US" i="1" dirty="0"/>
              <a:t>“if you don’t reply by next Friday with your changes and/or sign-off, I’m going to assume you are agreeing to these requirements.”.</a:t>
            </a:r>
            <a:r>
              <a:rPr lang="en-US" dirty="0"/>
              <a:t> That’s one option, but really it equates </a:t>
            </a:r>
            <a:r>
              <a:rPr lang="en-US" sz="1800" dirty="0"/>
              <a:t>(</a:t>
            </a:r>
            <a:r>
              <a:rPr lang="en-US" sz="1800" dirty="0" err="1"/>
              <a:t>đánh</a:t>
            </a:r>
            <a:r>
              <a:rPr lang="en-US" sz="1800" dirty="0"/>
              <a:t> </a:t>
            </a:r>
            <a:r>
              <a:rPr lang="en-US" sz="1800" dirty="0" err="1"/>
              <a:t>đồng</a:t>
            </a:r>
            <a:r>
              <a:rPr lang="en-US" sz="1800" dirty="0"/>
              <a:t>)</a:t>
            </a:r>
            <a:r>
              <a:rPr lang="en-US" dirty="0"/>
              <a:t> to </a:t>
            </a:r>
            <a:r>
              <a:rPr lang="en-US" i="1" dirty="0"/>
              <a:t>not</a:t>
            </a:r>
            <a:r>
              <a:rPr lang="en-US" dirty="0"/>
              <a:t> reaching agreement.</a:t>
            </a:r>
          </a:p>
          <a:p>
            <a:pPr algn="just">
              <a:spcBef>
                <a:spcPts val="0"/>
              </a:spcBef>
            </a:pPr>
            <a:r>
              <a:rPr lang="en-US" dirty="0"/>
              <a:t>In such situation, you’re better off moving forward – cautiously – with the assumption that you don’t have approval from the recalcitrant stakeholders. Let them know that, if they want to change things, there’s a process in place to do that.</a:t>
            </a:r>
          </a:p>
          <a:p>
            <a:pPr algn="just">
              <a:spcBef>
                <a:spcPts val="0"/>
              </a:spcBef>
            </a:pPr>
            <a:endParaRPr lang="en-US" dirty="0"/>
          </a:p>
        </p:txBody>
      </p:sp>
      <p:sp>
        <p:nvSpPr>
          <p:cNvPr id="2" name="Title 1"/>
          <p:cNvSpPr>
            <a:spLocks noGrp="1"/>
          </p:cNvSpPr>
          <p:nvPr>
            <p:ph type="title"/>
          </p:nvPr>
        </p:nvSpPr>
        <p:spPr>
          <a:xfrm>
            <a:off x="2651760" y="0"/>
            <a:ext cx="6482080" cy="1052161"/>
          </a:xfrm>
        </p:spPr>
        <p:txBody>
          <a:bodyPr>
            <a:noAutofit/>
          </a:bodyPr>
          <a:lstStyle/>
          <a:p>
            <a:r>
              <a:rPr lang="en-US" sz="3200" dirty="0"/>
              <a:t>What if you don’t reach agreement?</a:t>
            </a:r>
          </a:p>
        </p:txBody>
      </p:sp>
      <p:sp>
        <p:nvSpPr>
          <p:cNvPr id="4" name="Footer Placeholder 3"/>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18</a:t>
            </a:fld>
            <a:endParaRPr lang="en-US" dirty="0"/>
          </a:p>
        </p:txBody>
      </p:sp>
    </p:spTree>
    <p:extLst>
      <p:ext uri="{BB962C8B-B14F-4D97-AF65-F5344CB8AC3E}">
        <p14:creationId xmlns:p14="http://schemas.microsoft.com/office/powerpoint/2010/main" val="1781339057"/>
      </p:ext>
    </p:extLst>
  </p:cSld>
  <p:clrMapOvr>
    <a:masterClrMapping/>
  </p:clrMapOvr>
  <p:transition>
    <p:split orient="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3840" y="1052161"/>
            <a:ext cx="8778240" cy="5288314"/>
          </a:xfrm>
        </p:spPr>
        <p:txBody>
          <a:bodyPr>
            <a:normAutofit fontScale="85000" lnSpcReduction="10000"/>
          </a:bodyPr>
          <a:lstStyle/>
          <a:p>
            <a:pPr algn="just"/>
            <a:r>
              <a:rPr lang="en-US" dirty="0"/>
              <a:t>Agile projects don’t include a formal sign-off action. They generally maintain requirements in the form of </a:t>
            </a:r>
            <a:r>
              <a:rPr lang="en-US" dirty="0">
                <a:solidFill>
                  <a:srgbClr val="003399"/>
                </a:solidFill>
              </a:rPr>
              <a:t>user stories </a:t>
            </a:r>
            <a:r>
              <a:rPr lang="en-US" dirty="0"/>
              <a:t>in a </a:t>
            </a:r>
            <a:r>
              <a:rPr lang="en-US" dirty="0">
                <a:solidFill>
                  <a:srgbClr val="003399"/>
                </a:solidFill>
              </a:rPr>
              <a:t>product backlog</a:t>
            </a:r>
            <a:r>
              <a:rPr lang="en-US" dirty="0"/>
              <a:t>.</a:t>
            </a:r>
          </a:p>
          <a:p>
            <a:pPr algn="just"/>
            <a:r>
              <a:rPr lang="en-US" dirty="0"/>
              <a:t>The product owner and the team reach agreement on what stories will be developed in the next iteration in a planning session. The set of stories is chosen based on their priority and the team’s velocity </a:t>
            </a:r>
            <a:r>
              <a:rPr lang="en-US" sz="2100" dirty="0"/>
              <a:t>(productivity)</a:t>
            </a:r>
            <a:r>
              <a:rPr lang="en-US" dirty="0"/>
              <a:t>. After that set has been established and agreed to, the stories contained in the iteration are frozen </a:t>
            </a:r>
            <a:r>
              <a:rPr lang="en-US" sz="1800" dirty="0"/>
              <a:t>(</a:t>
            </a:r>
            <a:r>
              <a:rPr lang="en-US" sz="1800" dirty="0" err="1"/>
              <a:t>đóng</a:t>
            </a:r>
            <a:r>
              <a:rPr lang="en-US" sz="1800" dirty="0"/>
              <a:t> </a:t>
            </a:r>
            <a:r>
              <a:rPr lang="en-US" sz="1800" dirty="0" err="1"/>
              <a:t>lại</a:t>
            </a:r>
            <a:r>
              <a:rPr lang="en-US" sz="1800" dirty="0"/>
              <a:t>)</a:t>
            </a:r>
            <a:r>
              <a:rPr lang="en-US" dirty="0"/>
              <a:t>. Requested changes that come in are considered for future iteration.</a:t>
            </a:r>
          </a:p>
          <a:p>
            <a:pPr algn="just"/>
            <a:r>
              <a:rPr lang="en-US" dirty="0"/>
              <a:t>Commonly an agile projects, the product owner publicly accepts or rejects the requirements for an iteration, which consists of a set of stories and their accompanying acceptance criteria and acceptance tests. The ultimate “sign-off” is acceptance of the working, tested software delivered from the iteration.</a:t>
            </a:r>
          </a:p>
        </p:txBody>
      </p:sp>
      <p:sp>
        <p:nvSpPr>
          <p:cNvPr id="2" name="Title 1"/>
          <p:cNvSpPr>
            <a:spLocks noGrp="1"/>
          </p:cNvSpPr>
          <p:nvPr>
            <p:ph type="title"/>
          </p:nvPr>
        </p:nvSpPr>
        <p:spPr>
          <a:xfrm>
            <a:off x="2651760" y="0"/>
            <a:ext cx="6482080" cy="1052161"/>
          </a:xfrm>
        </p:spPr>
        <p:txBody>
          <a:bodyPr>
            <a:noAutofit/>
          </a:bodyPr>
          <a:lstStyle/>
          <a:p>
            <a:r>
              <a:rPr lang="en-US" sz="3200" dirty="0"/>
              <a:t>Agreeing on requirements on agile projects</a:t>
            </a:r>
          </a:p>
        </p:txBody>
      </p:sp>
      <p:sp>
        <p:nvSpPr>
          <p:cNvPr id="4" name="Footer Placeholder 3"/>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19</a:t>
            </a:fld>
            <a:endParaRPr lang="en-US" dirty="0"/>
          </a:p>
        </p:txBody>
      </p:sp>
    </p:spTree>
    <p:extLst>
      <p:ext uri="{BB962C8B-B14F-4D97-AF65-F5344CB8AC3E}">
        <p14:creationId xmlns:p14="http://schemas.microsoft.com/office/powerpoint/2010/main" val="1016253574"/>
      </p:ext>
    </p:extLst>
  </p:cSld>
  <p:clrMapOvr>
    <a:masterClrMapping/>
  </p:clrMapOvr>
  <p:transition>
    <p:split orient="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a:t>Review chapter 2</a:t>
            </a:r>
          </a:p>
        </p:txBody>
      </p:sp>
      <p:sp>
        <p:nvSpPr>
          <p:cNvPr id="4" name="Footer Placeholder 3"/>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20</a:t>
            </a:fld>
            <a:endParaRPr lang="en-US" dirty="0"/>
          </a:p>
        </p:txBody>
      </p:sp>
      <p:graphicFrame>
        <p:nvGraphicFramePr>
          <p:cNvPr id="7" name="Content Placeholder 6"/>
          <p:cNvGraphicFramePr>
            <a:graphicFrameLocks noGrp="1"/>
          </p:cNvGraphicFramePr>
          <p:nvPr>
            <p:ph idx="1"/>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a:extLst>
              <a:ext uri="{FF2B5EF4-FFF2-40B4-BE49-F238E27FC236}">
                <a16:creationId xmlns:a16="http://schemas.microsoft.com/office/drawing/2014/main" id="{E57FF608-3785-8A42-A8EE-3D9CCBB81C03}"/>
              </a:ext>
            </a:extLst>
          </p:cNvPr>
          <p:cNvSpPr/>
          <p:nvPr/>
        </p:nvSpPr>
        <p:spPr>
          <a:xfrm>
            <a:off x="381000" y="5433020"/>
            <a:ext cx="4572000" cy="923330"/>
          </a:xfrm>
          <a:prstGeom prst="rect">
            <a:avLst/>
          </a:prstGeom>
        </p:spPr>
        <p:txBody>
          <a:bodyPr>
            <a:spAutoFit/>
          </a:bodyPr>
          <a:lstStyle/>
          <a:p>
            <a:r>
              <a:rPr lang="en-KR" dirty="0"/>
              <a:t>https://coggle.it/diagram/XDlDFuOMaAioXnBs/t/chapter-2-requirements-from-the-customer's-perspective</a:t>
            </a:r>
          </a:p>
        </p:txBody>
      </p:sp>
    </p:spTree>
    <p:extLst>
      <p:ext uri="{BB962C8B-B14F-4D97-AF65-F5344CB8AC3E}">
        <p14:creationId xmlns:p14="http://schemas.microsoft.com/office/powerpoint/2010/main" val="3240990067"/>
      </p:ext>
    </p:extLst>
  </p:cSld>
  <p:clrMapOvr>
    <a:masterClrMapping/>
  </p:clrMapOvr>
  <p:transition>
    <p:split orient="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Chapter 1_The essential SW requirement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21</a:t>
            </a:fld>
            <a:endParaRPr lang="en-US" dirty="0"/>
          </a:p>
        </p:txBody>
      </p:sp>
      <p:pic>
        <p:nvPicPr>
          <p:cNvPr id="8" name="Picture 7"/>
          <p:cNvPicPr>
            <a:picLocks noChangeAspect="1"/>
          </p:cNvPicPr>
          <p:nvPr/>
        </p:nvPicPr>
        <p:blipFill>
          <a:blip r:embed="rId3"/>
          <a:stretch>
            <a:fillRect/>
          </a:stretch>
        </p:blipFill>
        <p:spPr>
          <a:xfrm>
            <a:off x="0" y="1109661"/>
            <a:ext cx="9160372" cy="5154504"/>
          </a:xfrm>
          <a:prstGeom prst="rect">
            <a:avLst/>
          </a:prstGeom>
        </p:spPr>
      </p:pic>
    </p:spTree>
    <p:extLst>
      <p:ext uri="{BB962C8B-B14F-4D97-AF65-F5344CB8AC3E}">
        <p14:creationId xmlns:p14="http://schemas.microsoft.com/office/powerpoint/2010/main" val="2811332490"/>
      </p:ext>
    </p:extLst>
  </p:cSld>
  <p:clrMapOvr>
    <a:masterClrMapping/>
  </p:clrMapOvr>
  <p:transition>
    <p:split orient="vert"/>
  </p:transition>
</p:sld>
</file>

<file path=ppt/theme/theme1.xml><?xml version="1.0" encoding="utf-8"?>
<a:theme xmlns:a="http://schemas.openxmlformats.org/drawingml/2006/main" name="1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Template>
  <TotalTime>3519</TotalTime>
  <Words>3910</Words>
  <Application>Microsoft Macintosh PowerPoint</Application>
  <PresentationFormat>On-screen Show (4:3)</PresentationFormat>
  <Paragraphs>246</Paragraphs>
  <Slides>21</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Tahoma</vt:lpstr>
      <vt:lpstr>1_template</vt:lpstr>
      <vt:lpstr>CHAPTER 2  Requirements from the customer’s perspective</vt:lpstr>
      <vt:lpstr>Review chapter 1: The essential of software requirement</vt:lpstr>
      <vt:lpstr>Objectives</vt:lpstr>
      <vt:lpstr> Contents </vt:lpstr>
      <vt:lpstr>The expectation gap</vt:lpstr>
      <vt:lpstr>The expectation gap</vt:lpstr>
      <vt:lpstr>Who is the customer?</vt:lpstr>
      <vt:lpstr>Who is the customer?</vt:lpstr>
      <vt:lpstr>Who is the customer?</vt:lpstr>
      <vt:lpstr>Who is the customer?</vt:lpstr>
      <vt:lpstr>The customer-development partnership</vt:lpstr>
      <vt:lpstr>The customer-development partnership</vt:lpstr>
      <vt:lpstr>The customer-development partnership</vt:lpstr>
      <vt:lpstr>Identifying decision makers</vt:lpstr>
      <vt:lpstr>Identifying decision makers</vt:lpstr>
      <vt:lpstr>Reaching agreement on requirements</vt:lpstr>
      <vt:lpstr>The requirements baseline</vt:lpstr>
      <vt:lpstr>What if you don’t reach agreement?</vt:lpstr>
      <vt:lpstr>Agreeing on requirements on agile projects</vt:lpstr>
      <vt:lpstr>Review chapter 2</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Requirements from the customer’s perspective</dc:title>
  <dc:creator>Huong</dc:creator>
  <cp:lastModifiedBy>Nguyen Dinh Vinh (FE FPTU CT)</cp:lastModifiedBy>
  <cp:revision>110</cp:revision>
  <dcterms:created xsi:type="dcterms:W3CDTF">2018-04-23T08:00:01Z</dcterms:created>
  <dcterms:modified xsi:type="dcterms:W3CDTF">2021-05-11T12:51:37Z</dcterms:modified>
</cp:coreProperties>
</file>