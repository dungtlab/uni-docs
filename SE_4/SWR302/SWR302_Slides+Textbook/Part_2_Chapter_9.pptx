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2"/>
  </p:notesMasterIdLst>
  <p:sldIdLst>
    <p:sldId id="257" r:id="rId2"/>
    <p:sldId id="275" r:id="rId3"/>
    <p:sldId id="258" r:id="rId4"/>
    <p:sldId id="259" r:id="rId5"/>
    <p:sldId id="260" r:id="rId6"/>
    <p:sldId id="261" r:id="rId7"/>
    <p:sldId id="267" r:id="rId8"/>
    <p:sldId id="268" r:id="rId9"/>
    <p:sldId id="271" r:id="rId10"/>
    <p:sldId id="269" r:id="rId11"/>
    <p:sldId id="270" r:id="rId12"/>
    <p:sldId id="272" r:id="rId13"/>
    <p:sldId id="262" r:id="rId14"/>
    <p:sldId id="263" r:id="rId15"/>
    <p:sldId id="273" r:id="rId16"/>
    <p:sldId id="264" r:id="rId17"/>
    <p:sldId id="265" r:id="rId18"/>
    <p:sldId id="266" r:id="rId19"/>
    <p:sldId id="276" r:id="rId20"/>
    <p:sldId id="27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87435" autoAdjust="0"/>
  </p:normalViewPr>
  <p:slideViewPr>
    <p:cSldViewPr snapToGrid="0">
      <p:cViewPr varScale="1">
        <p:scale>
          <a:sx n="64" d="100"/>
          <a:sy n="64" d="100"/>
        </p:scale>
        <p:origin x="15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8: Understanding user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The user case approach</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Use case &amp; Use story</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smtClean="0"/>
            <a:t>Use case &amp; usage scenarios</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smtClean="0"/>
            <a:t>User story</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smtClean="0"/>
            <a:t>User case</a:t>
          </a:r>
          <a:endParaRPr lang="en-US" sz="14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2BC47C35-CB2E-4ADA-997E-20AB4D35A222}">
      <dgm:prSet phldrT="[Text]" custT="1"/>
      <dgm:spPr/>
      <dgm:t>
        <a:bodyPr/>
        <a:lstStyle/>
        <a:p>
          <a:r>
            <a:rPr lang="en-US" sz="1600" dirty="0" smtClean="0"/>
            <a:t>Users</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Actors</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5E89FAF8-7222-4880-B72C-F381939B991A}">
      <dgm:prSet phldrT="[Text]" custT="1"/>
      <dgm:spPr/>
      <dgm:t>
        <a:bodyPr/>
        <a:lstStyle/>
        <a:p>
          <a:r>
            <a:rPr lang="en-US" sz="1600" dirty="0" smtClean="0"/>
            <a:t>User case diagram</a:t>
          </a:r>
          <a:endParaRPr lang="en-US" sz="1600" dirty="0"/>
        </a:p>
      </dgm:t>
    </dgm:pt>
    <dgm:pt modelId="{49B74ACD-4DE6-4E7A-A574-B54F96B2B84B}" type="parTrans" cxnId="{9DA1E6C1-3177-4056-85A7-B7FE5F941D13}">
      <dgm:prSet/>
      <dgm:spPr/>
      <dgm:t>
        <a:bodyPr/>
        <a:lstStyle/>
        <a:p>
          <a:endParaRPr lang="en-US"/>
        </a:p>
      </dgm:t>
    </dgm:pt>
    <dgm:pt modelId="{209BCB29-8DD4-400E-AC54-27D11B8F19FF}" type="sibTrans" cxnId="{9DA1E6C1-3177-4056-85A7-B7FE5F941D13}">
      <dgm:prSet/>
      <dgm:spPr/>
      <dgm:t>
        <a:bodyPr/>
        <a:lstStyle/>
        <a:p>
          <a:endParaRPr lang="en-US"/>
        </a:p>
      </dgm:t>
    </dgm:pt>
    <dgm:pt modelId="{535E2B3C-27E8-471E-83EC-33A4ACEFA568}">
      <dgm:prSet phldrT="[Text]" custT="1"/>
      <dgm:spPr/>
      <dgm:t>
        <a:bodyPr/>
        <a:lstStyle/>
        <a:p>
          <a:r>
            <a:rPr lang="en-US" sz="1600" dirty="0" smtClean="0"/>
            <a:t>Sample of user case</a:t>
          </a:r>
          <a:endParaRPr lang="en-US" sz="1600" dirty="0"/>
        </a:p>
      </dgm:t>
    </dgm:pt>
    <dgm:pt modelId="{D1EE286A-3A5E-412F-91F5-0E57488E3416}" type="parTrans" cxnId="{009BF19E-FEA2-480E-B54E-609A629C229C}">
      <dgm:prSet/>
      <dgm:spPr/>
      <dgm:t>
        <a:bodyPr/>
        <a:lstStyle/>
        <a:p>
          <a:endParaRPr lang="en-US"/>
        </a:p>
      </dgm:t>
    </dgm:pt>
    <dgm:pt modelId="{53D559B1-08A9-4267-88C8-D2ABCEBDCD5F}" type="sibTrans" cxnId="{009BF19E-FEA2-480E-B54E-609A629C229C}">
      <dgm:prSet/>
      <dgm:spPr/>
      <dgm:t>
        <a:bodyPr/>
        <a:lstStyle/>
        <a:p>
          <a:endParaRPr lang="en-US"/>
        </a:p>
      </dgm:t>
    </dgm:pt>
    <dgm:pt modelId="{976895F8-AA8C-46C5-B2C2-F74D176C491D}">
      <dgm:prSet phldrT="[Text]" custT="1"/>
      <dgm:spPr/>
      <dgm:t>
        <a:bodyPr/>
        <a:lstStyle/>
        <a:p>
          <a:r>
            <a:rPr lang="en-US" sz="1600" dirty="0" smtClean="0"/>
            <a:t>Exploring use case</a:t>
          </a:r>
          <a:endParaRPr lang="en-US" sz="1600" dirty="0"/>
        </a:p>
      </dgm:t>
    </dgm:pt>
    <dgm:pt modelId="{3BCFC637-E649-4F2B-B340-45C0E568F35A}" type="parTrans" cxnId="{0D042D3B-EF74-4314-830A-5520239C8E2D}">
      <dgm:prSet/>
      <dgm:spPr/>
      <dgm:t>
        <a:bodyPr/>
        <a:lstStyle/>
        <a:p>
          <a:endParaRPr lang="en-US"/>
        </a:p>
      </dgm:t>
    </dgm:pt>
    <dgm:pt modelId="{29D85B92-46B2-42CA-A070-E7175784D887}" type="sibTrans" cxnId="{0D042D3B-EF74-4314-830A-5520239C8E2D}">
      <dgm:prSet/>
      <dgm:spPr/>
      <dgm:t>
        <a:bodyPr/>
        <a:lstStyle/>
        <a:p>
          <a:endParaRPr lang="en-US"/>
        </a:p>
      </dgm:t>
    </dgm:pt>
    <dgm:pt modelId="{3907CAAC-9FCB-44E0-8568-03CF331919C1}">
      <dgm:prSet phldrT="[Text]" custT="1"/>
      <dgm:spPr/>
      <dgm:t>
        <a:bodyPr/>
        <a:lstStyle/>
        <a:p>
          <a:r>
            <a:rPr lang="en-US" sz="1600" dirty="0" smtClean="0"/>
            <a:t>Validating use case</a:t>
          </a:r>
          <a:endParaRPr lang="en-US" sz="1600" dirty="0"/>
        </a:p>
      </dgm:t>
    </dgm:pt>
    <dgm:pt modelId="{7D1AEAF7-8ACC-439D-87B5-947ACB0C7CC9}" type="parTrans" cxnId="{FF2939CC-E27E-46B9-AA22-BEF741B4EA43}">
      <dgm:prSet/>
      <dgm:spPr/>
      <dgm:t>
        <a:bodyPr/>
        <a:lstStyle/>
        <a:p>
          <a:endParaRPr lang="en-US"/>
        </a:p>
      </dgm:t>
    </dgm:pt>
    <dgm:pt modelId="{8215C043-A532-41BA-AA30-26E2C3902854}" type="sibTrans" cxnId="{FF2939CC-E27E-46B9-AA22-BEF741B4EA43}">
      <dgm:prSet/>
      <dgm:spPr/>
      <dgm:t>
        <a:bodyPr/>
        <a:lstStyle/>
        <a:p>
          <a:endParaRPr lang="en-US"/>
        </a:p>
      </dgm:t>
    </dgm:pt>
    <dgm:pt modelId="{4C2F7978-ECEA-491D-9A2D-0E93EAC797B6}">
      <dgm:prSet phldrT="[Text]" custT="1"/>
      <dgm:spPr/>
      <dgm:t>
        <a:bodyPr/>
        <a:lstStyle/>
        <a:p>
          <a:r>
            <a:rPr lang="en-US" sz="1600" dirty="0" smtClean="0"/>
            <a:t>Use case &amp; Functional Req.</a:t>
          </a:r>
          <a:endParaRPr lang="en-US" sz="1600" dirty="0"/>
        </a:p>
      </dgm:t>
    </dgm:pt>
    <dgm:pt modelId="{592ED3F7-8BDE-4E17-9A2A-84436F328E5C}" type="parTrans" cxnId="{9417B236-C5F4-417D-B58C-1F623685753B}">
      <dgm:prSet/>
      <dgm:spPr/>
      <dgm:t>
        <a:bodyPr/>
        <a:lstStyle/>
        <a:p>
          <a:endParaRPr lang="en-US"/>
        </a:p>
      </dgm:t>
    </dgm:pt>
    <dgm:pt modelId="{BE945887-970B-4B98-8406-AAB5CA930BC6}" type="sibTrans" cxnId="{9417B236-C5F4-417D-B58C-1F623685753B}">
      <dgm:prSet/>
      <dgm:spPr/>
      <dgm:t>
        <a:bodyPr/>
        <a:lstStyle/>
        <a:p>
          <a:endParaRPr lang="en-US"/>
        </a:p>
      </dgm:t>
    </dgm:pt>
    <dgm:pt modelId="{DFD4491D-B931-4736-8687-13D365ABAA86}">
      <dgm:prSet phldrT="[Text]" custT="1"/>
      <dgm:spPr/>
      <dgm:t>
        <a:bodyPr/>
        <a:lstStyle/>
        <a:p>
          <a:r>
            <a:rPr lang="en-US" sz="1600" dirty="0" smtClean="0"/>
            <a:t>Use case &amp; tests</a:t>
          </a:r>
          <a:endParaRPr lang="en-US" sz="1600" dirty="0"/>
        </a:p>
      </dgm:t>
    </dgm:pt>
    <dgm:pt modelId="{44E8B87D-63D9-4BE3-8A44-5CB526AEDFA8}" type="parTrans" cxnId="{1C25581F-B62E-472F-A3F3-E85D97A42337}">
      <dgm:prSet/>
      <dgm:spPr/>
      <dgm:t>
        <a:bodyPr/>
        <a:lstStyle/>
        <a:p>
          <a:endParaRPr lang="en-US"/>
        </a:p>
      </dgm:t>
    </dgm:pt>
    <dgm:pt modelId="{5F681537-FD85-41D0-B17D-812542F11AD2}" type="sibTrans" cxnId="{1C25581F-B62E-472F-A3F3-E85D97A42337}">
      <dgm:prSet/>
      <dgm:spPr/>
      <dgm:t>
        <a:bodyPr/>
        <a:lstStyle/>
        <a:p>
          <a:endParaRPr lang="en-US"/>
        </a:p>
      </dgm:t>
    </dgm:pt>
    <dgm:pt modelId="{EBD146ED-BF70-4CF5-9DA7-6A80DD5B1468}">
      <dgm:prSet phldrT="[Text]" custT="1"/>
      <dgm:spPr/>
      <dgm:t>
        <a:bodyPr/>
        <a:lstStyle/>
        <a:p>
          <a:r>
            <a:rPr lang="en-US" sz="1600" dirty="0" smtClean="0"/>
            <a:t>Use case traps</a:t>
          </a:r>
          <a:endParaRPr lang="en-US" sz="1600" dirty="0"/>
        </a:p>
      </dgm:t>
    </dgm:pt>
    <dgm:pt modelId="{ACB9C89B-E2D1-496E-87C2-0ED8DC7C4CE5}" type="parTrans" cxnId="{397E30A9-EDFC-46EF-A310-C3F5792631B4}">
      <dgm:prSet/>
      <dgm:spPr/>
      <dgm:t>
        <a:bodyPr/>
        <a:lstStyle/>
        <a:p>
          <a:endParaRPr lang="en-US"/>
        </a:p>
      </dgm:t>
    </dgm:pt>
    <dgm:pt modelId="{27F30D7E-32D8-4E94-BD6A-A1F9E5B9C580}" type="sibTrans" cxnId="{397E30A9-EDFC-46EF-A310-C3F5792631B4}">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3"/>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1"/>
      <dgm:spPr/>
      <dgm:t>
        <a:bodyPr/>
        <a:lstStyle/>
        <a:p>
          <a:endParaRPr lang="en-US"/>
        </a:p>
      </dgm:t>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1">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11"/>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1"/>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1">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1" presStyleCnt="11"/>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3"/>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3"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3"/>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2" presStyleCnt="11"/>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2" presStyleCnt="11"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2" presStyleCnt="11"/>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3" presStyleCnt="11"/>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3" presStyleCnt="11"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3" presStyleCnt="11"/>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A4FAE87E-12FA-4A7E-9D3F-3AFCE60315A4}" type="pres">
      <dgm:prSet presAssocID="{49B74ACD-4DE6-4E7A-A574-B54F96B2B84B}" presName="Name37" presStyleLbl="parChTrans1D3" presStyleIdx="4" presStyleCnt="11"/>
      <dgm:spPr/>
      <dgm:t>
        <a:bodyPr/>
        <a:lstStyle/>
        <a:p>
          <a:endParaRPr lang="en-US"/>
        </a:p>
      </dgm:t>
    </dgm:pt>
    <dgm:pt modelId="{59745AC2-BCF2-4AC4-9A79-1E1EF48226AD}" type="pres">
      <dgm:prSet presAssocID="{5E89FAF8-7222-4880-B72C-F381939B991A}" presName="hierRoot2" presStyleCnt="0">
        <dgm:presLayoutVars>
          <dgm:hierBranch val="init"/>
        </dgm:presLayoutVars>
      </dgm:prSet>
      <dgm:spPr/>
    </dgm:pt>
    <dgm:pt modelId="{3CD4DF49-0BA9-4302-9A34-844810873413}" type="pres">
      <dgm:prSet presAssocID="{5E89FAF8-7222-4880-B72C-F381939B991A}" presName="rootComposite" presStyleCnt="0"/>
      <dgm:spPr/>
    </dgm:pt>
    <dgm:pt modelId="{895EE0A8-FF27-4E5E-A9CF-0B48E925D09C}" type="pres">
      <dgm:prSet presAssocID="{5E89FAF8-7222-4880-B72C-F381939B991A}" presName="rootText" presStyleLbl="node3" presStyleIdx="4" presStyleCnt="11">
        <dgm:presLayoutVars>
          <dgm:chPref val="3"/>
        </dgm:presLayoutVars>
      </dgm:prSet>
      <dgm:spPr/>
      <dgm:t>
        <a:bodyPr/>
        <a:lstStyle/>
        <a:p>
          <a:endParaRPr lang="en-US"/>
        </a:p>
      </dgm:t>
    </dgm:pt>
    <dgm:pt modelId="{640A420B-2CFE-4944-ABF0-EAEAE3402C6F}" type="pres">
      <dgm:prSet presAssocID="{5E89FAF8-7222-4880-B72C-F381939B991A}" presName="rootConnector" presStyleLbl="node3" presStyleIdx="4" presStyleCnt="11"/>
      <dgm:spPr/>
      <dgm:t>
        <a:bodyPr/>
        <a:lstStyle/>
        <a:p>
          <a:endParaRPr lang="en-US"/>
        </a:p>
      </dgm:t>
    </dgm:pt>
    <dgm:pt modelId="{2FAF0907-22A6-4633-89A3-28CD61B1B262}" type="pres">
      <dgm:prSet presAssocID="{5E89FAF8-7222-4880-B72C-F381939B991A}" presName="hierChild4" presStyleCnt="0"/>
      <dgm:spPr/>
    </dgm:pt>
    <dgm:pt modelId="{98CB5EF3-7761-4276-9A03-D974B765AAE1}" type="pres">
      <dgm:prSet presAssocID="{5E89FAF8-7222-4880-B72C-F381939B991A}" presName="hierChild5" presStyleCnt="0"/>
      <dgm:spPr/>
    </dgm:pt>
    <dgm:pt modelId="{3E362709-8DF5-4ED1-BE78-2D67C7F6CD59}" type="pres">
      <dgm:prSet presAssocID="{620DD3EC-BDCD-468B-B566-7FE2B848507E}" presName="hierChild5" presStyleCnt="0"/>
      <dgm:spPr/>
    </dgm:pt>
    <dgm:pt modelId="{62821369-B757-43AF-BF6D-02B9EF83A7FF}" type="pres">
      <dgm:prSet presAssocID="{9E18C130-4D81-4BDD-8DE6-22CF9F45E19E}" presName="Name37" presStyleLbl="parChTrans1D2" presStyleIdx="2" presStyleCnt="3"/>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2" presStyleCnt="3" custScaleX="149111">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2" presStyleCnt="3"/>
      <dgm:spPr/>
      <dgm:t>
        <a:bodyPr/>
        <a:lstStyle/>
        <a:p>
          <a:endParaRPr lang="en-US"/>
        </a:p>
      </dgm:t>
    </dgm:pt>
    <dgm:pt modelId="{5C832EA0-92EB-4018-A238-AAD0380D7AE1}" type="pres">
      <dgm:prSet presAssocID="{A1A03C13-4BED-4BB7-8AFB-BDB236A519FA}" presName="hierChild4" presStyleCnt="0"/>
      <dgm:spPr/>
    </dgm:pt>
    <dgm:pt modelId="{9E70A5C0-8C6B-42DA-8585-E605207FB3C9}" type="pres">
      <dgm:prSet presAssocID="{D1EE286A-3A5E-412F-91F5-0E57488E3416}" presName="Name37" presStyleLbl="parChTrans1D3" presStyleIdx="5" presStyleCnt="11"/>
      <dgm:spPr/>
      <dgm:t>
        <a:bodyPr/>
        <a:lstStyle/>
        <a:p>
          <a:endParaRPr lang="en-US"/>
        </a:p>
      </dgm:t>
    </dgm:pt>
    <dgm:pt modelId="{7064A7A6-65E9-4E4A-91E3-93CD855E9970}" type="pres">
      <dgm:prSet presAssocID="{535E2B3C-27E8-471E-83EC-33A4ACEFA568}" presName="hierRoot2" presStyleCnt="0">
        <dgm:presLayoutVars>
          <dgm:hierBranch val="init"/>
        </dgm:presLayoutVars>
      </dgm:prSet>
      <dgm:spPr/>
    </dgm:pt>
    <dgm:pt modelId="{FEBDAAC6-701F-4532-A65F-7E7B484BE943}" type="pres">
      <dgm:prSet presAssocID="{535E2B3C-27E8-471E-83EC-33A4ACEFA568}" presName="rootComposite" presStyleCnt="0"/>
      <dgm:spPr/>
    </dgm:pt>
    <dgm:pt modelId="{0E3A6566-1345-4559-897C-38FE3D6E654D}" type="pres">
      <dgm:prSet presAssocID="{535E2B3C-27E8-471E-83EC-33A4ACEFA568}" presName="rootText" presStyleLbl="node3" presStyleIdx="5" presStyleCnt="11" custScaleX="199786">
        <dgm:presLayoutVars>
          <dgm:chPref val="3"/>
        </dgm:presLayoutVars>
      </dgm:prSet>
      <dgm:spPr/>
      <dgm:t>
        <a:bodyPr/>
        <a:lstStyle/>
        <a:p>
          <a:endParaRPr lang="en-US"/>
        </a:p>
      </dgm:t>
    </dgm:pt>
    <dgm:pt modelId="{3DE6579F-2A0B-42E7-B314-59CFB5853E0E}" type="pres">
      <dgm:prSet presAssocID="{535E2B3C-27E8-471E-83EC-33A4ACEFA568}" presName="rootConnector" presStyleLbl="node3" presStyleIdx="5" presStyleCnt="11"/>
      <dgm:spPr/>
      <dgm:t>
        <a:bodyPr/>
        <a:lstStyle/>
        <a:p>
          <a:endParaRPr lang="en-US"/>
        </a:p>
      </dgm:t>
    </dgm:pt>
    <dgm:pt modelId="{8C87F5B3-6AD5-4269-BFDA-D073CDE9D216}" type="pres">
      <dgm:prSet presAssocID="{535E2B3C-27E8-471E-83EC-33A4ACEFA568}" presName="hierChild4" presStyleCnt="0"/>
      <dgm:spPr/>
    </dgm:pt>
    <dgm:pt modelId="{6C24F2CA-8CFF-4D28-84D7-6CF4D9A6DA9E}" type="pres">
      <dgm:prSet presAssocID="{535E2B3C-27E8-471E-83EC-33A4ACEFA568}" presName="hierChild5" presStyleCnt="0"/>
      <dgm:spPr/>
    </dgm:pt>
    <dgm:pt modelId="{D7EC33C0-FF6B-4B64-B619-9763AD02E7A0}" type="pres">
      <dgm:prSet presAssocID="{3BCFC637-E649-4F2B-B340-45C0E568F35A}" presName="Name37" presStyleLbl="parChTrans1D3" presStyleIdx="6" presStyleCnt="11"/>
      <dgm:spPr/>
      <dgm:t>
        <a:bodyPr/>
        <a:lstStyle/>
        <a:p>
          <a:endParaRPr lang="en-US"/>
        </a:p>
      </dgm:t>
    </dgm:pt>
    <dgm:pt modelId="{FBE1D08F-7020-404B-99C6-97C281D388D2}" type="pres">
      <dgm:prSet presAssocID="{976895F8-AA8C-46C5-B2C2-F74D176C491D}" presName="hierRoot2" presStyleCnt="0">
        <dgm:presLayoutVars>
          <dgm:hierBranch val="init"/>
        </dgm:presLayoutVars>
      </dgm:prSet>
      <dgm:spPr/>
    </dgm:pt>
    <dgm:pt modelId="{B1BB1CBD-8D60-4E6B-A965-5B902B610DA9}" type="pres">
      <dgm:prSet presAssocID="{976895F8-AA8C-46C5-B2C2-F74D176C491D}" presName="rootComposite" presStyleCnt="0"/>
      <dgm:spPr/>
    </dgm:pt>
    <dgm:pt modelId="{0B565A4F-01B9-4EB6-9276-06D0F8CC2FA8}" type="pres">
      <dgm:prSet presAssocID="{976895F8-AA8C-46C5-B2C2-F74D176C491D}" presName="rootText" presStyleLbl="node3" presStyleIdx="6" presStyleCnt="11" custScaleX="199786">
        <dgm:presLayoutVars>
          <dgm:chPref val="3"/>
        </dgm:presLayoutVars>
      </dgm:prSet>
      <dgm:spPr/>
      <dgm:t>
        <a:bodyPr/>
        <a:lstStyle/>
        <a:p>
          <a:endParaRPr lang="en-US"/>
        </a:p>
      </dgm:t>
    </dgm:pt>
    <dgm:pt modelId="{F24349D2-5ADB-4146-B53F-126FBE314852}" type="pres">
      <dgm:prSet presAssocID="{976895F8-AA8C-46C5-B2C2-F74D176C491D}" presName="rootConnector" presStyleLbl="node3" presStyleIdx="6" presStyleCnt="11"/>
      <dgm:spPr/>
      <dgm:t>
        <a:bodyPr/>
        <a:lstStyle/>
        <a:p>
          <a:endParaRPr lang="en-US"/>
        </a:p>
      </dgm:t>
    </dgm:pt>
    <dgm:pt modelId="{8AD50A83-5785-4E55-95F9-1E475971C318}" type="pres">
      <dgm:prSet presAssocID="{976895F8-AA8C-46C5-B2C2-F74D176C491D}" presName="hierChild4" presStyleCnt="0"/>
      <dgm:spPr/>
    </dgm:pt>
    <dgm:pt modelId="{F3809B50-6AEA-4602-815A-4CA14B985C51}" type="pres">
      <dgm:prSet presAssocID="{976895F8-AA8C-46C5-B2C2-F74D176C491D}" presName="hierChild5" presStyleCnt="0"/>
      <dgm:spPr/>
    </dgm:pt>
    <dgm:pt modelId="{B3EB23AF-3DC9-4100-A849-FA07AEF443A2}" type="pres">
      <dgm:prSet presAssocID="{7D1AEAF7-8ACC-439D-87B5-947ACB0C7CC9}" presName="Name37" presStyleLbl="parChTrans1D3" presStyleIdx="7" presStyleCnt="11"/>
      <dgm:spPr/>
      <dgm:t>
        <a:bodyPr/>
        <a:lstStyle/>
        <a:p>
          <a:endParaRPr lang="en-US"/>
        </a:p>
      </dgm:t>
    </dgm:pt>
    <dgm:pt modelId="{650E286B-1271-49EF-977C-7C8E2C8BE7ED}" type="pres">
      <dgm:prSet presAssocID="{3907CAAC-9FCB-44E0-8568-03CF331919C1}" presName="hierRoot2" presStyleCnt="0">
        <dgm:presLayoutVars>
          <dgm:hierBranch val="init"/>
        </dgm:presLayoutVars>
      </dgm:prSet>
      <dgm:spPr/>
    </dgm:pt>
    <dgm:pt modelId="{FF01C251-9EC4-4EA8-92DF-9F59EB061505}" type="pres">
      <dgm:prSet presAssocID="{3907CAAC-9FCB-44E0-8568-03CF331919C1}" presName="rootComposite" presStyleCnt="0"/>
      <dgm:spPr/>
    </dgm:pt>
    <dgm:pt modelId="{13A64A61-7645-4497-A631-335381B21440}" type="pres">
      <dgm:prSet presAssocID="{3907CAAC-9FCB-44E0-8568-03CF331919C1}" presName="rootText" presStyleLbl="node3" presStyleIdx="7" presStyleCnt="11" custScaleX="199786">
        <dgm:presLayoutVars>
          <dgm:chPref val="3"/>
        </dgm:presLayoutVars>
      </dgm:prSet>
      <dgm:spPr/>
      <dgm:t>
        <a:bodyPr/>
        <a:lstStyle/>
        <a:p>
          <a:endParaRPr lang="en-US"/>
        </a:p>
      </dgm:t>
    </dgm:pt>
    <dgm:pt modelId="{AAE0CE46-459B-450B-BE8B-0F4409FDBB7F}" type="pres">
      <dgm:prSet presAssocID="{3907CAAC-9FCB-44E0-8568-03CF331919C1}" presName="rootConnector" presStyleLbl="node3" presStyleIdx="7" presStyleCnt="11"/>
      <dgm:spPr/>
      <dgm:t>
        <a:bodyPr/>
        <a:lstStyle/>
        <a:p>
          <a:endParaRPr lang="en-US"/>
        </a:p>
      </dgm:t>
    </dgm:pt>
    <dgm:pt modelId="{98EEB828-198F-4CE1-86E7-B9BE9F7F7975}" type="pres">
      <dgm:prSet presAssocID="{3907CAAC-9FCB-44E0-8568-03CF331919C1}" presName="hierChild4" presStyleCnt="0"/>
      <dgm:spPr/>
    </dgm:pt>
    <dgm:pt modelId="{766EF1A2-3CD3-4BB6-A128-92E174BE9C6F}" type="pres">
      <dgm:prSet presAssocID="{3907CAAC-9FCB-44E0-8568-03CF331919C1}" presName="hierChild5" presStyleCnt="0"/>
      <dgm:spPr/>
    </dgm:pt>
    <dgm:pt modelId="{46B26E77-062A-4293-ACEE-E9FBB1B7AFC9}" type="pres">
      <dgm:prSet presAssocID="{592ED3F7-8BDE-4E17-9A2A-84436F328E5C}" presName="Name37" presStyleLbl="parChTrans1D3" presStyleIdx="8" presStyleCnt="11"/>
      <dgm:spPr/>
      <dgm:t>
        <a:bodyPr/>
        <a:lstStyle/>
        <a:p>
          <a:endParaRPr lang="en-US"/>
        </a:p>
      </dgm:t>
    </dgm:pt>
    <dgm:pt modelId="{D42F4581-A2C2-4A5E-9A77-EBAB82416305}" type="pres">
      <dgm:prSet presAssocID="{4C2F7978-ECEA-491D-9A2D-0E93EAC797B6}" presName="hierRoot2" presStyleCnt="0">
        <dgm:presLayoutVars>
          <dgm:hierBranch val="init"/>
        </dgm:presLayoutVars>
      </dgm:prSet>
      <dgm:spPr/>
    </dgm:pt>
    <dgm:pt modelId="{EE410F55-638E-471E-96E9-3FEE5D310791}" type="pres">
      <dgm:prSet presAssocID="{4C2F7978-ECEA-491D-9A2D-0E93EAC797B6}" presName="rootComposite" presStyleCnt="0"/>
      <dgm:spPr/>
    </dgm:pt>
    <dgm:pt modelId="{68F9BB86-EDFB-47D1-AE3A-5735A05E1F08}" type="pres">
      <dgm:prSet presAssocID="{4C2F7978-ECEA-491D-9A2D-0E93EAC797B6}" presName="rootText" presStyleLbl="node3" presStyleIdx="8" presStyleCnt="11" custScaleX="199786">
        <dgm:presLayoutVars>
          <dgm:chPref val="3"/>
        </dgm:presLayoutVars>
      </dgm:prSet>
      <dgm:spPr/>
      <dgm:t>
        <a:bodyPr/>
        <a:lstStyle/>
        <a:p>
          <a:endParaRPr lang="en-US"/>
        </a:p>
      </dgm:t>
    </dgm:pt>
    <dgm:pt modelId="{32196BA7-60E8-432F-9585-3654C26695D9}" type="pres">
      <dgm:prSet presAssocID="{4C2F7978-ECEA-491D-9A2D-0E93EAC797B6}" presName="rootConnector" presStyleLbl="node3" presStyleIdx="8" presStyleCnt="11"/>
      <dgm:spPr/>
      <dgm:t>
        <a:bodyPr/>
        <a:lstStyle/>
        <a:p>
          <a:endParaRPr lang="en-US"/>
        </a:p>
      </dgm:t>
    </dgm:pt>
    <dgm:pt modelId="{C586D55A-BF18-4758-98E5-ED4314D64E9E}" type="pres">
      <dgm:prSet presAssocID="{4C2F7978-ECEA-491D-9A2D-0E93EAC797B6}" presName="hierChild4" presStyleCnt="0"/>
      <dgm:spPr/>
    </dgm:pt>
    <dgm:pt modelId="{4CA2E8CA-0194-4450-B4F7-8DF3D1DBDC13}" type="pres">
      <dgm:prSet presAssocID="{4C2F7978-ECEA-491D-9A2D-0E93EAC797B6}" presName="hierChild5" presStyleCnt="0"/>
      <dgm:spPr/>
    </dgm:pt>
    <dgm:pt modelId="{AAA1F078-CEA3-45B0-BC21-CA7C7E9F0DD7}" type="pres">
      <dgm:prSet presAssocID="{44E8B87D-63D9-4BE3-8A44-5CB526AEDFA8}" presName="Name37" presStyleLbl="parChTrans1D3" presStyleIdx="9" presStyleCnt="11"/>
      <dgm:spPr/>
      <dgm:t>
        <a:bodyPr/>
        <a:lstStyle/>
        <a:p>
          <a:endParaRPr lang="en-US"/>
        </a:p>
      </dgm:t>
    </dgm:pt>
    <dgm:pt modelId="{A0CED7F9-C66C-41F0-BCFF-49004A35CF11}" type="pres">
      <dgm:prSet presAssocID="{DFD4491D-B931-4736-8687-13D365ABAA86}" presName="hierRoot2" presStyleCnt="0">
        <dgm:presLayoutVars>
          <dgm:hierBranch val="init"/>
        </dgm:presLayoutVars>
      </dgm:prSet>
      <dgm:spPr/>
    </dgm:pt>
    <dgm:pt modelId="{58F0F69F-F960-473F-9602-C9F59DB5CAE7}" type="pres">
      <dgm:prSet presAssocID="{DFD4491D-B931-4736-8687-13D365ABAA86}" presName="rootComposite" presStyleCnt="0"/>
      <dgm:spPr/>
    </dgm:pt>
    <dgm:pt modelId="{9AC40EFA-20D6-4F90-BF9B-FECE51A46116}" type="pres">
      <dgm:prSet presAssocID="{DFD4491D-B931-4736-8687-13D365ABAA86}" presName="rootText" presStyleLbl="node3" presStyleIdx="9" presStyleCnt="11" custScaleX="199786">
        <dgm:presLayoutVars>
          <dgm:chPref val="3"/>
        </dgm:presLayoutVars>
      </dgm:prSet>
      <dgm:spPr/>
      <dgm:t>
        <a:bodyPr/>
        <a:lstStyle/>
        <a:p>
          <a:endParaRPr lang="en-US"/>
        </a:p>
      </dgm:t>
    </dgm:pt>
    <dgm:pt modelId="{8CBE154F-2C71-4895-A205-B8C8950394ED}" type="pres">
      <dgm:prSet presAssocID="{DFD4491D-B931-4736-8687-13D365ABAA86}" presName="rootConnector" presStyleLbl="node3" presStyleIdx="9" presStyleCnt="11"/>
      <dgm:spPr/>
      <dgm:t>
        <a:bodyPr/>
        <a:lstStyle/>
        <a:p>
          <a:endParaRPr lang="en-US"/>
        </a:p>
      </dgm:t>
    </dgm:pt>
    <dgm:pt modelId="{4C6EA499-92F0-42C2-8769-772CA91D0DFF}" type="pres">
      <dgm:prSet presAssocID="{DFD4491D-B931-4736-8687-13D365ABAA86}" presName="hierChild4" presStyleCnt="0"/>
      <dgm:spPr/>
    </dgm:pt>
    <dgm:pt modelId="{EBB5A792-BAE7-4B8B-9CBD-7BB7430317E9}" type="pres">
      <dgm:prSet presAssocID="{DFD4491D-B931-4736-8687-13D365ABAA86}" presName="hierChild5" presStyleCnt="0"/>
      <dgm:spPr/>
    </dgm:pt>
    <dgm:pt modelId="{E5E82D6C-BB0D-481D-A9F4-AB99E4778C86}" type="pres">
      <dgm:prSet presAssocID="{ACB9C89B-E2D1-496E-87C2-0ED8DC7C4CE5}" presName="Name37" presStyleLbl="parChTrans1D3" presStyleIdx="10" presStyleCnt="11"/>
      <dgm:spPr/>
      <dgm:t>
        <a:bodyPr/>
        <a:lstStyle/>
        <a:p>
          <a:endParaRPr lang="en-US"/>
        </a:p>
      </dgm:t>
    </dgm:pt>
    <dgm:pt modelId="{4C471ABF-7849-4242-BF25-ADB1C3D3D17D}" type="pres">
      <dgm:prSet presAssocID="{EBD146ED-BF70-4CF5-9DA7-6A80DD5B1468}" presName="hierRoot2" presStyleCnt="0">
        <dgm:presLayoutVars>
          <dgm:hierBranch val="init"/>
        </dgm:presLayoutVars>
      </dgm:prSet>
      <dgm:spPr/>
    </dgm:pt>
    <dgm:pt modelId="{F5F3A7B3-53CA-4066-ACBE-B5DD8E8D93B7}" type="pres">
      <dgm:prSet presAssocID="{EBD146ED-BF70-4CF5-9DA7-6A80DD5B1468}" presName="rootComposite" presStyleCnt="0"/>
      <dgm:spPr/>
    </dgm:pt>
    <dgm:pt modelId="{DC7D0CF0-115C-4024-B0A6-7BC035EE04B9}" type="pres">
      <dgm:prSet presAssocID="{EBD146ED-BF70-4CF5-9DA7-6A80DD5B1468}" presName="rootText" presStyleLbl="node3" presStyleIdx="10" presStyleCnt="11" custScaleX="199786">
        <dgm:presLayoutVars>
          <dgm:chPref val="3"/>
        </dgm:presLayoutVars>
      </dgm:prSet>
      <dgm:spPr/>
      <dgm:t>
        <a:bodyPr/>
        <a:lstStyle/>
        <a:p>
          <a:endParaRPr lang="en-US"/>
        </a:p>
      </dgm:t>
    </dgm:pt>
    <dgm:pt modelId="{8FA9A328-A8A7-472C-899B-C7E00A46791C}" type="pres">
      <dgm:prSet presAssocID="{EBD146ED-BF70-4CF5-9DA7-6A80DD5B1468}" presName="rootConnector" presStyleLbl="node3" presStyleIdx="10" presStyleCnt="11"/>
      <dgm:spPr/>
      <dgm:t>
        <a:bodyPr/>
        <a:lstStyle/>
        <a:p>
          <a:endParaRPr lang="en-US"/>
        </a:p>
      </dgm:t>
    </dgm:pt>
    <dgm:pt modelId="{6F8A478A-C8E1-437C-95E8-C1A4CBB1B65C}" type="pres">
      <dgm:prSet presAssocID="{EBD146ED-BF70-4CF5-9DA7-6A80DD5B1468}" presName="hierChild4" presStyleCnt="0"/>
      <dgm:spPr/>
    </dgm:pt>
    <dgm:pt modelId="{A557FFCB-2C31-4A7F-A856-EF85857AD8D3}" type="pres">
      <dgm:prSet presAssocID="{EBD146ED-BF70-4CF5-9DA7-6A80DD5B1468}" presName="hierChild5" presStyleCnt="0"/>
      <dgm:spPr/>
    </dgm:pt>
    <dgm:pt modelId="{AFF152E2-0280-4325-8B01-B43435B7724D}" type="pres">
      <dgm:prSet presAssocID="{A1A03C13-4BED-4BB7-8AFB-BDB236A519FA}" presName="hierChild5" presStyleCnt="0"/>
      <dgm:spPr/>
    </dgm:pt>
    <dgm:pt modelId="{96DEF822-DC52-4FFC-82DA-389CD5B29657}" type="pres">
      <dgm:prSet presAssocID="{9E6404DC-1053-49D6-95EE-599A97C88DD3}" presName="hierChild3" presStyleCnt="0"/>
      <dgm:spPr/>
    </dgm:pt>
  </dgm:ptLst>
  <dgm:cxnLst>
    <dgm:cxn modelId="{97E4A6DE-8713-4676-BBF8-2B93F08AF837}" srcId="{9286A5EC-F2A9-487D-8BF1-B96EEEFD636B}" destId="{1E627F9E-CE3B-4A85-BB78-8DDB86A78DDE}" srcOrd="1" destOrd="0" parTransId="{9D28DB69-DDB3-4999-9A0B-8D007976E69E}" sibTransId="{CC71E985-969E-423D-B820-177A0337B408}"/>
    <dgm:cxn modelId="{9DA1E6C1-3177-4056-85A7-B7FE5F941D13}" srcId="{620DD3EC-BDCD-468B-B566-7FE2B848507E}" destId="{5E89FAF8-7222-4880-B72C-F381939B991A}" srcOrd="2" destOrd="0" parTransId="{49B74ACD-4DE6-4E7A-A574-B54F96B2B84B}" sibTransId="{209BCB29-8DD4-400E-AC54-27D11B8F19FF}"/>
    <dgm:cxn modelId="{1C25581F-B62E-472F-A3F3-E85D97A42337}" srcId="{A1A03C13-4BED-4BB7-8AFB-BDB236A519FA}" destId="{DFD4491D-B931-4736-8687-13D365ABAA86}" srcOrd="4" destOrd="0" parTransId="{44E8B87D-63D9-4BE3-8A44-5CB526AEDFA8}" sibTransId="{5F681537-FD85-41D0-B17D-812542F11AD2}"/>
    <dgm:cxn modelId="{FCB0F17D-2DAD-436D-B3F4-79C126E660AC}" type="presOf" srcId="{9E18C130-4D81-4BDD-8DE6-22CF9F45E19E}" destId="{62821369-B757-43AF-BF6D-02B9EF83A7FF}" srcOrd="0" destOrd="0" presId="urn:microsoft.com/office/officeart/2005/8/layout/orgChart1"/>
    <dgm:cxn modelId="{A27790E3-3A1A-41D3-9198-E140E3811687}" type="presOf" srcId="{ACB9C89B-E2D1-496E-87C2-0ED8DC7C4CE5}" destId="{E5E82D6C-BB0D-481D-A9F4-AB99E4778C86}" srcOrd="0" destOrd="0" presId="urn:microsoft.com/office/officeart/2005/8/layout/orgChart1"/>
    <dgm:cxn modelId="{939588DE-C43C-4BFF-9F3A-5485E1440393}" type="presOf" srcId="{44E8B87D-63D9-4BE3-8A44-5CB526AEDFA8}" destId="{AAA1F078-CEA3-45B0-BC21-CA7C7E9F0DD7}" srcOrd="0" destOrd="0" presId="urn:microsoft.com/office/officeart/2005/8/layout/orgChart1"/>
    <dgm:cxn modelId="{9C2CC2B3-756D-42F7-8257-FC087E34EBB9}" type="presOf" srcId="{976895F8-AA8C-46C5-B2C2-F74D176C491D}" destId="{0B565A4F-01B9-4EB6-9276-06D0F8CC2FA8}"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7C7485FC-4CFA-45FF-817B-B38DD356F0B5}" srcId="{9E6404DC-1053-49D6-95EE-599A97C88DD3}" destId="{A1A03C13-4BED-4BB7-8AFB-BDB236A519FA}" srcOrd="2" destOrd="0" parTransId="{9E18C130-4D81-4BDD-8DE6-22CF9F45E19E}" sibTransId="{CF4AE597-246B-4D28-8B3B-D3E59AB05BD8}"/>
    <dgm:cxn modelId="{BBD03358-E93D-46CF-927D-3CA80689CBF9}" type="presOf" srcId="{4C2F7978-ECEA-491D-9A2D-0E93EAC797B6}" destId="{68F9BB86-EDFB-47D1-AE3A-5735A05E1F08}" srcOrd="0" destOrd="0" presId="urn:microsoft.com/office/officeart/2005/8/layout/orgChart1"/>
    <dgm:cxn modelId="{B2C9A35C-447D-4495-AD2A-376D13717097}" type="presOf" srcId="{4C2F7978-ECEA-491D-9A2D-0E93EAC797B6}" destId="{32196BA7-60E8-432F-9585-3654C26695D9}" srcOrd="1" destOrd="0" presId="urn:microsoft.com/office/officeart/2005/8/layout/orgChart1"/>
    <dgm:cxn modelId="{5235F674-8C9B-4BD9-B5AF-94222B11430D}" type="presOf" srcId="{EBD146ED-BF70-4CF5-9DA7-6A80DD5B1468}" destId="{DC7D0CF0-115C-4024-B0A6-7BC035EE04B9}" srcOrd="0" destOrd="0" presId="urn:microsoft.com/office/officeart/2005/8/layout/orgChart1"/>
    <dgm:cxn modelId="{009BF19E-FEA2-480E-B54E-609A629C229C}" srcId="{A1A03C13-4BED-4BB7-8AFB-BDB236A519FA}" destId="{535E2B3C-27E8-471E-83EC-33A4ACEFA568}" srcOrd="0" destOrd="0" parTransId="{D1EE286A-3A5E-412F-91F5-0E57488E3416}" sibTransId="{53D559B1-08A9-4267-88C8-D2ABCEBDCD5F}"/>
    <dgm:cxn modelId="{BA54473B-F2AA-4BEA-A9EB-71DAA9A93F1D}" type="presOf" srcId="{3907CAAC-9FCB-44E0-8568-03CF331919C1}" destId="{13A64A61-7645-4497-A631-335381B21440}"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A0735932-5B3A-473C-A50A-C26907454778}" type="presOf" srcId="{3BCFC637-E649-4F2B-B340-45C0E568F35A}" destId="{D7EC33C0-FF6B-4B64-B619-9763AD02E7A0}"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3C7F4F54-D42E-4824-B318-C46A60FCDD6A}" type="presOf" srcId="{EBD146ED-BF70-4CF5-9DA7-6A80DD5B1468}" destId="{8FA9A328-A8A7-472C-899B-C7E00A46791C}" srcOrd="1"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0D042D3B-EF74-4314-830A-5520239C8E2D}" srcId="{A1A03C13-4BED-4BB7-8AFB-BDB236A519FA}" destId="{976895F8-AA8C-46C5-B2C2-F74D176C491D}" srcOrd="1" destOrd="0" parTransId="{3BCFC637-E649-4F2B-B340-45C0E568F35A}" sibTransId="{29D85B92-46B2-42CA-A070-E7175784D887}"/>
    <dgm:cxn modelId="{FF2939CC-E27E-46B9-AA22-BEF741B4EA43}" srcId="{A1A03C13-4BED-4BB7-8AFB-BDB236A519FA}" destId="{3907CAAC-9FCB-44E0-8568-03CF331919C1}" srcOrd="2" destOrd="0" parTransId="{7D1AEAF7-8ACC-439D-87B5-947ACB0C7CC9}" sibTransId="{8215C043-A532-41BA-AA30-26E2C3902854}"/>
    <dgm:cxn modelId="{9417B236-C5F4-417D-B58C-1F623685753B}" srcId="{A1A03C13-4BED-4BB7-8AFB-BDB236A519FA}" destId="{4C2F7978-ECEA-491D-9A2D-0E93EAC797B6}" srcOrd="3" destOrd="0" parTransId="{592ED3F7-8BDE-4E17-9A2A-84436F328E5C}" sibTransId="{BE945887-970B-4B98-8406-AAB5CA930BC6}"/>
    <dgm:cxn modelId="{B407561B-81B2-4844-BB92-700E2E515551}" srcId="{620DD3EC-BDCD-468B-B566-7FE2B848507E}" destId="{AF6C41DE-0FE9-4FE2-8BE9-4215E0A90589}" srcOrd="1" destOrd="0" parTransId="{8E7DC7A7-3675-4E95-A153-8ABEB0FFE8D1}" sibTransId="{97EE64CF-B61C-4098-8AAA-B86B1D9E9733}"/>
    <dgm:cxn modelId="{8749021B-2268-44B1-AD84-B0921B253255}" type="presOf" srcId="{9286A5EC-F2A9-487D-8BF1-B96EEEFD636B}" destId="{C9422C4E-2B02-4D33-A16B-EF7B187ECAB7}" srcOrd="0" destOrd="0" presId="urn:microsoft.com/office/officeart/2005/8/layout/orgChart1"/>
    <dgm:cxn modelId="{8A826673-08C9-4729-8288-68C639B9D636}" type="presOf" srcId="{D1EE286A-3A5E-412F-91F5-0E57488E3416}" destId="{9E70A5C0-8C6B-42DA-8585-E605207FB3C9}" srcOrd="0" destOrd="0" presId="urn:microsoft.com/office/officeart/2005/8/layout/orgChart1"/>
    <dgm:cxn modelId="{178CF1A1-8681-426D-9AAE-D8F34665AAE6}" type="presOf" srcId="{5E89FAF8-7222-4880-B72C-F381939B991A}" destId="{895EE0A8-FF27-4E5E-A9CF-0B48E925D09C}" srcOrd="0"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C4935A74-CE7A-474B-85DA-6D313F70B19D}" type="presOf" srcId="{53352947-0336-403A-A4B4-89467D459512}" destId="{BABFBFB4-78A4-4B16-AD3A-61E896716A3C}" srcOrd="0" destOrd="0" presId="urn:microsoft.com/office/officeart/2005/8/layout/orgChart1"/>
    <dgm:cxn modelId="{8984EFA0-1979-40E3-828C-DF7969EFF26A}" type="presOf" srcId="{535E2B3C-27E8-471E-83EC-33A4ACEFA568}" destId="{3DE6579F-2A0B-42E7-B314-59CFB5853E0E}" srcOrd="1" destOrd="0" presId="urn:microsoft.com/office/officeart/2005/8/layout/orgChart1"/>
    <dgm:cxn modelId="{FD70B46B-FF02-4A58-A9C5-EE2703222F5A}" type="presOf" srcId="{A1A03C13-4BED-4BB7-8AFB-BDB236A519FA}" destId="{E2CE8193-46AF-44C0-B4A1-4402C2A6388E}" srcOrd="0" destOrd="0" presId="urn:microsoft.com/office/officeart/2005/8/layout/orgChart1"/>
    <dgm:cxn modelId="{B85081B7-BD95-4159-9511-36425CB13FD0}" type="presOf" srcId="{A1A03C13-4BED-4BB7-8AFB-BDB236A519FA}" destId="{0FE7A504-1A99-42A4-92D2-369E93728B6E}" srcOrd="1"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39AADDF2-FC26-4871-928E-E1FE353466DF}" type="presOf" srcId="{2BC47C35-CB2E-4ADA-997E-20AB4D35A222}" destId="{5F6EAB39-768E-4EF5-A122-D240B2B03279}" srcOrd="1"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0DA8A6AB-3C59-431B-A4E5-49F0447C6017}" type="presOf" srcId="{49B74ACD-4DE6-4E7A-A574-B54F96B2B84B}" destId="{A4FAE87E-12FA-4A7E-9D3F-3AFCE60315A4}"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BFECA680-CE3C-4ADF-84BB-804EF740EA97}" type="presOf" srcId="{7D1AEAF7-8ACC-439D-87B5-947ACB0C7CC9}" destId="{B3EB23AF-3DC9-4100-A849-FA07AEF443A2}"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B5F4F31-EDDE-4485-9945-85D5B3482140}" type="presOf" srcId="{DFD4491D-B931-4736-8687-13D365ABAA86}" destId="{9AC40EFA-20D6-4F90-BF9B-FECE51A46116}" srcOrd="0" destOrd="0" presId="urn:microsoft.com/office/officeart/2005/8/layout/orgChart1"/>
    <dgm:cxn modelId="{FC36D0CC-00D3-4911-82EC-8CA5988B3ABA}" type="presOf" srcId="{5E89FAF8-7222-4880-B72C-F381939B991A}" destId="{640A420B-2CFE-4944-ABF0-EAEAE3402C6F}" srcOrd="1"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2D9AD7FB-567D-47E8-B3CB-A6493F796E7A}" type="presOf" srcId="{3907CAAC-9FCB-44E0-8568-03CF331919C1}" destId="{AAE0CE46-459B-450B-BE8B-0F4409FDBB7F}"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397E30A9-EDFC-46EF-A310-C3F5792631B4}" srcId="{A1A03C13-4BED-4BB7-8AFB-BDB236A519FA}" destId="{EBD146ED-BF70-4CF5-9DA7-6A80DD5B1468}" srcOrd="5" destOrd="0" parTransId="{ACB9C89B-E2D1-496E-87C2-0ED8DC7C4CE5}" sibTransId="{27F30D7E-32D8-4E94-BD6A-A1F9E5B9C580}"/>
    <dgm:cxn modelId="{61A09915-0466-4276-A411-C7CC696CD650}" type="presOf" srcId="{DFD4491D-B931-4736-8687-13D365ABAA86}" destId="{8CBE154F-2C71-4895-A205-B8C8950394ED}" srcOrd="1" destOrd="0" presId="urn:microsoft.com/office/officeart/2005/8/layout/orgChart1"/>
    <dgm:cxn modelId="{933EF3A7-3592-40BF-BEAC-5AAF9877162B}" type="presOf" srcId="{976895F8-AA8C-46C5-B2C2-F74D176C491D}" destId="{F24349D2-5ADB-4146-B53F-126FBE314852}" srcOrd="1" destOrd="0" presId="urn:microsoft.com/office/officeart/2005/8/layout/orgChart1"/>
    <dgm:cxn modelId="{BD1B582D-90D8-49DA-B936-28F08008BD1B}" type="presOf" srcId="{2BC47C35-CB2E-4ADA-997E-20AB4D35A222}" destId="{1A87DFD0-A1A5-4AEF-9874-88156CA4976E}" srcOrd="0" destOrd="0" presId="urn:microsoft.com/office/officeart/2005/8/layout/orgChart1"/>
    <dgm:cxn modelId="{15BB7EBF-7831-4041-A98F-52D4569CB868}" type="presOf" srcId="{8E7DC7A7-3675-4E95-A153-8ABEB0FFE8D1}" destId="{1891E697-DEB2-442F-BDF2-5A9697934126}"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4CA9C32A-C8CD-40F1-AFCB-D726CB5C7F3F}" srcId="{1A65A4D7-7720-45CB-8279-86EBD3407E97}" destId="{9E6404DC-1053-49D6-95EE-599A97C88DD3}" srcOrd="0" destOrd="0" parTransId="{541DED35-EA1D-4B2B-8573-F418430E3EF8}" sibTransId="{8EA0B31F-0422-4926-B862-5636855C8DF2}"/>
    <dgm:cxn modelId="{A6959415-DED7-4B6A-A517-A7D02466CF20}" type="presOf" srcId="{535E2B3C-27E8-471E-83EC-33A4ACEFA568}" destId="{0E3A6566-1345-4559-897C-38FE3D6E654D}" srcOrd="0" destOrd="0" presId="urn:microsoft.com/office/officeart/2005/8/layout/orgChart1"/>
    <dgm:cxn modelId="{18C0B248-CAFA-4BE0-8E82-DC067C692D04}" type="presOf" srcId="{620DD3EC-BDCD-468B-B566-7FE2B848507E}" destId="{1999F93D-C5E3-4B58-A38A-C971B5C1871B}" srcOrd="1" destOrd="0" presId="urn:microsoft.com/office/officeart/2005/8/layout/orgChart1"/>
    <dgm:cxn modelId="{5EA19B68-6728-412F-A9A9-320472C7C6E5}" type="presOf" srcId="{AF6C41DE-0FE9-4FE2-8BE9-4215E0A90589}" destId="{381C7EA2-2B75-4178-AA8A-D217EDCFA36F}" srcOrd="0" destOrd="0" presId="urn:microsoft.com/office/officeart/2005/8/layout/orgChart1"/>
    <dgm:cxn modelId="{C7B5CF1A-868A-4360-B1B7-09ACAE8ABA4C}" type="presOf" srcId="{AF6C41DE-0FE9-4FE2-8BE9-4215E0A90589}" destId="{E6A79A9D-7FBA-4C8B-83E1-52C545B782AF}" srcOrd="1" destOrd="0" presId="urn:microsoft.com/office/officeart/2005/8/layout/orgChart1"/>
    <dgm:cxn modelId="{C5D05AC6-9EFA-409D-B352-00E25AE4BBDD}" type="presOf" srcId="{592ED3F7-8BDE-4E17-9A2A-84436F328E5C}" destId="{46B26E77-062A-4293-ACEE-E9FBB1B7AFC9}"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4D91BB93-8A96-4B28-ABD7-E0C5172A8ABF}" type="presParOf" srcId="{4C592C92-3156-443C-BB98-9204DFF01F72}" destId="{BABFBFB4-78A4-4B16-AD3A-61E896716A3C}" srcOrd="0" destOrd="0" presId="urn:microsoft.com/office/officeart/2005/8/layout/orgChart1"/>
    <dgm:cxn modelId="{F17702E9-44E5-41A2-AB97-DEF80E41314D}" type="presParOf" srcId="{4C592C92-3156-443C-BB98-9204DFF01F72}" destId="{BA209B51-AF20-42D0-B73C-E23DAC280B0E}" srcOrd="1" destOrd="0" presId="urn:microsoft.com/office/officeart/2005/8/layout/orgChart1"/>
    <dgm:cxn modelId="{167BE2AE-7ABD-485D-A51D-9A62B95A7DAB}" type="presParOf" srcId="{BA209B51-AF20-42D0-B73C-E23DAC280B0E}" destId="{6179A435-2294-4E89-9AFD-488B7F3D520A}" srcOrd="0" destOrd="0" presId="urn:microsoft.com/office/officeart/2005/8/layout/orgChart1"/>
    <dgm:cxn modelId="{AF05B589-CCF1-425E-8E4E-B089B4C22776}" type="presParOf" srcId="{6179A435-2294-4E89-9AFD-488B7F3D520A}" destId="{1A87DFD0-A1A5-4AEF-9874-88156CA4976E}" srcOrd="0" destOrd="0" presId="urn:microsoft.com/office/officeart/2005/8/layout/orgChart1"/>
    <dgm:cxn modelId="{C8F15CC9-9798-4D55-96FB-0B3E6814CF27}" type="presParOf" srcId="{6179A435-2294-4E89-9AFD-488B7F3D520A}" destId="{5F6EAB39-768E-4EF5-A122-D240B2B03279}" srcOrd="1" destOrd="0" presId="urn:microsoft.com/office/officeart/2005/8/layout/orgChart1"/>
    <dgm:cxn modelId="{CAAF9ACE-C260-468A-A3E4-3053855B58F9}" type="presParOf" srcId="{BA209B51-AF20-42D0-B73C-E23DAC280B0E}" destId="{41C14111-03E5-40B0-B727-819D7A9BEF5B}" srcOrd="1" destOrd="0" presId="urn:microsoft.com/office/officeart/2005/8/layout/orgChart1"/>
    <dgm:cxn modelId="{E6AB5A60-E527-417A-AF75-700D87642E55}" type="presParOf" srcId="{BA209B51-AF20-42D0-B73C-E23DAC280B0E}" destId="{1A74A65C-B44E-4F57-AF52-C2C8A7DB0B53}" srcOrd="2" destOrd="0" presId="urn:microsoft.com/office/officeart/2005/8/layout/orgChart1"/>
    <dgm:cxn modelId="{D3A800B7-4750-40DA-86D4-16AA40D50CD0}" type="presParOf" srcId="{4C592C92-3156-443C-BB98-9204DFF01F72}" destId="{1891E697-DEB2-442F-BDF2-5A9697934126}" srcOrd="2" destOrd="0" presId="urn:microsoft.com/office/officeart/2005/8/layout/orgChart1"/>
    <dgm:cxn modelId="{830F826E-C80E-4FE6-A534-EF1AEF6D039D}" type="presParOf" srcId="{4C592C92-3156-443C-BB98-9204DFF01F72}" destId="{47BA5C8E-C2F3-43E7-BA5C-64E91DC65EB3}" srcOrd="3" destOrd="0" presId="urn:microsoft.com/office/officeart/2005/8/layout/orgChart1"/>
    <dgm:cxn modelId="{C57FBFC5-291B-4334-85F8-999F51C31555}" type="presParOf" srcId="{47BA5C8E-C2F3-43E7-BA5C-64E91DC65EB3}" destId="{9308229C-1B34-401A-AF79-99FCEC67DA76}" srcOrd="0" destOrd="0" presId="urn:microsoft.com/office/officeart/2005/8/layout/orgChart1"/>
    <dgm:cxn modelId="{12DB6058-5D55-4EC1-B5C1-DB4952CEE4D5}" type="presParOf" srcId="{9308229C-1B34-401A-AF79-99FCEC67DA76}" destId="{381C7EA2-2B75-4178-AA8A-D217EDCFA36F}" srcOrd="0" destOrd="0" presId="urn:microsoft.com/office/officeart/2005/8/layout/orgChart1"/>
    <dgm:cxn modelId="{CFD70BAF-650B-4B37-B878-BC378AADECA1}" type="presParOf" srcId="{9308229C-1B34-401A-AF79-99FCEC67DA76}" destId="{E6A79A9D-7FBA-4C8B-83E1-52C545B782AF}" srcOrd="1" destOrd="0" presId="urn:microsoft.com/office/officeart/2005/8/layout/orgChart1"/>
    <dgm:cxn modelId="{591F145B-7D20-460E-BCF7-2C2BDF9980DC}" type="presParOf" srcId="{47BA5C8E-C2F3-43E7-BA5C-64E91DC65EB3}" destId="{8877DBAC-6271-426B-82E5-4D334732C047}" srcOrd="1" destOrd="0" presId="urn:microsoft.com/office/officeart/2005/8/layout/orgChart1"/>
    <dgm:cxn modelId="{72BFE140-8900-40DD-BCEB-B83717EA9B99}" type="presParOf" srcId="{47BA5C8E-C2F3-43E7-BA5C-64E91DC65EB3}" destId="{BF715645-1D79-4998-85D3-11D4125E6231}" srcOrd="2" destOrd="0" presId="urn:microsoft.com/office/officeart/2005/8/layout/orgChart1"/>
    <dgm:cxn modelId="{4ECEC585-852D-42B7-8448-582B7D56C8A9}" type="presParOf" srcId="{4C592C92-3156-443C-BB98-9204DFF01F72}" destId="{A4FAE87E-12FA-4A7E-9D3F-3AFCE60315A4}" srcOrd="4" destOrd="0" presId="urn:microsoft.com/office/officeart/2005/8/layout/orgChart1"/>
    <dgm:cxn modelId="{92483812-9901-4FB7-A2EE-B4793D8ECAE3}" type="presParOf" srcId="{4C592C92-3156-443C-BB98-9204DFF01F72}" destId="{59745AC2-BCF2-4AC4-9A79-1E1EF48226AD}" srcOrd="5" destOrd="0" presId="urn:microsoft.com/office/officeart/2005/8/layout/orgChart1"/>
    <dgm:cxn modelId="{22E74176-1BAD-4231-BCB9-F443FD20F810}" type="presParOf" srcId="{59745AC2-BCF2-4AC4-9A79-1E1EF48226AD}" destId="{3CD4DF49-0BA9-4302-9A34-844810873413}" srcOrd="0" destOrd="0" presId="urn:microsoft.com/office/officeart/2005/8/layout/orgChart1"/>
    <dgm:cxn modelId="{608B3379-415D-4F60-87BC-63D8C10898B3}" type="presParOf" srcId="{3CD4DF49-0BA9-4302-9A34-844810873413}" destId="{895EE0A8-FF27-4E5E-A9CF-0B48E925D09C}" srcOrd="0" destOrd="0" presId="urn:microsoft.com/office/officeart/2005/8/layout/orgChart1"/>
    <dgm:cxn modelId="{6D03F4B7-247C-4CB9-9B7F-1987C06D6A22}" type="presParOf" srcId="{3CD4DF49-0BA9-4302-9A34-844810873413}" destId="{640A420B-2CFE-4944-ABF0-EAEAE3402C6F}" srcOrd="1" destOrd="0" presId="urn:microsoft.com/office/officeart/2005/8/layout/orgChart1"/>
    <dgm:cxn modelId="{C4771101-370D-4C4E-8328-A0810EC8D6C8}" type="presParOf" srcId="{59745AC2-BCF2-4AC4-9A79-1E1EF48226AD}" destId="{2FAF0907-22A6-4633-89A3-28CD61B1B262}" srcOrd="1" destOrd="0" presId="urn:microsoft.com/office/officeart/2005/8/layout/orgChart1"/>
    <dgm:cxn modelId="{39FC34F3-F88A-4086-A369-DFF5A7CCC40B}" type="presParOf" srcId="{59745AC2-BCF2-4AC4-9A79-1E1EF48226AD}" destId="{98CB5EF3-7761-4276-9A03-D974B765AAE1}"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BB6798B4-3304-4BDF-A752-D00ADAE4ABFB}" type="presParOf" srcId="{AD53A4B1-01E7-41E8-9724-31F3910545A4}" destId="{62821369-B757-43AF-BF6D-02B9EF83A7FF}" srcOrd="4" destOrd="0" presId="urn:microsoft.com/office/officeart/2005/8/layout/orgChart1"/>
    <dgm:cxn modelId="{FFED0061-3CD4-4AA2-9339-8CF37DFD7CAC}" type="presParOf" srcId="{AD53A4B1-01E7-41E8-9724-31F3910545A4}" destId="{739885B7-7422-46AE-AE38-C86EED9C22BF}" srcOrd="5" destOrd="0" presId="urn:microsoft.com/office/officeart/2005/8/layout/orgChart1"/>
    <dgm:cxn modelId="{21F747C8-79A4-49B4-BEAF-C6ED3215C8B2}" type="presParOf" srcId="{739885B7-7422-46AE-AE38-C86EED9C22BF}" destId="{1BDBFDD5-3230-44FF-B170-FE93CAC5A6B8}" srcOrd="0" destOrd="0" presId="urn:microsoft.com/office/officeart/2005/8/layout/orgChart1"/>
    <dgm:cxn modelId="{51FA5211-96AB-4283-9611-644E0622C5EC}" type="presParOf" srcId="{1BDBFDD5-3230-44FF-B170-FE93CAC5A6B8}" destId="{E2CE8193-46AF-44C0-B4A1-4402C2A6388E}" srcOrd="0" destOrd="0" presId="urn:microsoft.com/office/officeart/2005/8/layout/orgChart1"/>
    <dgm:cxn modelId="{85976A63-EEAA-4BC7-BF0D-E59F7AEE9B74}" type="presParOf" srcId="{1BDBFDD5-3230-44FF-B170-FE93CAC5A6B8}" destId="{0FE7A504-1A99-42A4-92D2-369E93728B6E}" srcOrd="1" destOrd="0" presId="urn:microsoft.com/office/officeart/2005/8/layout/orgChart1"/>
    <dgm:cxn modelId="{F8EFA0DD-10F2-4F88-A5F1-8A050C45EAC1}" type="presParOf" srcId="{739885B7-7422-46AE-AE38-C86EED9C22BF}" destId="{5C832EA0-92EB-4018-A238-AAD0380D7AE1}" srcOrd="1" destOrd="0" presId="urn:microsoft.com/office/officeart/2005/8/layout/orgChart1"/>
    <dgm:cxn modelId="{65F69337-3AFF-40CD-B3BC-26C6560172F4}" type="presParOf" srcId="{5C832EA0-92EB-4018-A238-AAD0380D7AE1}" destId="{9E70A5C0-8C6B-42DA-8585-E605207FB3C9}" srcOrd="0" destOrd="0" presId="urn:microsoft.com/office/officeart/2005/8/layout/orgChart1"/>
    <dgm:cxn modelId="{C287944F-03C2-4657-BB6E-3388E062209E}" type="presParOf" srcId="{5C832EA0-92EB-4018-A238-AAD0380D7AE1}" destId="{7064A7A6-65E9-4E4A-91E3-93CD855E9970}" srcOrd="1" destOrd="0" presId="urn:microsoft.com/office/officeart/2005/8/layout/orgChart1"/>
    <dgm:cxn modelId="{26F7700D-C685-4F52-BA68-A86D4A2BA30C}" type="presParOf" srcId="{7064A7A6-65E9-4E4A-91E3-93CD855E9970}" destId="{FEBDAAC6-701F-4532-A65F-7E7B484BE943}" srcOrd="0" destOrd="0" presId="urn:microsoft.com/office/officeart/2005/8/layout/orgChart1"/>
    <dgm:cxn modelId="{1995C407-92A4-499B-99D7-674F6201CD86}" type="presParOf" srcId="{FEBDAAC6-701F-4532-A65F-7E7B484BE943}" destId="{0E3A6566-1345-4559-897C-38FE3D6E654D}" srcOrd="0" destOrd="0" presId="urn:microsoft.com/office/officeart/2005/8/layout/orgChart1"/>
    <dgm:cxn modelId="{95FE8A0F-8265-4F0B-AAEE-AE1B6810853D}" type="presParOf" srcId="{FEBDAAC6-701F-4532-A65F-7E7B484BE943}" destId="{3DE6579F-2A0B-42E7-B314-59CFB5853E0E}" srcOrd="1" destOrd="0" presId="urn:microsoft.com/office/officeart/2005/8/layout/orgChart1"/>
    <dgm:cxn modelId="{04A710BD-30E5-465A-A1DC-16F1A20446B5}" type="presParOf" srcId="{7064A7A6-65E9-4E4A-91E3-93CD855E9970}" destId="{8C87F5B3-6AD5-4269-BFDA-D073CDE9D216}" srcOrd="1" destOrd="0" presId="urn:microsoft.com/office/officeart/2005/8/layout/orgChart1"/>
    <dgm:cxn modelId="{D0122321-7D4D-48FD-9723-AE0EABEEFCE9}" type="presParOf" srcId="{7064A7A6-65E9-4E4A-91E3-93CD855E9970}" destId="{6C24F2CA-8CFF-4D28-84D7-6CF4D9A6DA9E}" srcOrd="2" destOrd="0" presId="urn:microsoft.com/office/officeart/2005/8/layout/orgChart1"/>
    <dgm:cxn modelId="{57C10F47-6030-47EE-87BC-A03569C2EE65}" type="presParOf" srcId="{5C832EA0-92EB-4018-A238-AAD0380D7AE1}" destId="{D7EC33C0-FF6B-4B64-B619-9763AD02E7A0}" srcOrd="2" destOrd="0" presId="urn:microsoft.com/office/officeart/2005/8/layout/orgChart1"/>
    <dgm:cxn modelId="{44074693-F95B-4EF0-B59D-E3280016F077}" type="presParOf" srcId="{5C832EA0-92EB-4018-A238-AAD0380D7AE1}" destId="{FBE1D08F-7020-404B-99C6-97C281D388D2}" srcOrd="3" destOrd="0" presId="urn:microsoft.com/office/officeart/2005/8/layout/orgChart1"/>
    <dgm:cxn modelId="{52E3DF6E-72B1-4A6B-8AD2-25890C609B89}" type="presParOf" srcId="{FBE1D08F-7020-404B-99C6-97C281D388D2}" destId="{B1BB1CBD-8D60-4E6B-A965-5B902B610DA9}" srcOrd="0" destOrd="0" presId="urn:microsoft.com/office/officeart/2005/8/layout/orgChart1"/>
    <dgm:cxn modelId="{D7F705E1-B023-46A0-8CAC-E2E62F3A8C0E}" type="presParOf" srcId="{B1BB1CBD-8D60-4E6B-A965-5B902B610DA9}" destId="{0B565A4F-01B9-4EB6-9276-06D0F8CC2FA8}" srcOrd="0" destOrd="0" presId="urn:microsoft.com/office/officeart/2005/8/layout/orgChart1"/>
    <dgm:cxn modelId="{65417BE2-42B9-4687-86CB-82874AB0CD16}" type="presParOf" srcId="{B1BB1CBD-8D60-4E6B-A965-5B902B610DA9}" destId="{F24349D2-5ADB-4146-B53F-126FBE314852}" srcOrd="1" destOrd="0" presId="urn:microsoft.com/office/officeart/2005/8/layout/orgChart1"/>
    <dgm:cxn modelId="{12E9D02A-8EAD-41FE-9A62-C7DE6B5FCA26}" type="presParOf" srcId="{FBE1D08F-7020-404B-99C6-97C281D388D2}" destId="{8AD50A83-5785-4E55-95F9-1E475971C318}" srcOrd="1" destOrd="0" presId="urn:microsoft.com/office/officeart/2005/8/layout/orgChart1"/>
    <dgm:cxn modelId="{84D7457D-64E3-411A-BBA7-8BDD0E632873}" type="presParOf" srcId="{FBE1D08F-7020-404B-99C6-97C281D388D2}" destId="{F3809B50-6AEA-4602-815A-4CA14B985C51}" srcOrd="2" destOrd="0" presId="urn:microsoft.com/office/officeart/2005/8/layout/orgChart1"/>
    <dgm:cxn modelId="{95F22C9B-3991-4B91-A1BF-BC36BECA4133}" type="presParOf" srcId="{5C832EA0-92EB-4018-A238-AAD0380D7AE1}" destId="{B3EB23AF-3DC9-4100-A849-FA07AEF443A2}" srcOrd="4" destOrd="0" presId="urn:microsoft.com/office/officeart/2005/8/layout/orgChart1"/>
    <dgm:cxn modelId="{4FCACCD6-D4BF-4C77-AE75-129491F0B14E}" type="presParOf" srcId="{5C832EA0-92EB-4018-A238-AAD0380D7AE1}" destId="{650E286B-1271-49EF-977C-7C8E2C8BE7ED}" srcOrd="5" destOrd="0" presId="urn:microsoft.com/office/officeart/2005/8/layout/orgChart1"/>
    <dgm:cxn modelId="{91B8CB67-D55B-42B7-BA0C-96E6A874C986}" type="presParOf" srcId="{650E286B-1271-49EF-977C-7C8E2C8BE7ED}" destId="{FF01C251-9EC4-4EA8-92DF-9F59EB061505}" srcOrd="0" destOrd="0" presId="urn:microsoft.com/office/officeart/2005/8/layout/orgChart1"/>
    <dgm:cxn modelId="{3EFB14E5-4E5A-4C46-AF80-94C8E3CE67DD}" type="presParOf" srcId="{FF01C251-9EC4-4EA8-92DF-9F59EB061505}" destId="{13A64A61-7645-4497-A631-335381B21440}" srcOrd="0" destOrd="0" presId="urn:microsoft.com/office/officeart/2005/8/layout/orgChart1"/>
    <dgm:cxn modelId="{78C51935-4571-46E9-B078-4EB58EF665DA}" type="presParOf" srcId="{FF01C251-9EC4-4EA8-92DF-9F59EB061505}" destId="{AAE0CE46-459B-450B-BE8B-0F4409FDBB7F}" srcOrd="1" destOrd="0" presId="urn:microsoft.com/office/officeart/2005/8/layout/orgChart1"/>
    <dgm:cxn modelId="{B8041777-18AD-40D0-A356-E35381FB09A3}" type="presParOf" srcId="{650E286B-1271-49EF-977C-7C8E2C8BE7ED}" destId="{98EEB828-198F-4CE1-86E7-B9BE9F7F7975}" srcOrd="1" destOrd="0" presId="urn:microsoft.com/office/officeart/2005/8/layout/orgChart1"/>
    <dgm:cxn modelId="{4BB48DD5-5136-47FD-B65F-3A3078DA9C94}" type="presParOf" srcId="{650E286B-1271-49EF-977C-7C8E2C8BE7ED}" destId="{766EF1A2-3CD3-4BB6-A128-92E174BE9C6F}" srcOrd="2" destOrd="0" presId="urn:microsoft.com/office/officeart/2005/8/layout/orgChart1"/>
    <dgm:cxn modelId="{3795E050-E83F-4C7F-864D-11F244630CAA}" type="presParOf" srcId="{5C832EA0-92EB-4018-A238-AAD0380D7AE1}" destId="{46B26E77-062A-4293-ACEE-E9FBB1B7AFC9}" srcOrd="6" destOrd="0" presId="urn:microsoft.com/office/officeart/2005/8/layout/orgChart1"/>
    <dgm:cxn modelId="{42441B8D-8751-4B16-B37E-CE8CBAF42A04}" type="presParOf" srcId="{5C832EA0-92EB-4018-A238-AAD0380D7AE1}" destId="{D42F4581-A2C2-4A5E-9A77-EBAB82416305}" srcOrd="7" destOrd="0" presId="urn:microsoft.com/office/officeart/2005/8/layout/orgChart1"/>
    <dgm:cxn modelId="{0BDDE525-860D-4153-BF88-0A02735482F7}" type="presParOf" srcId="{D42F4581-A2C2-4A5E-9A77-EBAB82416305}" destId="{EE410F55-638E-471E-96E9-3FEE5D310791}" srcOrd="0" destOrd="0" presId="urn:microsoft.com/office/officeart/2005/8/layout/orgChart1"/>
    <dgm:cxn modelId="{04950EB9-710B-41D8-9727-8DE27203588A}" type="presParOf" srcId="{EE410F55-638E-471E-96E9-3FEE5D310791}" destId="{68F9BB86-EDFB-47D1-AE3A-5735A05E1F08}" srcOrd="0" destOrd="0" presId="urn:microsoft.com/office/officeart/2005/8/layout/orgChart1"/>
    <dgm:cxn modelId="{BF4DB042-8D08-4FF6-95C5-3688C0539893}" type="presParOf" srcId="{EE410F55-638E-471E-96E9-3FEE5D310791}" destId="{32196BA7-60E8-432F-9585-3654C26695D9}" srcOrd="1" destOrd="0" presId="urn:microsoft.com/office/officeart/2005/8/layout/orgChart1"/>
    <dgm:cxn modelId="{6EEDAA6B-83F0-4EB0-A433-3A89CD26CBEE}" type="presParOf" srcId="{D42F4581-A2C2-4A5E-9A77-EBAB82416305}" destId="{C586D55A-BF18-4758-98E5-ED4314D64E9E}" srcOrd="1" destOrd="0" presId="urn:microsoft.com/office/officeart/2005/8/layout/orgChart1"/>
    <dgm:cxn modelId="{360FCDF9-08E6-4B1B-804B-FFDD3BDD0C83}" type="presParOf" srcId="{D42F4581-A2C2-4A5E-9A77-EBAB82416305}" destId="{4CA2E8CA-0194-4450-B4F7-8DF3D1DBDC13}" srcOrd="2" destOrd="0" presId="urn:microsoft.com/office/officeart/2005/8/layout/orgChart1"/>
    <dgm:cxn modelId="{94A3483B-9355-4201-AD9B-DA551A74E2A7}" type="presParOf" srcId="{5C832EA0-92EB-4018-A238-AAD0380D7AE1}" destId="{AAA1F078-CEA3-45B0-BC21-CA7C7E9F0DD7}" srcOrd="8" destOrd="0" presId="urn:microsoft.com/office/officeart/2005/8/layout/orgChart1"/>
    <dgm:cxn modelId="{FEC61095-4053-445A-8115-DD11D4B0EE64}" type="presParOf" srcId="{5C832EA0-92EB-4018-A238-AAD0380D7AE1}" destId="{A0CED7F9-C66C-41F0-BCFF-49004A35CF11}" srcOrd="9" destOrd="0" presId="urn:microsoft.com/office/officeart/2005/8/layout/orgChart1"/>
    <dgm:cxn modelId="{60BE6032-CB97-4F6B-AE66-24BD5403BF7B}" type="presParOf" srcId="{A0CED7F9-C66C-41F0-BCFF-49004A35CF11}" destId="{58F0F69F-F960-473F-9602-C9F59DB5CAE7}" srcOrd="0" destOrd="0" presId="urn:microsoft.com/office/officeart/2005/8/layout/orgChart1"/>
    <dgm:cxn modelId="{94126470-241C-4895-ADD5-ADCE5FBF2D1F}" type="presParOf" srcId="{58F0F69F-F960-473F-9602-C9F59DB5CAE7}" destId="{9AC40EFA-20D6-4F90-BF9B-FECE51A46116}" srcOrd="0" destOrd="0" presId="urn:microsoft.com/office/officeart/2005/8/layout/orgChart1"/>
    <dgm:cxn modelId="{6B2D2236-5874-41A3-9287-090AE724985C}" type="presParOf" srcId="{58F0F69F-F960-473F-9602-C9F59DB5CAE7}" destId="{8CBE154F-2C71-4895-A205-B8C8950394ED}" srcOrd="1" destOrd="0" presId="urn:microsoft.com/office/officeart/2005/8/layout/orgChart1"/>
    <dgm:cxn modelId="{A7A7CDF3-11AE-4BC1-B55F-1D8E19EA160B}" type="presParOf" srcId="{A0CED7F9-C66C-41F0-BCFF-49004A35CF11}" destId="{4C6EA499-92F0-42C2-8769-772CA91D0DFF}" srcOrd="1" destOrd="0" presId="urn:microsoft.com/office/officeart/2005/8/layout/orgChart1"/>
    <dgm:cxn modelId="{459CFF66-ABC4-4026-891A-8D7C78593961}" type="presParOf" srcId="{A0CED7F9-C66C-41F0-BCFF-49004A35CF11}" destId="{EBB5A792-BAE7-4B8B-9CBD-7BB7430317E9}" srcOrd="2" destOrd="0" presId="urn:microsoft.com/office/officeart/2005/8/layout/orgChart1"/>
    <dgm:cxn modelId="{44B549E4-2C62-4388-BA61-7C72C2233917}" type="presParOf" srcId="{5C832EA0-92EB-4018-A238-AAD0380D7AE1}" destId="{E5E82D6C-BB0D-481D-A9F4-AB99E4778C86}" srcOrd="10" destOrd="0" presId="urn:microsoft.com/office/officeart/2005/8/layout/orgChart1"/>
    <dgm:cxn modelId="{3F4F7EFC-95A6-4B14-A71F-9BBB5781D68B}" type="presParOf" srcId="{5C832EA0-92EB-4018-A238-AAD0380D7AE1}" destId="{4C471ABF-7849-4242-BF25-ADB1C3D3D17D}" srcOrd="11" destOrd="0" presId="urn:microsoft.com/office/officeart/2005/8/layout/orgChart1"/>
    <dgm:cxn modelId="{1740E06E-377F-4DA3-872B-00E5CCE1279A}" type="presParOf" srcId="{4C471ABF-7849-4242-BF25-ADB1C3D3D17D}" destId="{F5F3A7B3-53CA-4066-ACBE-B5DD8E8D93B7}" srcOrd="0" destOrd="0" presId="urn:microsoft.com/office/officeart/2005/8/layout/orgChart1"/>
    <dgm:cxn modelId="{7D515DA4-336B-4228-8F8A-04B2FCEF33B0}" type="presParOf" srcId="{F5F3A7B3-53CA-4066-ACBE-B5DD8E8D93B7}" destId="{DC7D0CF0-115C-4024-B0A6-7BC035EE04B9}" srcOrd="0" destOrd="0" presId="urn:microsoft.com/office/officeart/2005/8/layout/orgChart1"/>
    <dgm:cxn modelId="{88F3E483-706D-4F2A-ADDA-43BBD8335E4D}" type="presParOf" srcId="{F5F3A7B3-53CA-4066-ACBE-B5DD8E8D93B7}" destId="{8FA9A328-A8A7-472C-899B-C7E00A46791C}" srcOrd="1" destOrd="0" presId="urn:microsoft.com/office/officeart/2005/8/layout/orgChart1"/>
    <dgm:cxn modelId="{C7AB3B1F-4BE0-4CED-8FA7-CAC43F4E74AD}" type="presParOf" srcId="{4C471ABF-7849-4242-BF25-ADB1C3D3D17D}" destId="{6F8A478A-C8E1-437C-95E8-C1A4CBB1B65C}" srcOrd="1" destOrd="0" presId="urn:microsoft.com/office/officeart/2005/8/layout/orgChart1"/>
    <dgm:cxn modelId="{55387003-2FD0-4233-944D-E3321AE1079E}" type="presParOf" srcId="{4C471ABF-7849-4242-BF25-ADB1C3D3D17D}" destId="{A557FFCB-2C31-4A7F-A856-EF85857AD8D3}" srcOrd="2" destOrd="0" presId="urn:microsoft.com/office/officeart/2005/8/layout/orgChart1"/>
    <dgm:cxn modelId="{025F3DC2-58B2-4E89-88AF-DB9DF2549973}" type="presParOf" srcId="{739885B7-7422-46AE-AE38-C86EED9C22BF}" destId="{AFF152E2-0280-4325-8B01-B43435B772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9: Playing by the rules.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Biz rules taxonomy</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Biz rules overview</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smtClean="0"/>
            <a:t>Atomic biz rules</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smtClean="0"/>
            <a:t>Biz process</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smtClean="0"/>
            <a:t>Biz Req.</a:t>
          </a:r>
          <a:endParaRPr lang="en-US" sz="14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2BC47C35-CB2E-4ADA-997E-20AB4D35A222}">
      <dgm:prSet phldrT="[Text]" custT="1"/>
      <dgm:spPr/>
      <dgm:t>
        <a:bodyPr/>
        <a:lstStyle/>
        <a:p>
          <a:r>
            <a:rPr lang="en-US" sz="1600" dirty="0" smtClean="0"/>
            <a:t>Facts</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a:t>
          </a:r>
          <a:r>
            <a:rPr lang="en-US" sz="1600" dirty="0" smtClean="0"/>
            <a:t>Constraints</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5E89FAF8-7222-4880-B72C-F381939B991A}">
      <dgm:prSet phldrT="[Text]" custT="1"/>
      <dgm:spPr/>
      <dgm:t>
        <a:bodyPr/>
        <a:lstStyle/>
        <a:p>
          <a:r>
            <a:rPr lang="en-US" sz="1600" dirty="0" smtClean="0"/>
            <a:t>Action enablers</a:t>
          </a:r>
          <a:endParaRPr lang="en-US" sz="1600" dirty="0"/>
        </a:p>
      </dgm:t>
    </dgm:pt>
    <dgm:pt modelId="{49B74ACD-4DE6-4E7A-A574-B54F96B2B84B}" type="parTrans" cxnId="{9DA1E6C1-3177-4056-85A7-B7FE5F941D13}">
      <dgm:prSet/>
      <dgm:spPr/>
      <dgm:t>
        <a:bodyPr/>
        <a:lstStyle/>
        <a:p>
          <a:endParaRPr lang="en-US"/>
        </a:p>
      </dgm:t>
    </dgm:pt>
    <dgm:pt modelId="{209BCB29-8DD4-400E-AC54-27D11B8F19FF}" type="sibTrans" cxnId="{9DA1E6C1-3177-4056-85A7-B7FE5F941D13}">
      <dgm:prSet/>
      <dgm:spPr/>
      <dgm:t>
        <a:bodyPr/>
        <a:lstStyle/>
        <a:p>
          <a:endParaRPr lang="en-US"/>
        </a:p>
      </dgm:t>
    </dgm:pt>
    <dgm:pt modelId="{79F08556-95A0-429D-A974-1505EE2AD141}">
      <dgm:prSet phldrT="[Text]" custT="1"/>
      <dgm:spPr/>
      <dgm:t>
        <a:bodyPr/>
        <a:lstStyle/>
        <a:p>
          <a:r>
            <a:rPr lang="en-US" sz="1400" dirty="0" smtClean="0"/>
            <a:t>Biz rules</a:t>
          </a:r>
          <a:endParaRPr lang="en-US" sz="1400" dirty="0"/>
        </a:p>
      </dgm:t>
    </dgm:pt>
    <dgm:pt modelId="{39FF2713-3361-4E43-86AE-7B655C4808A3}" type="parTrans" cxnId="{29639B1D-82DA-4767-807B-5CBE33A98AFF}">
      <dgm:prSet/>
      <dgm:spPr/>
      <dgm:t>
        <a:bodyPr/>
        <a:lstStyle/>
        <a:p>
          <a:endParaRPr lang="en-US"/>
        </a:p>
      </dgm:t>
    </dgm:pt>
    <dgm:pt modelId="{3C7C07CE-04C2-475E-85AA-1C8663A595DD}" type="sibTrans" cxnId="{29639B1D-82DA-4767-807B-5CBE33A98AFF}">
      <dgm:prSet/>
      <dgm:spPr/>
      <dgm:t>
        <a:bodyPr/>
        <a:lstStyle/>
        <a:p>
          <a:endParaRPr lang="en-US"/>
        </a:p>
      </dgm:t>
    </dgm:pt>
    <dgm:pt modelId="{44D06823-7690-49DA-9AF4-E258FFACAC0D}">
      <dgm:prSet phldrT="[Text]" custT="1"/>
      <dgm:spPr/>
      <dgm:t>
        <a:bodyPr/>
        <a:lstStyle/>
        <a:p>
          <a:r>
            <a:rPr lang="en-US" sz="1600" dirty="0" smtClean="0"/>
            <a:t>Inferences</a:t>
          </a:r>
          <a:endParaRPr lang="en-US" sz="1600" dirty="0"/>
        </a:p>
      </dgm:t>
    </dgm:pt>
    <dgm:pt modelId="{D5A0FBC2-0210-41EF-9CC3-DC5FDE7A085C}" type="parTrans" cxnId="{82D5120E-6411-4EDA-9FED-8CD3B7D02DFD}">
      <dgm:prSet/>
      <dgm:spPr/>
      <dgm:t>
        <a:bodyPr/>
        <a:lstStyle/>
        <a:p>
          <a:endParaRPr lang="en-US"/>
        </a:p>
      </dgm:t>
    </dgm:pt>
    <dgm:pt modelId="{C601D1F9-9250-475F-BE2B-300223FFB5C7}" type="sibTrans" cxnId="{82D5120E-6411-4EDA-9FED-8CD3B7D02DFD}">
      <dgm:prSet/>
      <dgm:spPr/>
      <dgm:t>
        <a:bodyPr/>
        <a:lstStyle/>
        <a:p>
          <a:endParaRPr lang="en-US"/>
        </a:p>
      </dgm:t>
    </dgm:pt>
    <dgm:pt modelId="{E4ECF9B0-BF57-4FA5-ABB4-E7D168DC9EC7}">
      <dgm:prSet phldrT="[Text]" custT="1"/>
      <dgm:spPr/>
      <dgm:t>
        <a:bodyPr/>
        <a:lstStyle/>
        <a:p>
          <a:r>
            <a:rPr lang="en-US" sz="1600" dirty="0" smtClean="0"/>
            <a:t>computations</a:t>
          </a:r>
          <a:endParaRPr lang="en-US" sz="1600" dirty="0"/>
        </a:p>
      </dgm:t>
    </dgm:pt>
    <dgm:pt modelId="{3312122F-CE8D-492A-BFF2-A41518A5B5C2}" type="parTrans" cxnId="{EE5EBCD2-9E3B-4A46-98AD-0B3BECC7B650}">
      <dgm:prSet/>
      <dgm:spPr/>
      <dgm:t>
        <a:bodyPr/>
        <a:lstStyle/>
        <a:p>
          <a:endParaRPr lang="en-US"/>
        </a:p>
      </dgm:t>
    </dgm:pt>
    <dgm:pt modelId="{C0A1AEB6-1AD5-4CF2-95CE-CB4C8A3C0A29}" type="sibTrans" cxnId="{EE5EBCD2-9E3B-4A46-98AD-0B3BECC7B650}">
      <dgm:prSet/>
      <dgm:spPr/>
      <dgm:t>
        <a:bodyPr/>
        <a:lstStyle/>
        <a:p>
          <a:endParaRPr lang="en-US"/>
        </a:p>
      </dgm:t>
    </dgm:pt>
    <dgm:pt modelId="{BD07C1EE-B85E-4FFF-ACD3-A118A7858501}">
      <dgm:prSet phldrT="[Text]" custT="1"/>
      <dgm:spPr/>
      <dgm:t>
        <a:bodyPr/>
        <a:lstStyle/>
        <a:p>
          <a:r>
            <a:rPr lang="en-US" sz="1600" dirty="0" smtClean="0"/>
            <a:t>Document biz rules</a:t>
          </a:r>
          <a:endParaRPr lang="en-US" sz="1600" dirty="0"/>
        </a:p>
      </dgm:t>
    </dgm:pt>
    <dgm:pt modelId="{99DF97D8-3CD9-4E8A-85F7-D08BD73C5EDA}" type="parTrans" cxnId="{682CD3DD-EF63-4E7B-9DEB-D81CC53B2EF8}">
      <dgm:prSet/>
      <dgm:spPr/>
      <dgm:t>
        <a:bodyPr/>
        <a:lstStyle/>
        <a:p>
          <a:endParaRPr lang="en-US"/>
        </a:p>
      </dgm:t>
    </dgm:pt>
    <dgm:pt modelId="{C748FF79-922B-4CC7-B127-D42C46B89F5D}" type="sibTrans" cxnId="{682CD3DD-EF63-4E7B-9DEB-D81CC53B2EF8}">
      <dgm:prSet/>
      <dgm:spPr/>
      <dgm:t>
        <a:bodyPr/>
        <a:lstStyle/>
        <a:p>
          <a:endParaRPr lang="en-US"/>
        </a:p>
      </dgm:t>
    </dgm:pt>
    <dgm:pt modelId="{DE3F3A66-A40E-4C4E-8F98-441BD5C5032B}">
      <dgm:prSet phldrT="[Text]" custT="1"/>
      <dgm:spPr/>
      <dgm:t>
        <a:bodyPr/>
        <a:lstStyle/>
        <a:p>
          <a:r>
            <a:rPr lang="en-US" sz="1600" dirty="0" smtClean="0"/>
            <a:t>Discovering biz rules</a:t>
          </a:r>
          <a:endParaRPr lang="en-US" sz="1600" dirty="0"/>
        </a:p>
      </dgm:t>
    </dgm:pt>
    <dgm:pt modelId="{8DDAC59E-11F4-4CC2-BAAE-629A118EC0C5}" type="parTrans" cxnId="{1B9D0A24-906A-4368-BEA6-F8922FB8750E}">
      <dgm:prSet/>
      <dgm:spPr/>
      <dgm:t>
        <a:bodyPr/>
        <a:lstStyle/>
        <a:p>
          <a:endParaRPr lang="en-US"/>
        </a:p>
      </dgm:t>
    </dgm:pt>
    <dgm:pt modelId="{D6F52107-6187-47CE-91A8-8DA1B4451480}" type="sibTrans" cxnId="{1B9D0A24-906A-4368-BEA6-F8922FB8750E}">
      <dgm:prSet/>
      <dgm:spPr/>
      <dgm:t>
        <a:bodyPr/>
        <a:lstStyle/>
        <a:p>
          <a:endParaRPr lang="en-US"/>
        </a:p>
      </dgm:t>
    </dgm:pt>
    <dgm:pt modelId="{C84B5696-F8AA-47A7-B520-0CCF4DC0D169}">
      <dgm:prSet phldrT="[Text]" custT="1"/>
      <dgm:spPr/>
      <dgm:t>
        <a:bodyPr/>
        <a:lstStyle/>
        <a:p>
          <a:r>
            <a:rPr lang="en-US" sz="1600" dirty="0" smtClean="0"/>
            <a:t>Common knowledge</a:t>
          </a:r>
          <a:endParaRPr lang="en-US" sz="1600" dirty="0"/>
        </a:p>
      </dgm:t>
    </dgm:pt>
    <dgm:pt modelId="{60E5B7E9-0A20-412C-A22B-B941A8A2C9E2}" type="parTrans" cxnId="{21056FDB-4EC7-4FCE-8C41-693904C08839}">
      <dgm:prSet/>
      <dgm:spPr/>
      <dgm:t>
        <a:bodyPr/>
        <a:lstStyle/>
        <a:p>
          <a:endParaRPr lang="en-US"/>
        </a:p>
      </dgm:t>
    </dgm:pt>
    <dgm:pt modelId="{4E19B19E-BAB4-4453-8886-A8F426C44316}" type="sibTrans" cxnId="{21056FDB-4EC7-4FCE-8C41-693904C08839}">
      <dgm:prSet/>
      <dgm:spPr/>
      <dgm:t>
        <a:bodyPr/>
        <a:lstStyle/>
        <a:p>
          <a:endParaRPr lang="en-US"/>
        </a:p>
      </dgm:t>
    </dgm:pt>
    <dgm:pt modelId="{5DE1134C-A58B-452D-9EBF-D9D59E9ED166}">
      <dgm:prSet phldrT="[Text]" custT="1"/>
      <dgm:spPr/>
      <dgm:t>
        <a:bodyPr/>
        <a:lstStyle/>
        <a:p>
          <a:r>
            <a:rPr lang="en-US" sz="1600" dirty="0" smtClean="0"/>
            <a:t>Legacy systems</a:t>
          </a:r>
          <a:endParaRPr lang="en-US" sz="1600" dirty="0"/>
        </a:p>
      </dgm:t>
    </dgm:pt>
    <dgm:pt modelId="{8A86D321-BEFA-4FCB-BE5A-23FDF4940CE8}" type="parTrans" cxnId="{EBE777F4-ED5D-4B31-BF39-0639E323992E}">
      <dgm:prSet/>
      <dgm:spPr/>
      <dgm:t>
        <a:bodyPr/>
        <a:lstStyle/>
        <a:p>
          <a:endParaRPr lang="en-US"/>
        </a:p>
      </dgm:t>
    </dgm:pt>
    <dgm:pt modelId="{50F8866B-FB34-44E7-B6CD-2978D32487C1}" type="sibTrans" cxnId="{EBE777F4-ED5D-4B31-BF39-0639E323992E}">
      <dgm:prSet/>
      <dgm:spPr/>
      <dgm:t>
        <a:bodyPr/>
        <a:lstStyle/>
        <a:p>
          <a:endParaRPr lang="en-US"/>
        </a:p>
      </dgm:t>
    </dgm:pt>
    <dgm:pt modelId="{54003B33-F101-4C13-88B6-871318462FEA}">
      <dgm:prSet phldrT="[Text]" custT="1"/>
      <dgm:spPr/>
      <dgm:t>
        <a:bodyPr/>
        <a:lstStyle/>
        <a:p>
          <a:r>
            <a:rPr lang="en-US" sz="1600" dirty="0" smtClean="0"/>
            <a:t>Biz process modeling</a:t>
          </a:r>
          <a:endParaRPr lang="en-US" sz="1600" dirty="0"/>
        </a:p>
      </dgm:t>
    </dgm:pt>
    <dgm:pt modelId="{BA75B2AE-15BD-4F45-893B-16E00B282A22}" type="parTrans" cxnId="{3347DA61-A809-4BA9-ADE6-A0AC07D1A939}">
      <dgm:prSet/>
      <dgm:spPr/>
      <dgm:t>
        <a:bodyPr/>
        <a:lstStyle/>
        <a:p>
          <a:endParaRPr lang="en-US"/>
        </a:p>
      </dgm:t>
    </dgm:pt>
    <dgm:pt modelId="{3039A0FA-8DE4-4324-AAA5-B8D358CFEFA5}" type="sibTrans" cxnId="{3347DA61-A809-4BA9-ADE6-A0AC07D1A939}">
      <dgm:prSet/>
      <dgm:spPr/>
      <dgm:t>
        <a:bodyPr/>
        <a:lstStyle/>
        <a:p>
          <a:endParaRPr lang="en-US"/>
        </a:p>
      </dgm:t>
    </dgm:pt>
    <dgm:pt modelId="{6F536ECF-2101-409E-8B44-0A51F266319C}">
      <dgm:prSet phldrT="[Text]" custT="1"/>
      <dgm:spPr/>
      <dgm:t>
        <a:bodyPr/>
        <a:lstStyle/>
        <a:p>
          <a:r>
            <a:rPr lang="en-US" sz="1600" dirty="0" smtClean="0"/>
            <a:t>Analysis document</a:t>
          </a:r>
          <a:endParaRPr lang="en-US" sz="1600" dirty="0"/>
        </a:p>
      </dgm:t>
    </dgm:pt>
    <dgm:pt modelId="{E350AF4A-A38F-43F9-A7FC-2F215F74BFD8}" type="parTrans" cxnId="{A12E0989-E376-40CA-BDF0-18FF0473FBFC}">
      <dgm:prSet/>
      <dgm:spPr/>
      <dgm:t>
        <a:bodyPr/>
        <a:lstStyle/>
        <a:p>
          <a:endParaRPr lang="en-US"/>
        </a:p>
      </dgm:t>
    </dgm:pt>
    <dgm:pt modelId="{4FF4F317-66B9-4074-BB13-B6A4C9B228E5}" type="sibTrans" cxnId="{A12E0989-E376-40CA-BDF0-18FF0473FBFC}">
      <dgm:prSet/>
      <dgm:spPr/>
      <dgm:t>
        <a:bodyPr/>
        <a:lstStyle/>
        <a:p>
          <a:endParaRPr lang="en-US"/>
        </a:p>
      </dgm:t>
    </dgm:pt>
    <dgm:pt modelId="{0AB822A0-15F2-4533-B4DB-33884BC8396F}">
      <dgm:prSet phldrT="[Text]" custT="1"/>
      <dgm:spPr/>
      <dgm:t>
        <a:bodyPr/>
        <a:lstStyle/>
        <a:p>
          <a:r>
            <a:rPr lang="en-US" sz="1600" dirty="0" smtClean="0"/>
            <a:t>Analysis data</a:t>
          </a:r>
          <a:endParaRPr lang="en-US" sz="1600" dirty="0"/>
        </a:p>
      </dgm:t>
    </dgm:pt>
    <dgm:pt modelId="{97CCFE05-B9B8-446C-A492-0F3E86B61714}" type="parTrans" cxnId="{034B773E-BE81-4FC1-ACA9-D304A6F51600}">
      <dgm:prSet/>
      <dgm:spPr/>
      <dgm:t>
        <a:bodyPr/>
        <a:lstStyle/>
        <a:p>
          <a:endParaRPr lang="en-US"/>
        </a:p>
      </dgm:t>
    </dgm:pt>
    <dgm:pt modelId="{47CD3D97-2824-43AA-B27C-31FC4F9CEB23}" type="sibTrans" cxnId="{034B773E-BE81-4FC1-ACA9-D304A6F51600}">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5"/>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3"/>
      <dgm:spPr/>
      <dgm:t>
        <a:bodyPr/>
        <a:lstStyle/>
        <a:p>
          <a:endParaRPr lang="en-US"/>
        </a:p>
      </dgm:t>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3">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13"/>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3"/>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3">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1" presStyleCnt="13"/>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022074EE-D8B3-4D99-87D4-57B1E89EC65D}" type="pres">
      <dgm:prSet presAssocID="{39FF2713-3361-4E43-86AE-7B655C4808A3}" presName="Name37" presStyleLbl="parChTrans1D3" presStyleIdx="2" presStyleCnt="13"/>
      <dgm:spPr/>
    </dgm:pt>
    <dgm:pt modelId="{379F7FD6-F0A1-4D8D-BC6F-1F6910E50FCD}" type="pres">
      <dgm:prSet presAssocID="{79F08556-95A0-429D-A974-1505EE2AD141}" presName="hierRoot2" presStyleCnt="0">
        <dgm:presLayoutVars>
          <dgm:hierBranch val="init"/>
        </dgm:presLayoutVars>
      </dgm:prSet>
      <dgm:spPr/>
    </dgm:pt>
    <dgm:pt modelId="{259D685A-A2A7-4679-8D42-393A21B6567E}" type="pres">
      <dgm:prSet presAssocID="{79F08556-95A0-429D-A974-1505EE2AD141}" presName="rootComposite" presStyleCnt="0"/>
      <dgm:spPr/>
    </dgm:pt>
    <dgm:pt modelId="{1C284F76-53D2-40FA-9049-72550C36B2CE}" type="pres">
      <dgm:prSet presAssocID="{79F08556-95A0-429D-A974-1505EE2AD141}" presName="rootText" presStyleLbl="node3" presStyleIdx="2" presStyleCnt="13">
        <dgm:presLayoutVars>
          <dgm:chPref val="3"/>
        </dgm:presLayoutVars>
      </dgm:prSet>
      <dgm:spPr/>
      <dgm:t>
        <a:bodyPr/>
        <a:lstStyle/>
        <a:p>
          <a:endParaRPr lang="en-US"/>
        </a:p>
      </dgm:t>
    </dgm:pt>
    <dgm:pt modelId="{9B1900F7-3CB3-428D-85B4-52A7ED6F914C}" type="pres">
      <dgm:prSet presAssocID="{79F08556-95A0-429D-A974-1505EE2AD141}" presName="rootConnector" presStyleLbl="node3" presStyleIdx="2" presStyleCnt="13"/>
      <dgm:spPr/>
      <dgm:t>
        <a:bodyPr/>
        <a:lstStyle/>
        <a:p>
          <a:endParaRPr lang="en-US"/>
        </a:p>
      </dgm:t>
    </dgm:pt>
    <dgm:pt modelId="{41683817-01EE-4E47-93C3-E8CA4BD1773C}" type="pres">
      <dgm:prSet presAssocID="{79F08556-95A0-429D-A974-1505EE2AD141}" presName="hierChild4" presStyleCnt="0"/>
      <dgm:spPr/>
    </dgm:pt>
    <dgm:pt modelId="{38E524A3-82AB-4C78-A620-D059FE4AA81B}" type="pres">
      <dgm:prSet presAssocID="{79F08556-95A0-429D-A974-1505EE2AD141}"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5"/>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3" presStyleCnt="13"/>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3" presStyleCnt="13"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3" presStyleCnt="13"/>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4" presStyleCnt="13"/>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4" presStyleCnt="13"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4" presStyleCnt="13"/>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A4FAE87E-12FA-4A7E-9D3F-3AFCE60315A4}" type="pres">
      <dgm:prSet presAssocID="{49B74ACD-4DE6-4E7A-A574-B54F96B2B84B}" presName="Name37" presStyleLbl="parChTrans1D3" presStyleIdx="5" presStyleCnt="13"/>
      <dgm:spPr/>
      <dgm:t>
        <a:bodyPr/>
        <a:lstStyle/>
        <a:p>
          <a:endParaRPr lang="en-US"/>
        </a:p>
      </dgm:t>
    </dgm:pt>
    <dgm:pt modelId="{59745AC2-BCF2-4AC4-9A79-1E1EF48226AD}" type="pres">
      <dgm:prSet presAssocID="{5E89FAF8-7222-4880-B72C-F381939B991A}" presName="hierRoot2" presStyleCnt="0">
        <dgm:presLayoutVars>
          <dgm:hierBranch val="init"/>
        </dgm:presLayoutVars>
      </dgm:prSet>
      <dgm:spPr/>
    </dgm:pt>
    <dgm:pt modelId="{3CD4DF49-0BA9-4302-9A34-844810873413}" type="pres">
      <dgm:prSet presAssocID="{5E89FAF8-7222-4880-B72C-F381939B991A}" presName="rootComposite" presStyleCnt="0"/>
      <dgm:spPr/>
    </dgm:pt>
    <dgm:pt modelId="{895EE0A8-FF27-4E5E-A9CF-0B48E925D09C}" type="pres">
      <dgm:prSet presAssocID="{5E89FAF8-7222-4880-B72C-F381939B991A}" presName="rootText" presStyleLbl="node3" presStyleIdx="5" presStyleCnt="13">
        <dgm:presLayoutVars>
          <dgm:chPref val="3"/>
        </dgm:presLayoutVars>
      </dgm:prSet>
      <dgm:spPr/>
      <dgm:t>
        <a:bodyPr/>
        <a:lstStyle/>
        <a:p>
          <a:endParaRPr lang="en-US"/>
        </a:p>
      </dgm:t>
    </dgm:pt>
    <dgm:pt modelId="{640A420B-2CFE-4944-ABF0-EAEAE3402C6F}" type="pres">
      <dgm:prSet presAssocID="{5E89FAF8-7222-4880-B72C-F381939B991A}" presName="rootConnector" presStyleLbl="node3" presStyleIdx="5" presStyleCnt="13"/>
      <dgm:spPr/>
      <dgm:t>
        <a:bodyPr/>
        <a:lstStyle/>
        <a:p>
          <a:endParaRPr lang="en-US"/>
        </a:p>
      </dgm:t>
    </dgm:pt>
    <dgm:pt modelId="{2FAF0907-22A6-4633-89A3-28CD61B1B262}" type="pres">
      <dgm:prSet presAssocID="{5E89FAF8-7222-4880-B72C-F381939B991A}" presName="hierChild4" presStyleCnt="0"/>
      <dgm:spPr/>
    </dgm:pt>
    <dgm:pt modelId="{98CB5EF3-7761-4276-9A03-D974B765AAE1}" type="pres">
      <dgm:prSet presAssocID="{5E89FAF8-7222-4880-B72C-F381939B991A}" presName="hierChild5" presStyleCnt="0"/>
      <dgm:spPr/>
    </dgm:pt>
    <dgm:pt modelId="{0CD1C6DD-887B-47E1-AD1C-2EF1EFC45C9E}" type="pres">
      <dgm:prSet presAssocID="{D5A0FBC2-0210-41EF-9CC3-DC5FDE7A085C}" presName="Name37" presStyleLbl="parChTrans1D3" presStyleIdx="6" presStyleCnt="13"/>
      <dgm:spPr/>
    </dgm:pt>
    <dgm:pt modelId="{05A4AD7F-E317-4253-8433-DD01C56257A8}" type="pres">
      <dgm:prSet presAssocID="{44D06823-7690-49DA-9AF4-E258FFACAC0D}" presName="hierRoot2" presStyleCnt="0">
        <dgm:presLayoutVars>
          <dgm:hierBranch val="init"/>
        </dgm:presLayoutVars>
      </dgm:prSet>
      <dgm:spPr/>
    </dgm:pt>
    <dgm:pt modelId="{BF12B3E6-96AC-4627-97E8-6BFC9B8C7D94}" type="pres">
      <dgm:prSet presAssocID="{44D06823-7690-49DA-9AF4-E258FFACAC0D}" presName="rootComposite" presStyleCnt="0"/>
      <dgm:spPr/>
    </dgm:pt>
    <dgm:pt modelId="{9D965E0F-5EF6-4280-94C3-C6F6BB055DFD}" type="pres">
      <dgm:prSet presAssocID="{44D06823-7690-49DA-9AF4-E258FFACAC0D}" presName="rootText" presStyleLbl="node3" presStyleIdx="6" presStyleCnt="13">
        <dgm:presLayoutVars>
          <dgm:chPref val="3"/>
        </dgm:presLayoutVars>
      </dgm:prSet>
      <dgm:spPr/>
      <dgm:t>
        <a:bodyPr/>
        <a:lstStyle/>
        <a:p>
          <a:endParaRPr lang="en-US"/>
        </a:p>
      </dgm:t>
    </dgm:pt>
    <dgm:pt modelId="{CA60C86F-5CD4-49CD-8A0D-260A73460D64}" type="pres">
      <dgm:prSet presAssocID="{44D06823-7690-49DA-9AF4-E258FFACAC0D}" presName="rootConnector" presStyleLbl="node3" presStyleIdx="6" presStyleCnt="13"/>
      <dgm:spPr/>
      <dgm:t>
        <a:bodyPr/>
        <a:lstStyle/>
        <a:p>
          <a:endParaRPr lang="en-US"/>
        </a:p>
      </dgm:t>
    </dgm:pt>
    <dgm:pt modelId="{11A24CD1-8504-4843-8FF8-D1AEB1587888}" type="pres">
      <dgm:prSet presAssocID="{44D06823-7690-49DA-9AF4-E258FFACAC0D}" presName="hierChild4" presStyleCnt="0"/>
      <dgm:spPr/>
    </dgm:pt>
    <dgm:pt modelId="{975FC13D-B0BD-4DF3-81D2-7AB34E105329}" type="pres">
      <dgm:prSet presAssocID="{44D06823-7690-49DA-9AF4-E258FFACAC0D}" presName="hierChild5" presStyleCnt="0"/>
      <dgm:spPr/>
    </dgm:pt>
    <dgm:pt modelId="{D2B7D062-D75C-4271-BB63-D14061A8348E}" type="pres">
      <dgm:prSet presAssocID="{3312122F-CE8D-492A-BFF2-A41518A5B5C2}" presName="Name37" presStyleLbl="parChTrans1D3" presStyleIdx="7" presStyleCnt="13"/>
      <dgm:spPr/>
    </dgm:pt>
    <dgm:pt modelId="{FD71F073-92B3-4E0C-809A-E1085BE14C3A}" type="pres">
      <dgm:prSet presAssocID="{E4ECF9B0-BF57-4FA5-ABB4-E7D168DC9EC7}" presName="hierRoot2" presStyleCnt="0">
        <dgm:presLayoutVars>
          <dgm:hierBranch val="init"/>
        </dgm:presLayoutVars>
      </dgm:prSet>
      <dgm:spPr/>
    </dgm:pt>
    <dgm:pt modelId="{3FA765BF-ED20-4656-AA8F-3416B4D8A1C6}" type="pres">
      <dgm:prSet presAssocID="{E4ECF9B0-BF57-4FA5-ABB4-E7D168DC9EC7}" presName="rootComposite" presStyleCnt="0"/>
      <dgm:spPr/>
    </dgm:pt>
    <dgm:pt modelId="{A17448AA-8B4B-4E4E-8FEC-B9D3488A86AA}" type="pres">
      <dgm:prSet presAssocID="{E4ECF9B0-BF57-4FA5-ABB4-E7D168DC9EC7}" presName="rootText" presStyleLbl="node3" presStyleIdx="7" presStyleCnt="13">
        <dgm:presLayoutVars>
          <dgm:chPref val="3"/>
        </dgm:presLayoutVars>
      </dgm:prSet>
      <dgm:spPr/>
      <dgm:t>
        <a:bodyPr/>
        <a:lstStyle/>
        <a:p>
          <a:endParaRPr lang="en-US"/>
        </a:p>
      </dgm:t>
    </dgm:pt>
    <dgm:pt modelId="{752F8E88-BDF0-4C26-A8D8-CB96C7040F07}" type="pres">
      <dgm:prSet presAssocID="{E4ECF9B0-BF57-4FA5-ABB4-E7D168DC9EC7}" presName="rootConnector" presStyleLbl="node3" presStyleIdx="7" presStyleCnt="13"/>
      <dgm:spPr/>
      <dgm:t>
        <a:bodyPr/>
        <a:lstStyle/>
        <a:p>
          <a:endParaRPr lang="en-US"/>
        </a:p>
      </dgm:t>
    </dgm:pt>
    <dgm:pt modelId="{3D11001B-98C0-480C-8D24-8811B470559A}" type="pres">
      <dgm:prSet presAssocID="{E4ECF9B0-BF57-4FA5-ABB4-E7D168DC9EC7}" presName="hierChild4" presStyleCnt="0"/>
      <dgm:spPr/>
    </dgm:pt>
    <dgm:pt modelId="{BBB7EFA1-A8E7-497A-AF68-3CA740DA3CAF}" type="pres">
      <dgm:prSet presAssocID="{E4ECF9B0-BF57-4FA5-ABB4-E7D168DC9EC7}" presName="hierChild5" presStyleCnt="0"/>
      <dgm:spPr/>
    </dgm:pt>
    <dgm:pt modelId="{3E362709-8DF5-4ED1-BE78-2D67C7F6CD59}" type="pres">
      <dgm:prSet presAssocID="{620DD3EC-BDCD-468B-B566-7FE2B848507E}" presName="hierChild5" presStyleCnt="0"/>
      <dgm:spPr/>
    </dgm:pt>
    <dgm:pt modelId="{62821369-B757-43AF-BF6D-02B9EF83A7FF}" type="pres">
      <dgm:prSet presAssocID="{9E18C130-4D81-4BDD-8DE6-22CF9F45E19E}" presName="Name37" presStyleLbl="parChTrans1D2" presStyleIdx="2" presStyleCnt="5"/>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2" presStyleCnt="5" custScaleX="149111">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2" presStyleCnt="5"/>
      <dgm:spPr/>
      <dgm:t>
        <a:bodyPr/>
        <a:lstStyle/>
        <a:p>
          <a:endParaRPr lang="en-US"/>
        </a:p>
      </dgm:t>
    </dgm:pt>
    <dgm:pt modelId="{5C832EA0-92EB-4018-A238-AAD0380D7AE1}" type="pres">
      <dgm:prSet presAssocID="{A1A03C13-4BED-4BB7-8AFB-BDB236A519FA}" presName="hierChild4" presStyleCnt="0"/>
      <dgm:spPr/>
    </dgm:pt>
    <dgm:pt modelId="{AFF152E2-0280-4325-8B01-B43435B7724D}" type="pres">
      <dgm:prSet presAssocID="{A1A03C13-4BED-4BB7-8AFB-BDB236A519FA}" presName="hierChild5" presStyleCnt="0"/>
      <dgm:spPr/>
    </dgm:pt>
    <dgm:pt modelId="{45A6C69C-9A94-457A-AC23-FDBEBF17DF15}" type="pres">
      <dgm:prSet presAssocID="{99DF97D8-3CD9-4E8A-85F7-D08BD73C5EDA}" presName="Name37" presStyleLbl="parChTrans1D2" presStyleIdx="3" presStyleCnt="5"/>
      <dgm:spPr/>
    </dgm:pt>
    <dgm:pt modelId="{460ED917-6EBF-4C35-9109-8B2420BDD391}" type="pres">
      <dgm:prSet presAssocID="{BD07C1EE-B85E-4FFF-ACD3-A118A7858501}" presName="hierRoot2" presStyleCnt="0">
        <dgm:presLayoutVars>
          <dgm:hierBranch val="init"/>
        </dgm:presLayoutVars>
      </dgm:prSet>
      <dgm:spPr/>
    </dgm:pt>
    <dgm:pt modelId="{06A44D7F-B324-4D99-BB8D-13A06A593694}" type="pres">
      <dgm:prSet presAssocID="{BD07C1EE-B85E-4FFF-ACD3-A118A7858501}" presName="rootComposite" presStyleCnt="0"/>
      <dgm:spPr/>
    </dgm:pt>
    <dgm:pt modelId="{CFDD1DB1-FAC1-4A1E-A655-08F58C5E78CF}" type="pres">
      <dgm:prSet presAssocID="{BD07C1EE-B85E-4FFF-ACD3-A118A7858501}" presName="rootText" presStyleLbl="node2" presStyleIdx="3" presStyleCnt="5">
        <dgm:presLayoutVars>
          <dgm:chPref val="3"/>
        </dgm:presLayoutVars>
      </dgm:prSet>
      <dgm:spPr/>
      <dgm:t>
        <a:bodyPr/>
        <a:lstStyle/>
        <a:p>
          <a:endParaRPr lang="en-US"/>
        </a:p>
      </dgm:t>
    </dgm:pt>
    <dgm:pt modelId="{3BB78F72-BFAE-46E2-842E-30EF244D9EA3}" type="pres">
      <dgm:prSet presAssocID="{BD07C1EE-B85E-4FFF-ACD3-A118A7858501}" presName="rootConnector" presStyleLbl="node2" presStyleIdx="3" presStyleCnt="5"/>
      <dgm:spPr/>
      <dgm:t>
        <a:bodyPr/>
        <a:lstStyle/>
        <a:p>
          <a:endParaRPr lang="en-US"/>
        </a:p>
      </dgm:t>
    </dgm:pt>
    <dgm:pt modelId="{F9964ABE-815E-4CBC-9AC5-3DA582F276AD}" type="pres">
      <dgm:prSet presAssocID="{BD07C1EE-B85E-4FFF-ACD3-A118A7858501}" presName="hierChild4" presStyleCnt="0"/>
      <dgm:spPr/>
    </dgm:pt>
    <dgm:pt modelId="{89D0969B-28BA-4C18-A11B-9243ECA0B039}" type="pres">
      <dgm:prSet presAssocID="{BD07C1EE-B85E-4FFF-ACD3-A118A7858501}" presName="hierChild5" presStyleCnt="0"/>
      <dgm:spPr/>
    </dgm:pt>
    <dgm:pt modelId="{8A6B1F2B-1D2E-42CA-802C-307EF010D0D0}" type="pres">
      <dgm:prSet presAssocID="{8DDAC59E-11F4-4CC2-BAAE-629A118EC0C5}" presName="Name37" presStyleLbl="parChTrans1D2" presStyleIdx="4" presStyleCnt="5"/>
      <dgm:spPr/>
    </dgm:pt>
    <dgm:pt modelId="{322BEA70-D645-44EC-A1FA-D6541A2F009D}" type="pres">
      <dgm:prSet presAssocID="{DE3F3A66-A40E-4C4E-8F98-441BD5C5032B}" presName="hierRoot2" presStyleCnt="0">
        <dgm:presLayoutVars>
          <dgm:hierBranch val="init"/>
        </dgm:presLayoutVars>
      </dgm:prSet>
      <dgm:spPr/>
    </dgm:pt>
    <dgm:pt modelId="{B54552E2-CACA-4D82-BF73-58E6DC67386F}" type="pres">
      <dgm:prSet presAssocID="{DE3F3A66-A40E-4C4E-8F98-441BD5C5032B}" presName="rootComposite" presStyleCnt="0"/>
      <dgm:spPr/>
    </dgm:pt>
    <dgm:pt modelId="{36556524-D5AE-42F6-9B43-05CFC9D89CE4}" type="pres">
      <dgm:prSet presAssocID="{DE3F3A66-A40E-4C4E-8F98-441BD5C5032B}" presName="rootText" presStyleLbl="node2" presStyleIdx="4" presStyleCnt="5">
        <dgm:presLayoutVars>
          <dgm:chPref val="3"/>
        </dgm:presLayoutVars>
      </dgm:prSet>
      <dgm:spPr/>
      <dgm:t>
        <a:bodyPr/>
        <a:lstStyle/>
        <a:p>
          <a:endParaRPr lang="en-US"/>
        </a:p>
      </dgm:t>
    </dgm:pt>
    <dgm:pt modelId="{62EB900C-6B06-4EBB-AC99-54C84ECAC84C}" type="pres">
      <dgm:prSet presAssocID="{DE3F3A66-A40E-4C4E-8F98-441BD5C5032B}" presName="rootConnector" presStyleLbl="node2" presStyleIdx="4" presStyleCnt="5"/>
      <dgm:spPr/>
      <dgm:t>
        <a:bodyPr/>
        <a:lstStyle/>
        <a:p>
          <a:endParaRPr lang="en-US"/>
        </a:p>
      </dgm:t>
    </dgm:pt>
    <dgm:pt modelId="{49E54EA7-AE66-459C-8308-B68C99E25E27}" type="pres">
      <dgm:prSet presAssocID="{DE3F3A66-A40E-4C4E-8F98-441BD5C5032B}" presName="hierChild4" presStyleCnt="0"/>
      <dgm:spPr/>
    </dgm:pt>
    <dgm:pt modelId="{2A2C954C-EE62-470E-A9A0-03C9F8A16374}" type="pres">
      <dgm:prSet presAssocID="{60E5B7E9-0A20-412C-A22B-B941A8A2C9E2}" presName="Name37" presStyleLbl="parChTrans1D3" presStyleIdx="8" presStyleCnt="13"/>
      <dgm:spPr/>
    </dgm:pt>
    <dgm:pt modelId="{F2FD422E-F226-428D-9018-F88DBDE04B43}" type="pres">
      <dgm:prSet presAssocID="{C84B5696-F8AA-47A7-B520-0CCF4DC0D169}" presName="hierRoot2" presStyleCnt="0">
        <dgm:presLayoutVars>
          <dgm:hierBranch val="init"/>
        </dgm:presLayoutVars>
      </dgm:prSet>
      <dgm:spPr/>
    </dgm:pt>
    <dgm:pt modelId="{EEF2CB1D-9521-4F08-8F6E-6CB23A84D58D}" type="pres">
      <dgm:prSet presAssocID="{C84B5696-F8AA-47A7-B520-0CCF4DC0D169}" presName="rootComposite" presStyleCnt="0"/>
      <dgm:spPr/>
    </dgm:pt>
    <dgm:pt modelId="{8F055073-5F90-49BB-9A6A-D1E17BE589CB}" type="pres">
      <dgm:prSet presAssocID="{C84B5696-F8AA-47A7-B520-0CCF4DC0D169}" presName="rootText" presStyleLbl="node3" presStyleIdx="8" presStyleCnt="13">
        <dgm:presLayoutVars>
          <dgm:chPref val="3"/>
        </dgm:presLayoutVars>
      </dgm:prSet>
      <dgm:spPr/>
      <dgm:t>
        <a:bodyPr/>
        <a:lstStyle/>
        <a:p>
          <a:endParaRPr lang="en-US"/>
        </a:p>
      </dgm:t>
    </dgm:pt>
    <dgm:pt modelId="{BB7F494D-2B16-47F2-A2C3-ED9974372565}" type="pres">
      <dgm:prSet presAssocID="{C84B5696-F8AA-47A7-B520-0CCF4DC0D169}" presName="rootConnector" presStyleLbl="node3" presStyleIdx="8" presStyleCnt="13"/>
      <dgm:spPr/>
      <dgm:t>
        <a:bodyPr/>
        <a:lstStyle/>
        <a:p>
          <a:endParaRPr lang="en-US"/>
        </a:p>
      </dgm:t>
    </dgm:pt>
    <dgm:pt modelId="{B26FECE3-D7ED-4F28-A586-F29BA1647DAA}" type="pres">
      <dgm:prSet presAssocID="{C84B5696-F8AA-47A7-B520-0CCF4DC0D169}" presName="hierChild4" presStyleCnt="0"/>
      <dgm:spPr/>
    </dgm:pt>
    <dgm:pt modelId="{6794BE9A-03D7-4693-A304-8269EDB52523}" type="pres">
      <dgm:prSet presAssocID="{C84B5696-F8AA-47A7-B520-0CCF4DC0D169}" presName="hierChild5" presStyleCnt="0"/>
      <dgm:spPr/>
    </dgm:pt>
    <dgm:pt modelId="{15AEE274-0092-43BD-BDFE-D9F9CDA3CE24}" type="pres">
      <dgm:prSet presAssocID="{8A86D321-BEFA-4FCB-BE5A-23FDF4940CE8}" presName="Name37" presStyleLbl="parChTrans1D3" presStyleIdx="9" presStyleCnt="13"/>
      <dgm:spPr/>
    </dgm:pt>
    <dgm:pt modelId="{769F50FB-065E-4931-A8DD-29ED22A29328}" type="pres">
      <dgm:prSet presAssocID="{5DE1134C-A58B-452D-9EBF-D9D59E9ED166}" presName="hierRoot2" presStyleCnt="0">
        <dgm:presLayoutVars>
          <dgm:hierBranch val="init"/>
        </dgm:presLayoutVars>
      </dgm:prSet>
      <dgm:spPr/>
    </dgm:pt>
    <dgm:pt modelId="{EC3435C3-D42C-4997-AC18-910102C69252}" type="pres">
      <dgm:prSet presAssocID="{5DE1134C-A58B-452D-9EBF-D9D59E9ED166}" presName="rootComposite" presStyleCnt="0"/>
      <dgm:spPr/>
    </dgm:pt>
    <dgm:pt modelId="{A5C80B4D-2E70-4DF9-A626-553A11B40F3C}" type="pres">
      <dgm:prSet presAssocID="{5DE1134C-A58B-452D-9EBF-D9D59E9ED166}" presName="rootText" presStyleLbl="node3" presStyleIdx="9" presStyleCnt="13">
        <dgm:presLayoutVars>
          <dgm:chPref val="3"/>
        </dgm:presLayoutVars>
      </dgm:prSet>
      <dgm:spPr/>
      <dgm:t>
        <a:bodyPr/>
        <a:lstStyle/>
        <a:p>
          <a:endParaRPr lang="en-US"/>
        </a:p>
      </dgm:t>
    </dgm:pt>
    <dgm:pt modelId="{9B7D9191-C5C5-4AE0-ADD7-53EEEB66794E}" type="pres">
      <dgm:prSet presAssocID="{5DE1134C-A58B-452D-9EBF-D9D59E9ED166}" presName="rootConnector" presStyleLbl="node3" presStyleIdx="9" presStyleCnt="13"/>
      <dgm:spPr/>
      <dgm:t>
        <a:bodyPr/>
        <a:lstStyle/>
        <a:p>
          <a:endParaRPr lang="en-US"/>
        </a:p>
      </dgm:t>
    </dgm:pt>
    <dgm:pt modelId="{D0837E44-4EE2-4ABF-8EDF-7F4A1116BDA6}" type="pres">
      <dgm:prSet presAssocID="{5DE1134C-A58B-452D-9EBF-D9D59E9ED166}" presName="hierChild4" presStyleCnt="0"/>
      <dgm:spPr/>
    </dgm:pt>
    <dgm:pt modelId="{E61AACC4-8568-4FC3-B9A4-18FAC31ADA07}" type="pres">
      <dgm:prSet presAssocID="{5DE1134C-A58B-452D-9EBF-D9D59E9ED166}" presName="hierChild5" presStyleCnt="0"/>
      <dgm:spPr/>
    </dgm:pt>
    <dgm:pt modelId="{DE1C9CA5-19BE-405C-A716-9548FEE6C778}" type="pres">
      <dgm:prSet presAssocID="{BA75B2AE-15BD-4F45-893B-16E00B282A22}" presName="Name37" presStyleLbl="parChTrans1D3" presStyleIdx="10" presStyleCnt="13"/>
      <dgm:spPr/>
    </dgm:pt>
    <dgm:pt modelId="{438DADDE-2769-40FC-B44A-512B69DC4D74}" type="pres">
      <dgm:prSet presAssocID="{54003B33-F101-4C13-88B6-871318462FEA}" presName="hierRoot2" presStyleCnt="0">
        <dgm:presLayoutVars>
          <dgm:hierBranch val="init"/>
        </dgm:presLayoutVars>
      </dgm:prSet>
      <dgm:spPr/>
    </dgm:pt>
    <dgm:pt modelId="{A95C83FB-98DE-495D-8630-956A992D2513}" type="pres">
      <dgm:prSet presAssocID="{54003B33-F101-4C13-88B6-871318462FEA}" presName="rootComposite" presStyleCnt="0"/>
      <dgm:spPr/>
    </dgm:pt>
    <dgm:pt modelId="{B490F736-88DB-40AC-A443-4427C415151D}" type="pres">
      <dgm:prSet presAssocID="{54003B33-F101-4C13-88B6-871318462FEA}" presName="rootText" presStyleLbl="node3" presStyleIdx="10" presStyleCnt="13">
        <dgm:presLayoutVars>
          <dgm:chPref val="3"/>
        </dgm:presLayoutVars>
      </dgm:prSet>
      <dgm:spPr/>
      <dgm:t>
        <a:bodyPr/>
        <a:lstStyle/>
        <a:p>
          <a:endParaRPr lang="en-US"/>
        </a:p>
      </dgm:t>
    </dgm:pt>
    <dgm:pt modelId="{DCEBDE7D-F0B7-47D7-85AF-7FFF1D21ADED}" type="pres">
      <dgm:prSet presAssocID="{54003B33-F101-4C13-88B6-871318462FEA}" presName="rootConnector" presStyleLbl="node3" presStyleIdx="10" presStyleCnt="13"/>
      <dgm:spPr/>
      <dgm:t>
        <a:bodyPr/>
        <a:lstStyle/>
        <a:p>
          <a:endParaRPr lang="en-US"/>
        </a:p>
      </dgm:t>
    </dgm:pt>
    <dgm:pt modelId="{D9D6260D-F487-4611-812D-FFA9BFB1E26C}" type="pres">
      <dgm:prSet presAssocID="{54003B33-F101-4C13-88B6-871318462FEA}" presName="hierChild4" presStyleCnt="0"/>
      <dgm:spPr/>
    </dgm:pt>
    <dgm:pt modelId="{BA50D38F-C9CC-4753-B73C-ACA4A56B8EFC}" type="pres">
      <dgm:prSet presAssocID="{54003B33-F101-4C13-88B6-871318462FEA}" presName="hierChild5" presStyleCnt="0"/>
      <dgm:spPr/>
    </dgm:pt>
    <dgm:pt modelId="{B66F369F-4105-4A5C-9DD3-0005ECFE2E5F}" type="pres">
      <dgm:prSet presAssocID="{E350AF4A-A38F-43F9-A7FC-2F215F74BFD8}" presName="Name37" presStyleLbl="parChTrans1D3" presStyleIdx="11" presStyleCnt="13"/>
      <dgm:spPr/>
    </dgm:pt>
    <dgm:pt modelId="{77A70BDC-B798-4729-8B61-1DFD1FE82886}" type="pres">
      <dgm:prSet presAssocID="{6F536ECF-2101-409E-8B44-0A51F266319C}" presName="hierRoot2" presStyleCnt="0">
        <dgm:presLayoutVars>
          <dgm:hierBranch val="init"/>
        </dgm:presLayoutVars>
      </dgm:prSet>
      <dgm:spPr/>
    </dgm:pt>
    <dgm:pt modelId="{8B584678-6F43-41EE-9230-EA51C767FBDC}" type="pres">
      <dgm:prSet presAssocID="{6F536ECF-2101-409E-8B44-0A51F266319C}" presName="rootComposite" presStyleCnt="0"/>
      <dgm:spPr/>
    </dgm:pt>
    <dgm:pt modelId="{39AEC615-0A84-42E3-821C-3EA9148E57FE}" type="pres">
      <dgm:prSet presAssocID="{6F536ECF-2101-409E-8B44-0A51F266319C}" presName="rootText" presStyleLbl="node3" presStyleIdx="11" presStyleCnt="13">
        <dgm:presLayoutVars>
          <dgm:chPref val="3"/>
        </dgm:presLayoutVars>
      </dgm:prSet>
      <dgm:spPr/>
      <dgm:t>
        <a:bodyPr/>
        <a:lstStyle/>
        <a:p>
          <a:endParaRPr lang="en-US"/>
        </a:p>
      </dgm:t>
    </dgm:pt>
    <dgm:pt modelId="{647D7A7F-1A98-4707-A457-C562BD54D58F}" type="pres">
      <dgm:prSet presAssocID="{6F536ECF-2101-409E-8B44-0A51F266319C}" presName="rootConnector" presStyleLbl="node3" presStyleIdx="11" presStyleCnt="13"/>
      <dgm:spPr/>
      <dgm:t>
        <a:bodyPr/>
        <a:lstStyle/>
        <a:p>
          <a:endParaRPr lang="en-US"/>
        </a:p>
      </dgm:t>
    </dgm:pt>
    <dgm:pt modelId="{26A9286C-3C40-43A8-8F02-FDD23B062331}" type="pres">
      <dgm:prSet presAssocID="{6F536ECF-2101-409E-8B44-0A51F266319C}" presName="hierChild4" presStyleCnt="0"/>
      <dgm:spPr/>
    </dgm:pt>
    <dgm:pt modelId="{16B919CA-59D2-476A-AF36-7F7CF72E847D}" type="pres">
      <dgm:prSet presAssocID="{6F536ECF-2101-409E-8B44-0A51F266319C}" presName="hierChild5" presStyleCnt="0"/>
      <dgm:spPr/>
    </dgm:pt>
    <dgm:pt modelId="{0BCAB6FE-D6DE-4BB5-9C89-B05376AF7BD7}" type="pres">
      <dgm:prSet presAssocID="{97CCFE05-B9B8-446C-A492-0F3E86B61714}" presName="Name37" presStyleLbl="parChTrans1D3" presStyleIdx="12" presStyleCnt="13"/>
      <dgm:spPr/>
    </dgm:pt>
    <dgm:pt modelId="{5F0A7B78-3E31-4580-80DC-8A61630D92A6}" type="pres">
      <dgm:prSet presAssocID="{0AB822A0-15F2-4533-B4DB-33884BC8396F}" presName="hierRoot2" presStyleCnt="0">
        <dgm:presLayoutVars>
          <dgm:hierBranch val="init"/>
        </dgm:presLayoutVars>
      </dgm:prSet>
      <dgm:spPr/>
    </dgm:pt>
    <dgm:pt modelId="{08F497DD-17E3-40EB-96C2-B82E60AEDB70}" type="pres">
      <dgm:prSet presAssocID="{0AB822A0-15F2-4533-B4DB-33884BC8396F}" presName="rootComposite" presStyleCnt="0"/>
      <dgm:spPr/>
    </dgm:pt>
    <dgm:pt modelId="{1DB2A366-0C7D-4022-9148-8815A170CF65}" type="pres">
      <dgm:prSet presAssocID="{0AB822A0-15F2-4533-B4DB-33884BC8396F}" presName="rootText" presStyleLbl="node3" presStyleIdx="12" presStyleCnt="13">
        <dgm:presLayoutVars>
          <dgm:chPref val="3"/>
        </dgm:presLayoutVars>
      </dgm:prSet>
      <dgm:spPr/>
      <dgm:t>
        <a:bodyPr/>
        <a:lstStyle/>
        <a:p>
          <a:endParaRPr lang="en-US"/>
        </a:p>
      </dgm:t>
    </dgm:pt>
    <dgm:pt modelId="{365CBF93-49D1-49EC-904F-BC3479220B5A}" type="pres">
      <dgm:prSet presAssocID="{0AB822A0-15F2-4533-B4DB-33884BC8396F}" presName="rootConnector" presStyleLbl="node3" presStyleIdx="12" presStyleCnt="13"/>
      <dgm:spPr/>
      <dgm:t>
        <a:bodyPr/>
        <a:lstStyle/>
        <a:p>
          <a:endParaRPr lang="en-US"/>
        </a:p>
      </dgm:t>
    </dgm:pt>
    <dgm:pt modelId="{B75074BF-CCBF-4D79-B64C-92FBFA5670E4}" type="pres">
      <dgm:prSet presAssocID="{0AB822A0-15F2-4533-B4DB-33884BC8396F}" presName="hierChild4" presStyleCnt="0"/>
      <dgm:spPr/>
    </dgm:pt>
    <dgm:pt modelId="{57A3E187-EC64-41B7-A2CF-562278E44DC7}" type="pres">
      <dgm:prSet presAssocID="{0AB822A0-15F2-4533-B4DB-33884BC8396F}" presName="hierChild5" presStyleCnt="0"/>
      <dgm:spPr/>
    </dgm:pt>
    <dgm:pt modelId="{55EBC55B-4FED-4B15-A372-50312AD2C333}" type="pres">
      <dgm:prSet presAssocID="{DE3F3A66-A40E-4C4E-8F98-441BD5C5032B}" presName="hierChild5" presStyleCnt="0"/>
      <dgm:spPr/>
    </dgm:pt>
    <dgm:pt modelId="{96DEF822-DC52-4FFC-82DA-389CD5B29657}" type="pres">
      <dgm:prSet presAssocID="{9E6404DC-1053-49D6-95EE-599A97C88DD3}" presName="hierChild3" presStyleCnt="0"/>
      <dgm:spPr/>
    </dgm:pt>
  </dgm:ptLst>
  <dgm:cxnLst>
    <dgm:cxn modelId="{49F93F5E-ECC5-44D1-842A-986C13E5F0C9}" type="presOf" srcId="{ADFFC400-8BBA-4CA0-97DA-A5239AD7FF83}" destId="{7C494E9C-07EE-4809-A445-329E5D279BED}" srcOrd="1" destOrd="0" presId="urn:microsoft.com/office/officeart/2005/8/layout/orgChart1"/>
    <dgm:cxn modelId="{82D5120E-6411-4EDA-9FED-8CD3B7D02DFD}" srcId="{620DD3EC-BDCD-468B-B566-7FE2B848507E}" destId="{44D06823-7690-49DA-9AF4-E258FFACAC0D}" srcOrd="3" destOrd="0" parTransId="{D5A0FBC2-0210-41EF-9CC3-DC5FDE7A085C}" sibTransId="{C601D1F9-9250-475F-BE2B-300223FFB5C7}"/>
    <dgm:cxn modelId="{8A9A6489-18F5-46EC-BED3-D9341B838064}" type="presOf" srcId="{54003B33-F101-4C13-88B6-871318462FEA}" destId="{DCEBDE7D-F0B7-47D7-85AF-7FFF1D21ADED}"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5D7008EB-6634-4EED-8A9F-A64CADB0F650}" type="presOf" srcId="{BD07C1EE-B85E-4FFF-ACD3-A118A7858501}" destId="{3BB78F72-BFAE-46E2-842E-30EF244D9EA3}" srcOrd="1" destOrd="0" presId="urn:microsoft.com/office/officeart/2005/8/layout/orgChart1"/>
    <dgm:cxn modelId="{6E6B00A2-ED4E-4AFC-81FC-6AC4B2CDF1D7}" type="presOf" srcId="{99DF97D8-3CD9-4E8A-85F7-D08BD73C5EDA}" destId="{45A6C69C-9A94-457A-AC23-FDBEBF17DF15}" srcOrd="0" destOrd="0" presId="urn:microsoft.com/office/officeart/2005/8/layout/orgChart1"/>
    <dgm:cxn modelId="{BD0438B8-81BB-4AD8-B434-0ABAD6074965}" type="presOf" srcId="{6F536ECF-2101-409E-8B44-0A51F266319C}" destId="{39AEC615-0A84-42E3-821C-3EA9148E57FE}" srcOrd="0" destOrd="0" presId="urn:microsoft.com/office/officeart/2005/8/layout/orgChart1"/>
    <dgm:cxn modelId="{7804A927-CF3C-48FE-AEBD-F85C7310F13E}" type="presOf" srcId="{C84B5696-F8AA-47A7-B520-0CCF4DC0D169}" destId="{8F055073-5F90-49BB-9A6A-D1E17BE589CB}" srcOrd="0" destOrd="0" presId="urn:microsoft.com/office/officeart/2005/8/layout/orgChart1"/>
    <dgm:cxn modelId="{18166B83-7C7C-467D-A3E1-FB56FECEF89F}" type="presOf" srcId="{97CCFE05-B9B8-446C-A492-0F3E86B61714}" destId="{0BCAB6FE-D6DE-4BB5-9C89-B05376AF7BD7}" srcOrd="0" destOrd="0" presId="urn:microsoft.com/office/officeart/2005/8/layout/orgChart1"/>
    <dgm:cxn modelId="{FD70B46B-FF02-4A58-A9C5-EE2703222F5A}" type="presOf" srcId="{A1A03C13-4BED-4BB7-8AFB-BDB236A519FA}" destId="{E2CE8193-46AF-44C0-B4A1-4402C2A6388E}"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7153BECE-272B-478B-A2A0-EE55B0E58735}" type="presOf" srcId="{D5A0FBC2-0210-41EF-9CC3-DC5FDE7A085C}" destId="{0CD1C6DD-887B-47E1-AD1C-2EF1EFC45C9E}" srcOrd="0" destOrd="0" presId="urn:microsoft.com/office/officeart/2005/8/layout/orgChart1"/>
    <dgm:cxn modelId="{7C7485FC-4CFA-45FF-817B-B38DD356F0B5}" srcId="{9E6404DC-1053-49D6-95EE-599A97C88DD3}" destId="{A1A03C13-4BED-4BB7-8AFB-BDB236A519FA}" srcOrd="2" destOrd="0" parTransId="{9E18C130-4D81-4BDD-8DE6-22CF9F45E19E}" sibTransId="{CF4AE597-246B-4D28-8B3B-D3E59AB05BD8}"/>
    <dgm:cxn modelId="{97E4A6DE-8713-4676-BBF8-2B93F08AF837}" srcId="{9286A5EC-F2A9-487D-8BF1-B96EEEFD636B}" destId="{1E627F9E-CE3B-4A85-BB78-8DDB86A78DDE}" srcOrd="1" destOrd="0" parTransId="{9D28DB69-DDB3-4999-9A0B-8D007976E69E}" sibTransId="{CC71E985-969E-423D-B820-177A0337B408}"/>
    <dgm:cxn modelId="{FCB0F17D-2DAD-436D-B3F4-79C126E660AC}" type="presOf" srcId="{9E18C130-4D81-4BDD-8DE6-22CF9F45E19E}" destId="{62821369-B757-43AF-BF6D-02B9EF83A7FF}" srcOrd="0" destOrd="0" presId="urn:microsoft.com/office/officeart/2005/8/layout/orgChart1"/>
    <dgm:cxn modelId="{E03DEDB1-3E68-4589-843D-A434F4FA620E}" type="presOf" srcId="{54003B33-F101-4C13-88B6-871318462FEA}" destId="{B490F736-88DB-40AC-A443-4427C415151D}" srcOrd="0" destOrd="0" presId="urn:microsoft.com/office/officeart/2005/8/layout/orgChart1"/>
    <dgm:cxn modelId="{1663BBE7-5C8B-49BB-8E85-AB51CDC6851D}" type="presOf" srcId="{BD07C1EE-B85E-4FFF-ACD3-A118A7858501}" destId="{CFDD1DB1-FAC1-4A1E-A655-08F58C5E78CF}" srcOrd="0" destOrd="0" presId="urn:microsoft.com/office/officeart/2005/8/layout/orgChart1"/>
    <dgm:cxn modelId="{C7B5CF1A-868A-4360-B1B7-09ACAE8ABA4C}" type="presOf" srcId="{AF6C41DE-0FE9-4FE2-8BE9-4215E0A90589}" destId="{E6A79A9D-7FBA-4C8B-83E1-52C545B782AF}"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EBE777F4-ED5D-4B31-BF39-0639E323992E}" srcId="{DE3F3A66-A40E-4C4E-8F98-441BD5C5032B}" destId="{5DE1134C-A58B-452D-9EBF-D9D59E9ED166}" srcOrd="1" destOrd="0" parTransId="{8A86D321-BEFA-4FCB-BE5A-23FDF4940CE8}" sibTransId="{50F8866B-FB34-44E7-B6CD-2978D32487C1}"/>
    <dgm:cxn modelId="{2D4EA9FE-C6F8-4E36-AE0A-0496CA00FD09}" type="presOf" srcId="{5DE1134C-A58B-452D-9EBF-D9D59E9ED166}" destId="{A5C80B4D-2E70-4DF9-A626-553A11B40F3C}"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FC36D0CC-00D3-4911-82EC-8CA5988B3ABA}" type="presOf" srcId="{5E89FAF8-7222-4880-B72C-F381939B991A}" destId="{640A420B-2CFE-4944-ABF0-EAEAE3402C6F}"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8749021B-2268-44B1-AD84-B0921B253255}" type="presOf" srcId="{9286A5EC-F2A9-487D-8BF1-B96EEEFD636B}" destId="{C9422C4E-2B02-4D33-A16B-EF7B187ECAB7}" srcOrd="0"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3DBF7F36-9A98-4C41-B239-422EB880F49A}" type="presOf" srcId="{0AB822A0-15F2-4533-B4DB-33884BC8396F}" destId="{1DB2A366-0C7D-4022-9148-8815A170CF65}" srcOrd="0" destOrd="0" presId="urn:microsoft.com/office/officeart/2005/8/layout/orgChart1"/>
    <dgm:cxn modelId="{4FC59ABC-A052-4F32-8F05-B3850C91B09D}" type="presOf" srcId="{C84B5696-F8AA-47A7-B520-0CCF4DC0D169}" destId="{BB7F494D-2B16-47F2-A2C3-ED9974372565}" srcOrd="1"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19770271-32B9-4F41-862D-BCDAB9D44191}" type="presOf" srcId="{1E627F9E-CE3B-4A85-BB78-8DDB86A78DDE}" destId="{BFFD6F86-AD10-4340-B993-09FE9B342F4C}" srcOrd="1" destOrd="0" presId="urn:microsoft.com/office/officeart/2005/8/layout/orgChart1"/>
    <dgm:cxn modelId="{A12E0989-E376-40CA-BDF0-18FF0473FBFC}" srcId="{DE3F3A66-A40E-4C4E-8F98-441BD5C5032B}" destId="{6F536ECF-2101-409E-8B44-0A51F266319C}" srcOrd="3" destOrd="0" parTransId="{E350AF4A-A38F-43F9-A7FC-2F215F74BFD8}" sibTransId="{4FF4F317-66B9-4074-BB13-B6A4C9B228E5}"/>
    <dgm:cxn modelId="{18C0B248-CAFA-4BE0-8E82-DC067C692D04}" type="presOf" srcId="{620DD3EC-BDCD-468B-B566-7FE2B848507E}" destId="{1999F93D-C5E3-4B58-A38A-C971B5C1871B}" srcOrd="1" destOrd="0" presId="urn:microsoft.com/office/officeart/2005/8/layout/orgChart1"/>
    <dgm:cxn modelId="{21056FDB-4EC7-4FCE-8C41-693904C08839}" srcId="{DE3F3A66-A40E-4C4E-8F98-441BD5C5032B}" destId="{C84B5696-F8AA-47A7-B520-0CCF4DC0D169}" srcOrd="0" destOrd="0" parTransId="{60E5B7E9-0A20-412C-A22B-B941A8A2C9E2}" sibTransId="{4E19B19E-BAB4-4453-8886-A8F426C44316}"/>
    <dgm:cxn modelId="{A6C56383-6B08-4944-B892-2AAA97DC5DE6}" type="presOf" srcId="{DE3F3A66-A40E-4C4E-8F98-441BD5C5032B}" destId="{36556524-D5AE-42F6-9B43-05CFC9D89CE4}" srcOrd="0" destOrd="0" presId="urn:microsoft.com/office/officeart/2005/8/layout/orgChart1"/>
    <dgm:cxn modelId="{50C5424D-B6E8-4F5A-AAB2-5503CFA2AACD}" type="presOf" srcId="{0AB822A0-15F2-4533-B4DB-33884BC8396F}" destId="{365CBF93-49D1-49EC-904F-BC3479220B5A}" srcOrd="1"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6E85EF1F-81A8-46B5-A6F9-64816581CBB7}" type="presOf" srcId="{E350AF4A-A38F-43F9-A7FC-2F215F74BFD8}" destId="{B66F369F-4105-4A5C-9DD3-0005ECFE2E5F}" srcOrd="0" destOrd="0" presId="urn:microsoft.com/office/officeart/2005/8/layout/orgChart1"/>
    <dgm:cxn modelId="{5C54906B-67B0-409A-8EBB-24D0024A66F6}" type="presOf" srcId="{8A86D321-BEFA-4FCB-BE5A-23FDF4940CE8}" destId="{15AEE274-0092-43BD-BDFE-D9F9CDA3CE24}" srcOrd="0" destOrd="0" presId="urn:microsoft.com/office/officeart/2005/8/layout/orgChart1"/>
    <dgm:cxn modelId="{BD1B582D-90D8-49DA-B936-28F08008BD1B}" type="presOf" srcId="{2BC47C35-CB2E-4ADA-997E-20AB4D35A222}" destId="{1A87DFD0-A1A5-4AEF-9874-88156CA4976E}" srcOrd="0" destOrd="0" presId="urn:microsoft.com/office/officeart/2005/8/layout/orgChart1"/>
    <dgm:cxn modelId="{803A7C4F-3F98-4B3E-9AC9-2B7C6B7F86EC}" type="presOf" srcId="{6F536ECF-2101-409E-8B44-0A51F266319C}" destId="{647D7A7F-1A98-4707-A457-C562BD54D58F}"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8E2559EE-2A8E-4A45-963C-5D39AA563192}" type="presOf" srcId="{E4ECF9B0-BF57-4FA5-ABB4-E7D168DC9EC7}" destId="{752F8E88-BDF0-4C26-A8D8-CB96C7040F07}" srcOrd="1" destOrd="0" presId="urn:microsoft.com/office/officeart/2005/8/layout/orgChart1"/>
    <dgm:cxn modelId="{0DA8A6AB-3C59-431B-A4E5-49F0447C6017}" type="presOf" srcId="{49B74ACD-4DE6-4E7A-A574-B54F96B2B84B}" destId="{A4FAE87E-12FA-4A7E-9D3F-3AFCE60315A4}"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6A62C1D0-4DD8-4ECF-8D7C-4D7726FDC09B}" type="presOf" srcId="{5DE1134C-A58B-452D-9EBF-D9D59E9ED166}" destId="{9B7D9191-C5C5-4AE0-ADD7-53EEEB66794E}" srcOrd="1" destOrd="0" presId="urn:microsoft.com/office/officeart/2005/8/layout/orgChart1"/>
    <dgm:cxn modelId="{39AADDF2-FC26-4871-928E-E1FE353466DF}" type="presOf" srcId="{2BC47C35-CB2E-4ADA-997E-20AB4D35A222}" destId="{5F6EAB39-768E-4EF5-A122-D240B2B03279}" srcOrd="1"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2AF66917-3A99-4979-8E8C-C5EC92004894}" type="presOf" srcId="{8DDAC59E-11F4-4CC2-BAAE-629A118EC0C5}" destId="{8A6B1F2B-1D2E-42CA-802C-307EF010D0D0}"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29639B1D-82DA-4767-807B-5CBE33A98AFF}" srcId="{9286A5EC-F2A9-487D-8BF1-B96EEEFD636B}" destId="{79F08556-95A0-429D-A974-1505EE2AD141}" srcOrd="2" destOrd="0" parTransId="{39FF2713-3361-4E43-86AE-7B655C4808A3}" sibTransId="{3C7C07CE-04C2-475E-85AA-1C8663A595DD}"/>
    <dgm:cxn modelId="{AD66FC74-424A-4781-87DC-CFF54EC985C4}" type="presOf" srcId="{DE3F3A66-A40E-4C4E-8F98-441BD5C5032B}" destId="{62EB900C-6B06-4EBB-AC99-54C84ECAC84C}" srcOrd="1" destOrd="0" presId="urn:microsoft.com/office/officeart/2005/8/layout/orgChart1"/>
    <dgm:cxn modelId="{44CC17AF-2DC2-48C5-B124-66B74172DDB7}" type="presOf" srcId="{60E5B7E9-0A20-412C-A22B-B941A8A2C9E2}" destId="{2A2C954C-EE62-470E-A9A0-03C9F8A16374}" srcOrd="0" destOrd="0" presId="urn:microsoft.com/office/officeart/2005/8/layout/orgChart1"/>
    <dgm:cxn modelId="{26868FE8-1576-48A4-83A8-3A35A659851E}" type="presOf" srcId="{3312122F-CE8D-492A-BFF2-A41518A5B5C2}" destId="{D2B7D062-D75C-4271-BB63-D14061A8348E}" srcOrd="0"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C4935A74-CE7A-474B-85DA-6D313F70B19D}" type="presOf" srcId="{53352947-0336-403A-A4B4-89467D459512}" destId="{BABFBFB4-78A4-4B16-AD3A-61E896716A3C}" srcOrd="0" destOrd="0" presId="urn:microsoft.com/office/officeart/2005/8/layout/orgChart1"/>
    <dgm:cxn modelId="{900D9E82-8685-4B6F-BF04-11F57E384E66}" type="presOf" srcId="{39FF2713-3361-4E43-86AE-7B655C4808A3}" destId="{022074EE-D8B3-4D99-87D4-57B1E89EC65D}" srcOrd="0" destOrd="0" presId="urn:microsoft.com/office/officeart/2005/8/layout/orgChart1"/>
    <dgm:cxn modelId="{178CF1A1-8681-426D-9AAE-D8F34665AAE6}" type="presOf" srcId="{5E89FAF8-7222-4880-B72C-F381939B991A}" destId="{895EE0A8-FF27-4E5E-A9CF-0B48E925D09C}" srcOrd="0" destOrd="0" presId="urn:microsoft.com/office/officeart/2005/8/layout/orgChart1"/>
    <dgm:cxn modelId="{3347DA61-A809-4BA9-ADE6-A0AC07D1A939}" srcId="{DE3F3A66-A40E-4C4E-8F98-441BD5C5032B}" destId="{54003B33-F101-4C13-88B6-871318462FEA}" srcOrd="2" destOrd="0" parTransId="{BA75B2AE-15BD-4F45-893B-16E00B282A22}" sibTransId="{3039A0FA-8DE4-4324-AAA5-B8D358CFEFA5}"/>
    <dgm:cxn modelId="{2854A949-00B8-48C9-9205-06007C70A4C7}" type="presOf" srcId="{BA75B2AE-15BD-4F45-893B-16E00B282A22}" destId="{DE1C9CA5-19BE-405C-A716-9548FEE6C778}" srcOrd="0" destOrd="0" presId="urn:microsoft.com/office/officeart/2005/8/layout/orgChart1"/>
    <dgm:cxn modelId="{5EA19B68-6728-412F-A9A9-320472C7C6E5}" type="presOf" srcId="{AF6C41DE-0FE9-4FE2-8BE9-4215E0A90589}" destId="{381C7EA2-2B75-4178-AA8A-D217EDCFA36F}" srcOrd="0" destOrd="0" presId="urn:microsoft.com/office/officeart/2005/8/layout/orgChart1"/>
    <dgm:cxn modelId="{847FDBEF-A921-4ED2-8C25-1168914D63E1}" type="presOf" srcId="{44D06823-7690-49DA-9AF4-E258FFACAC0D}" destId="{CA60C86F-5CD4-49CD-8A0D-260A73460D64}" srcOrd="1" destOrd="0" presId="urn:microsoft.com/office/officeart/2005/8/layout/orgChart1"/>
    <dgm:cxn modelId="{1B9D0A24-906A-4368-BEA6-F8922FB8750E}" srcId="{9E6404DC-1053-49D6-95EE-599A97C88DD3}" destId="{DE3F3A66-A40E-4C4E-8F98-441BD5C5032B}" srcOrd="4" destOrd="0" parTransId="{8DDAC59E-11F4-4CC2-BAAE-629A118EC0C5}" sibTransId="{D6F52107-6187-47CE-91A8-8DA1B4451480}"/>
    <dgm:cxn modelId="{BADCE1CE-04C5-45C2-AE61-7EA2509FE146}" type="presOf" srcId="{E4ECF9B0-BF57-4FA5-ABB4-E7D168DC9EC7}" destId="{A17448AA-8B4B-4E4E-8FEC-B9D3488A86AA}" srcOrd="0" destOrd="0" presId="urn:microsoft.com/office/officeart/2005/8/layout/orgChart1"/>
    <dgm:cxn modelId="{B85081B7-BD95-4159-9511-36425CB13FD0}" type="presOf" srcId="{A1A03C13-4BED-4BB7-8AFB-BDB236A519FA}" destId="{0FE7A504-1A99-42A4-92D2-369E93728B6E}" srcOrd="1" destOrd="0" presId="urn:microsoft.com/office/officeart/2005/8/layout/orgChart1"/>
    <dgm:cxn modelId="{BFF80FB2-9361-4680-B400-769C1F968876}" type="presOf" srcId="{79F08556-95A0-429D-A974-1505EE2AD141}" destId="{1C284F76-53D2-40FA-9049-72550C36B2CE}" srcOrd="0" destOrd="0" presId="urn:microsoft.com/office/officeart/2005/8/layout/orgChart1"/>
    <dgm:cxn modelId="{EE5EBCD2-9E3B-4A46-98AD-0B3BECC7B650}" srcId="{620DD3EC-BDCD-468B-B566-7FE2B848507E}" destId="{E4ECF9B0-BF57-4FA5-ABB4-E7D168DC9EC7}" srcOrd="4" destOrd="0" parTransId="{3312122F-CE8D-492A-BFF2-A41518A5B5C2}" sibTransId="{C0A1AEB6-1AD5-4CF2-95CE-CB4C8A3C0A29}"/>
    <dgm:cxn modelId="{B407561B-81B2-4844-BB92-700E2E515551}" srcId="{620DD3EC-BDCD-468B-B566-7FE2B848507E}" destId="{AF6C41DE-0FE9-4FE2-8BE9-4215E0A90589}" srcOrd="1" destOrd="0" parTransId="{8E7DC7A7-3675-4E95-A153-8ABEB0FFE8D1}" sibTransId="{97EE64CF-B61C-4098-8AAA-B86B1D9E9733}"/>
    <dgm:cxn modelId="{034B773E-BE81-4FC1-ACA9-D304A6F51600}" srcId="{DE3F3A66-A40E-4C4E-8F98-441BD5C5032B}" destId="{0AB822A0-15F2-4533-B4DB-33884BC8396F}" srcOrd="4" destOrd="0" parTransId="{97CCFE05-B9B8-446C-A492-0F3E86B61714}" sibTransId="{47CD3D97-2824-43AA-B27C-31FC4F9CEB23}"/>
    <dgm:cxn modelId="{682CD3DD-EF63-4E7B-9DEB-D81CC53B2EF8}" srcId="{9E6404DC-1053-49D6-95EE-599A97C88DD3}" destId="{BD07C1EE-B85E-4FFF-ACD3-A118A7858501}" srcOrd="3" destOrd="0" parTransId="{99DF97D8-3CD9-4E8A-85F7-D08BD73C5EDA}" sibTransId="{C748FF79-922B-4CC7-B127-D42C46B89F5D}"/>
    <dgm:cxn modelId="{39D4BBAB-E420-4730-BA4C-FEC9AFAC74F6}" type="presOf" srcId="{ADFFC400-8BBA-4CA0-97DA-A5239AD7FF83}" destId="{ED8B7DF3-7C68-4E1C-A743-283531BE19BD}" srcOrd="0" destOrd="0" presId="urn:microsoft.com/office/officeart/2005/8/layout/orgChart1"/>
    <dgm:cxn modelId="{9DA1E6C1-3177-4056-85A7-B7FE5F941D13}" srcId="{620DD3EC-BDCD-468B-B566-7FE2B848507E}" destId="{5E89FAF8-7222-4880-B72C-F381939B991A}" srcOrd="2" destOrd="0" parTransId="{49B74ACD-4DE6-4E7A-A574-B54F96B2B84B}" sibTransId="{209BCB29-8DD4-400E-AC54-27D11B8F19FF}"/>
    <dgm:cxn modelId="{632DC7E3-2942-4091-9EF6-C5C28F8D696B}" type="presOf" srcId="{79F08556-95A0-429D-A974-1505EE2AD141}" destId="{9B1900F7-3CB3-428D-85B4-52A7ED6F914C}" srcOrd="1" destOrd="0" presId="urn:microsoft.com/office/officeart/2005/8/layout/orgChart1"/>
    <dgm:cxn modelId="{3C468716-3B96-4341-A37E-FB6EDCBC013E}" type="presOf" srcId="{44D06823-7690-49DA-9AF4-E258FFACAC0D}" destId="{9D965E0F-5EF6-4280-94C3-C6F6BB055DFD}" srcOrd="0" destOrd="0" presId="urn:microsoft.com/office/officeart/2005/8/layout/orgChart1"/>
    <dgm:cxn modelId="{15BB7EBF-7831-4041-A98F-52D4569CB868}" type="presOf" srcId="{8E7DC7A7-3675-4E95-A153-8ABEB0FFE8D1}" destId="{1891E697-DEB2-442F-BDF2-5A9697934126}"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A517DD2B-E28E-4527-B0A9-DAD365A5988D}" type="presParOf" srcId="{C9264EDA-91B6-4FAE-AFE6-AFC29BE66386}" destId="{022074EE-D8B3-4D99-87D4-57B1E89EC65D}" srcOrd="4" destOrd="0" presId="urn:microsoft.com/office/officeart/2005/8/layout/orgChart1"/>
    <dgm:cxn modelId="{CA201DA9-C5DF-4ACC-9C77-29104E38E47D}" type="presParOf" srcId="{C9264EDA-91B6-4FAE-AFE6-AFC29BE66386}" destId="{379F7FD6-F0A1-4D8D-BC6F-1F6910E50FCD}" srcOrd="5" destOrd="0" presId="urn:microsoft.com/office/officeart/2005/8/layout/orgChart1"/>
    <dgm:cxn modelId="{69341695-81DA-4912-AFC8-2535E60EDE2C}" type="presParOf" srcId="{379F7FD6-F0A1-4D8D-BC6F-1F6910E50FCD}" destId="{259D685A-A2A7-4679-8D42-393A21B6567E}" srcOrd="0" destOrd="0" presId="urn:microsoft.com/office/officeart/2005/8/layout/orgChart1"/>
    <dgm:cxn modelId="{78CD15D8-69D4-453B-82CF-30A55277934B}" type="presParOf" srcId="{259D685A-A2A7-4679-8D42-393A21B6567E}" destId="{1C284F76-53D2-40FA-9049-72550C36B2CE}" srcOrd="0" destOrd="0" presId="urn:microsoft.com/office/officeart/2005/8/layout/orgChart1"/>
    <dgm:cxn modelId="{10E29E8A-C6FC-494A-B899-BD44833EFF20}" type="presParOf" srcId="{259D685A-A2A7-4679-8D42-393A21B6567E}" destId="{9B1900F7-3CB3-428D-85B4-52A7ED6F914C}" srcOrd="1" destOrd="0" presId="urn:microsoft.com/office/officeart/2005/8/layout/orgChart1"/>
    <dgm:cxn modelId="{B3B0F96F-1047-4DFC-A8FA-043A025C9FBA}" type="presParOf" srcId="{379F7FD6-F0A1-4D8D-BC6F-1F6910E50FCD}" destId="{41683817-01EE-4E47-93C3-E8CA4BD1773C}" srcOrd="1" destOrd="0" presId="urn:microsoft.com/office/officeart/2005/8/layout/orgChart1"/>
    <dgm:cxn modelId="{1B2B73C8-C5E4-430D-B07B-01C649F4504C}" type="presParOf" srcId="{379F7FD6-F0A1-4D8D-BC6F-1F6910E50FCD}" destId="{38E524A3-82AB-4C78-A620-D059FE4AA81B}"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4D91BB93-8A96-4B28-ABD7-E0C5172A8ABF}" type="presParOf" srcId="{4C592C92-3156-443C-BB98-9204DFF01F72}" destId="{BABFBFB4-78A4-4B16-AD3A-61E896716A3C}" srcOrd="0" destOrd="0" presId="urn:microsoft.com/office/officeart/2005/8/layout/orgChart1"/>
    <dgm:cxn modelId="{F17702E9-44E5-41A2-AB97-DEF80E41314D}" type="presParOf" srcId="{4C592C92-3156-443C-BB98-9204DFF01F72}" destId="{BA209B51-AF20-42D0-B73C-E23DAC280B0E}" srcOrd="1" destOrd="0" presId="urn:microsoft.com/office/officeart/2005/8/layout/orgChart1"/>
    <dgm:cxn modelId="{167BE2AE-7ABD-485D-A51D-9A62B95A7DAB}" type="presParOf" srcId="{BA209B51-AF20-42D0-B73C-E23DAC280B0E}" destId="{6179A435-2294-4E89-9AFD-488B7F3D520A}" srcOrd="0" destOrd="0" presId="urn:microsoft.com/office/officeart/2005/8/layout/orgChart1"/>
    <dgm:cxn modelId="{AF05B589-CCF1-425E-8E4E-B089B4C22776}" type="presParOf" srcId="{6179A435-2294-4E89-9AFD-488B7F3D520A}" destId="{1A87DFD0-A1A5-4AEF-9874-88156CA4976E}" srcOrd="0" destOrd="0" presId="urn:microsoft.com/office/officeart/2005/8/layout/orgChart1"/>
    <dgm:cxn modelId="{C8F15CC9-9798-4D55-96FB-0B3E6814CF27}" type="presParOf" srcId="{6179A435-2294-4E89-9AFD-488B7F3D520A}" destId="{5F6EAB39-768E-4EF5-A122-D240B2B03279}" srcOrd="1" destOrd="0" presId="urn:microsoft.com/office/officeart/2005/8/layout/orgChart1"/>
    <dgm:cxn modelId="{CAAF9ACE-C260-468A-A3E4-3053855B58F9}" type="presParOf" srcId="{BA209B51-AF20-42D0-B73C-E23DAC280B0E}" destId="{41C14111-03E5-40B0-B727-819D7A9BEF5B}" srcOrd="1" destOrd="0" presId="urn:microsoft.com/office/officeart/2005/8/layout/orgChart1"/>
    <dgm:cxn modelId="{E6AB5A60-E527-417A-AF75-700D87642E55}" type="presParOf" srcId="{BA209B51-AF20-42D0-B73C-E23DAC280B0E}" destId="{1A74A65C-B44E-4F57-AF52-C2C8A7DB0B53}" srcOrd="2" destOrd="0" presId="urn:microsoft.com/office/officeart/2005/8/layout/orgChart1"/>
    <dgm:cxn modelId="{D3A800B7-4750-40DA-86D4-16AA40D50CD0}" type="presParOf" srcId="{4C592C92-3156-443C-BB98-9204DFF01F72}" destId="{1891E697-DEB2-442F-BDF2-5A9697934126}" srcOrd="2" destOrd="0" presId="urn:microsoft.com/office/officeart/2005/8/layout/orgChart1"/>
    <dgm:cxn modelId="{830F826E-C80E-4FE6-A534-EF1AEF6D039D}" type="presParOf" srcId="{4C592C92-3156-443C-BB98-9204DFF01F72}" destId="{47BA5C8E-C2F3-43E7-BA5C-64E91DC65EB3}" srcOrd="3" destOrd="0" presId="urn:microsoft.com/office/officeart/2005/8/layout/orgChart1"/>
    <dgm:cxn modelId="{C57FBFC5-291B-4334-85F8-999F51C31555}" type="presParOf" srcId="{47BA5C8E-C2F3-43E7-BA5C-64E91DC65EB3}" destId="{9308229C-1B34-401A-AF79-99FCEC67DA76}" srcOrd="0" destOrd="0" presId="urn:microsoft.com/office/officeart/2005/8/layout/orgChart1"/>
    <dgm:cxn modelId="{12DB6058-5D55-4EC1-B5C1-DB4952CEE4D5}" type="presParOf" srcId="{9308229C-1B34-401A-AF79-99FCEC67DA76}" destId="{381C7EA2-2B75-4178-AA8A-D217EDCFA36F}" srcOrd="0" destOrd="0" presId="urn:microsoft.com/office/officeart/2005/8/layout/orgChart1"/>
    <dgm:cxn modelId="{CFD70BAF-650B-4B37-B878-BC378AADECA1}" type="presParOf" srcId="{9308229C-1B34-401A-AF79-99FCEC67DA76}" destId="{E6A79A9D-7FBA-4C8B-83E1-52C545B782AF}" srcOrd="1" destOrd="0" presId="urn:microsoft.com/office/officeart/2005/8/layout/orgChart1"/>
    <dgm:cxn modelId="{591F145B-7D20-460E-BCF7-2C2BDF9980DC}" type="presParOf" srcId="{47BA5C8E-C2F3-43E7-BA5C-64E91DC65EB3}" destId="{8877DBAC-6271-426B-82E5-4D334732C047}" srcOrd="1" destOrd="0" presId="urn:microsoft.com/office/officeart/2005/8/layout/orgChart1"/>
    <dgm:cxn modelId="{72BFE140-8900-40DD-BCEB-B83717EA9B99}" type="presParOf" srcId="{47BA5C8E-C2F3-43E7-BA5C-64E91DC65EB3}" destId="{BF715645-1D79-4998-85D3-11D4125E6231}" srcOrd="2" destOrd="0" presId="urn:microsoft.com/office/officeart/2005/8/layout/orgChart1"/>
    <dgm:cxn modelId="{4ECEC585-852D-42B7-8448-582B7D56C8A9}" type="presParOf" srcId="{4C592C92-3156-443C-BB98-9204DFF01F72}" destId="{A4FAE87E-12FA-4A7E-9D3F-3AFCE60315A4}" srcOrd="4" destOrd="0" presId="urn:microsoft.com/office/officeart/2005/8/layout/orgChart1"/>
    <dgm:cxn modelId="{92483812-9901-4FB7-A2EE-B4793D8ECAE3}" type="presParOf" srcId="{4C592C92-3156-443C-BB98-9204DFF01F72}" destId="{59745AC2-BCF2-4AC4-9A79-1E1EF48226AD}" srcOrd="5" destOrd="0" presId="urn:microsoft.com/office/officeart/2005/8/layout/orgChart1"/>
    <dgm:cxn modelId="{22E74176-1BAD-4231-BCB9-F443FD20F810}" type="presParOf" srcId="{59745AC2-BCF2-4AC4-9A79-1E1EF48226AD}" destId="{3CD4DF49-0BA9-4302-9A34-844810873413}" srcOrd="0" destOrd="0" presId="urn:microsoft.com/office/officeart/2005/8/layout/orgChart1"/>
    <dgm:cxn modelId="{608B3379-415D-4F60-87BC-63D8C10898B3}" type="presParOf" srcId="{3CD4DF49-0BA9-4302-9A34-844810873413}" destId="{895EE0A8-FF27-4E5E-A9CF-0B48E925D09C}" srcOrd="0" destOrd="0" presId="urn:microsoft.com/office/officeart/2005/8/layout/orgChart1"/>
    <dgm:cxn modelId="{6D03F4B7-247C-4CB9-9B7F-1987C06D6A22}" type="presParOf" srcId="{3CD4DF49-0BA9-4302-9A34-844810873413}" destId="{640A420B-2CFE-4944-ABF0-EAEAE3402C6F}" srcOrd="1" destOrd="0" presId="urn:microsoft.com/office/officeart/2005/8/layout/orgChart1"/>
    <dgm:cxn modelId="{C4771101-370D-4C4E-8328-A0810EC8D6C8}" type="presParOf" srcId="{59745AC2-BCF2-4AC4-9A79-1E1EF48226AD}" destId="{2FAF0907-22A6-4633-89A3-28CD61B1B262}" srcOrd="1" destOrd="0" presId="urn:microsoft.com/office/officeart/2005/8/layout/orgChart1"/>
    <dgm:cxn modelId="{39FC34F3-F88A-4086-A369-DFF5A7CCC40B}" type="presParOf" srcId="{59745AC2-BCF2-4AC4-9A79-1E1EF48226AD}" destId="{98CB5EF3-7761-4276-9A03-D974B765AAE1}" srcOrd="2" destOrd="0" presId="urn:microsoft.com/office/officeart/2005/8/layout/orgChart1"/>
    <dgm:cxn modelId="{B21A430C-A9C2-4B6E-94DF-00EEB0385A05}" type="presParOf" srcId="{4C592C92-3156-443C-BB98-9204DFF01F72}" destId="{0CD1C6DD-887B-47E1-AD1C-2EF1EFC45C9E}" srcOrd="6" destOrd="0" presId="urn:microsoft.com/office/officeart/2005/8/layout/orgChart1"/>
    <dgm:cxn modelId="{397BCBE2-7B0F-4A4C-9099-DABCF5E301C2}" type="presParOf" srcId="{4C592C92-3156-443C-BB98-9204DFF01F72}" destId="{05A4AD7F-E317-4253-8433-DD01C56257A8}" srcOrd="7" destOrd="0" presId="urn:microsoft.com/office/officeart/2005/8/layout/orgChart1"/>
    <dgm:cxn modelId="{AA744BA6-306F-4723-BBBD-218B3E801C59}" type="presParOf" srcId="{05A4AD7F-E317-4253-8433-DD01C56257A8}" destId="{BF12B3E6-96AC-4627-97E8-6BFC9B8C7D94}" srcOrd="0" destOrd="0" presId="urn:microsoft.com/office/officeart/2005/8/layout/orgChart1"/>
    <dgm:cxn modelId="{E49E2F26-1D24-435E-9BA8-995BA3F41087}" type="presParOf" srcId="{BF12B3E6-96AC-4627-97E8-6BFC9B8C7D94}" destId="{9D965E0F-5EF6-4280-94C3-C6F6BB055DFD}" srcOrd="0" destOrd="0" presId="urn:microsoft.com/office/officeart/2005/8/layout/orgChart1"/>
    <dgm:cxn modelId="{50C5B711-613D-47BD-92B9-FCC2D2A7C48C}" type="presParOf" srcId="{BF12B3E6-96AC-4627-97E8-6BFC9B8C7D94}" destId="{CA60C86F-5CD4-49CD-8A0D-260A73460D64}" srcOrd="1" destOrd="0" presId="urn:microsoft.com/office/officeart/2005/8/layout/orgChart1"/>
    <dgm:cxn modelId="{6CB67F3C-0036-447E-994B-E63ADD651E3D}" type="presParOf" srcId="{05A4AD7F-E317-4253-8433-DD01C56257A8}" destId="{11A24CD1-8504-4843-8FF8-D1AEB1587888}" srcOrd="1" destOrd="0" presId="urn:microsoft.com/office/officeart/2005/8/layout/orgChart1"/>
    <dgm:cxn modelId="{0B1B5FB2-AC24-4A28-B69B-B6BDB4B9BCC3}" type="presParOf" srcId="{05A4AD7F-E317-4253-8433-DD01C56257A8}" destId="{975FC13D-B0BD-4DF3-81D2-7AB34E105329}" srcOrd="2" destOrd="0" presId="urn:microsoft.com/office/officeart/2005/8/layout/orgChart1"/>
    <dgm:cxn modelId="{A66AF755-0015-4A30-96B8-FBDDA9EF335F}" type="presParOf" srcId="{4C592C92-3156-443C-BB98-9204DFF01F72}" destId="{D2B7D062-D75C-4271-BB63-D14061A8348E}" srcOrd="8" destOrd="0" presId="urn:microsoft.com/office/officeart/2005/8/layout/orgChart1"/>
    <dgm:cxn modelId="{E7EFD2F7-9EDD-4F67-8D05-875A72020CCA}" type="presParOf" srcId="{4C592C92-3156-443C-BB98-9204DFF01F72}" destId="{FD71F073-92B3-4E0C-809A-E1085BE14C3A}" srcOrd="9" destOrd="0" presId="urn:microsoft.com/office/officeart/2005/8/layout/orgChart1"/>
    <dgm:cxn modelId="{CB8E75E2-85B0-410B-A15E-5B97B1D34A3C}" type="presParOf" srcId="{FD71F073-92B3-4E0C-809A-E1085BE14C3A}" destId="{3FA765BF-ED20-4656-AA8F-3416B4D8A1C6}" srcOrd="0" destOrd="0" presId="urn:microsoft.com/office/officeart/2005/8/layout/orgChart1"/>
    <dgm:cxn modelId="{99192F76-8931-4F64-B22E-91D8CD01B250}" type="presParOf" srcId="{3FA765BF-ED20-4656-AA8F-3416B4D8A1C6}" destId="{A17448AA-8B4B-4E4E-8FEC-B9D3488A86AA}" srcOrd="0" destOrd="0" presId="urn:microsoft.com/office/officeart/2005/8/layout/orgChart1"/>
    <dgm:cxn modelId="{3AC4F7F4-5F1E-42CF-BFC3-B44E6B254DFB}" type="presParOf" srcId="{3FA765BF-ED20-4656-AA8F-3416B4D8A1C6}" destId="{752F8E88-BDF0-4C26-A8D8-CB96C7040F07}" srcOrd="1" destOrd="0" presId="urn:microsoft.com/office/officeart/2005/8/layout/orgChart1"/>
    <dgm:cxn modelId="{CD28E0F0-7707-4D6C-894A-6F39C79A8F3F}" type="presParOf" srcId="{FD71F073-92B3-4E0C-809A-E1085BE14C3A}" destId="{3D11001B-98C0-480C-8D24-8811B470559A}" srcOrd="1" destOrd="0" presId="urn:microsoft.com/office/officeart/2005/8/layout/orgChart1"/>
    <dgm:cxn modelId="{D89B1029-895D-4CB5-B849-62AFCC8BEA27}" type="presParOf" srcId="{FD71F073-92B3-4E0C-809A-E1085BE14C3A}" destId="{BBB7EFA1-A8E7-497A-AF68-3CA740DA3CAF}"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BB6798B4-3304-4BDF-A752-D00ADAE4ABFB}" type="presParOf" srcId="{AD53A4B1-01E7-41E8-9724-31F3910545A4}" destId="{62821369-B757-43AF-BF6D-02B9EF83A7FF}" srcOrd="4" destOrd="0" presId="urn:microsoft.com/office/officeart/2005/8/layout/orgChart1"/>
    <dgm:cxn modelId="{FFED0061-3CD4-4AA2-9339-8CF37DFD7CAC}" type="presParOf" srcId="{AD53A4B1-01E7-41E8-9724-31F3910545A4}" destId="{739885B7-7422-46AE-AE38-C86EED9C22BF}" srcOrd="5" destOrd="0" presId="urn:microsoft.com/office/officeart/2005/8/layout/orgChart1"/>
    <dgm:cxn modelId="{21F747C8-79A4-49B4-BEAF-C6ED3215C8B2}" type="presParOf" srcId="{739885B7-7422-46AE-AE38-C86EED9C22BF}" destId="{1BDBFDD5-3230-44FF-B170-FE93CAC5A6B8}" srcOrd="0" destOrd="0" presId="urn:microsoft.com/office/officeart/2005/8/layout/orgChart1"/>
    <dgm:cxn modelId="{51FA5211-96AB-4283-9611-644E0622C5EC}" type="presParOf" srcId="{1BDBFDD5-3230-44FF-B170-FE93CAC5A6B8}" destId="{E2CE8193-46AF-44C0-B4A1-4402C2A6388E}" srcOrd="0" destOrd="0" presId="urn:microsoft.com/office/officeart/2005/8/layout/orgChart1"/>
    <dgm:cxn modelId="{85976A63-EEAA-4BC7-BF0D-E59F7AEE9B74}" type="presParOf" srcId="{1BDBFDD5-3230-44FF-B170-FE93CAC5A6B8}" destId="{0FE7A504-1A99-42A4-92D2-369E93728B6E}" srcOrd="1" destOrd="0" presId="urn:microsoft.com/office/officeart/2005/8/layout/orgChart1"/>
    <dgm:cxn modelId="{F8EFA0DD-10F2-4F88-A5F1-8A050C45EAC1}" type="presParOf" srcId="{739885B7-7422-46AE-AE38-C86EED9C22BF}" destId="{5C832EA0-92EB-4018-A238-AAD0380D7AE1}" srcOrd="1" destOrd="0" presId="urn:microsoft.com/office/officeart/2005/8/layout/orgChart1"/>
    <dgm:cxn modelId="{025F3DC2-58B2-4E89-88AF-DB9DF2549973}" type="presParOf" srcId="{739885B7-7422-46AE-AE38-C86EED9C22BF}" destId="{AFF152E2-0280-4325-8B01-B43435B7724D}" srcOrd="2" destOrd="0" presId="urn:microsoft.com/office/officeart/2005/8/layout/orgChart1"/>
    <dgm:cxn modelId="{60A856A8-EAA4-4839-9CD4-A4FE7119E639}" type="presParOf" srcId="{AD53A4B1-01E7-41E8-9724-31F3910545A4}" destId="{45A6C69C-9A94-457A-AC23-FDBEBF17DF15}" srcOrd="6" destOrd="0" presId="urn:microsoft.com/office/officeart/2005/8/layout/orgChart1"/>
    <dgm:cxn modelId="{D62E6C63-39B9-4294-8092-40EE355B030F}" type="presParOf" srcId="{AD53A4B1-01E7-41E8-9724-31F3910545A4}" destId="{460ED917-6EBF-4C35-9109-8B2420BDD391}" srcOrd="7" destOrd="0" presId="urn:microsoft.com/office/officeart/2005/8/layout/orgChart1"/>
    <dgm:cxn modelId="{4FAA65D2-FAFD-47CD-8ED9-156D8B06E234}" type="presParOf" srcId="{460ED917-6EBF-4C35-9109-8B2420BDD391}" destId="{06A44D7F-B324-4D99-BB8D-13A06A593694}" srcOrd="0" destOrd="0" presId="urn:microsoft.com/office/officeart/2005/8/layout/orgChart1"/>
    <dgm:cxn modelId="{02F21C2A-4FCE-44BD-9C9D-001098C33858}" type="presParOf" srcId="{06A44D7F-B324-4D99-BB8D-13A06A593694}" destId="{CFDD1DB1-FAC1-4A1E-A655-08F58C5E78CF}" srcOrd="0" destOrd="0" presId="urn:microsoft.com/office/officeart/2005/8/layout/orgChart1"/>
    <dgm:cxn modelId="{A5071C6E-2060-4D57-892A-E6DE94273E61}" type="presParOf" srcId="{06A44D7F-B324-4D99-BB8D-13A06A593694}" destId="{3BB78F72-BFAE-46E2-842E-30EF244D9EA3}" srcOrd="1" destOrd="0" presId="urn:microsoft.com/office/officeart/2005/8/layout/orgChart1"/>
    <dgm:cxn modelId="{14E3ED19-0D4A-4F07-8C30-EBF130A0EBAC}" type="presParOf" srcId="{460ED917-6EBF-4C35-9109-8B2420BDD391}" destId="{F9964ABE-815E-4CBC-9AC5-3DA582F276AD}" srcOrd="1" destOrd="0" presId="urn:microsoft.com/office/officeart/2005/8/layout/orgChart1"/>
    <dgm:cxn modelId="{13A9BD54-DA8F-40EB-B37C-FE94814C5549}" type="presParOf" srcId="{460ED917-6EBF-4C35-9109-8B2420BDD391}" destId="{89D0969B-28BA-4C18-A11B-9243ECA0B039}" srcOrd="2" destOrd="0" presId="urn:microsoft.com/office/officeart/2005/8/layout/orgChart1"/>
    <dgm:cxn modelId="{08041984-D0D8-4F23-ADE8-8B0B4877B2CE}" type="presParOf" srcId="{AD53A4B1-01E7-41E8-9724-31F3910545A4}" destId="{8A6B1F2B-1D2E-42CA-802C-307EF010D0D0}" srcOrd="8" destOrd="0" presId="urn:microsoft.com/office/officeart/2005/8/layout/orgChart1"/>
    <dgm:cxn modelId="{164E89F3-2AC0-4581-8ECB-40E377775230}" type="presParOf" srcId="{AD53A4B1-01E7-41E8-9724-31F3910545A4}" destId="{322BEA70-D645-44EC-A1FA-D6541A2F009D}" srcOrd="9" destOrd="0" presId="urn:microsoft.com/office/officeart/2005/8/layout/orgChart1"/>
    <dgm:cxn modelId="{B49F0FE9-F117-4593-BBE2-997D703C2021}" type="presParOf" srcId="{322BEA70-D645-44EC-A1FA-D6541A2F009D}" destId="{B54552E2-CACA-4D82-BF73-58E6DC67386F}" srcOrd="0" destOrd="0" presId="urn:microsoft.com/office/officeart/2005/8/layout/orgChart1"/>
    <dgm:cxn modelId="{7808EC95-F168-468D-BB48-FB7C25ADD3E7}" type="presParOf" srcId="{B54552E2-CACA-4D82-BF73-58E6DC67386F}" destId="{36556524-D5AE-42F6-9B43-05CFC9D89CE4}" srcOrd="0" destOrd="0" presId="urn:microsoft.com/office/officeart/2005/8/layout/orgChart1"/>
    <dgm:cxn modelId="{A9C24106-8F31-41E6-A1FC-FC3F5C2D9C4A}" type="presParOf" srcId="{B54552E2-CACA-4D82-BF73-58E6DC67386F}" destId="{62EB900C-6B06-4EBB-AC99-54C84ECAC84C}" srcOrd="1" destOrd="0" presId="urn:microsoft.com/office/officeart/2005/8/layout/orgChart1"/>
    <dgm:cxn modelId="{C246E878-BC2F-4778-BF3B-3BFEACCA998E}" type="presParOf" srcId="{322BEA70-D645-44EC-A1FA-D6541A2F009D}" destId="{49E54EA7-AE66-459C-8308-B68C99E25E27}" srcOrd="1" destOrd="0" presId="urn:microsoft.com/office/officeart/2005/8/layout/orgChart1"/>
    <dgm:cxn modelId="{77002619-5C14-4305-8A4D-01875E20EB4A}" type="presParOf" srcId="{49E54EA7-AE66-459C-8308-B68C99E25E27}" destId="{2A2C954C-EE62-470E-A9A0-03C9F8A16374}" srcOrd="0" destOrd="0" presId="urn:microsoft.com/office/officeart/2005/8/layout/orgChart1"/>
    <dgm:cxn modelId="{5967C032-A70F-47F5-B9BC-1EDE2C409B8F}" type="presParOf" srcId="{49E54EA7-AE66-459C-8308-B68C99E25E27}" destId="{F2FD422E-F226-428D-9018-F88DBDE04B43}" srcOrd="1" destOrd="0" presId="urn:microsoft.com/office/officeart/2005/8/layout/orgChart1"/>
    <dgm:cxn modelId="{68608365-A0D5-40E1-A0B5-FFB56F413AC2}" type="presParOf" srcId="{F2FD422E-F226-428D-9018-F88DBDE04B43}" destId="{EEF2CB1D-9521-4F08-8F6E-6CB23A84D58D}" srcOrd="0" destOrd="0" presId="urn:microsoft.com/office/officeart/2005/8/layout/orgChart1"/>
    <dgm:cxn modelId="{BD3EEEC4-0572-43BA-9052-2FDB8992FE72}" type="presParOf" srcId="{EEF2CB1D-9521-4F08-8F6E-6CB23A84D58D}" destId="{8F055073-5F90-49BB-9A6A-D1E17BE589CB}" srcOrd="0" destOrd="0" presId="urn:microsoft.com/office/officeart/2005/8/layout/orgChart1"/>
    <dgm:cxn modelId="{1BC2527F-3376-4E9F-B601-83E411CF753E}" type="presParOf" srcId="{EEF2CB1D-9521-4F08-8F6E-6CB23A84D58D}" destId="{BB7F494D-2B16-47F2-A2C3-ED9974372565}" srcOrd="1" destOrd="0" presId="urn:microsoft.com/office/officeart/2005/8/layout/orgChart1"/>
    <dgm:cxn modelId="{6A48F55F-A46F-40AB-A4C1-33FB137E65EA}" type="presParOf" srcId="{F2FD422E-F226-428D-9018-F88DBDE04B43}" destId="{B26FECE3-D7ED-4F28-A586-F29BA1647DAA}" srcOrd="1" destOrd="0" presId="urn:microsoft.com/office/officeart/2005/8/layout/orgChart1"/>
    <dgm:cxn modelId="{55BA3A89-5A8B-4F1E-91CE-195281FC3CA2}" type="presParOf" srcId="{F2FD422E-F226-428D-9018-F88DBDE04B43}" destId="{6794BE9A-03D7-4693-A304-8269EDB52523}" srcOrd="2" destOrd="0" presId="urn:microsoft.com/office/officeart/2005/8/layout/orgChart1"/>
    <dgm:cxn modelId="{A570121A-A189-4CB5-ABAE-24D2AB341961}" type="presParOf" srcId="{49E54EA7-AE66-459C-8308-B68C99E25E27}" destId="{15AEE274-0092-43BD-BDFE-D9F9CDA3CE24}" srcOrd="2" destOrd="0" presId="urn:microsoft.com/office/officeart/2005/8/layout/orgChart1"/>
    <dgm:cxn modelId="{FF19A609-D5F0-4470-B7ED-B5625944C8EB}" type="presParOf" srcId="{49E54EA7-AE66-459C-8308-B68C99E25E27}" destId="{769F50FB-065E-4931-A8DD-29ED22A29328}" srcOrd="3" destOrd="0" presId="urn:microsoft.com/office/officeart/2005/8/layout/orgChart1"/>
    <dgm:cxn modelId="{FF0799EA-C377-404C-BA71-4D741EF45F97}" type="presParOf" srcId="{769F50FB-065E-4931-A8DD-29ED22A29328}" destId="{EC3435C3-D42C-4997-AC18-910102C69252}" srcOrd="0" destOrd="0" presId="urn:microsoft.com/office/officeart/2005/8/layout/orgChart1"/>
    <dgm:cxn modelId="{80328569-9D0D-413B-9A08-6443D2E1866D}" type="presParOf" srcId="{EC3435C3-D42C-4997-AC18-910102C69252}" destId="{A5C80B4D-2E70-4DF9-A626-553A11B40F3C}" srcOrd="0" destOrd="0" presId="urn:microsoft.com/office/officeart/2005/8/layout/orgChart1"/>
    <dgm:cxn modelId="{3EF58DC3-F115-4CE1-A4A6-9DE0CE84BF14}" type="presParOf" srcId="{EC3435C3-D42C-4997-AC18-910102C69252}" destId="{9B7D9191-C5C5-4AE0-ADD7-53EEEB66794E}" srcOrd="1" destOrd="0" presId="urn:microsoft.com/office/officeart/2005/8/layout/orgChart1"/>
    <dgm:cxn modelId="{82B74F0E-3805-40A2-A268-E1F0C965F4B4}" type="presParOf" srcId="{769F50FB-065E-4931-A8DD-29ED22A29328}" destId="{D0837E44-4EE2-4ABF-8EDF-7F4A1116BDA6}" srcOrd="1" destOrd="0" presId="urn:microsoft.com/office/officeart/2005/8/layout/orgChart1"/>
    <dgm:cxn modelId="{B25FBA16-F76A-4B8D-BCD3-DE05FE2A09AA}" type="presParOf" srcId="{769F50FB-065E-4931-A8DD-29ED22A29328}" destId="{E61AACC4-8568-4FC3-B9A4-18FAC31ADA07}" srcOrd="2" destOrd="0" presId="urn:microsoft.com/office/officeart/2005/8/layout/orgChart1"/>
    <dgm:cxn modelId="{6471D56B-2A4C-4B98-9AF1-9058B7646305}" type="presParOf" srcId="{49E54EA7-AE66-459C-8308-B68C99E25E27}" destId="{DE1C9CA5-19BE-405C-A716-9548FEE6C778}" srcOrd="4" destOrd="0" presId="urn:microsoft.com/office/officeart/2005/8/layout/orgChart1"/>
    <dgm:cxn modelId="{7B94BF4E-9BBF-43FA-9AA1-823F3088FA72}" type="presParOf" srcId="{49E54EA7-AE66-459C-8308-B68C99E25E27}" destId="{438DADDE-2769-40FC-B44A-512B69DC4D74}" srcOrd="5" destOrd="0" presId="urn:microsoft.com/office/officeart/2005/8/layout/orgChart1"/>
    <dgm:cxn modelId="{CFA7D367-2AF6-42B6-8E38-CF058A9B8864}" type="presParOf" srcId="{438DADDE-2769-40FC-B44A-512B69DC4D74}" destId="{A95C83FB-98DE-495D-8630-956A992D2513}" srcOrd="0" destOrd="0" presId="urn:microsoft.com/office/officeart/2005/8/layout/orgChart1"/>
    <dgm:cxn modelId="{6B7A7146-02E4-47C1-8519-64747F4E9A51}" type="presParOf" srcId="{A95C83FB-98DE-495D-8630-956A992D2513}" destId="{B490F736-88DB-40AC-A443-4427C415151D}" srcOrd="0" destOrd="0" presId="urn:microsoft.com/office/officeart/2005/8/layout/orgChart1"/>
    <dgm:cxn modelId="{64EF8234-F928-48A5-B465-290B5913F808}" type="presParOf" srcId="{A95C83FB-98DE-495D-8630-956A992D2513}" destId="{DCEBDE7D-F0B7-47D7-85AF-7FFF1D21ADED}" srcOrd="1" destOrd="0" presId="urn:microsoft.com/office/officeart/2005/8/layout/orgChart1"/>
    <dgm:cxn modelId="{35712697-E292-43AA-B21C-55279965946E}" type="presParOf" srcId="{438DADDE-2769-40FC-B44A-512B69DC4D74}" destId="{D9D6260D-F487-4611-812D-FFA9BFB1E26C}" srcOrd="1" destOrd="0" presId="urn:microsoft.com/office/officeart/2005/8/layout/orgChart1"/>
    <dgm:cxn modelId="{F0740E11-D074-4623-B64F-4889FA103398}" type="presParOf" srcId="{438DADDE-2769-40FC-B44A-512B69DC4D74}" destId="{BA50D38F-C9CC-4753-B73C-ACA4A56B8EFC}" srcOrd="2" destOrd="0" presId="urn:microsoft.com/office/officeart/2005/8/layout/orgChart1"/>
    <dgm:cxn modelId="{A036BB64-FB8E-4A79-A944-9F90312B1E08}" type="presParOf" srcId="{49E54EA7-AE66-459C-8308-B68C99E25E27}" destId="{B66F369F-4105-4A5C-9DD3-0005ECFE2E5F}" srcOrd="6" destOrd="0" presId="urn:microsoft.com/office/officeart/2005/8/layout/orgChart1"/>
    <dgm:cxn modelId="{7E64A912-338E-4466-B32F-4F55FB5F05C6}" type="presParOf" srcId="{49E54EA7-AE66-459C-8308-B68C99E25E27}" destId="{77A70BDC-B798-4729-8B61-1DFD1FE82886}" srcOrd="7" destOrd="0" presId="urn:microsoft.com/office/officeart/2005/8/layout/orgChart1"/>
    <dgm:cxn modelId="{DCCAB14E-8120-4478-B3C8-8B41255B6ACC}" type="presParOf" srcId="{77A70BDC-B798-4729-8B61-1DFD1FE82886}" destId="{8B584678-6F43-41EE-9230-EA51C767FBDC}" srcOrd="0" destOrd="0" presId="urn:microsoft.com/office/officeart/2005/8/layout/orgChart1"/>
    <dgm:cxn modelId="{B0081F39-3055-4E2F-BF02-024D7ED1EFE2}" type="presParOf" srcId="{8B584678-6F43-41EE-9230-EA51C767FBDC}" destId="{39AEC615-0A84-42E3-821C-3EA9148E57FE}" srcOrd="0" destOrd="0" presId="urn:microsoft.com/office/officeart/2005/8/layout/orgChart1"/>
    <dgm:cxn modelId="{5C1CD4FE-8B9C-400B-B0F6-B53DB997663B}" type="presParOf" srcId="{8B584678-6F43-41EE-9230-EA51C767FBDC}" destId="{647D7A7F-1A98-4707-A457-C562BD54D58F}" srcOrd="1" destOrd="0" presId="urn:microsoft.com/office/officeart/2005/8/layout/orgChart1"/>
    <dgm:cxn modelId="{03A0822A-3E8A-4B70-9018-F33E482CD5D0}" type="presParOf" srcId="{77A70BDC-B798-4729-8B61-1DFD1FE82886}" destId="{26A9286C-3C40-43A8-8F02-FDD23B062331}" srcOrd="1" destOrd="0" presId="urn:microsoft.com/office/officeart/2005/8/layout/orgChart1"/>
    <dgm:cxn modelId="{EC06B1D4-B978-418D-A17D-63A6C619A39A}" type="presParOf" srcId="{77A70BDC-B798-4729-8B61-1DFD1FE82886}" destId="{16B919CA-59D2-476A-AF36-7F7CF72E847D}" srcOrd="2" destOrd="0" presId="urn:microsoft.com/office/officeart/2005/8/layout/orgChart1"/>
    <dgm:cxn modelId="{838C216B-F67F-49C7-B0D0-5966635B0759}" type="presParOf" srcId="{49E54EA7-AE66-459C-8308-B68C99E25E27}" destId="{0BCAB6FE-D6DE-4BB5-9C89-B05376AF7BD7}" srcOrd="8" destOrd="0" presId="urn:microsoft.com/office/officeart/2005/8/layout/orgChart1"/>
    <dgm:cxn modelId="{17BC0033-78F0-48A6-9EAE-A9A1EAAA002C}" type="presParOf" srcId="{49E54EA7-AE66-459C-8308-B68C99E25E27}" destId="{5F0A7B78-3E31-4580-80DC-8A61630D92A6}" srcOrd="9" destOrd="0" presId="urn:microsoft.com/office/officeart/2005/8/layout/orgChart1"/>
    <dgm:cxn modelId="{5905F93B-4854-47DE-B1B4-0D8006D6E7AD}" type="presParOf" srcId="{5F0A7B78-3E31-4580-80DC-8A61630D92A6}" destId="{08F497DD-17E3-40EB-96C2-B82E60AEDB70}" srcOrd="0" destOrd="0" presId="urn:microsoft.com/office/officeart/2005/8/layout/orgChart1"/>
    <dgm:cxn modelId="{B8E9FC20-E47D-417D-B2D8-C00158CD27F4}" type="presParOf" srcId="{08F497DD-17E3-40EB-96C2-B82E60AEDB70}" destId="{1DB2A366-0C7D-4022-9148-8815A170CF65}" srcOrd="0" destOrd="0" presId="urn:microsoft.com/office/officeart/2005/8/layout/orgChart1"/>
    <dgm:cxn modelId="{72E4841D-94E2-4627-9353-12FBEC634D2C}" type="presParOf" srcId="{08F497DD-17E3-40EB-96C2-B82E60AEDB70}" destId="{365CBF93-49D1-49EC-904F-BC3479220B5A}" srcOrd="1" destOrd="0" presId="urn:microsoft.com/office/officeart/2005/8/layout/orgChart1"/>
    <dgm:cxn modelId="{0849DCC7-CFE1-4244-92CB-DE3ECCD463C3}" type="presParOf" srcId="{5F0A7B78-3E31-4580-80DC-8A61630D92A6}" destId="{B75074BF-CCBF-4D79-B64C-92FBFA5670E4}" srcOrd="1" destOrd="0" presId="urn:microsoft.com/office/officeart/2005/8/layout/orgChart1"/>
    <dgm:cxn modelId="{00CC7F1D-83D6-4E81-AB23-08EECE74A261}" type="presParOf" srcId="{5F0A7B78-3E31-4580-80DC-8A61630D92A6}" destId="{57A3E187-EC64-41B7-A2CF-562278E44DC7}" srcOrd="2" destOrd="0" presId="urn:microsoft.com/office/officeart/2005/8/layout/orgChart1"/>
    <dgm:cxn modelId="{F1CAEAE4-9C23-4781-A749-AC13C872F50D}" type="presParOf" srcId="{322BEA70-D645-44EC-A1FA-D6541A2F009D}" destId="{55EBC55B-4FED-4B15-A372-50312AD2C333}"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82D6C-BB0D-481D-A9F4-AB99E4778C86}">
      <dsp:nvSpPr>
        <dsp:cNvPr id="0" name=""/>
        <dsp:cNvSpPr/>
      </dsp:nvSpPr>
      <dsp:spPr>
        <a:xfrm>
          <a:off x="4974431" y="1151423"/>
          <a:ext cx="212272" cy="3805723"/>
        </a:xfrm>
        <a:custGeom>
          <a:avLst/>
          <a:gdLst/>
          <a:ahLst/>
          <a:cxnLst/>
          <a:rect l="0" t="0" r="0" b="0"/>
          <a:pathLst>
            <a:path>
              <a:moveTo>
                <a:pt x="0" y="0"/>
              </a:moveTo>
              <a:lnTo>
                <a:pt x="0" y="3805723"/>
              </a:lnTo>
              <a:lnTo>
                <a:pt x="212272" y="3805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A1F078-CEA3-45B0-BC21-CA7C7E9F0DD7}">
      <dsp:nvSpPr>
        <dsp:cNvPr id="0" name=""/>
        <dsp:cNvSpPr/>
      </dsp:nvSpPr>
      <dsp:spPr>
        <a:xfrm>
          <a:off x="4974431" y="1151423"/>
          <a:ext cx="212272" cy="3131892"/>
        </a:xfrm>
        <a:custGeom>
          <a:avLst/>
          <a:gdLst/>
          <a:ahLst/>
          <a:cxnLst/>
          <a:rect l="0" t="0" r="0" b="0"/>
          <a:pathLst>
            <a:path>
              <a:moveTo>
                <a:pt x="0" y="0"/>
              </a:moveTo>
              <a:lnTo>
                <a:pt x="0" y="3131892"/>
              </a:lnTo>
              <a:lnTo>
                <a:pt x="212272" y="313189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26E77-062A-4293-ACEE-E9FBB1B7AFC9}">
      <dsp:nvSpPr>
        <dsp:cNvPr id="0" name=""/>
        <dsp:cNvSpPr/>
      </dsp:nvSpPr>
      <dsp:spPr>
        <a:xfrm>
          <a:off x="4974431" y="1151423"/>
          <a:ext cx="212272" cy="2458061"/>
        </a:xfrm>
        <a:custGeom>
          <a:avLst/>
          <a:gdLst/>
          <a:ahLst/>
          <a:cxnLst/>
          <a:rect l="0" t="0" r="0" b="0"/>
          <a:pathLst>
            <a:path>
              <a:moveTo>
                <a:pt x="0" y="0"/>
              </a:moveTo>
              <a:lnTo>
                <a:pt x="0" y="2458061"/>
              </a:lnTo>
              <a:lnTo>
                <a:pt x="212272" y="24580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EB23AF-3DC9-4100-A849-FA07AEF443A2}">
      <dsp:nvSpPr>
        <dsp:cNvPr id="0" name=""/>
        <dsp:cNvSpPr/>
      </dsp:nvSpPr>
      <dsp:spPr>
        <a:xfrm>
          <a:off x="4974431"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EC33C0-FF6B-4B64-B619-9763AD02E7A0}">
      <dsp:nvSpPr>
        <dsp:cNvPr id="0" name=""/>
        <dsp:cNvSpPr/>
      </dsp:nvSpPr>
      <dsp:spPr>
        <a:xfrm>
          <a:off x="4974431"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70A5C0-8C6B-42DA-8585-E605207FB3C9}">
      <dsp:nvSpPr>
        <dsp:cNvPr id="0" name=""/>
        <dsp:cNvSpPr/>
      </dsp:nvSpPr>
      <dsp:spPr>
        <a:xfrm>
          <a:off x="4974431"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3926038" y="477592"/>
          <a:ext cx="1614452" cy="199302"/>
        </a:xfrm>
        <a:custGeom>
          <a:avLst/>
          <a:gdLst/>
          <a:ahLst/>
          <a:cxnLst/>
          <a:rect l="0" t="0" r="0" b="0"/>
          <a:pathLst>
            <a:path>
              <a:moveTo>
                <a:pt x="0" y="0"/>
              </a:moveTo>
              <a:lnTo>
                <a:pt x="0" y="99651"/>
              </a:lnTo>
              <a:lnTo>
                <a:pt x="1614452" y="99651"/>
              </a:lnTo>
              <a:lnTo>
                <a:pt x="1614452"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AE87E-12FA-4A7E-9D3F-3AFCE60315A4}">
      <dsp:nvSpPr>
        <dsp:cNvPr id="0" name=""/>
        <dsp:cNvSpPr/>
      </dsp:nvSpPr>
      <dsp:spPr>
        <a:xfrm>
          <a:off x="3359978" y="1151423"/>
          <a:ext cx="212272" cy="1784229"/>
        </a:xfrm>
        <a:custGeom>
          <a:avLst/>
          <a:gdLst/>
          <a:ahLst/>
          <a:cxnLst/>
          <a:rect l="0" t="0" r="0" b="0"/>
          <a:pathLst>
            <a:path>
              <a:moveTo>
                <a:pt x="0" y="0"/>
              </a:moveTo>
              <a:lnTo>
                <a:pt x="0" y="1784229"/>
              </a:lnTo>
              <a:lnTo>
                <a:pt x="212272" y="17842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3359978"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3359978"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880318" y="477592"/>
          <a:ext cx="91440" cy="199302"/>
        </a:xfrm>
        <a:custGeom>
          <a:avLst/>
          <a:gdLst/>
          <a:ahLst/>
          <a:cxnLst/>
          <a:rect l="0" t="0" r="0" b="0"/>
          <a:pathLst>
            <a:path>
              <a:moveTo>
                <a:pt x="45720" y="0"/>
              </a:moveTo>
              <a:lnTo>
                <a:pt x="4572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745525" y="1151423"/>
          <a:ext cx="212272" cy="1110398"/>
        </a:xfrm>
        <a:custGeom>
          <a:avLst/>
          <a:gdLst/>
          <a:ahLst/>
          <a:cxnLst/>
          <a:rect l="0" t="0" r="0" b="0"/>
          <a:pathLst>
            <a:path>
              <a:moveTo>
                <a:pt x="0" y="0"/>
              </a:moveTo>
              <a:lnTo>
                <a:pt x="0" y="1110398"/>
              </a:lnTo>
              <a:lnTo>
                <a:pt x="212272" y="11103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745525" y="1151423"/>
          <a:ext cx="212272" cy="436566"/>
        </a:xfrm>
        <a:custGeom>
          <a:avLst/>
          <a:gdLst/>
          <a:ahLst/>
          <a:cxnLst/>
          <a:rect l="0" t="0" r="0" b="0"/>
          <a:pathLst>
            <a:path>
              <a:moveTo>
                <a:pt x="0" y="0"/>
              </a:moveTo>
              <a:lnTo>
                <a:pt x="0" y="436566"/>
              </a:lnTo>
              <a:lnTo>
                <a:pt x="212272" y="43656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2311585" y="477592"/>
          <a:ext cx="1614452" cy="199302"/>
        </a:xfrm>
        <a:custGeom>
          <a:avLst/>
          <a:gdLst/>
          <a:ahLst/>
          <a:cxnLst/>
          <a:rect l="0" t="0" r="0" b="0"/>
          <a:pathLst>
            <a:path>
              <a:moveTo>
                <a:pt x="1614452" y="0"/>
              </a:moveTo>
              <a:lnTo>
                <a:pt x="1614452" y="99651"/>
              </a:lnTo>
              <a:lnTo>
                <a:pt x="0" y="99651"/>
              </a:lnTo>
              <a:lnTo>
                <a:pt x="0" y="1993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440501" y="3062"/>
          <a:ext cx="2971074" cy="474529"/>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8: Understanding user Requirements.</a:t>
          </a:r>
          <a:endParaRPr lang="en-US" sz="1600" kern="1200" dirty="0"/>
        </a:p>
      </dsp:txBody>
      <dsp:txXfrm>
        <a:off x="2440501" y="3062"/>
        <a:ext cx="2971074" cy="474529"/>
      </dsp:txXfrm>
    </dsp:sp>
    <dsp:sp modelId="{C9422C4E-2B02-4D33-A16B-EF7B187ECAB7}">
      <dsp:nvSpPr>
        <dsp:cNvPr id="0" name=""/>
        <dsp:cNvSpPr/>
      </dsp:nvSpPr>
      <dsp:spPr>
        <a:xfrm>
          <a:off x="1604010"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Use story</a:t>
          </a:r>
          <a:endParaRPr lang="en-US" sz="1600" kern="1200" dirty="0"/>
        </a:p>
      </dsp:txBody>
      <dsp:txXfrm>
        <a:off x="1604010" y="676894"/>
        <a:ext cx="1415150" cy="474529"/>
      </dsp:txXfrm>
    </dsp:sp>
    <dsp:sp modelId="{ED8B7DF3-7C68-4E1C-A743-283531BE19BD}">
      <dsp:nvSpPr>
        <dsp:cNvPr id="0" name=""/>
        <dsp:cNvSpPr/>
      </dsp:nvSpPr>
      <dsp:spPr>
        <a:xfrm>
          <a:off x="1957798" y="1350725"/>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User case</a:t>
          </a:r>
          <a:endParaRPr lang="en-US" sz="1400" kern="1200" dirty="0"/>
        </a:p>
      </dsp:txBody>
      <dsp:txXfrm>
        <a:off x="1957798" y="1350725"/>
        <a:ext cx="949058" cy="474529"/>
      </dsp:txXfrm>
    </dsp:sp>
    <dsp:sp modelId="{31C29986-52F5-42D4-A9FC-3B32B3F35DB2}">
      <dsp:nvSpPr>
        <dsp:cNvPr id="0" name=""/>
        <dsp:cNvSpPr/>
      </dsp:nvSpPr>
      <dsp:spPr>
        <a:xfrm>
          <a:off x="1957798" y="2024557"/>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User story</a:t>
          </a:r>
          <a:endParaRPr lang="en-US" sz="1400" kern="1200" dirty="0"/>
        </a:p>
      </dsp:txBody>
      <dsp:txXfrm>
        <a:off x="1957798" y="2024557"/>
        <a:ext cx="949058" cy="474529"/>
      </dsp:txXfrm>
    </dsp:sp>
    <dsp:sp modelId="{02B28F85-DE51-42FF-859E-1DD3A478F426}">
      <dsp:nvSpPr>
        <dsp:cNvPr id="0" name=""/>
        <dsp:cNvSpPr/>
      </dsp:nvSpPr>
      <dsp:spPr>
        <a:xfrm>
          <a:off x="3218463"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The user case approach</a:t>
          </a:r>
          <a:endParaRPr lang="en-US" sz="1600" kern="1200" dirty="0"/>
        </a:p>
      </dsp:txBody>
      <dsp:txXfrm>
        <a:off x="3218463" y="676894"/>
        <a:ext cx="1415150" cy="474529"/>
      </dsp:txXfrm>
    </dsp:sp>
    <dsp:sp modelId="{1A87DFD0-A1A5-4AEF-9874-88156CA4976E}">
      <dsp:nvSpPr>
        <dsp:cNvPr id="0" name=""/>
        <dsp:cNvSpPr/>
      </dsp:nvSpPr>
      <dsp:spPr>
        <a:xfrm>
          <a:off x="3572250" y="1350725"/>
          <a:ext cx="1015881"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Users</a:t>
          </a:r>
          <a:endParaRPr lang="en-US" sz="1600" kern="1200" dirty="0"/>
        </a:p>
      </dsp:txBody>
      <dsp:txXfrm>
        <a:off x="3572250" y="1350725"/>
        <a:ext cx="1015881" cy="474529"/>
      </dsp:txXfrm>
    </dsp:sp>
    <dsp:sp modelId="{381C7EA2-2B75-4178-AA8A-D217EDCFA36F}">
      <dsp:nvSpPr>
        <dsp:cNvPr id="0" name=""/>
        <dsp:cNvSpPr/>
      </dsp:nvSpPr>
      <dsp:spPr>
        <a:xfrm>
          <a:off x="3572250" y="2024557"/>
          <a:ext cx="94687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Actors</a:t>
          </a:r>
          <a:endParaRPr lang="en-US" sz="1600" kern="1200" dirty="0"/>
        </a:p>
      </dsp:txBody>
      <dsp:txXfrm>
        <a:off x="3572250" y="2024557"/>
        <a:ext cx="946875" cy="474529"/>
      </dsp:txXfrm>
    </dsp:sp>
    <dsp:sp modelId="{895EE0A8-FF27-4E5E-A9CF-0B48E925D09C}">
      <dsp:nvSpPr>
        <dsp:cNvPr id="0" name=""/>
        <dsp:cNvSpPr/>
      </dsp:nvSpPr>
      <dsp:spPr>
        <a:xfrm>
          <a:off x="3572250" y="2698388"/>
          <a:ext cx="949058"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User case diagram</a:t>
          </a:r>
          <a:endParaRPr lang="en-US" sz="1600" kern="1200" dirty="0"/>
        </a:p>
      </dsp:txBody>
      <dsp:txXfrm>
        <a:off x="3572250" y="2698388"/>
        <a:ext cx="949058" cy="474529"/>
      </dsp:txXfrm>
    </dsp:sp>
    <dsp:sp modelId="{E2CE8193-46AF-44C0-B4A1-4402C2A6388E}">
      <dsp:nvSpPr>
        <dsp:cNvPr id="0" name=""/>
        <dsp:cNvSpPr/>
      </dsp:nvSpPr>
      <dsp:spPr>
        <a:xfrm>
          <a:off x="4832915" y="676894"/>
          <a:ext cx="1415150" cy="4745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usage scenarios</a:t>
          </a:r>
          <a:endParaRPr lang="en-US" sz="1600" kern="1200" dirty="0"/>
        </a:p>
      </dsp:txBody>
      <dsp:txXfrm>
        <a:off x="4832915" y="676894"/>
        <a:ext cx="1415150" cy="474529"/>
      </dsp:txXfrm>
    </dsp:sp>
    <dsp:sp modelId="{0E3A6566-1345-4559-897C-38FE3D6E654D}">
      <dsp:nvSpPr>
        <dsp:cNvPr id="0" name=""/>
        <dsp:cNvSpPr/>
      </dsp:nvSpPr>
      <dsp:spPr>
        <a:xfrm>
          <a:off x="5186703" y="1350725"/>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Sample of user case</a:t>
          </a:r>
          <a:endParaRPr lang="en-US" sz="1600" kern="1200" dirty="0"/>
        </a:p>
      </dsp:txBody>
      <dsp:txXfrm>
        <a:off x="5186703" y="1350725"/>
        <a:ext cx="1896085" cy="474529"/>
      </dsp:txXfrm>
    </dsp:sp>
    <dsp:sp modelId="{0B565A4F-01B9-4EB6-9276-06D0F8CC2FA8}">
      <dsp:nvSpPr>
        <dsp:cNvPr id="0" name=""/>
        <dsp:cNvSpPr/>
      </dsp:nvSpPr>
      <dsp:spPr>
        <a:xfrm>
          <a:off x="5186703" y="2024557"/>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Exploring use case</a:t>
          </a:r>
          <a:endParaRPr lang="en-US" sz="1600" kern="1200" dirty="0"/>
        </a:p>
      </dsp:txBody>
      <dsp:txXfrm>
        <a:off x="5186703" y="2024557"/>
        <a:ext cx="1896085" cy="474529"/>
      </dsp:txXfrm>
    </dsp:sp>
    <dsp:sp modelId="{13A64A61-7645-4497-A631-335381B21440}">
      <dsp:nvSpPr>
        <dsp:cNvPr id="0" name=""/>
        <dsp:cNvSpPr/>
      </dsp:nvSpPr>
      <dsp:spPr>
        <a:xfrm>
          <a:off x="5186703" y="2698388"/>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Validating use case</a:t>
          </a:r>
          <a:endParaRPr lang="en-US" sz="1600" kern="1200" dirty="0"/>
        </a:p>
      </dsp:txBody>
      <dsp:txXfrm>
        <a:off x="5186703" y="2698388"/>
        <a:ext cx="1896085" cy="474529"/>
      </dsp:txXfrm>
    </dsp:sp>
    <dsp:sp modelId="{68F9BB86-EDFB-47D1-AE3A-5735A05E1F08}">
      <dsp:nvSpPr>
        <dsp:cNvPr id="0" name=""/>
        <dsp:cNvSpPr/>
      </dsp:nvSpPr>
      <dsp:spPr>
        <a:xfrm>
          <a:off x="5186703" y="3372220"/>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Functional Req.</a:t>
          </a:r>
          <a:endParaRPr lang="en-US" sz="1600" kern="1200" dirty="0"/>
        </a:p>
      </dsp:txBody>
      <dsp:txXfrm>
        <a:off x="5186703" y="3372220"/>
        <a:ext cx="1896085" cy="474529"/>
      </dsp:txXfrm>
    </dsp:sp>
    <dsp:sp modelId="{9AC40EFA-20D6-4F90-BF9B-FECE51A46116}">
      <dsp:nvSpPr>
        <dsp:cNvPr id="0" name=""/>
        <dsp:cNvSpPr/>
      </dsp:nvSpPr>
      <dsp:spPr>
        <a:xfrm>
          <a:off x="5186703" y="4046051"/>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&amp; tests</a:t>
          </a:r>
          <a:endParaRPr lang="en-US" sz="1600" kern="1200" dirty="0"/>
        </a:p>
      </dsp:txBody>
      <dsp:txXfrm>
        <a:off x="5186703" y="4046051"/>
        <a:ext cx="1896085" cy="474529"/>
      </dsp:txXfrm>
    </dsp:sp>
    <dsp:sp modelId="{DC7D0CF0-115C-4024-B0A6-7BC035EE04B9}">
      <dsp:nvSpPr>
        <dsp:cNvPr id="0" name=""/>
        <dsp:cNvSpPr/>
      </dsp:nvSpPr>
      <dsp:spPr>
        <a:xfrm>
          <a:off x="5186703" y="4719882"/>
          <a:ext cx="1896085" cy="47452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Use case traps</a:t>
          </a:r>
          <a:endParaRPr lang="en-US" sz="1600" kern="1200" dirty="0"/>
        </a:p>
      </dsp:txBody>
      <dsp:txXfrm>
        <a:off x="5186703" y="4719882"/>
        <a:ext cx="1896085" cy="4745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AB6FE-D6DE-4BB5-9C89-B05376AF7BD7}">
      <dsp:nvSpPr>
        <dsp:cNvPr id="0" name=""/>
        <dsp:cNvSpPr/>
      </dsp:nvSpPr>
      <dsp:spPr>
        <a:xfrm>
          <a:off x="7214248" y="1322399"/>
          <a:ext cx="163633" cy="3599926"/>
        </a:xfrm>
        <a:custGeom>
          <a:avLst/>
          <a:gdLst/>
          <a:ahLst/>
          <a:cxnLst/>
          <a:rect l="0" t="0" r="0" b="0"/>
          <a:pathLst>
            <a:path>
              <a:moveTo>
                <a:pt x="0" y="0"/>
              </a:moveTo>
              <a:lnTo>
                <a:pt x="0" y="3599926"/>
              </a:lnTo>
              <a:lnTo>
                <a:pt x="163633" y="35999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369F-4105-4A5C-9DD3-0005ECFE2E5F}">
      <dsp:nvSpPr>
        <dsp:cNvPr id="0" name=""/>
        <dsp:cNvSpPr/>
      </dsp:nvSpPr>
      <dsp:spPr>
        <a:xfrm>
          <a:off x="7214248" y="1322399"/>
          <a:ext cx="163633" cy="2825397"/>
        </a:xfrm>
        <a:custGeom>
          <a:avLst/>
          <a:gdLst/>
          <a:ahLst/>
          <a:cxnLst/>
          <a:rect l="0" t="0" r="0" b="0"/>
          <a:pathLst>
            <a:path>
              <a:moveTo>
                <a:pt x="0" y="0"/>
              </a:moveTo>
              <a:lnTo>
                <a:pt x="0" y="2825397"/>
              </a:lnTo>
              <a:lnTo>
                <a:pt x="163633"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1C9CA5-19BE-405C-A716-9548FEE6C778}">
      <dsp:nvSpPr>
        <dsp:cNvPr id="0" name=""/>
        <dsp:cNvSpPr/>
      </dsp:nvSpPr>
      <dsp:spPr>
        <a:xfrm>
          <a:off x="7214248" y="1322399"/>
          <a:ext cx="163633" cy="2050867"/>
        </a:xfrm>
        <a:custGeom>
          <a:avLst/>
          <a:gdLst/>
          <a:ahLst/>
          <a:cxnLst/>
          <a:rect l="0" t="0" r="0" b="0"/>
          <a:pathLst>
            <a:path>
              <a:moveTo>
                <a:pt x="0" y="0"/>
              </a:moveTo>
              <a:lnTo>
                <a:pt x="0" y="2050867"/>
              </a:lnTo>
              <a:lnTo>
                <a:pt x="163633"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AEE274-0092-43BD-BDFE-D9F9CDA3CE24}">
      <dsp:nvSpPr>
        <dsp:cNvPr id="0" name=""/>
        <dsp:cNvSpPr/>
      </dsp:nvSpPr>
      <dsp:spPr>
        <a:xfrm>
          <a:off x="7214248" y="1322399"/>
          <a:ext cx="163633" cy="1276337"/>
        </a:xfrm>
        <a:custGeom>
          <a:avLst/>
          <a:gdLst/>
          <a:ahLst/>
          <a:cxnLst/>
          <a:rect l="0" t="0" r="0" b="0"/>
          <a:pathLst>
            <a:path>
              <a:moveTo>
                <a:pt x="0" y="0"/>
              </a:moveTo>
              <a:lnTo>
                <a:pt x="0" y="1276337"/>
              </a:lnTo>
              <a:lnTo>
                <a:pt x="163633"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2C954C-EE62-470E-A9A0-03C9F8A16374}">
      <dsp:nvSpPr>
        <dsp:cNvPr id="0" name=""/>
        <dsp:cNvSpPr/>
      </dsp:nvSpPr>
      <dsp:spPr>
        <a:xfrm>
          <a:off x="7214248" y="1322399"/>
          <a:ext cx="163633" cy="501807"/>
        </a:xfrm>
        <a:custGeom>
          <a:avLst/>
          <a:gdLst/>
          <a:ahLst/>
          <a:cxnLst/>
          <a:rect l="0" t="0" r="0" b="0"/>
          <a:pathLst>
            <a:path>
              <a:moveTo>
                <a:pt x="0" y="0"/>
              </a:moveTo>
              <a:lnTo>
                <a:pt x="0" y="501807"/>
              </a:lnTo>
              <a:lnTo>
                <a:pt x="163633"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6B1F2B-1D2E-42CA-802C-307EF010D0D0}">
      <dsp:nvSpPr>
        <dsp:cNvPr id="0" name=""/>
        <dsp:cNvSpPr/>
      </dsp:nvSpPr>
      <dsp:spPr>
        <a:xfrm>
          <a:off x="4207039" y="547870"/>
          <a:ext cx="3443564" cy="229086"/>
        </a:xfrm>
        <a:custGeom>
          <a:avLst/>
          <a:gdLst/>
          <a:ahLst/>
          <a:cxnLst/>
          <a:rect l="0" t="0" r="0" b="0"/>
          <a:pathLst>
            <a:path>
              <a:moveTo>
                <a:pt x="0" y="0"/>
              </a:moveTo>
              <a:lnTo>
                <a:pt x="0" y="114543"/>
              </a:lnTo>
              <a:lnTo>
                <a:pt x="3443564" y="114543"/>
              </a:lnTo>
              <a:lnTo>
                <a:pt x="3443564"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A6C69C-9A94-457A-AC23-FDBEBF17DF15}">
      <dsp:nvSpPr>
        <dsp:cNvPr id="0" name=""/>
        <dsp:cNvSpPr/>
      </dsp:nvSpPr>
      <dsp:spPr>
        <a:xfrm>
          <a:off x="4207039" y="547870"/>
          <a:ext cx="2123591" cy="229086"/>
        </a:xfrm>
        <a:custGeom>
          <a:avLst/>
          <a:gdLst/>
          <a:ahLst/>
          <a:cxnLst/>
          <a:rect l="0" t="0" r="0" b="0"/>
          <a:pathLst>
            <a:path>
              <a:moveTo>
                <a:pt x="0" y="0"/>
              </a:moveTo>
              <a:lnTo>
                <a:pt x="0" y="114543"/>
              </a:lnTo>
              <a:lnTo>
                <a:pt x="2123591" y="114543"/>
              </a:lnTo>
              <a:lnTo>
                <a:pt x="2123591"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07039" y="547870"/>
          <a:ext cx="535745" cy="229086"/>
        </a:xfrm>
        <a:custGeom>
          <a:avLst/>
          <a:gdLst/>
          <a:ahLst/>
          <a:cxnLst/>
          <a:rect l="0" t="0" r="0" b="0"/>
          <a:pathLst>
            <a:path>
              <a:moveTo>
                <a:pt x="0" y="0"/>
              </a:moveTo>
              <a:lnTo>
                <a:pt x="0" y="114543"/>
              </a:lnTo>
              <a:lnTo>
                <a:pt x="535745" y="114543"/>
              </a:lnTo>
              <a:lnTo>
                <a:pt x="535745"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B7D062-D75C-4271-BB63-D14061A8348E}">
      <dsp:nvSpPr>
        <dsp:cNvPr id="0" name=""/>
        <dsp:cNvSpPr/>
      </dsp:nvSpPr>
      <dsp:spPr>
        <a:xfrm>
          <a:off x="2236413" y="1322399"/>
          <a:ext cx="243994" cy="3599926"/>
        </a:xfrm>
        <a:custGeom>
          <a:avLst/>
          <a:gdLst/>
          <a:ahLst/>
          <a:cxnLst/>
          <a:rect l="0" t="0" r="0" b="0"/>
          <a:pathLst>
            <a:path>
              <a:moveTo>
                <a:pt x="0" y="0"/>
              </a:moveTo>
              <a:lnTo>
                <a:pt x="0" y="3599926"/>
              </a:lnTo>
              <a:lnTo>
                <a:pt x="243994" y="35999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1C6DD-887B-47E1-AD1C-2EF1EFC45C9E}">
      <dsp:nvSpPr>
        <dsp:cNvPr id="0" name=""/>
        <dsp:cNvSpPr/>
      </dsp:nvSpPr>
      <dsp:spPr>
        <a:xfrm>
          <a:off x="2236413" y="1322399"/>
          <a:ext cx="243994" cy="2825397"/>
        </a:xfrm>
        <a:custGeom>
          <a:avLst/>
          <a:gdLst/>
          <a:ahLst/>
          <a:cxnLst/>
          <a:rect l="0" t="0" r="0" b="0"/>
          <a:pathLst>
            <a:path>
              <a:moveTo>
                <a:pt x="0" y="0"/>
              </a:moveTo>
              <a:lnTo>
                <a:pt x="0" y="2825397"/>
              </a:lnTo>
              <a:lnTo>
                <a:pt x="243994"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AE87E-12FA-4A7E-9D3F-3AFCE60315A4}">
      <dsp:nvSpPr>
        <dsp:cNvPr id="0" name=""/>
        <dsp:cNvSpPr/>
      </dsp:nvSpPr>
      <dsp:spPr>
        <a:xfrm>
          <a:off x="2236413" y="1322399"/>
          <a:ext cx="243994" cy="2050867"/>
        </a:xfrm>
        <a:custGeom>
          <a:avLst/>
          <a:gdLst/>
          <a:ahLst/>
          <a:cxnLst/>
          <a:rect l="0" t="0" r="0" b="0"/>
          <a:pathLst>
            <a:path>
              <a:moveTo>
                <a:pt x="0" y="0"/>
              </a:moveTo>
              <a:lnTo>
                <a:pt x="0" y="2050867"/>
              </a:lnTo>
              <a:lnTo>
                <a:pt x="243994"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2236413" y="1322399"/>
          <a:ext cx="243994" cy="1276337"/>
        </a:xfrm>
        <a:custGeom>
          <a:avLst/>
          <a:gdLst/>
          <a:ahLst/>
          <a:cxnLst/>
          <a:rect l="0" t="0" r="0" b="0"/>
          <a:pathLst>
            <a:path>
              <a:moveTo>
                <a:pt x="0" y="0"/>
              </a:moveTo>
              <a:lnTo>
                <a:pt x="0" y="1276337"/>
              </a:lnTo>
              <a:lnTo>
                <a:pt x="243994"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2236413" y="1322399"/>
          <a:ext cx="243994" cy="501807"/>
        </a:xfrm>
        <a:custGeom>
          <a:avLst/>
          <a:gdLst/>
          <a:ahLst/>
          <a:cxnLst/>
          <a:rect l="0" t="0" r="0" b="0"/>
          <a:pathLst>
            <a:path>
              <a:moveTo>
                <a:pt x="0" y="0"/>
              </a:moveTo>
              <a:lnTo>
                <a:pt x="0" y="501807"/>
              </a:lnTo>
              <a:lnTo>
                <a:pt x="243994"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887065" y="547870"/>
          <a:ext cx="1319973" cy="229086"/>
        </a:xfrm>
        <a:custGeom>
          <a:avLst/>
          <a:gdLst/>
          <a:ahLst/>
          <a:cxnLst/>
          <a:rect l="0" t="0" r="0" b="0"/>
          <a:pathLst>
            <a:path>
              <a:moveTo>
                <a:pt x="1319973" y="0"/>
              </a:moveTo>
              <a:lnTo>
                <a:pt x="1319973" y="114543"/>
              </a:lnTo>
              <a:lnTo>
                <a:pt x="0" y="114543"/>
              </a:lnTo>
              <a:lnTo>
                <a:pt x="0"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2074EE-D8B3-4D99-87D4-57B1E89EC65D}">
      <dsp:nvSpPr>
        <dsp:cNvPr id="0" name=""/>
        <dsp:cNvSpPr/>
      </dsp:nvSpPr>
      <dsp:spPr>
        <a:xfrm>
          <a:off x="380694" y="1322399"/>
          <a:ext cx="243994" cy="2050867"/>
        </a:xfrm>
        <a:custGeom>
          <a:avLst/>
          <a:gdLst/>
          <a:ahLst/>
          <a:cxnLst/>
          <a:rect l="0" t="0" r="0" b="0"/>
          <a:pathLst>
            <a:path>
              <a:moveTo>
                <a:pt x="0" y="0"/>
              </a:moveTo>
              <a:lnTo>
                <a:pt x="0" y="2050867"/>
              </a:lnTo>
              <a:lnTo>
                <a:pt x="243994"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380694" y="1322399"/>
          <a:ext cx="243994" cy="1276337"/>
        </a:xfrm>
        <a:custGeom>
          <a:avLst/>
          <a:gdLst/>
          <a:ahLst/>
          <a:cxnLst/>
          <a:rect l="0" t="0" r="0" b="0"/>
          <a:pathLst>
            <a:path>
              <a:moveTo>
                <a:pt x="0" y="0"/>
              </a:moveTo>
              <a:lnTo>
                <a:pt x="0" y="1276337"/>
              </a:lnTo>
              <a:lnTo>
                <a:pt x="243994"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380694" y="1322399"/>
          <a:ext cx="243994" cy="501807"/>
        </a:xfrm>
        <a:custGeom>
          <a:avLst/>
          <a:gdLst/>
          <a:ahLst/>
          <a:cxnLst/>
          <a:rect l="0" t="0" r="0" b="0"/>
          <a:pathLst>
            <a:path>
              <a:moveTo>
                <a:pt x="0" y="0"/>
              </a:moveTo>
              <a:lnTo>
                <a:pt x="0" y="501807"/>
              </a:lnTo>
              <a:lnTo>
                <a:pt x="243994"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031347" y="547870"/>
          <a:ext cx="3175691" cy="229086"/>
        </a:xfrm>
        <a:custGeom>
          <a:avLst/>
          <a:gdLst/>
          <a:ahLst/>
          <a:cxnLst/>
          <a:rect l="0" t="0" r="0" b="0"/>
          <a:pathLst>
            <a:path>
              <a:moveTo>
                <a:pt x="3175691" y="0"/>
              </a:moveTo>
              <a:lnTo>
                <a:pt x="3175691" y="114543"/>
              </a:lnTo>
              <a:lnTo>
                <a:pt x="0" y="114543"/>
              </a:lnTo>
              <a:lnTo>
                <a:pt x="0"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499501" y="2426"/>
          <a:ext cx="3415075" cy="54544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9: Playing by the rules.</a:t>
          </a:r>
          <a:endParaRPr lang="en-US" sz="1600" kern="1200" dirty="0"/>
        </a:p>
      </dsp:txBody>
      <dsp:txXfrm>
        <a:off x="2499501" y="2426"/>
        <a:ext cx="3415075" cy="545443"/>
      </dsp:txXfrm>
    </dsp:sp>
    <dsp:sp modelId="{C9422C4E-2B02-4D33-A16B-EF7B187ECAB7}">
      <dsp:nvSpPr>
        <dsp:cNvPr id="0" name=""/>
        <dsp:cNvSpPr/>
      </dsp:nvSpPr>
      <dsp:spPr>
        <a:xfrm>
          <a:off x="218031" y="776956"/>
          <a:ext cx="1626632"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rules overview</a:t>
          </a:r>
          <a:endParaRPr lang="en-US" sz="1600" kern="1200" dirty="0"/>
        </a:p>
      </dsp:txBody>
      <dsp:txXfrm>
        <a:off x="218031" y="776956"/>
        <a:ext cx="1626632" cy="545443"/>
      </dsp:txXfrm>
    </dsp:sp>
    <dsp:sp modelId="{ED8B7DF3-7C68-4E1C-A743-283531BE19BD}">
      <dsp:nvSpPr>
        <dsp:cNvPr id="0" name=""/>
        <dsp:cNvSpPr/>
      </dsp:nvSpPr>
      <dsp:spPr>
        <a:xfrm>
          <a:off x="624689" y="1551486"/>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Biz Req.</a:t>
          </a:r>
          <a:endParaRPr lang="en-US" sz="1400" kern="1200" dirty="0"/>
        </a:p>
      </dsp:txBody>
      <dsp:txXfrm>
        <a:off x="624689" y="1551486"/>
        <a:ext cx="1090886" cy="545443"/>
      </dsp:txXfrm>
    </dsp:sp>
    <dsp:sp modelId="{31C29986-52F5-42D4-A9FC-3B32B3F35DB2}">
      <dsp:nvSpPr>
        <dsp:cNvPr id="0" name=""/>
        <dsp:cNvSpPr/>
      </dsp:nvSpPr>
      <dsp:spPr>
        <a:xfrm>
          <a:off x="624689" y="232601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Biz process</a:t>
          </a:r>
          <a:endParaRPr lang="en-US" sz="1400" kern="1200" dirty="0"/>
        </a:p>
      </dsp:txBody>
      <dsp:txXfrm>
        <a:off x="624689" y="2326015"/>
        <a:ext cx="1090886" cy="545443"/>
      </dsp:txXfrm>
    </dsp:sp>
    <dsp:sp modelId="{1C284F76-53D2-40FA-9049-72550C36B2CE}">
      <dsp:nvSpPr>
        <dsp:cNvPr id="0" name=""/>
        <dsp:cNvSpPr/>
      </dsp:nvSpPr>
      <dsp:spPr>
        <a:xfrm>
          <a:off x="624689" y="310054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Biz rules</a:t>
          </a:r>
          <a:endParaRPr lang="en-US" sz="1400" kern="1200" dirty="0"/>
        </a:p>
      </dsp:txBody>
      <dsp:txXfrm>
        <a:off x="624689" y="3100545"/>
        <a:ext cx="1090886" cy="545443"/>
      </dsp:txXfrm>
    </dsp:sp>
    <dsp:sp modelId="{02B28F85-DE51-42FF-859E-1DD3A478F426}">
      <dsp:nvSpPr>
        <dsp:cNvPr id="0" name=""/>
        <dsp:cNvSpPr/>
      </dsp:nvSpPr>
      <dsp:spPr>
        <a:xfrm>
          <a:off x="2073749" y="776956"/>
          <a:ext cx="1626632"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rules taxonomy</a:t>
          </a:r>
          <a:endParaRPr lang="en-US" sz="1600" kern="1200" dirty="0"/>
        </a:p>
      </dsp:txBody>
      <dsp:txXfrm>
        <a:off x="2073749" y="776956"/>
        <a:ext cx="1626632" cy="545443"/>
      </dsp:txXfrm>
    </dsp:sp>
    <dsp:sp modelId="{1A87DFD0-A1A5-4AEF-9874-88156CA4976E}">
      <dsp:nvSpPr>
        <dsp:cNvPr id="0" name=""/>
        <dsp:cNvSpPr/>
      </dsp:nvSpPr>
      <dsp:spPr>
        <a:xfrm>
          <a:off x="2480407" y="1551486"/>
          <a:ext cx="116769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Facts</a:t>
          </a:r>
          <a:endParaRPr lang="en-US" sz="1600" kern="1200" dirty="0"/>
        </a:p>
      </dsp:txBody>
      <dsp:txXfrm>
        <a:off x="2480407" y="1551486"/>
        <a:ext cx="1167696" cy="545443"/>
      </dsp:txXfrm>
    </dsp:sp>
    <dsp:sp modelId="{381C7EA2-2B75-4178-AA8A-D217EDCFA36F}">
      <dsp:nvSpPr>
        <dsp:cNvPr id="0" name=""/>
        <dsp:cNvSpPr/>
      </dsp:nvSpPr>
      <dsp:spPr>
        <a:xfrm>
          <a:off x="2480407" y="2326015"/>
          <a:ext cx="1088377"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a:t>
          </a:r>
          <a:r>
            <a:rPr lang="en-US" sz="1600" kern="1200" dirty="0" smtClean="0"/>
            <a:t>Constraints</a:t>
          </a:r>
          <a:endParaRPr lang="en-US" sz="1600" kern="1200" dirty="0"/>
        </a:p>
      </dsp:txBody>
      <dsp:txXfrm>
        <a:off x="2480407" y="2326015"/>
        <a:ext cx="1088377" cy="545443"/>
      </dsp:txXfrm>
    </dsp:sp>
    <dsp:sp modelId="{895EE0A8-FF27-4E5E-A9CF-0B48E925D09C}">
      <dsp:nvSpPr>
        <dsp:cNvPr id="0" name=""/>
        <dsp:cNvSpPr/>
      </dsp:nvSpPr>
      <dsp:spPr>
        <a:xfrm>
          <a:off x="2480407" y="310054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Action enablers</a:t>
          </a:r>
          <a:endParaRPr lang="en-US" sz="1600" kern="1200" dirty="0"/>
        </a:p>
      </dsp:txBody>
      <dsp:txXfrm>
        <a:off x="2480407" y="3100545"/>
        <a:ext cx="1090886" cy="545443"/>
      </dsp:txXfrm>
    </dsp:sp>
    <dsp:sp modelId="{9D965E0F-5EF6-4280-94C3-C6F6BB055DFD}">
      <dsp:nvSpPr>
        <dsp:cNvPr id="0" name=""/>
        <dsp:cNvSpPr/>
      </dsp:nvSpPr>
      <dsp:spPr>
        <a:xfrm>
          <a:off x="2480407" y="387507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Inferences</a:t>
          </a:r>
          <a:endParaRPr lang="en-US" sz="1600" kern="1200" dirty="0"/>
        </a:p>
      </dsp:txBody>
      <dsp:txXfrm>
        <a:off x="2480407" y="3875075"/>
        <a:ext cx="1090886" cy="545443"/>
      </dsp:txXfrm>
    </dsp:sp>
    <dsp:sp modelId="{A17448AA-8B4B-4E4E-8FEC-B9D3488A86AA}">
      <dsp:nvSpPr>
        <dsp:cNvPr id="0" name=""/>
        <dsp:cNvSpPr/>
      </dsp:nvSpPr>
      <dsp:spPr>
        <a:xfrm>
          <a:off x="2480407" y="4649604"/>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computations</a:t>
          </a:r>
          <a:endParaRPr lang="en-US" sz="1600" kern="1200" dirty="0"/>
        </a:p>
      </dsp:txBody>
      <dsp:txXfrm>
        <a:off x="2480407" y="4649604"/>
        <a:ext cx="1090886" cy="545443"/>
      </dsp:txXfrm>
    </dsp:sp>
    <dsp:sp modelId="{E2CE8193-46AF-44C0-B4A1-4402C2A6388E}">
      <dsp:nvSpPr>
        <dsp:cNvPr id="0" name=""/>
        <dsp:cNvSpPr/>
      </dsp:nvSpPr>
      <dsp:spPr>
        <a:xfrm>
          <a:off x="3929468" y="776956"/>
          <a:ext cx="1626632"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Atomic biz rules</a:t>
          </a:r>
          <a:endParaRPr lang="en-US" sz="1600" kern="1200" dirty="0"/>
        </a:p>
      </dsp:txBody>
      <dsp:txXfrm>
        <a:off x="3929468" y="776956"/>
        <a:ext cx="1626632" cy="545443"/>
      </dsp:txXfrm>
    </dsp:sp>
    <dsp:sp modelId="{CFDD1DB1-FAC1-4A1E-A655-08F58C5E78CF}">
      <dsp:nvSpPr>
        <dsp:cNvPr id="0" name=""/>
        <dsp:cNvSpPr/>
      </dsp:nvSpPr>
      <dsp:spPr>
        <a:xfrm>
          <a:off x="5785187" y="776956"/>
          <a:ext cx="1090886"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Document biz rules</a:t>
          </a:r>
          <a:endParaRPr lang="en-US" sz="1600" kern="1200" dirty="0"/>
        </a:p>
      </dsp:txBody>
      <dsp:txXfrm>
        <a:off x="5785187" y="776956"/>
        <a:ext cx="1090886" cy="545443"/>
      </dsp:txXfrm>
    </dsp:sp>
    <dsp:sp modelId="{36556524-D5AE-42F6-9B43-05CFC9D89CE4}">
      <dsp:nvSpPr>
        <dsp:cNvPr id="0" name=""/>
        <dsp:cNvSpPr/>
      </dsp:nvSpPr>
      <dsp:spPr>
        <a:xfrm>
          <a:off x="7105160" y="776956"/>
          <a:ext cx="1090886"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Discovering biz rules</a:t>
          </a:r>
          <a:endParaRPr lang="en-US" sz="1600" kern="1200" dirty="0"/>
        </a:p>
      </dsp:txBody>
      <dsp:txXfrm>
        <a:off x="7105160" y="776956"/>
        <a:ext cx="1090886" cy="545443"/>
      </dsp:txXfrm>
    </dsp:sp>
    <dsp:sp modelId="{8F055073-5F90-49BB-9A6A-D1E17BE589CB}">
      <dsp:nvSpPr>
        <dsp:cNvPr id="0" name=""/>
        <dsp:cNvSpPr/>
      </dsp:nvSpPr>
      <dsp:spPr>
        <a:xfrm>
          <a:off x="7377881" y="1551486"/>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Common knowledge</a:t>
          </a:r>
          <a:endParaRPr lang="en-US" sz="1600" kern="1200" dirty="0"/>
        </a:p>
      </dsp:txBody>
      <dsp:txXfrm>
        <a:off x="7377881" y="1551486"/>
        <a:ext cx="1090886" cy="545443"/>
      </dsp:txXfrm>
    </dsp:sp>
    <dsp:sp modelId="{A5C80B4D-2E70-4DF9-A626-553A11B40F3C}">
      <dsp:nvSpPr>
        <dsp:cNvPr id="0" name=""/>
        <dsp:cNvSpPr/>
      </dsp:nvSpPr>
      <dsp:spPr>
        <a:xfrm>
          <a:off x="7377881" y="232601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Legacy systems</a:t>
          </a:r>
          <a:endParaRPr lang="en-US" sz="1600" kern="1200" dirty="0"/>
        </a:p>
      </dsp:txBody>
      <dsp:txXfrm>
        <a:off x="7377881" y="2326015"/>
        <a:ext cx="1090886" cy="545443"/>
      </dsp:txXfrm>
    </dsp:sp>
    <dsp:sp modelId="{B490F736-88DB-40AC-A443-4427C415151D}">
      <dsp:nvSpPr>
        <dsp:cNvPr id="0" name=""/>
        <dsp:cNvSpPr/>
      </dsp:nvSpPr>
      <dsp:spPr>
        <a:xfrm>
          <a:off x="7377881" y="310054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process modeling</a:t>
          </a:r>
          <a:endParaRPr lang="en-US" sz="1600" kern="1200" dirty="0"/>
        </a:p>
      </dsp:txBody>
      <dsp:txXfrm>
        <a:off x="7377881" y="3100545"/>
        <a:ext cx="1090886" cy="545443"/>
      </dsp:txXfrm>
    </dsp:sp>
    <dsp:sp modelId="{39AEC615-0A84-42E3-821C-3EA9148E57FE}">
      <dsp:nvSpPr>
        <dsp:cNvPr id="0" name=""/>
        <dsp:cNvSpPr/>
      </dsp:nvSpPr>
      <dsp:spPr>
        <a:xfrm>
          <a:off x="7377881" y="387507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Analysis document</a:t>
          </a:r>
          <a:endParaRPr lang="en-US" sz="1600" kern="1200" dirty="0"/>
        </a:p>
      </dsp:txBody>
      <dsp:txXfrm>
        <a:off x="7377881" y="3875075"/>
        <a:ext cx="1090886" cy="545443"/>
      </dsp:txXfrm>
    </dsp:sp>
    <dsp:sp modelId="{1DB2A366-0C7D-4022-9148-8815A170CF65}">
      <dsp:nvSpPr>
        <dsp:cNvPr id="0" name=""/>
        <dsp:cNvSpPr/>
      </dsp:nvSpPr>
      <dsp:spPr>
        <a:xfrm>
          <a:off x="7377881" y="4649604"/>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Analysis data</a:t>
          </a:r>
          <a:endParaRPr lang="en-US" sz="1600" kern="1200" dirty="0"/>
        </a:p>
      </dsp:txBody>
      <dsp:txXfrm>
        <a:off x="7377881" y="4649604"/>
        <a:ext cx="1090886" cy="54544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055D89-A724-43EA-8263-2BA8027F6B10}" type="datetimeFigureOut">
              <a:rPr lang="en-US" smtClean="0"/>
              <a:t>24/02/2020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5A6E9-317B-4CFF-BCE3-9A92CB7BB2CE}" type="slidenum">
              <a:rPr lang="en-US" smtClean="0"/>
              <a:t>‹#›</a:t>
            </a:fld>
            <a:endParaRPr lang="en-US"/>
          </a:p>
        </p:txBody>
      </p:sp>
    </p:spTree>
    <p:extLst>
      <p:ext uri="{BB962C8B-B14F-4D97-AF65-F5344CB8AC3E}">
        <p14:creationId xmlns:p14="http://schemas.microsoft.com/office/powerpoint/2010/main" val="48821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115582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Taxonomy (n): </a:t>
            </a:r>
            <a:r>
              <a:rPr lang="en-US" dirty="0" err="1" smtClean="0"/>
              <a:t>sự</a:t>
            </a:r>
            <a:r>
              <a:rPr lang="en-US" baseline="0" dirty="0" smtClean="0"/>
              <a:t> </a:t>
            </a:r>
            <a:r>
              <a:rPr lang="en-US" baseline="0" dirty="0" err="1" smtClean="0"/>
              <a:t>phân</a:t>
            </a:r>
            <a:r>
              <a:rPr lang="en-US" baseline="0" dirty="0" smtClean="0"/>
              <a:t> </a:t>
            </a:r>
            <a:r>
              <a:rPr lang="en-US" baseline="0" dirty="0" err="1" smtClean="0"/>
              <a:t>loại</a:t>
            </a:r>
            <a:r>
              <a:rPr lang="en-US" baseline="0" dirty="0" smtClean="0"/>
              <a:t>, </a:t>
            </a:r>
            <a:r>
              <a:rPr lang="en-US" baseline="0" dirty="0" err="1" smtClean="0"/>
              <a:t>phép</a:t>
            </a:r>
            <a:r>
              <a:rPr lang="en-US" baseline="0" dirty="0" smtClean="0"/>
              <a:t> </a:t>
            </a:r>
            <a:r>
              <a:rPr lang="en-US" baseline="0" dirty="0" err="1" smtClean="0"/>
              <a:t>phân</a:t>
            </a:r>
            <a:r>
              <a:rPr lang="en-US" baseline="0" dirty="0" smtClean="0"/>
              <a:t> </a:t>
            </a:r>
            <a:r>
              <a:rPr lang="en-US" baseline="0" dirty="0" err="1" smtClean="0"/>
              <a:t>loại</a:t>
            </a:r>
            <a:endParaRPr lang="en-US" baseline="0" dirty="0" smtClean="0"/>
          </a:p>
          <a:p>
            <a:pPr marL="171450" indent="-171450">
              <a:buFontTx/>
              <a:buChar char="-"/>
            </a:pPr>
            <a:r>
              <a:rPr lang="en-US" baseline="0" dirty="0" smtClean="0"/>
              <a:t>Traceability (n): </a:t>
            </a:r>
            <a:r>
              <a:rPr lang="en-US" baseline="0" dirty="0" err="1" smtClean="0"/>
              <a:t>sự</a:t>
            </a:r>
            <a:r>
              <a:rPr lang="en-US" baseline="0" dirty="0" smtClean="0"/>
              <a:t> </a:t>
            </a:r>
            <a:r>
              <a:rPr lang="en-US" baseline="0" dirty="0" err="1" smtClean="0"/>
              <a:t>truy</a:t>
            </a:r>
            <a:r>
              <a:rPr lang="en-US" baseline="0" dirty="0" smtClean="0"/>
              <a:t> </a:t>
            </a:r>
            <a:r>
              <a:rPr lang="en-US" baseline="0" dirty="0" err="1" smtClean="0"/>
              <a:t>tìm</a:t>
            </a:r>
            <a:r>
              <a:rPr lang="en-US" baseline="0" dirty="0" smtClean="0"/>
              <a:t> </a:t>
            </a:r>
            <a:r>
              <a:rPr lang="en-US" baseline="0" dirty="0" err="1" smtClean="0"/>
              <a:t>nguồn</a:t>
            </a:r>
            <a:r>
              <a:rPr lang="en-US" baseline="0" dirty="0" smtClean="0"/>
              <a:t> </a:t>
            </a:r>
            <a:r>
              <a:rPr lang="en-US" baseline="0" dirty="0" err="1" smtClean="0"/>
              <a:t>gốc</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Identify the rationale behind each functional requirements to discover other,  implicit business rules:</a:t>
            </a:r>
            <a:r>
              <a:rPr lang="en-US" baseline="0" dirty="0" smtClean="0"/>
              <a:t> </a:t>
            </a:r>
            <a:r>
              <a:rPr lang="en-US" baseline="0" dirty="0" err="1" smtClean="0"/>
              <a:t>Xác</a:t>
            </a:r>
            <a:r>
              <a:rPr lang="en-US" baseline="0" dirty="0" smtClean="0"/>
              <a:t> </a:t>
            </a:r>
            <a:r>
              <a:rPr lang="en-US" baseline="0" dirty="0" err="1" smtClean="0"/>
              <a:t>định</a:t>
            </a:r>
            <a:r>
              <a:rPr lang="en-US" baseline="0" dirty="0" smtClean="0"/>
              <a:t> lý do </a:t>
            </a:r>
            <a:r>
              <a:rPr lang="en-US" baseline="0" dirty="0" err="1" smtClean="0"/>
              <a:t>đằng</a:t>
            </a:r>
            <a:r>
              <a:rPr lang="en-US" baseline="0" dirty="0" smtClean="0"/>
              <a:t> </a:t>
            </a:r>
            <a:r>
              <a:rPr lang="en-US" baseline="0" dirty="0" err="1" smtClean="0"/>
              <a:t>sau</a:t>
            </a:r>
            <a:r>
              <a:rPr lang="en-US" baseline="0" dirty="0" smtClean="0"/>
              <a:t> </a:t>
            </a:r>
            <a:r>
              <a:rPr lang="en-US" baseline="0" dirty="0" err="1" smtClean="0"/>
              <a:t>mỗi</a:t>
            </a:r>
            <a:r>
              <a:rPr lang="en-US" baseline="0" dirty="0" smtClean="0"/>
              <a:t> </a:t>
            </a:r>
            <a:r>
              <a:rPr lang="en-US" baseline="0" dirty="0" err="1" smtClean="0"/>
              <a:t>yêu</a:t>
            </a:r>
            <a:r>
              <a:rPr lang="en-US" baseline="0" dirty="0" smtClean="0"/>
              <a:t> </a:t>
            </a:r>
            <a:r>
              <a:rPr lang="en-US" baseline="0" dirty="0" err="1" smtClean="0"/>
              <a:t>cầu</a:t>
            </a:r>
            <a:r>
              <a:rPr lang="en-US" baseline="0" dirty="0" smtClean="0"/>
              <a:t> </a:t>
            </a:r>
            <a:r>
              <a:rPr lang="en-US" baseline="0" dirty="0" err="1" smtClean="0"/>
              <a:t>chức</a:t>
            </a:r>
            <a:r>
              <a:rPr lang="en-US" baseline="0" dirty="0" smtClean="0"/>
              <a:t> </a:t>
            </a:r>
            <a:r>
              <a:rPr lang="en-US" baseline="0" dirty="0" err="1" smtClean="0"/>
              <a:t>năng</a:t>
            </a:r>
            <a:r>
              <a:rPr lang="en-US" baseline="0" dirty="0" smtClean="0"/>
              <a:t> </a:t>
            </a:r>
            <a:r>
              <a:rPr lang="en-US" baseline="0" dirty="0" err="1" smtClean="0"/>
              <a:t>để</a:t>
            </a:r>
            <a:r>
              <a:rPr lang="en-US" baseline="0" dirty="0" smtClean="0"/>
              <a:t> </a:t>
            </a:r>
            <a:r>
              <a:rPr lang="en-US" baseline="0" dirty="0" err="1" smtClean="0"/>
              <a:t>khám</a:t>
            </a:r>
            <a:r>
              <a:rPr lang="en-US" baseline="0" dirty="0" smtClean="0"/>
              <a:t> </a:t>
            </a:r>
            <a:r>
              <a:rPr lang="en-US" baseline="0" dirty="0" err="1" smtClean="0"/>
              <a:t>phá</a:t>
            </a:r>
            <a:r>
              <a:rPr lang="en-US" baseline="0" dirty="0" smtClean="0"/>
              <a:t> </a:t>
            </a:r>
            <a:r>
              <a:rPr lang="en-US" baseline="0" dirty="0" err="1" smtClean="0"/>
              <a:t>các</a:t>
            </a:r>
            <a:r>
              <a:rPr lang="en-US" baseline="0" dirty="0" smtClean="0"/>
              <a:t> </a:t>
            </a:r>
            <a:r>
              <a:rPr lang="en-US" baseline="0" dirty="0" err="1" smtClean="0"/>
              <a:t>quy</a:t>
            </a:r>
            <a:r>
              <a:rPr lang="en-US" baseline="0" dirty="0" smtClean="0"/>
              <a:t> </a:t>
            </a:r>
            <a:r>
              <a:rPr lang="en-US" baseline="0" dirty="0" err="1" smtClean="0"/>
              <a:t>tắc</a:t>
            </a:r>
            <a:r>
              <a:rPr lang="en-US" baseline="0" dirty="0" smtClean="0"/>
              <a:t> </a:t>
            </a:r>
            <a:r>
              <a:rPr lang="en-US" baseline="0" dirty="0" err="1" smtClean="0"/>
              <a:t>kinh</a:t>
            </a:r>
            <a:r>
              <a:rPr lang="en-US" baseline="0" dirty="0" smtClean="0"/>
              <a:t> </a:t>
            </a:r>
            <a:r>
              <a:rPr lang="en-US" baseline="0" dirty="0" err="1" smtClean="0"/>
              <a:t>doanh</a:t>
            </a:r>
            <a:r>
              <a:rPr lang="en-US" baseline="0" dirty="0" smtClean="0"/>
              <a:t> </a:t>
            </a:r>
            <a:r>
              <a:rPr lang="en-US" baseline="0" dirty="0" err="1" smtClean="0"/>
              <a:t>khác</a:t>
            </a:r>
            <a:r>
              <a:rPr lang="en-US" baseline="0" dirty="0" smtClean="0"/>
              <a:t>, </a:t>
            </a:r>
            <a:r>
              <a:rPr lang="en-US" baseline="0" dirty="0" err="1" smtClean="0"/>
              <a:t>ngầm</a:t>
            </a:r>
            <a:r>
              <a:rPr lang="en-US" baseline="0" dirty="0" smtClean="0"/>
              <a:t> </a:t>
            </a:r>
            <a:r>
              <a:rPr lang="en-US" baseline="0" dirty="0" err="1" smtClean="0"/>
              <a:t>định</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BEB5A6E9-317B-4CFF-BCE3-9A92CB7BB2CE}" type="slidenum">
              <a:rPr lang="en-US" smtClean="0"/>
              <a:t>3</a:t>
            </a:fld>
            <a:endParaRPr lang="en-US"/>
          </a:p>
        </p:txBody>
      </p:sp>
    </p:spTree>
    <p:extLst>
      <p:ext uri="{BB962C8B-B14F-4D97-AF65-F5344CB8AC3E}">
        <p14:creationId xmlns:p14="http://schemas.microsoft.com/office/powerpoint/2010/main" val="1726600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i="1" dirty="0" smtClean="0"/>
              <a:t>Biz rules </a:t>
            </a:r>
            <a:r>
              <a:rPr lang="en-US" dirty="0" smtClean="0"/>
              <a:t>influence biz processes by establishing vocabulary, imposing restriction, triggering actions, and governing how computations are carried out: </a:t>
            </a:r>
            <a:r>
              <a:rPr lang="vi-VN" dirty="0" smtClean="0"/>
              <a:t>Các quy tắc kinh doanh ảnh hưởng đến các quy trình kinh doanh bằng cách thiết lập vốn từ vựng, áp đặt các hạn chế, kích hoạt các hành động và điều chỉnh cách tính toán được thực hiện</a:t>
            </a: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6</a:t>
            </a:fld>
            <a:endParaRPr lang="en-US"/>
          </a:p>
        </p:txBody>
      </p:sp>
    </p:spTree>
    <p:extLst>
      <p:ext uri="{BB962C8B-B14F-4D97-AF65-F5344CB8AC3E}">
        <p14:creationId xmlns:p14="http://schemas.microsoft.com/office/powerpoint/2010/main" val="381683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Having undocumented business rules known only to certain experts results in a knowledge vacuum when those experts leave the organization: </a:t>
            </a:r>
            <a:r>
              <a:rPr lang="vi-VN" dirty="0" smtClean="0"/>
              <a:t>Có các quy tắc kinh doanh không </a:t>
            </a:r>
            <a:r>
              <a:rPr lang="en-US" dirty="0" err="1" smtClean="0"/>
              <a:t>được</a:t>
            </a:r>
            <a:r>
              <a:rPr lang="en-US" baseline="0" dirty="0" smtClean="0"/>
              <a:t> </a:t>
            </a:r>
            <a:r>
              <a:rPr lang="en-US" baseline="0" dirty="0" err="1" smtClean="0"/>
              <a:t>ghi</a:t>
            </a:r>
            <a:r>
              <a:rPr lang="en-US" baseline="0" dirty="0" smtClean="0"/>
              <a:t> </a:t>
            </a:r>
            <a:r>
              <a:rPr lang="en-US" baseline="0" dirty="0" err="1" smtClean="0"/>
              <a:t>lại</a:t>
            </a:r>
            <a:r>
              <a:rPr lang="en-US" baseline="0" dirty="0" smtClean="0"/>
              <a:t> </a:t>
            </a:r>
            <a:r>
              <a:rPr lang="vi-VN" dirty="0" smtClean="0"/>
              <a:t>chỉ được biết đến bởi một số chuyên gia dẫn đến khoảng trống kiến thức khi những chuyên gia đó rời khỏi tổ chức.</a:t>
            </a:r>
            <a:endParaRPr lang="en-US" dirty="0" smtClean="0"/>
          </a:p>
          <a:p>
            <a:pPr marL="171450" indent="-171450">
              <a:buFontTx/>
              <a:buChar char="-"/>
            </a:pPr>
            <a:r>
              <a:rPr lang="en-US" dirty="0" smtClean="0"/>
              <a:t>Sphere</a:t>
            </a:r>
            <a:r>
              <a:rPr lang="en-US" baseline="0" dirty="0" smtClean="0"/>
              <a:t> (n): </a:t>
            </a:r>
            <a:r>
              <a:rPr lang="en-US" baseline="0" dirty="0" err="1" smtClean="0"/>
              <a:t>lĩnh</a:t>
            </a:r>
            <a:r>
              <a:rPr lang="en-US" baseline="0" dirty="0" smtClean="0"/>
              <a:t> </a:t>
            </a:r>
            <a:r>
              <a:rPr lang="en-US" baseline="0" dirty="0" err="1" smtClean="0"/>
              <a:t>vực</a:t>
            </a:r>
            <a:r>
              <a:rPr lang="en-US" baseline="0" dirty="0" smtClean="0"/>
              <a:t> </a:t>
            </a:r>
            <a:r>
              <a:rPr lang="en-US" baseline="0" dirty="0" err="1" smtClean="0"/>
              <a:t>hoạt</a:t>
            </a:r>
            <a:r>
              <a:rPr lang="en-US" baseline="0" dirty="0" smtClean="0"/>
              <a:t> </a:t>
            </a:r>
            <a:r>
              <a:rPr lang="en-US" baseline="0" dirty="0" err="1" smtClean="0"/>
              <a:t>dộng</a:t>
            </a:r>
            <a:r>
              <a:rPr lang="en-US" baseline="0" dirty="0" smtClean="0"/>
              <a:t>, </a:t>
            </a:r>
            <a:r>
              <a:rPr lang="en-US" baseline="0" dirty="0" err="1" smtClean="0"/>
              <a:t>phạm</a:t>
            </a:r>
            <a:r>
              <a:rPr lang="en-US" baseline="0" dirty="0" smtClean="0"/>
              <a:t> vi, </a:t>
            </a:r>
            <a:r>
              <a:rPr lang="en-US" baseline="0" dirty="0" err="1" smtClean="0"/>
              <a:t>tầm</a:t>
            </a:r>
            <a:r>
              <a:rPr lang="en-US" baseline="0" dirty="0" smtClean="0"/>
              <a:t> </a:t>
            </a:r>
            <a:r>
              <a:rPr lang="en-US" baseline="0" dirty="0" err="1" smtClean="0"/>
              <a:t>ảnh</a:t>
            </a:r>
            <a:r>
              <a:rPr lang="en-US" baseline="0" dirty="0" smtClean="0"/>
              <a:t> </a:t>
            </a:r>
            <a:r>
              <a:rPr lang="en-US" baseline="0" dirty="0" err="1" smtClean="0"/>
              <a:t>hưởng</a:t>
            </a:r>
            <a:endParaRPr lang="en-US" baseline="0" dirty="0" smtClean="0"/>
          </a:p>
          <a:p>
            <a:pPr marL="171450" indent="-171450">
              <a:buFontTx/>
              <a:buChar char="-"/>
            </a:pPr>
            <a:r>
              <a:rPr lang="en-US" dirty="0" smtClean="0"/>
              <a:t>A biz rule is guidance that there is an obligation concerning conduct, action, practice, or procedure within a particular activity or sphere: </a:t>
            </a:r>
            <a:r>
              <a:rPr lang="vi-VN" dirty="0" smtClean="0"/>
              <a:t>Một quy tắc kinh doanh là hướng dẫn rằng có một nghĩa vụ liên quan đến hành vi, hành động, thực hành hoặc thủ tục trong một hoạt động hoặc lĩnh vực cụ thể</a:t>
            </a:r>
            <a:r>
              <a:rPr lang="en-US" dirty="0" smtClean="0"/>
              <a:t>.</a:t>
            </a:r>
          </a:p>
          <a:p>
            <a:pPr marL="171450" indent="-171450">
              <a:buFontTx/>
              <a:buChar char="-"/>
            </a:pPr>
            <a:r>
              <a:rPr lang="en-US" dirty="0" smtClean="0"/>
              <a:t>A biz rule is a statement that defines or constrains some aspect of the biz. It is intended to assert biz structure or to control or influence the behavior of the biz: </a:t>
            </a:r>
            <a:r>
              <a:rPr lang="vi-VN" dirty="0" smtClean="0"/>
              <a:t>Quy tắc kinh doanh là một tuyên bố xác định hoặc ràng buộc một số khía cạnh của </a:t>
            </a:r>
            <a:r>
              <a:rPr lang="en-US" dirty="0" err="1" smtClean="0"/>
              <a:t>kinh</a:t>
            </a:r>
            <a:r>
              <a:rPr lang="en-US" dirty="0" smtClean="0"/>
              <a:t> </a:t>
            </a:r>
            <a:r>
              <a:rPr lang="en-US" dirty="0" err="1" smtClean="0"/>
              <a:t>doanh</a:t>
            </a:r>
            <a:r>
              <a:rPr lang="vi-VN" dirty="0" smtClean="0"/>
              <a:t>. Nó nhằm mục đích khẳng định cấu trúc kinh doanh hoặc để kiểm soát hoặc ảnh hưởng đến hành vi </a:t>
            </a:r>
            <a:r>
              <a:rPr lang="en-US" dirty="0" err="1" smtClean="0"/>
              <a:t>kinh</a:t>
            </a:r>
            <a:r>
              <a:rPr lang="en-US" dirty="0" smtClean="0"/>
              <a:t> </a:t>
            </a:r>
            <a:r>
              <a:rPr lang="en-US" dirty="0" err="1" smtClean="0"/>
              <a:t>doanh</a:t>
            </a:r>
            <a:r>
              <a:rPr lang="vi-VN" dirty="0" smtClean="0"/>
              <a:t>.</a:t>
            </a: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7</a:t>
            </a:fld>
            <a:endParaRPr lang="en-US"/>
          </a:p>
        </p:txBody>
      </p:sp>
    </p:spTree>
    <p:extLst>
      <p:ext uri="{BB962C8B-B14F-4D97-AF65-F5344CB8AC3E}">
        <p14:creationId xmlns:p14="http://schemas.microsoft.com/office/powerpoint/2010/main" val="4249231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Co-signer</a:t>
            </a:r>
            <a:r>
              <a:rPr lang="en-US" baseline="0" dirty="0" smtClean="0"/>
              <a:t> (n): </a:t>
            </a:r>
            <a:r>
              <a:rPr lang="en-US" baseline="0" dirty="0" err="1" smtClean="0"/>
              <a:t>Người</a:t>
            </a:r>
            <a:r>
              <a:rPr lang="en-US" baseline="0" dirty="0" smtClean="0"/>
              <a:t> </a:t>
            </a:r>
            <a:r>
              <a:rPr lang="en-US" baseline="0" dirty="0" err="1" smtClean="0"/>
              <a:t>cùng</a:t>
            </a:r>
            <a:r>
              <a:rPr lang="en-US" baseline="0" dirty="0" smtClean="0"/>
              <a:t> </a:t>
            </a:r>
            <a:r>
              <a:rPr lang="en-US" baseline="0" dirty="0" err="1" smtClean="0"/>
              <a:t>đứng</a:t>
            </a:r>
            <a:r>
              <a:rPr lang="en-US" baseline="0" dirty="0" smtClean="0"/>
              <a:t> </a:t>
            </a:r>
            <a:r>
              <a:rPr lang="en-US" baseline="0" dirty="0" err="1" smtClean="0"/>
              <a:t>tên</a:t>
            </a:r>
            <a:endParaRPr lang="en-US" baseline="0" dirty="0" smtClean="0"/>
          </a:p>
          <a:p>
            <a:pPr marL="171450" indent="-171450">
              <a:buFontTx/>
              <a:buChar char="-"/>
            </a:pPr>
            <a:r>
              <a:rPr lang="en-US" baseline="0" dirty="0" smtClean="0"/>
              <a:t>Loan (n): </a:t>
            </a:r>
            <a:r>
              <a:rPr lang="en-US" baseline="0" dirty="0" err="1" smtClean="0"/>
              <a:t>khoản</a:t>
            </a:r>
            <a:r>
              <a:rPr lang="en-US" baseline="0" dirty="0" smtClean="0"/>
              <a:t> </a:t>
            </a:r>
            <a:r>
              <a:rPr lang="en-US" baseline="0" dirty="0" err="1" smtClean="0"/>
              <a:t>vay</a:t>
            </a:r>
            <a:endParaRPr lang="en-US" baseline="0" dirty="0" smtClean="0"/>
          </a:p>
          <a:p>
            <a:pPr marL="171450" indent="-171450">
              <a:buFontTx/>
              <a:buChar char="-"/>
            </a:pPr>
            <a:r>
              <a:rPr lang="en-US" baseline="0" dirty="0" smtClean="0"/>
              <a:t>Patron (n): </a:t>
            </a:r>
            <a:r>
              <a:rPr lang="en-US" baseline="0" dirty="0" err="1" smtClean="0"/>
              <a:t>Khách</a:t>
            </a:r>
            <a:r>
              <a:rPr lang="en-US" baseline="0" dirty="0" smtClean="0"/>
              <a:t> </a:t>
            </a:r>
            <a:r>
              <a:rPr lang="en-US" baseline="0" dirty="0" err="1" smtClean="0"/>
              <a:t>hàng</a:t>
            </a:r>
            <a:r>
              <a:rPr lang="en-US" baseline="0" dirty="0" smtClean="0"/>
              <a:t> </a:t>
            </a:r>
            <a:r>
              <a:rPr lang="en-US" baseline="0" dirty="0" err="1" smtClean="0"/>
              <a:t>thân</a:t>
            </a:r>
            <a:r>
              <a:rPr lang="en-US" baseline="0" dirty="0" smtClean="0"/>
              <a:t> </a:t>
            </a:r>
            <a:r>
              <a:rPr lang="en-US" baseline="0" dirty="0" err="1" smtClean="0"/>
              <a:t>thiết</a:t>
            </a:r>
            <a:endParaRPr lang="en-US" baseline="0" dirty="0" smtClean="0"/>
          </a:p>
          <a:p>
            <a:pPr marL="171450" indent="-171450">
              <a:buFontTx/>
              <a:buChar char="-"/>
            </a:pPr>
            <a:r>
              <a:rPr lang="en-US" baseline="0" dirty="0" smtClean="0"/>
              <a:t>Impair (v): </a:t>
            </a:r>
            <a:r>
              <a:rPr lang="en-US" baseline="0" dirty="0" err="1" smtClean="0"/>
              <a:t>làm</a:t>
            </a:r>
            <a:r>
              <a:rPr lang="en-US" baseline="0" dirty="0" smtClean="0"/>
              <a:t> </a:t>
            </a:r>
            <a:r>
              <a:rPr lang="en-US" baseline="0" dirty="0" err="1" smtClean="0"/>
              <a:t>hư</a:t>
            </a:r>
            <a:r>
              <a:rPr lang="en-US" baseline="0" dirty="0" smtClean="0"/>
              <a:t> </a:t>
            </a:r>
            <a:r>
              <a:rPr lang="en-US" baseline="0" dirty="0" err="1" smtClean="0"/>
              <a:t>hỏng</a:t>
            </a:r>
            <a:endParaRPr lang="en-US" baseline="0" dirty="0" smtClean="0"/>
          </a:p>
          <a:p>
            <a:pPr marL="171450" indent="-171450">
              <a:buFontTx/>
              <a:buChar char="-"/>
            </a:pPr>
            <a:r>
              <a:rPr lang="en-US" i="1" dirty="0" smtClean="0"/>
              <a:t>All SW applications must comply with government regulations for usage by visually impaired persons: </a:t>
            </a:r>
            <a:r>
              <a:rPr lang="vi-VN" i="1" dirty="0" smtClean="0"/>
              <a:t>Tất cả các ứng dụng phần mềm phải tuân thủ các quy định của chính phủ đối với người khiếm thị sử dụng</a:t>
            </a:r>
            <a:endParaRPr lang="en-US" i="1" dirty="0" smtClean="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i="1" dirty="0" smtClean="0"/>
              <a:t>Web applications may not contain any HTML tags or attributes that are deprecated according to the HTML 5 standard.</a:t>
            </a:r>
            <a:r>
              <a:rPr lang="vi-VN" i="1" dirty="0" smtClean="0"/>
              <a:t> Các ứng dụng web có thể không chứa bất kỳ thẻ HTML hoặc thuộc tính nào không được dùng theo tiêu chuẩn HTML 5.</a:t>
            </a:r>
            <a:endParaRPr lang="en-US" dirty="0" smtClean="0"/>
          </a:p>
        </p:txBody>
      </p:sp>
      <p:sp>
        <p:nvSpPr>
          <p:cNvPr id="4" name="Slide Number Placeholder 3"/>
          <p:cNvSpPr>
            <a:spLocks noGrp="1"/>
          </p:cNvSpPr>
          <p:nvPr>
            <p:ph type="sldNum" sz="quarter" idx="10"/>
          </p:nvPr>
        </p:nvSpPr>
        <p:spPr/>
        <p:txBody>
          <a:bodyPr/>
          <a:lstStyle/>
          <a:p>
            <a:fld id="{BEB5A6E9-317B-4CFF-BCE3-9A92CB7BB2CE}" type="slidenum">
              <a:rPr lang="en-US" smtClean="0"/>
              <a:t>8</a:t>
            </a:fld>
            <a:endParaRPr lang="en-US"/>
          </a:p>
        </p:txBody>
      </p:sp>
    </p:spTree>
    <p:extLst>
      <p:ext uri="{BB962C8B-B14F-4D97-AF65-F5344CB8AC3E}">
        <p14:creationId xmlns:p14="http://schemas.microsoft.com/office/powerpoint/2010/main" val="23408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smtClean="0"/>
          </a:p>
        </p:txBody>
      </p:sp>
      <p:sp>
        <p:nvSpPr>
          <p:cNvPr id="4" name="Slide Number Placeholder 3"/>
          <p:cNvSpPr>
            <a:spLocks noGrp="1"/>
          </p:cNvSpPr>
          <p:nvPr>
            <p:ph type="sldNum" sz="quarter" idx="10"/>
          </p:nvPr>
        </p:nvSpPr>
        <p:spPr/>
        <p:txBody>
          <a:bodyPr/>
          <a:lstStyle/>
          <a:p>
            <a:fld id="{BEB5A6E9-317B-4CFF-BCE3-9A92CB7BB2CE}" type="slidenum">
              <a:rPr lang="en-US" smtClean="0"/>
              <a:t>9</a:t>
            </a:fld>
            <a:endParaRPr lang="en-US"/>
          </a:p>
        </p:txBody>
      </p:sp>
    </p:spTree>
    <p:extLst>
      <p:ext uri="{BB962C8B-B14F-4D97-AF65-F5344CB8AC3E}">
        <p14:creationId xmlns:p14="http://schemas.microsoft.com/office/powerpoint/2010/main" val="638326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Delinquent (</a:t>
            </a:r>
            <a:r>
              <a:rPr lang="en-US" dirty="0" err="1" smtClean="0"/>
              <a:t>adj</a:t>
            </a:r>
            <a:r>
              <a:rPr lang="en-US" dirty="0" smtClean="0"/>
              <a:t>): </a:t>
            </a:r>
            <a:r>
              <a:rPr lang="en-US" dirty="0" err="1" smtClean="0"/>
              <a:t>Không</a:t>
            </a:r>
            <a:r>
              <a:rPr lang="en-US" baseline="0" dirty="0" smtClean="0"/>
              <a:t> </a:t>
            </a:r>
            <a:r>
              <a:rPr lang="en-US" baseline="0" dirty="0" err="1" smtClean="0"/>
              <a:t>trả</a:t>
            </a:r>
            <a:r>
              <a:rPr lang="en-US" baseline="0" dirty="0" smtClean="0"/>
              <a:t> </a:t>
            </a:r>
            <a:r>
              <a:rPr lang="en-US" baseline="0" dirty="0" err="1" smtClean="0"/>
              <a:t>đúng</a:t>
            </a:r>
            <a:r>
              <a:rPr lang="en-US" baseline="0" dirty="0" smtClean="0"/>
              <a:t> </a:t>
            </a:r>
            <a:r>
              <a:rPr lang="en-US" baseline="0" dirty="0" err="1" smtClean="0"/>
              <a:t>kỳ</a:t>
            </a:r>
            <a:r>
              <a:rPr lang="en-US" baseline="0" dirty="0" smtClean="0"/>
              <a:t> </a:t>
            </a:r>
            <a:r>
              <a:rPr lang="en-US" baseline="0" dirty="0" err="1" smtClean="0"/>
              <a:t>hạn</a:t>
            </a:r>
            <a:r>
              <a:rPr lang="en-US" baseline="0" dirty="0" smtClean="0"/>
              <a:t> (</a:t>
            </a:r>
            <a:r>
              <a:rPr lang="en-US" baseline="0" dirty="0" err="1" smtClean="0"/>
              <a:t>nợ</a:t>
            </a:r>
            <a:r>
              <a:rPr lang="en-US" baseline="0" dirty="0" smtClean="0"/>
              <a:t>, </a:t>
            </a:r>
            <a:r>
              <a:rPr lang="en-US" baseline="0" dirty="0" err="1" smtClean="0"/>
              <a:t>thuế</a:t>
            </a:r>
            <a:r>
              <a:rPr lang="en-US" baseline="0" dirty="0" smtClean="0"/>
              <a: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10</a:t>
            </a:fld>
            <a:endParaRPr lang="en-US"/>
          </a:p>
        </p:txBody>
      </p:sp>
    </p:spTree>
    <p:extLst>
      <p:ext uri="{BB962C8B-B14F-4D97-AF65-F5344CB8AC3E}">
        <p14:creationId xmlns:p14="http://schemas.microsoft.com/office/powerpoint/2010/main" val="3355002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Delinquent (</a:t>
            </a:r>
            <a:r>
              <a:rPr lang="en-US" dirty="0" err="1" smtClean="0"/>
              <a:t>adj</a:t>
            </a:r>
            <a:r>
              <a:rPr lang="en-US" dirty="0" smtClean="0"/>
              <a:t>): </a:t>
            </a:r>
            <a:r>
              <a:rPr lang="en-US" dirty="0" err="1" smtClean="0"/>
              <a:t>Không</a:t>
            </a:r>
            <a:r>
              <a:rPr lang="en-US" baseline="0" dirty="0" smtClean="0"/>
              <a:t> </a:t>
            </a:r>
            <a:r>
              <a:rPr lang="en-US" baseline="0" dirty="0" err="1" smtClean="0"/>
              <a:t>trả</a:t>
            </a:r>
            <a:r>
              <a:rPr lang="en-US" baseline="0" dirty="0" smtClean="0"/>
              <a:t> </a:t>
            </a:r>
            <a:r>
              <a:rPr lang="en-US" baseline="0" dirty="0" err="1" smtClean="0"/>
              <a:t>đúng</a:t>
            </a:r>
            <a:r>
              <a:rPr lang="en-US" baseline="0" dirty="0" smtClean="0"/>
              <a:t> </a:t>
            </a:r>
            <a:r>
              <a:rPr lang="en-US" baseline="0" dirty="0" err="1" smtClean="0"/>
              <a:t>kỳ</a:t>
            </a:r>
            <a:r>
              <a:rPr lang="en-US" baseline="0" dirty="0" smtClean="0"/>
              <a:t> </a:t>
            </a:r>
            <a:r>
              <a:rPr lang="en-US" baseline="0" dirty="0" err="1" smtClean="0"/>
              <a:t>hạn</a:t>
            </a:r>
            <a:r>
              <a:rPr lang="en-US" baseline="0" dirty="0" smtClean="0"/>
              <a:t> (</a:t>
            </a:r>
            <a:r>
              <a:rPr lang="en-US" baseline="0" dirty="0" err="1" smtClean="0"/>
              <a:t>nợ</a:t>
            </a:r>
            <a:r>
              <a:rPr lang="en-US" baseline="0" dirty="0" smtClean="0"/>
              <a:t>, </a:t>
            </a:r>
            <a:r>
              <a:rPr lang="en-US" baseline="0" dirty="0" err="1" smtClean="0"/>
              <a:t>thuế</a:t>
            </a:r>
            <a:r>
              <a:rPr lang="en-US" baseline="0" dirty="0" smtClean="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smtClean="0"/>
              <a:t>The domestic ground shipping charge for an order that weighs more than two pounds is $4.75 plus 12 cents per ounce or fraction thereof.:</a:t>
            </a:r>
            <a:r>
              <a:rPr lang="en-US" baseline="0" dirty="0" smtClean="0"/>
              <a:t> </a:t>
            </a:r>
            <a:r>
              <a:rPr lang="vi-VN" baseline="0" dirty="0" smtClean="0"/>
              <a:t>Phí vận chuyển mặt đất trong nước cho một đơn hàng nặng hơn hai pound là 4,75 đô la cộng với 12 xu mỗi ounce hoặc một phần của chúng.</a:t>
            </a:r>
            <a:endParaRPr lang="en-US" baseline="0" dirty="0" smtClean="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11</a:t>
            </a:fld>
            <a:endParaRPr lang="en-US"/>
          </a:p>
        </p:txBody>
      </p:sp>
    </p:spTree>
    <p:extLst>
      <p:ext uri="{BB962C8B-B14F-4D97-AF65-F5344CB8AC3E}">
        <p14:creationId xmlns:p14="http://schemas.microsoft.com/office/powerpoint/2010/main" val="2374605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Video items may be checked out for one week at a time. </a:t>
            </a:r>
            <a:r>
              <a:rPr lang="vi-VN" dirty="0" smtClean="0"/>
              <a:t>Các mục video có thể được kiểm tra một tuần một lần.</a:t>
            </a:r>
            <a:endParaRPr lang="en-US" dirty="0" smtClean="0"/>
          </a:p>
          <a:p>
            <a:pPr marL="171450" indent="-171450">
              <a:buFontTx/>
              <a:buChar char="-"/>
            </a:pPr>
            <a:r>
              <a:rPr lang="en-US" dirty="0" smtClean="0"/>
              <a:t>Video items may be renewed up to two times. </a:t>
            </a:r>
            <a:r>
              <a:rPr lang="vi-VN" dirty="0" smtClean="0"/>
              <a:t>Các mục video có thể được gia hạn tối đa hai lần.</a:t>
            </a:r>
            <a:endParaRPr lang="en-US" dirty="0" smtClean="0"/>
          </a:p>
          <a:p>
            <a:pPr marL="171450" indent="-171450">
              <a:buFontTx/>
              <a:buChar char="-"/>
            </a:pPr>
            <a:r>
              <a:rPr lang="en-US" dirty="0" smtClean="0"/>
              <a:t>Renewing a checked-out video item extends the due date by three days. </a:t>
            </a:r>
            <a:r>
              <a:rPr lang="en-US" dirty="0" err="1" smtClean="0"/>
              <a:t>Gia</a:t>
            </a:r>
            <a:r>
              <a:rPr lang="en-US" dirty="0" smtClean="0"/>
              <a:t> </a:t>
            </a:r>
            <a:r>
              <a:rPr lang="en-US" dirty="0" err="1" smtClean="0"/>
              <a:t>hạn</a:t>
            </a:r>
            <a:r>
              <a:rPr lang="en-US" baseline="0" dirty="0" smtClean="0"/>
              <a:t> </a:t>
            </a:r>
            <a:r>
              <a:rPr lang="en-US" dirty="0" err="1" smtClean="0"/>
              <a:t>một</a:t>
            </a:r>
            <a:r>
              <a:rPr lang="en-US" dirty="0" smtClean="0"/>
              <a:t> </a:t>
            </a:r>
            <a:r>
              <a:rPr lang="en-US" dirty="0" err="1" smtClean="0"/>
              <a:t>mục</a:t>
            </a:r>
            <a:r>
              <a:rPr lang="en-US" dirty="0" smtClean="0"/>
              <a:t> video </a:t>
            </a:r>
            <a:r>
              <a:rPr lang="en-US" dirty="0" err="1" smtClean="0"/>
              <a:t>đã</a:t>
            </a:r>
            <a:r>
              <a:rPr lang="en-US" dirty="0" smtClean="0"/>
              <a:t> </a:t>
            </a:r>
            <a:r>
              <a:rPr lang="en-US" dirty="0" err="1" smtClean="0"/>
              <a:t>kiểm</a:t>
            </a:r>
            <a:r>
              <a:rPr lang="en-US" baseline="0" dirty="0" smtClean="0"/>
              <a:t> </a:t>
            </a:r>
            <a:r>
              <a:rPr lang="en-US" baseline="0" dirty="0" err="1" smtClean="0"/>
              <a:t>tra</a:t>
            </a:r>
            <a:r>
              <a:rPr lang="en-US" dirty="0" smtClean="0"/>
              <a:t> </a:t>
            </a:r>
            <a:r>
              <a:rPr lang="en-US" dirty="0" err="1" smtClean="0"/>
              <a:t>kéo</a:t>
            </a:r>
            <a:r>
              <a:rPr lang="en-US" dirty="0" smtClean="0"/>
              <a:t> </a:t>
            </a:r>
            <a:r>
              <a:rPr lang="en-US" dirty="0" err="1" smtClean="0"/>
              <a:t>dài</a:t>
            </a:r>
            <a:r>
              <a:rPr lang="en-US" dirty="0" smtClean="0"/>
              <a:t> </a:t>
            </a:r>
            <a:r>
              <a:rPr lang="en-US" dirty="0" err="1" smtClean="0"/>
              <a:t>ngày</a:t>
            </a:r>
            <a:r>
              <a:rPr lang="en-US" dirty="0" smtClean="0"/>
              <a:t> </a:t>
            </a:r>
            <a:r>
              <a:rPr lang="en-US" dirty="0" err="1" smtClean="0"/>
              <a:t>đáo</a:t>
            </a:r>
            <a:r>
              <a:rPr lang="en-US" dirty="0" smtClean="0"/>
              <a:t> </a:t>
            </a:r>
            <a:r>
              <a:rPr lang="en-US" dirty="0" err="1" smtClean="0"/>
              <a:t>hạn</a:t>
            </a:r>
            <a:r>
              <a:rPr lang="en-US" dirty="0" smtClean="0"/>
              <a:t> </a:t>
            </a:r>
            <a:r>
              <a:rPr lang="en-US" dirty="0" err="1" smtClean="0"/>
              <a:t>thêm</a:t>
            </a:r>
            <a:r>
              <a:rPr lang="en-US" dirty="0" smtClean="0"/>
              <a:t> </a:t>
            </a:r>
            <a:r>
              <a:rPr lang="en-US" dirty="0" err="1" smtClean="0"/>
              <a:t>ba</a:t>
            </a:r>
            <a:r>
              <a:rPr lang="en-US" dirty="0" smtClean="0"/>
              <a:t> </a:t>
            </a:r>
            <a:r>
              <a:rPr lang="en-US" dirty="0" err="1" smtClean="0"/>
              <a:t>ngày</a:t>
            </a:r>
            <a:r>
              <a:rPr lang="en-US" dirty="0" smtClean="0"/>
              <a: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12</a:t>
            </a:fld>
            <a:endParaRPr lang="en-US"/>
          </a:p>
        </p:txBody>
      </p:sp>
    </p:spTree>
    <p:extLst>
      <p:ext uri="{BB962C8B-B14F-4D97-AF65-F5344CB8AC3E}">
        <p14:creationId xmlns:p14="http://schemas.microsoft.com/office/powerpoint/2010/main" val="1246346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Pertinent (</a:t>
            </a:r>
            <a:r>
              <a:rPr lang="en-US" dirty="0" err="1" smtClean="0"/>
              <a:t>adj</a:t>
            </a:r>
            <a:r>
              <a:rPr lang="en-US" dirty="0" smtClean="0"/>
              <a:t>): </a:t>
            </a:r>
            <a:r>
              <a:rPr lang="en-US" dirty="0" err="1" smtClean="0"/>
              <a:t>đúng</a:t>
            </a:r>
            <a:r>
              <a:rPr lang="en-US" baseline="0" dirty="0" smtClean="0"/>
              <a:t> </a:t>
            </a:r>
            <a:r>
              <a:rPr lang="en-US" baseline="0" dirty="0" err="1" smtClean="0"/>
              <a:t>chỗ</a:t>
            </a:r>
            <a:r>
              <a:rPr lang="en-US" baseline="0" dirty="0" smtClean="0"/>
              <a:t>, </a:t>
            </a:r>
            <a:r>
              <a:rPr lang="en-US" baseline="0" dirty="0" err="1" smtClean="0"/>
              <a:t>thích</a:t>
            </a:r>
            <a:r>
              <a:rPr lang="en-US" baseline="0" dirty="0" smtClean="0"/>
              <a:t> </a:t>
            </a:r>
            <a:r>
              <a:rPr lang="en-US" baseline="0" dirty="0" err="1" smtClean="0"/>
              <a:t>hợp</a:t>
            </a: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14</a:t>
            </a:fld>
            <a:endParaRPr lang="en-US"/>
          </a:p>
        </p:txBody>
      </p:sp>
    </p:spTree>
    <p:extLst>
      <p:ext uri="{BB962C8B-B14F-4D97-AF65-F5344CB8AC3E}">
        <p14:creationId xmlns:p14="http://schemas.microsoft.com/office/powerpoint/2010/main" val="2902325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smtClean="0"/>
              <a:t>thereby driving system functionality.: </a:t>
            </a:r>
            <a:r>
              <a:rPr lang="en-US" dirty="0" err="1" smtClean="0"/>
              <a:t>có</a:t>
            </a:r>
            <a:r>
              <a:rPr lang="en-US" baseline="0" dirty="0" smtClean="0"/>
              <a:t> </a:t>
            </a:r>
            <a:r>
              <a:rPr lang="en-US" baseline="0" dirty="0" err="1" smtClean="0"/>
              <a:t>liên</a:t>
            </a:r>
            <a:r>
              <a:rPr lang="en-US" baseline="0" dirty="0" smtClean="0"/>
              <a:t> </a:t>
            </a:r>
            <a:r>
              <a:rPr lang="en-US" baseline="0" dirty="0" err="1" smtClean="0"/>
              <a:t>quan</a:t>
            </a:r>
            <a:r>
              <a:rPr lang="en-US" baseline="0" dirty="0" smtClean="0"/>
              <a:t> </a:t>
            </a:r>
            <a:r>
              <a:rPr lang="en-US" baseline="0" dirty="0" err="1" smtClean="0"/>
              <a:t>đến</a:t>
            </a:r>
            <a:r>
              <a:rPr lang="en-US" baseline="0" dirty="0" smtClean="0"/>
              <a:t> </a:t>
            </a:r>
            <a:r>
              <a:rPr lang="en-US" baseline="0" dirty="0" err="1" smtClean="0"/>
              <a:t>chức</a:t>
            </a:r>
            <a:r>
              <a:rPr lang="en-US" baseline="0" dirty="0" smtClean="0"/>
              <a:t> </a:t>
            </a:r>
            <a:r>
              <a:rPr lang="en-US" baseline="0" dirty="0" err="1" smtClean="0"/>
              <a:t>năng</a:t>
            </a:r>
            <a:r>
              <a:rPr lang="en-US" baseline="0" dirty="0" smtClean="0"/>
              <a:t> </a:t>
            </a:r>
            <a:r>
              <a:rPr lang="en-US" baseline="0" dirty="0" err="1" smtClean="0"/>
              <a:t>hệ</a:t>
            </a:r>
            <a:r>
              <a:rPr lang="en-US" baseline="0" dirty="0" smtClean="0"/>
              <a:t> </a:t>
            </a:r>
            <a:r>
              <a:rPr lang="en-US" baseline="0" dirty="0" err="1" smtClean="0"/>
              <a:t>thống</a:t>
            </a:r>
            <a:endParaRPr lang="en-US" baseline="0" dirty="0" smtClean="0"/>
          </a:p>
          <a:p>
            <a:pPr marL="171450" indent="-171450">
              <a:buFontTx/>
              <a:buChar char="-"/>
            </a:pPr>
            <a:r>
              <a:rPr lang="en-US" baseline="0" dirty="0" smtClean="0"/>
              <a:t>Pertain to (v):  </a:t>
            </a:r>
            <a:r>
              <a:rPr lang="en-US" baseline="0" dirty="0" err="1" smtClean="0"/>
              <a:t>liên</a:t>
            </a:r>
            <a:r>
              <a:rPr lang="en-US" baseline="0" dirty="0" smtClean="0"/>
              <a:t> </a:t>
            </a:r>
            <a:r>
              <a:rPr lang="en-US" baseline="0" dirty="0" err="1" smtClean="0"/>
              <a:t>quan</a:t>
            </a:r>
            <a:r>
              <a:rPr lang="en-US" baseline="0" dirty="0" smtClean="0"/>
              <a:t> </a:t>
            </a:r>
            <a:r>
              <a:rPr lang="en-US" baseline="0" dirty="0" err="1" smtClean="0"/>
              <a:t>đến</a:t>
            </a: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17</a:t>
            </a:fld>
            <a:endParaRPr lang="en-US"/>
          </a:p>
        </p:txBody>
      </p:sp>
    </p:spTree>
    <p:extLst>
      <p:ext uri="{BB962C8B-B14F-4D97-AF65-F5344CB8AC3E}">
        <p14:creationId xmlns:p14="http://schemas.microsoft.com/office/powerpoint/2010/main" val="3927564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Prone (</a:t>
            </a:r>
            <a:r>
              <a:rPr lang="en-US" dirty="0" err="1" smtClean="0"/>
              <a:t>adj</a:t>
            </a:r>
            <a:r>
              <a:rPr lang="en-US" dirty="0" smtClean="0"/>
              <a:t>): </a:t>
            </a:r>
            <a:r>
              <a:rPr lang="en-US" dirty="0" err="1" smtClean="0"/>
              <a:t>ngả</a:t>
            </a:r>
            <a:r>
              <a:rPr lang="en-US" baseline="0" dirty="0" smtClean="0"/>
              <a:t> </a:t>
            </a:r>
            <a:r>
              <a:rPr lang="en-US" baseline="0" dirty="0" err="1" smtClean="0"/>
              <a:t>về</a:t>
            </a:r>
            <a:r>
              <a:rPr lang="en-US" baseline="0" dirty="0" smtClean="0"/>
              <a:t>, </a:t>
            </a:r>
            <a:r>
              <a:rPr lang="en-US" baseline="0" dirty="0" err="1" smtClean="0"/>
              <a:t>thiên</a:t>
            </a:r>
            <a:r>
              <a:rPr lang="en-US" baseline="0" dirty="0" smtClean="0"/>
              <a:t> </a:t>
            </a:r>
            <a:r>
              <a:rPr lang="en-US" baseline="0" dirty="0" err="1" smtClean="0"/>
              <a:t>về</a:t>
            </a:r>
            <a:r>
              <a:rPr lang="en-US" baseline="0" dirty="0" smtClean="0"/>
              <a:t> </a:t>
            </a:r>
            <a:r>
              <a:rPr lang="en-US" baseline="0" dirty="0" smtClean="0">
                <a:sym typeface="Wingdings" panose="05000000000000000000" pitchFamily="2" charset="2"/>
              </a:rPr>
              <a:t> be prone to: </a:t>
            </a:r>
            <a:r>
              <a:rPr lang="en-US" baseline="0" dirty="0" err="1" smtClean="0">
                <a:sym typeface="Wingdings" panose="05000000000000000000" pitchFamily="2" charset="2"/>
              </a:rPr>
              <a:t>dễ</a:t>
            </a:r>
            <a:endParaRPr lang="en-US" dirty="0"/>
          </a:p>
        </p:txBody>
      </p:sp>
      <p:sp>
        <p:nvSpPr>
          <p:cNvPr id="4" name="Slide Number Placeholder 3"/>
          <p:cNvSpPr>
            <a:spLocks noGrp="1"/>
          </p:cNvSpPr>
          <p:nvPr>
            <p:ph type="sldNum" sz="quarter" idx="10"/>
          </p:nvPr>
        </p:nvSpPr>
        <p:spPr/>
        <p:txBody>
          <a:bodyPr/>
          <a:lstStyle/>
          <a:p>
            <a:fld id="{BEB5A6E9-317B-4CFF-BCE3-9A92CB7BB2CE}" type="slidenum">
              <a:rPr lang="en-US" smtClean="0"/>
              <a:t>18</a:t>
            </a:fld>
            <a:endParaRPr lang="en-US"/>
          </a:p>
        </p:txBody>
      </p:sp>
    </p:spTree>
    <p:extLst>
      <p:ext uri="{BB962C8B-B14F-4D97-AF65-F5344CB8AC3E}">
        <p14:creationId xmlns:p14="http://schemas.microsoft.com/office/powerpoint/2010/main" val="28562554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19</a:t>
            </a:fld>
            <a:endParaRPr lang="en-US"/>
          </a:p>
        </p:txBody>
      </p:sp>
    </p:spTree>
    <p:extLst>
      <p:ext uri="{BB962C8B-B14F-4D97-AF65-F5344CB8AC3E}">
        <p14:creationId xmlns:p14="http://schemas.microsoft.com/office/powerpoint/2010/main" val="3497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20</a:t>
            </a:fld>
            <a:endParaRPr lang="en-US"/>
          </a:p>
        </p:txBody>
      </p:sp>
    </p:spTree>
    <p:extLst>
      <p:ext uri="{BB962C8B-B14F-4D97-AF65-F5344CB8AC3E}">
        <p14:creationId xmlns:p14="http://schemas.microsoft.com/office/powerpoint/2010/main" val="564580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6652189"/>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9: Playing by the rules</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3845366"/>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9: Playing by the rules</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2080361"/>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9: Playing by the rules</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537894"/>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9: Playing by the rules</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1708895"/>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9: Playing by the rules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55713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7386" y="3224463"/>
            <a:ext cx="5817613" cy="2237873"/>
          </a:xfrm>
        </p:spPr>
        <p:txBody>
          <a:bodyPr>
            <a:normAutofit/>
          </a:bodyPr>
          <a:lstStyle/>
          <a:p>
            <a:r>
              <a:rPr lang="en-US" dirty="0"/>
              <a:t>CHAPTER </a:t>
            </a:r>
            <a:r>
              <a:rPr lang="en-US" dirty="0" smtClean="0"/>
              <a:t>9</a:t>
            </a:r>
            <a:r>
              <a:rPr lang="en-US" dirty="0"/>
              <a:t/>
            </a:r>
            <a:br>
              <a:rPr lang="en-US" dirty="0"/>
            </a:br>
            <a:r>
              <a:rPr lang="en-US" sz="4000" dirty="0"/>
              <a:t>Playing by the rules</a:t>
            </a:r>
          </a:p>
        </p:txBody>
      </p:sp>
    </p:spTree>
    <p:extLst>
      <p:ext uri="{BB962C8B-B14F-4D97-AF65-F5344CB8AC3E}">
        <p14:creationId xmlns:p14="http://schemas.microsoft.com/office/powerpoint/2010/main" val="2156557063"/>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8</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892329644"/>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013839"/>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466" y="1120877"/>
            <a:ext cx="8662218" cy="5219598"/>
          </a:xfrm>
        </p:spPr>
        <p:txBody>
          <a:bodyPr>
            <a:normAutofit/>
          </a:bodyPr>
          <a:lstStyle/>
          <a:p>
            <a:r>
              <a:rPr lang="en-US" dirty="0" smtClean="0"/>
              <a:t>After finish this chapter, student should understand the influence of business rule on many type of software requirements.</a:t>
            </a:r>
          </a:p>
          <a:p>
            <a:r>
              <a:rPr lang="en-US" dirty="0" smtClean="0"/>
              <a:t>Student could </a:t>
            </a:r>
            <a:r>
              <a:rPr lang="en-US" dirty="0"/>
              <a:t>identify at least one of each business rule type from the taxonomy in Figure 9-1 for </a:t>
            </a:r>
            <a:r>
              <a:rPr lang="en-US" dirty="0" smtClean="0"/>
              <a:t>student’s project.</a:t>
            </a:r>
            <a:endParaRPr lang="en-US" dirty="0"/>
          </a:p>
          <a:p>
            <a:r>
              <a:rPr lang="en-US" dirty="0" smtClean="0"/>
              <a:t>Set </a:t>
            </a:r>
            <a:r>
              <a:rPr lang="en-US" dirty="0"/>
              <a:t>up a traceability matrix to indicate which functional requirements enforce each  business rule </a:t>
            </a:r>
            <a:r>
              <a:rPr lang="en-US" dirty="0" smtClean="0"/>
              <a:t>that student identified</a:t>
            </a:r>
            <a:r>
              <a:rPr lang="en-US" dirty="0"/>
              <a:t>. </a:t>
            </a:r>
            <a:endParaRPr lang="en-US" dirty="0" smtClean="0"/>
          </a:p>
          <a:p>
            <a:r>
              <a:rPr lang="en-US" dirty="0" smtClean="0"/>
              <a:t>Identify </a:t>
            </a:r>
            <a:r>
              <a:rPr lang="en-US" dirty="0"/>
              <a:t>the rationale behind each </a:t>
            </a:r>
            <a:r>
              <a:rPr lang="en-US" dirty="0" smtClean="0"/>
              <a:t>functional </a:t>
            </a:r>
            <a:r>
              <a:rPr lang="en-US" dirty="0"/>
              <a:t>requirements to discover other,  implicit business </a:t>
            </a:r>
            <a:r>
              <a:rPr lang="en-US" dirty="0" smtClean="0"/>
              <a:t>rules.</a:t>
            </a:r>
            <a:endParaRPr lang="en-US" dirty="0"/>
          </a:p>
        </p:txBody>
      </p:sp>
      <p:sp>
        <p:nvSpPr>
          <p:cNvPr id="2" name="Title 1"/>
          <p:cNvSpPr>
            <a:spLocks noGrp="1"/>
          </p:cNvSpPr>
          <p:nvPr>
            <p:ph type="title"/>
          </p:nvPr>
        </p:nvSpPr>
        <p:spPr/>
        <p:txBody>
          <a:bodyPr/>
          <a:lstStyle/>
          <a:p>
            <a:r>
              <a:rPr lang="en-US" smtClean="0"/>
              <a:t>Objectives</a:t>
            </a:r>
            <a:endParaRPr lang="en-US"/>
          </a:p>
        </p:txBody>
      </p:sp>
      <p:sp>
        <p:nvSpPr>
          <p:cNvPr id="4" name="Footer Placeholder 3"/>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600820186"/>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283" y="1233378"/>
            <a:ext cx="8665535" cy="4944138"/>
          </a:xfrm>
        </p:spPr>
        <p:txBody>
          <a:bodyPr/>
          <a:lstStyle/>
          <a:p>
            <a:pPr marL="342900" indent="-342900">
              <a:buFont typeface="+mj-lt"/>
              <a:buAutoNum type="arabicPeriod"/>
            </a:pPr>
            <a:r>
              <a:rPr lang="en-US" sz="3200" dirty="0"/>
              <a:t>A business rules </a:t>
            </a:r>
            <a:r>
              <a:rPr lang="en-US" sz="3200" dirty="0" smtClean="0"/>
              <a:t>taxonomy</a:t>
            </a:r>
          </a:p>
          <a:p>
            <a:pPr marL="342900" indent="-342900">
              <a:buFont typeface="+mj-lt"/>
              <a:buAutoNum type="arabicPeriod"/>
            </a:pPr>
            <a:r>
              <a:rPr lang="en-US" sz="3200" dirty="0"/>
              <a:t>Documenting business rules</a:t>
            </a:r>
          </a:p>
          <a:p>
            <a:pPr marL="342900" indent="-342900">
              <a:buFont typeface="+mj-lt"/>
              <a:buAutoNum type="arabicPeriod"/>
            </a:pPr>
            <a:r>
              <a:rPr lang="en-US" sz="3200" dirty="0"/>
              <a:t>Discovering business rules</a:t>
            </a:r>
          </a:p>
          <a:p>
            <a:pPr marL="342900" indent="-342900">
              <a:buFont typeface="+mj-lt"/>
              <a:buAutoNum type="arabicPeriod"/>
            </a:pPr>
            <a:r>
              <a:rPr lang="en-US" sz="3200" dirty="0"/>
              <a:t>Business rules and requirements</a:t>
            </a:r>
          </a:p>
          <a:p>
            <a:pPr marL="342900" indent="-342900">
              <a:buFont typeface="+mj-lt"/>
              <a:buAutoNum type="arabicPeriod"/>
            </a:pPr>
            <a:r>
              <a:rPr lang="en-US" sz="3200" dirty="0"/>
              <a:t>Tying everything together</a:t>
            </a:r>
          </a:p>
          <a:p>
            <a:pPr marL="342900" indent="-342900">
              <a:buFont typeface="+mj-lt"/>
              <a:buAutoNum type="arabicPeriod"/>
            </a:pPr>
            <a:endParaRPr lang="en-US" sz="3200" dirty="0" smtClean="0"/>
          </a:p>
          <a:p>
            <a:pPr marL="342900" indent="-342900">
              <a:buFont typeface="+mj-lt"/>
              <a:buAutoNum type="arabicPeriod"/>
            </a:pPr>
            <a:endParaRPr lang="en-US" sz="3200" dirty="0"/>
          </a:p>
        </p:txBody>
      </p:sp>
      <p:sp>
        <p:nvSpPr>
          <p:cNvPr id="2" name="Title 1"/>
          <p:cNvSpPr>
            <a:spLocks noGrp="1"/>
          </p:cNvSpPr>
          <p:nvPr>
            <p:ph type="title"/>
          </p:nvPr>
        </p:nvSpPr>
        <p:spPr>
          <a:xfrm>
            <a:off x="3853114" y="0"/>
            <a:ext cx="5290886" cy="1032060"/>
          </a:xfrm>
        </p:spPr>
        <p:txBody>
          <a:bodyPr>
            <a:normAutofit/>
          </a:bodyPr>
          <a:lstStyle/>
          <a:p>
            <a:r>
              <a:rPr lang="en-US" sz="3600" dirty="0" smtClean="0"/>
              <a:t>Contents</a:t>
            </a:r>
            <a:endParaRPr lang="en-US" sz="3600" dirty="0"/>
          </a:p>
        </p:txBody>
      </p:sp>
      <p:sp>
        <p:nvSpPr>
          <p:cNvPr id="4" name="Footer Placeholder 3"/>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3092141605"/>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0958" y="1169582"/>
            <a:ext cx="8842564" cy="4199860"/>
          </a:xfrm>
          <a:prstGeom prst="rect">
            <a:avLst/>
          </a:prstGeom>
        </p:spPr>
      </p:pic>
      <p:sp>
        <p:nvSpPr>
          <p:cNvPr id="2" name="Title 1"/>
          <p:cNvSpPr>
            <a:spLocks noGrp="1"/>
          </p:cNvSpPr>
          <p:nvPr>
            <p:ph type="title"/>
          </p:nvPr>
        </p:nvSpPr>
        <p:spPr/>
        <p:txBody>
          <a:bodyPr/>
          <a:lstStyle/>
          <a:p>
            <a:r>
              <a:rPr lang="en-US" sz="3200" dirty="0" smtClean="0"/>
              <a:t>Business rules overview</a:t>
            </a:r>
            <a:endParaRPr lang="en-US" sz="3200" dirty="0"/>
          </a:p>
        </p:txBody>
      </p:sp>
      <p:sp>
        <p:nvSpPr>
          <p:cNvPr id="3" name="Footer Placeholder 2"/>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
        <p:nvSpPr>
          <p:cNvPr id="6" name="Content Placeholder 2"/>
          <p:cNvSpPr txBox="1">
            <a:spLocks/>
          </p:cNvSpPr>
          <p:nvPr/>
        </p:nvSpPr>
        <p:spPr bwMode="auto">
          <a:xfrm>
            <a:off x="324466" y="5369441"/>
            <a:ext cx="8662218" cy="9710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850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Biz rules often enforced through manual implementation of policies and procedures. In many cases, SW applications also need to enforce these rules.</a:t>
            </a:r>
            <a:endParaRPr lang="en-US" dirty="0"/>
          </a:p>
        </p:txBody>
      </p:sp>
    </p:spTree>
    <p:extLst>
      <p:ext uri="{BB962C8B-B14F-4D97-AF65-F5344CB8AC3E}">
        <p14:creationId xmlns:p14="http://schemas.microsoft.com/office/powerpoint/2010/main" val="3380049207"/>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814" y="1193801"/>
            <a:ext cx="8750595" cy="5146674"/>
          </a:xfrm>
        </p:spPr>
        <p:txBody>
          <a:bodyPr>
            <a:normAutofit/>
          </a:bodyPr>
          <a:lstStyle/>
          <a:p>
            <a:r>
              <a:rPr lang="en-US" dirty="0" smtClean="0"/>
              <a:t>People sometimes confuse biz rules with biz processes or biz requirements.</a:t>
            </a:r>
          </a:p>
          <a:p>
            <a:r>
              <a:rPr lang="en-US" i="1" dirty="0" smtClean="0"/>
              <a:t>Biz requirement </a:t>
            </a:r>
            <a:r>
              <a:rPr lang="en-US" dirty="0" smtClean="0"/>
              <a:t>states desirable outcome or a high-level objective of the organization that builds or procures a SW solution.</a:t>
            </a:r>
          </a:p>
          <a:p>
            <a:r>
              <a:rPr lang="en-US" i="1" dirty="0" smtClean="0"/>
              <a:t>Biz process </a:t>
            </a:r>
            <a:r>
              <a:rPr lang="en-US" dirty="0" smtClean="0"/>
              <a:t>describes a series of activities that transform inputs into outputs to achieve a specific result.</a:t>
            </a:r>
          </a:p>
          <a:p>
            <a:r>
              <a:rPr lang="en-US" i="1" dirty="0" smtClean="0"/>
              <a:t>Biz rules </a:t>
            </a:r>
            <a:r>
              <a:rPr lang="en-US" dirty="0" smtClean="0"/>
              <a:t>influence biz processes by establishing vocabulary, imposing restriction, triggering actions, and </a:t>
            </a:r>
            <a:r>
              <a:rPr lang="en-US" dirty="0" smtClean="0"/>
              <a:t>governing </a:t>
            </a:r>
            <a:r>
              <a:rPr lang="en-US" sz="1800" dirty="0" smtClean="0"/>
              <a:t>(</a:t>
            </a:r>
            <a:r>
              <a:rPr lang="en-US" sz="1800" dirty="0" err="1" smtClean="0"/>
              <a:t>điều</a:t>
            </a:r>
            <a:r>
              <a:rPr lang="en-US" sz="1800" dirty="0" smtClean="0"/>
              <a:t> </a:t>
            </a:r>
            <a:r>
              <a:rPr lang="en-US" sz="1800" dirty="0" err="1" smtClean="0"/>
              <a:t>chỉnh</a:t>
            </a:r>
            <a:r>
              <a:rPr lang="en-US" sz="1800" dirty="0" smtClean="0"/>
              <a:t>)</a:t>
            </a:r>
            <a:r>
              <a:rPr lang="en-US" dirty="0" smtClean="0"/>
              <a:t> </a:t>
            </a:r>
            <a:r>
              <a:rPr lang="en-US" dirty="0" smtClean="0"/>
              <a:t>how computations are carried out.</a:t>
            </a:r>
            <a:endParaRPr lang="en-US" dirty="0"/>
          </a:p>
        </p:txBody>
      </p:sp>
      <p:sp>
        <p:nvSpPr>
          <p:cNvPr id="2" name="Title 1"/>
          <p:cNvSpPr>
            <a:spLocks noGrp="1"/>
          </p:cNvSpPr>
          <p:nvPr>
            <p:ph type="title"/>
          </p:nvPr>
        </p:nvSpPr>
        <p:spPr>
          <a:xfrm>
            <a:off x="2819400" y="27105"/>
            <a:ext cx="6324600" cy="967601"/>
          </a:xfrm>
        </p:spPr>
        <p:txBody>
          <a:bodyPr>
            <a:normAutofit fontScale="90000"/>
          </a:bodyPr>
          <a:lstStyle/>
          <a:p>
            <a:r>
              <a:rPr lang="en-US" sz="3200" dirty="0" smtClean="0"/>
              <a:t>Differences </a:t>
            </a:r>
            <a:r>
              <a:rPr lang="en-US" sz="3200" dirty="0" err="1" smtClean="0"/>
              <a:t>bw</a:t>
            </a:r>
            <a:r>
              <a:rPr lang="en-US" sz="3200" dirty="0" smtClean="0"/>
              <a:t> biz rules, biz processes, and biz requirements</a:t>
            </a:r>
            <a:endParaRPr lang="en-US" sz="3200" dirty="0"/>
          </a:p>
        </p:txBody>
      </p:sp>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3698110317"/>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814" y="1109108"/>
            <a:ext cx="8623005" cy="3389247"/>
          </a:xfrm>
        </p:spPr>
        <p:txBody>
          <a:bodyPr>
            <a:normAutofit fontScale="92500" lnSpcReduction="20000"/>
          </a:bodyPr>
          <a:lstStyle/>
          <a:p>
            <a:r>
              <a:rPr lang="en-US" dirty="0" smtClean="0"/>
              <a:t>Definition for biz rules from perspectives of both </a:t>
            </a:r>
            <a:r>
              <a:rPr lang="en-US" dirty="0" smtClean="0"/>
              <a:t>the </a:t>
            </a:r>
            <a:r>
              <a:rPr lang="en-US" dirty="0" smtClean="0"/>
              <a:t>biz and its information systems:</a:t>
            </a:r>
          </a:p>
          <a:p>
            <a:pPr lvl="1"/>
            <a:r>
              <a:rPr lang="en-US" dirty="0"/>
              <a:t>From the business </a:t>
            </a:r>
            <a:r>
              <a:rPr lang="en-US" dirty="0" smtClean="0"/>
              <a:t>perspective: “A biz rule is guidance that there is an obligation concerning conduct, action, practice, or procedure within a particular activity or </a:t>
            </a:r>
            <a:r>
              <a:rPr lang="en-US" dirty="0" smtClean="0"/>
              <a:t>sphere </a:t>
            </a:r>
            <a:r>
              <a:rPr lang="en-US" sz="1700" dirty="0" smtClean="0"/>
              <a:t>(</a:t>
            </a:r>
            <a:r>
              <a:rPr lang="en-US" sz="1700" dirty="0" err="1" smtClean="0"/>
              <a:t>lĩnh</a:t>
            </a:r>
            <a:r>
              <a:rPr lang="en-US" sz="1700" dirty="0" smtClean="0"/>
              <a:t> </a:t>
            </a:r>
            <a:r>
              <a:rPr lang="en-US" sz="1700" dirty="0" err="1" smtClean="0"/>
              <a:t>vực</a:t>
            </a:r>
            <a:r>
              <a:rPr lang="en-US" sz="1700" dirty="0" smtClean="0"/>
              <a:t>)</a:t>
            </a:r>
            <a:r>
              <a:rPr lang="en-US" dirty="0" smtClean="0"/>
              <a:t>.”</a:t>
            </a:r>
            <a:endParaRPr lang="en-US" dirty="0" smtClean="0"/>
          </a:p>
          <a:p>
            <a:pPr lvl="1"/>
            <a:r>
              <a:rPr lang="en-US" dirty="0"/>
              <a:t>From the information system </a:t>
            </a:r>
            <a:r>
              <a:rPr lang="en-US" dirty="0" smtClean="0"/>
              <a:t>perspective: “A biz rule is a statement that defines or constrains some aspect of the biz. It is intended to assert </a:t>
            </a:r>
            <a:r>
              <a:rPr lang="en-US" sz="1700" dirty="0" smtClean="0"/>
              <a:t>(</a:t>
            </a:r>
            <a:r>
              <a:rPr lang="en-US" sz="1700" dirty="0" err="1" smtClean="0"/>
              <a:t>nhằm</a:t>
            </a:r>
            <a:r>
              <a:rPr lang="en-US" sz="1700" dirty="0" smtClean="0"/>
              <a:t> </a:t>
            </a:r>
            <a:r>
              <a:rPr lang="en-US" sz="1700" dirty="0" err="1" smtClean="0"/>
              <a:t>khẳng</a:t>
            </a:r>
            <a:r>
              <a:rPr lang="en-US" sz="1700" dirty="0" smtClean="0"/>
              <a:t> </a:t>
            </a:r>
            <a:r>
              <a:rPr lang="en-US" sz="1700" dirty="0" err="1" smtClean="0"/>
              <a:t>định</a:t>
            </a:r>
            <a:r>
              <a:rPr lang="en-US" sz="1700" dirty="0" smtClean="0"/>
              <a:t>)</a:t>
            </a:r>
            <a:r>
              <a:rPr lang="en-US" dirty="0" smtClean="0"/>
              <a:t> </a:t>
            </a:r>
            <a:r>
              <a:rPr lang="en-US" dirty="0" smtClean="0"/>
              <a:t>biz </a:t>
            </a:r>
            <a:r>
              <a:rPr lang="en-US" dirty="0" smtClean="0"/>
              <a:t>structure or to control or influence the behavior of the biz.”</a:t>
            </a:r>
          </a:p>
          <a:p>
            <a:r>
              <a:rPr lang="en-US" dirty="0" smtClean="0"/>
              <a:t>A simple business rule taxonomy: 5 types of rules.</a:t>
            </a:r>
            <a:endParaRPr lang="en-US" dirty="0"/>
          </a:p>
        </p:txBody>
      </p:sp>
      <p:sp>
        <p:nvSpPr>
          <p:cNvPr id="2" name="Title 1"/>
          <p:cNvSpPr>
            <a:spLocks noGrp="1"/>
          </p:cNvSpPr>
          <p:nvPr>
            <p:ph type="title"/>
          </p:nvPr>
        </p:nvSpPr>
        <p:spPr>
          <a:xfrm>
            <a:off x="2819400" y="27105"/>
            <a:ext cx="6324600" cy="967601"/>
          </a:xfrm>
        </p:spPr>
        <p:txBody>
          <a:bodyPr>
            <a:normAutofit/>
          </a:bodyPr>
          <a:lstStyle/>
          <a:p>
            <a:r>
              <a:rPr lang="en-US" sz="3200" dirty="0"/>
              <a:t>A business rules </a:t>
            </a:r>
            <a:r>
              <a:rPr lang="en-US" sz="3200" dirty="0" smtClean="0"/>
              <a:t>taxonomy</a:t>
            </a:r>
            <a:endParaRPr lang="en-US" sz="3200" dirty="0"/>
          </a:p>
        </p:txBody>
      </p:sp>
      <p:pic>
        <p:nvPicPr>
          <p:cNvPr id="4" name="Picture 3"/>
          <p:cNvPicPr>
            <a:picLocks noChangeAspect="1"/>
          </p:cNvPicPr>
          <p:nvPr/>
        </p:nvPicPr>
        <p:blipFill>
          <a:blip r:embed="rId3"/>
          <a:stretch>
            <a:fillRect/>
          </a:stretch>
        </p:blipFill>
        <p:spPr>
          <a:xfrm>
            <a:off x="874570" y="4498355"/>
            <a:ext cx="7560297" cy="1727718"/>
          </a:xfrm>
          <a:prstGeom prst="rect">
            <a:avLst/>
          </a:prstGeom>
        </p:spPr>
      </p:pic>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932719222"/>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814" y="1109108"/>
            <a:ext cx="8623005" cy="5247242"/>
          </a:xfrm>
        </p:spPr>
        <p:txBody>
          <a:bodyPr>
            <a:normAutofit fontScale="85000" lnSpcReduction="10000"/>
          </a:bodyPr>
          <a:lstStyle/>
          <a:p>
            <a:r>
              <a:rPr lang="en-US" b="1" i="1" dirty="0" smtClean="0"/>
              <a:t>Facts</a:t>
            </a:r>
            <a:r>
              <a:rPr lang="en-US" dirty="0" smtClean="0"/>
              <a:t> are simply statements that are true about the biz at a specific point in time. </a:t>
            </a:r>
            <a:r>
              <a:rPr lang="en-US" dirty="0" err="1" smtClean="0"/>
              <a:t>Exs</a:t>
            </a:r>
            <a:r>
              <a:rPr lang="en-US" dirty="0" smtClean="0"/>
              <a:t>:</a:t>
            </a:r>
          </a:p>
          <a:p>
            <a:pPr lvl="1"/>
            <a:r>
              <a:rPr lang="en-US" dirty="0" smtClean="0"/>
              <a:t>Every chemical container has a unique bar code identifier.</a:t>
            </a:r>
          </a:p>
          <a:p>
            <a:pPr lvl="1"/>
            <a:r>
              <a:rPr lang="en-US" dirty="0" smtClean="0"/>
              <a:t>Every order </a:t>
            </a:r>
            <a:r>
              <a:rPr lang="en-US" dirty="0" smtClean="0"/>
              <a:t>has </a:t>
            </a:r>
            <a:r>
              <a:rPr lang="en-US" dirty="0" smtClean="0"/>
              <a:t>a shipping charge.</a:t>
            </a:r>
          </a:p>
          <a:p>
            <a:r>
              <a:rPr lang="en-US" b="1" i="1" dirty="0" smtClean="0"/>
              <a:t>Constraints</a:t>
            </a:r>
            <a:r>
              <a:rPr lang="en-US" dirty="0" smtClean="0"/>
              <a:t> are statements that restrict the actions that the system or its users are allowed to perform. </a:t>
            </a:r>
            <a:r>
              <a:rPr lang="en-US" dirty="0" err="1" smtClean="0"/>
              <a:t>Exs</a:t>
            </a:r>
            <a:r>
              <a:rPr lang="en-US" dirty="0" smtClean="0"/>
              <a:t>:</a:t>
            </a:r>
          </a:p>
          <a:p>
            <a:pPr lvl="1"/>
            <a:r>
              <a:rPr lang="en-US" dirty="0" smtClean="0"/>
              <a:t> Organizational policies: </a:t>
            </a:r>
            <a:r>
              <a:rPr lang="en-US" i="1" dirty="0" smtClean="0"/>
              <a:t>A loan applicant who is less than 18 years old must have a parent or a legal guardian as cosigner on the loan</a:t>
            </a:r>
            <a:r>
              <a:rPr lang="en-US" dirty="0" smtClean="0"/>
              <a:t>; </a:t>
            </a:r>
            <a:r>
              <a:rPr lang="en-US" i="1" dirty="0" smtClean="0"/>
              <a:t>A library patron may have a maximum of 10 items on hold at any time.</a:t>
            </a:r>
          </a:p>
          <a:p>
            <a:pPr lvl="1"/>
            <a:r>
              <a:rPr lang="en-US" dirty="0" smtClean="0"/>
              <a:t>Government regulations: </a:t>
            </a:r>
            <a:r>
              <a:rPr lang="en-US" i="1" dirty="0" smtClean="0"/>
              <a:t>All SW applications must comply with government regulations for usage by visually impaired </a:t>
            </a:r>
            <a:r>
              <a:rPr lang="en-US" i="1" dirty="0" smtClean="0"/>
              <a:t>persons </a:t>
            </a:r>
            <a:r>
              <a:rPr lang="en-US" sz="1600" i="1" dirty="0" smtClean="0"/>
              <a:t>(d9o61i vo71i </a:t>
            </a:r>
            <a:r>
              <a:rPr lang="en-US" sz="1600" i="1" dirty="0" err="1" smtClean="0"/>
              <a:t>người</a:t>
            </a:r>
            <a:r>
              <a:rPr lang="en-US" sz="1600" i="1" dirty="0" smtClean="0"/>
              <a:t> </a:t>
            </a:r>
            <a:r>
              <a:rPr lang="en-US" sz="1600" i="1" dirty="0" err="1" smtClean="0"/>
              <a:t>khiếm</a:t>
            </a:r>
            <a:r>
              <a:rPr lang="en-US" sz="1600" i="1" dirty="0" smtClean="0"/>
              <a:t> </a:t>
            </a:r>
            <a:r>
              <a:rPr lang="en-US" sz="1600" i="1" dirty="0" err="1" smtClean="0"/>
              <a:t>thị</a:t>
            </a:r>
            <a:r>
              <a:rPr lang="en-US" sz="1600" i="1" dirty="0"/>
              <a:t>)</a:t>
            </a:r>
            <a:r>
              <a:rPr lang="en-US" i="1" dirty="0" smtClean="0"/>
              <a:t>; </a:t>
            </a:r>
            <a:r>
              <a:rPr lang="en-US" i="1" dirty="0" smtClean="0"/>
              <a:t>Airline pilots must receive at least 8 continuous hours of rest in every 24-hour period….</a:t>
            </a:r>
          </a:p>
          <a:p>
            <a:pPr lvl="1"/>
            <a:r>
              <a:rPr lang="en-US" dirty="0" smtClean="0"/>
              <a:t>Industry standards</a:t>
            </a:r>
            <a:r>
              <a:rPr lang="en-US" i="1" dirty="0" smtClean="0"/>
              <a:t>:</a:t>
            </a:r>
            <a:r>
              <a:rPr lang="en-US" dirty="0" smtClean="0"/>
              <a:t> </a:t>
            </a:r>
            <a:r>
              <a:rPr lang="en-US" i="1" dirty="0" smtClean="0"/>
              <a:t>Web applications may not contain any HTML tags or attributes that are deprecated according to the HTML 5 standard.</a:t>
            </a:r>
            <a:endParaRPr lang="en-US" dirty="0" smtClean="0"/>
          </a:p>
        </p:txBody>
      </p:sp>
      <p:sp>
        <p:nvSpPr>
          <p:cNvPr id="2" name="Title 1"/>
          <p:cNvSpPr>
            <a:spLocks noGrp="1"/>
          </p:cNvSpPr>
          <p:nvPr>
            <p:ph type="title"/>
          </p:nvPr>
        </p:nvSpPr>
        <p:spPr>
          <a:xfrm>
            <a:off x="2819400" y="27105"/>
            <a:ext cx="6324600" cy="967601"/>
          </a:xfrm>
        </p:spPr>
        <p:txBody>
          <a:bodyPr>
            <a:normAutofit/>
          </a:bodyPr>
          <a:lstStyle/>
          <a:p>
            <a:r>
              <a:rPr lang="en-US" sz="3200" dirty="0"/>
              <a:t>A business rules </a:t>
            </a:r>
            <a:r>
              <a:rPr lang="en-US" sz="3200" dirty="0" smtClean="0"/>
              <a:t>taxonomy</a:t>
            </a:r>
            <a:endParaRPr lang="en-US" sz="3200" dirty="0"/>
          </a:p>
        </p:txBody>
      </p:sp>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652722718"/>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967601"/>
          </a:xfrm>
        </p:spPr>
        <p:txBody>
          <a:bodyPr>
            <a:normAutofit/>
          </a:bodyPr>
          <a:lstStyle/>
          <a:p>
            <a:r>
              <a:rPr lang="en-US" sz="3200" dirty="0"/>
              <a:t>A business rules </a:t>
            </a:r>
            <a:r>
              <a:rPr lang="en-US" sz="3200" dirty="0" smtClean="0"/>
              <a:t>taxonomy</a:t>
            </a:r>
            <a:endParaRPr lang="en-US" sz="3200" dirty="0"/>
          </a:p>
        </p:txBody>
      </p:sp>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
        <p:nvSpPr>
          <p:cNvPr id="3" name="Content Placeholder 2"/>
          <p:cNvSpPr>
            <a:spLocks noGrp="1"/>
          </p:cNvSpPr>
          <p:nvPr>
            <p:ph idx="1"/>
          </p:nvPr>
        </p:nvSpPr>
        <p:spPr>
          <a:xfrm>
            <a:off x="228600" y="5021705"/>
            <a:ext cx="2934325" cy="1150495"/>
          </a:xfrm>
        </p:spPr>
        <p:txBody>
          <a:bodyPr/>
          <a:lstStyle/>
          <a:p>
            <a:pPr marL="0" indent="0">
              <a:buNone/>
            </a:pPr>
            <a:r>
              <a:rPr lang="en-US" sz="1800" i="1" dirty="0"/>
              <a:t>Constraining business rules sometimes can be represented in a roles and permissions matrix.</a:t>
            </a:r>
            <a:endParaRPr lang="en-US" sz="1800" i="1" dirty="0"/>
          </a:p>
        </p:txBody>
      </p:sp>
      <p:pic>
        <p:nvPicPr>
          <p:cNvPr id="4" name="Picture 3"/>
          <p:cNvPicPr>
            <a:picLocks noChangeAspect="1"/>
          </p:cNvPicPr>
          <p:nvPr/>
        </p:nvPicPr>
        <p:blipFill>
          <a:blip r:embed="rId3"/>
          <a:stretch>
            <a:fillRect/>
          </a:stretch>
        </p:blipFill>
        <p:spPr>
          <a:xfrm>
            <a:off x="3383309" y="1129615"/>
            <a:ext cx="5586180" cy="5210859"/>
          </a:xfrm>
          <a:prstGeom prst="rect">
            <a:avLst/>
          </a:prstGeom>
        </p:spPr>
      </p:pic>
    </p:spTree>
    <p:extLst>
      <p:ext uri="{BB962C8B-B14F-4D97-AF65-F5344CB8AC3E}">
        <p14:creationId xmlns:p14="http://schemas.microsoft.com/office/powerpoint/2010/main" val="500177425"/>
      </p:ext>
    </p:extLst>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814" y="1109108"/>
            <a:ext cx="8623005" cy="5247242"/>
          </a:xfrm>
        </p:spPr>
        <p:txBody>
          <a:bodyPr>
            <a:normAutofit fontScale="85000" lnSpcReduction="20000"/>
          </a:bodyPr>
          <a:lstStyle/>
          <a:p>
            <a:r>
              <a:rPr lang="en-US" b="1" i="1" dirty="0" smtClean="0"/>
              <a:t>Action enablers: </a:t>
            </a:r>
            <a:r>
              <a:rPr lang="en-US" dirty="0" smtClean="0"/>
              <a:t>A rule that triggers some activity if specific conditions are true is an </a:t>
            </a:r>
            <a:r>
              <a:rPr lang="en-US" i="1" dirty="0" smtClean="0">
                <a:solidFill>
                  <a:srgbClr val="003399"/>
                </a:solidFill>
              </a:rPr>
              <a:t>action enabler</a:t>
            </a:r>
            <a:r>
              <a:rPr lang="en-US" dirty="0" smtClean="0"/>
              <a:t>. </a:t>
            </a:r>
            <a:r>
              <a:rPr lang="en-US" dirty="0" err="1" smtClean="0"/>
              <a:t>Exs</a:t>
            </a:r>
            <a:r>
              <a:rPr lang="en-US" dirty="0" smtClean="0"/>
              <a:t>:</a:t>
            </a:r>
          </a:p>
          <a:p>
            <a:pPr lvl="1"/>
            <a:r>
              <a:rPr lang="en-US" dirty="0" smtClean="0"/>
              <a:t>If the chemical stockroom has containers of a requested chemical in stock, then offer existing containers to the requester.</a:t>
            </a:r>
          </a:p>
          <a:p>
            <a:pPr lvl="1"/>
            <a:r>
              <a:rPr lang="en-US" dirty="0" smtClean="0"/>
              <a:t>If the expiration date for the chemical container has been reached, then notify the person who currently possesses that container.</a:t>
            </a:r>
          </a:p>
          <a:p>
            <a:pPr lvl="1"/>
            <a:r>
              <a:rPr lang="en-US" dirty="0" smtClean="0"/>
              <a:t>After a customer places a book into the shopping cart, display related books that other customers also bought when they bought this one. </a:t>
            </a:r>
            <a:r>
              <a:rPr lang="en-US" i="1" dirty="0" smtClean="0"/>
              <a:t>(enhance the commercial success).</a:t>
            </a:r>
          </a:p>
          <a:p>
            <a:r>
              <a:rPr lang="en-US" b="1" i="1" dirty="0" smtClean="0"/>
              <a:t>Inferences </a:t>
            </a:r>
            <a:r>
              <a:rPr lang="en-US" sz="1900" b="1" i="1" dirty="0" smtClean="0"/>
              <a:t>(</a:t>
            </a:r>
            <a:r>
              <a:rPr lang="en-US" sz="1900" b="1" i="1" dirty="0" err="1" smtClean="0"/>
              <a:t>sự</a:t>
            </a:r>
            <a:r>
              <a:rPr lang="en-US" sz="1900" b="1" i="1" dirty="0" smtClean="0"/>
              <a:t> </a:t>
            </a:r>
            <a:r>
              <a:rPr lang="en-US" sz="1900" b="1" i="1" dirty="0" err="1" smtClean="0"/>
              <a:t>luận</a:t>
            </a:r>
            <a:r>
              <a:rPr lang="en-US" sz="1900" b="1" i="1" dirty="0" smtClean="0"/>
              <a:t> </a:t>
            </a:r>
            <a:r>
              <a:rPr lang="en-US" sz="1900" b="1" i="1" dirty="0" err="1" smtClean="0"/>
              <a:t>ra</a:t>
            </a:r>
            <a:r>
              <a:rPr lang="en-US" sz="1900" b="1" i="1" dirty="0" smtClean="0"/>
              <a:t>)</a:t>
            </a:r>
            <a:r>
              <a:rPr lang="en-US" i="1" dirty="0" smtClean="0"/>
              <a:t>:</a:t>
            </a:r>
            <a:r>
              <a:rPr lang="en-US" dirty="0" smtClean="0"/>
              <a:t> </a:t>
            </a:r>
            <a:r>
              <a:rPr lang="en-US" dirty="0" smtClean="0"/>
              <a:t>Sometime called </a:t>
            </a:r>
            <a:r>
              <a:rPr lang="en-US" i="1" dirty="0" smtClean="0">
                <a:solidFill>
                  <a:srgbClr val="003399"/>
                </a:solidFill>
              </a:rPr>
              <a:t>inferred knowledge</a:t>
            </a:r>
            <a:r>
              <a:rPr lang="en-US" i="1" dirty="0" smtClean="0"/>
              <a:t>,</a:t>
            </a:r>
            <a:r>
              <a:rPr lang="en-US" dirty="0" smtClean="0"/>
              <a:t> or a </a:t>
            </a:r>
            <a:r>
              <a:rPr lang="en-US" i="1" dirty="0" smtClean="0">
                <a:solidFill>
                  <a:srgbClr val="003399"/>
                </a:solidFill>
              </a:rPr>
              <a:t>derived fact</a:t>
            </a:r>
            <a:r>
              <a:rPr lang="en-US" i="1" dirty="0" smtClean="0"/>
              <a:t>,</a:t>
            </a:r>
            <a:r>
              <a:rPr lang="en-US" dirty="0" smtClean="0"/>
              <a:t> an </a:t>
            </a:r>
            <a:r>
              <a:rPr lang="en-US" i="1" dirty="0" smtClean="0"/>
              <a:t>inference </a:t>
            </a:r>
            <a:r>
              <a:rPr lang="en-US" dirty="0" smtClean="0"/>
              <a:t>creates a new fact from other facts. Inferences are written in the “if/then” pattern also, but the “then” clause simply provides a piece of knowledge, not an action to be taken. </a:t>
            </a:r>
            <a:r>
              <a:rPr lang="en-US" dirty="0" err="1" smtClean="0"/>
              <a:t>Exs</a:t>
            </a:r>
            <a:r>
              <a:rPr lang="en-US" dirty="0" smtClean="0"/>
              <a:t>:</a:t>
            </a:r>
          </a:p>
          <a:p>
            <a:pPr lvl="1"/>
            <a:r>
              <a:rPr lang="en-US" dirty="0" smtClean="0"/>
              <a:t>If payment is not received within 30 calendar days after it is due, then the account is </a:t>
            </a:r>
            <a:r>
              <a:rPr lang="en-US" dirty="0" smtClean="0"/>
              <a:t>delinquent </a:t>
            </a:r>
            <a:r>
              <a:rPr lang="en-US" sz="1600" dirty="0" smtClean="0"/>
              <a:t>(</a:t>
            </a:r>
            <a:r>
              <a:rPr lang="en-US" sz="1600" dirty="0" err="1" smtClean="0"/>
              <a:t>xem</a:t>
            </a:r>
            <a:r>
              <a:rPr lang="en-US" sz="1600" dirty="0" smtClean="0"/>
              <a:t> </a:t>
            </a:r>
            <a:r>
              <a:rPr lang="en-US" sz="1600" dirty="0" err="1" smtClean="0"/>
              <a:t>như</a:t>
            </a:r>
            <a:r>
              <a:rPr lang="en-US" sz="1600" dirty="0" smtClean="0"/>
              <a:t> </a:t>
            </a:r>
            <a:r>
              <a:rPr lang="en-US" sz="1600" dirty="0" err="1" smtClean="0"/>
              <a:t>ko</a:t>
            </a:r>
            <a:r>
              <a:rPr lang="en-US" sz="1600" dirty="0" smtClean="0"/>
              <a:t> </a:t>
            </a:r>
            <a:r>
              <a:rPr lang="en-US" sz="1600" dirty="0" err="1" smtClean="0"/>
              <a:t>trả</a:t>
            </a:r>
            <a:r>
              <a:rPr lang="en-US" sz="1600" dirty="0" smtClean="0"/>
              <a:t> </a:t>
            </a:r>
            <a:r>
              <a:rPr lang="en-US" sz="1600" dirty="0" err="1" smtClean="0"/>
              <a:t>đúng</a:t>
            </a:r>
            <a:r>
              <a:rPr lang="en-US" sz="1600" dirty="0" smtClean="0"/>
              <a:t> </a:t>
            </a:r>
            <a:r>
              <a:rPr lang="en-US" sz="1600" dirty="0" err="1" smtClean="0"/>
              <a:t>kỳ</a:t>
            </a:r>
            <a:r>
              <a:rPr lang="en-US" sz="1600" dirty="0" smtClean="0"/>
              <a:t> </a:t>
            </a:r>
            <a:r>
              <a:rPr lang="en-US" sz="1600" dirty="0" err="1" smtClean="0"/>
              <a:t>hạn</a:t>
            </a:r>
            <a:r>
              <a:rPr lang="en-US" sz="1600" dirty="0" smtClean="0"/>
              <a:t>)</a:t>
            </a:r>
            <a:r>
              <a:rPr lang="en-US" dirty="0" smtClean="0"/>
              <a:t>.</a:t>
            </a:r>
            <a:endParaRPr lang="en-US" dirty="0" smtClean="0"/>
          </a:p>
          <a:p>
            <a:pPr lvl="1"/>
            <a:r>
              <a:rPr lang="en-US" dirty="0" smtClean="0"/>
              <a:t>If the vendor cannot ship an ordered item within 5 days of receiving the order, then the item is considered back-ordered.</a:t>
            </a:r>
          </a:p>
        </p:txBody>
      </p:sp>
      <p:sp>
        <p:nvSpPr>
          <p:cNvPr id="2" name="Title 1"/>
          <p:cNvSpPr>
            <a:spLocks noGrp="1"/>
          </p:cNvSpPr>
          <p:nvPr>
            <p:ph type="title"/>
          </p:nvPr>
        </p:nvSpPr>
        <p:spPr>
          <a:xfrm>
            <a:off x="2819400" y="27105"/>
            <a:ext cx="6324600" cy="967601"/>
          </a:xfrm>
        </p:spPr>
        <p:txBody>
          <a:bodyPr>
            <a:normAutofit/>
          </a:bodyPr>
          <a:lstStyle/>
          <a:p>
            <a:r>
              <a:rPr lang="en-US" sz="3200" dirty="0"/>
              <a:t>A business rules </a:t>
            </a:r>
            <a:r>
              <a:rPr lang="en-US" sz="3200" dirty="0" smtClean="0"/>
              <a:t>taxonomy</a:t>
            </a:r>
            <a:endParaRPr lang="en-US" sz="3200" dirty="0"/>
          </a:p>
        </p:txBody>
      </p:sp>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1110930546"/>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814" y="1109108"/>
            <a:ext cx="8623005" cy="2867469"/>
          </a:xfrm>
        </p:spPr>
        <p:txBody>
          <a:bodyPr>
            <a:normAutofit fontScale="85000" lnSpcReduction="10000"/>
          </a:bodyPr>
          <a:lstStyle/>
          <a:p>
            <a:r>
              <a:rPr lang="en-US" b="1" i="1" dirty="0" smtClean="0"/>
              <a:t>Computations: </a:t>
            </a:r>
            <a:r>
              <a:rPr lang="en-US" dirty="0" smtClean="0"/>
              <a:t>transform existing data into new data by using specific mathematical formulas or algorithms. Many computations follow rules that are external to the enterprise, such as income tax withholding formulas </a:t>
            </a:r>
            <a:r>
              <a:rPr lang="en-US" sz="1900" dirty="0" smtClean="0"/>
              <a:t>(</a:t>
            </a:r>
            <a:r>
              <a:rPr lang="en-US" sz="1900" dirty="0" err="1" smtClean="0"/>
              <a:t>tạm</a:t>
            </a:r>
            <a:r>
              <a:rPr lang="en-US" sz="1900" dirty="0" smtClean="0"/>
              <a:t> </a:t>
            </a:r>
            <a:r>
              <a:rPr lang="en-US" sz="1900" dirty="0" err="1" smtClean="0"/>
              <a:t>giữ</a:t>
            </a:r>
            <a:r>
              <a:rPr lang="en-US" sz="1900" dirty="0" smtClean="0"/>
              <a:t> </a:t>
            </a:r>
            <a:r>
              <a:rPr lang="en-US" sz="1900" dirty="0" err="1" smtClean="0"/>
              <a:t>thuế</a:t>
            </a:r>
            <a:r>
              <a:rPr lang="en-US" sz="1900" dirty="0" smtClean="0"/>
              <a:t> TNCN)</a:t>
            </a:r>
            <a:r>
              <a:rPr lang="en-US" dirty="0" smtClean="0"/>
              <a:t>. </a:t>
            </a:r>
            <a:r>
              <a:rPr lang="en-US" dirty="0" err="1" smtClean="0"/>
              <a:t>Exs</a:t>
            </a:r>
            <a:r>
              <a:rPr lang="en-US" dirty="0" smtClean="0"/>
              <a:t>:</a:t>
            </a:r>
          </a:p>
          <a:p>
            <a:pPr lvl="1"/>
            <a:r>
              <a:rPr lang="en-US" dirty="0" smtClean="0"/>
              <a:t>The domestic ground shipping charge for an order that weighs more than two pounds is $4.75 plus 12 cents per ounce or fraction thereof.</a:t>
            </a:r>
          </a:p>
          <a:p>
            <a:pPr lvl="1"/>
            <a:r>
              <a:rPr lang="en-US" dirty="0" smtClean="0"/>
              <a:t>The unit price is reduced by 10% for orders of 6-10 units, by 20% for orders of 11-20 units, and 30% for orders of more than 20 units.</a:t>
            </a:r>
          </a:p>
        </p:txBody>
      </p:sp>
      <p:sp>
        <p:nvSpPr>
          <p:cNvPr id="2" name="Title 1"/>
          <p:cNvSpPr>
            <a:spLocks noGrp="1"/>
          </p:cNvSpPr>
          <p:nvPr>
            <p:ph type="title"/>
          </p:nvPr>
        </p:nvSpPr>
        <p:spPr>
          <a:xfrm>
            <a:off x="2819400" y="27105"/>
            <a:ext cx="6324600" cy="967601"/>
          </a:xfrm>
        </p:spPr>
        <p:txBody>
          <a:bodyPr>
            <a:normAutofit/>
          </a:bodyPr>
          <a:lstStyle/>
          <a:p>
            <a:r>
              <a:rPr lang="en-US" sz="3200" dirty="0"/>
              <a:t>A business rules </a:t>
            </a:r>
            <a:r>
              <a:rPr lang="en-US" sz="3200" dirty="0" smtClean="0"/>
              <a:t>taxonomy</a:t>
            </a:r>
            <a:endParaRPr lang="en-US" sz="3200" dirty="0"/>
          </a:p>
        </p:txBody>
      </p:sp>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pic>
        <p:nvPicPr>
          <p:cNvPr id="7" name="Picture 6"/>
          <p:cNvPicPr>
            <a:picLocks noChangeAspect="1"/>
          </p:cNvPicPr>
          <p:nvPr/>
        </p:nvPicPr>
        <p:blipFill>
          <a:blip r:embed="rId3"/>
          <a:stretch>
            <a:fillRect/>
          </a:stretch>
        </p:blipFill>
        <p:spPr>
          <a:xfrm>
            <a:off x="3072985" y="3903826"/>
            <a:ext cx="6071016" cy="2406669"/>
          </a:xfrm>
          <a:prstGeom prst="rect">
            <a:avLst/>
          </a:prstGeom>
        </p:spPr>
      </p:pic>
    </p:spTree>
    <p:extLst>
      <p:ext uri="{BB962C8B-B14F-4D97-AF65-F5344CB8AC3E}">
        <p14:creationId xmlns:p14="http://schemas.microsoft.com/office/powerpoint/2010/main" val="364714672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814" y="1109109"/>
            <a:ext cx="8623005" cy="1846742"/>
          </a:xfrm>
        </p:spPr>
        <p:txBody>
          <a:bodyPr>
            <a:normAutofit fontScale="92500" lnSpcReduction="20000"/>
          </a:bodyPr>
          <a:lstStyle/>
          <a:p>
            <a:r>
              <a:rPr lang="en-US" dirty="0" smtClean="0"/>
              <a:t>The composite biz rules can be hard to understand and maintain. It’s better to write your biz rules at the atomic level. This keep your rules short and simple. It also facilitates reusing the rules, modifying them, and combining them in various ways.</a:t>
            </a:r>
          </a:p>
        </p:txBody>
      </p:sp>
      <p:sp>
        <p:nvSpPr>
          <p:cNvPr id="2" name="Title 1"/>
          <p:cNvSpPr>
            <a:spLocks noGrp="1"/>
          </p:cNvSpPr>
          <p:nvPr>
            <p:ph type="title"/>
          </p:nvPr>
        </p:nvSpPr>
        <p:spPr>
          <a:xfrm>
            <a:off x="2819400" y="27105"/>
            <a:ext cx="6324600" cy="967601"/>
          </a:xfrm>
        </p:spPr>
        <p:txBody>
          <a:bodyPr>
            <a:normAutofit/>
          </a:bodyPr>
          <a:lstStyle/>
          <a:p>
            <a:r>
              <a:rPr lang="en-US" sz="3200" dirty="0" smtClean="0"/>
              <a:t>Atomic business rules</a:t>
            </a:r>
            <a:endParaRPr lang="en-US" sz="3200" dirty="0"/>
          </a:p>
        </p:txBody>
      </p:sp>
      <p:sp>
        <p:nvSpPr>
          <p:cNvPr id="5" name="Footer Placeholder 4"/>
          <p:cNvSpPr>
            <a:spLocks noGrp="1"/>
          </p:cNvSpPr>
          <p:nvPr>
            <p:ph type="ftr" sz="quarter" idx="10"/>
          </p:nvPr>
        </p:nvSpPr>
        <p:spPr/>
        <p:txBody>
          <a:bodyPr/>
          <a:lstStyle/>
          <a:p>
            <a:pPr>
              <a:defRPr/>
            </a:pPr>
            <a:r>
              <a:rPr lang="en-US" smtClean="0"/>
              <a:t>Chapter 9: Playing by the rules</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pic>
        <p:nvPicPr>
          <p:cNvPr id="4" name="Picture 3"/>
          <p:cNvPicPr>
            <a:picLocks noChangeAspect="1"/>
          </p:cNvPicPr>
          <p:nvPr/>
        </p:nvPicPr>
        <p:blipFill>
          <a:blip r:embed="rId3"/>
          <a:stretch>
            <a:fillRect/>
          </a:stretch>
        </p:blipFill>
        <p:spPr>
          <a:xfrm>
            <a:off x="626297" y="3070254"/>
            <a:ext cx="8136703" cy="3031003"/>
          </a:xfrm>
          <a:prstGeom prst="rect">
            <a:avLst/>
          </a:prstGeom>
        </p:spPr>
      </p:pic>
    </p:spTree>
    <p:extLst>
      <p:ext uri="{BB962C8B-B14F-4D97-AF65-F5344CB8AC3E}">
        <p14:creationId xmlns:p14="http://schemas.microsoft.com/office/powerpoint/2010/main" val="2968692569"/>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Documenting business rules</a:t>
            </a:r>
          </a:p>
        </p:txBody>
      </p:sp>
      <p:pic>
        <p:nvPicPr>
          <p:cNvPr id="4" name="Picture 3"/>
          <p:cNvPicPr>
            <a:picLocks noChangeAspect="1"/>
          </p:cNvPicPr>
          <p:nvPr/>
        </p:nvPicPr>
        <p:blipFill>
          <a:blip r:embed="rId2"/>
          <a:stretch>
            <a:fillRect/>
          </a:stretch>
        </p:blipFill>
        <p:spPr>
          <a:xfrm>
            <a:off x="550904" y="3457575"/>
            <a:ext cx="7699171" cy="2882900"/>
          </a:xfrm>
          <a:prstGeom prst="rect">
            <a:avLst/>
          </a:prstGeom>
        </p:spPr>
      </p:pic>
      <p:sp>
        <p:nvSpPr>
          <p:cNvPr id="3" name="Footer Placeholder 2"/>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
        <p:nvSpPr>
          <p:cNvPr id="6" name="Content Placeholder 2"/>
          <p:cNvSpPr>
            <a:spLocks noGrp="1"/>
          </p:cNvSpPr>
          <p:nvPr>
            <p:ph idx="1"/>
          </p:nvPr>
        </p:nvSpPr>
        <p:spPr>
          <a:xfrm>
            <a:off x="265814" y="1109108"/>
            <a:ext cx="8623005" cy="2332591"/>
          </a:xfrm>
        </p:spPr>
        <p:txBody>
          <a:bodyPr>
            <a:normAutofit fontScale="85000" lnSpcReduction="20000"/>
          </a:bodyPr>
          <a:lstStyle/>
          <a:p>
            <a:r>
              <a:rPr lang="en-US" dirty="0" smtClean="0"/>
              <a:t>Because biz rules can influence multiple applications, organizations should manage their rules as enterprise-level assets. A simple biz rules catalog is necessary.</a:t>
            </a:r>
          </a:p>
          <a:p>
            <a:r>
              <a:rPr lang="en-US" dirty="0" smtClean="0"/>
              <a:t>If you’re using a requirements management tool, you can store biz rules as a requirements type, provided they are accessible to all of your SW projects.</a:t>
            </a:r>
          </a:p>
          <a:p>
            <a:r>
              <a:rPr lang="en-US" dirty="0" smtClean="0"/>
              <a:t>Large organizations should establish a database of biz rules.</a:t>
            </a:r>
          </a:p>
        </p:txBody>
      </p:sp>
    </p:spTree>
    <p:extLst>
      <p:ext uri="{BB962C8B-B14F-4D97-AF65-F5344CB8AC3E}">
        <p14:creationId xmlns:p14="http://schemas.microsoft.com/office/powerpoint/2010/main" val="1797929035"/>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592" y="1028701"/>
            <a:ext cx="8835656" cy="5233876"/>
          </a:xfrm>
        </p:spPr>
        <p:txBody>
          <a:bodyPr>
            <a:normAutofit/>
          </a:bodyPr>
          <a:lstStyle/>
          <a:p>
            <a:pPr marL="0" indent="0">
              <a:buNone/>
            </a:pPr>
            <a:r>
              <a:rPr lang="en-US" dirty="0" smtClean="0"/>
              <a:t>There are some ways to look for biz rules:</a:t>
            </a:r>
          </a:p>
          <a:p>
            <a:pPr>
              <a:spcBef>
                <a:spcPts val="1200"/>
              </a:spcBef>
            </a:pPr>
            <a:r>
              <a:rPr lang="en-US" sz="2400" dirty="0" smtClean="0"/>
              <a:t>“</a:t>
            </a:r>
            <a:r>
              <a:rPr lang="en-US" sz="2400" dirty="0"/>
              <a:t>Common knowledge” from the organization, often collected from individuals who have worked with the business for a long time and know the details of how it operates.</a:t>
            </a:r>
          </a:p>
          <a:p>
            <a:pPr>
              <a:spcBef>
                <a:spcPts val="1200"/>
              </a:spcBef>
            </a:pPr>
            <a:r>
              <a:rPr lang="en-US" sz="2400" dirty="0"/>
              <a:t>Legacy </a:t>
            </a:r>
            <a:r>
              <a:rPr lang="en-US" sz="2400" dirty="0" smtClean="0"/>
              <a:t>systems</a:t>
            </a:r>
            <a:r>
              <a:rPr lang="en-US" sz="1600" dirty="0" smtClean="0"/>
              <a:t> (</a:t>
            </a:r>
            <a:r>
              <a:rPr lang="en-US" sz="1600" dirty="0" err="1" smtClean="0"/>
              <a:t>hệ</a:t>
            </a:r>
            <a:r>
              <a:rPr lang="en-US" sz="1600" dirty="0" smtClean="0"/>
              <a:t> </a:t>
            </a:r>
            <a:r>
              <a:rPr lang="en-US" sz="1600" dirty="0" err="1" smtClean="0"/>
              <a:t>thống</a:t>
            </a:r>
            <a:r>
              <a:rPr lang="en-US" sz="1600" dirty="0" smtClean="0"/>
              <a:t> kế </a:t>
            </a:r>
            <a:r>
              <a:rPr lang="en-US" sz="1600" dirty="0" err="1" smtClean="0"/>
              <a:t>thừa</a:t>
            </a:r>
            <a:r>
              <a:rPr lang="en-US" sz="1600" dirty="0" smtClean="0"/>
              <a:t>)</a:t>
            </a:r>
            <a:r>
              <a:rPr lang="en-US" sz="2400" dirty="0" smtClean="0"/>
              <a:t> </a:t>
            </a:r>
            <a:r>
              <a:rPr lang="en-US" sz="2400" dirty="0"/>
              <a:t>that embed business rules in their requirements and code. This requires  reverse-engineering the rationale behind the requirements or code to understand the  </a:t>
            </a:r>
            <a:r>
              <a:rPr lang="en-US" sz="2400" dirty="0" smtClean="0"/>
              <a:t>pertinent </a:t>
            </a:r>
            <a:r>
              <a:rPr lang="en-US" sz="1600" dirty="0" smtClean="0"/>
              <a:t>(</a:t>
            </a:r>
            <a:r>
              <a:rPr lang="en-US" sz="1600" dirty="0" err="1" smtClean="0"/>
              <a:t>thích</a:t>
            </a:r>
            <a:r>
              <a:rPr lang="en-US" sz="1600" dirty="0" smtClean="0"/>
              <a:t> </a:t>
            </a:r>
            <a:r>
              <a:rPr lang="en-US" sz="1600" dirty="0" err="1" smtClean="0"/>
              <a:t>hợp</a:t>
            </a:r>
            <a:r>
              <a:rPr lang="en-US" sz="1600" dirty="0" smtClean="0"/>
              <a:t>)</a:t>
            </a:r>
            <a:r>
              <a:rPr lang="en-US" sz="2400" dirty="0" smtClean="0"/>
              <a:t> rules. </a:t>
            </a:r>
            <a:r>
              <a:rPr lang="en-US" sz="2400" dirty="0"/>
              <a:t>This sometimes yields incomplete knowledge about the business rules. </a:t>
            </a:r>
          </a:p>
          <a:p>
            <a:pPr>
              <a:spcBef>
                <a:spcPts val="1200"/>
              </a:spcBef>
            </a:pPr>
            <a:r>
              <a:rPr lang="en-US" sz="2400" dirty="0"/>
              <a:t>Business process modeling, which leads the analyst to look for rules that can affect each  process step: constraints, triggering events, computational rules, and relevant facts. </a:t>
            </a:r>
          </a:p>
        </p:txBody>
      </p:sp>
      <p:sp>
        <p:nvSpPr>
          <p:cNvPr id="2" name="Title 1"/>
          <p:cNvSpPr>
            <a:spLocks noGrp="1"/>
          </p:cNvSpPr>
          <p:nvPr>
            <p:ph type="title"/>
          </p:nvPr>
        </p:nvSpPr>
        <p:spPr>
          <a:xfrm>
            <a:off x="3477126" y="0"/>
            <a:ext cx="5666874" cy="1028700"/>
          </a:xfrm>
        </p:spPr>
        <p:txBody>
          <a:bodyPr>
            <a:normAutofit/>
          </a:bodyPr>
          <a:lstStyle/>
          <a:p>
            <a:r>
              <a:rPr lang="en-US" sz="3200" dirty="0"/>
              <a:t>Discovering business rules</a:t>
            </a:r>
          </a:p>
        </p:txBody>
      </p:sp>
      <p:sp>
        <p:nvSpPr>
          <p:cNvPr id="4" name="Footer Placeholder 3"/>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1464304684"/>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7126" y="0"/>
            <a:ext cx="5666874" cy="1028700"/>
          </a:xfrm>
        </p:spPr>
        <p:txBody>
          <a:bodyPr>
            <a:normAutofit/>
          </a:bodyPr>
          <a:lstStyle/>
          <a:p>
            <a:r>
              <a:rPr lang="en-US" sz="3200" dirty="0"/>
              <a:t>Discovering business rules</a:t>
            </a:r>
          </a:p>
        </p:txBody>
      </p:sp>
      <p:sp>
        <p:nvSpPr>
          <p:cNvPr id="4" name="Footer Placeholder 3"/>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
        <p:nvSpPr>
          <p:cNvPr id="3" name="Content Placeholder 2"/>
          <p:cNvSpPr>
            <a:spLocks noGrp="1"/>
          </p:cNvSpPr>
          <p:nvPr>
            <p:ph idx="1"/>
          </p:nvPr>
        </p:nvSpPr>
        <p:spPr>
          <a:xfrm>
            <a:off x="127591" y="1028700"/>
            <a:ext cx="8635409" cy="5311775"/>
          </a:xfrm>
        </p:spPr>
        <p:txBody>
          <a:bodyPr>
            <a:noAutofit/>
          </a:bodyPr>
          <a:lstStyle/>
          <a:p>
            <a:pPr>
              <a:spcBef>
                <a:spcPts val="1200"/>
              </a:spcBef>
            </a:pPr>
            <a:r>
              <a:rPr lang="en-US" dirty="0" smtClean="0"/>
              <a:t>Analysis </a:t>
            </a:r>
            <a:r>
              <a:rPr lang="en-US" dirty="0"/>
              <a:t>of existing documentation, including requirements specifications from earlier projects, regulations, industry standards, corporate policy documents, contracts, and business plans.</a:t>
            </a:r>
          </a:p>
          <a:p>
            <a:pPr>
              <a:spcBef>
                <a:spcPts val="1200"/>
              </a:spcBef>
            </a:pPr>
            <a:r>
              <a:rPr lang="en-US" dirty="0"/>
              <a:t> Analysis of data, such as the various states that a data object can have and the conditions  under which a user or a system event can change the object’s state. </a:t>
            </a:r>
          </a:p>
          <a:p>
            <a:pPr>
              <a:spcBef>
                <a:spcPts val="1200"/>
              </a:spcBef>
            </a:pPr>
            <a:r>
              <a:rPr lang="en-US" dirty="0"/>
              <a:t>Compliance departments in companies building systems subject to regulation. </a:t>
            </a:r>
          </a:p>
        </p:txBody>
      </p:sp>
    </p:spTree>
    <p:extLst>
      <p:ext uri="{BB962C8B-B14F-4D97-AF65-F5344CB8AC3E}">
        <p14:creationId xmlns:p14="http://schemas.microsoft.com/office/powerpoint/2010/main" val="2304038648"/>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Discovering business </a:t>
            </a:r>
            <a:r>
              <a:rPr lang="en-US" sz="3200" dirty="0" smtClean="0"/>
              <a:t>rules</a:t>
            </a:r>
            <a:endParaRPr lang="en-US" sz="3200" dirty="0"/>
          </a:p>
        </p:txBody>
      </p:sp>
      <p:pic>
        <p:nvPicPr>
          <p:cNvPr id="4" name="Picture 3"/>
          <p:cNvPicPr>
            <a:picLocks noChangeAspect="1"/>
          </p:cNvPicPr>
          <p:nvPr/>
        </p:nvPicPr>
        <p:blipFill>
          <a:blip r:embed="rId2"/>
          <a:stretch>
            <a:fillRect/>
          </a:stretch>
        </p:blipFill>
        <p:spPr>
          <a:xfrm>
            <a:off x="662272" y="1116419"/>
            <a:ext cx="7515052" cy="5224056"/>
          </a:xfrm>
          <a:prstGeom prst="rect">
            <a:avLst/>
          </a:prstGeom>
        </p:spPr>
      </p:pic>
      <p:sp>
        <p:nvSpPr>
          <p:cNvPr id="3" name="Footer Placeholder 2"/>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1231846932"/>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After identifying and documenting business rules, determine which ones must be implemented in the software</a:t>
            </a:r>
            <a:r>
              <a:rPr lang="en-US" dirty="0" smtClean="0"/>
              <a:t>.</a:t>
            </a:r>
          </a:p>
          <a:p>
            <a:r>
              <a:rPr lang="en-US" dirty="0" smtClean="0"/>
              <a:t>Business </a:t>
            </a:r>
            <a:r>
              <a:rPr lang="en-US" dirty="0"/>
              <a:t>rules and their corresponding functional requirements sometimes look a lot alike. However, the rules are external statements of policy that must be enforced in software, thereby  driving system functionality. </a:t>
            </a:r>
            <a:endParaRPr lang="en-US" dirty="0" smtClean="0"/>
          </a:p>
          <a:p>
            <a:r>
              <a:rPr lang="en-US" dirty="0" smtClean="0"/>
              <a:t>Every </a:t>
            </a:r>
            <a:r>
              <a:rPr lang="en-US" dirty="0"/>
              <a:t>BA must decide which rules pertain to </a:t>
            </a:r>
            <a:r>
              <a:rPr lang="en-US" sz="1800" dirty="0" smtClean="0"/>
              <a:t>(</a:t>
            </a:r>
            <a:r>
              <a:rPr lang="en-US" sz="1800" dirty="0" err="1" smtClean="0"/>
              <a:t>liên</a:t>
            </a:r>
            <a:r>
              <a:rPr lang="en-US" sz="1800" dirty="0" smtClean="0"/>
              <a:t> </a:t>
            </a:r>
            <a:r>
              <a:rPr lang="en-US" sz="1800" dirty="0" err="1" smtClean="0"/>
              <a:t>quan</a:t>
            </a:r>
            <a:r>
              <a:rPr lang="en-US" sz="1800" dirty="0" smtClean="0"/>
              <a:t> </a:t>
            </a:r>
            <a:r>
              <a:rPr lang="en-US" sz="1800" dirty="0" err="1" smtClean="0"/>
              <a:t>tới</a:t>
            </a:r>
            <a:r>
              <a:rPr lang="en-US" sz="1800" dirty="0" smtClean="0"/>
              <a:t>) </a:t>
            </a:r>
            <a:r>
              <a:rPr lang="en-US" dirty="0" smtClean="0"/>
              <a:t>his </a:t>
            </a:r>
            <a:r>
              <a:rPr lang="en-US" dirty="0"/>
              <a:t>application, which ones must be enforced in the software, and how to enforce </a:t>
            </a:r>
            <a:r>
              <a:rPr lang="en-US" dirty="0" smtClean="0"/>
              <a:t>them.</a:t>
            </a:r>
            <a:endParaRPr lang="en-US" dirty="0"/>
          </a:p>
        </p:txBody>
      </p:sp>
      <p:sp>
        <p:nvSpPr>
          <p:cNvPr id="2" name="Title 1"/>
          <p:cNvSpPr>
            <a:spLocks noGrp="1"/>
          </p:cNvSpPr>
          <p:nvPr>
            <p:ph type="title"/>
          </p:nvPr>
        </p:nvSpPr>
        <p:spPr/>
        <p:txBody>
          <a:bodyPr>
            <a:normAutofit/>
          </a:bodyPr>
          <a:lstStyle/>
          <a:p>
            <a:r>
              <a:rPr lang="en-US" sz="3200" dirty="0"/>
              <a:t>Business rules and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3954692958"/>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488" y="1062659"/>
            <a:ext cx="8910084" cy="5277815"/>
          </a:xfrm>
        </p:spPr>
        <p:txBody>
          <a:bodyPr>
            <a:normAutofit fontScale="85000" lnSpcReduction="20000"/>
          </a:bodyPr>
          <a:lstStyle/>
          <a:p>
            <a:r>
              <a:rPr lang="en-US" dirty="0"/>
              <a:t>To prevent redundancy, don’t duplicate rules from your business rules catalog in the requirements documentation. </a:t>
            </a:r>
            <a:endParaRPr lang="en-US" dirty="0" smtClean="0"/>
          </a:p>
          <a:p>
            <a:r>
              <a:rPr lang="en-US" dirty="0" smtClean="0"/>
              <a:t>Instead</a:t>
            </a:r>
            <a:r>
              <a:rPr lang="en-US" dirty="0"/>
              <a:t>, refer back to specific rules as being the source of certain functionality or algorithms. </a:t>
            </a:r>
            <a:endParaRPr lang="en-US" dirty="0" smtClean="0"/>
          </a:p>
          <a:p>
            <a:r>
              <a:rPr lang="en-US" dirty="0" smtClean="0"/>
              <a:t>You </a:t>
            </a:r>
            <a:r>
              <a:rPr lang="en-US" dirty="0"/>
              <a:t>can define the links between a functional requirement and its parent business rules in several </a:t>
            </a:r>
            <a:r>
              <a:rPr lang="en-US" dirty="0" smtClean="0"/>
              <a:t>ways-</a:t>
            </a:r>
          </a:p>
          <a:p>
            <a:pPr lvl="1"/>
            <a:r>
              <a:rPr lang="en-US" dirty="0"/>
              <a:t>If you are using a requirements management tool, create a requirement attribute called “Origin” and indicate the rules as being the origin of derived functional requirements</a:t>
            </a:r>
            <a:r>
              <a:rPr lang="en-US" dirty="0" smtClean="0"/>
              <a:t>.</a:t>
            </a:r>
          </a:p>
          <a:p>
            <a:pPr lvl="1"/>
            <a:r>
              <a:rPr lang="en-US" dirty="0" smtClean="0"/>
              <a:t>Define </a:t>
            </a:r>
            <a:r>
              <a:rPr lang="en-US" dirty="0"/>
              <a:t>traceability links between functional requirements and the connected business rules in a requirements traceability matrix or a requirements mapping </a:t>
            </a:r>
            <a:r>
              <a:rPr lang="en-US" dirty="0" smtClean="0"/>
              <a:t>matrix.</a:t>
            </a:r>
          </a:p>
          <a:p>
            <a:pPr lvl="1"/>
            <a:r>
              <a:rPr lang="en-US" dirty="0" smtClean="0"/>
              <a:t>If </a:t>
            </a:r>
            <a:r>
              <a:rPr lang="en-US" dirty="0"/>
              <a:t>the business rules and requirements are stored in word processing or spreadsheet files, define hyperlinks from business rule ID references in the requirements back to the descriptions of the business rules stored elsewhere. Be aware that hyperlinks are prone to </a:t>
            </a:r>
            <a:r>
              <a:rPr lang="en-US" sz="1600" dirty="0" smtClean="0"/>
              <a:t>(</a:t>
            </a:r>
            <a:r>
              <a:rPr lang="en-US" sz="1600" dirty="0" err="1" smtClean="0"/>
              <a:t>dễ</a:t>
            </a:r>
            <a:r>
              <a:rPr lang="en-US" sz="1600" dirty="0" smtClean="0"/>
              <a:t>) </a:t>
            </a:r>
            <a:r>
              <a:rPr lang="en-US" dirty="0" smtClean="0"/>
              <a:t>breaking </a:t>
            </a:r>
            <a:r>
              <a:rPr lang="en-US" dirty="0"/>
              <a:t>if the location of the rules collection changes.</a:t>
            </a:r>
          </a:p>
        </p:txBody>
      </p:sp>
      <p:sp>
        <p:nvSpPr>
          <p:cNvPr id="2" name="Title 1"/>
          <p:cNvSpPr>
            <a:spLocks noGrp="1"/>
          </p:cNvSpPr>
          <p:nvPr>
            <p:ph type="title"/>
          </p:nvPr>
        </p:nvSpPr>
        <p:spPr/>
        <p:txBody>
          <a:bodyPr/>
          <a:lstStyle/>
          <a:p>
            <a:r>
              <a:rPr lang="en-US" sz="3200" dirty="0"/>
              <a:t>Tying everything together</a:t>
            </a:r>
          </a:p>
        </p:txBody>
      </p:sp>
      <p:sp>
        <p:nvSpPr>
          <p:cNvPr id="4" name="Footer Placeholder 3"/>
          <p:cNvSpPr>
            <a:spLocks noGrp="1"/>
          </p:cNvSpPr>
          <p:nvPr>
            <p:ph type="ftr" sz="quarter" idx="10"/>
          </p:nvPr>
        </p:nvSpPr>
        <p:spPr/>
        <p:txBody>
          <a:bodyPr/>
          <a:lstStyle/>
          <a:p>
            <a:pPr>
              <a:defRPr/>
            </a:pPr>
            <a:r>
              <a:rPr lang="en-US" smtClean="0"/>
              <a:t>Chapter 9: Playing by the rules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Tree>
    <p:extLst>
      <p:ext uri="{BB962C8B-B14F-4D97-AF65-F5344CB8AC3E}">
        <p14:creationId xmlns:p14="http://schemas.microsoft.com/office/powerpoint/2010/main" val="2251814554"/>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9</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85637578"/>
      </p:ext>
    </p:extLst>
  </p:cSld>
  <p:clrMapOvr>
    <a:masterClrMapping/>
  </p:clrMapOvr>
  <p:transition>
    <p:split orient="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196643789"/>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5182</TotalTime>
  <Words>2332</Words>
  <Application>Microsoft Office PowerPoint</Application>
  <PresentationFormat>On-screen Show (4:3)</PresentationFormat>
  <Paragraphs>186</Paragraphs>
  <Slides>20</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Tahoma</vt:lpstr>
      <vt:lpstr>Wingdings</vt:lpstr>
      <vt:lpstr>1_template</vt:lpstr>
      <vt:lpstr>CHAPTER 9 Playing by the rules</vt:lpstr>
      <vt:lpstr>Review chapter 8</vt:lpstr>
      <vt:lpstr>Objectives</vt:lpstr>
      <vt:lpstr>Contents</vt:lpstr>
      <vt:lpstr>Business rules overview</vt:lpstr>
      <vt:lpstr>Differences bw biz rules, biz processes, and biz requirements</vt:lpstr>
      <vt:lpstr>A business rules taxonomy</vt:lpstr>
      <vt:lpstr>A business rules taxonomy</vt:lpstr>
      <vt:lpstr>A business rules taxonomy</vt:lpstr>
      <vt:lpstr>A business rules taxonomy</vt:lpstr>
      <vt:lpstr>A business rules taxonomy</vt:lpstr>
      <vt:lpstr>Atomic business rules</vt:lpstr>
      <vt:lpstr>Documenting business rules</vt:lpstr>
      <vt:lpstr>Discovering business rules</vt:lpstr>
      <vt:lpstr>Discovering business rules</vt:lpstr>
      <vt:lpstr>Discovering business rules</vt:lpstr>
      <vt:lpstr>Business rules and requirements</vt:lpstr>
      <vt:lpstr>Tying everything together</vt:lpstr>
      <vt:lpstr>Review chapter 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Huynh Bay</cp:lastModifiedBy>
  <cp:revision>66</cp:revision>
  <dcterms:created xsi:type="dcterms:W3CDTF">2018-04-24T06:36:01Z</dcterms:created>
  <dcterms:modified xsi:type="dcterms:W3CDTF">2020-02-24T07:16:24Z</dcterms:modified>
</cp:coreProperties>
</file>