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58" r:id="rId1"/>
  </p:sldMasterIdLst>
  <p:notesMasterIdLst>
    <p:notesMasterId r:id="rId17"/>
  </p:notesMasterIdLst>
  <p:sldIdLst>
    <p:sldId id="275" r:id="rId2"/>
    <p:sldId id="299" r:id="rId3"/>
    <p:sldId id="276" r:id="rId4"/>
    <p:sldId id="277" r:id="rId5"/>
    <p:sldId id="278" r:id="rId6"/>
    <p:sldId id="279" r:id="rId7"/>
    <p:sldId id="280" r:id="rId8"/>
    <p:sldId id="300" r:id="rId9"/>
    <p:sldId id="301" r:id="rId10"/>
    <p:sldId id="281" r:id="rId11"/>
    <p:sldId id="282" r:id="rId12"/>
    <p:sldId id="302" r:id="rId13"/>
    <p:sldId id="283" r:id="rId14"/>
    <p:sldId id="303" r:id="rId15"/>
    <p:sldId id="29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89643" autoAdjust="0"/>
  </p:normalViewPr>
  <p:slideViewPr>
    <p:cSldViewPr snapToGrid="0">
      <p:cViewPr varScale="1">
        <p:scale>
          <a:sx n="65" d="100"/>
          <a:sy n="65" d="100"/>
        </p:scale>
        <p:origin x="15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20 – Agile projects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smtClean="0"/>
            <a:t>Agile dev. approach</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dirty="0" smtClean="0"/>
            <a:t>Waterfall model</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552219B0-29E3-4A6C-90E3-BE0B83069EBC}">
      <dgm:prSet phldrT="[Text]" custT="1"/>
      <dgm:spPr/>
      <dgm:t>
        <a:bodyPr/>
        <a:lstStyle/>
        <a:p>
          <a:r>
            <a:rPr lang="en-US" sz="1200" dirty="0" smtClean="0"/>
            <a:t>What is agile dev. approach</a:t>
          </a:r>
          <a:endParaRPr lang="en-US" sz="1200" dirty="0"/>
        </a:p>
      </dgm:t>
    </dgm:pt>
    <dgm:pt modelId="{D723B879-676C-4614-8859-D09DEFF2A3B3}" type="parTrans" cxnId="{81ECBBE0-B641-4AE9-A53F-16A71BDFB9C1}">
      <dgm:prSet/>
      <dgm:spPr/>
      <dgm:t>
        <a:bodyPr/>
        <a:lstStyle/>
        <a:p>
          <a:endParaRPr lang="en-US"/>
        </a:p>
      </dgm:t>
    </dgm:pt>
    <dgm:pt modelId="{3AAC379C-C229-429B-B8C5-9157680B919C}" type="sibTrans" cxnId="{81ECBBE0-B641-4AE9-A53F-16A71BDFB9C1}">
      <dgm:prSet/>
      <dgm:spPr/>
      <dgm:t>
        <a:bodyPr/>
        <a:lstStyle/>
        <a:p>
          <a:endParaRPr lang="en-US"/>
        </a:p>
      </dgm:t>
    </dgm:pt>
    <dgm:pt modelId="{1F903EBE-540A-403B-AE13-6A09126352BD}">
      <dgm:prSet phldrT="[Text]" custT="1"/>
      <dgm:spPr/>
      <dgm:t>
        <a:bodyPr/>
        <a:lstStyle/>
        <a:p>
          <a:r>
            <a:rPr lang="en-US" sz="1200" dirty="0" smtClean="0"/>
            <a:t>Essential aspects of agile dev. approach</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F142DEDA-3202-4A6E-A872-744A36211997}">
      <dgm:prSet phldrT="[Text]" custT="1"/>
      <dgm:spPr/>
      <dgm:t>
        <a:bodyPr/>
        <a:lstStyle/>
        <a:p>
          <a:r>
            <a:rPr lang="en-US" sz="1200" dirty="0" smtClean="0"/>
            <a:t>What is waterfall model?</a:t>
          </a:r>
          <a:endParaRPr lang="en-US" sz="1200" dirty="0"/>
        </a:p>
      </dgm:t>
    </dgm:pt>
    <dgm:pt modelId="{588037F0-0B1A-4D72-81EB-CAFA026AEFB7}" type="parTrans" cxnId="{EEDD1D35-51A4-4EFC-BEC5-0B8F238E57D2}">
      <dgm:prSet/>
      <dgm:spPr/>
      <dgm:t>
        <a:bodyPr/>
        <a:lstStyle/>
        <a:p>
          <a:endParaRPr lang="en-US"/>
        </a:p>
      </dgm:t>
    </dgm:pt>
    <dgm:pt modelId="{90D5C085-E7FD-409C-B728-A036C61691D1}" type="sibTrans" cxnId="{EEDD1D35-51A4-4EFC-BEC5-0B8F238E57D2}">
      <dgm:prSet/>
      <dgm:spPr/>
      <dgm:t>
        <a:bodyPr/>
        <a:lstStyle/>
        <a:p>
          <a:endParaRPr lang="en-US"/>
        </a:p>
      </dgm:t>
    </dgm:pt>
    <dgm:pt modelId="{1947618A-5736-4E7D-A7B1-0535566E666C}">
      <dgm:prSet phldrT="[Text]" custT="1"/>
      <dgm:spPr/>
      <dgm:t>
        <a:bodyPr/>
        <a:lstStyle/>
        <a:p>
          <a:r>
            <a:rPr lang="en-US" sz="1200" dirty="0" smtClean="0"/>
            <a:t>Its advantages</a:t>
          </a:r>
          <a:endParaRPr lang="en-US" sz="1200" dirty="0"/>
        </a:p>
      </dgm:t>
    </dgm:pt>
    <dgm:pt modelId="{3C73C88C-ADAC-4E8D-8259-4FBC3819D296}" type="parTrans" cxnId="{48FB7E41-4DCE-49A7-8A59-30799E27CFF1}">
      <dgm:prSet/>
      <dgm:spPr/>
      <dgm:t>
        <a:bodyPr/>
        <a:lstStyle/>
        <a:p>
          <a:endParaRPr lang="en-US"/>
        </a:p>
      </dgm:t>
    </dgm:pt>
    <dgm:pt modelId="{4AA8505F-D096-4A68-B858-481E0AB908C1}" type="sibTrans" cxnId="{48FB7E41-4DCE-49A7-8A59-30799E27CFF1}">
      <dgm:prSet/>
      <dgm:spPr/>
      <dgm:t>
        <a:bodyPr/>
        <a:lstStyle/>
        <a:p>
          <a:endParaRPr lang="en-US"/>
        </a:p>
      </dgm:t>
    </dgm:pt>
    <dgm:pt modelId="{C6E4FEDD-12A9-48D1-836A-71DF2EBCFFAD}">
      <dgm:prSet phldrT="[Text]" custT="1"/>
      <dgm:spPr/>
      <dgm:t>
        <a:bodyPr/>
        <a:lstStyle/>
        <a:p>
          <a:r>
            <a:rPr lang="en-US" sz="1200" dirty="0" smtClean="0"/>
            <a:t>Its disadvantages</a:t>
          </a:r>
          <a:endParaRPr lang="en-US" sz="1200" dirty="0"/>
        </a:p>
      </dgm:t>
    </dgm:pt>
    <dgm:pt modelId="{A2275AAE-D67F-4B48-809F-43E648A9868F}" type="parTrans" cxnId="{4CF36AB0-83A9-4CD1-9F6C-54F7A6E3A79C}">
      <dgm:prSet/>
      <dgm:spPr/>
      <dgm:t>
        <a:bodyPr/>
        <a:lstStyle/>
        <a:p>
          <a:endParaRPr lang="en-US"/>
        </a:p>
      </dgm:t>
    </dgm:pt>
    <dgm:pt modelId="{795C140E-55F9-45B3-A3C9-9055A88BB7F4}" type="sibTrans" cxnId="{4CF36AB0-83A9-4CD1-9F6C-54F7A6E3A79C}">
      <dgm:prSet/>
      <dgm:spPr/>
      <dgm:t>
        <a:bodyPr/>
        <a:lstStyle/>
        <a:p>
          <a:endParaRPr lang="en-US"/>
        </a:p>
      </dgm:t>
    </dgm:pt>
    <dgm:pt modelId="{ED538FBE-6130-45A2-A1D0-5DEB03E796E8}">
      <dgm:prSet phldrT="[Text]" custT="1"/>
      <dgm:spPr/>
      <dgm:t>
        <a:bodyPr/>
        <a:lstStyle/>
        <a:p>
          <a:r>
            <a:rPr lang="en-US" sz="1200" dirty="0" smtClean="0"/>
            <a:t>Its advantages</a:t>
          </a:r>
          <a:endParaRPr lang="en-US" sz="1200" dirty="0"/>
        </a:p>
      </dgm:t>
    </dgm:pt>
    <dgm:pt modelId="{8BEDDD51-476B-4EA3-BB0E-02C6B68708C7}" type="parTrans" cxnId="{76FE0A3B-1FB2-47AB-A803-192EED8CF4A6}">
      <dgm:prSet/>
      <dgm:spPr/>
      <dgm:t>
        <a:bodyPr/>
        <a:lstStyle/>
        <a:p>
          <a:endParaRPr lang="en-US"/>
        </a:p>
      </dgm:t>
    </dgm:pt>
    <dgm:pt modelId="{35D97104-0716-450A-B2F9-D53D45C2A7A7}" type="sibTrans" cxnId="{76FE0A3B-1FB2-47AB-A803-192EED8CF4A6}">
      <dgm:prSet/>
      <dgm:spPr/>
      <dgm:t>
        <a:bodyPr/>
        <a:lstStyle/>
        <a:p>
          <a:endParaRPr lang="en-US"/>
        </a:p>
      </dgm:t>
    </dgm:pt>
    <dgm:pt modelId="{CC7928C2-579C-44D0-AB38-88BC756CAA0E}">
      <dgm:prSet phldrT="[Text]" custT="1"/>
      <dgm:spPr/>
      <dgm:t>
        <a:bodyPr/>
        <a:lstStyle/>
        <a:p>
          <a:r>
            <a:rPr lang="en-US" sz="1200" dirty="0" smtClean="0">
              <a:solidFill>
                <a:schemeClr val="tx1"/>
              </a:solidFill>
            </a:rPr>
            <a:t>Its disadvantages</a:t>
          </a:r>
          <a:endParaRPr lang="en-US" sz="1200" dirty="0">
            <a:solidFill>
              <a:schemeClr val="tx1"/>
            </a:solidFill>
          </a:endParaRPr>
        </a:p>
      </dgm:t>
    </dgm:pt>
    <dgm:pt modelId="{35F2611B-0442-443A-B647-B82B7382EA23}" type="parTrans" cxnId="{2D45FC77-4AED-4DE6-8379-E523C1F99EFC}">
      <dgm:prSet/>
      <dgm:spPr/>
      <dgm:t>
        <a:bodyPr/>
        <a:lstStyle/>
        <a:p>
          <a:endParaRPr lang="en-US"/>
        </a:p>
      </dgm:t>
    </dgm:pt>
    <dgm:pt modelId="{A433C3AB-C870-42AA-B57A-E43B2BF3718E}" type="sibTrans" cxnId="{2D45FC77-4AED-4DE6-8379-E523C1F99EFC}">
      <dgm:prSet/>
      <dgm:spPr/>
      <dgm:t>
        <a:bodyPr/>
        <a:lstStyle/>
        <a:p>
          <a:endParaRPr lang="en-US"/>
        </a:p>
      </dgm:t>
    </dgm:pt>
    <dgm:pt modelId="{68F0BB4A-4CA0-4481-8397-108E86A12DA4}">
      <dgm:prSet phldrT="[Text]" custT="1"/>
      <dgm:spPr/>
      <dgm:t>
        <a:bodyPr/>
        <a:lstStyle/>
        <a:p>
          <a:r>
            <a:rPr lang="en-US" sz="1200" dirty="0" smtClean="0"/>
            <a:t>Customer involvement</a:t>
          </a:r>
          <a:endParaRPr lang="en-US" sz="1200" dirty="0"/>
        </a:p>
      </dgm:t>
    </dgm:pt>
    <dgm:pt modelId="{ED5ECDE6-7B87-4768-B1AE-20C55CA1EA8F}" type="parTrans" cxnId="{4C35333B-E2CE-49B4-8E8B-065145550125}">
      <dgm:prSet/>
      <dgm:spPr/>
      <dgm:t>
        <a:bodyPr/>
        <a:lstStyle/>
        <a:p>
          <a:endParaRPr lang="en-US"/>
        </a:p>
      </dgm:t>
    </dgm:pt>
    <dgm:pt modelId="{A0B2EC27-08AF-4A70-911E-D73503EF8DD4}" type="sibTrans" cxnId="{4C35333B-E2CE-49B4-8E8B-065145550125}">
      <dgm:prSet/>
      <dgm:spPr/>
      <dgm:t>
        <a:bodyPr/>
        <a:lstStyle/>
        <a:p>
          <a:endParaRPr lang="en-US"/>
        </a:p>
      </dgm:t>
    </dgm:pt>
    <dgm:pt modelId="{E9C886F1-1EBC-4EBC-BB4B-24DF341523A6}">
      <dgm:prSet phldrT="[Text]" custT="1"/>
      <dgm:spPr/>
      <dgm:t>
        <a:bodyPr/>
        <a:lstStyle/>
        <a:p>
          <a:r>
            <a:rPr lang="en-US" sz="1200" dirty="0" smtClean="0"/>
            <a:t>Documentation detail</a:t>
          </a:r>
          <a:endParaRPr lang="en-US" sz="1200" dirty="0"/>
        </a:p>
      </dgm:t>
    </dgm:pt>
    <dgm:pt modelId="{5E8DD444-C688-4780-A5F0-D4A4181FBDCC}" type="parTrans" cxnId="{B6ED6959-D36F-40C1-BB7A-D25AABCCA5A0}">
      <dgm:prSet/>
      <dgm:spPr/>
      <dgm:t>
        <a:bodyPr/>
        <a:lstStyle/>
        <a:p>
          <a:endParaRPr lang="en-US"/>
        </a:p>
      </dgm:t>
    </dgm:pt>
    <dgm:pt modelId="{677365F0-85D2-4516-9D4D-C1E5444A6324}" type="sibTrans" cxnId="{B6ED6959-D36F-40C1-BB7A-D25AABCCA5A0}">
      <dgm:prSet/>
      <dgm:spPr/>
      <dgm:t>
        <a:bodyPr/>
        <a:lstStyle/>
        <a:p>
          <a:endParaRPr lang="en-US"/>
        </a:p>
      </dgm:t>
    </dgm:pt>
    <dgm:pt modelId="{C23EE67C-7F77-47BA-A8B3-6493565ADACA}">
      <dgm:prSet phldrT="[Text]" custT="1"/>
      <dgm:spPr/>
      <dgm:t>
        <a:bodyPr/>
        <a:lstStyle/>
        <a:p>
          <a:r>
            <a:rPr lang="en-US" sz="1200" dirty="0" smtClean="0"/>
            <a:t>Transitioning to agile: Now what?</a:t>
          </a:r>
          <a:endParaRPr lang="en-US" sz="1200" dirty="0"/>
        </a:p>
      </dgm:t>
    </dgm:pt>
    <dgm:pt modelId="{97ECD7F0-AF08-4202-8F6B-6035FCFA351C}" type="parTrans" cxnId="{1EC82FDF-DEB7-4D50-9C29-27BC7BD7F60F}">
      <dgm:prSet/>
      <dgm:spPr/>
      <dgm:t>
        <a:bodyPr/>
        <a:lstStyle/>
        <a:p>
          <a:endParaRPr lang="en-US"/>
        </a:p>
      </dgm:t>
    </dgm:pt>
    <dgm:pt modelId="{81688764-0848-43B4-A2D6-8E904026A524}" type="sibTrans" cxnId="{1EC82FDF-DEB7-4D50-9C29-27BC7BD7F60F}">
      <dgm:prSet/>
      <dgm:spPr/>
      <dgm:t>
        <a:bodyPr/>
        <a:lstStyle/>
        <a:p>
          <a:endParaRPr lang="en-US"/>
        </a:p>
      </dgm:t>
    </dgm:pt>
    <dgm:pt modelId="{7D568C79-1916-43E5-9905-E097205C4D39}">
      <dgm:prSet phldrT="[Text]" custT="1"/>
      <dgm:spPr/>
      <dgm:t>
        <a:bodyPr/>
        <a:lstStyle/>
        <a:p>
          <a:r>
            <a:rPr lang="en-US" sz="1200" smtClean="0"/>
            <a:t>The backlog and prioritization</a:t>
          </a:r>
          <a:endParaRPr lang="en-US" sz="1200" dirty="0"/>
        </a:p>
      </dgm:t>
    </dgm:pt>
    <dgm:pt modelId="{D1F0C13B-93BF-4ACB-AF9F-ABC4B66FC4AA}" type="parTrans" cxnId="{6373D955-0F50-43B1-B0B8-2C1B9D17A2DE}">
      <dgm:prSet/>
      <dgm:spPr/>
      <dgm:t>
        <a:bodyPr/>
        <a:lstStyle/>
        <a:p>
          <a:endParaRPr lang="en-US"/>
        </a:p>
      </dgm:t>
    </dgm:pt>
    <dgm:pt modelId="{3D143CE4-1E3D-443E-A128-7CA0F1DEAE26}" type="sibTrans" cxnId="{6373D955-0F50-43B1-B0B8-2C1B9D17A2DE}">
      <dgm:prSet/>
      <dgm:spPr/>
      <dgm:t>
        <a:bodyPr/>
        <a:lstStyle/>
        <a:p>
          <a:endParaRPr lang="en-US"/>
        </a:p>
      </dgm:t>
    </dgm:pt>
    <dgm:pt modelId="{DDD8EADE-51FC-41DA-B1C3-C51F7BA809F7}">
      <dgm:prSet phldrT="[Text]" custT="1"/>
      <dgm:spPr/>
      <dgm:t>
        <a:bodyPr/>
        <a:lstStyle/>
        <a:p>
          <a:r>
            <a:rPr lang="en-US" sz="1200" smtClean="0"/>
            <a:t>Timing</a:t>
          </a:r>
          <a:endParaRPr lang="en-US" sz="1200" dirty="0"/>
        </a:p>
      </dgm:t>
    </dgm:pt>
    <dgm:pt modelId="{221903BB-1AF3-4C22-BD86-3565A8492D87}" type="parTrans" cxnId="{93FEA3B8-9DAD-49BC-ADFD-35FE642EE81D}">
      <dgm:prSet/>
      <dgm:spPr/>
      <dgm:t>
        <a:bodyPr/>
        <a:lstStyle/>
        <a:p>
          <a:endParaRPr lang="en-US"/>
        </a:p>
      </dgm:t>
    </dgm:pt>
    <dgm:pt modelId="{B176D27C-065E-4FB8-83B9-D076CB82B0A3}" type="sibTrans" cxnId="{93FEA3B8-9DAD-49BC-ADFD-35FE642EE81D}">
      <dgm:prSet/>
      <dgm:spPr/>
      <dgm:t>
        <a:bodyPr/>
        <a:lstStyle/>
        <a:p>
          <a:endParaRPr lang="en-US"/>
        </a:p>
      </dgm:t>
    </dgm:pt>
    <dgm:pt modelId="{F918BD7D-9B1D-446F-AC17-5AB3037ADB8B}">
      <dgm:prSet phldrT="[Text]" custT="1"/>
      <dgm:spPr/>
      <dgm:t>
        <a:bodyPr/>
        <a:lstStyle/>
        <a:p>
          <a:r>
            <a:rPr lang="en-US" sz="1200" smtClean="0"/>
            <a:t>Epics, user stories, and features</a:t>
          </a:r>
          <a:endParaRPr lang="en-US" sz="1200" dirty="0"/>
        </a:p>
      </dgm:t>
    </dgm:pt>
    <dgm:pt modelId="{FBC655BA-4B1F-4B20-BA42-457E44F74826}" type="parTrans" cxnId="{EE297BEA-8C41-4EE2-A17D-333BFD061168}">
      <dgm:prSet/>
      <dgm:spPr/>
      <dgm:t>
        <a:bodyPr/>
        <a:lstStyle/>
        <a:p>
          <a:endParaRPr lang="en-US"/>
        </a:p>
      </dgm:t>
    </dgm:pt>
    <dgm:pt modelId="{72C144CE-88A1-4AB8-940D-4E562718C8E9}" type="sibTrans" cxnId="{EE297BEA-8C41-4EE2-A17D-333BFD061168}">
      <dgm:prSet/>
      <dgm:spPr/>
      <dgm:t>
        <a:bodyPr/>
        <a:lstStyle/>
        <a:p>
          <a:endParaRPr lang="en-US"/>
        </a:p>
      </dgm:t>
    </dgm:pt>
    <dgm:pt modelId="{07EF3D28-A317-4657-88D0-4D3EE597169C}">
      <dgm:prSet phldrT="[Text]" custT="1"/>
      <dgm:spPr/>
      <dgm:t>
        <a:bodyPr/>
        <a:lstStyle/>
        <a:p>
          <a:r>
            <a:rPr lang="en-US" sz="1200" smtClean="0"/>
            <a:t>Expect change</a:t>
          </a:r>
          <a:endParaRPr lang="en-US" sz="1200" dirty="0"/>
        </a:p>
      </dgm:t>
    </dgm:pt>
    <dgm:pt modelId="{086DEA17-1F29-40A5-9240-2C4381B1B633}" type="parTrans" cxnId="{25EED1B2-48FC-49EA-9324-9D54A4FF5527}">
      <dgm:prSet/>
      <dgm:spPr/>
      <dgm:t>
        <a:bodyPr/>
        <a:lstStyle/>
        <a:p>
          <a:endParaRPr lang="en-US"/>
        </a:p>
      </dgm:t>
    </dgm:pt>
    <dgm:pt modelId="{05BEF573-3B63-48B1-9D3A-7BA068306B4F}" type="sibTrans" cxnId="{25EED1B2-48FC-49EA-9324-9D54A4FF5527}">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66646"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06A5B176-3147-4D45-9EF8-CF91B612166F}" type="pres">
      <dgm:prSet presAssocID="{588037F0-0B1A-4D72-81EB-CAFA026AEFB7}" presName="Name37" presStyleLbl="parChTrans1D3" presStyleIdx="0" presStyleCnt="12"/>
      <dgm:spPr/>
      <dgm:t>
        <a:bodyPr/>
        <a:lstStyle/>
        <a:p>
          <a:endParaRPr lang="en-US"/>
        </a:p>
      </dgm:t>
    </dgm:pt>
    <dgm:pt modelId="{A1823CA7-FCBA-4115-A337-66BE02B03547}" type="pres">
      <dgm:prSet presAssocID="{F142DEDA-3202-4A6E-A872-744A36211997}" presName="hierRoot2" presStyleCnt="0">
        <dgm:presLayoutVars>
          <dgm:hierBranch val="init"/>
        </dgm:presLayoutVars>
      </dgm:prSet>
      <dgm:spPr/>
    </dgm:pt>
    <dgm:pt modelId="{80E2B167-EDC3-4945-9077-5283EEF70EE4}" type="pres">
      <dgm:prSet presAssocID="{F142DEDA-3202-4A6E-A872-744A36211997}" presName="rootComposite" presStyleCnt="0"/>
      <dgm:spPr/>
    </dgm:pt>
    <dgm:pt modelId="{28A90088-1D74-4647-BC3B-F17F2E584608}" type="pres">
      <dgm:prSet presAssocID="{F142DEDA-3202-4A6E-A872-744A36211997}" presName="rootText" presStyleLbl="node3" presStyleIdx="0" presStyleCnt="12" custLinFactNeighborY="3462">
        <dgm:presLayoutVars>
          <dgm:chPref val="3"/>
        </dgm:presLayoutVars>
      </dgm:prSet>
      <dgm:spPr/>
      <dgm:t>
        <a:bodyPr/>
        <a:lstStyle/>
        <a:p>
          <a:endParaRPr lang="en-US"/>
        </a:p>
      </dgm:t>
    </dgm:pt>
    <dgm:pt modelId="{D62CADF8-24AE-4E16-B362-DFB8C42A8D00}" type="pres">
      <dgm:prSet presAssocID="{F142DEDA-3202-4A6E-A872-744A36211997}" presName="rootConnector" presStyleLbl="node3" presStyleIdx="0" presStyleCnt="12"/>
      <dgm:spPr/>
      <dgm:t>
        <a:bodyPr/>
        <a:lstStyle/>
        <a:p>
          <a:endParaRPr lang="en-US"/>
        </a:p>
      </dgm:t>
    </dgm:pt>
    <dgm:pt modelId="{D2D25354-BC15-441D-9C43-4E22F84DF7E3}" type="pres">
      <dgm:prSet presAssocID="{F142DEDA-3202-4A6E-A872-744A36211997}" presName="hierChild4" presStyleCnt="0"/>
      <dgm:spPr/>
    </dgm:pt>
    <dgm:pt modelId="{42C6C630-1192-4F5E-B919-40B53C299E86}" type="pres">
      <dgm:prSet presAssocID="{F142DEDA-3202-4A6E-A872-744A36211997}" presName="hierChild5" presStyleCnt="0"/>
      <dgm:spPr/>
    </dgm:pt>
    <dgm:pt modelId="{22A06763-7CD0-41E0-8047-44C9999C84AA}" type="pres">
      <dgm:prSet presAssocID="{3C73C88C-ADAC-4E8D-8259-4FBC3819D296}" presName="Name37" presStyleLbl="parChTrans1D3" presStyleIdx="1" presStyleCnt="12"/>
      <dgm:spPr/>
      <dgm:t>
        <a:bodyPr/>
        <a:lstStyle/>
        <a:p>
          <a:endParaRPr lang="en-US"/>
        </a:p>
      </dgm:t>
    </dgm:pt>
    <dgm:pt modelId="{EBCD387B-99F5-420E-AC68-BB5DDA55274F}" type="pres">
      <dgm:prSet presAssocID="{1947618A-5736-4E7D-A7B1-0535566E666C}" presName="hierRoot2" presStyleCnt="0">
        <dgm:presLayoutVars>
          <dgm:hierBranch val="init"/>
        </dgm:presLayoutVars>
      </dgm:prSet>
      <dgm:spPr/>
    </dgm:pt>
    <dgm:pt modelId="{1FCE71FC-8197-4D43-AEA9-42AE00FBE624}" type="pres">
      <dgm:prSet presAssocID="{1947618A-5736-4E7D-A7B1-0535566E666C}" presName="rootComposite" presStyleCnt="0"/>
      <dgm:spPr/>
    </dgm:pt>
    <dgm:pt modelId="{EF3A83E1-5846-4AE9-8B47-6582C37CA326}" type="pres">
      <dgm:prSet presAssocID="{1947618A-5736-4E7D-A7B1-0535566E666C}" presName="rootText" presStyleLbl="node3" presStyleIdx="1" presStyleCnt="12">
        <dgm:presLayoutVars>
          <dgm:chPref val="3"/>
        </dgm:presLayoutVars>
      </dgm:prSet>
      <dgm:spPr/>
      <dgm:t>
        <a:bodyPr/>
        <a:lstStyle/>
        <a:p>
          <a:endParaRPr lang="en-US"/>
        </a:p>
      </dgm:t>
    </dgm:pt>
    <dgm:pt modelId="{3FADC6AF-5D4B-418A-9301-DABA5E048E22}" type="pres">
      <dgm:prSet presAssocID="{1947618A-5736-4E7D-A7B1-0535566E666C}" presName="rootConnector" presStyleLbl="node3" presStyleIdx="1" presStyleCnt="12"/>
      <dgm:spPr/>
      <dgm:t>
        <a:bodyPr/>
        <a:lstStyle/>
        <a:p>
          <a:endParaRPr lang="en-US"/>
        </a:p>
      </dgm:t>
    </dgm:pt>
    <dgm:pt modelId="{AC56E703-D854-4DBA-8A21-3B81398E67CB}" type="pres">
      <dgm:prSet presAssocID="{1947618A-5736-4E7D-A7B1-0535566E666C}" presName="hierChild4" presStyleCnt="0"/>
      <dgm:spPr/>
    </dgm:pt>
    <dgm:pt modelId="{578E88AA-3D50-4523-B7AE-4BD9067055A6}" type="pres">
      <dgm:prSet presAssocID="{1947618A-5736-4E7D-A7B1-0535566E666C}" presName="hierChild5" presStyleCnt="0"/>
      <dgm:spPr/>
    </dgm:pt>
    <dgm:pt modelId="{DB2B6368-5A8B-4732-8055-E965E07397C0}" type="pres">
      <dgm:prSet presAssocID="{A2275AAE-D67F-4B48-809F-43E648A9868F}" presName="Name37" presStyleLbl="parChTrans1D3" presStyleIdx="2" presStyleCnt="12"/>
      <dgm:spPr/>
      <dgm:t>
        <a:bodyPr/>
        <a:lstStyle/>
        <a:p>
          <a:endParaRPr lang="en-US"/>
        </a:p>
      </dgm:t>
    </dgm:pt>
    <dgm:pt modelId="{10ED47C6-871B-4007-A5DC-62A5247B2425}" type="pres">
      <dgm:prSet presAssocID="{C6E4FEDD-12A9-48D1-836A-71DF2EBCFFAD}" presName="hierRoot2" presStyleCnt="0">
        <dgm:presLayoutVars>
          <dgm:hierBranch val="init"/>
        </dgm:presLayoutVars>
      </dgm:prSet>
      <dgm:spPr/>
    </dgm:pt>
    <dgm:pt modelId="{C4E59A2D-46A6-472A-A135-9FD96DE9094E}" type="pres">
      <dgm:prSet presAssocID="{C6E4FEDD-12A9-48D1-836A-71DF2EBCFFAD}" presName="rootComposite" presStyleCnt="0"/>
      <dgm:spPr/>
    </dgm:pt>
    <dgm:pt modelId="{A792E48B-E59F-426E-B59E-25883EE0DF31}" type="pres">
      <dgm:prSet presAssocID="{C6E4FEDD-12A9-48D1-836A-71DF2EBCFFAD}" presName="rootText" presStyleLbl="node3" presStyleIdx="2" presStyleCnt="12">
        <dgm:presLayoutVars>
          <dgm:chPref val="3"/>
        </dgm:presLayoutVars>
      </dgm:prSet>
      <dgm:spPr/>
      <dgm:t>
        <a:bodyPr/>
        <a:lstStyle/>
        <a:p>
          <a:endParaRPr lang="en-US"/>
        </a:p>
      </dgm:t>
    </dgm:pt>
    <dgm:pt modelId="{DAD0AE31-2183-4883-A49E-5AC8784C4DC1}" type="pres">
      <dgm:prSet presAssocID="{C6E4FEDD-12A9-48D1-836A-71DF2EBCFFAD}" presName="rootConnector" presStyleLbl="node3" presStyleIdx="2" presStyleCnt="12"/>
      <dgm:spPr/>
      <dgm:t>
        <a:bodyPr/>
        <a:lstStyle/>
        <a:p>
          <a:endParaRPr lang="en-US"/>
        </a:p>
      </dgm:t>
    </dgm:pt>
    <dgm:pt modelId="{30D38FA1-1E02-48DD-B1AA-A55491320D4D}" type="pres">
      <dgm:prSet presAssocID="{C6E4FEDD-12A9-48D1-836A-71DF2EBCFFAD}" presName="hierChild4" presStyleCnt="0"/>
      <dgm:spPr/>
    </dgm:pt>
    <dgm:pt modelId="{8C57470D-AF64-46DA-A3D7-6AD4BB371FAF}" type="pres">
      <dgm:prSet presAssocID="{C6E4FEDD-12A9-48D1-836A-71DF2EBCFFAD}"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66646"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8BF33A23-B9E7-4732-917C-5D66B726362F}" type="pres">
      <dgm:prSet presAssocID="{D723B879-676C-4614-8859-D09DEFF2A3B3}" presName="Name37" presStyleLbl="parChTrans1D3" presStyleIdx="3" presStyleCnt="12"/>
      <dgm:spPr/>
      <dgm:t>
        <a:bodyPr/>
        <a:lstStyle/>
        <a:p>
          <a:endParaRPr lang="en-US"/>
        </a:p>
      </dgm:t>
    </dgm:pt>
    <dgm:pt modelId="{20C774D7-4094-42B3-BC8F-AB5D0586E671}" type="pres">
      <dgm:prSet presAssocID="{552219B0-29E3-4A6C-90E3-BE0B83069EBC}" presName="hierRoot2" presStyleCnt="0">
        <dgm:presLayoutVars>
          <dgm:hierBranch val="init"/>
        </dgm:presLayoutVars>
      </dgm:prSet>
      <dgm:spPr/>
    </dgm:pt>
    <dgm:pt modelId="{B158E239-C176-4132-B1BA-6C1E7461F09C}" type="pres">
      <dgm:prSet presAssocID="{552219B0-29E3-4A6C-90E3-BE0B83069EBC}" presName="rootComposite" presStyleCnt="0"/>
      <dgm:spPr/>
    </dgm:pt>
    <dgm:pt modelId="{9449DAAE-E410-44C5-A07D-A0445C0B7E6B}" type="pres">
      <dgm:prSet presAssocID="{552219B0-29E3-4A6C-90E3-BE0B83069EBC}" presName="rootText" presStyleLbl="node3" presStyleIdx="3" presStyleCnt="12" custScaleX="130026" custScaleY="90830" custLinFactNeighborY="3462">
        <dgm:presLayoutVars>
          <dgm:chPref val="3"/>
        </dgm:presLayoutVars>
      </dgm:prSet>
      <dgm:spPr/>
      <dgm:t>
        <a:bodyPr/>
        <a:lstStyle/>
        <a:p>
          <a:endParaRPr lang="en-US"/>
        </a:p>
      </dgm:t>
    </dgm:pt>
    <dgm:pt modelId="{44F89C81-6EDD-4313-B033-6AFE4A6B1597}" type="pres">
      <dgm:prSet presAssocID="{552219B0-29E3-4A6C-90E3-BE0B83069EBC}" presName="rootConnector" presStyleLbl="node3" presStyleIdx="3" presStyleCnt="12"/>
      <dgm:spPr/>
      <dgm:t>
        <a:bodyPr/>
        <a:lstStyle/>
        <a:p>
          <a:endParaRPr lang="en-US"/>
        </a:p>
      </dgm:t>
    </dgm:pt>
    <dgm:pt modelId="{131D6045-90D5-4A9B-AF7A-E47E958A6183}" type="pres">
      <dgm:prSet presAssocID="{552219B0-29E3-4A6C-90E3-BE0B83069EBC}" presName="hierChild4" presStyleCnt="0"/>
      <dgm:spPr/>
    </dgm:pt>
    <dgm:pt modelId="{61412022-130F-4D56-8A65-CD43AA487E99}" type="pres">
      <dgm:prSet presAssocID="{552219B0-29E3-4A6C-90E3-BE0B83069EBC}" presName="hierChild5" presStyleCnt="0"/>
      <dgm:spPr/>
    </dgm:pt>
    <dgm:pt modelId="{F406B8EB-44F2-47F3-AF73-B274E07D3437}" type="pres">
      <dgm:prSet presAssocID="{8BEDDD51-476B-4EA3-BB0E-02C6B68708C7}" presName="Name37" presStyleLbl="parChTrans1D3" presStyleIdx="4" presStyleCnt="12"/>
      <dgm:spPr/>
      <dgm:t>
        <a:bodyPr/>
        <a:lstStyle/>
        <a:p>
          <a:endParaRPr lang="en-US"/>
        </a:p>
      </dgm:t>
    </dgm:pt>
    <dgm:pt modelId="{08BDD783-C5F3-4CB7-BB56-E729433DE263}" type="pres">
      <dgm:prSet presAssocID="{ED538FBE-6130-45A2-A1D0-5DEB03E796E8}" presName="hierRoot2" presStyleCnt="0">
        <dgm:presLayoutVars>
          <dgm:hierBranch val="init"/>
        </dgm:presLayoutVars>
      </dgm:prSet>
      <dgm:spPr/>
    </dgm:pt>
    <dgm:pt modelId="{5F70EC70-64BB-4DD2-B0EC-31D41F7591A3}" type="pres">
      <dgm:prSet presAssocID="{ED538FBE-6130-45A2-A1D0-5DEB03E796E8}" presName="rootComposite" presStyleCnt="0"/>
      <dgm:spPr/>
    </dgm:pt>
    <dgm:pt modelId="{83491CF3-E0A8-41F0-8748-5B85D6C90040}" type="pres">
      <dgm:prSet presAssocID="{ED538FBE-6130-45A2-A1D0-5DEB03E796E8}" presName="rootText" presStyleLbl="node3" presStyleIdx="4" presStyleCnt="12" custScaleX="128085">
        <dgm:presLayoutVars>
          <dgm:chPref val="3"/>
        </dgm:presLayoutVars>
      </dgm:prSet>
      <dgm:spPr/>
      <dgm:t>
        <a:bodyPr/>
        <a:lstStyle/>
        <a:p>
          <a:endParaRPr lang="en-US"/>
        </a:p>
      </dgm:t>
    </dgm:pt>
    <dgm:pt modelId="{5988ED23-194C-42E1-88AB-8E72A53BDC23}" type="pres">
      <dgm:prSet presAssocID="{ED538FBE-6130-45A2-A1D0-5DEB03E796E8}" presName="rootConnector" presStyleLbl="node3" presStyleIdx="4" presStyleCnt="12"/>
      <dgm:spPr/>
      <dgm:t>
        <a:bodyPr/>
        <a:lstStyle/>
        <a:p>
          <a:endParaRPr lang="en-US"/>
        </a:p>
      </dgm:t>
    </dgm:pt>
    <dgm:pt modelId="{F8F28EB4-408C-45EE-8233-336763641D69}" type="pres">
      <dgm:prSet presAssocID="{ED538FBE-6130-45A2-A1D0-5DEB03E796E8}" presName="hierChild4" presStyleCnt="0"/>
      <dgm:spPr/>
    </dgm:pt>
    <dgm:pt modelId="{E76F7B36-D6B2-4275-AEF1-36D762A6E6C9}" type="pres">
      <dgm:prSet presAssocID="{ED538FBE-6130-45A2-A1D0-5DEB03E796E8}" presName="hierChild5" presStyleCnt="0"/>
      <dgm:spPr/>
    </dgm:pt>
    <dgm:pt modelId="{8C7C57BC-0E68-4E25-9D4A-D3542769DA95}" type="pres">
      <dgm:prSet presAssocID="{35F2611B-0442-443A-B647-B82B7382EA23}" presName="Name37" presStyleLbl="parChTrans1D3" presStyleIdx="5" presStyleCnt="12"/>
      <dgm:spPr/>
      <dgm:t>
        <a:bodyPr/>
        <a:lstStyle/>
        <a:p>
          <a:endParaRPr lang="en-US"/>
        </a:p>
      </dgm:t>
    </dgm:pt>
    <dgm:pt modelId="{6D81E017-68DC-482B-90D5-4DBBAB78FA97}" type="pres">
      <dgm:prSet presAssocID="{CC7928C2-579C-44D0-AB38-88BC756CAA0E}" presName="hierRoot2" presStyleCnt="0">
        <dgm:presLayoutVars>
          <dgm:hierBranch val="init"/>
        </dgm:presLayoutVars>
      </dgm:prSet>
      <dgm:spPr/>
    </dgm:pt>
    <dgm:pt modelId="{12D646AF-6E30-4BAD-8CD4-760AFEC82E05}" type="pres">
      <dgm:prSet presAssocID="{CC7928C2-579C-44D0-AB38-88BC756CAA0E}" presName="rootComposite" presStyleCnt="0"/>
      <dgm:spPr/>
    </dgm:pt>
    <dgm:pt modelId="{4140A25E-4F9D-44DB-85AB-432AE99FA579}" type="pres">
      <dgm:prSet presAssocID="{CC7928C2-579C-44D0-AB38-88BC756CAA0E}" presName="rootText" presStyleLbl="node3" presStyleIdx="5" presStyleCnt="12" custScaleX="128085">
        <dgm:presLayoutVars>
          <dgm:chPref val="3"/>
        </dgm:presLayoutVars>
      </dgm:prSet>
      <dgm:spPr/>
      <dgm:t>
        <a:bodyPr/>
        <a:lstStyle/>
        <a:p>
          <a:endParaRPr lang="en-US"/>
        </a:p>
      </dgm:t>
    </dgm:pt>
    <dgm:pt modelId="{2AB4BF43-9ACD-420F-8CEE-B70EB4712527}" type="pres">
      <dgm:prSet presAssocID="{CC7928C2-579C-44D0-AB38-88BC756CAA0E}" presName="rootConnector" presStyleLbl="node3" presStyleIdx="5" presStyleCnt="12"/>
      <dgm:spPr/>
      <dgm:t>
        <a:bodyPr/>
        <a:lstStyle/>
        <a:p>
          <a:endParaRPr lang="en-US"/>
        </a:p>
      </dgm:t>
    </dgm:pt>
    <dgm:pt modelId="{A1829268-35DF-474E-8AAB-49FA6D7346DF}" type="pres">
      <dgm:prSet presAssocID="{CC7928C2-579C-44D0-AB38-88BC756CAA0E}" presName="hierChild4" presStyleCnt="0"/>
      <dgm:spPr/>
    </dgm:pt>
    <dgm:pt modelId="{0615CE0C-F2F5-475C-8AF9-FB8440C79C62}" type="pres">
      <dgm:prSet presAssocID="{CC7928C2-579C-44D0-AB38-88BC756CAA0E}" presName="hierChild5" presStyleCnt="0"/>
      <dgm:spPr/>
    </dgm:pt>
    <dgm:pt modelId="{3E362709-8DF5-4ED1-BE78-2D67C7F6CD59}" type="pres">
      <dgm:prSet presAssocID="{620DD3EC-BDCD-468B-B566-7FE2B848507E}" presName="hierChild5" presStyleCnt="0"/>
      <dgm:spPr/>
    </dgm:pt>
    <dgm:pt modelId="{76E33A9D-9480-40FB-A4DF-EE1E2E7E401E}" type="pres">
      <dgm:prSet presAssocID="{248E9311-DF61-4B0E-BD57-16AE2D707A60}" presName="Name37" presStyleLbl="parChTrans1D2" presStyleIdx="2" presStyleCnt="4"/>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2" presStyleIdx="2" presStyleCnt="4" custScaleX="185351" custScaleY="112796" custLinFactNeighborY="3462">
        <dgm:presLayoutVars>
          <dgm:chPref val="3"/>
        </dgm:presLayoutVars>
      </dgm:prSet>
      <dgm:spPr/>
      <dgm:t>
        <a:bodyPr/>
        <a:lstStyle/>
        <a:p>
          <a:endParaRPr lang="en-US"/>
        </a:p>
      </dgm:t>
    </dgm:pt>
    <dgm:pt modelId="{746FE1B3-37E8-4050-B0B7-5668D5D7D118}" type="pres">
      <dgm:prSet presAssocID="{1F903EBE-540A-403B-AE13-6A09126352BD}" presName="rootConnector" presStyleLbl="node2" presStyleIdx="2" presStyleCnt="4"/>
      <dgm:spPr/>
      <dgm:t>
        <a:bodyPr/>
        <a:lstStyle/>
        <a:p>
          <a:endParaRPr lang="en-US"/>
        </a:p>
      </dgm:t>
    </dgm:pt>
    <dgm:pt modelId="{CA531930-87B7-4E2B-AA93-B0ECAA52CC09}" type="pres">
      <dgm:prSet presAssocID="{1F903EBE-540A-403B-AE13-6A09126352BD}" presName="hierChild4" presStyleCnt="0"/>
      <dgm:spPr/>
    </dgm:pt>
    <dgm:pt modelId="{0207D2DC-D98D-48DB-A444-1B3BB3C111EF}" type="pres">
      <dgm:prSet presAssocID="{ED5ECDE6-7B87-4768-B1AE-20C55CA1EA8F}" presName="Name37" presStyleLbl="parChTrans1D3" presStyleIdx="6" presStyleCnt="12"/>
      <dgm:spPr/>
      <dgm:t>
        <a:bodyPr/>
        <a:lstStyle/>
        <a:p>
          <a:endParaRPr lang="en-US"/>
        </a:p>
      </dgm:t>
    </dgm:pt>
    <dgm:pt modelId="{BBE3DE01-9991-4932-A682-9EC9E0F8B3A7}" type="pres">
      <dgm:prSet presAssocID="{68F0BB4A-4CA0-4481-8397-108E86A12DA4}" presName="hierRoot2" presStyleCnt="0">
        <dgm:presLayoutVars>
          <dgm:hierBranch val="init"/>
        </dgm:presLayoutVars>
      </dgm:prSet>
      <dgm:spPr/>
    </dgm:pt>
    <dgm:pt modelId="{5E3199D1-526C-4B6E-923B-A4820FFCC213}" type="pres">
      <dgm:prSet presAssocID="{68F0BB4A-4CA0-4481-8397-108E86A12DA4}" presName="rootComposite" presStyleCnt="0"/>
      <dgm:spPr/>
    </dgm:pt>
    <dgm:pt modelId="{B3DA1D68-D7FF-4520-90A3-C4A2EA0D76C0}" type="pres">
      <dgm:prSet presAssocID="{68F0BB4A-4CA0-4481-8397-108E86A12DA4}" presName="rootText" presStyleLbl="node3" presStyleIdx="6" presStyleCnt="12" custScaleX="143635">
        <dgm:presLayoutVars>
          <dgm:chPref val="3"/>
        </dgm:presLayoutVars>
      </dgm:prSet>
      <dgm:spPr/>
      <dgm:t>
        <a:bodyPr/>
        <a:lstStyle/>
        <a:p>
          <a:endParaRPr lang="en-US"/>
        </a:p>
      </dgm:t>
    </dgm:pt>
    <dgm:pt modelId="{D0721C6D-93AC-4B26-927C-A61DADEBA9AA}" type="pres">
      <dgm:prSet presAssocID="{68F0BB4A-4CA0-4481-8397-108E86A12DA4}" presName="rootConnector" presStyleLbl="node3" presStyleIdx="6" presStyleCnt="12"/>
      <dgm:spPr/>
      <dgm:t>
        <a:bodyPr/>
        <a:lstStyle/>
        <a:p>
          <a:endParaRPr lang="en-US"/>
        </a:p>
      </dgm:t>
    </dgm:pt>
    <dgm:pt modelId="{0334F3E5-204D-4D93-AC17-5BC4150447BF}" type="pres">
      <dgm:prSet presAssocID="{68F0BB4A-4CA0-4481-8397-108E86A12DA4}" presName="hierChild4" presStyleCnt="0"/>
      <dgm:spPr/>
    </dgm:pt>
    <dgm:pt modelId="{5E7EC9AB-EEE2-4013-9B1F-D917B34504FA}" type="pres">
      <dgm:prSet presAssocID="{68F0BB4A-4CA0-4481-8397-108E86A12DA4}" presName="hierChild5" presStyleCnt="0"/>
      <dgm:spPr/>
    </dgm:pt>
    <dgm:pt modelId="{EDAAD592-AB88-4251-977A-23D417AF9F0E}" type="pres">
      <dgm:prSet presAssocID="{5E8DD444-C688-4780-A5F0-D4A4181FBDCC}" presName="Name37" presStyleLbl="parChTrans1D3" presStyleIdx="7" presStyleCnt="12"/>
      <dgm:spPr/>
      <dgm:t>
        <a:bodyPr/>
        <a:lstStyle/>
        <a:p>
          <a:endParaRPr lang="en-US"/>
        </a:p>
      </dgm:t>
    </dgm:pt>
    <dgm:pt modelId="{1A3A2D6A-2A62-4E35-A4D8-D6A8AABA3D80}" type="pres">
      <dgm:prSet presAssocID="{E9C886F1-1EBC-4EBC-BB4B-24DF341523A6}" presName="hierRoot2" presStyleCnt="0">
        <dgm:presLayoutVars>
          <dgm:hierBranch val="init"/>
        </dgm:presLayoutVars>
      </dgm:prSet>
      <dgm:spPr/>
    </dgm:pt>
    <dgm:pt modelId="{552B4967-EF45-40E5-B271-25699085E0C5}" type="pres">
      <dgm:prSet presAssocID="{E9C886F1-1EBC-4EBC-BB4B-24DF341523A6}" presName="rootComposite" presStyleCnt="0"/>
      <dgm:spPr/>
    </dgm:pt>
    <dgm:pt modelId="{F734AC47-D381-46DB-B2D4-DC1F52ACEE63}" type="pres">
      <dgm:prSet presAssocID="{E9C886F1-1EBC-4EBC-BB4B-24DF341523A6}" presName="rootText" presStyleLbl="node3" presStyleIdx="7" presStyleCnt="12" custScaleX="143635">
        <dgm:presLayoutVars>
          <dgm:chPref val="3"/>
        </dgm:presLayoutVars>
      </dgm:prSet>
      <dgm:spPr/>
      <dgm:t>
        <a:bodyPr/>
        <a:lstStyle/>
        <a:p>
          <a:endParaRPr lang="en-US"/>
        </a:p>
      </dgm:t>
    </dgm:pt>
    <dgm:pt modelId="{6D311FDB-5969-4C7C-819C-7A85F8D1C126}" type="pres">
      <dgm:prSet presAssocID="{E9C886F1-1EBC-4EBC-BB4B-24DF341523A6}" presName="rootConnector" presStyleLbl="node3" presStyleIdx="7" presStyleCnt="12"/>
      <dgm:spPr/>
      <dgm:t>
        <a:bodyPr/>
        <a:lstStyle/>
        <a:p>
          <a:endParaRPr lang="en-US"/>
        </a:p>
      </dgm:t>
    </dgm:pt>
    <dgm:pt modelId="{A3085D37-5876-46A2-87CB-EA55640A6156}" type="pres">
      <dgm:prSet presAssocID="{E9C886F1-1EBC-4EBC-BB4B-24DF341523A6}" presName="hierChild4" presStyleCnt="0"/>
      <dgm:spPr/>
    </dgm:pt>
    <dgm:pt modelId="{4AA1DDC2-8165-4D78-A713-7772206A1808}" type="pres">
      <dgm:prSet presAssocID="{E9C886F1-1EBC-4EBC-BB4B-24DF341523A6}" presName="hierChild5" presStyleCnt="0"/>
      <dgm:spPr/>
    </dgm:pt>
    <dgm:pt modelId="{BC27900B-7779-4F49-8E91-BB9DEB5AF639}" type="pres">
      <dgm:prSet presAssocID="{D1F0C13B-93BF-4ACB-AF9F-ABC4B66FC4AA}" presName="Name37" presStyleLbl="parChTrans1D3" presStyleIdx="8" presStyleCnt="12"/>
      <dgm:spPr/>
      <dgm:t>
        <a:bodyPr/>
        <a:lstStyle/>
        <a:p>
          <a:endParaRPr lang="en-US"/>
        </a:p>
      </dgm:t>
    </dgm:pt>
    <dgm:pt modelId="{AF1B54D0-84C2-428D-ABFE-107199165F36}" type="pres">
      <dgm:prSet presAssocID="{7D568C79-1916-43E5-9905-E097205C4D39}" presName="hierRoot2" presStyleCnt="0">
        <dgm:presLayoutVars>
          <dgm:hierBranch val="init"/>
        </dgm:presLayoutVars>
      </dgm:prSet>
      <dgm:spPr/>
    </dgm:pt>
    <dgm:pt modelId="{05AA9F74-5A5B-4E28-B112-D3EF95AF89CC}" type="pres">
      <dgm:prSet presAssocID="{7D568C79-1916-43E5-9905-E097205C4D39}" presName="rootComposite" presStyleCnt="0"/>
      <dgm:spPr/>
    </dgm:pt>
    <dgm:pt modelId="{B3891AA4-CED2-4E5D-B835-F39968FF3A2F}" type="pres">
      <dgm:prSet presAssocID="{7D568C79-1916-43E5-9905-E097205C4D39}" presName="rootText" presStyleLbl="node3" presStyleIdx="8" presStyleCnt="12" custScaleX="143635">
        <dgm:presLayoutVars>
          <dgm:chPref val="3"/>
        </dgm:presLayoutVars>
      </dgm:prSet>
      <dgm:spPr/>
      <dgm:t>
        <a:bodyPr/>
        <a:lstStyle/>
        <a:p>
          <a:endParaRPr lang="en-US"/>
        </a:p>
      </dgm:t>
    </dgm:pt>
    <dgm:pt modelId="{1B24A96F-0D5E-450F-8554-069FEBBBAD7E}" type="pres">
      <dgm:prSet presAssocID="{7D568C79-1916-43E5-9905-E097205C4D39}" presName="rootConnector" presStyleLbl="node3" presStyleIdx="8" presStyleCnt="12"/>
      <dgm:spPr/>
      <dgm:t>
        <a:bodyPr/>
        <a:lstStyle/>
        <a:p>
          <a:endParaRPr lang="en-US"/>
        </a:p>
      </dgm:t>
    </dgm:pt>
    <dgm:pt modelId="{399DD0F2-0C84-421D-A33D-389F21D439A3}" type="pres">
      <dgm:prSet presAssocID="{7D568C79-1916-43E5-9905-E097205C4D39}" presName="hierChild4" presStyleCnt="0"/>
      <dgm:spPr/>
    </dgm:pt>
    <dgm:pt modelId="{6FC6ECD0-AA1A-4CDF-B0FE-73D61D434DB9}" type="pres">
      <dgm:prSet presAssocID="{7D568C79-1916-43E5-9905-E097205C4D39}" presName="hierChild5" presStyleCnt="0"/>
      <dgm:spPr/>
    </dgm:pt>
    <dgm:pt modelId="{D0324BF3-B4B7-4F53-833E-8F23F8DD0C14}" type="pres">
      <dgm:prSet presAssocID="{221903BB-1AF3-4C22-BD86-3565A8492D87}" presName="Name37" presStyleLbl="parChTrans1D3" presStyleIdx="9" presStyleCnt="12"/>
      <dgm:spPr/>
      <dgm:t>
        <a:bodyPr/>
        <a:lstStyle/>
        <a:p>
          <a:endParaRPr lang="en-US"/>
        </a:p>
      </dgm:t>
    </dgm:pt>
    <dgm:pt modelId="{094B6573-365F-431B-BEB2-DB27479282EE}" type="pres">
      <dgm:prSet presAssocID="{DDD8EADE-51FC-41DA-B1C3-C51F7BA809F7}" presName="hierRoot2" presStyleCnt="0">
        <dgm:presLayoutVars>
          <dgm:hierBranch val="init"/>
        </dgm:presLayoutVars>
      </dgm:prSet>
      <dgm:spPr/>
    </dgm:pt>
    <dgm:pt modelId="{E8029A6E-5B8F-4E54-B04E-40390989EDCB}" type="pres">
      <dgm:prSet presAssocID="{DDD8EADE-51FC-41DA-B1C3-C51F7BA809F7}" presName="rootComposite" presStyleCnt="0"/>
      <dgm:spPr/>
    </dgm:pt>
    <dgm:pt modelId="{07B3B996-0242-409B-86E6-7054C39B7304}" type="pres">
      <dgm:prSet presAssocID="{DDD8EADE-51FC-41DA-B1C3-C51F7BA809F7}" presName="rootText" presStyleLbl="node3" presStyleIdx="9" presStyleCnt="12" custScaleX="143635">
        <dgm:presLayoutVars>
          <dgm:chPref val="3"/>
        </dgm:presLayoutVars>
      </dgm:prSet>
      <dgm:spPr/>
      <dgm:t>
        <a:bodyPr/>
        <a:lstStyle/>
        <a:p>
          <a:endParaRPr lang="en-US"/>
        </a:p>
      </dgm:t>
    </dgm:pt>
    <dgm:pt modelId="{A2C40E75-E4B3-4A5B-A7E3-FE0B8B1FD4A1}" type="pres">
      <dgm:prSet presAssocID="{DDD8EADE-51FC-41DA-B1C3-C51F7BA809F7}" presName="rootConnector" presStyleLbl="node3" presStyleIdx="9" presStyleCnt="12"/>
      <dgm:spPr/>
      <dgm:t>
        <a:bodyPr/>
        <a:lstStyle/>
        <a:p>
          <a:endParaRPr lang="en-US"/>
        </a:p>
      </dgm:t>
    </dgm:pt>
    <dgm:pt modelId="{BCCB8DCC-ACC6-4D09-B821-47BDEAF6DEFD}" type="pres">
      <dgm:prSet presAssocID="{DDD8EADE-51FC-41DA-B1C3-C51F7BA809F7}" presName="hierChild4" presStyleCnt="0"/>
      <dgm:spPr/>
    </dgm:pt>
    <dgm:pt modelId="{39F85F71-F6BE-44E5-A831-9871329DD136}" type="pres">
      <dgm:prSet presAssocID="{DDD8EADE-51FC-41DA-B1C3-C51F7BA809F7}" presName="hierChild5" presStyleCnt="0"/>
      <dgm:spPr/>
    </dgm:pt>
    <dgm:pt modelId="{2D150FA1-FFAF-4DC9-929D-F57FF2583CF4}" type="pres">
      <dgm:prSet presAssocID="{FBC655BA-4B1F-4B20-BA42-457E44F74826}" presName="Name37" presStyleLbl="parChTrans1D3" presStyleIdx="10" presStyleCnt="12"/>
      <dgm:spPr/>
      <dgm:t>
        <a:bodyPr/>
        <a:lstStyle/>
        <a:p>
          <a:endParaRPr lang="en-US"/>
        </a:p>
      </dgm:t>
    </dgm:pt>
    <dgm:pt modelId="{0BD5762D-1F67-4B9B-B797-BB4DFC510089}" type="pres">
      <dgm:prSet presAssocID="{F918BD7D-9B1D-446F-AC17-5AB3037ADB8B}" presName="hierRoot2" presStyleCnt="0">
        <dgm:presLayoutVars>
          <dgm:hierBranch val="init"/>
        </dgm:presLayoutVars>
      </dgm:prSet>
      <dgm:spPr/>
    </dgm:pt>
    <dgm:pt modelId="{82D7387A-C52D-4405-8641-1C553B72F85E}" type="pres">
      <dgm:prSet presAssocID="{F918BD7D-9B1D-446F-AC17-5AB3037ADB8B}" presName="rootComposite" presStyleCnt="0"/>
      <dgm:spPr/>
    </dgm:pt>
    <dgm:pt modelId="{3424AB88-7D92-4E5F-A5B2-F9958554F485}" type="pres">
      <dgm:prSet presAssocID="{F918BD7D-9B1D-446F-AC17-5AB3037ADB8B}" presName="rootText" presStyleLbl="node3" presStyleIdx="10" presStyleCnt="12" custScaleX="143635">
        <dgm:presLayoutVars>
          <dgm:chPref val="3"/>
        </dgm:presLayoutVars>
      </dgm:prSet>
      <dgm:spPr/>
      <dgm:t>
        <a:bodyPr/>
        <a:lstStyle/>
        <a:p>
          <a:endParaRPr lang="en-US"/>
        </a:p>
      </dgm:t>
    </dgm:pt>
    <dgm:pt modelId="{E3BBFA01-97CF-40FC-BA2A-0DE0CFC5AD42}" type="pres">
      <dgm:prSet presAssocID="{F918BD7D-9B1D-446F-AC17-5AB3037ADB8B}" presName="rootConnector" presStyleLbl="node3" presStyleIdx="10" presStyleCnt="12"/>
      <dgm:spPr/>
      <dgm:t>
        <a:bodyPr/>
        <a:lstStyle/>
        <a:p>
          <a:endParaRPr lang="en-US"/>
        </a:p>
      </dgm:t>
    </dgm:pt>
    <dgm:pt modelId="{3D1F8B8B-AF15-436C-A339-0FB65E9EEB44}" type="pres">
      <dgm:prSet presAssocID="{F918BD7D-9B1D-446F-AC17-5AB3037ADB8B}" presName="hierChild4" presStyleCnt="0"/>
      <dgm:spPr/>
    </dgm:pt>
    <dgm:pt modelId="{002FD9BA-28D3-46D2-88C8-5D60E2C17B06}" type="pres">
      <dgm:prSet presAssocID="{F918BD7D-9B1D-446F-AC17-5AB3037ADB8B}" presName="hierChild5" presStyleCnt="0"/>
      <dgm:spPr/>
    </dgm:pt>
    <dgm:pt modelId="{3EFF15E5-1005-4CD4-A19E-D44C26A99A45}" type="pres">
      <dgm:prSet presAssocID="{086DEA17-1F29-40A5-9240-2C4381B1B633}" presName="Name37" presStyleLbl="parChTrans1D3" presStyleIdx="11" presStyleCnt="12"/>
      <dgm:spPr/>
      <dgm:t>
        <a:bodyPr/>
        <a:lstStyle/>
        <a:p>
          <a:endParaRPr lang="en-US"/>
        </a:p>
      </dgm:t>
    </dgm:pt>
    <dgm:pt modelId="{A64BFF2F-8A62-44A0-96D5-E39D907748B3}" type="pres">
      <dgm:prSet presAssocID="{07EF3D28-A317-4657-88D0-4D3EE597169C}" presName="hierRoot2" presStyleCnt="0">
        <dgm:presLayoutVars>
          <dgm:hierBranch val="init"/>
        </dgm:presLayoutVars>
      </dgm:prSet>
      <dgm:spPr/>
    </dgm:pt>
    <dgm:pt modelId="{4AC01007-BA5E-493C-AC0F-FA63F9CA486C}" type="pres">
      <dgm:prSet presAssocID="{07EF3D28-A317-4657-88D0-4D3EE597169C}" presName="rootComposite" presStyleCnt="0"/>
      <dgm:spPr/>
    </dgm:pt>
    <dgm:pt modelId="{016B6ADC-C0FE-4D4F-AA35-EA7832A3C2A4}" type="pres">
      <dgm:prSet presAssocID="{07EF3D28-A317-4657-88D0-4D3EE597169C}" presName="rootText" presStyleLbl="node3" presStyleIdx="11" presStyleCnt="12" custScaleX="143635">
        <dgm:presLayoutVars>
          <dgm:chPref val="3"/>
        </dgm:presLayoutVars>
      </dgm:prSet>
      <dgm:spPr/>
      <dgm:t>
        <a:bodyPr/>
        <a:lstStyle/>
        <a:p>
          <a:endParaRPr lang="en-US"/>
        </a:p>
      </dgm:t>
    </dgm:pt>
    <dgm:pt modelId="{11F71650-3E11-4CE9-8D62-08DA18DE7E74}" type="pres">
      <dgm:prSet presAssocID="{07EF3D28-A317-4657-88D0-4D3EE597169C}" presName="rootConnector" presStyleLbl="node3" presStyleIdx="11" presStyleCnt="12"/>
      <dgm:spPr/>
      <dgm:t>
        <a:bodyPr/>
        <a:lstStyle/>
        <a:p>
          <a:endParaRPr lang="en-US"/>
        </a:p>
      </dgm:t>
    </dgm:pt>
    <dgm:pt modelId="{E5686F4C-A71B-44D7-AFB0-D31F3AFE0737}" type="pres">
      <dgm:prSet presAssocID="{07EF3D28-A317-4657-88D0-4D3EE597169C}" presName="hierChild4" presStyleCnt="0"/>
      <dgm:spPr/>
    </dgm:pt>
    <dgm:pt modelId="{BF230AD8-12BD-4DA6-9B5E-48D3AC2C3685}" type="pres">
      <dgm:prSet presAssocID="{07EF3D28-A317-4657-88D0-4D3EE597169C}" presName="hierChild5" presStyleCnt="0"/>
      <dgm:spPr/>
    </dgm:pt>
    <dgm:pt modelId="{E9A486E8-3FB6-41A6-BD46-32EB689AD74B}" type="pres">
      <dgm:prSet presAssocID="{1F903EBE-540A-403B-AE13-6A09126352BD}" presName="hierChild5" presStyleCnt="0"/>
      <dgm:spPr/>
    </dgm:pt>
    <dgm:pt modelId="{E176ACEC-BD58-4170-B91A-1AA1D1DF77F0}" type="pres">
      <dgm:prSet presAssocID="{97ECD7F0-AF08-4202-8F6B-6035FCFA351C}" presName="Name37" presStyleLbl="parChTrans1D2" presStyleIdx="3" presStyleCnt="4"/>
      <dgm:spPr/>
      <dgm:t>
        <a:bodyPr/>
        <a:lstStyle/>
        <a:p>
          <a:endParaRPr lang="en-US"/>
        </a:p>
      </dgm:t>
    </dgm:pt>
    <dgm:pt modelId="{ECD4CC19-881A-44A6-9474-785CC0C059F4}" type="pres">
      <dgm:prSet presAssocID="{C23EE67C-7F77-47BA-A8B3-6493565ADACA}" presName="hierRoot2" presStyleCnt="0">
        <dgm:presLayoutVars>
          <dgm:hierBranch val="init"/>
        </dgm:presLayoutVars>
      </dgm:prSet>
      <dgm:spPr/>
    </dgm:pt>
    <dgm:pt modelId="{D3FBA0E9-F095-447B-899D-12FE1ACDB26A}" type="pres">
      <dgm:prSet presAssocID="{C23EE67C-7F77-47BA-A8B3-6493565ADACA}" presName="rootComposite" presStyleCnt="0"/>
      <dgm:spPr/>
    </dgm:pt>
    <dgm:pt modelId="{606E0F95-4779-4D9A-B606-9ABA993A565C}" type="pres">
      <dgm:prSet presAssocID="{C23EE67C-7F77-47BA-A8B3-6493565ADACA}" presName="rootText" presStyleLbl="node2" presStyleIdx="3" presStyleCnt="4" custScaleX="180805" custScaleY="124183">
        <dgm:presLayoutVars>
          <dgm:chPref val="3"/>
        </dgm:presLayoutVars>
      </dgm:prSet>
      <dgm:spPr/>
      <dgm:t>
        <a:bodyPr/>
        <a:lstStyle/>
        <a:p>
          <a:endParaRPr lang="en-US"/>
        </a:p>
      </dgm:t>
    </dgm:pt>
    <dgm:pt modelId="{D644AF87-ADF0-487B-AC77-4BAD17472D87}" type="pres">
      <dgm:prSet presAssocID="{C23EE67C-7F77-47BA-A8B3-6493565ADACA}" presName="rootConnector" presStyleLbl="node2" presStyleIdx="3" presStyleCnt="4"/>
      <dgm:spPr/>
      <dgm:t>
        <a:bodyPr/>
        <a:lstStyle/>
        <a:p>
          <a:endParaRPr lang="en-US"/>
        </a:p>
      </dgm:t>
    </dgm:pt>
    <dgm:pt modelId="{E8843230-B658-467E-ABDF-26AE593B8491}" type="pres">
      <dgm:prSet presAssocID="{C23EE67C-7F77-47BA-A8B3-6493565ADACA}" presName="hierChild4" presStyleCnt="0"/>
      <dgm:spPr/>
    </dgm:pt>
    <dgm:pt modelId="{328AA022-D844-486A-A579-E33311A2ACB8}" type="pres">
      <dgm:prSet presAssocID="{C23EE67C-7F77-47BA-A8B3-6493565ADACA}" presName="hierChild5" presStyleCnt="0"/>
      <dgm:spPr/>
    </dgm:pt>
    <dgm:pt modelId="{96DEF822-DC52-4FFC-82DA-389CD5B29657}" type="pres">
      <dgm:prSet presAssocID="{9E6404DC-1053-49D6-95EE-599A97C88DD3}" presName="hierChild3" presStyleCnt="0"/>
      <dgm:spPr/>
    </dgm:pt>
  </dgm:ptLst>
  <dgm:cxnLst>
    <dgm:cxn modelId="{382ACFA5-4FEC-4B73-B714-88039AC54C27}" type="presOf" srcId="{7D568C79-1916-43E5-9905-E097205C4D39}" destId="{B3891AA4-CED2-4E5D-B835-F39968FF3A2F}" srcOrd="0" destOrd="0" presId="urn:microsoft.com/office/officeart/2005/8/layout/orgChart1"/>
    <dgm:cxn modelId="{EEDD1D35-51A4-4EFC-BEC5-0B8F238E57D2}" srcId="{9286A5EC-F2A9-487D-8BF1-B96EEEFD636B}" destId="{F142DEDA-3202-4A6E-A872-744A36211997}" srcOrd="0" destOrd="0" parTransId="{588037F0-0B1A-4D72-81EB-CAFA026AEFB7}" sibTransId="{90D5C085-E7FD-409C-B728-A036C61691D1}"/>
    <dgm:cxn modelId="{B6ED6959-D36F-40C1-BB7A-D25AABCCA5A0}" srcId="{1F903EBE-540A-403B-AE13-6A09126352BD}" destId="{E9C886F1-1EBC-4EBC-BB4B-24DF341523A6}" srcOrd="1" destOrd="0" parTransId="{5E8DD444-C688-4780-A5F0-D4A4181FBDCC}" sibTransId="{677365F0-85D2-4516-9D4D-C1E5444A6324}"/>
    <dgm:cxn modelId="{72309A76-8804-483F-AA83-4B4E7D8ECB50}" type="presOf" srcId="{DDD8EADE-51FC-41DA-B1C3-C51F7BA809F7}" destId="{A2C40E75-E4B3-4A5B-A7E3-FE0B8B1FD4A1}" srcOrd="1" destOrd="0" presId="urn:microsoft.com/office/officeart/2005/8/layout/orgChart1"/>
    <dgm:cxn modelId="{76FE0A3B-1FB2-47AB-A803-192EED8CF4A6}" srcId="{620DD3EC-BDCD-468B-B566-7FE2B848507E}" destId="{ED538FBE-6130-45A2-A1D0-5DEB03E796E8}" srcOrd="1" destOrd="0" parTransId="{8BEDDD51-476B-4EA3-BB0E-02C6B68708C7}" sibTransId="{35D97104-0716-450A-B2F9-D53D45C2A7A7}"/>
    <dgm:cxn modelId="{07AB8472-A651-48C8-9CF2-00815F444309}" type="presOf" srcId="{9E6404DC-1053-49D6-95EE-599A97C88DD3}" destId="{0F3C8968-31FF-46A5-BCB3-A2E771257413}" srcOrd="0" destOrd="0" presId="urn:microsoft.com/office/officeart/2005/8/layout/orgChart1"/>
    <dgm:cxn modelId="{3AA2732E-E1F3-4BD5-9990-5D30D82B08ED}" srcId="{9E6404DC-1053-49D6-95EE-599A97C88DD3}" destId="{1F903EBE-540A-403B-AE13-6A09126352BD}" srcOrd="2" destOrd="0" parTransId="{248E9311-DF61-4B0E-BD57-16AE2D707A60}" sibTransId="{BB52F0E9-3899-452E-BFB9-D8344A4C6147}"/>
    <dgm:cxn modelId="{6373D955-0F50-43B1-B0B8-2C1B9D17A2DE}" srcId="{1F903EBE-540A-403B-AE13-6A09126352BD}" destId="{7D568C79-1916-43E5-9905-E097205C4D39}" srcOrd="2" destOrd="0" parTransId="{D1F0C13B-93BF-4ACB-AF9F-ABC4B66FC4AA}" sibTransId="{3D143CE4-1E3D-443E-A128-7CA0F1DEAE26}"/>
    <dgm:cxn modelId="{35BA6A19-C82C-4D32-8D6F-0E90A0267519}" type="presOf" srcId="{F142DEDA-3202-4A6E-A872-744A36211997}" destId="{28A90088-1D74-4647-BC3B-F17F2E584608}" srcOrd="0" destOrd="0" presId="urn:microsoft.com/office/officeart/2005/8/layout/orgChart1"/>
    <dgm:cxn modelId="{1EC82FDF-DEB7-4D50-9C29-27BC7BD7F60F}" srcId="{9E6404DC-1053-49D6-95EE-599A97C88DD3}" destId="{C23EE67C-7F77-47BA-A8B3-6493565ADACA}" srcOrd="3" destOrd="0" parTransId="{97ECD7F0-AF08-4202-8F6B-6035FCFA351C}" sibTransId="{81688764-0848-43B4-A2D6-8E904026A524}"/>
    <dgm:cxn modelId="{4C35333B-E2CE-49B4-8E8B-065145550125}" srcId="{1F903EBE-540A-403B-AE13-6A09126352BD}" destId="{68F0BB4A-4CA0-4481-8397-108E86A12DA4}" srcOrd="0" destOrd="0" parTransId="{ED5ECDE6-7B87-4768-B1AE-20C55CA1EA8F}" sibTransId="{A0B2EC27-08AF-4A70-911E-D73503EF8DD4}"/>
    <dgm:cxn modelId="{3D68C786-1F3B-4085-9CAE-62FEDF7F166A}" type="presOf" srcId="{F918BD7D-9B1D-446F-AC17-5AB3037ADB8B}" destId="{E3BBFA01-97CF-40FC-BA2A-0DE0CFC5AD42}" srcOrd="1" destOrd="0" presId="urn:microsoft.com/office/officeart/2005/8/layout/orgChart1"/>
    <dgm:cxn modelId="{1486D8BE-4305-4E22-A20F-C56F1D289556}" type="presOf" srcId="{CC7928C2-579C-44D0-AB38-88BC756CAA0E}" destId="{2AB4BF43-9ACD-420F-8CEE-B70EB4712527}" srcOrd="1" destOrd="0" presId="urn:microsoft.com/office/officeart/2005/8/layout/orgChart1"/>
    <dgm:cxn modelId="{D0A5C4B2-885D-488E-B082-4F1A6012C227}" type="presOf" srcId="{E9C886F1-1EBC-4EBC-BB4B-24DF341523A6}" destId="{F734AC47-D381-46DB-B2D4-DC1F52ACEE63}" srcOrd="0" destOrd="0" presId="urn:microsoft.com/office/officeart/2005/8/layout/orgChart1"/>
    <dgm:cxn modelId="{884C4DEA-A29D-4416-9103-F85108CE2F55}" type="presOf" srcId="{68F0BB4A-4CA0-4481-8397-108E86A12DA4}" destId="{B3DA1D68-D7FF-4520-90A3-C4A2EA0D76C0}" srcOrd="0" destOrd="0" presId="urn:microsoft.com/office/officeart/2005/8/layout/orgChart1"/>
    <dgm:cxn modelId="{2AA24D5C-C570-46DE-A92C-65CA8AC90A51}" type="presOf" srcId="{E9C886F1-1EBC-4EBC-BB4B-24DF341523A6}" destId="{6D311FDB-5969-4C7C-819C-7A85F8D1C126}" srcOrd="1" destOrd="0" presId="urn:microsoft.com/office/officeart/2005/8/layout/orgChart1"/>
    <dgm:cxn modelId="{F7EBFBCF-F59C-4BE1-9661-E7D0E9B3F603}" type="presOf" srcId="{ED538FBE-6130-45A2-A1D0-5DEB03E796E8}" destId="{83491CF3-E0A8-41F0-8748-5B85D6C90040}"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1156A01B-7671-46A9-9963-48C4D97BCF3E}" type="presOf" srcId="{086DEA17-1F29-40A5-9240-2C4381B1B633}" destId="{3EFF15E5-1005-4CD4-A19E-D44C26A99A45}"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F29C2B4A-4A32-488D-B3C6-F39504D2CFE6}" type="presOf" srcId="{552219B0-29E3-4A6C-90E3-BE0B83069EBC}" destId="{44F89C81-6EDD-4313-B033-6AFE4A6B1597}" srcOrd="1" destOrd="0" presId="urn:microsoft.com/office/officeart/2005/8/layout/orgChart1"/>
    <dgm:cxn modelId="{5E7B5BD3-D5C7-4329-8C95-CB1074033A3D}" type="presOf" srcId="{1F903EBE-540A-403B-AE13-6A09126352BD}" destId="{B4DA07B5-29B3-4442-A69E-055EEC652BE8}"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EC784541-9543-429B-96E9-D4C7608BD5BD}" type="presOf" srcId="{CC7928C2-579C-44D0-AB38-88BC756CAA0E}" destId="{4140A25E-4F9D-44DB-85AB-432AE99FA579}" srcOrd="0" destOrd="0" presId="urn:microsoft.com/office/officeart/2005/8/layout/orgChart1"/>
    <dgm:cxn modelId="{0889C6DA-DE3D-4EEE-8208-B33A7D302002}" type="presOf" srcId="{3C73C88C-ADAC-4E8D-8259-4FBC3819D296}" destId="{22A06763-7CD0-41E0-8047-44C9999C84AA}" srcOrd="0" destOrd="0" presId="urn:microsoft.com/office/officeart/2005/8/layout/orgChart1"/>
    <dgm:cxn modelId="{5317F623-2ED8-4710-AC15-800675E39B10}" type="presOf" srcId="{248E9311-DF61-4B0E-BD57-16AE2D707A60}" destId="{76E33A9D-9480-40FB-A4DF-EE1E2E7E401E}" srcOrd="0" destOrd="0" presId="urn:microsoft.com/office/officeart/2005/8/layout/orgChart1"/>
    <dgm:cxn modelId="{160F43E5-50FA-4D4B-B561-C1D8ED4375E8}" type="presOf" srcId="{F918BD7D-9B1D-446F-AC17-5AB3037ADB8B}" destId="{3424AB88-7D92-4E5F-A5B2-F9958554F485}" srcOrd="0" destOrd="0" presId="urn:microsoft.com/office/officeart/2005/8/layout/orgChart1"/>
    <dgm:cxn modelId="{5F7DB5C3-B355-4F57-8A7E-F3CD6853FA97}" type="presOf" srcId="{ED5ECDE6-7B87-4768-B1AE-20C55CA1EA8F}" destId="{0207D2DC-D98D-48DB-A444-1B3BB3C111EF}" srcOrd="0" destOrd="0" presId="urn:microsoft.com/office/officeart/2005/8/layout/orgChart1"/>
    <dgm:cxn modelId="{B8E5222C-DCED-48D0-BAA8-950F084BCDAB}" type="presOf" srcId="{97ECD7F0-AF08-4202-8F6B-6035FCFA351C}" destId="{E176ACEC-BD58-4170-B91A-1AA1D1DF77F0}" srcOrd="0" destOrd="0" presId="urn:microsoft.com/office/officeart/2005/8/layout/orgChart1"/>
    <dgm:cxn modelId="{7506067E-541A-4A3A-B687-F79671A6EB44}" type="presOf" srcId="{D723B879-676C-4614-8859-D09DEFF2A3B3}" destId="{8BF33A23-B9E7-4732-917C-5D66B726362F}" srcOrd="0" destOrd="0" presId="urn:microsoft.com/office/officeart/2005/8/layout/orgChart1"/>
    <dgm:cxn modelId="{B0911044-8F6E-4BC6-A815-4D5369F405ED}" type="presOf" srcId="{A2275AAE-D67F-4B48-809F-43E648A9868F}" destId="{DB2B6368-5A8B-4732-8055-E965E07397C0}" srcOrd="0" destOrd="0" presId="urn:microsoft.com/office/officeart/2005/8/layout/orgChart1"/>
    <dgm:cxn modelId="{FB87CBE7-A783-49FA-9FDC-C388EA88CADE}" type="presOf" srcId="{F142DEDA-3202-4A6E-A872-744A36211997}" destId="{D62CADF8-24AE-4E16-B362-DFB8C42A8D00}" srcOrd="1" destOrd="0" presId="urn:microsoft.com/office/officeart/2005/8/layout/orgChart1"/>
    <dgm:cxn modelId="{2A7A2E8B-4E91-4769-93B9-65EF55884A61}" type="presOf" srcId="{1947618A-5736-4E7D-A7B1-0535566E666C}" destId="{EF3A83E1-5846-4AE9-8B47-6582C37CA326}" srcOrd="0" destOrd="0" presId="urn:microsoft.com/office/officeart/2005/8/layout/orgChart1"/>
    <dgm:cxn modelId="{F83BB6A7-9516-4C1D-8798-50865EBB342D}" type="presOf" srcId="{5E8DD444-C688-4780-A5F0-D4A4181FBDCC}" destId="{EDAAD592-AB88-4251-977A-23D417AF9F0E}" srcOrd="0" destOrd="0" presId="urn:microsoft.com/office/officeart/2005/8/layout/orgChart1"/>
    <dgm:cxn modelId="{25EED1B2-48FC-49EA-9324-9D54A4FF5527}" srcId="{1F903EBE-540A-403B-AE13-6A09126352BD}" destId="{07EF3D28-A317-4657-88D0-4D3EE597169C}" srcOrd="5" destOrd="0" parTransId="{086DEA17-1F29-40A5-9240-2C4381B1B633}" sibTransId="{05BEF573-3B63-48B1-9D3A-7BA068306B4F}"/>
    <dgm:cxn modelId="{951A2031-AB8B-4B32-AFE8-798A1065B0A3}" type="presOf" srcId="{35F2611B-0442-443A-B647-B82B7382EA23}" destId="{8C7C57BC-0E68-4E25-9D4A-D3542769DA95}" srcOrd="0" destOrd="0" presId="urn:microsoft.com/office/officeart/2005/8/layout/orgChart1"/>
    <dgm:cxn modelId="{2D45FC77-4AED-4DE6-8379-E523C1F99EFC}" srcId="{620DD3EC-BDCD-468B-B566-7FE2B848507E}" destId="{CC7928C2-579C-44D0-AB38-88BC756CAA0E}" srcOrd="2" destOrd="0" parTransId="{35F2611B-0442-443A-B647-B82B7382EA23}" sibTransId="{A433C3AB-C870-42AA-B57A-E43B2BF3718E}"/>
    <dgm:cxn modelId="{48FB7E41-4DCE-49A7-8A59-30799E27CFF1}" srcId="{9286A5EC-F2A9-487D-8BF1-B96EEEFD636B}" destId="{1947618A-5736-4E7D-A7B1-0535566E666C}" srcOrd="1" destOrd="0" parTransId="{3C73C88C-ADAC-4E8D-8259-4FBC3819D296}" sibTransId="{4AA8505F-D096-4A68-B858-481E0AB908C1}"/>
    <dgm:cxn modelId="{55322DC1-D5BB-4947-91D3-C49D83A86839}" srcId="{9E6404DC-1053-49D6-95EE-599A97C88DD3}" destId="{620DD3EC-BDCD-468B-B566-7FE2B848507E}" srcOrd="1" destOrd="0" parTransId="{F0764DAA-254D-4C3C-9708-669D5BF5A337}" sibTransId="{61B96E30-C56F-4FDE-AA00-908E8835534F}"/>
    <dgm:cxn modelId="{D58A6A88-4760-4BEC-8A98-05B8C39BBD3D}" type="presOf" srcId="{1A65A4D7-7720-45CB-8279-86EBD3407E97}" destId="{11077618-9302-474C-8482-1BBB83E3AEF1}" srcOrd="0" destOrd="0" presId="urn:microsoft.com/office/officeart/2005/8/layout/orgChart1"/>
    <dgm:cxn modelId="{1BE63F17-524D-4202-9AF7-552C4412A30A}" type="presOf" srcId="{07EF3D28-A317-4657-88D0-4D3EE597169C}" destId="{016B6ADC-C0FE-4D4F-AA35-EA7832A3C2A4}" srcOrd="0" destOrd="0" presId="urn:microsoft.com/office/officeart/2005/8/layout/orgChart1"/>
    <dgm:cxn modelId="{E02EA1F9-1612-4512-A3FC-DB19B79AC42C}" type="presOf" srcId="{588037F0-0B1A-4D72-81EB-CAFA026AEFB7}" destId="{06A5B176-3147-4D45-9EF8-CF91B612166F}" srcOrd="0" destOrd="0" presId="urn:microsoft.com/office/officeart/2005/8/layout/orgChart1"/>
    <dgm:cxn modelId="{4CF36AB0-83A9-4CD1-9F6C-54F7A6E3A79C}" srcId="{9286A5EC-F2A9-487D-8BF1-B96EEEFD636B}" destId="{C6E4FEDD-12A9-48D1-836A-71DF2EBCFFAD}" srcOrd="2" destOrd="0" parTransId="{A2275AAE-D67F-4B48-809F-43E648A9868F}" sibTransId="{795C140E-55F9-45B3-A3C9-9055A88BB7F4}"/>
    <dgm:cxn modelId="{1EAD89EE-11AC-458E-AFDE-D65B78D7EF55}" type="presOf" srcId="{9286A5EC-F2A9-487D-8BF1-B96EEEFD636B}" destId="{A10B8E6A-AEE1-4C2B-8634-C515AEDBA0E5}" srcOrd="1" destOrd="0" presId="urn:microsoft.com/office/officeart/2005/8/layout/orgChart1"/>
    <dgm:cxn modelId="{93FEA3B8-9DAD-49BC-ADFD-35FE642EE81D}" srcId="{1F903EBE-540A-403B-AE13-6A09126352BD}" destId="{DDD8EADE-51FC-41DA-B1C3-C51F7BA809F7}" srcOrd="3" destOrd="0" parTransId="{221903BB-1AF3-4C22-BD86-3565A8492D87}" sibTransId="{B176D27C-065E-4FB8-83B9-D076CB82B0A3}"/>
    <dgm:cxn modelId="{C6049956-7336-4081-81A6-7DCD9A0A0EF0}" type="presOf" srcId="{1947618A-5736-4E7D-A7B1-0535566E666C}" destId="{3FADC6AF-5D4B-418A-9301-DABA5E048E22}" srcOrd="1" destOrd="0" presId="urn:microsoft.com/office/officeart/2005/8/layout/orgChart1"/>
    <dgm:cxn modelId="{EE297BEA-8C41-4EE2-A17D-333BFD061168}" srcId="{1F903EBE-540A-403B-AE13-6A09126352BD}" destId="{F918BD7D-9B1D-446F-AC17-5AB3037ADB8B}" srcOrd="4" destOrd="0" parTransId="{FBC655BA-4B1F-4B20-BA42-457E44F74826}" sibTransId="{72C144CE-88A1-4AB8-940D-4E562718C8E9}"/>
    <dgm:cxn modelId="{6642CCA2-4878-44B3-8B07-8E7CD09647F0}" type="presOf" srcId="{C23EE67C-7F77-47BA-A8B3-6493565ADACA}" destId="{606E0F95-4779-4D9A-B606-9ABA993A565C}" srcOrd="0" destOrd="0" presId="urn:microsoft.com/office/officeart/2005/8/layout/orgChart1"/>
    <dgm:cxn modelId="{FBC12E2C-619E-4599-B915-B968A89A0229}" type="presOf" srcId="{ED538FBE-6130-45A2-A1D0-5DEB03E796E8}" destId="{5988ED23-194C-42E1-88AB-8E72A53BDC23}" srcOrd="1" destOrd="0" presId="urn:microsoft.com/office/officeart/2005/8/layout/orgChart1"/>
    <dgm:cxn modelId="{AD9F87D7-A319-4C27-B975-8FCB8E483075}" type="presOf" srcId="{7D568C79-1916-43E5-9905-E097205C4D39}" destId="{1B24A96F-0D5E-450F-8554-069FEBBBAD7E}" srcOrd="1" destOrd="0" presId="urn:microsoft.com/office/officeart/2005/8/layout/orgChart1"/>
    <dgm:cxn modelId="{0FF29E4C-22D2-46FF-AD8B-26FB5CDCCBD6}" type="presOf" srcId="{D1F0C13B-93BF-4ACB-AF9F-ABC4B66FC4AA}" destId="{BC27900B-7779-4F49-8E91-BB9DEB5AF639}" srcOrd="0" destOrd="0" presId="urn:microsoft.com/office/officeart/2005/8/layout/orgChart1"/>
    <dgm:cxn modelId="{81ECBBE0-B641-4AE9-A53F-16A71BDFB9C1}" srcId="{620DD3EC-BDCD-468B-B566-7FE2B848507E}" destId="{552219B0-29E3-4A6C-90E3-BE0B83069EBC}" srcOrd="0" destOrd="0" parTransId="{D723B879-676C-4614-8859-D09DEFF2A3B3}" sibTransId="{3AAC379C-C229-429B-B8C5-9157680B919C}"/>
    <dgm:cxn modelId="{9A4FA522-DF7B-468A-A16B-454B0C588F6A}" type="presOf" srcId="{221903BB-1AF3-4C22-BD86-3565A8492D87}" destId="{D0324BF3-B4B7-4F53-833E-8F23F8DD0C14}"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08220F55-0022-4163-B6D3-DE6DA7CEA7B7}" type="presOf" srcId="{07EF3D28-A317-4657-88D0-4D3EE597169C}" destId="{11F71650-3E11-4CE9-8D62-08DA18DE7E74}" srcOrd="1" destOrd="0" presId="urn:microsoft.com/office/officeart/2005/8/layout/orgChart1"/>
    <dgm:cxn modelId="{E801AA6E-DB7A-4541-B3C9-B8952207E323}" type="presOf" srcId="{FBC655BA-4B1F-4B20-BA42-457E44F74826}" destId="{2D150FA1-FFAF-4DC9-929D-F57FF2583CF4}" srcOrd="0" destOrd="0" presId="urn:microsoft.com/office/officeart/2005/8/layout/orgChart1"/>
    <dgm:cxn modelId="{CB68B546-D650-4DCA-9255-1CB1A0FF4B7C}" type="presOf" srcId="{C6E4FEDD-12A9-48D1-836A-71DF2EBCFFAD}" destId="{DAD0AE31-2183-4883-A49E-5AC8784C4DC1}" srcOrd="1" destOrd="0" presId="urn:microsoft.com/office/officeart/2005/8/layout/orgChart1"/>
    <dgm:cxn modelId="{D5051094-61BC-42D3-BB85-5E5FB0D22CFE}" type="presOf" srcId="{1F903EBE-540A-403B-AE13-6A09126352BD}" destId="{746FE1B3-37E8-4050-B0B7-5668D5D7D118}"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7359E945-01BA-4E16-B972-28F6D00360AA}" type="presOf" srcId="{68F0BB4A-4CA0-4481-8397-108E86A12DA4}" destId="{D0721C6D-93AC-4B26-927C-A61DADEBA9AA}" srcOrd="1" destOrd="0" presId="urn:microsoft.com/office/officeart/2005/8/layout/orgChart1"/>
    <dgm:cxn modelId="{AE14CFFB-847C-47C2-AD81-3283D1816372}" type="presOf" srcId="{8BEDDD51-476B-4EA3-BB0E-02C6B68708C7}" destId="{F406B8EB-44F2-47F3-AF73-B274E07D3437}" srcOrd="0" destOrd="0" presId="urn:microsoft.com/office/officeart/2005/8/layout/orgChart1"/>
    <dgm:cxn modelId="{01FAF066-6697-4A16-A34C-B61F6B7DAE7C}" type="presOf" srcId="{552219B0-29E3-4A6C-90E3-BE0B83069EBC}" destId="{9449DAAE-E410-44C5-A07D-A0445C0B7E6B}" srcOrd="0" destOrd="0" presId="urn:microsoft.com/office/officeart/2005/8/layout/orgChart1"/>
    <dgm:cxn modelId="{8EC2A9D1-3DF1-4895-BBD2-94732DC9E3D1}" type="presOf" srcId="{C23EE67C-7F77-47BA-A8B3-6493565ADACA}" destId="{D644AF87-ADF0-487B-AC77-4BAD17472D87}" srcOrd="1" destOrd="0" presId="urn:microsoft.com/office/officeart/2005/8/layout/orgChart1"/>
    <dgm:cxn modelId="{0B3BBB72-B6E0-4D55-B3C6-69C50EC751CB}" type="presOf" srcId="{C6E4FEDD-12A9-48D1-836A-71DF2EBCFFAD}" destId="{A792E48B-E59F-426E-B59E-25883EE0DF31}" srcOrd="0" destOrd="0" presId="urn:microsoft.com/office/officeart/2005/8/layout/orgChart1"/>
    <dgm:cxn modelId="{84F46A8B-AE61-4014-8136-DEEEA1B8EA49}" type="presOf" srcId="{DDD8EADE-51FC-41DA-B1C3-C51F7BA809F7}" destId="{07B3B996-0242-409B-86E6-7054C39B7304}"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67495CB3-FF0D-437B-A75F-D818BF677556}" type="presParOf" srcId="{C9264EDA-91B6-4FAE-AFE6-AFC29BE66386}" destId="{06A5B176-3147-4D45-9EF8-CF91B612166F}" srcOrd="0" destOrd="0" presId="urn:microsoft.com/office/officeart/2005/8/layout/orgChart1"/>
    <dgm:cxn modelId="{41338C89-1E6D-49CB-AA27-377383737EC7}" type="presParOf" srcId="{C9264EDA-91B6-4FAE-AFE6-AFC29BE66386}" destId="{A1823CA7-FCBA-4115-A337-66BE02B03547}" srcOrd="1" destOrd="0" presId="urn:microsoft.com/office/officeart/2005/8/layout/orgChart1"/>
    <dgm:cxn modelId="{CA65C1DA-4730-4949-B129-ECBC45F854A2}" type="presParOf" srcId="{A1823CA7-FCBA-4115-A337-66BE02B03547}" destId="{80E2B167-EDC3-4945-9077-5283EEF70EE4}" srcOrd="0" destOrd="0" presId="urn:microsoft.com/office/officeart/2005/8/layout/orgChart1"/>
    <dgm:cxn modelId="{04FAEB99-2DE4-4EA9-A7A2-78ABF19A7527}" type="presParOf" srcId="{80E2B167-EDC3-4945-9077-5283EEF70EE4}" destId="{28A90088-1D74-4647-BC3B-F17F2E584608}" srcOrd="0" destOrd="0" presId="urn:microsoft.com/office/officeart/2005/8/layout/orgChart1"/>
    <dgm:cxn modelId="{A4952F88-F6B7-489A-9049-87D4F65F9DBC}" type="presParOf" srcId="{80E2B167-EDC3-4945-9077-5283EEF70EE4}" destId="{D62CADF8-24AE-4E16-B362-DFB8C42A8D00}" srcOrd="1" destOrd="0" presId="urn:microsoft.com/office/officeart/2005/8/layout/orgChart1"/>
    <dgm:cxn modelId="{9143A6CF-7648-4C1D-9813-A5ACFD9FA4A5}" type="presParOf" srcId="{A1823CA7-FCBA-4115-A337-66BE02B03547}" destId="{D2D25354-BC15-441D-9C43-4E22F84DF7E3}" srcOrd="1" destOrd="0" presId="urn:microsoft.com/office/officeart/2005/8/layout/orgChart1"/>
    <dgm:cxn modelId="{70289677-024D-4C85-A511-A5EEA95E9AE4}" type="presParOf" srcId="{A1823CA7-FCBA-4115-A337-66BE02B03547}" destId="{42C6C630-1192-4F5E-B919-40B53C299E86}" srcOrd="2" destOrd="0" presId="urn:microsoft.com/office/officeart/2005/8/layout/orgChart1"/>
    <dgm:cxn modelId="{0213BD88-CC4A-423F-B2CA-EC0EB11F5F5E}" type="presParOf" srcId="{C9264EDA-91B6-4FAE-AFE6-AFC29BE66386}" destId="{22A06763-7CD0-41E0-8047-44C9999C84AA}" srcOrd="2" destOrd="0" presId="urn:microsoft.com/office/officeart/2005/8/layout/orgChart1"/>
    <dgm:cxn modelId="{AAFCFB26-61CE-45AA-8DA7-BE3C44890855}" type="presParOf" srcId="{C9264EDA-91B6-4FAE-AFE6-AFC29BE66386}" destId="{EBCD387B-99F5-420E-AC68-BB5DDA55274F}" srcOrd="3" destOrd="0" presId="urn:microsoft.com/office/officeart/2005/8/layout/orgChart1"/>
    <dgm:cxn modelId="{4B7EA589-DE0F-4FF9-A09D-C14F9966DCC3}" type="presParOf" srcId="{EBCD387B-99F5-420E-AC68-BB5DDA55274F}" destId="{1FCE71FC-8197-4D43-AEA9-42AE00FBE624}" srcOrd="0" destOrd="0" presId="urn:microsoft.com/office/officeart/2005/8/layout/orgChart1"/>
    <dgm:cxn modelId="{5EBD661D-FFB5-4F13-8C2A-B9576821D9D8}" type="presParOf" srcId="{1FCE71FC-8197-4D43-AEA9-42AE00FBE624}" destId="{EF3A83E1-5846-4AE9-8B47-6582C37CA326}" srcOrd="0" destOrd="0" presId="urn:microsoft.com/office/officeart/2005/8/layout/orgChart1"/>
    <dgm:cxn modelId="{BC151465-B34A-4D30-9F19-902583914513}" type="presParOf" srcId="{1FCE71FC-8197-4D43-AEA9-42AE00FBE624}" destId="{3FADC6AF-5D4B-418A-9301-DABA5E048E22}" srcOrd="1" destOrd="0" presId="urn:microsoft.com/office/officeart/2005/8/layout/orgChart1"/>
    <dgm:cxn modelId="{E0E7DC59-395E-46D7-986C-9986C927AB0B}" type="presParOf" srcId="{EBCD387B-99F5-420E-AC68-BB5DDA55274F}" destId="{AC56E703-D854-4DBA-8A21-3B81398E67CB}" srcOrd="1" destOrd="0" presId="urn:microsoft.com/office/officeart/2005/8/layout/orgChart1"/>
    <dgm:cxn modelId="{EF9B5A66-E7F9-4885-95D7-3B62711ABF10}" type="presParOf" srcId="{EBCD387B-99F5-420E-AC68-BB5DDA55274F}" destId="{578E88AA-3D50-4523-B7AE-4BD9067055A6}" srcOrd="2" destOrd="0" presId="urn:microsoft.com/office/officeart/2005/8/layout/orgChart1"/>
    <dgm:cxn modelId="{D30ECCA2-F811-4DC7-B28C-2FA0FC0AD80E}" type="presParOf" srcId="{C9264EDA-91B6-4FAE-AFE6-AFC29BE66386}" destId="{DB2B6368-5A8B-4732-8055-E965E07397C0}" srcOrd="4" destOrd="0" presId="urn:microsoft.com/office/officeart/2005/8/layout/orgChart1"/>
    <dgm:cxn modelId="{EC428D3C-2588-495F-9B7A-DA89A9EEFEA4}" type="presParOf" srcId="{C9264EDA-91B6-4FAE-AFE6-AFC29BE66386}" destId="{10ED47C6-871B-4007-A5DC-62A5247B2425}" srcOrd="5" destOrd="0" presId="urn:microsoft.com/office/officeart/2005/8/layout/orgChart1"/>
    <dgm:cxn modelId="{9D3CB415-D6A7-43B3-8566-87AAD0D15B4F}" type="presParOf" srcId="{10ED47C6-871B-4007-A5DC-62A5247B2425}" destId="{C4E59A2D-46A6-472A-A135-9FD96DE9094E}" srcOrd="0" destOrd="0" presId="urn:microsoft.com/office/officeart/2005/8/layout/orgChart1"/>
    <dgm:cxn modelId="{3D48A76E-938C-434B-87D6-42B057EA6664}" type="presParOf" srcId="{C4E59A2D-46A6-472A-A135-9FD96DE9094E}" destId="{A792E48B-E59F-426E-B59E-25883EE0DF31}" srcOrd="0" destOrd="0" presId="urn:microsoft.com/office/officeart/2005/8/layout/orgChart1"/>
    <dgm:cxn modelId="{04C2AF53-0DBD-4190-9D1B-F528CB7CB658}" type="presParOf" srcId="{C4E59A2D-46A6-472A-A135-9FD96DE9094E}" destId="{DAD0AE31-2183-4883-A49E-5AC8784C4DC1}" srcOrd="1" destOrd="0" presId="urn:microsoft.com/office/officeart/2005/8/layout/orgChart1"/>
    <dgm:cxn modelId="{0463A7B3-25D7-475E-9ABB-6BB13345CBA6}" type="presParOf" srcId="{10ED47C6-871B-4007-A5DC-62A5247B2425}" destId="{30D38FA1-1E02-48DD-B1AA-A55491320D4D}" srcOrd="1" destOrd="0" presId="urn:microsoft.com/office/officeart/2005/8/layout/orgChart1"/>
    <dgm:cxn modelId="{67B14FAD-4522-44B7-8F26-974A59E00A25}" type="presParOf" srcId="{10ED47C6-871B-4007-A5DC-62A5247B2425}" destId="{8C57470D-AF64-46DA-A3D7-6AD4BB371FAF}"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D5FE90A-5A76-4746-A0E6-6E5DCD06734D}" type="presParOf" srcId="{4C592C92-3156-443C-BB98-9204DFF01F72}" destId="{8BF33A23-B9E7-4732-917C-5D66B726362F}" srcOrd="0" destOrd="0" presId="urn:microsoft.com/office/officeart/2005/8/layout/orgChart1"/>
    <dgm:cxn modelId="{DDD2DA3D-5A91-4E8F-B0C3-FC2CB0352C2C}" type="presParOf" srcId="{4C592C92-3156-443C-BB98-9204DFF01F72}" destId="{20C774D7-4094-42B3-BC8F-AB5D0586E671}" srcOrd="1" destOrd="0" presId="urn:microsoft.com/office/officeart/2005/8/layout/orgChart1"/>
    <dgm:cxn modelId="{ABA6A3AD-A1B1-40A5-BE8D-12862AB27A08}" type="presParOf" srcId="{20C774D7-4094-42B3-BC8F-AB5D0586E671}" destId="{B158E239-C176-4132-B1BA-6C1E7461F09C}" srcOrd="0" destOrd="0" presId="urn:microsoft.com/office/officeart/2005/8/layout/orgChart1"/>
    <dgm:cxn modelId="{882CDF62-AD7B-4F87-B134-424062227C48}" type="presParOf" srcId="{B158E239-C176-4132-B1BA-6C1E7461F09C}" destId="{9449DAAE-E410-44C5-A07D-A0445C0B7E6B}" srcOrd="0" destOrd="0" presId="urn:microsoft.com/office/officeart/2005/8/layout/orgChart1"/>
    <dgm:cxn modelId="{EA654119-2C8F-4500-9717-999EDB31627C}" type="presParOf" srcId="{B158E239-C176-4132-B1BA-6C1E7461F09C}" destId="{44F89C81-6EDD-4313-B033-6AFE4A6B1597}" srcOrd="1" destOrd="0" presId="urn:microsoft.com/office/officeart/2005/8/layout/orgChart1"/>
    <dgm:cxn modelId="{23504326-4C99-4969-926C-16EDD405C94A}" type="presParOf" srcId="{20C774D7-4094-42B3-BC8F-AB5D0586E671}" destId="{131D6045-90D5-4A9B-AF7A-E47E958A6183}" srcOrd="1" destOrd="0" presId="urn:microsoft.com/office/officeart/2005/8/layout/orgChart1"/>
    <dgm:cxn modelId="{3589BF7E-629D-432D-B0CA-9280AF8AD34B}" type="presParOf" srcId="{20C774D7-4094-42B3-BC8F-AB5D0586E671}" destId="{61412022-130F-4D56-8A65-CD43AA487E99}" srcOrd="2" destOrd="0" presId="urn:microsoft.com/office/officeart/2005/8/layout/orgChart1"/>
    <dgm:cxn modelId="{F7165D72-C397-49FF-AA57-F1053CC21428}" type="presParOf" srcId="{4C592C92-3156-443C-BB98-9204DFF01F72}" destId="{F406B8EB-44F2-47F3-AF73-B274E07D3437}" srcOrd="2" destOrd="0" presId="urn:microsoft.com/office/officeart/2005/8/layout/orgChart1"/>
    <dgm:cxn modelId="{D8C6607F-B09C-4018-B817-865CEA59403E}" type="presParOf" srcId="{4C592C92-3156-443C-BB98-9204DFF01F72}" destId="{08BDD783-C5F3-4CB7-BB56-E729433DE263}" srcOrd="3" destOrd="0" presId="urn:microsoft.com/office/officeart/2005/8/layout/orgChart1"/>
    <dgm:cxn modelId="{049F9D1B-7437-4921-B1B6-76843CD25A7C}" type="presParOf" srcId="{08BDD783-C5F3-4CB7-BB56-E729433DE263}" destId="{5F70EC70-64BB-4DD2-B0EC-31D41F7591A3}" srcOrd="0" destOrd="0" presId="urn:microsoft.com/office/officeart/2005/8/layout/orgChart1"/>
    <dgm:cxn modelId="{D2F6CE0A-8620-4CF7-9616-58B1DB43A503}" type="presParOf" srcId="{5F70EC70-64BB-4DD2-B0EC-31D41F7591A3}" destId="{83491CF3-E0A8-41F0-8748-5B85D6C90040}" srcOrd="0" destOrd="0" presId="urn:microsoft.com/office/officeart/2005/8/layout/orgChart1"/>
    <dgm:cxn modelId="{A767A3E5-080F-4BB9-A243-7611B0FF43D8}" type="presParOf" srcId="{5F70EC70-64BB-4DD2-B0EC-31D41F7591A3}" destId="{5988ED23-194C-42E1-88AB-8E72A53BDC23}" srcOrd="1" destOrd="0" presId="urn:microsoft.com/office/officeart/2005/8/layout/orgChart1"/>
    <dgm:cxn modelId="{6492C467-7345-49DC-8095-BE071A523E28}" type="presParOf" srcId="{08BDD783-C5F3-4CB7-BB56-E729433DE263}" destId="{F8F28EB4-408C-45EE-8233-336763641D69}" srcOrd="1" destOrd="0" presId="urn:microsoft.com/office/officeart/2005/8/layout/orgChart1"/>
    <dgm:cxn modelId="{CB4B4A7F-B4DB-4D29-9DD5-059459DDCBBE}" type="presParOf" srcId="{08BDD783-C5F3-4CB7-BB56-E729433DE263}" destId="{E76F7B36-D6B2-4275-AEF1-36D762A6E6C9}" srcOrd="2" destOrd="0" presId="urn:microsoft.com/office/officeart/2005/8/layout/orgChart1"/>
    <dgm:cxn modelId="{10D76BF5-4E61-42EC-AAEF-393253F21692}" type="presParOf" srcId="{4C592C92-3156-443C-BB98-9204DFF01F72}" destId="{8C7C57BC-0E68-4E25-9D4A-D3542769DA95}" srcOrd="4" destOrd="0" presId="urn:microsoft.com/office/officeart/2005/8/layout/orgChart1"/>
    <dgm:cxn modelId="{79B3C94F-98E6-4EA6-BAAC-D1A14257F0B2}" type="presParOf" srcId="{4C592C92-3156-443C-BB98-9204DFF01F72}" destId="{6D81E017-68DC-482B-90D5-4DBBAB78FA97}" srcOrd="5" destOrd="0" presId="urn:microsoft.com/office/officeart/2005/8/layout/orgChart1"/>
    <dgm:cxn modelId="{5372211C-874C-40B0-BF78-F701C8908C40}" type="presParOf" srcId="{6D81E017-68DC-482B-90D5-4DBBAB78FA97}" destId="{12D646AF-6E30-4BAD-8CD4-760AFEC82E05}" srcOrd="0" destOrd="0" presId="urn:microsoft.com/office/officeart/2005/8/layout/orgChart1"/>
    <dgm:cxn modelId="{A1C790A1-32AB-4B0F-A0A2-6D31216E7419}" type="presParOf" srcId="{12D646AF-6E30-4BAD-8CD4-760AFEC82E05}" destId="{4140A25E-4F9D-44DB-85AB-432AE99FA579}" srcOrd="0" destOrd="0" presId="urn:microsoft.com/office/officeart/2005/8/layout/orgChart1"/>
    <dgm:cxn modelId="{F702DDD1-4236-4277-ABD7-CA1E5E502078}" type="presParOf" srcId="{12D646AF-6E30-4BAD-8CD4-760AFEC82E05}" destId="{2AB4BF43-9ACD-420F-8CEE-B70EB4712527}" srcOrd="1" destOrd="0" presId="urn:microsoft.com/office/officeart/2005/8/layout/orgChart1"/>
    <dgm:cxn modelId="{492B5E75-761A-43AA-A123-ED5ADC82CCC0}" type="presParOf" srcId="{6D81E017-68DC-482B-90D5-4DBBAB78FA97}" destId="{A1829268-35DF-474E-8AAB-49FA6D7346DF}" srcOrd="1" destOrd="0" presId="urn:microsoft.com/office/officeart/2005/8/layout/orgChart1"/>
    <dgm:cxn modelId="{674BEF7D-94AE-4086-A90B-E225D8E0368C}" type="presParOf" srcId="{6D81E017-68DC-482B-90D5-4DBBAB78FA97}" destId="{0615CE0C-F2F5-475C-8AF9-FB8440C79C62}"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CC3BE2E-6341-4D85-8C50-DB6F4AE9054F}" type="presParOf" srcId="{AD53A4B1-01E7-41E8-9724-31F3910545A4}" destId="{76E33A9D-9480-40FB-A4DF-EE1E2E7E401E}" srcOrd="4" destOrd="0" presId="urn:microsoft.com/office/officeart/2005/8/layout/orgChart1"/>
    <dgm:cxn modelId="{585DBA3C-ACC4-45C1-9FB2-8B105C53EE23}" type="presParOf" srcId="{AD53A4B1-01E7-41E8-9724-31F3910545A4}" destId="{04B8EA4A-11CB-4AF7-85D7-32F9AD439CB7}" srcOrd="5" destOrd="0" presId="urn:microsoft.com/office/officeart/2005/8/layout/orgChart1"/>
    <dgm:cxn modelId="{03078144-71FF-41AF-B2F5-D9170C4727C6}" type="presParOf" srcId="{04B8EA4A-11CB-4AF7-85D7-32F9AD439CB7}" destId="{D50DA092-4409-4311-BEA8-2E2A816EFE92}" srcOrd="0" destOrd="0" presId="urn:microsoft.com/office/officeart/2005/8/layout/orgChart1"/>
    <dgm:cxn modelId="{D9059D2A-13BB-4731-9A4E-33395DE86C02}" type="presParOf" srcId="{D50DA092-4409-4311-BEA8-2E2A816EFE92}" destId="{B4DA07B5-29B3-4442-A69E-055EEC652BE8}" srcOrd="0" destOrd="0" presId="urn:microsoft.com/office/officeart/2005/8/layout/orgChart1"/>
    <dgm:cxn modelId="{B4283941-C237-4A2C-B7F5-0E103A041C53}" type="presParOf" srcId="{D50DA092-4409-4311-BEA8-2E2A816EFE92}" destId="{746FE1B3-37E8-4050-B0B7-5668D5D7D118}" srcOrd="1" destOrd="0" presId="urn:microsoft.com/office/officeart/2005/8/layout/orgChart1"/>
    <dgm:cxn modelId="{2FE68761-EDC8-4060-8254-1CB626B40AE7}" type="presParOf" srcId="{04B8EA4A-11CB-4AF7-85D7-32F9AD439CB7}" destId="{CA531930-87B7-4E2B-AA93-B0ECAA52CC09}" srcOrd="1" destOrd="0" presId="urn:microsoft.com/office/officeart/2005/8/layout/orgChart1"/>
    <dgm:cxn modelId="{CF4BB83F-FE9B-48E2-A8D8-090B5557435A}" type="presParOf" srcId="{CA531930-87B7-4E2B-AA93-B0ECAA52CC09}" destId="{0207D2DC-D98D-48DB-A444-1B3BB3C111EF}" srcOrd="0" destOrd="0" presId="urn:microsoft.com/office/officeart/2005/8/layout/orgChart1"/>
    <dgm:cxn modelId="{3F396A0E-75CE-46FA-BD3C-C0DF6FC54A5D}" type="presParOf" srcId="{CA531930-87B7-4E2B-AA93-B0ECAA52CC09}" destId="{BBE3DE01-9991-4932-A682-9EC9E0F8B3A7}" srcOrd="1" destOrd="0" presId="urn:microsoft.com/office/officeart/2005/8/layout/orgChart1"/>
    <dgm:cxn modelId="{F5AE0C0C-4802-47F6-9498-ADA8C8F80482}" type="presParOf" srcId="{BBE3DE01-9991-4932-A682-9EC9E0F8B3A7}" destId="{5E3199D1-526C-4B6E-923B-A4820FFCC213}" srcOrd="0" destOrd="0" presId="urn:microsoft.com/office/officeart/2005/8/layout/orgChart1"/>
    <dgm:cxn modelId="{0ADAAE34-7EF2-49A2-8901-63D33FCF8D05}" type="presParOf" srcId="{5E3199D1-526C-4B6E-923B-A4820FFCC213}" destId="{B3DA1D68-D7FF-4520-90A3-C4A2EA0D76C0}" srcOrd="0" destOrd="0" presId="urn:microsoft.com/office/officeart/2005/8/layout/orgChart1"/>
    <dgm:cxn modelId="{A9655755-3253-4208-93B4-1CDFA1DCC4D8}" type="presParOf" srcId="{5E3199D1-526C-4B6E-923B-A4820FFCC213}" destId="{D0721C6D-93AC-4B26-927C-A61DADEBA9AA}" srcOrd="1" destOrd="0" presId="urn:microsoft.com/office/officeart/2005/8/layout/orgChart1"/>
    <dgm:cxn modelId="{7FDBC081-3838-498A-A2D4-4CE8D0A14470}" type="presParOf" srcId="{BBE3DE01-9991-4932-A682-9EC9E0F8B3A7}" destId="{0334F3E5-204D-4D93-AC17-5BC4150447BF}" srcOrd="1" destOrd="0" presId="urn:microsoft.com/office/officeart/2005/8/layout/orgChart1"/>
    <dgm:cxn modelId="{D30AE842-4FF6-49E6-AD3B-6BC329FF5B6C}" type="presParOf" srcId="{BBE3DE01-9991-4932-A682-9EC9E0F8B3A7}" destId="{5E7EC9AB-EEE2-4013-9B1F-D917B34504FA}" srcOrd="2" destOrd="0" presId="urn:microsoft.com/office/officeart/2005/8/layout/orgChart1"/>
    <dgm:cxn modelId="{416F0E51-0986-45C6-8061-8F1014C89F0E}" type="presParOf" srcId="{CA531930-87B7-4E2B-AA93-B0ECAA52CC09}" destId="{EDAAD592-AB88-4251-977A-23D417AF9F0E}" srcOrd="2" destOrd="0" presId="urn:microsoft.com/office/officeart/2005/8/layout/orgChart1"/>
    <dgm:cxn modelId="{502127B5-94B7-4F63-8A67-A0E4DC1EA990}" type="presParOf" srcId="{CA531930-87B7-4E2B-AA93-B0ECAA52CC09}" destId="{1A3A2D6A-2A62-4E35-A4D8-D6A8AABA3D80}" srcOrd="3" destOrd="0" presId="urn:microsoft.com/office/officeart/2005/8/layout/orgChart1"/>
    <dgm:cxn modelId="{ABCC9CC4-18CA-4ADE-9C4A-E9A9E2C873AD}" type="presParOf" srcId="{1A3A2D6A-2A62-4E35-A4D8-D6A8AABA3D80}" destId="{552B4967-EF45-40E5-B271-25699085E0C5}" srcOrd="0" destOrd="0" presId="urn:microsoft.com/office/officeart/2005/8/layout/orgChart1"/>
    <dgm:cxn modelId="{47AA393F-8367-4843-A76B-5709448760A0}" type="presParOf" srcId="{552B4967-EF45-40E5-B271-25699085E0C5}" destId="{F734AC47-D381-46DB-B2D4-DC1F52ACEE63}" srcOrd="0" destOrd="0" presId="urn:microsoft.com/office/officeart/2005/8/layout/orgChart1"/>
    <dgm:cxn modelId="{65B051E7-854D-470D-B7E5-560A484CFEAB}" type="presParOf" srcId="{552B4967-EF45-40E5-B271-25699085E0C5}" destId="{6D311FDB-5969-4C7C-819C-7A85F8D1C126}" srcOrd="1" destOrd="0" presId="urn:microsoft.com/office/officeart/2005/8/layout/orgChart1"/>
    <dgm:cxn modelId="{07479368-4727-4D4F-888F-6AE49C4B5942}" type="presParOf" srcId="{1A3A2D6A-2A62-4E35-A4D8-D6A8AABA3D80}" destId="{A3085D37-5876-46A2-87CB-EA55640A6156}" srcOrd="1" destOrd="0" presId="urn:microsoft.com/office/officeart/2005/8/layout/orgChart1"/>
    <dgm:cxn modelId="{1413DF94-3F59-44C2-8A6D-297DC6BD074A}" type="presParOf" srcId="{1A3A2D6A-2A62-4E35-A4D8-D6A8AABA3D80}" destId="{4AA1DDC2-8165-4D78-A713-7772206A1808}" srcOrd="2" destOrd="0" presId="urn:microsoft.com/office/officeart/2005/8/layout/orgChart1"/>
    <dgm:cxn modelId="{2096DAA5-A70E-446D-B4D3-5D260C5AB5DA}" type="presParOf" srcId="{CA531930-87B7-4E2B-AA93-B0ECAA52CC09}" destId="{BC27900B-7779-4F49-8E91-BB9DEB5AF639}" srcOrd="4" destOrd="0" presId="urn:microsoft.com/office/officeart/2005/8/layout/orgChart1"/>
    <dgm:cxn modelId="{ED560A8D-EA99-4EE9-8323-38599E08EF67}" type="presParOf" srcId="{CA531930-87B7-4E2B-AA93-B0ECAA52CC09}" destId="{AF1B54D0-84C2-428D-ABFE-107199165F36}" srcOrd="5" destOrd="0" presId="urn:microsoft.com/office/officeart/2005/8/layout/orgChart1"/>
    <dgm:cxn modelId="{BB7AFBD7-427A-43F7-9B86-8893194A4E73}" type="presParOf" srcId="{AF1B54D0-84C2-428D-ABFE-107199165F36}" destId="{05AA9F74-5A5B-4E28-B112-D3EF95AF89CC}" srcOrd="0" destOrd="0" presId="urn:microsoft.com/office/officeart/2005/8/layout/orgChart1"/>
    <dgm:cxn modelId="{98B6EBF7-D032-42F2-9016-57F175FD05E6}" type="presParOf" srcId="{05AA9F74-5A5B-4E28-B112-D3EF95AF89CC}" destId="{B3891AA4-CED2-4E5D-B835-F39968FF3A2F}" srcOrd="0" destOrd="0" presId="urn:microsoft.com/office/officeart/2005/8/layout/orgChart1"/>
    <dgm:cxn modelId="{43998821-B52B-47A1-B830-A707DE754692}" type="presParOf" srcId="{05AA9F74-5A5B-4E28-B112-D3EF95AF89CC}" destId="{1B24A96F-0D5E-450F-8554-069FEBBBAD7E}" srcOrd="1" destOrd="0" presId="urn:microsoft.com/office/officeart/2005/8/layout/orgChart1"/>
    <dgm:cxn modelId="{A9A0B21A-F4B3-47C5-A686-A33F2AC9D066}" type="presParOf" srcId="{AF1B54D0-84C2-428D-ABFE-107199165F36}" destId="{399DD0F2-0C84-421D-A33D-389F21D439A3}" srcOrd="1" destOrd="0" presId="urn:microsoft.com/office/officeart/2005/8/layout/orgChart1"/>
    <dgm:cxn modelId="{E0A98C26-EFE9-4909-BF38-5A2C04FD40C4}" type="presParOf" srcId="{AF1B54D0-84C2-428D-ABFE-107199165F36}" destId="{6FC6ECD0-AA1A-4CDF-B0FE-73D61D434DB9}" srcOrd="2" destOrd="0" presId="urn:microsoft.com/office/officeart/2005/8/layout/orgChart1"/>
    <dgm:cxn modelId="{767D4269-3CCC-4465-A13A-54071C8041C0}" type="presParOf" srcId="{CA531930-87B7-4E2B-AA93-B0ECAA52CC09}" destId="{D0324BF3-B4B7-4F53-833E-8F23F8DD0C14}" srcOrd="6" destOrd="0" presId="urn:microsoft.com/office/officeart/2005/8/layout/orgChart1"/>
    <dgm:cxn modelId="{D2708B19-5CFC-4A65-8EC2-0BC17EE61AF9}" type="presParOf" srcId="{CA531930-87B7-4E2B-AA93-B0ECAA52CC09}" destId="{094B6573-365F-431B-BEB2-DB27479282EE}" srcOrd="7" destOrd="0" presId="urn:microsoft.com/office/officeart/2005/8/layout/orgChart1"/>
    <dgm:cxn modelId="{4319F7E0-84E2-48AD-AE1F-E71D8A1C8824}" type="presParOf" srcId="{094B6573-365F-431B-BEB2-DB27479282EE}" destId="{E8029A6E-5B8F-4E54-B04E-40390989EDCB}" srcOrd="0" destOrd="0" presId="urn:microsoft.com/office/officeart/2005/8/layout/orgChart1"/>
    <dgm:cxn modelId="{7926D082-DE93-499A-AB10-251F355C8730}" type="presParOf" srcId="{E8029A6E-5B8F-4E54-B04E-40390989EDCB}" destId="{07B3B996-0242-409B-86E6-7054C39B7304}" srcOrd="0" destOrd="0" presId="urn:microsoft.com/office/officeart/2005/8/layout/orgChart1"/>
    <dgm:cxn modelId="{4F4A83B0-CD2F-4FAA-843D-8E4E6CDAAF0F}" type="presParOf" srcId="{E8029A6E-5B8F-4E54-B04E-40390989EDCB}" destId="{A2C40E75-E4B3-4A5B-A7E3-FE0B8B1FD4A1}" srcOrd="1" destOrd="0" presId="urn:microsoft.com/office/officeart/2005/8/layout/orgChart1"/>
    <dgm:cxn modelId="{C125B263-8C78-4577-9C97-B446F36B07E5}" type="presParOf" srcId="{094B6573-365F-431B-BEB2-DB27479282EE}" destId="{BCCB8DCC-ACC6-4D09-B821-47BDEAF6DEFD}" srcOrd="1" destOrd="0" presId="urn:microsoft.com/office/officeart/2005/8/layout/orgChart1"/>
    <dgm:cxn modelId="{0D1E11C6-FF6D-4848-BD25-0D822ADAF0BC}" type="presParOf" srcId="{094B6573-365F-431B-BEB2-DB27479282EE}" destId="{39F85F71-F6BE-44E5-A831-9871329DD136}" srcOrd="2" destOrd="0" presId="urn:microsoft.com/office/officeart/2005/8/layout/orgChart1"/>
    <dgm:cxn modelId="{BFF7C577-3600-4628-9F28-191D8487A6D5}" type="presParOf" srcId="{CA531930-87B7-4E2B-AA93-B0ECAA52CC09}" destId="{2D150FA1-FFAF-4DC9-929D-F57FF2583CF4}" srcOrd="8" destOrd="0" presId="urn:microsoft.com/office/officeart/2005/8/layout/orgChart1"/>
    <dgm:cxn modelId="{8BD13A70-D73F-4DCE-9A13-C80F38517461}" type="presParOf" srcId="{CA531930-87B7-4E2B-AA93-B0ECAA52CC09}" destId="{0BD5762D-1F67-4B9B-B797-BB4DFC510089}" srcOrd="9" destOrd="0" presId="urn:microsoft.com/office/officeart/2005/8/layout/orgChart1"/>
    <dgm:cxn modelId="{14791AAB-95D5-4469-9A8F-C1B5D62F99CD}" type="presParOf" srcId="{0BD5762D-1F67-4B9B-B797-BB4DFC510089}" destId="{82D7387A-C52D-4405-8641-1C553B72F85E}" srcOrd="0" destOrd="0" presId="urn:microsoft.com/office/officeart/2005/8/layout/orgChart1"/>
    <dgm:cxn modelId="{F7663437-93D4-4A1E-9EF7-1D2E0890D2A6}" type="presParOf" srcId="{82D7387A-C52D-4405-8641-1C553B72F85E}" destId="{3424AB88-7D92-4E5F-A5B2-F9958554F485}" srcOrd="0" destOrd="0" presId="urn:microsoft.com/office/officeart/2005/8/layout/orgChart1"/>
    <dgm:cxn modelId="{D6158BA6-9A67-4D35-A56A-59FD6C885031}" type="presParOf" srcId="{82D7387A-C52D-4405-8641-1C553B72F85E}" destId="{E3BBFA01-97CF-40FC-BA2A-0DE0CFC5AD42}" srcOrd="1" destOrd="0" presId="urn:microsoft.com/office/officeart/2005/8/layout/orgChart1"/>
    <dgm:cxn modelId="{D322E734-6AAE-4CD6-87A1-1DFFEB6B8969}" type="presParOf" srcId="{0BD5762D-1F67-4B9B-B797-BB4DFC510089}" destId="{3D1F8B8B-AF15-436C-A339-0FB65E9EEB44}" srcOrd="1" destOrd="0" presId="urn:microsoft.com/office/officeart/2005/8/layout/orgChart1"/>
    <dgm:cxn modelId="{A88996DE-B445-461E-8386-03F29BADF905}" type="presParOf" srcId="{0BD5762D-1F67-4B9B-B797-BB4DFC510089}" destId="{002FD9BA-28D3-46D2-88C8-5D60E2C17B06}" srcOrd="2" destOrd="0" presId="urn:microsoft.com/office/officeart/2005/8/layout/orgChart1"/>
    <dgm:cxn modelId="{3A153611-C729-41FB-A9F2-067F50756C0C}" type="presParOf" srcId="{CA531930-87B7-4E2B-AA93-B0ECAA52CC09}" destId="{3EFF15E5-1005-4CD4-A19E-D44C26A99A45}" srcOrd="10" destOrd="0" presId="urn:microsoft.com/office/officeart/2005/8/layout/orgChart1"/>
    <dgm:cxn modelId="{ADF33051-9FD9-4AA2-854C-5C1A4A9FCA67}" type="presParOf" srcId="{CA531930-87B7-4E2B-AA93-B0ECAA52CC09}" destId="{A64BFF2F-8A62-44A0-96D5-E39D907748B3}" srcOrd="11" destOrd="0" presId="urn:microsoft.com/office/officeart/2005/8/layout/orgChart1"/>
    <dgm:cxn modelId="{D5CE95E4-74E3-4A11-BA32-4AD858D85812}" type="presParOf" srcId="{A64BFF2F-8A62-44A0-96D5-E39D907748B3}" destId="{4AC01007-BA5E-493C-AC0F-FA63F9CA486C}" srcOrd="0" destOrd="0" presId="urn:microsoft.com/office/officeart/2005/8/layout/orgChart1"/>
    <dgm:cxn modelId="{E158ED40-551F-4349-878D-EC8BECFE87BC}" type="presParOf" srcId="{4AC01007-BA5E-493C-AC0F-FA63F9CA486C}" destId="{016B6ADC-C0FE-4D4F-AA35-EA7832A3C2A4}" srcOrd="0" destOrd="0" presId="urn:microsoft.com/office/officeart/2005/8/layout/orgChart1"/>
    <dgm:cxn modelId="{D3435542-2E4D-43D8-B097-798B723323DB}" type="presParOf" srcId="{4AC01007-BA5E-493C-AC0F-FA63F9CA486C}" destId="{11F71650-3E11-4CE9-8D62-08DA18DE7E74}" srcOrd="1" destOrd="0" presId="urn:microsoft.com/office/officeart/2005/8/layout/orgChart1"/>
    <dgm:cxn modelId="{BD2EE30C-6745-4B7F-98CC-2591CC189C15}" type="presParOf" srcId="{A64BFF2F-8A62-44A0-96D5-E39D907748B3}" destId="{E5686F4C-A71B-44D7-AFB0-D31F3AFE0737}" srcOrd="1" destOrd="0" presId="urn:microsoft.com/office/officeart/2005/8/layout/orgChart1"/>
    <dgm:cxn modelId="{8283DBCE-3485-4F7F-B718-FB09EC2F5FD5}" type="presParOf" srcId="{A64BFF2F-8A62-44A0-96D5-E39D907748B3}" destId="{BF230AD8-12BD-4DA6-9B5E-48D3AC2C3685}" srcOrd="2" destOrd="0" presId="urn:microsoft.com/office/officeart/2005/8/layout/orgChart1"/>
    <dgm:cxn modelId="{795949FC-8F07-4E46-B32F-80D968212F71}" type="presParOf" srcId="{04B8EA4A-11CB-4AF7-85D7-32F9AD439CB7}" destId="{E9A486E8-3FB6-41A6-BD46-32EB689AD74B}" srcOrd="2" destOrd="0" presId="urn:microsoft.com/office/officeart/2005/8/layout/orgChart1"/>
    <dgm:cxn modelId="{27CEEFC8-CEF7-4804-B31D-9B2AA5B35413}" type="presParOf" srcId="{AD53A4B1-01E7-41E8-9724-31F3910545A4}" destId="{E176ACEC-BD58-4170-B91A-1AA1D1DF77F0}" srcOrd="6" destOrd="0" presId="urn:microsoft.com/office/officeart/2005/8/layout/orgChart1"/>
    <dgm:cxn modelId="{148F40BC-DB25-4622-BF13-45E4D08006B7}" type="presParOf" srcId="{AD53A4B1-01E7-41E8-9724-31F3910545A4}" destId="{ECD4CC19-881A-44A6-9474-785CC0C059F4}" srcOrd="7" destOrd="0" presId="urn:microsoft.com/office/officeart/2005/8/layout/orgChart1"/>
    <dgm:cxn modelId="{E4ED6127-47B4-4152-AD14-BD7D3932A91E}" type="presParOf" srcId="{ECD4CC19-881A-44A6-9474-785CC0C059F4}" destId="{D3FBA0E9-F095-447B-899D-12FE1ACDB26A}" srcOrd="0" destOrd="0" presId="urn:microsoft.com/office/officeart/2005/8/layout/orgChart1"/>
    <dgm:cxn modelId="{A77409DC-A981-44A0-856C-292F7368969C}" type="presParOf" srcId="{D3FBA0E9-F095-447B-899D-12FE1ACDB26A}" destId="{606E0F95-4779-4D9A-B606-9ABA993A565C}" srcOrd="0" destOrd="0" presId="urn:microsoft.com/office/officeart/2005/8/layout/orgChart1"/>
    <dgm:cxn modelId="{AFA928B5-B87F-41AC-AE5B-0BE0E8AF035A}" type="presParOf" srcId="{D3FBA0E9-F095-447B-899D-12FE1ACDB26A}" destId="{D644AF87-ADF0-487B-AC77-4BAD17472D87}" srcOrd="1" destOrd="0" presId="urn:microsoft.com/office/officeart/2005/8/layout/orgChart1"/>
    <dgm:cxn modelId="{6578C414-91AA-40DD-9F8F-F94FFA4D5D03}" type="presParOf" srcId="{ECD4CC19-881A-44A6-9474-785CC0C059F4}" destId="{E8843230-B658-467E-ABDF-26AE593B8491}" srcOrd="1" destOrd="0" presId="urn:microsoft.com/office/officeart/2005/8/layout/orgChart1"/>
    <dgm:cxn modelId="{977AA8EB-59FA-44CF-8F96-9B3DB32153E9}" type="presParOf" srcId="{ECD4CC19-881A-44A6-9474-785CC0C059F4}" destId="{328AA022-D844-486A-A579-E33311A2ACB8}"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21 – Enhancement and replacement projects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smtClean="0"/>
            <a:t>Requirements techniques </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smtClean="0"/>
            <a:t>What is enhancement and replacement project</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1F903EBE-540A-403B-AE13-6A09126352BD}">
      <dgm:prSet phldrT="[Text]" custT="1"/>
      <dgm:spPr/>
      <dgm:t>
        <a:bodyPr/>
        <a:lstStyle/>
        <a:p>
          <a:r>
            <a:rPr lang="en-US" sz="1200" dirty="0" smtClean="0"/>
            <a:t>Prioritizing by using biz objectives</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F142DEDA-3202-4A6E-A872-744A36211997}">
      <dgm:prSet phldrT="[Text]" custT="1"/>
      <dgm:spPr/>
      <dgm:t>
        <a:bodyPr/>
        <a:lstStyle/>
        <a:p>
          <a:r>
            <a:rPr lang="en-US" sz="1200" dirty="0" smtClean="0"/>
            <a:t>Enhancement projects</a:t>
          </a:r>
          <a:endParaRPr lang="en-US" sz="1200" dirty="0"/>
        </a:p>
      </dgm:t>
    </dgm:pt>
    <dgm:pt modelId="{588037F0-0B1A-4D72-81EB-CAFA026AEFB7}" type="parTrans" cxnId="{EEDD1D35-51A4-4EFC-BEC5-0B8F238E57D2}">
      <dgm:prSet/>
      <dgm:spPr/>
      <dgm:t>
        <a:bodyPr/>
        <a:lstStyle/>
        <a:p>
          <a:endParaRPr lang="en-US"/>
        </a:p>
      </dgm:t>
    </dgm:pt>
    <dgm:pt modelId="{90D5C085-E7FD-409C-B728-A036C61691D1}" type="sibTrans" cxnId="{EEDD1D35-51A4-4EFC-BEC5-0B8F238E57D2}">
      <dgm:prSet/>
      <dgm:spPr/>
      <dgm:t>
        <a:bodyPr/>
        <a:lstStyle/>
        <a:p>
          <a:endParaRPr lang="en-US"/>
        </a:p>
      </dgm:t>
    </dgm:pt>
    <dgm:pt modelId="{1947618A-5736-4E7D-A7B1-0535566E666C}">
      <dgm:prSet phldrT="[Text]" custT="1"/>
      <dgm:spPr/>
      <dgm:t>
        <a:bodyPr/>
        <a:lstStyle/>
        <a:p>
          <a:r>
            <a:rPr lang="en-US" sz="1200" dirty="0" smtClean="0"/>
            <a:t>Replacement projects</a:t>
          </a:r>
          <a:endParaRPr lang="en-US" sz="1200" dirty="0"/>
        </a:p>
      </dgm:t>
    </dgm:pt>
    <dgm:pt modelId="{3C73C88C-ADAC-4E8D-8259-4FBC3819D296}" type="parTrans" cxnId="{48FB7E41-4DCE-49A7-8A59-30799E27CFF1}">
      <dgm:prSet/>
      <dgm:spPr/>
      <dgm:t>
        <a:bodyPr/>
        <a:lstStyle/>
        <a:p>
          <a:endParaRPr lang="en-US"/>
        </a:p>
      </dgm:t>
    </dgm:pt>
    <dgm:pt modelId="{4AA8505F-D096-4A68-B858-481E0AB908C1}" type="sibTrans" cxnId="{48FB7E41-4DCE-49A7-8A59-30799E27CFF1}">
      <dgm:prSet/>
      <dgm:spPr/>
      <dgm:t>
        <a:bodyPr/>
        <a:lstStyle/>
        <a:p>
          <a:endParaRPr lang="en-US"/>
        </a:p>
      </dgm:t>
    </dgm:pt>
    <dgm:pt modelId="{68F0BB4A-4CA0-4481-8397-108E86A12DA4}">
      <dgm:prSet phldrT="[Text]" custT="1"/>
      <dgm:spPr/>
      <dgm:t>
        <a:bodyPr/>
        <a:lstStyle/>
        <a:p>
          <a:r>
            <a:rPr lang="en-US" sz="1200" dirty="0" smtClean="0"/>
            <a:t>Mind the gap</a:t>
          </a:r>
          <a:endParaRPr lang="en-US" sz="1200" dirty="0"/>
        </a:p>
      </dgm:t>
    </dgm:pt>
    <dgm:pt modelId="{ED5ECDE6-7B87-4768-B1AE-20C55CA1EA8F}" type="parTrans" cxnId="{4C35333B-E2CE-49B4-8E8B-065145550125}">
      <dgm:prSet/>
      <dgm:spPr/>
      <dgm:t>
        <a:bodyPr/>
        <a:lstStyle/>
        <a:p>
          <a:endParaRPr lang="en-US"/>
        </a:p>
      </dgm:t>
    </dgm:pt>
    <dgm:pt modelId="{A0B2EC27-08AF-4A70-911E-D73503EF8DD4}" type="sibTrans" cxnId="{4C35333B-E2CE-49B4-8E8B-065145550125}">
      <dgm:prSet/>
      <dgm:spPr/>
      <dgm:t>
        <a:bodyPr/>
        <a:lstStyle/>
        <a:p>
          <a:endParaRPr lang="en-US"/>
        </a:p>
      </dgm:t>
    </dgm:pt>
    <dgm:pt modelId="{C23EE67C-7F77-47BA-A8B3-6493565ADACA}">
      <dgm:prSet phldrT="[Text]" custT="1"/>
      <dgm:spPr/>
      <dgm:t>
        <a:bodyPr/>
        <a:lstStyle/>
        <a:p>
          <a:r>
            <a:rPr lang="en-US" sz="1200" dirty="0" smtClean="0"/>
            <a:t>When old </a:t>
          </a:r>
          <a:r>
            <a:rPr lang="en-US" sz="1200" dirty="0" err="1" smtClean="0"/>
            <a:t>reqs</a:t>
          </a:r>
          <a:r>
            <a:rPr lang="en-US" sz="1200" dirty="0" smtClean="0"/>
            <a:t>. don’t exist</a:t>
          </a:r>
          <a:endParaRPr lang="en-US" sz="1200" dirty="0"/>
        </a:p>
      </dgm:t>
    </dgm:pt>
    <dgm:pt modelId="{97ECD7F0-AF08-4202-8F6B-6035FCFA351C}" type="parTrans" cxnId="{1EC82FDF-DEB7-4D50-9C29-27BC7BD7F60F}">
      <dgm:prSet/>
      <dgm:spPr/>
      <dgm:t>
        <a:bodyPr/>
        <a:lstStyle/>
        <a:p>
          <a:endParaRPr lang="en-US"/>
        </a:p>
      </dgm:t>
    </dgm:pt>
    <dgm:pt modelId="{81688764-0848-43B4-A2D6-8E904026A524}" type="sibTrans" cxnId="{1EC82FDF-DEB7-4D50-9C29-27BC7BD7F60F}">
      <dgm:prSet/>
      <dgm:spPr/>
      <dgm:t>
        <a:bodyPr/>
        <a:lstStyle/>
        <a:p>
          <a:endParaRPr lang="en-US"/>
        </a:p>
      </dgm:t>
    </dgm:pt>
    <dgm:pt modelId="{0394B78F-9F6A-46F9-8192-B5368C603428}">
      <dgm:prSet phldrT="[Text]" custT="1"/>
      <dgm:spPr/>
      <dgm:t>
        <a:bodyPr/>
        <a:lstStyle/>
        <a:p>
          <a:r>
            <a:rPr lang="en-US" sz="1200" smtClean="0"/>
            <a:t>Maintaining </a:t>
          </a:r>
          <a:r>
            <a:rPr lang="en-US" sz="1200" dirty="0" smtClean="0"/>
            <a:t>performance levels</a:t>
          </a:r>
          <a:endParaRPr lang="en-US" sz="1200" dirty="0"/>
        </a:p>
      </dgm:t>
    </dgm:pt>
    <dgm:pt modelId="{D652C70C-8554-4301-869A-D02E3BDCCF9C}" type="parTrans" cxnId="{B5ABC604-1326-4694-B54C-E5E593D5B4D3}">
      <dgm:prSet/>
      <dgm:spPr/>
      <dgm:t>
        <a:bodyPr/>
        <a:lstStyle/>
        <a:p>
          <a:endParaRPr lang="en-US"/>
        </a:p>
      </dgm:t>
    </dgm:pt>
    <dgm:pt modelId="{4FD2C2F4-D20F-4955-BB38-134D0C8C3F3C}" type="sibTrans" cxnId="{B5ABC604-1326-4694-B54C-E5E593D5B4D3}">
      <dgm:prSet/>
      <dgm:spPr/>
      <dgm:t>
        <a:bodyPr/>
        <a:lstStyle/>
        <a:p>
          <a:endParaRPr lang="en-US"/>
        </a:p>
      </dgm:t>
    </dgm:pt>
    <dgm:pt modelId="{0E0C420F-E415-4DE1-A76A-2CE41E8B1A57}">
      <dgm:prSet phldrT="[Text]" custT="1"/>
      <dgm:spPr/>
      <dgm:t>
        <a:bodyPr/>
        <a:lstStyle/>
        <a:p>
          <a:r>
            <a:rPr lang="en-US" sz="1200" dirty="0" smtClean="0"/>
            <a:t>Which </a:t>
          </a:r>
          <a:r>
            <a:rPr lang="en-US" sz="1200" dirty="0" err="1" smtClean="0"/>
            <a:t>reqs</a:t>
          </a:r>
          <a:r>
            <a:rPr lang="en-US" sz="1200" dirty="0" smtClean="0"/>
            <a:t>. should you specify?</a:t>
          </a:r>
          <a:endParaRPr lang="en-US" sz="1200" dirty="0"/>
        </a:p>
      </dgm:t>
    </dgm:pt>
    <dgm:pt modelId="{79AD4D35-91EB-4DB6-A13B-DE436158891D}" type="parTrans" cxnId="{38F54E08-7154-4E49-99E5-D24D98090A59}">
      <dgm:prSet/>
      <dgm:spPr/>
      <dgm:t>
        <a:bodyPr/>
        <a:lstStyle/>
        <a:p>
          <a:endParaRPr lang="en-US"/>
        </a:p>
      </dgm:t>
    </dgm:pt>
    <dgm:pt modelId="{EFE48ADF-17C8-4360-8B44-05FA1FAA82C4}" type="sibTrans" cxnId="{38F54E08-7154-4E49-99E5-D24D98090A59}">
      <dgm:prSet/>
      <dgm:spPr/>
      <dgm:t>
        <a:bodyPr/>
        <a:lstStyle/>
        <a:p>
          <a:endParaRPr lang="en-US"/>
        </a:p>
      </dgm:t>
    </dgm:pt>
    <dgm:pt modelId="{D21AA50B-6F47-4522-9EC2-1DCF65D1D4AF}">
      <dgm:prSet phldrT="[Text]" custT="1"/>
      <dgm:spPr/>
      <dgm:t>
        <a:bodyPr/>
        <a:lstStyle/>
        <a:p>
          <a:r>
            <a:rPr lang="en-US" sz="1200" dirty="0" smtClean="0"/>
            <a:t>How to discover the </a:t>
          </a:r>
          <a:r>
            <a:rPr lang="en-US" sz="1200" dirty="0" err="1" smtClean="0"/>
            <a:t>reqs</a:t>
          </a:r>
          <a:r>
            <a:rPr lang="en-US" sz="1200" dirty="0" smtClean="0"/>
            <a:t>. of an existing system</a:t>
          </a:r>
          <a:endParaRPr lang="en-US" sz="1200" dirty="0"/>
        </a:p>
      </dgm:t>
    </dgm:pt>
    <dgm:pt modelId="{43109AA1-FEEE-4F25-AE73-32BDAA3045E7}" type="parTrans" cxnId="{025F3CB9-CB65-4128-947E-9B6C6492BF1A}">
      <dgm:prSet/>
      <dgm:spPr/>
      <dgm:t>
        <a:bodyPr/>
        <a:lstStyle/>
        <a:p>
          <a:endParaRPr lang="en-US"/>
        </a:p>
      </dgm:t>
    </dgm:pt>
    <dgm:pt modelId="{CECDADA7-D3E7-4A39-A783-CD0194524D5E}" type="sibTrans" cxnId="{025F3CB9-CB65-4128-947E-9B6C6492BF1A}">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41570"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06A5B176-3147-4D45-9EF8-CF91B612166F}" type="pres">
      <dgm:prSet presAssocID="{588037F0-0B1A-4D72-81EB-CAFA026AEFB7}" presName="Name37" presStyleLbl="parChTrans1D3" presStyleIdx="0" presStyleCnt="6"/>
      <dgm:spPr/>
      <dgm:t>
        <a:bodyPr/>
        <a:lstStyle/>
        <a:p>
          <a:endParaRPr lang="en-US"/>
        </a:p>
      </dgm:t>
    </dgm:pt>
    <dgm:pt modelId="{A1823CA7-FCBA-4115-A337-66BE02B03547}" type="pres">
      <dgm:prSet presAssocID="{F142DEDA-3202-4A6E-A872-744A36211997}" presName="hierRoot2" presStyleCnt="0">
        <dgm:presLayoutVars>
          <dgm:hierBranch val="init"/>
        </dgm:presLayoutVars>
      </dgm:prSet>
      <dgm:spPr/>
    </dgm:pt>
    <dgm:pt modelId="{80E2B167-EDC3-4945-9077-5283EEF70EE4}" type="pres">
      <dgm:prSet presAssocID="{F142DEDA-3202-4A6E-A872-744A36211997}" presName="rootComposite" presStyleCnt="0"/>
      <dgm:spPr/>
    </dgm:pt>
    <dgm:pt modelId="{28A90088-1D74-4647-BC3B-F17F2E584608}" type="pres">
      <dgm:prSet presAssocID="{F142DEDA-3202-4A6E-A872-744A36211997}" presName="rootText" presStyleLbl="node3" presStyleIdx="0" presStyleCnt="6" custScaleX="144924" custLinFactNeighborY="3462">
        <dgm:presLayoutVars>
          <dgm:chPref val="3"/>
        </dgm:presLayoutVars>
      </dgm:prSet>
      <dgm:spPr/>
      <dgm:t>
        <a:bodyPr/>
        <a:lstStyle/>
        <a:p>
          <a:endParaRPr lang="en-US"/>
        </a:p>
      </dgm:t>
    </dgm:pt>
    <dgm:pt modelId="{D62CADF8-24AE-4E16-B362-DFB8C42A8D00}" type="pres">
      <dgm:prSet presAssocID="{F142DEDA-3202-4A6E-A872-744A36211997}" presName="rootConnector" presStyleLbl="node3" presStyleIdx="0" presStyleCnt="6"/>
      <dgm:spPr/>
      <dgm:t>
        <a:bodyPr/>
        <a:lstStyle/>
        <a:p>
          <a:endParaRPr lang="en-US"/>
        </a:p>
      </dgm:t>
    </dgm:pt>
    <dgm:pt modelId="{D2D25354-BC15-441D-9C43-4E22F84DF7E3}" type="pres">
      <dgm:prSet presAssocID="{F142DEDA-3202-4A6E-A872-744A36211997}" presName="hierChild4" presStyleCnt="0"/>
      <dgm:spPr/>
    </dgm:pt>
    <dgm:pt modelId="{42C6C630-1192-4F5E-B919-40B53C299E86}" type="pres">
      <dgm:prSet presAssocID="{F142DEDA-3202-4A6E-A872-744A36211997}" presName="hierChild5" presStyleCnt="0"/>
      <dgm:spPr/>
    </dgm:pt>
    <dgm:pt modelId="{22A06763-7CD0-41E0-8047-44C9999C84AA}" type="pres">
      <dgm:prSet presAssocID="{3C73C88C-ADAC-4E8D-8259-4FBC3819D296}" presName="Name37" presStyleLbl="parChTrans1D3" presStyleIdx="1" presStyleCnt="6"/>
      <dgm:spPr/>
      <dgm:t>
        <a:bodyPr/>
        <a:lstStyle/>
        <a:p>
          <a:endParaRPr lang="en-US"/>
        </a:p>
      </dgm:t>
    </dgm:pt>
    <dgm:pt modelId="{EBCD387B-99F5-420E-AC68-BB5DDA55274F}" type="pres">
      <dgm:prSet presAssocID="{1947618A-5736-4E7D-A7B1-0535566E666C}" presName="hierRoot2" presStyleCnt="0">
        <dgm:presLayoutVars>
          <dgm:hierBranch val="init"/>
        </dgm:presLayoutVars>
      </dgm:prSet>
      <dgm:spPr/>
    </dgm:pt>
    <dgm:pt modelId="{1FCE71FC-8197-4D43-AEA9-42AE00FBE624}" type="pres">
      <dgm:prSet presAssocID="{1947618A-5736-4E7D-A7B1-0535566E666C}" presName="rootComposite" presStyleCnt="0"/>
      <dgm:spPr/>
    </dgm:pt>
    <dgm:pt modelId="{EF3A83E1-5846-4AE9-8B47-6582C37CA326}" type="pres">
      <dgm:prSet presAssocID="{1947618A-5736-4E7D-A7B1-0535566E666C}" presName="rootText" presStyleLbl="node3" presStyleIdx="1" presStyleCnt="6" custScaleX="144924">
        <dgm:presLayoutVars>
          <dgm:chPref val="3"/>
        </dgm:presLayoutVars>
      </dgm:prSet>
      <dgm:spPr/>
      <dgm:t>
        <a:bodyPr/>
        <a:lstStyle/>
        <a:p>
          <a:endParaRPr lang="en-US"/>
        </a:p>
      </dgm:t>
    </dgm:pt>
    <dgm:pt modelId="{3FADC6AF-5D4B-418A-9301-DABA5E048E22}" type="pres">
      <dgm:prSet presAssocID="{1947618A-5736-4E7D-A7B1-0535566E666C}" presName="rootConnector" presStyleLbl="node3" presStyleIdx="1" presStyleCnt="6"/>
      <dgm:spPr/>
      <dgm:t>
        <a:bodyPr/>
        <a:lstStyle/>
        <a:p>
          <a:endParaRPr lang="en-US"/>
        </a:p>
      </dgm:t>
    </dgm:pt>
    <dgm:pt modelId="{AC56E703-D854-4DBA-8A21-3B81398E67CB}" type="pres">
      <dgm:prSet presAssocID="{1947618A-5736-4E7D-A7B1-0535566E666C}" presName="hierChild4" presStyleCnt="0"/>
      <dgm:spPr/>
    </dgm:pt>
    <dgm:pt modelId="{578E88AA-3D50-4523-B7AE-4BD9067055A6}" type="pres">
      <dgm:prSet presAssocID="{1947618A-5736-4E7D-A7B1-0535566E666C}"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41570"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3E362709-8DF5-4ED1-BE78-2D67C7F6CD59}" type="pres">
      <dgm:prSet presAssocID="{620DD3EC-BDCD-468B-B566-7FE2B848507E}" presName="hierChild5" presStyleCnt="0"/>
      <dgm:spPr/>
    </dgm:pt>
    <dgm:pt modelId="{76E33A9D-9480-40FB-A4DF-EE1E2E7E401E}" type="pres">
      <dgm:prSet presAssocID="{248E9311-DF61-4B0E-BD57-16AE2D707A60}" presName="Name37" presStyleLbl="parChTrans1D2" presStyleIdx="2" presStyleCnt="4"/>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2" presStyleIdx="2" presStyleCnt="4" custScaleX="157460" custScaleY="112796" custLinFactNeighborY="3462">
        <dgm:presLayoutVars>
          <dgm:chPref val="3"/>
        </dgm:presLayoutVars>
      </dgm:prSet>
      <dgm:spPr/>
      <dgm:t>
        <a:bodyPr/>
        <a:lstStyle/>
        <a:p>
          <a:endParaRPr lang="en-US"/>
        </a:p>
      </dgm:t>
    </dgm:pt>
    <dgm:pt modelId="{746FE1B3-37E8-4050-B0B7-5668D5D7D118}" type="pres">
      <dgm:prSet presAssocID="{1F903EBE-540A-403B-AE13-6A09126352BD}" presName="rootConnector" presStyleLbl="node2" presStyleIdx="2" presStyleCnt="4"/>
      <dgm:spPr/>
      <dgm:t>
        <a:bodyPr/>
        <a:lstStyle/>
        <a:p>
          <a:endParaRPr lang="en-US"/>
        </a:p>
      </dgm:t>
    </dgm:pt>
    <dgm:pt modelId="{CA531930-87B7-4E2B-AA93-B0ECAA52CC09}" type="pres">
      <dgm:prSet presAssocID="{1F903EBE-540A-403B-AE13-6A09126352BD}" presName="hierChild4" presStyleCnt="0"/>
      <dgm:spPr/>
    </dgm:pt>
    <dgm:pt modelId="{0207D2DC-D98D-48DB-A444-1B3BB3C111EF}" type="pres">
      <dgm:prSet presAssocID="{ED5ECDE6-7B87-4768-B1AE-20C55CA1EA8F}" presName="Name37" presStyleLbl="parChTrans1D3" presStyleIdx="2" presStyleCnt="6"/>
      <dgm:spPr/>
      <dgm:t>
        <a:bodyPr/>
        <a:lstStyle/>
        <a:p>
          <a:endParaRPr lang="en-US"/>
        </a:p>
      </dgm:t>
    </dgm:pt>
    <dgm:pt modelId="{BBE3DE01-9991-4932-A682-9EC9E0F8B3A7}" type="pres">
      <dgm:prSet presAssocID="{68F0BB4A-4CA0-4481-8397-108E86A12DA4}" presName="hierRoot2" presStyleCnt="0">
        <dgm:presLayoutVars>
          <dgm:hierBranch val="init"/>
        </dgm:presLayoutVars>
      </dgm:prSet>
      <dgm:spPr/>
    </dgm:pt>
    <dgm:pt modelId="{5E3199D1-526C-4B6E-923B-A4820FFCC213}" type="pres">
      <dgm:prSet presAssocID="{68F0BB4A-4CA0-4481-8397-108E86A12DA4}" presName="rootComposite" presStyleCnt="0"/>
      <dgm:spPr/>
    </dgm:pt>
    <dgm:pt modelId="{B3DA1D68-D7FF-4520-90A3-C4A2EA0D76C0}" type="pres">
      <dgm:prSet presAssocID="{68F0BB4A-4CA0-4481-8397-108E86A12DA4}" presName="rootText" presStyleLbl="node3" presStyleIdx="2" presStyleCnt="6" custScaleX="143635">
        <dgm:presLayoutVars>
          <dgm:chPref val="3"/>
        </dgm:presLayoutVars>
      </dgm:prSet>
      <dgm:spPr/>
      <dgm:t>
        <a:bodyPr/>
        <a:lstStyle/>
        <a:p>
          <a:endParaRPr lang="en-US"/>
        </a:p>
      </dgm:t>
    </dgm:pt>
    <dgm:pt modelId="{D0721C6D-93AC-4B26-927C-A61DADEBA9AA}" type="pres">
      <dgm:prSet presAssocID="{68F0BB4A-4CA0-4481-8397-108E86A12DA4}" presName="rootConnector" presStyleLbl="node3" presStyleIdx="2" presStyleCnt="6"/>
      <dgm:spPr/>
      <dgm:t>
        <a:bodyPr/>
        <a:lstStyle/>
        <a:p>
          <a:endParaRPr lang="en-US"/>
        </a:p>
      </dgm:t>
    </dgm:pt>
    <dgm:pt modelId="{0334F3E5-204D-4D93-AC17-5BC4150447BF}" type="pres">
      <dgm:prSet presAssocID="{68F0BB4A-4CA0-4481-8397-108E86A12DA4}" presName="hierChild4" presStyleCnt="0"/>
      <dgm:spPr/>
    </dgm:pt>
    <dgm:pt modelId="{5E7EC9AB-EEE2-4013-9B1F-D917B34504FA}" type="pres">
      <dgm:prSet presAssocID="{68F0BB4A-4CA0-4481-8397-108E86A12DA4}" presName="hierChild5" presStyleCnt="0"/>
      <dgm:spPr/>
    </dgm:pt>
    <dgm:pt modelId="{D2613D50-256B-4B68-8FAD-AE3AD5188EA2}" type="pres">
      <dgm:prSet presAssocID="{D652C70C-8554-4301-869A-D02E3BDCCF9C}" presName="Name37" presStyleLbl="parChTrans1D3" presStyleIdx="3" presStyleCnt="6"/>
      <dgm:spPr/>
      <dgm:t>
        <a:bodyPr/>
        <a:lstStyle/>
        <a:p>
          <a:endParaRPr lang="en-US"/>
        </a:p>
      </dgm:t>
    </dgm:pt>
    <dgm:pt modelId="{6E9A1A80-60AA-46BF-B8BC-994A37D7A065}" type="pres">
      <dgm:prSet presAssocID="{0394B78F-9F6A-46F9-8192-B5368C603428}" presName="hierRoot2" presStyleCnt="0">
        <dgm:presLayoutVars>
          <dgm:hierBranch val="init"/>
        </dgm:presLayoutVars>
      </dgm:prSet>
      <dgm:spPr/>
    </dgm:pt>
    <dgm:pt modelId="{EB2AB012-BDB3-4569-91E2-8399DDCEDEF5}" type="pres">
      <dgm:prSet presAssocID="{0394B78F-9F6A-46F9-8192-B5368C603428}" presName="rootComposite" presStyleCnt="0"/>
      <dgm:spPr/>
    </dgm:pt>
    <dgm:pt modelId="{81981569-26A3-407E-B3D1-78BFB78884B6}" type="pres">
      <dgm:prSet presAssocID="{0394B78F-9F6A-46F9-8192-B5368C603428}" presName="rootText" presStyleLbl="node3" presStyleIdx="3" presStyleCnt="6" custScaleX="144924">
        <dgm:presLayoutVars>
          <dgm:chPref val="3"/>
        </dgm:presLayoutVars>
      </dgm:prSet>
      <dgm:spPr/>
      <dgm:t>
        <a:bodyPr/>
        <a:lstStyle/>
        <a:p>
          <a:endParaRPr lang="en-US"/>
        </a:p>
      </dgm:t>
    </dgm:pt>
    <dgm:pt modelId="{57960999-4B07-4944-ABC8-DDEA0942E4F6}" type="pres">
      <dgm:prSet presAssocID="{0394B78F-9F6A-46F9-8192-B5368C603428}" presName="rootConnector" presStyleLbl="node3" presStyleIdx="3" presStyleCnt="6"/>
      <dgm:spPr/>
      <dgm:t>
        <a:bodyPr/>
        <a:lstStyle/>
        <a:p>
          <a:endParaRPr lang="en-US"/>
        </a:p>
      </dgm:t>
    </dgm:pt>
    <dgm:pt modelId="{2D9C1C89-9263-4701-B340-9B49C74F3097}" type="pres">
      <dgm:prSet presAssocID="{0394B78F-9F6A-46F9-8192-B5368C603428}" presName="hierChild4" presStyleCnt="0"/>
      <dgm:spPr/>
    </dgm:pt>
    <dgm:pt modelId="{D3616EBE-629E-42F5-9173-EB1C4DD37B67}" type="pres">
      <dgm:prSet presAssocID="{0394B78F-9F6A-46F9-8192-B5368C603428}" presName="hierChild5" presStyleCnt="0"/>
      <dgm:spPr/>
    </dgm:pt>
    <dgm:pt modelId="{E9A486E8-3FB6-41A6-BD46-32EB689AD74B}" type="pres">
      <dgm:prSet presAssocID="{1F903EBE-540A-403B-AE13-6A09126352BD}" presName="hierChild5" presStyleCnt="0"/>
      <dgm:spPr/>
    </dgm:pt>
    <dgm:pt modelId="{E176ACEC-BD58-4170-B91A-1AA1D1DF77F0}" type="pres">
      <dgm:prSet presAssocID="{97ECD7F0-AF08-4202-8F6B-6035FCFA351C}" presName="Name37" presStyleLbl="parChTrans1D2" presStyleIdx="3" presStyleCnt="4"/>
      <dgm:spPr/>
      <dgm:t>
        <a:bodyPr/>
        <a:lstStyle/>
        <a:p>
          <a:endParaRPr lang="en-US"/>
        </a:p>
      </dgm:t>
    </dgm:pt>
    <dgm:pt modelId="{ECD4CC19-881A-44A6-9474-785CC0C059F4}" type="pres">
      <dgm:prSet presAssocID="{C23EE67C-7F77-47BA-A8B3-6493565ADACA}" presName="hierRoot2" presStyleCnt="0">
        <dgm:presLayoutVars>
          <dgm:hierBranch val="init"/>
        </dgm:presLayoutVars>
      </dgm:prSet>
      <dgm:spPr/>
    </dgm:pt>
    <dgm:pt modelId="{D3FBA0E9-F095-447B-899D-12FE1ACDB26A}" type="pres">
      <dgm:prSet presAssocID="{C23EE67C-7F77-47BA-A8B3-6493565ADACA}" presName="rootComposite" presStyleCnt="0"/>
      <dgm:spPr/>
    </dgm:pt>
    <dgm:pt modelId="{606E0F95-4779-4D9A-B606-9ABA993A565C}" type="pres">
      <dgm:prSet presAssocID="{C23EE67C-7F77-47BA-A8B3-6493565ADACA}" presName="rootText" presStyleLbl="node2" presStyleIdx="3" presStyleCnt="4" custScaleX="153598" custScaleY="124183">
        <dgm:presLayoutVars>
          <dgm:chPref val="3"/>
        </dgm:presLayoutVars>
      </dgm:prSet>
      <dgm:spPr/>
      <dgm:t>
        <a:bodyPr/>
        <a:lstStyle/>
        <a:p>
          <a:endParaRPr lang="en-US"/>
        </a:p>
      </dgm:t>
    </dgm:pt>
    <dgm:pt modelId="{D644AF87-ADF0-487B-AC77-4BAD17472D87}" type="pres">
      <dgm:prSet presAssocID="{C23EE67C-7F77-47BA-A8B3-6493565ADACA}" presName="rootConnector" presStyleLbl="node2" presStyleIdx="3" presStyleCnt="4"/>
      <dgm:spPr/>
      <dgm:t>
        <a:bodyPr/>
        <a:lstStyle/>
        <a:p>
          <a:endParaRPr lang="en-US"/>
        </a:p>
      </dgm:t>
    </dgm:pt>
    <dgm:pt modelId="{E8843230-B658-467E-ABDF-26AE593B8491}" type="pres">
      <dgm:prSet presAssocID="{C23EE67C-7F77-47BA-A8B3-6493565ADACA}" presName="hierChild4" presStyleCnt="0"/>
      <dgm:spPr/>
    </dgm:pt>
    <dgm:pt modelId="{556416A1-EB7E-4C36-B767-DC0126358F47}" type="pres">
      <dgm:prSet presAssocID="{79AD4D35-91EB-4DB6-A13B-DE436158891D}" presName="Name37" presStyleLbl="parChTrans1D3" presStyleIdx="4" presStyleCnt="6"/>
      <dgm:spPr/>
      <dgm:t>
        <a:bodyPr/>
        <a:lstStyle/>
        <a:p>
          <a:endParaRPr lang="en-US"/>
        </a:p>
      </dgm:t>
    </dgm:pt>
    <dgm:pt modelId="{46B081C6-75AD-40F6-822E-B0D1F9AAD110}" type="pres">
      <dgm:prSet presAssocID="{0E0C420F-E415-4DE1-A76A-2CE41E8B1A57}" presName="hierRoot2" presStyleCnt="0">
        <dgm:presLayoutVars>
          <dgm:hierBranch val="init"/>
        </dgm:presLayoutVars>
      </dgm:prSet>
      <dgm:spPr/>
    </dgm:pt>
    <dgm:pt modelId="{2372A345-6B92-4C74-AFE0-6F6E57D20ACB}" type="pres">
      <dgm:prSet presAssocID="{0E0C420F-E415-4DE1-A76A-2CE41E8B1A57}" presName="rootComposite" presStyleCnt="0"/>
      <dgm:spPr/>
    </dgm:pt>
    <dgm:pt modelId="{67C5AE12-E1AF-4A0A-AA6A-A1C64D87D781}" type="pres">
      <dgm:prSet presAssocID="{0E0C420F-E415-4DE1-A76A-2CE41E8B1A57}" presName="rootText" presStyleLbl="node3" presStyleIdx="4" presStyleCnt="6" custScaleX="144924">
        <dgm:presLayoutVars>
          <dgm:chPref val="3"/>
        </dgm:presLayoutVars>
      </dgm:prSet>
      <dgm:spPr/>
      <dgm:t>
        <a:bodyPr/>
        <a:lstStyle/>
        <a:p>
          <a:endParaRPr lang="en-US"/>
        </a:p>
      </dgm:t>
    </dgm:pt>
    <dgm:pt modelId="{562BA969-8EA9-4E83-BF39-5DC33A77ACD4}" type="pres">
      <dgm:prSet presAssocID="{0E0C420F-E415-4DE1-A76A-2CE41E8B1A57}" presName="rootConnector" presStyleLbl="node3" presStyleIdx="4" presStyleCnt="6"/>
      <dgm:spPr/>
      <dgm:t>
        <a:bodyPr/>
        <a:lstStyle/>
        <a:p>
          <a:endParaRPr lang="en-US"/>
        </a:p>
      </dgm:t>
    </dgm:pt>
    <dgm:pt modelId="{91BA20E3-CD76-41E6-A555-E0AFA4AA408B}" type="pres">
      <dgm:prSet presAssocID="{0E0C420F-E415-4DE1-A76A-2CE41E8B1A57}" presName="hierChild4" presStyleCnt="0"/>
      <dgm:spPr/>
    </dgm:pt>
    <dgm:pt modelId="{EF5621FA-AB05-4B18-B5E8-57945E951C58}" type="pres">
      <dgm:prSet presAssocID="{0E0C420F-E415-4DE1-A76A-2CE41E8B1A57}" presName="hierChild5" presStyleCnt="0"/>
      <dgm:spPr/>
    </dgm:pt>
    <dgm:pt modelId="{E4DDB36F-2927-4491-9CDB-13A7789A09B4}" type="pres">
      <dgm:prSet presAssocID="{43109AA1-FEEE-4F25-AE73-32BDAA3045E7}" presName="Name37" presStyleLbl="parChTrans1D3" presStyleIdx="5" presStyleCnt="6"/>
      <dgm:spPr/>
      <dgm:t>
        <a:bodyPr/>
        <a:lstStyle/>
        <a:p>
          <a:endParaRPr lang="en-US"/>
        </a:p>
      </dgm:t>
    </dgm:pt>
    <dgm:pt modelId="{7646EF8C-1DAA-47DB-8A8D-D0DE218958B2}" type="pres">
      <dgm:prSet presAssocID="{D21AA50B-6F47-4522-9EC2-1DCF65D1D4AF}" presName="hierRoot2" presStyleCnt="0">
        <dgm:presLayoutVars>
          <dgm:hierBranch val="init"/>
        </dgm:presLayoutVars>
      </dgm:prSet>
      <dgm:spPr/>
    </dgm:pt>
    <dgm:pt modelId="{FED87233-B1FC-46E6-B2BB-75782D2DC335}" type="pres">
      <dgm:prSet presAssocID="{D21AA50B-6F47-4522-9EC2-1DCF65D1D4AF}" presName="rootComposite" presStyleCnt="0"/>
      <dgm:spPr/>
    </dgm:pt>
    <dgm:pt modelId="{1183AAC3-0F66-4BAC-8068-2D182E1C064A}" type="pres">
      <dgm:prSet presAssocID="{D21AA50B-6F47-4522-9EC2-1DCF65D1D4AF}" presName="rootText" presStyleLbl="node3" presStyleIdx="5" presStyleCnt="6" custScaleX="144924">
        <dgm:presLayoutVars>
          <dgm:chPref val="3"/>
        </dgm:presLayoutVars>
      </dgm:prSet>
      <dgm:spPr/>
      <dgm:t>
        <a:bodyPr/>
        <a:lstStyle/>
        <a:p>
          <a:endParaRPr lang="en-US"/>
        </a:p>
      </dgm:t>
    </dgm:pt>
    <dgm:pt modelId="{27806D9B-9587-4C75-8FB4-F16C2760781A}" type="pres">
      <dgm:prSet presAssocID="{D21AA50B-6F47-4522-9EC2-1DCF65D1D4AF}" presName="rootConnector" presStyleLbl="node3" presStyleIdx="5" presStyleCnt="6"/>
      <dgm:spPr/>
      <dgm:t>
        <a:bodyPr/>
        <a:lstStyle/>
        <a:p>
          <a:endParaRPr lang="en-US"/>
        </a:p>
      </dgm:t>
    </dgm:pt>
    <dgm:pt modelId="{B0EB7AD5-A550-4863-9F99-1527BDE85833}" type="pres">
      <dgm:prSet presAssocID="{D21AA50B-6F47-4522-9EC2-1DCF65D1D4AF}" presName="hierChild4" presStyleCnt="0"/>
      <dgm:spPr/>
    </dgm:pt>
    <dgm:pt modelId="{10ED4CD1-BBA9-4E42-BDB7-C436FB09E616}" type="pres">
      <dgm:prSet presAssocID="{D21AA50B-6F47-4522-9EC2-1DCF65D1D4AF}" presName="hierChild5" presStyleCnt="0"/>
      <dgm:spPr/>
    </dgm:pt>
    <dgm:pt modelId="{328AA022-D844-486A-A579-E33311A2ACB8}" type="pres">
      <dgm:prSet presAssocID="{C23EE67C-7F77-47BA-A8B3-6493565ADACA}" presName="hierChild5" presStyleCnt="0"/>
      <dgm:spPr/>
    </dgm:pt>
    <dgm:pt modelId="{96DEF822-DC52-4FFC-82DA-389CD5B29657}" type="pres">
      <dgm:prSet presAssocID="{9E6404DC-1053-49D6-95EE-599A97C88DD3}" presName="hierChild3" presStyleCnt="0"/>
      <dgm:spPr/>
    </dgm:pt>
  </dgm:ptLst>
  <dgm:cxnLst>
    <dgm:cxn modelId="{9DDF1B8C-24A5-40F0-AD24-728574A30894}" type="presOf" srcId="{0394B78F-9F6A-46F9-8192-B5368C603428}" destId="{57960999-4B07-4944-ABC8-DDEA0942E4F6}" srcOrd="1" destOrd="0" presId="urn:microsoft.com/office/officeart/2005/8/layout/orgChart1"/>
    <dgm:cxn modelId="{5317F623-2ED8-4710-AC15-800675E39B10}" type="presOf" srcId="{248E9311-DF61-4B0E-BD57-16AE2D707A60}" destId="{76E33A9D-9480-40FB-A4DF-EE1E2E7E401E}" srcOrd="0" destOrd="0" presId="urn:microsoft.com/office/officeart/2005/8/layout/orgChart1"/>
    <dgm:cxn modelId="{5E7B5BD3-D5C7-4329-8C95-CB1074033A3D}" type="presOf" srcId="{1F903EBE-540A-403B-AE13-6A09126352BD}" destId="{B4DA07B5-29B3-4442-A69E-055EEC652BE8}" srcOrd="0" destOrd="0" presId="urn:microsoft.com/office/officeart/2005/8/layout/orgChart1"/>
    <dgm:cxn modelId="{35BA6A19-C82C-4D32-8D6F-0E90A0267519}" type="presOf" srcId="{F142DEDA-3202-4A6E-A872-744A36211997}" destId="{28A90088-1D74-4647-BC3B-F17F2E584608}" srcOrd="0" destOrd="0" presId="urn:microsoft.com/office/officeart/2005/8/layout/orgChart1"/>
    <dgm:cxn modelId="{0889C6DA-DE3D-4EEE-8208-B33A7D302002}" type="presOf" srcId="{3C73C88C-ADAC-4E8D-8259-4FBC3819D296}" destId="{22A06763-7CD0-41E0-8047-44C9999C84AA}" srcOrd="0" destOrd="0" presId="urn:microsoft.com/office/officeart/2005/8/layout/orgChart1"/>
    <dgm:cxn modelId="{594EFC9C-86FE-4516-B023-357FF7555D19}" type="presOf" srcId="{0E0C420F-E415-4DE1-A76A-2CE41E8B1A57}" destId="{562BA969-8EA9-4E83-BF39-5DC33A77ACD4}" srcOrd="1" destOrd="0" presId="urn:microsoft.com/office/officeart/2005/8/layout/orgChart1"/>
    <dgm:cxn modelId="{3AA2732E-E1F3-4BD5-9990-5D30D82B08ED}" srcId="{9E6404DC-1053-49D6-95EE-599A97C88DD3}" destId="{1F903EBE-540A-403B-AE13-6A09126352BD}" srcOrd="2" destOrd="0" parTransId="{248E9311-DF61-4B0E-BD57-16AE2D707A60}" sibTransId="{BB52F0E9-3899-452E-BFB9-D8344A4C6147}"/>
    <dgm:cxn modelId="{A80424CF-40A3-4F70-8A0B-EDC28243426F}" type="presOf" srcId="{D21AA50B-6F47-4522-9EC2-1DCF65D1D4AF}" destId="{1183AAC3-0F66-4BAC-8068-2D182E1C064A}" srcOrd="0" destOrd="0" presId="urn:microsoft.com/office/officeart/2005/8/layout/orgChart1"/>
    <dgm:cxn modelId="{2DB93E03-5AA9-4DD5-8A22-7A025B2DC121}" type="presOf" srcId="{D652C70C-8554-4301-869A-D02E3BDCCF9C}" destId="{D2613D50-256B-4B68-8FAD-AE3AD5188EA2}" srcOrd="0" destOrd="0" presId="urn:microsoft.com/office/officeart/2005/8/layout/orgChart1"/>
    <dgm:cxn modelId="{884C4DEA-A29D-4416-9103-F85108CE2F55}" type="presOf" srcId="{68F0BB4A-4CA0-4481-8397-108E86A12DA4}" destId="{B3DA1D68-D7FF-4520-90A3-C4A2EA0D76C0}" srcOrd="0" destOrd="0" presId="urn:microsoft.com/office/officeart/2005/8/layout/orgChart1"/>
    <dgm:cxn modelId="{4C35333B-E2CE-49B4-8E8B-065145550125}" srcId="{1F903EBE-540A-403B-AE13-6A09126352BD}" destId="{68F0BB4A-4CA0-4481-8397-108E86A12DA4}" srcOrd="0" destOrd="0" parTransId="{ED5ECDE6-7B87-4768-B1AE-20C55CA1EA8F}" sibTransId="{A0B2EC27-08AF-4A70-911E-D73503EF8DD4}"/>
    <dgm:cxn modelId="{19AF4068-3DE4-490A-9264-0F12B60591B8}" type="presOf" srcId="{F0764DAA-254D-4C3C-9708-669D5BF5A337}" destId="{0146BAA9-2B9D-4F2A-B565-A2DCB6505964}"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400FF442-4627-4086-BA56-FE8CD6D12D61}" type="presOf" srcId="{0E0C420F-E415-4DE1-A76A-2CE41E8B1A57}" destId="{67C5AE12-E1AF-4A0A-AA6A-A1C64D87D781}"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C6049956-7336-4081-81A6-7DCD9A0A0EF0}" type="presOf" srcId="{1947618A-5736-4E7D-A7B1-0535566E666C}" destId="{3FADC6AF-5D4B-418A-9301-DABA5E048E22}" srcOrd="1" destOrd="0" presId="urn:microsoft.com/office/officeart/2005/8/layout/orgChart1"/>
    <dgm:cxn modelId="{D5051094-61BC-42D3-BB85-5E5FB0D22CFE}" type="presOf" srcId="{1F903EBE-540A-403B-AE13-6A09126352BD}" destId="{746FE1B3-37E8-4050-B0B7-5668D5D7D118}" srcOrd="1" destOrd="0" presId="urn:microsoft.com/office/officeart/2005/8/layout/orgChart1"/>
    <dgm:cxn modelId="{38F54E08-7154-4E49-99E5-D24D98090A59}" srcId="{C23EE67C-7F77-47BA-A8B3-6493565ADACA}" destId="{0E0C420F-E415-4DE1-A76A-2CE41E8B1A57}" srcOrd="0" destOrd="0" parTransId="{79AD4D35-91EB-4DB6-A13B-DE436158891D}" sibTransId="{EFE48ADF-17C8-4360-8B44-05FA1FAA82C4}"/>
    <dgm:cxn modelId="{EEDD1D35-51A4-4EFC-BEC5-0B8F238E57D2}" srcId="{9286A5EC-F2A9-487D-8BF1-B96EEEFD636B}" destId="{F142DEDA-3202-4A6E-A872-744A36211997}" srcOrd="0" destOrd="0" parTransId="{588037F0-0B1A-4D72-81EB-CAFA026AEFB7}" sibTransId="{90D5C085-E7FD-409C-B728-A036C61691D1}"/>
    <dgm:cxn modelId="{55322DC1-D5BB-4947-91D3-C49D83A86839}" srcId="{9E6404DC-1053-49D6-95EE-599A97C88DD3}" destId="{620DD3EC-BDCD-468B-B566-7FE2B848507E}" srcOrd="1" destOrd="0" parTransId="{F0764DAA-254D-4C3C-9708-669D5BF5A337}" sibTransId="{61B96E30-C56F-4FDE-AA00-908E8835534F}"/>
    <dgm:cxn modelId="{CF57A01B-FD0C-416E-9076-D98F011A8F75}" type="presOf" srcId="{0394B78F-9F6A-46F9-8192-B5368C603428}" destId="{81981569-26A3-407E-B3D1-78BFB78884B6}" srcOrd="0" destOrd="0" presId="urn:microsoft.com/office/officeart/2005/8/layout/orgChart1"/>
    <dgm:cxn modelId="{48FB7E41-4DCE-49A7-8A59-30799E27CFF1}" srcId="{9286A5EC-F2A9-487D-8BF1-B96EEEFD636B}" destId="{1947618A-5736-4E7D-A7B1-0535566E666C}" srcOrd="1" destOrd="0" parTransId="{3C73C88C-ADAC-4E8D-8259-4FBC3819D296}" sibTransId="{4AA8505F-D096-4A68-B858-481E0AB908C1}"/>
    <dgm:cxn modelId="{1EC82FDF-DEB7-4D50-9C29-27BC7BD7F60F}" srcId="{9E6404DC-1053-49D6-95EE-599A97C88DD3}" destId="{C23EE67C-7F77-47BA-A8B3-6493565ADACA}" srcOrd="3" destOrd="0" parTransId="{97ECD7F0-AF08-4202-8F6B-6035FCFA351C}" sibTransId="{81688764-0848-43B4-A2D6-8E904026A524}"/>
    <dgm:cxn modelId="{07AB8472-A651-48C8-9CF2-00815F444309}" type="presOf" srcId="{9E6404DC-1053-49D6-95EE-599A97C88DD3}" destId="{0F3C8968-31FF-46A5-BCB3-A2E771257413}" srcOrd="0" destOrd="0" presId="urn:microsoft.com/office/officeart/2005/8/layout/orgChart1"/>
    <dgm:cxn modelId="{FB87CBE7-A783-49FA-9FDC-C388EA88CADE}" type="presOf" srcId="{F142DEDA-3202-4A6E-A872-744A36211997}" destId="{D62CADF8-24AE-4E16-B362-DFB8C42A8D00}" srcOrd="1"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7359E945-01BA-4E16-B972-28F6D00360AA}" type="presOf" srcId="{68F0BB4A-4CA0-4481-8397-108E86A12DA4}" destId="{D0721C6D-93AC-4B26-927C-A61DADEBA9AA}" srcOrd="1" destOrd="0" presId="urn:microsoft.com/office/officeart/2005/8/layout/orgChart1"/>
    <dgm:cxn modelId="{CB41D076-54B8-4DC1-949C-ACBED0BFBB39}" type="presOf" srcId="{43109AA1-FEEE-4F25-AE73-32BDAA3045E7}" destId="{E4DDB36F-2927-4491-9CDB-13A7789A09B4}" srcOrd="0" destOrd="0" presId="urn:microsoft.com/office/officeart/2005/8/layout/orgChart1"/>
    <dgm:cxn modelId="{6642CCA2-4878-44B3-8B07-8E7CD09647F0}" type="presOf" srcId="{C23EE67C-7F77-47BA-A8B3-6493565ADACA}" destId="{606E0F95-4779-4D9A-B606-9ABA993A565C}"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B5ABC604-1326-4694-B54C-E5E593D5B4D3}" srcId="{1F903EBE-540A-403B-AE13-6A09126352BD}" destId="{0394B78F-9F6A-46F9-8192-B5368C603428}" srcOrd="1" destOrd="0" parTransId="{D652C70C-8554-4301-869A-D02E3BDCCF9C}" sibTransId="{4FD2C2F4-D20F-4955-BB38-134D0C8C3F3C}"/>
    <dgm:cxn modelId="{3371D227-869E-4636-B9B0-BA373BCE5AD6}" srcId="{9E6404DC-1053-49D6-95EE-599A97C88DD3}" destId="{9286A5EC-F2A9-487D-8BF1-B96EEEFD636B}" srcOrd="0" destOrd="0" parTransId="{8CE2CE9A-EBD7-445E-BD99-21666869C1D4}" sibTransId="{D6357A36-116B-440B-A9E1-8EDB3A4D1B88}"/>
    <dgm:cxn modelId="{E02EA1F9-1612-4512-A3FC-DB19B79AC42C}" type="presOf" srcId="{588037F0-0B1A-4D72-81EB-CAFA026AEFB7}" destId="{06A5B176-3147-4D45-9EF8-CF91B612166F}" srcOrd="0" destOrd="0" presId="urn:microsoft.com/office/officeart/2005/8/layout/orgChart1"/>
    <dgm:cxn modelId="{616C0C0E-787B-46CE-AEED-2F33BD6550D4}" type="presOf" srcId="{D21AA50B-6F47-4522-9EC2-1DCF65D1D4AF}" destId="{27806D9B-9587-4C75-8FB4-F16C2760781A}"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BEBE0C71-0B11-4F2C-83E1-8A421F99012C}" type="presOf" srcId="{79AD4D35-91EB-4DB6-A13B-DE436158891D}" destId="{556416A1-EB7E-4C36-B767-DC0126358F47}"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B8E5222C-DCED-48D0-BAA8-950F084BCDAB}" type="presOf" srcId="{97ECD7F0-AF08-4202-8F6B-6035FCFA351C}" destId="{E176ACEC-BD58-4170-B91A-1AA1D1DF77F0}" srcOrd="0" destOrd="0" presId="urn:microsoft.com/office/officeart/2005/8/layout/orgChart1"/>
    <dgm:cxn modelId="{5F7DB5C3-B355-4F57-8A7E-F3CD6853FA97}" type="presOf" srcId="{ED5ECDE6-7B87-4768-B1AE-20C55CA1EA8F}" destId="{0207D2DC-D98D-48DB-A444-1B3BB3C111EF}" srcOrd="0" destOrd="0" presId="urn:microsoft.com/office/officeart/2005/8/layout/orgChart1"/>
    <dgm:cxn modelId="{2A7A2E8B-4E91-4769-93B9-65EF55884A61}" type="presOf" srcId="{1947618A-5736-4E7D-A7B1-0535566E666C}" destId="{EF3A83E1-5846-4AE9-8B47-6582C37CA326}" srcOrd="0" destOrd="0" presId="urn:microsoft.com/office/officeart/2005/8/layout/orgChart1"/>
    <dgm:cxn modelId="{8EC2A9D1-3DF1-4895-BBD2-94732DC9E3D1}" type="presOf" srcId="{C23EE67C-7F77-47BA-A8B3-6493565ADACA}" destId="{D644AF87-ADF0-487B-AC77-4BAD17472D87}" srcOrd="1" destOrd="0" presId="urn:microsoft.com/office/officeart/2005/8/layout/orgChart1"/>
    <dgm:cxn modelId="{025F3CB9-CB65-4128-947E-9B6C6492BF1A}" srcId="{C23EE67C-7F77-47BA-A8B3-6493565ADACA}" destId="{D21AA50B-6F47-4522-9EC2-1DCF65D1D4AF}" srcOrd="1" destOrd="0" parTransId="{43109AA1-FEEE-4F25-AE73-32BDAA3045E7}" sibTransId="{CECDADA7-D3E7-4A39-A783-CD0194524D5E}"/>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67495CB3-FF0D-437B-A75F-D818BF677556}" type="presParOf" srcId="{C9264EDA-91B6-4FAE-AFE6-AFC29BE66386}" destId="{06A5B176-3147-4D45-9EF8-CF91B612166F}" srcOrd="0" destOrd="0" presId="urn:microsoft.com/office/officeart/2005/8/layout/orgChart1"/>
    <dgm:cxn modelId="{41338C89-1E6D-49CB-AA27-377383737EC7}" type="presParOf" srcId="{C9264EDA-91B6-4FAE-AFE6-AFC29BE66386}" destId="{A1823CA7-FCBA-4115-A337-66BE02B03547}" srcOrd="1" destOrd="0" presId="urn:microsoft.com/office/officeart/2005/8/layout/orgChart1"/>
    <dgm:cxn modelId="{CA65C1DA-4730-4949-B129-ECBC45F854A2}" type="presParOf" srcId="{A1823CA7-FCBA-4115-A337-66BE02B03547}" destId="{80E2B167-EDC3-4945-9077-5283EEF70EE4}" srcOrd="0" destOrd="0" presId="urn:microsoft.com/office/officeart/2005/8/layout/orgChart1"/>
    <dgm:cxn modelId="{04FAEB99-2DE4-4EA9-A7A2-78ABF19A7527}" type="presParOf" srcId="{80E2B167-EDC3-4945-9077-5283EEF70EE4}" destId="{28A90088-1D74-4647-BC3B-F17F2E584608}" srcOrd="0" destOrd="0" presId="urn:microsoft.com/office/officeart/2005/8/layout/orgChart1"/>
    <dgm:cxn modelId="{A4952F88-F6B7-489A-9049-87D4F65F9DBC}" type="presParOf" srcId="{80E2B167-EDC3-4945-9077-5283EEF70EE4}" destId="{D62CADF8-24AE-4E16-B362-DFB8C42A8D00}" srcOrd="1" destOrd="0" presId="urn:microsoft.com/office/officeart/2005/8/layout/orgChart1"/>
    <dgm:cxn modelId="{9143A6CF-7648-4C1D-9813-A5ACFD9FA4A5}" type="presParOf" srcId="{A1823CA7-FCBA-4115-A337-66BE02B03547}" destId="{D2D25354-BC15-441D-9C43-4E22F84DF7E3}" srcOrd="1" destOrd="0" presId="urn:microsoft.com/office/officeart/2005/8/layout/orgChart1"/>
    <dgm:cxn modelId="{70289677-024D-4C85-A511-A5EEA95E9AE4}" type="presParOf" srcId="{A1823CA7-FCBA-4115-A337-66BE02B03547}" destId="{42C6C630-1192-4F5E-B919-40B53C299E86}" srcOrd="2" destOrd="0" presId="urn:microsoft.com/office/officeart/2005/8/layout/orgChart1"/>
    <dgm:cxn modelId="{0213BD88-CC4A-423F-B2CA-EC0EB11F5F5E}" type="presParOf" srcId="{C9264EDA-91B6-4FAE-AFE6-AFC29BE66386}" destId="{22A06763-7CD0-41E0-8047-44C9999C84AA}" srcOrd="2" destOrd="0" presId="urn:microsoft.com/office/officeart/2005/8/layout/orgChart1"/>
    <dgm:cxn modelId="{AAFCFB26-61CE-45AA-8DA7-BE3C44890855}" type="presParOf" srcId="{C9264EDA-91B6-4FAE-AFE6-AFC29BE66386}" destId="{EBCD387B-99F5-420E-AC68-BB5DDA55274F}" srcOrd="3" destOrd="0" presId="urn:microsoft.com/office/officeart/2005/8/layout/orgChart1"/>
    <dgm:cxn modelId="{4B7EA589-DE0F-4FF9-A09D-C14F9966DCC3}" type="presParOf" srcId="{EBCD387B-99F5-420E-AC68-BB5DDA55274F}" destId="{1FCE71FC-8197-4D43-AEA9-42AE00FBE624}" srcOrd="0" destOrd="0" presId="urn:microsoft.com/office/officeart/2005/8/layout/orgChart1"/>
    <dgm:cxn modelId="{5EBD661D-FFB5-4F13-8C2A-B9576821D9D8}" type="presParOf" srcId="{1FCE71FC-8197-4D43-AEA9-42AE00FBE624}" destId="{EF3A83E1-5846-4AE9-8B47-6582C37CA326}" srcOrd="0" destOrd="0" presId="urn:microsoft.com/office/officeart/2005/8/layout/orgChart1"/>
    <dgm:cxn modelId="{BC151465-B34A-4D30-9F19-902583914513}" type="presParOf" srcId="{1FCE71FC-8197-4D43-AEA9-42AE00FBE624}" destId="{3FADC6AF-5D4B-418A-9301-DABA5E048E22}" srcOrd="1" destOrd="0" presId="urn:microsoft.com/office/officeart/2005/8/layout/orgChart1"/>
    <dgm:cxn modelId="{E0E7DC59-395E-46D7-986C-9986C927AB0B}" type="presParOf" srcId="{EBCD387B-99F5-420E-AC68-BB5DDA55274F}" destId="{AC56E703-D854-4DBA-8A21-3B81398E67CB}" srcOrd="1" destOrd="0" presId="urn:microsoft.com/office/officeart/2005/8/layout/orgChart1"/>
    <dgm:cxn modelId="{EF9B5A66-E7F9-4885-95D7-3B62711ABF10}" type="presParOf" srcId="{EBCD387B-99F5-420E-AC68-BB5DDA55274F}" destId="{578E88AA-3D50-4523-B7AE-4BD9067055A6}"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CC3BE2E-6341-4D85-8C50-DB6F4AE9054F}" type="presParOf" srcId="{AD53A4B1-01E7-41E8-9724-31F3910545A4}" destId="{76E33A9D-9480-40FB-A4DF-EE1E2E7E401E}" srcOrd="4" destOrd="0" presId="urn:microsoft.com/office/officeart/2005/8/layout/orgChart1"/>
    <dgm:cxn modelId="{585DBA3C-ACC4-45C1-9FB2-8B105C53EE23}" type="presParOf" srcId="{AD53A4B1-01E7-41E8-9724-31F3910545A4}" destId="{04B8EA4A-11CB-4AF7-85D7-32F9AD439CB7}" srcOrd="5" destOrd="0" presId="urn:microsoft.com/office/officeart/2005/8/layout/orgChart1"/>
    <dgm:cxn modelId="{03078144-71FF-41AF-B2F5-D9170C4727C6}" type="presParOf" srcId="{04B8EA4A-11CB-4AF7-85D7-32F9AD439CB7}" destId="{D50DA092-4409-4311-BEA8-2E2A816EFE92}" srcOrd="0" destOrd="0" presId="urn:microsoft.com/office/officeart/2005/8/layout/orgChart1"/>
    <dgm:cxn modelId="{D9059D2A-13BB-4731-9A4E-33395DE86C02}" type="presParOf" srcId="{D50DA092-4409-4311-BEA8-2E2A816EFE92}" destId="{B4DA07B5-29B3-4442-A69E-055EEC652BE8}" srcOrd="0" destOrd="0" presId="urn:microsoft.com/office/officeart/2005/8/layout/orgChart1"/>
    <dgm:cxn modelId="{B4283941-C237-4A2C-B7F5-0E103A041C53}" type="presParOf" srcId="{D50DA092-4409-4311-BEA8-2E2A816EFE92}" destId="{746FE1B3-37E8-4050-B0B7-5668D5D7D118}" srcOrd="1" destOrd="0" presId="urn:microsoft.com/office/officeart/2005/8/layout/orgChart1"/>
    <dgm:cxn modelId="{2FE68761-EDC8-4060-8254-1CB626B40AE7}" type="presParOf" srcId="{04B8EA4A-11CB-4AF7-85D7-32F9AD439CB7}" destId="{CA531930-87B7-4E2B-AA93-B0ECAA52CC09}" srcOrd="1" destOrd="0" presId="urn:microsoft.com/office/officeart/2005/8/layout/orgChart1"/>
    <dgm:cxn modelId="{CF4BB83F-FE9B-48E2-A8D8-090B5557435A}" type="presParOf" srcId="{CA531930-87B7-4E2B-AA93-B0ECAA52CC09}" destId="{0207D2DC-D98D-48DB-A444-1B3BB3C111EF}" srcOrd="0" destOrd="0" presId="urn:microsoft.com/office/officeart/2005/8/layout/orgChart1"/>
    <dgm:cxn modelId="{3F396A0E-75CE-46FA-BD3C-C0DF6FC54A5D}" type="presParOf" srcId="{CA531930-87B7-4E2B-AA93-B0ECAA52CC09}" destId="{BBE3DE01-9991-4932-A682-9EC9E0F8B3A7}" srcOrd="1" destOrd="0" presId="urn:microsoft.com/office/officeart/2005/8/layout/orgChart1"/>
    <dgm:cxn modelId="{F5AE0C0C-4802-47F6-9498-ADA8C8F80482}" type="presParOf" srcId="{BBE3DE01-9991-4932-A682-9EC9E0F8B3A7}" destId="{5E3199D1-526C-4B6E-923B-A4820FFCC213}" srcOrd="0" destOrd="0" presId="urn:microsoft.com/office/officeart/2005/8/layout/orgChart1"/>
    <dgm:cxn modelId="{0ADAAE34-7EF2-49A2-8901-63D33FCF8D05}" type="presParOf" srcId="{5E3199D1-526C-4B6E-923B-A4820FFCC213}" destId="{B3DA1D68-D7FF-4520-90A3-C4A2EA0D76C0}" srcOrd="0" destOrd="0" presId="urn:microsoft.com/office/officeart/2005/8/layout/orgChart1"/>
    <dgm:cxn modelId="{A9655755-3253-4208-93B4-1CDFA1DCC4D8}" type="presParOf" srcId="{5E3199D1-526C-4B6E-923B-A4820FFCC213}" destId="{D0721C6D-93AC-4B26-927C-A61DADEBA9AA}" srcOrd="1" destOrd="0" presId="urn:microsoft.com/office/officeart/2005/8/layout/orgChart1"/>
    <dgm:cxn modelId="{7FDBC081-3838-498A-A2D4-4CE8D0A14470}" type="presParOf" srcId="{BBE3DE01-9991-4932-A682-9EC9E0F8B3A7}" destId="{0334F3E5-204D-4D93-AC17-5BC4150447BF}" srcOrd="1" destOrd="0" presId="urn:microsoft.com/office/officeart/2005/8/layout/orgChart1"/>
    <dgm:cxn modelId="{D30AE842-4FF6-49E6-AD3B-6BC329FF5B6C}" type="presParOf" srcId="{BBE3DE01-9991-4932-A682-9EC9E0F8B3A7}" destId="{5E7EC9AB-EEE2-4013-9B1F-D917B34504FA}" srcOrd="2" destOrd="0" presId="urn:microsoft.com/office/officeart/2005/8/layout/orgChart1"/>
    <dgm:cxn modelId="{DBB64D55-16F1-4F97-8B62-DF9C2E4DCE6A}" type="presParOf" srcId="{CA531930-87B7-4E2B-AA93-B0ECAA52CC09}" destId="{D2613D50-256B-4B68-8FAD-AE3AD5188EA2}" srcOrd="2" destOrd="0" presId="urn:microsoft.com/office/officeart/2005/8/layout/orgChart1"/>
    <dgm:cxn modelId="{BE9D8A4D-6C89-4E5F-B56C-15E2A4FEBDF1}" type="presParOf" srcId="{CA531930-87B7-4E2B-AA93-B0ECAA52CC09}" destId="{6E9A1A80-60AA-46BF-B8BC-994A37D7A065}" srcOrd="3" destOrd="0" presId="urn:microsoft.com/office/officeart/2005/8/layout/orgChart1"/>
    <dgm:cxn modelId="{54CBCB0D-277D-489B-96E7-A71114BBD0B0}" type="presParOf" srcId="{6E9A1A80-60AA-46BF-B8BC-994A37D7A065}" destId="{EB2AB012-BDB3-4569-91E2-8399DDCEDEF5}" srcOrd="0" destOrd="0" presId="urn:microsoft.com/office/officeart/2005/8/layout/orgChart1"/>
    <dgm:cxn modelId="{4C60F413-F69F-403E-A135-3BC7A4D8041E}" type="presParOf" srcId="{EB2AB012-BDB3-4569-91E2-8399DDCEDEF5}" destId="{81981569-26A3-407E-B3D1-78BFB78884B6}" srcOrd="0" destOrd="0" presId="urn:microsoft.com/office/officeart/2005/8/layout/orgChart1"/>
    <dgm:cxn modelId="{E429CDD7-98F8-4EFA-9334-E02E57713231}" type="presParOf" srcId="{EB2AB012-BDB3-4569-91E2-8399DDCEDEF5}" destId="{57960999-4B07-4944-ABC8-DDEA0942E4F6}" srcOrd="1" destOrd="0" presId="urn:microsoft.com/office/officeart/2005/8/layout/orgChart1"/>
    <dgm:cxn modelId="{C04AF80D-8634-4E4A-98DC-FCE8C38209C9}" type="presParOf" srcId="{6E9A1A80-60AA-46BF-B8BC-994A37D7A065}" destId="{2D9C1C89-9263-4701-B340-9B49C74F3097}" srcOrd="1" destOrd="0" presId="urn:microsoft.com/office/officeart/2005/8/layout/orgChart1"/>
    <dgm:cxn modelId="{15BE5C62-D3DA-465A-A68D-85C6BB948DBC}" type="presParOf" srcId="{6E9A1A80-60AA-46BF-B8BC-994A37D7A065}" destId="{D3616EBE-629E-42F5-9173-EB1C4DD37B67}" srcOrd="2" destOrd="0" presId="urn:microsoft.com/office/officeart/2005/8/layout/orgChart1"/>
    <dgm:cxn modelId="{795949FC-8F07-4E46-B32F-80D968212F71}" type="presParOf" srcId="{04B8EA4A-11CB-4AF7-85D7-32F9AD439CB7}" destId="{E9A486E8-3FB6-41A6-BD46-32EB689AD74B}" srcOrd="2" destOrd="0" presId="urn:microsoft.com/office/officeart/2005/8/layout/orgChart1"/>
    <dgm:cxn modelId="{27CEEFC8-CEF7-4804-B31D-9B2AA5B35413}" type="presParOf" srcId="{AD53A4B1-01E7-41E8-9724-31F3910545A4}" destId="{E176ACEC-BD58-4170-B91A-1AA1D1DF77F0}" srcOrd="6" destOrd="0" presId="urn:microsoft.com/office/officeart/2005/8/layout/orgChart1"/>
    <dgm:cxn modelId="{148F40BC-DB25-4622-BF13-45E4D08006B7}" type="presParOf" srcId="{AD53A4B1-01E7-41E8-9724-31F3910545A4}" destId="{ECD4CC19-881A-44A6-9474-785CC0C059F4}" srcOrd="7" destOrd="0" presId="urn:microsoft.com/office/officeart/2005/8/layout/orgChart1"/>
    <dgm:cxn modelId="{E4ED6127-47B4-4152-AD14-BD7D3932A91E}" type="presParOf" srcId="{ECD4CC19-881A-44A6-9474-785CC0C059F4}" destId="{D3FBA0E9-F095-447B-899D-12FE1ACDB26A}" srcOrd="0" destOrd="0" presId="urn:microsoft.com/office/officeart/2005/8/layout/orgChart1"/>
    <dgm:cxn modelId="{A77409DC-A981-44A0-856C-292F7368969C}" type="presParOf" srcId="{D3FBA0E9-F095-447B-899D-12FE1ACDB26A}" destId="{606E0F95-4779-4D9A-B606-9ABA993A565C}" srcOrd="0" destOrd="0" presId="urn:microsoft.com/office/officeart/2005/8/layout/orgChart1"/>
    <dgm:cxn modelId="{AFA928B5-B87F-41AC-AE5B-0BE0E8AF035A}" type="presParOf" srcId="{D3FBA0E9-F095-447B-899D-12FE1ACDB26A}" destId="{D644AF87-ADF0-487B-AC77-4BAD17472D87}" srcOrd="1" destOrd="0" presId="urn:microsoft.com/office/officeart/2005/8/layout/orgChart1"/>
    <dgm:cxn modelId="{6578C414-91AA-40DD-9F8F-F94FFA4D5D03}" type="presParOf" srcId="{ECD4CC19-881A-44A6-9474-785CC0C059F4}" destId="{E8843230-B658-467E-ABDF-26AE593B8491}" srcOrd="1" destOrd="0" presId="urn:microsoft.com/office/officeart/2005/8/layout/orgChart1"/>
    <dgm:cxn modelId="{1F77D2ED-C6A4-4323-98B3-E50B4E3EDBFA}" type="presParOf" srcId="{E8843230-B658-467E-ABDF-26AE593B8491}" destId="{556416A1-EB7E-4C36-B767-DC0126358F47}" srcOrd="0" destOrd="0" presId="urn:microsoft.com/office/officeart/2005/8/layout/orgChart1"/>
    <dgm:cxn modelId="{4621342C-ECD0-48DC-B0DB-84D3F4C9D2BB}" type="presParOf" srcId="{E8843230-B658-467E-ABDF-26AE593B8491}" destId="{46B081C6-75AD-40F6-822E-B0D1F9AAD110}" srcOrd="1" destOrd="0" presId="urn:microsoft.com/office/officeart/2005/8/layout/orgChart1"/>
    <dgm:cxn modelId="{F7201233-BB38-473D-A0B7-B7E2933D3607}" type="presParOf" srcId="{46B081C6-75AD-40F6-822E-B0D1F9AAD110}" destId="{2372A345-6B92-4C74-AFE0-6F6E57D20ACB}" srcOrd="0" destOrd="0" presId="urn:microsoft.com/office/officeart/2005/8/layout/orgChart1"/>
    <dgm:cxn modelId="{F160AEC3-CFE7-4B40-8124-A5495B676A1A}" type="presParOf" srcId="{2372A345-6B92-4C74-AFE0-6F6E57D20ACB}" destId="{67C5AE12-E1AF-4A0A-AA6A-A1C64D87D781}" srcOrd="0" destOrd="0" presId="urn:microsoft.com/office/officeart/2005/8/layout/orgChart1"/>
    <dgm:cxn modelId="{A1FAE342-A990-44FE-B406-6454C807FE61}" type="presParOf" srcId="{2372A345-6B92-4C74-AFE0-6F6E57D20ACB}" destId="{562BA969-8EA9-4E83-BF39-5DC33A77ACD4}" srcOrd="1" destOrd="0" presId="urn:microsoft.com/office/officeart/2005/8/layout/orgChart1"/>
    <dgm:cxn modelId="{46C9B24F-6636-4A52-B70E-754205B18616}" type="presParOf" srcId="{46B081C6-75AD-40F6-822E-B0D1F9AAD110}" destId="{91BA20E3-CD76-41E6-A555-E0AFA4AA408B}" srcOrd="1" destOrd="0" presId="urn:microsoft.com/office/officeart/2005/8/layout/orgChart1"/>
    <dgm:cxn modelId="{22128016-DD0F-4D8A-91BA-FCB88CCDC7D5}" type="presParOf" srcId="{46B081C6-75AD-40F6-822E-B0D1F9AAD110}" destId="{EF5621FA-AB05-4B18-B5E8-57945E951C58}" srcOrd="2" destOrd="0" presId="urn:microsoft.com/office/officeart/2005/8/layout/orgChart1"/>
    <dgm:cxn modelId="{1C2D0C45-6464-4677-89EE-FD58DD816D71}" type="presParOf" srcId="{E8843230-B658-467E-ABDF-26AE593B8491}" destId="{E4DDB36F-2927-4491-9CDB-13A7789A09B4}" srcOrd="2" destOrd="0" presId="urn:microsoft.com/office/officeart/2005/8/layout/orgChart1"/>
    <dgm:cxn modelId="{73CB1E07-B40E-45D1-ADDE-5161EF84716B}" type="presParOf" srcId="{E8843230-B658-467E-ABDF-26AE593B8491}" destId="{7646EF8C-1DAA-47DB-8A8D-D0DE218958B2}" srcOrd="3" destOrd="0" presId="urn:microsoft.com/office/officeart/2005/8/layout/orgChart1"/>
    <dgm:cxn modelId="{10B5F334-BC62-4EBC-B278-393A63051ED0}" type="presParOf" srcId="{7646EF8C-1DAA-47DB-8A8D-D0DE218958B2}" destId="{FED87233-B1FC-46E6-B2BB-75782D2DC335}" srcOrd="0" destOrd="0" presId="urn:microsoft.com/office/officeart/2005/8/layout/orgChart1"/>
    <dgm:cxn modelId="{FD4C1781-3FF9-4D1B-B4E3-89E0B2AB73B8}" type="presParOf" srcId="{FED87233-B1FC-46E6-B2BB-75782D2DC335}" destId="{1183AAC3-0F66-4BAC-8068-2D182E1C064A}" srcOrd="0" destOrd="0" presId="urn:microsoft.com/office/officeart/2005/8/layout/orgChart1"/>
    <dgm:cxn modelId="{5B482416-7DB9-4E30-88C4-0EBEF8A5CEB8}" type="presParOf" srcId="{FED87233-B1FC-46E6-B2BB-75782D2DC335}" destId="{27806D9B-9587-4C75-8FB4-F16C2760781A}" srcOrd="1" destOrd="0" presId="urn:microsoft.com/office/officeart/2005/8/layout/orgChart1"/>
    <dgm:cxn modelId="{9FF591B9-AF37-4CDE-8DFE-1C055A060EE5}" type="presParOf" srcId="{7646EF8C-1DAA-47DB-8A8D-D0DE218958B2}" destId="{B0EB7AD5-A550-4863-9F99-1527BDE85833}" srcOrd="1" destOrd="0" presId="urn:microsoft.com/office/officeart/2005/8/layout/orgChart1"/>
    <dgm:cxn modelId="{66EAA1C2-C9FD-4BB1-B8D3-4AD8AEFB729E}" type="presParOf" srcId="{7646EF8C-1DAA-47DB-8A8D-D0DE218958B2}" destId="{10ED4CD1-BBA9-4E42-BDB7-C436FB09E616}" srcOrd="2" destOrd="0" presId="urn:microsoft.com/office/officeart/2005/8/layout/orgChart1"/>
    <dgm:cxn modelId="{977AA8EB-59FA-44CF-8F96-9B3DB32153E9}" type="presParOf" srcId="{ECD4CC19-881A-44A6-9474-785CC0C059F4}" destId="{328AA022-D844-486A-A579-E33311A2ACB8}"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76ACEC-BD58-4170-B91A-1AA1D1DF77F0}">
      <dsp:nvSpPr>
        <dsp:cNvPr id="0" name=""/>
        <dsp:cNvSpPr/>
      </dsp:nvSpPr>
      <dsp:spPr>
        <a:xfrm>
          <a:off x="4302386" y="686352"/>
          <a:ext cx="2643030" cy="191467"/>
        </a:xfrm>
        <a:custGeom>
          <a:avLst/>
          <a:gdLst/>
          <a:ahLst/>
          <a:cxnLst/>
          <a:rect l="0" t="0" r="0" b="0"/>
          <a:pathLst>
            <a:path>
              <a:moveTo>
                <a:pt x="0" y="0"/>
              </a:moveTo>
              <a:lnTo>
                <a:pt x="0" y="97523"/>
              </a:lnTo>
              <a:lnTo>
                <a:pt x="2643030" y="97523"/>
              </a:lnTo>
              <a:lnTo>
                <a:pt x="2643030" y="19146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FF15E5-1005-4CD4-A19E-D44C26A99A45}">
      <dsp:nvSpPr>
        <dsp:cNvPr id="0" name=""/>
        <dsp:cNvSpPr/>
      </dsp:nvSpPr>
      <dsp:spPr>
        <a:xfrm>
          <a:off x="4456161" y="1397907"/>
          <a:ext cx="248753" cy="3572310"/>
        </a:xfrm>
        <a:custGeom>
          <a:avLst/>
          <a:gdLst/>
          <a:ahLst/>
          <a:cxnLst/>
          <a:rect l="0" t="0" r="0" b="0"/>
          <a:pathLst>
            <a:path>
              <a:moveTo>
                <a:pt x="0" y="0"/>
              </a:moveTo>
              <a:lnTo>
                <a:pt x="0" y="3572310"/>
              </a:lnTo>
              <a:lnTo>
                <a:pt x="248753" y="35723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150FA1-FFAF-4DC9-929D-F57FF2583CF4}">
      <dsp:nvSpPr>
        <dsp:cNvPr id="0" name=""/>
        <dsp:cNvSpPr/>
      </dsp:nvSpPr>
      <dsp:spPr>
        <a:xfrm>
          <a:off x="4456161" y="1397907"/>
          <a:ext cx="248753" cy="2937064"/>
        </a:xfrm>
        <a:custGeom>
          <a:avLst/>
          <a:gdLst/>
          <a:ahLst/>
          <a:cxnLst/>
          <a:rect l="0" t="0" r="0" b="0"/>
          <a:pathLst>
            <a:path>
              <a:moveTo>
                <a:pt x="0" y="0"/>
              </a:moveTo>
              <a:lnTo>
                <a:pt x="0" y="2937064"/>
              </a:lnTo>
              <a:lnTo>
                <a:pt x="248753" y="293706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324BF3-B4B7-4F53-833E-8F23F8DD0C14}">
      <dsp:nvSpPr>
        <dsp:cNvPr id="0" name=""/>
        <dsp:cNvSpPr/>
      </dsp:nvSpPr>
      <dsp:spPr>
        <a:xfrm>
          <a:off x="4456161" y="1397907"/>
          <a:ext cx="248753" cy="2301818"/>
        </a:xfrm>
        <a:custGeom>
          <a:avLst/>
          <a:gdLst/>
          <a:ahLst/>
          <a:cxnLst/>
          <a:rect l="0" t="0" r="0" b="0"/>
          <a:pathLst>
            <a:path>
              <a:moveTo>
                <a:pt x="0" y="0"/>
              </a:moveTo>
              <a:lnTo>
                <a:pt x="0" y="2301818"/>
              </a:lnTo>
              <a:lnTo>
                <a:pt x="248753" y="230181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27900B-7779-4F49-8E91-BB9DEB5AF639}">
      <dsp:nvSpPr>
        <dsp:cNvPr id="0" name=""/>
        <dsp:cNvSpPr/>
      </dsp:nvSpPr>
      <dsp:spPr>
        <a:xfrm>
          <a:off x="4456161" y="1397907"/>
          <a:ext cx="248753" cy="1666572"/>
        </a:xfrm>
        <a:custGeom>
          <a:avLst/>
          <a:gdLst/>
          <a:ahLst/>
          <a:cxnLst/>
          <a:rect l="0" t="0" r="0" b="0"/>
          <a:pathLst>
            <a:path>
              <a:moveTo>
                <a:pt x="0" y="0"/>
              </a:moveTo>
              <a:lnTo>
                <a:pt x="0" y="1666572"/>
              </a:lnTo>
              <a:lnTo>
                <a:pt x="248753" y="166657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AAD592-AB88-4251-977A-23D417AF9F0E}">
      <dsp:nvSpPr>
        <dsp:cNvPr id="0" name=""/>
        <dsp:cNvSpPr/>
      </dsp:nvSpPr>
      <dsp:spPr>
        <a:xfrm>
          <a:off x="4456161" y="1397907"/>
          <a:ext cx="248753" cy="1031326"/>
        </a:xfrm>
        <a:custGeom>
          <a:avLst/>
          <a:gdLst/>
          <a:ahLst/>
          <a:cxnLst/>
          <a:rect l="0" t="0" r="0" b="0"/>
          <a:pathLst>
            <a:path>
              <a:moveTo>
                <a:pt x="0" y="0"/>
              </a:moveTo>
              <a:lnTo>
                <a:pt x="0" y="1031326"/>
              </a:lnTo>
              <a:lnTo>
                <a:pt x="248753" y="10313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07D2DC-D98D-48DB-A444-1B3BB3C111EF}">
      <dsp:nvSpPr>
        <dsp:cNvPr id="0" name=""/>
        <dsp:cNvSpPr/>
      </dsp:nvSpPr>
      <dsp:spPr>
        <a:xfrm>
          <a:off x="4456161" y="1397907"/>
          <a:ext cx="248753" cy="396080"/>
        </a:xfrm>
        <a:custGeom>
          <a:avLst/>
          <a:gdLst/>
          <a:ahLst/>
          <a:cxnLst/>
          <a:rect l="0" t="0" r="0" b="0"/>
          <a:pathLst>
            <a:path>
              <a:moveTo>
                <a:pt x="0" y="0"/>
              </a:moveTo>
              <a:lnTo>
                <a:pt x="0" y="396080"/>
              </a:lnTo>
              <a:lnTo>
                <a:pt x="248753" y="39608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4302386" y="686352"/>
          <a:ext cx="817118" cy="206955"/>
        </a:xfrm>
        <a:custGeom>
          <a:avLst/>
          <a:gdLst/>
          <a:ahLst/>
          <a:cxnLst/>
          <a:rect l="0" t="0" r="0" b="0"/>
          <a:pathLst>
            <a:path>
              <a:moveTo>
                <a:pt x="0" y="0"/>
              </a:moveTo>
              <a:lnTo>
                <a:pt x="0" y="113010"/>
              </a:lnTo>
              <a:lnTo>
                <a:pt x="817118" y="113010"/>
              </a:lnTo>
              <a:lnTo>
                <a:pt x="817118" y="20695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7C57BC-0E68-4E25-9D4A-D3542769DA95}">
      <dsp:nvSpPr>
        <dsp:cNvPr id="0" name=""/>
        <dsp:cNvSpPr/>
      </dsp:nvSpPr>
      <dsp:spPr>
        <a:xfrm>
          <a:off x="2796375" y="1406939"/>
          <a:ext cx="187808" cy="1592664"/>
        </a:xfrm>
        <a:custGeom>
          <a:avLst/>
          <a:gdLst/>
          <a:ahLst/>
          <a:cxnLst/>
          <a:rect l="0" t="0" r="0" b="0"/>
          <a:pathLst>
            <a:path>
              <a:moveTo>
                <a:pt x="0" y="0"/>
              </a:moveTo>
              <a:lnTo>
                <a:pt x="0" y="1592664"/>
              </a:lnTo>
              <a:lnTo>
                <a:pt x="187808" y="159266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06B8EB-44F2-47F3-AF73-B274E07D3437}">
      <dsp:nvSpPr>
        <dsp:cNvPr id="0" name=""/>
        <dsp:cNvSpPr/>
      </dsp:nvSpPr>
      <dsp:spPr>
        <a:xfrm>
          <a:off x="2796375" y="1406939"/>
          <a:ext cx="187808" cy="957418"/>
        </a:xfrm>
        <a:custGeom>
          <a:avLst/>
          <a:gdLst/>
          <a:ahLst/>
          <a:cxnLst/>
          <a:rect l="0" t="0" r="0" b="0"/>
          <a:pathLst>
            <a:path>
              <a:moveTo>
                <a:pt x="0" y="0"/>
              </a:moveTo>
              <a:lnTo>
                <a:pt x="0" y="957418"/>
              </a:lnTo>
              <a:lnTo>
                <a:pt x="187808" y="95741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33A23-B9E7-4732-917C-5D66B726362F}">
      <dsp:nvSpPr>
        <dsp:cNvPr id="0" name=""/>
        <dsp:cNvSpPr/>
      </dsp:nvSpPr>
      <dsp:spPr>
        <a:xfrm>
          <a:off x="2796375" y="1406939"/>
          <a:ext cx="187808" cy="358171"/>
        </a:xfrm>
        <a:custGeom>
          <a:avLst/>
          <a:gdLst/>
          <a:ahLst/>
          <a:cxnLst/>
          <a:rect l="0" t="0" r="0" b="0"/>
          <a:pathLst>
            <a:path>
              <a:moveTo>
                <a:pt x="0" y="0"/>
              </a:moveTo>
              <a:lnTo>
                <a:pt x="0" y="358171"/>
              </a:lnTo>
              <a:lnTo>
                <a:pt x="187808" y="35817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392776" y="686352"/>
          <a:ext cx="909609" cy="239840"/>
        </a:xfrm>
        <a:custGeom>
          <a:avLst/>
          <a:gdLst/>
          <a:ahLst/>
          <a:cxnLst/>
          <a:rect l="0" t="0" r="0" b="0"/>
          <a:pathLst>
            <a:path>
              <a:moveTo>
                <a:pt x="909609" y="0"/>
              </a:moveTo>
              <a:lnTo>
                <a:pt x="909609" y="145895"/>
              </a:lnTo>
              <a:lnTo>
                <a:pt x="0" y="145895"/>
              </a:lnTo>
              <a:lnTo>
                <a:pt x="0" y="23984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2B6368-5A8B-4732-8055-E965E07397C0}">
      <dsp:nvSpPr>
        <dsp:cNvPr id="0" name=""/>
        <dsp:cNvSpPr/>
      </dsp:nvSpPr>
      <dsp:spPr>
        <a:xfrm>
          <a:off x="1117482" y="1406939"/>
          <a:ext cx="187808" cy="1633687"/>
        </a:xfrm>
        <a:custGeom>
          <a:avLst/>
          <a:gdLst/>
          <a:ahLst/>
          <a:cxnLst/>
          <a:rect l="0" t="0" r="0" b="0"/>
          <a:pathLst>
            <a:path>
              <a:moveTo>
                <a:pt x="0" y="0"/>
              </a:moveTo>
              <a:lnTo>
                <a:pt x="0" y="1633687"/>
              </a:lnTo>
              <a:lnTo>
                <a:pt x="187808" y="163368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A06763-7CD0-41E0-8047-44C9999C84AA}">
      <dsp:nvSpPr>
        <dsp:cNvPr id="0" name=""/>
        <dsp:cNvSpPr/>
      </dsp:nvSpPr>
      <dsp:spPr>
        <a:xfrm>
          <a:off x="1117482" y="1406939"/>
          <a:ext cx="187808" cy="998441"/>
        </a:xfrm>
        <a:custGeom>
          <a:avLst/>
          <a:gdLst/>
          <a:ahLst/>
          <a:cxnLst/>
          <a:rect l="0" t="0" r="0" b="0"/>
          <a:pathLst>
            <a:path>
              <a:moveTo>
                <a:pt x="0" y="0"/>
              </a:moveTo>
              <a:lnTo>
                <a:pt x="0" y="998441"/>
              </a:lnTo>
              <a:lnTo>
                <a:pt x="187808" y="9984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A5B176-3147-4D45-9EF8-CF91B612166F}">
      <dsp:nvSpPr>
        <dsp:cNvPr id="0" name=""/>
        <dsp:cNvSpPr/>
      </dsp:nvSpPr>
      <dsp:spPr>
        <a:xfrm>
          <a:off x="1117482" y="1406939"/>
          <a:ext cx="187808" cy="378682"/>
        </a:xfrm>
        <a:custGeom>
          <a:avLst/>
          <a:gdLst/>
          <a:ahLst/>
          <a:cxnLst/>
          <a:rect l="0" t="0" r="0" b="0"/>
          <a:pathLst>
            <a:path>
              <a:moveTo>
                <a:pt x="0" y="0"/>
              </a:moveTo>
              <a:lnTo>
                <a:pt x="0" y="378682"/>
              </a:lnTo>
              <a:lnTo>
                <a:pt x="187808" y="3786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713883" y="686352"/>
          <a:ext cx="2588502" cy="239840"/>
        </a:xfrm>
        <a:custGeom>
          <a:avLst/>
          <a:gdLst/>
          <a:ahLst/>
          <a:cxnLst/>
          <a:rect l="0" t="0" r="0" b="0"/>
          <a:pathLst>
            <a:path>
              <a:moveTo>
                <a:pt x="2588502" y="0"/>
              </a:moveTo>
              <a:lnTo>
                <a:pt x="2588502" y="145895"/>
              </a:lnTo>
              <a:lnTo>
                <a:pt x="0" y="145895"/>
              </a:lnTo>
              <a:lnTo>
                <a:pt x="0" y="23984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604449" y="0"/>
          <a:ext cx="3395873" cy="686352"/>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20 – Agile projects</a:t>
          </a:r>
          <a:endParaRPr lang="en-US" sz="1600" kern="1200" dirty="0"/>
        </a:p>
      </dsp:txBody>
      <dsp:txXfrm>
        <a:off x="2604449" y="0"/>
        <a:ext cx="3395873" cy="686352"/>
      </dsp:txXfrm>
    </dsp:sp>
    <dsp:sp modelId="{C9422C4E-2B02-4D33-A16B-EF7B187ECAB7}">
      <dsp:nvSpPr>
        <dsp:cNvPr id="0" name=""/>
        <dsp:cNvSpPr/>
      </dsp:nvSpPr>
      <dsp:spPr>
        <a:xfrm>
          <a:off x="968382" y="926192"/>
          <a:ext cx="1491003" cy="48074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Waterfall model</a:t>
          </a:r>
          <a:endParaRPr lang="en-US" sz="1200" kern="1200" dirty="0"/>
        </a:p>
      </dsp:txBody>
      <dsp:txXfrm>
        <a:off x="968382" y="926192"/>
        <a:ext cx="1491003" cy="480747"/>
      </dsp:txXfrm>
    </dsp:sp>
    <dsp:sp modelId="{28A90088-1D74-4647-BC3B-F17F2E584608}">
      <dsp:nvSpPr>
        <dsp:cNvPr id="0" name=""/>
        <dsp:cNvSpPr/>
      </dsp:nvSpPr>
      <dsp:spPr>
        <a:xfrm>
          <a:off x="1305290" y="1561944"/>
          <a:ext cx="894712"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What is waterfall model?</a:t>
          </a:r>
          <a:endParaRPr lang="en-US" sz="1200" kern="1200" dirty="0"/>
        </a:p>
      </dsp:txBody>
      <dsp:txXfrm>
        <a:off x="1305290" y="1561944"/>
        <a:ext cx="894712" cy="447356"/>
      </dsp:txXfrm>
    </dsp:sp>
    <dsp:sp modelId="{EF3A83E1-5846-4AE9-8B47-6582C37CA326}">
      <dsp:nvSpPr>
        <dsp:cNvPr id="0" name=""/>
        <dsp:cNvSpPr/>
      </dsp:nvSpPr>
      <dsp:spPr>
        <a:xfrm>
          <a:off x="1305290" y="2181702"/>
          <a:ext cx="894712"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Its advantages</a:t>
          </a:r>
          <a:endParaRPr lang="en-US" sz="1200" kern="1200" dirty="0"/>
        </a:p>
      </dsp:txBody>
      <dsp:txXfrm>
        <a:off x="1305290" y="2181702"/>
        <a:ext cx="894712" cy="447356"/>
      </dsp:txXfrm>
    </dsp:sp>
    <dsp:sp modelId="{A792E48B-E59F-426E-B59E-25883EE0DF31}">
      <dsp:nvSpPr>
        <dsp:cNvPr id="0" name=""/>
        <dsp:cNvSpPr/>
      </dsp:nvSpPr>
      <dsp:spPr>
        <a:xfrm>
          <a:off x="1305290" y="2816949"/>
          <a:ext cx="894712"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Its disadvantages</a:t>
          </a:r>
          <a:endParaRPr lang="en-US" sz="1200" kern="1200" dirty="0"/>
        </a:p>
      </dsp:txBody>
      <dsp:txXfrm>
        <a:off x="1305290" y="2816949"/>
        <a:ext cx="894712" cy="447356"/>
      </dsp:txXfrm>
    </dsp:sp>
    <dsp:sp modelId="{02B28F85-DE51-42FF-859E-1DD3A478F426}">
      <dsp:nvSpPr>
        <dsp:cNvPr id="0" name=""/>
        <dsp:cNvSpPr/>
      </dsp:nvSpPr>
      <dsp:spPr>
        <a:xfrm>
          <a:off x="2647274" y="926192"/>
          <a:ext cx="1491003" cy="48074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Agile dev. approach</a:t>
          </a:r>
          <a:endParaRPr lang="en-US" sz="1200" kern="1200" dirty="0"/>
        </a:p>
      </dsp:txBody>
      <dsp:txXfrm>
        <a:off x="2647274" y="926192"/>
        <a:ext cx="1491003" cy="480747"/>
      </dsp:txXfrm>
    </dsp:sp>
    <dsp:sp modelId="{9449DAAE-E410-44C5-A07D-A0445C0B7E6B}">
      <dsp:nvSpPr>
        <dsp:cNvPr id="0" name=""/>
        <dsp:cNvSpPr/>
      </dsp:nvSpPr>
      <dsp:spPr>
        <a:xfrm>
          <a:off x="2984183" y="1561944"/>
          <a:ext cx="1163359" cy="40633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What is agile dev. approach</a:t>
          </a:r>
          <a:endParaRPr lang="en-US" sz="1200" kern="1200" dirty="0"/>
        </a:p>
      </dsp:txBody>
      <dsp:txXfrm>
        <a:off x="2984183" y="1561944"/>
        <a:ext cx="1163359" cy="406333"/>
      </dsp:txXfrm>
    </dsp:sp>
    <dsp:sp modelId="{83491CF3-E0A8-41F0-8748-5B85D6C90040}">
      <dsp:nvSpPr>
        <dsp:cNvPr id="0" name=""/>
        <dsp:cNvSpPr/>
      </dsp:nvSpPr>
      <dsp:spPr>
        <a:xfrm>
          <a:off x="2984183" y="2140680"/>
          <a:ext cx="1145992"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Its advantages</a:t>
          </a:r>
          <a:endParaRPr lang="en-US" sz="1200" kern="1200" dirty="0"/>
        </a:p>
      </dsp:txBody>
      <dsp:txXfrm>
        <a:off x="2984183" y="2140680"/>
        <a:ext cx="1145992" cy="447356"/>
      </dsp:txXfrm>
    </dsp:sp>
    <dsp:sp modelId="{4140A25E-4F9D-44DB-85AB-432AE99FA579}">
      <dsp:nvSpPr>
        <dsp:cNvPr id="0" name=""/>
        <dsp:cNvSpPr/>
      </dsp:nvSpPr>
      <dsp:spPr>
        <a:xfrm>
          <a:off x="2984183" y="2775926"/>
          <a:ext cx="1145992"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chemeClr val="tx1"/>
              </a:solidFill>
            </a:rPr>
            <a:t>Its disadvantages</a:t>
          </a:r>
          <a:endParaRPr lang="en-US" sz="1200" kern="1200" dirty="0">
            <a:solidFill>
              <a:schemeClr val="tx1"/>
            </a:solidFill>
          </a:endParaRPr>
        </a:p>
      </dsp:txBody>
      <dsp:txXfrm>
        <a:off x="2984183" y="2775926"/>
        <a:ext cx="1145992" cy="447356"/>
      </dsp:txXfrm>
    </dsp:sp>
    <dsp:sp modelId="{B4DA07B5-29B3-4442-A69E-055EEC652BE8}">
      <dsp:nvSpPr>
        <dsp:cNvPr id="0" name=""/>
        <dsp:cNvSpPr/>
      </dsp:nvSpPr>
      <dsp:spPr>
        <a:xfrm>
          <a:off x="4290325" y="893307"/>
          <a:ext cx="1658359" cy="50460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Essential aspects of agile dev. approach</a:t>
          </a:r>
          <a:endParaRPr lang="en-US" sz="1200" kern="1200" dirty="0"/>
        </a:p>
      </dsp:txBody>
      <dsp:txXfrm>
        <a:off x="4290325" y="893307"/>
        <a:ext cx="1658359" cy="504600"/>
      </dsp:txXfrm>
    </dsp:sp>
    <dsp:sp modelId="{B3DA1D68-D7FF-4520-90A3-C4A2EA0D76C0}">
      <dsp:nvSpPr>
        <dsp:cNvPr id="0" name=""/>
        <dsp:cNvSpPr/>
      </dsp:nvSpPr>
      <dsp:spPr>
        <a:xfrm>
          <a:off x="4704915" y="1570309"/>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Customer involvement</a:t>
          </a:r>
          <a:endParaRPr lang="en-US" sz="1200" kern="1200" dirty="0"/>
        </a:p>
      </dsp:txBody>
      <dsp:txXfrm>
        <a:off x="4704915" y="1570309"/>
        <a:ext cx="1285120" cy="447356"/>
      </dsp:txXfrm>
    </dsp:sp>
    <dsp:sp modelId="{F734AC47-D381-46DB-B2D4-DC1F52ACEE63}">
      <dsp:nvSpPr>
        <dsp:cNvPr id="0" name=""/>
        <dsp:cNvSpPr/>
      </dsp:nvSpPr>
      <dsp:spPr>
        <a:xfrm>
          <a:off x="4704915" y="2205555"/>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Documentation detail</a:t>
          </a:r>
          <a:endParaRPr lang="en-US" sz="1200" kern="1200" dirty="0"/>
        </a:p>
      </dsp:txBody>
      <dsp:txXfrm>
        <a:off x="4704915" y="2205555"/>
        <a:ext cx="1285120" cy="447356"/>
      </dsp:txXfrm>
    </dsp:sp>
    <dsp:sp modelId="{B3891AA4-CED2-4E5D-B835-F39968FF3A2F}">
      <dsp:nvSpPr>
        <dsp:cNvPr id="0" name=""/>
        <dsp:cNvSpPr/>
      </dsp:nvSpPr>
      <dsp:spPr>
        <a:xfrm>
          <a:off x="4704915" y="2840802"/>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The backlog and prioritization</a:t>
          </a:r>
          <a:endParaRPr lang="en-US" sz="1200" kern="1200" dirty="0"/>
        </a:p>
      </dsp:txBody>
      <dsp:txXfrm>
        <a:off x="4704915" y="2840802"/>
        <a:ext cx="1285120" cy="447356"/>
      </dsp:txXfrm>
    </dsp:sp>
    <dsp:sp modelId="{07B3B996-0242-409B-86E6-7054C39B7304}">
      <dsp:nvSpPr>
        <dsp:cNvPr id="0" name=""/>
        <dsp:cNvSpPr/>
      </dsp:nvSpPr>
      <dsp:spPr>
        <a:xfrm>
          <a:off x="4704915" y="3476048"/>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Timing</a:t>
          </a:r>
          <a:endParaRPr lang="en-US" sz="1200" kern="1200" dirty="0"/>
        </a:p>
      </dsp:txBody>
      <dsp:txXfrm>
        <a:off x="4704915" y="3476048"/>
        <a:ext cx="1285120" cy="447356"/>
      </dsp:txXfrm>
    </dsp:sp>
    <dsp:sp modelId="{3424AB88-7D92-4E5F-A5B2-F9958554F485}">
      <dsp:nvSpPr>
        <dsp:cNvPr id="0" name=""/>
        <dsp:cNvSpPr/>
      </dsp:nvSpPr>
      <dsp:spPr>
        <a:xfrm>
          <a:off x="4704915" y="4111294"/>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Epics, user stories, and features</a:t>
          </a:r>
          <a:endParaRPr lang="en-US" sz="1200" kern="1200" dirty="0"/>
        </a:p>
      </dsp:txBody>
      <dsp:txXfrm>
        <a:off x="4704915" y="4111294"/>
        <a:ext cx="1285120" cy="447356"/>
      </dsp:txXfrm>
    </dsp:sp>
    <dsp:sp modelId="{016B6ADC-C0FE-4D4F-AA35-EA7832A3C2A4}">
      <dsp:nvSpPr>
        <dsp:cNvPr id="0" name=""/>
        <dsp:cNvSpPr/>
      </dsp:nvSpPr>
      <dsp:spPr>
        <a:xfrm>
          <a:off x="4704915" y="4746540"/>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Expect change</a:t>
          </a:r>
          <a:endParaRPr lang="en-US" sz="1200" kern="1200" dirty="0"/>
        </a:p>
      </dsp:txBody>
      <dsp:txXfrm>
        <a:off x="4704915" y="4746540"/>
        <a:ext cx="1285120" cy="447356"/>
      </dsp:txXfrm>
    </dsp:sp>
    <dsp:sp modelId="{606E0F95-4779-4D9A-B606-9ABA993A565C}">
      <dsp:nvSpPr>
        <dsp:cNvPr id="0" name=""/>
        <dsp:cNvSpPr/>
      </dsp:nvSpPr>
      <dsp:spPr>
        <a:xfrm>
          <a:off x="6136574" y="877820"/>
          <a:ext cx="1617685" cy="55554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Transitioning to agile: Now what?</a:t>
          </a:r>
          <a:endParaRPr lang="en-US" sz="1200" kern="1200" dirty="0"/>
        </a:p>
      </dsp:txBody>
      <dsp:txXfrm>
        <a:off x="6136574" y="877820"/>
        <a:ext cx="1617685" cy="5555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DDB36F-2927-4491-9CDB-13A7789A09B4}">
      <dsp:nvSpPr>
        <dsp:cNvPr id="0" name=""/>
        <dsp:cNvSpPr/>
      </dsp:nvSpPr>
      <dsp:spPr>
        <a:xfrm>
          <a:off x="6562621" y="2711302"/>
          <a:ext cx="291343" cy="1479497"/>
        </a:xfrm>
        <a:custGeom>
          <a:avLst/>
          <a:gdLst/>
          <a:ahLst/>
          <a:cxnLst/>
          <a:rect l="0" t="0" r="0" b="0"/>
          <a:pathLst>
            <a:path>
              <a:moveTo>
                <a:pt x="0" y="0"/>
              </a:moveTo>
              <a:lnTo>
                <a:pt x="0" y="1479497"/>
              </a:lnTo>
              <a:lnTo>
                <a:pt x="291343" y="147949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6416A1-EB7E-4C36-B767-DC0126358F47}">
      <dsp:nvSpPr>
        <dsp:cNvPr id="0" name=""/>
        <dsp:cNvSpPr/>
      </dsp:nvSpPr>
      <dsp:spPr>
        <a:xfrm>
          <a:off x="6562621" y="2711302"/>
          <a:ext cx="291343" cy="581682"/>
        </a:xfrm>
        <a:custGeom>
          <a:avLst/>
          <a:gdLst/>
          <a:ahLst/>
          <a:cxnLst/>
          <a:rect l="0" t="0" r="0" b="0"/>
          <a:pathLst>
            <a:path>
              <a:moveTo>
                <a:pt x="0" y="0"/>
              </a:moveTo>
              <a:lnTo>
                <a:pt x="0" y="581682"/>
              </a:lnTo>
              <a:lnTo>
                <a:pt x="291343" y="5816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76ACEC-BD58-4170-B91A-1AA1D1DF77F0}">
      <dsp:nvSpPr>
        <dsp:cNvPr id="0" name=""/>
        <dsp:cNvSpPr/>
      </dsp:nvSpPr>
      <dsp:spPr>
        <a:xfrm>
          <a:off x="4097490" y="1417109"/>
          <a:ext cx="3242046" cy="509029"/>
        </a:xfrm>
        <a:custGeom>
          <a:avLst/>
          <a:gdLst/>
          <a:ahLst/>
          <a:cxnLst/>
          <a:rect l="0" t="0" r="0" b="0"/>
          <a:pathLst>
            <a:path>
              <a:moveTo>
                <a:pt x="0" y="0"/>
              </a:moveTo>
              <a:lnTo>
                <a:pt x="0" y="376253"/>
              </a:lnTo>
              <a:lnTo>
                <a:pt x="3242046" y="376253"/>
              </a:lnTo>
              <a:lnTo>
                <a:pt x="3242046" y="50902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613D50-256B-4B68-8FAD-AE3AD5188EA2}">
      <dsp:nvSpPr>
        <dsp:cNvPr id="0" name=""/>
        <dsp:cNvSpPr/>
      </dsp:nvSpPr>
      <dsp:spPr>
        <a:xfrm>
          <a:off x="4310828" y="2661195"/>
          <a:ext cx="298668" cy="1457608"/>
        </a:xfrm>
        <a:custGeom>
          <a:avLst/>
          <a:gdLst/>
          <a:ahLst/>
          <a:cxnLst/>
          <a:rect l="0" t="0" r="0" b="0"/>
          <a:pathLst>
            <a:path>
              <a:moveTo>
                <a:pt x="0" y="0"/>
              </a:moveTo>
              <a:lnTo>
                <a:pt x="0" y="1457608"/>
              </a:lnTo>
              <a:lnTo>
                <a:pt x="298668" y="145760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07D2DC-D98D-48DB-A444-1B3BB3C111EF}">
      <dsp:nvSpPr>
        <dsp:cNvPr id="0" name=""/>
        <dsp:cNvSpPr/>
      </dsp:nvSpPr>
      <dsp:spPr>
        <a:xfrm>
          <a:off x="4310828" y="2661195"/>
          <a:ext cx="298668" cy="559793"/>
        </a:xfrm>
        <a:custGeom>
          <a:avLst/>
          <a:gdLst/>
          <a:ahLst/>
          <a:cxnLst/>
          <a:rect l="0" t="0" r="0" b="0"/>
          <a:pathLst>
            <a:path>
              <a:moveTo>
                <a:pt x="0" y="0"/>
              </a:moveTo>
              <a:lnTo>
                <a:pt x="0" y="559793"/>
              </a:lnTo>
              <a:lnTo>
                <a:pt x="298668" y="55979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4097490" y="1417109"/>
          <a:ext cx="1009788" cy="530918"/>
        </a:xfrm>
        <a:custGeom>
          <a:avLst/>
          <a:gdLst/>
          <a:ahLst/>
          <a:cxnLst/>
          <a:rect l="0" t="0" r="0" b="0"/>
          <a:pathLst>
            <a:path>
              <a:moveTo>
                <a:pt x="0" y="0"/>
              </a:moveTo>
              <a:lnTo>
                <a:pt x="0" y="398142"/>
              </a:lnTo>
              <a:lnTo>
                <a:pt x="1009788" y="398142"/>
              </a:lnTo>
              <a:lnTo>
                <a:pt x="1009788" y="53091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001726" y="1417109"/>
          <a:ext cx="1095763" cy="577395"/>
        </a:xfrm>
        <a:custGeom>
          <a:avLst/>
          <a:gdLst/>
          <a:ahLst/>
          <a:cxnLst/>
          <a:rect l="0" t="0" r="0" b="0"/>
          <a:pathLst>
            <a:path>
              <a:moveTo>
                <a:pt x="1095763" y="0"/>
              </a:moveTo>
              <a:lnTo>
                <a:pt x="1095763" y="444620"/>
              </a:lnTo>
              <a:lnTo>
                <a:pt x="0" y="444620"/>
              </a:lnTo>
              <a:lnTo>
                <a:pt x="0" y="57739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A06763-7CD0-41E0-8047-44C9999C84AA}">
      <dsp:nvSpPr>
        <dsp:cNvPr id="0" name=""/>
        <dsp:cNvSpPr/>
      </dsp:nvSpPr>
      <dsp:spPr>
        <a:xfrm>
          <a:off x="229907" y="2673961"/>
          <a:ext cx="217871" cy="1411130"/>
        </a:xfrm>
        <a:custGeom>
          <a:avLst/>
          <a:gdLst/>
          <a:ahLst/>
          <a:cxnLst/>
          <a:rect l="0" t="0" r="0" b="0"/>
          <a:pathLst>
            <a:path>
              <a:moveTo>
                <a:pt x="0" y="0"/>
              </a:moveTo>
              <a:lnTo>
                <a:pt x="0" y="1411130"/>
              </a:lnTo>
              <a:lnTo>
                <a:pt x="217871" y="141113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A5B176-3147-4D45-9EF8-CF91B612166F}">
      <dsp:nvSpPr>
        <dsp:cNvPr id="0" name=""/>
        <dsp:cNvSpPr/>
      </dsp:nvSpPr>
      <dsp:spPr>
        <a:xfrm>
          <a:off x="229907" y="2673961"/>
          <a:ext cx="217871" cy="535204"/>
        </a:xfrm>
        <a:custGeom>
          <a:avLst/>
          <a:gdLst/>
          <a:ahLst/>
          <a:cxnLst/>
          <a:rect l="0" t="0" r="0" b="0"/>
          <a:pathLst>
            <a:path>
              <a:moveTo>
                <a:pt x="0" y="0"/>
              </a:moveTo>
              <a:lnTo>
                <a:pt x="0" y="535204"/>
              </a:lnTo>
              <a:lnTo>
                <a:pt x="217871" y="53520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945984" y="1417109"/>
          <a:ext cx="3151505" cy="577395"/>
        </a:xfrm>
        <a:custGeom>
          <a:avLst/>
          <a:gdLst/>
          <a:ahLst/>
          <a:cxnLst/>
          <a:rect l="0" t="0" r="0" b="0"/>
          <a:pathLst>
            <a:path>
              <a:moveTo>
                <a:pt x="3151505" y="0"/>
              </a:moveTo>
              <a:lnTo>
                <a:pt x="3151505" y="444620"/>
              </a:lnTo>
              <a:lnTo>
                <a:pt x="0" y="444620"/>
              </a:lnTo>
              <a:lnTo>
                <a:pt x="0" y="57739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1697739" y="447064"/>
          <a:ext cx="4799501" cy="970044"/>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21 – Enhancement and replacement projects</a:t>
          </a:r>
          <a:endParaRPr lang="en-US" sz="1600" kern="1200" dirty="0"/>
        </a:p>
      </dsp:txBody>
      <dsp:txXfrm>
        <a:off x="1697739" y="447064"/>
        <a:ext cx="4799501" cy="970044"/>
      </dsp:txXfrm>
    </dsp:sp>
    <dsp:sp modelId="{C9422C4E-2B02-4D33-A16B-EF7B187ECAB7}">
      <dsp:nvSpPr>
        <dsp:cNvPr id="0" name=""/>
        <dsp:cNvSpPr/>
      </dsp:nvSpPr>
      <dsp:spPr>
        <a:xfrm>
          <a:off x="50888" y="1994505"/>
          <a:ext cx="1790191" cy="67945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What is enhancement and replacement project</a:t>
          </a:r>
          <a:endParaRPr lang="en-US" sz="1200" kern="1200" dirty="0"/>
        </a:p>
      </dsp:txBody>
      <dsp:txXfrm>
        <a:off x="50888" y="1994505"/>
        <a:ext cx="1790191" cy="679455"/>
      </dsp:txXfrm>
    </dsp:sp>
    <dsp:sp modelId="{28A90088-1D74-4647-BC3B-F17F2E584608}">
      <dsp:nvSpPr>
        <dsp:cNvPr id="0" name=""/>
        <dsp:cNvSpPr/>
      </dsp:nvSpPr>
      <dsp:spPr>
        <a:xfrm>
          <a:off x="447779" y="2893034"/>
          <a:ext cx="1832603"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Enhancement projects</a:t>
          </a:r>
          <a:endParaRPr lang="en-US" sz="1200" kern="1200" dirty="0"/>
        </a:p>
      </dsp:txBody>
      <dsp:txXfrm>
        <a:off x="447779" y="2893034"/>
        <a:ext cx="1832603" cy="632263"/>
      </dsp:txXfrm>
    </dsp:sp>
    <dsp:sp modelId="{EF3A83E1-5846-4AE9-8B47-6582C37CA326}">
      <dsp:nvSpPr>
        <dsp:cNvPr id="0" name=""/>
        <dsp:cNvSpPr/>
      </dsp:nvSpPr>
      <dsp:spPr>
        <a:xfrm>
          <a:off x="447779" y="3768959"/>
          <a:ext cx="1832603"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Replacement projects</a:t>
          </a:r>
          <a:endParaRPr lang="en-US" sz="1200" kern="1200" dirty="0"/>
        </a:p>
      </dsp:txBody>
      <dsp:txXfrm>
        <a:off x="447779" y="3768959"/>
        <a:ext cx="1832603" cy="632263"/>
      </dsp:txXfrm>
    </dsp:sp>
    <dsp:sp modelId="{02B28F85-DE51-42FF-859E-1DD3A478F426}">
      <dsp:nvSpPr>
        <dsp:cNvPr id="0" name=""/>
        <dsp:cNvSpPr/>
      </dsp:nvSpPr>
      <dsp:spPr>
        <a:xfrm>
          <a:off x="2106631" y="1994505"/>
          <a:ext cx="1790191" cy="67945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Requirements techniques </a:t>
          </a:r>
          <a:endParaRPr lang="en-US" sz="1200" kern="1200" dirty="0"/>
        </a:p>
      </dsp:txBody>
      <dsp:txXfrm>
        <a:off x="2106631" y="1994505"/>
        <a:ext cx="1790191" cy="679455"/>
      </dsp:txXfrm>
    </dsp:sp>
    <dsp:sp modelId="{B4DA07B5-29B3-4442-A69E-055EEC652BE8}">
      <dsp:nvSpPr>
        <dsp:cNvPr id="0" name=""/>
        <dsp:cNvSpPr/>
      </dsp:nvSpPr>
      <dsp:spPr>
        <a:xfrm>
          <a:off x="4111716" y="1948027"/>
          <a:ext cx="1991124" cy="71316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Prioritizing by using biz objectives</a:t>
          </a:r>
          <a:endParaRPr lang="en-US" sz="1200" kern="1200" dirty="0"/>
        </a:p>
      </dsp:txBody>
      <dsp:txXfrm>
        <a:off x="4111716" y="1948027"/>
        <a:ext cx="1991124" cy="713168"/>
      </dsp:txXfrm>
    </dsp:sp>
    <dsp:sp modelId="{B3DA1D68-D7FF-4520-90A3-C4A2EA0D76C0}">
      <dsp:nvSpPr>
        <dsp:cNvPr id="0" name=""/>
        <dsp:cNvSpPr/>
      </dsp:nvSpPr>
      <dsp:spPr>
        <a:xfrm>
          <a:off x="4609497" y="2904857"/>
          <a:ext cx="1816304"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Mind the gap</a:t>
          </a:r>
          <a:endParaRPr lang="en-US" sz="1200" kern="1200" dirty="0"/>
        </a:p>
      </dsp:txBody>
      <dsp:txXfrm>
        <a:off x="4609497" y="2904857"/>
        <a:ext cx="1816304" cy="632263"/>
      </dsp:txXfrm>
    </dsp:sp>
    <dsp:sp modelId="{81981569-26A3-407E-B3D1-78BFB78884B6}">
      <dsp:nvSpPr>
        <dsp:cNvPr id="0" name=""/>
        <dsp:cNvSpPr/>
      </dsp:nvSpPr>
      <dsp:spPr>
        <a:xfrm>
          <a:off x="4609497" y="3802671"/>
          <a:ext cx="1832603"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Maintaining </a:t>
          </a:r>
          <a:r>
            <a:rPr lang="en-US" sz="1200" kern="1200" dirty="0" smtClean="0"/>
            <a:t>performance levels</a:t>
          </a:r>
          <a:endParaRPr lang="en-US" sz="1200" kern="1200" dirty="0"/>
        </a:p>
      </dsp:txBody>
      <dsp:txXfrm>
        <a:off x="4609497" y="3802671"/>
        <a:ext cx="1832603" cy="632263"/>
      </dsp:txXfrm>
    </dsp:sp>
    <dsp:sp modelId="{606E0F95-4779-4D9A-B606-9ABA993A565C}">
      <dsp:nvSpPr>
        <dsp:cNvPr id="0" name=""/>
        <dsp:cNvSpPr/>
      </dsp:nvSpPr>
      <dsp:spPr>
        <a:xfrm>
          <a:off x="6368392" y="1926138"/>
          <a:ext cx="1942288" cy="785164"/>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When old </a:t>
          </a:r>
          <a:r>
            <a:rPr lang="en-US" sz="1200" kern="1200" dirty="0" err="1" smtClean="0"/>
            <a:t>reqs</a:t>
          </a:r>
          <a:r>
            <a:rPr lang="en-US" sz="1200" kern="1200" dirty="0" smtClean="0"/>
            <a:t>. don’t exist</a:t>
          </a:r>
          <a:endParaRPr lang="en-US" sz="1200" kern="1200" dirty="0"/>
        </a:p>
      </dsp:txBody>
      <dsp:txXfrm>
        <a:off x="6368392" y="1926138"/>
        <a:ext cx="1942288" cy="785164"/>
      </dsp:txXfrm>
    </dsp:sp>
    <dsp:sp modelId="{67C5AE12-E1AF-4A0A-AA6A-A1C64D87D781}">
      <dsp:nvSpPr>
        <dsp:cNvPr id="0" name=""/>
        <dsp:cNvSpPr/>
      </dsp:nvSpPr>
      <dsp:spPr>
        <a:xfrm>
          <a:off x="6853964" y="2976853"/>
          <a:ext cx="1832603"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Which </a:t>
          </a:r>
          <a:r>
            <a:rPr lang="en-US" sz="1200" kern="1200" dirty="0" err="1" smtClean="0"/>
            <a:t>reqs</a:t>
          </a:r>
          <a:r>
            <a:rPr lang="en-US" sz="1200" kern="1200" dirty="0" smtClean="0"/>
            <a:t>. should you specify?</a:t>
          </a:r>
          <a:endParaRPr lang="en-US" sz="1200" kern="1200" dirty="0"/>
        </a:p>
      </dsp:txBody>
      <dsp:txXfrm>
        <a:off x="6853964" y="2976853"/>
        <a:ext cx="1832603" cy="632263"/>
      </dsp:txXfrm>
    </dsp:sp>
    <dsp:sp modelId="{1183AAC3-0F66-4BAC-8068-2D182E1C064A}">
      <dsp:nvSpPr>
        <dsp:cNvPr id="0" name=""/>
        <dsp:cNvSpPr/>
      </dsp:nvSpPr>
      <dsp:spPr>
        <a:xfrm>
          <a:off x="6853964" y="3874667"/>
          <a:ext cx="1832603"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How to discover the </a:t>
          </a:r>
          <a:r>
            <a:rPr lang="en-US" sz="1200" kern="1200" dirty="0" err="1" smtClean="0"/>
            <a:t>reqs</a:t>
          </a:r>
          <a:r>
            <a:rPr lang="en-US" sz="1200" kern="1200" dirty="0" smtClean="0"/>
            <a:t>. of an existing system</a:t>
          </a:r>
          <a:endParaRPr lang="en-US" sz="1200" kern="1200" dirty="0"/>
        </a:p>
      </dsp:txBody>
      <dsp:txXfrm>
        <a:off x="6853964" y="3874667"/>
        <a:ext cx="1832603" cy="63226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47E6C1-62C8-4B50-A9EC-7A12F754E049}" type="datetimeFigureOut">
              <a:rPr lang="en-US" smtClean="0"/>
              <a:t>16/03/2020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8E87D-860B-4D07-AA9C-845386AB8A4E}" type="slidenum">
              <a:rPr lang="en-US" smtClean="0"/>
              <a:t>‹#›</a:t>
            </a:fld>
            <a:endParaRPr lang="en-US"/>
          </a:p>
        </p:txBody>
      </p:sp>
    </p:spTree>
    <p:extLst>
      <p:ext uri="{BB962C8B-B14F-4D97-AF65-F5344CB8AC3E}">
        <p14:creationId xmlns:p14="http://schemas.microsoft.com/office/powerpoint/2010/main" val="917060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957483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u="none" strike="noStrike" kern="1200" baseline="0" dirty="0" smtClean="0">
                <a:solidFill>
                  <a:schemeClr val="tx1"/>
                </a:solidFill>
                <a:latin typeface="+mn-lt"/>
                <a:ea typeface="+mn-ea"/>
                <a:cs typeface="+mn-cs"/>
              </a:rPr>
              <a:t>Look for new business rules that need to be honored: </a:t>
            </a:r>
            <a:r>
              <a:rPr lang="vi-VN" sz="1200" b="0" i="0" u="none" strike="noStrike" kern="1200" baseline="0" dirty="0" smtClean="0">
                <a:solidFill>
                  <a:schemeClr val="tx1"/>
                </a:solidFill>
                <a:latin typeface="+mn-lt"/>
                <a:ea typeface="+mn-ea"/>
                <a:cs typeface="+mn-cs"/>
              </a:rPr>
              <a:t>Tìm kiếm các quy tắc kinh doanh mới cần được tôn vinh</a:t>
            </a:r>
            <a:endParaRPr lang="en-US" sz="1200" b="0" i="0" u="none" strike="noStrike" kern="1200" baseline="0" dirty="0" smtClean="0">
              <a:solidFill>
                <a:schemeClr val="tx1"/>
              </a:solidFill>
              <a:latin typeface="+mn-lt"/>
              <a:ea typeface="+mn-ea"/>
              <a:cs typeface="+mn-cs"/>
            </a:endParaRPr>
          </a:p>
          <a:p>
            <a:pPr marL="171450" indent="-171450">
              <a:buFontTx/>
              <a:buChar char="-"/>
            </a:pPr>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D6D8E87D-860B-4D07-AA9C-845386AB8A4E}" type="slidenum">
              <a:rPr lang="en-US" smtClean="0"/>
              <a:t>7</a:t>
            </a:fld>
            <a:endParaRPr lang="en-US"/>
          </a:p>
        </p:txBody>
      </p:sp>
    </p:spTree>
    <p:extLst>
      <p:ext uri="{BB962C8B-B14F-4D97-AF65-F5344CB8AC3E}">
        <p14:creationId xmlns:p14="http://schemas.microsoft.com/office/powerpoint/2010/main" val="4188001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dirty="0" smtClean="0"/>
              <a:t>Encouraging new system adoption: </a:t>
            </a:r>
            <a:r>
              <a:rPr lang="en-US" dirty="0" err="1" smtClean="0"/>
              <a:t>Khuyến</a:t>
            </a:r>
            <a:r>
              <a:rPr lang="en-US" baseline="0" dirty="0" smtClean="0"/>
              <a:t> </a:t>
            </a:r>
            <a:r>
              <a:rPr lang="en-US" baseline="0" dirty="0" err="1" smtClean="0"/>
              <a:t>khích</a:t>
            </a:r>
            <a:r>
              <a:rPr lang="en-US" baseline="0" dirty="0" smtClean="0"/>
              <a:t> </a:t>
            </a:r>
            <a:r>
              <a:rPr lang="en-US" baseline="0" dirty="0" err="1" smtClean="0"/>
              <a:t>thích</a:t>
            </a:r>
            <a:r>
              <a:rPr lang="en-US" baseline="0" dirty="0" smtClean="0"/>
              <a:t> </a:t>
            </a:r>
            <a:r>
              <a:rPr lang="en-US" baseline="0" dirty="0" err="1" smtClean="0"/>
              <a:t>nghi</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 </a:t>
            </a:r>
            <a:r>
              <a:rPr lang="en-US" baseline="0" dirty="0" err="1" smtClean="0"/>
              <a:t>mới</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13</a:t>
            </a:fld>
            <a:endParaRPr lang="en-US"/>
          </a:p>
        </p:txBody>
      </p:sp>
    </p:spTree>
    <p:extLst>
      <p:ext uri="{BB962C8B-B14F-4D97-AF65-F5344CB8AC3E}">
        <p14:creationId xmlns:p14="http://schemas.microsoft.com/office/powerpoint/2010/main" val="2514026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14</a:t>
            </a:fld>
            <a:endParaRPr lang="en-US"/>
          </a:p>
        </p:txBody>
      </p:sp>
    </p:spTree>
    <p:extLst>
      <p:ext uri="{BB962C8B-B14F-4D97-AF65-F5344CB8AC3E}">
        <p14:creationId xmlns:p14="http://schemas.microsoft.com/office/powerpoint/2010/main" val="3290807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15</a:t>
            </a:fld>
            <a:endParaRPr lang="en-US"/>
          </a:p>
        </p:txBody>
      </p:sp>
    </p:spTree>
    <p:extLst>
      <p:ext uri="{BB962C8B-B14F-4D97-AF65-F5344CB8AC3E}">
        <p14:creationId xmlns:p14="http://schemas.microsoft.com/office/powerpoint/2010/main" val="39453730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1170250"/>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1084146"/>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21: Enhancement and replacement projects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4869935"/>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32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21: Enhancement and replacement projects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1652446"/>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43200" y="-1"/>
            <a:ext cx="6400800" cy="1111252"/>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21: Enhancement and replacement projects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1078189"/>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1066800"/>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21: Enhancement and replacement projects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1420702"/>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559370" y="0"/>
            <a:ext cx="658463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21: Enhancement and replacement projects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359368"/>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02034" y="4130292"/>
            <a:ext cx="7418152" cy="1815152"/>
          </a:xfrm>
        </p:spPr>
        <p:txBody>
          <a:bodyPr>
            <a:normAutofit/>
          </a:bodyPr>
          <a:lstStyle/>
          <a:p>
            <a:r>
              <a:rPr lang="en-US" sz="2400" dirty="0"/>
              <a:t>CHAPTER 21 </a:t>
            </a:r>
            <a:r>
              <a:rPr lang="en-US" dirty="0" smtClean="0"/>
              <a:t/>
            </a:r>
            <a:br>
              <a:rPr lang="en-US" dirty="0" smtClean="0"/>
            </a:br>
            <a:r>
              <a:rPr lang="en-US" dirty="0" smtClean="0"/>
              <a:t/>
            </a:r>
            <a:br>
              <a:rPr lang="en-US" dirty="0" smtClean="0"/>
            </a:br>
            <a:r>
              <a:rPr lang="en-US" dirty="0" smtClean="0"/>
              <a:t>Enhancement and replacement projects</a:t>
            </a:r>
            <a:endParaRPr lang="en-US" dirty="0"/>
          </a:p>
        </p:txBody>
      </p:sp>
    </p:spTree>
    <p:extLst>
      <p:ext uri="{BB962C8B-B14F-4D97-AF65-F5344CB8AC3E}">
        <p14:creationId xmlns:p14="http://schemas.microsoft.com/office/powerpoint/2010/main" val="3900145644"/>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20</a:t>
            </a:r>
            <a:endParaRPr lang="en-US" sz="3200" dirty="0"/>
          </a:p>
        </p:txBody>
      </p:sp>
      <p:sp>
        <p:nvSpPr>
          <p:cNvPr id="4" name="Footer Placeholder 3"/>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506450161"/>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192431"/>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829" y="1111252"/>
            <a:ext cx="8636000" cy="5207662"/>
          </a:xfrm>
        </p:spPr>
        <p:txBody>
          <a:bodyPr>
            <a:normAutofit/>
          </a:bodyPr>
          <a:lstStyle/>
          <a:p>
            <a:r>
              <a:rPr lang="en-US" sz="3200" dirty="0" smtClean="0"/>
              <a:t>Exploring some suggestions to practice the enhancement and replacement projects.</a:t>
            </a:r>
          </a:p>
          <a:p>
            <a:endParaRPr lang="en-US" sz="3200" dirty="0" smtClean="0"/>
          </a:p>
          <a:p>
            <a:r>
              <a:rPr lang="en-US" sz="3200" dirty="0" smtClean="0"/>
              <a:t>After finish this chapter, student should know what and how they have to do in </a:t>
            </a:r>
            <a:r>
              <a:rPr lang="en-US" sz="3200" dirty="0"/>
              <a:t>enhancement and replacement </a:t>
            </a:r>
            <a:r>
              <a:rPr lang="en-US" sz="3200" dirty="0" smtClean="0"/>
              <a:t>projects.</a:t>
            </a:r>
          </a:p>
        </p:txBody>
      </p:sp>
      <p:sp>
        <p:nvSpPr>
          <p:cNvPr id="2" name="Title 1"/>
          <p:cNvSpPr>
            <a:spLocks noGrp="1"/>
          </p:cNvSpPr>
          <p:nvPr>
            <p:ph type="title"/>
          </p:nvPr>
        </p:nvSpPr>
        <p:spPr/>
        <p:txBody>
          <a:bodyPr/>
          <a:lstStyle/>
          <a:p>
            <a:r>
              <a:rPr lang="en-US" dirty="0" smtClean="0"/>
              <a:t>Objectives</a:t>
            </a:r>
            <a:endParaRPr lang="en-US" dirty="0"/>
          </a:p>
        </p:txBody>
      </p:sp>
      <p:sp>
        <p:nvSpPr>
          <p:cNvPr id="4" name="Footer Placeholder 3"/>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514344871"/>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smtClean="0"/>
              <a:t>What is </a:t>
            </a:r>
            <a:r>
              <a:rPr lang="en-US" sz="3200" dirty="0"/>
              <a:t>e</a:t>
            </a:r>
            <a:r>
              <a:rPr lang="en-US" sz="3200" dirty="0" smtClean="0"/>
              <a:t>nhancement </a:t>
            </a:r>
            <a:r>
              <a:rPr lang="en-US" sz="3200" dirty="0"/>
              <a:t>and replacement </a:t>
            </a:r>
            <a:r>
              <a:rPr lang="en-US" sz="3200" dirty="0" smtClean="0"/>
              <a:t>project?</a:t>
            </a:r>
          </a:p>
          <a:p>
            <a:r>
              <a:rPr lang="en-US" sz="3200" dirty="0" smtClean="0"/>
              <a:t>Expected challenges.</a:t>
            </a:r>
            <a:endParaRPr lang="en-US" sz="3200" dirty="0"/>
          </a:p>
          <a:p>
            <a:r>
              <a:rPr lang="en-US" sz="3200" dirty="0"/>
              <a:t>Requirements techniques when there is an existing </a:t>
            </a:r>
            <a:r>
              <a:rPr lang="en-US" sz="3200" dirty="0" smtClean="0"/>
              <a:t>system.</a:t>
            </a:r>
            <a:endParaRPr lang="en-US" sz="3200" dirty="0"/>
          </a:p>
          <a:p>
            <a:r>
              <a:rPr lang="en-US" sz="3200" dirty="0"/>
              <a:t>Prioritizing by using business </a:t>
            </a:r>
            <a:r>
              <a:rPr lang="en-US" sz="3200" dirty="0" smtClean="0"/>
              <a:t>objectives.</a:t>
            </a:r>
          </a:p>
          <a:p>
            <a:r>
              <a:rPr lang="en-US" sz="3200" dirty="0"/>
              <a:t>When old requirements don’t </a:t>
            </a:r>
            <a:r>
              <a:rPr lang="en-US" sz="3200" dirty="0" smtClean="0"/>
              <a:t>exist.</a:t>
            </a:r>
            <a:endParaRPr lang="en-US" sz="3200" dirty="0"/>
          </a:p>
          <a:p>
            <a:r>
              <a:rPr lang="en-US" sz="3200" dirty="0"/>
              <a:t>Encouraging new system </a:t>
            </a:r>
            <a:r>
              <a:rPr lang="en-US" sz="3200" dirty="0" smtClean="0"/>
              <a:t>adoption.</a:t>
            </a:r>
            <a:endParaRPr lang="en-US" sz="3200" dirty="0"/>
          </a:p>
          <a:p>
            <a:r>
              <a:rPr lang="en-US" sz="3200" dirty="0"/>
              <a:t>Can we iterate?</a:t>
            </a:r>
          </a:p>
          <a:p>
            <a:endParaRPr lang="en-US" sz="3200" dirty="0" smtClean="0"/>
          </a:p>
          <a:p>
            <a:endParaRPr lang="en-US" sz="3200" dirty="0"/>
          </a:p>
          <a:p>
            <a:endParaRPr lang="en-US" sz="3200" dirty="0"/>
          </a:p>
        </p:txBody>
      </p:sp>
      <p:sp>
        <p:nvSpPr>
          <p:cNvPr id="2" name="Title 1"/>
          <p:cNvSpPr>
            <a:spLocks noGrp="1"/>
          </p:cNvSpPr>
          <p:nvPr>
            <p:ph type="title"/>
          </p:nvPr>
        </p:nvSpPr>
        <p:spPr/>
        <p:txBody>
          <a:bodyPr/>
          <a:lstStyle/>
          <a:p>
            <a:r>
              <a:rPr lang="en-US" smtClean="0"/>
              <a:t>Contents</a:t>
            </a:r>
            <a:endParaRPr lang="en-US"/>
          </a:p>
        </p:txBody>
      </p:sp>
      <p:sp>
        <p:nvSpPr>
          <p:cNvPr id="4" name="Footer Placeholder 3"/>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483736386"/>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An </a:t>
            </a:r>
            <a:r>
              <a:rPr lang="en-US" i="1" dirty="0">
                <a:solidFill>
                  <a:srgbClr val="003399"/>
                </a:solidFill>
              </a:rPr>
              <a:t>enhancement project</a:t>
            </a:r>
            <a:r>
              <a:rPr lang="en-US" dirty="0"/>
              <a:t> is one in which new capabilities are added to an existing </a:t>
            </a:r>
            <a:r>
              <a:rPr lang="en-US" dirty="0" smtClean="0"/>
              <a:t>system. </a:t>
            </a:r>
            <a:r>
              <a:rPr lang="en-US" dirty="0"/>
              <a:t>Enhancement projects might also involve correcting defects, adding new reports, and modifying functionality to comply with revised business rules or </a:t>
            </a:r>
            <a:r>
              <a:rPr lang="en-US"/>
              <a:t>needs</a:t>
            </a:r>
            <a:r>
              <a:rPr lang="en-US" smtClean="0"/>
              <a:t>.</a:t>
            </a:r>
          </a:p>
          <a:p>
            <a:pPr marL="0" indent="0">
              <a:buNone/>
            </a:pPr>
            <a:endParaRPr lang="en-US" dirty="0" smtClean="0"/>
          </a:p>
          <a:p>
            <a:r>
              <a:rPr lang="en-US" dirty="0"/>
              <a:t>A r</a:t>
            </a:r>
            <a:r>
              <a:rPr lang="en-US" i="1" dirty="0">
                <a:solidFill>
                  <a:srgbClr val="003399"/>
                </a:solidFill>
              </a:rPr>
              <a:t>eplacement (or reengineering) project</a:t>
            </a:r>
            <a:r>
              <a:rPr lang="en-US" dirty="0"/>
              <a:t> replaces an existing application with a new  custom-built system, a commercial off-the-shelf (COTS) </a:t>
            </a:r>
            <a:r>
              <a:rPr lang="en-US" dirty="0" smtClean="0"/>
              <a:t>system </a:t>
            </a:r>
            <a:r>
              <a:rPr lang="en-US" sz="1800" dirty="0" smtClean="0"/>
              <a:t>(</a:t>
            </a:r>
            <a:r>
              <a:rPr lang="en-US" sz="1800" dirty="0" err="1" smtClean="0"/>
              <a:t>làm</a:t>
            </a:r>
            <a:r>
              <a:rPr lang="en-US" sz="1800" dirty="0" smtClean="0"/>
              <a:t> </a:t>
            </a:r>
            <a:r>
              <a:rPr lang="en-US" sz="1800" dirty="0" err="1" smtClean="0"/>
              <a:t>sẵn</a:t>
            </a:r>
            <a:r>
              <a:rPr lang="en-US" sz="1800" dirty="0" smtClean="0"/>
              <a:t> </a:t>
            </a:r>
            <a:r>
              <a:rPr lang="en-US" sz="1800" dirty="0" err="1" smtClean="0"/>
              <a:t>để</a:t>
            </a:r>
            <a:r>
              <a:rPr lang="en-US" sz="1800" dirty="0" smtClean="0"/>
              <a:t> </a:t>
            </a:r>
            <a:r>
              <a:rPr lang="en-US" sz="1800" dirty="0" err="1" smtClean="0"/>
              <a:t>bán</a:t>
            </a:r>
            <a:r>
              <a:rPr lang="en-US" sz="1800" dirty="0" smtClean="0"/>
              <a:t>), </a:t>
            </a:r>
            <a:r>
              <a:rPr lang="en-US" dirty="0"/>
              <a:t>or a hybrid of </a:t>
            </a:r>
            <a:r>
              <a:rPr lang="en-US" dirty="0" smtClean="0"/>
              <a:t>those.</a:t>
            </a:r>
            <a:endParaRPr lang="en-US" dirty="0"/>
          </a:p>
        </p:txBody>
      </p:sp>
      <p:sp>
        <p:nvSpPr>
          <p:cNvPr id="2" name="Title 1"/>
          <p:cNvSpPr>
            <a:spLocks noGrp="1"/>
          </p:cNvSpPr>
          <p:nvPr>
            <p:ph type="title"/>
          </p:nvPr>
        </p:nvSpPr>
        <p:spPr/>
        <p:txBody>
          <a:bodyPr>
            <a:normAutofit/>
          </a:bodyPr>
          <a:lstStyle/>
          <a:p>
            <a:r>
              <a:rPr lang="en-US" dirty="0"/>
              <a:t>What is </a:t>
            </a:r>
            <a:r>
              <a:rPr lang="en-US" dirty="0" smtClean="0"/>
              <a:t>enhancement </a:t>
            </a:r>
            <a:r>
              <a:rPr lang="en-US" dirty="0"/>
              <a:t>and replacement project</a:t>
            </a:r>
            <a:r>
              <a:rPr lang="en-US" dirty="0" smtClean="0"/>
              <a:t>?</a:t>
            </a:r>
            <a:endParaRPr lang="en-US" dirty="0"/>
          </a:p>
        </p:txBody>
      </p:sp>
      <p:sp>
        <p:nvSpPr>
          <p:cNvPr id="4" name="Footer Placeholder 3"/>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1848988010"/>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170" y="1111251"/>
            <a:ext cx="8810173" cy="5234958"/>
          </a:xfrm>
        </p:spPr>
        <p:txBody>
          <a:bodyPr>
            <a:normAutofit fontScale="92500" lnSpcReduction="10000"/>
          </a:bodyPr>
          <a:lstStyle/>
          <a:p>
            <a:r>
              <a:rPr lang="en-US" dirty="0"/>
              <a:t>The presence of an existing system leads to common challenges that both enhancement and replacement projects will face, including the following: </a:t>
            </a:r>
            <a:endParaRPr lang="en-US" dirty="0" smtClean="0"/>
          </a:p>
          <a:p>
            <a:pPr lvl="1"/>
            <a:r>
              <a:rPr lang="en-US" dirty="0" smtClean="0"/>
              <a:t>The </a:t>
            </a:r>
            <a:r>
              <a:rPr lang="en-US" dirty="0"/>
              <a:t>changes made could </a:t>
            </a:r>
            <a:r>
              <a:rPr lang="en-US" dirty="0" smtClean="0"/>
              <a:t>degrade </a:t>
            </a:r>
            <a:r>
              <a:rPr lang="en-US" sz="1700" dirty="0" smtClean="0"/>
              <a:t>(</a:t>
            </a:r>
            <a:r>
              <a:rPr lang="en-US" sz="1700" dirty="0" err="1" smtClean="0"/>
              <a:t>giảm</a:t>
            </a:r>
            <a:r>
              <a:rPr lang="en-US" sz="1700" dirty="0" smtClean="0"/>
              <a:t>)</a:t>
            </a:r>
            <a:r>
              <a:rPr lang="en-US" dirty="0" smtClean="0"/>
              <a:t> </a:t>
            </a:r>
            <a:r>
              <a:rPr lang="en-US" dirty="0"/>
              <a:t>the performance to which users are </a:t>
            </a:r>
            <a:r>
              <a:rPr lang="en-US" dirty="0" smtClean="0"/>
              <a:t>accustomed </a:t>
            </a:r>
            <a:r>
              <a:rPr lang="en-US" sz="1700" dirty="0" smtClean="0"/>
              <a:t>(</a:t>
            </a:r>
            <a:r>
              <a:rPr lang="en-US" sz="1700" dirty="0" err="1" smtClean="0"/>
              <a:t>đã</a:t>
            </a:r>
            <a:r>
              <a:rPr lang="en-US" sz="1700" dirty="0" smtClean="0"/>
              <a:t> </a:t>
            </a:r>
            <a:r>
              <a:rPr lang="en-US" sz="1700" dirty="0" err="1" smtClean="0"/>
              <a:t>quen</a:t>
            </a:r>
            <a:r>
              <a:rPr lang="en-US" sz="1700" dirty="0" smtClean="0"/>
              <a:t>)</a:t>
            </a:r>
            <a:r>
              <a:rPr lang="en-US" dirty="0" smtClean="0"/>
              <a:t>. </a:t>
            </a:r>
          </a:p>
          <a:p>
            <a:pPr lvl="1"/>
            <a:r>
              <a:rPr lang="en-US" dirty="0" smtClean="0"/>
              <a:t>Little </a:t>
            </a:r>
            <a:r>
              <a:rPr lang="en-US" dirty="0"/>
              <a:t>or no requirements documentation might be available for the existing system</a:t>
            </a:r>
            <a:r>
              <a:rPr lang="en-US" dirty="0" smtClean="0"/>
              <a:t>.</a:t>
            </a:r>
          </a:p>
          <a:p>
            <a:pPr lvl="1"/>
            <a:r>
              <a:rPr lang="en-US" dirty="0" smtClean="0"/>
              <a:t>Users </a:t>
            </a:r>
            <a:r>
              <a:rPr lang="en-US" dirty="0"/>
              <a:t>who are familiar with how the system works today might not like the changes they are about to </a:t>
            </a:r>
            <a:r>
              <a:rPr lang="en-US" dirty="0" smtClean="0"/>
              <a:t>encounter (</a:t>
            </a:r>
            <a:r>
              <a:rPr lang="en-US" sz="1700" dirty="0" err="1" smtClean="0"/>
              <a:t>sắp</a:t>
            </a:r>
            <a:r>
              <a:rPr lang="en-US" sz="1700" dirty="0" smtClean="0"/>
              <a:t> </a:t>
            </a:r>
            <a:r>
              <a:rPr lang="en-US" sz="1700" dirty="0" err="1" smtClean="0"/>
              <a:t>gặp</a:t>
            </a:r>
            <a:r>
              <a:rPr lang="en-US" sz="1700" dirty="0" smtClean="0"/>
              <a:t> </a:t>
            </a:r>
            <a:r>
              <a:rPr lang="en-US" sz="1700" dirty="0" err="1" smtClean="0"/>
              <a:t>phải</a:t>
            </a:r>
            <a:r>
              <a:rPr lang="en-US" sz="1700" dirty="0" smtClean="0"/>
              <a:t>)</a:t>
            </a:r>
            <a:r>
              <a:rPr lang="en-US" dirty="0" smtClean="0"/>
              <a:t>. </a:t>
            </a:r>
            <a:endParaRPr lang="en-US" dirty="0"/>
          </a:p>
          <a:p>
            <a:pPr lvl="1"/>
            <a:r>
              <a:rPr lang="en-US" dirty="0" smtClean="0"/>
              <a:t>You </a:t>
            </a:r>
            <a:r>
              <a:rPr lang="en-US" dirty="0"/>
              <a:t>might </a:t>
            </a:r>
            <a:r>
              <a:rPr lang="en-US" dirty="0" smtClean="0"/>
              <a:t>unknowingly </a:t>
            </a:r>
            <a:r>
              <a:rPr lang="en-US" dirty="0"/>
              <a:t>break  </a:t>
            </a:r>
            <a:r>
              <a:rPr lang="en-US" sz="1700" dirty="0"/>
              <a:t>(</a:t>
            </a:r>
            <a:r>
              <a:rPr lang="en-US" sz="1700" dirty="0" err="1"/>
              <a:t>vô</a:t>
            </a:r>
            <a:r>
              <a:rPr lang="en-US" sz="1700" dirty="0"/>
              <a:t> </a:t>
            </a:r>
            <a:r>
              <a:rPr lang="en-US" sz="1700" dirty="0" err="1" smtClean="0"/>
              <a:t>tình</a:t>
            </a:r>
            <a:r>
              <a:rPr lang="en-US" sz="1700" dirty="0" smtClean="0"/>
              <a:t> </a:t>
            </a:r>
            <a:r>
              <a:rPr lang="en-US" sz="1700" dirty="0" err="1" smtClean="0"/>
              <a:t>phá</a:t>
            </a:r>
            <a:r>
              <a:rPr lang="en-US" sz="1700" dirty="0" smtClean="0"/>
              <a:t> </a:t>
            </a:r>
            <a:r>
              <a:rPr lang="en-US" sz="1700" dirty="0" err="1" smtClean="0"/>
              <a:t>vỡ</a:t>
            </a:r>
            <a:r>
              <a:rPr lang="en-US" sz="1700" dirty="0" smtClean="0"/>
              <a:t>) </a:t>
            </a:r>
            <a:r>
              <a:rPr lang="en-US" dirty="0" smtClean="0"/>
              <a:t>or </a:t>
            </a:r>
            <a:r>
              <a:rPr lang="en-US" dirty="0"/>
              <a:t>omit </a:t>
            </a:r>
            <a:r>
              <a:rPr lang="en-US" sz="1900" dirty="0" smtClean="0"/>
              <a:t>(</a:t>
            </a:r>
            <a:r>
              <a:rPr lang="en-US" sz="1900" dirty="0" err="1" smtClean="0"/>
              <a:t>bỏ</a:t>
            </a:r>
            <a:r>
              <a:rPr lang="en-US" sz="1900" dirty="0" smtClean="0"/>
              <a:t> qua) </a:t>
            </a:r>
            <a:r>
              <a:rPr lang="en-US" dirty="0" smtClean="0"/>
              <a:t>functionality </a:t>
            </a:r>
            <a:r>
              <a:rPr lang="en-US" dirty="0"/>
              <a:t>that is vital to some stakeholder </a:t>
            </a:r>
            <a:r>
              <a:rPr lang="en-US" dirty="0" smtClean="0"/>
              <a:t>group.</a:t>
            </a:r>
          </a:p>
          <a:p>
            <a:pPr lvl="1"/>
            <a:r>
              <a:rPr lang="en-US" dirty="0" smtClean="0"/>
              <a:t>Stakeholders </a:t>
            </a:r>
            <a:r>
              <a:rPr lang="en-US" dirty="0"/>
              <a:t>might take this opportunity to request new functionality that seems like a good idea but isn’t really needed to meet the business </a:t>
            </a:r>
            <a:r>
              <a:rPr lang="en-US" dirty="0" smtClean="0"/>
              <a:t>objectives.</a:t>
            </a:r>
            <a:endParaRPr lang="en-US" dirty="0"/>
          </a:p>
        </p:txBody>
      </p:sp>
      <p:sp>
        <p:nvSpPr>
          <p:cNvPr id="2" name="Title 1"/>
          <p:cNvSpPr>
            <a:spLocks noGrp="1"/>
          </p:cNvSpPr>
          <p:nvPr>
            <p:ph type="title"/>
          </p:nvPr>
        </p:nvSpPr>
        <p:spPr/>
        <p:txBody>
          <a:bodyPr>
            <a:normAutofit/>
          </a:bodyPr>
          <a:lstStyle/>
          <a:p>
            <a:r>
              <a:rPr lang="en-US" dirty="0"/>
              <a:t>Expected </a:t>
            </a:r>
            <a:r>
              <a:rPr lang="en-US" dirty="0" smtClean="0"/>
              <a:t>challenges</a:t>
            </a:r>
            <a:endParaRPr lang="en-US" dirty="0"/>
          </a:p>
        </p:txBody>
      </p:sp>
      <p:sp>
        <p:nvSpPr>
          <p:cNvPr id="4" name="Footer Placeholder 3"/>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3754284444"/>
      </p:ext>
    </p:extLst>
  </p:cSld>
  <p:clrMapOvr>
    <a:masterClrMapping/>
  </p:clrMapOvr>
  <p:transition>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3" name="Slide Number Placeholder 2"/>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
        <p:nvSpPr>
          <p:cNvPr id="7" name="Title 1"/>
          <p:cNvSpPr>
            <a:spLocks noGrp="1"/>
          </p:cNvSpPr>
          <p:nvPr>
            <p:ph type="title"/>
          </p:nvPr>
        </p:nvSpPr>
        <p:spPr>
          <a:xfrm>
            <a:off x="2819400" y="27105"/>
            <a:ext cx="6324600" cy="1084146"/>
          </a:xfrm>
        </p:spPr>
        <p:txBody>
          <a:bodyPr>
            <a:normAutofit/>
          </a:bodyPr>
          <a:lstStyle/>
          <a:p>
            <a:r>
              <a:rPr lang="en-US" dirty="0"/>
              <a:t>Requirements techniques when there is an existing system</a:t>
            </a:r>
          </a:p>
        </p:txBody>
      </p:sp>
      <p:pic>
        <p:nvPicPr>
          <p:cNvPr id="8" name="Picture 7"/>
          <p:cNvPicPr>
            <a:picLocks noChangeAspect="1"/>
          </p:cNvPicPr>
          <p:nvPr/>
        </p:nvPicPr>
        <p:blipFill>
          <a:blip r:embed="rId3"/>
          <a:stretch>
            <a:fillRect/>
          </a:stretch>
        </p:blipFill>
        <p:spPr>
          <a:xfrm>
            <a:off x="314886" y="1247323"/>
            <a:ext cx="8578386" cy="4941206"/>
          </a:xfrm>
          <a:prstGeom prst="rect">
            <a:avLst/>
          </a:prstGeom>
        </p:spPr>
      </p:pic>
    </p:spTree>
    <p:extLst>
      <p:ext uri="{BB962C8B-B14F-4D97-AF65-F5344CB8AC3E}">
        <p14:creationId xmlns:p14="http://schemas.microsoft.com/office/powerpoint/2010/main" val="1781215872"/>
      </p:ext>
    </p:extLst>
  </p:cSld>
  <p:clrMapOvr>
    <a:masterClrMapping/>
  </p:clrMapOvr>
  <p:transition>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3" name="Slide Number Placeholder 2"/>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
        <p:nvSpPr>
          <p:cNvPr id="7" name="Title 1"/>
          <p:cNvSpPr>
            <a:spLocks noGrp="1"/>
          </p:cNvSpPr>
          <p:nvPr>
            <p:ph type="title"/>
          </p:nvPr>
        </p:nvSpPr>
        <p:spPr>
          <a:xfrm>
            <a:off x="2819400" y="27105"/>
            <a:ext cx="6324600" cy="1084146"/>
          </a:xfrm>
        </p:spPr>
        <p:txBody>
          <a:bodyPr>
            <a:normAutofit/>
          </a:bodyPr>
          <a:lstStyle/>
          <a:p>
            <a:r>
              <a:rPr lang="en-US" dirty="0"/>
              <a:t>Requirements techniques when there is an existing system</a:t>
            </a:r>
          </a:p>
        </p:txBody>
      </p:sp>
      <p:grpSp>
        <p:nvGrpSpPr>
          <p:cNvPr id="6" name="Group 5"/>
          <p:cNvGrpSpPr/>
          <p:nvPr/>
        </p:nvGrpSpPr>
        <p:grpSpPr>
          <a:xfrm>
            <a:off x="457200" y="1393372"/>
            <a:ext cx="8164286" cy="4630057"/>
            <a:chOff x="457200" y="1654629"/>
            <a:chExt cx="7935004" cy="4369707"/>
          </a:xfrm>
        </p:grpSpPr>
        <p:pic>
          <p:nvPicPr>
            <p:cNvPr id="4" name="Picture 3"/>
            <p:cNvPicPr>
              <a:picLocks noChangeAspect="1"/>
            </p:cNvPicPr>
            <p:nvPr/>
          </p:nvPicPr>
          <p:blipFill>
            <a:blip r:embed="rId2"/>
            <a:stretch>
              <a:fillRect/>
            </a:stretch>
          </p:blipFill>
          <p:spPr>
            <a:xfrm>
              <a:off x="471713" y="1654629"/>
              <a:ext cx="7920491" cy="543044"/>
            </a:xfrm>
            <a:prstGeom prst="rect">
              <a:avLst/>
            </a:prstGeom>
          </p:spPr>
        </p:pic>
        <p:pic>
          <p:nvPicPr>
            <p:cNvPr id="5" name="Picture 4"/>
            <p:cNvPicPr>
              <a:picLocks noChangeAspect="1"/>
            </p:cNvPicPr>
            <p:nvPr/>
          </p:nvPicPr>
          <p:blipFill>
            <a:blip r:embed="rId3"/>
            <a:stretch>
              <a:fillRect/>
            </a:stretch>
          </p:blipFill>
          <p:spPr>
            <a:xfrm>
              <a:off x="457200" y="2176111"/>
              <a:ext cx="7920491" cy="3848225"/>
            </a:xfrm>
            <a:prstGeom prst="rect">
              <a:avLst/>
            </a:prstGeom>
          </p:spPr>
        </p:pic>
      </p:grpSp>
    </p:spTree>
    <p:extLst>
      <p:ext uri="{BB962C8B-B14F-4D97-AF65-F5344CB8AC3E}">
        <p14:creationId xmlns:p14="http://schemas.microsoft.com/office/powerpoint/2010/main" val="3557181226"/>
      </p:ext>
    </p:extLst>
  </p:cSld>
  <p:clrMapOvr>
    <a:masterClrMapping/>
  </p:clrMapOvr>
  <p:transition>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3167743"/>
          </a:xfrm>
        </p:spPr>
        <p:txBody>
          <a:bodyPr>
            <a:normAutofit fontScale="77500" lnSpcReduction="20000"/>
          </a:bodyPr>
          <a:lstStyle/>
          <a:p>
            <a:r>
              <a:rPr lang="en-US" dirty="0"/>
              <a:t>Mind the </a:t>
            </a:r>
            <a:r>
              <a:rPr lang="en-US" dirty="0" smtClean="0"/>
              <a:t>gap:</a:t>
            </a:r>
          </a:p>
          <a:p>
            <a:pPr lvl="1"/>
            <a:r>
              <a:rPr lang="en-US" dirty="0"/>
              <a:t>A </a:t>
            </a:r>
            <a:r>
              <a:rPr lang="en-US" b="1" i="1" dirty="0">
                <a:solidFill>
                  <a:srgbClr val="003399"/>
                </a:solidFill>
              </a:rPr>
              <a:t>gap analysis </a:t>
            </a:r>
            <a:r>
              <a:rPr lang="en-US" dirty="0"/>
              <a:t>is a comparison of functionality between an existing system and a desired new system. </a:t>
            </a:r>
            <a:endParaRPr lang="en-US" dirty="0" smtClean="0"/>
          </a:p>
          <a:p>
            <a:pPr lvl="1"/>
            <a:r>
              <a:rPr lang="en-US" dirty="0" smtClean="0"/>
              <a:t>A </a:t>
            </a:r>
            <a:r>
              <a:rPr lang="en-US" dirty="0"/>
              <a:t>gap analysis can be expressed in different ways, including use cases, user stories, or features. When enhancing an existing system, perform a gap analysis to make sure you understand why it isn’t currently meeting your business objectives</a:t>
            </a:r>
            <a:r>
              <a:rPr lang="en-US" dirty="0" smtClean="0"/>
              <a:t>.</a:t>
            </a:r>
          </a:p>
          <a:p>
            <a:pPr lvl="1"/>
            <a:r>
              <a:rPr lang="en-US" dirty="0"/>
              <a:t>Gap analysis for a replacement project </a:t>
            </a:r>
            <a:r>
              <a:rPr lang="en-US" dirty="0" smtClean="0"/>
              <a:t>entails </a:t>
            </a:r>
            <a:r>
              <a:rPr lang="en-US" sz="1800" dirty="0" smtClean="0"/>
              <a:t>(</a:t>
            </a:r>
            <a:r>
              <a:rPr lang="en-US" sz="1800" dirty="0" err="1" smtClean="0"/>
              <a:t>thể</a:t>
            </a:r>
            <a:r>
              <a:rPr lang="en-US" sz="1800" dirty="0" smtClean="0"/>
              <a:t> </a:t>
            </a:r>
            <a:r>
              <a:rPr lang="en-US" sz="1800" dirty="0" err="1" smtClean="0"/>
              <a:t>hiện</a:t>
            </a:r>
            <a:r>
              <a:rPr lang="en-US" sz="1800" dirty="0" smtClean="0"/>
              <a:t>)</a:t>
            </a:r>
            <a:r>
              <a:rPr lang="en-US" dirty="0" smtClean="0"/>
              <a:t> </a:t>
            </a:r>
            <a:r>
              <a:rPr lang="en-US" dirty="0"/>
              <a:t>understanding existing functionality and discovering the desired new functionality (see Figure 21-1). Identify user requirements for the existing system that stakeholders want to have re-implemented in the new system. Also, elicit new user requirements that the existing system does not address. </a:t>
            </a:r>
            <a:endParaRPr lang="en-US" dirty="0" smtClean="0"/>
          </a:p>
        </p:txBody>
      </p:sp>
      <p:sp>
        <p:nvSpPr>
          <p:cNvPr id="2" name="Title 1"/>
          <p:cNvSpPr>
            <a:spLocks noGrp="1"/>
          </p:cNvSpPr>
          <p:nvPr>
            <p:ph type="title"/>
          </p:nvPr>
        </p:nvSpPr>
        <p:spPr/>
        <p:txBody>
          <a:bodyPr>
            <a:normAutofit/>
          </a:bodyPr>
          <a:lstStyle/>
          <a:p>
            <a:r>
              <a:rPr lang="en-US" dirty="0"/>
              <a:t>Prioritizing by using business </a:t>
            </a:r>
            <a:r>
              <a:rPr lang="en-US" dirty="0" smtClean="0"/>
              <a:t>objectives</a:t>
            </a:r>
            <a:endParaRPr lang="en-US" dirty="0"/>
          </a:p>
        </p:txBody>
      </p:sp>
      <p:sp>
        <p:nvSpPr>
          <p:cNvPr id="4" name="Footer Placeholder 3"/>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pic>
        <p:nvPicPr>
          <p:cNvPr id="6" name="Picture 5"/>
          <p:cNvPicPr>
            <a:picLocks noChangeAspect="1"/>
          </p:cNvPicPr>
          <p:nvPr/>
        </p:nvPicPr>
        <p:blipFill>
          <a:blip r:embed="rId2"/>
          <a:stretch>
            <a:fillRect/>
          </a:stretch>
        </p:blipFill>
        <p:spPr>
          <a:xfrm>
            <a:off x="4345727" y="4180209"/>
            <a:ext cx="4607773" cy="2160266"/>
          </a:xfrm>
          <a:prstGeom prst="rect">
            <a:avLst/>
          </a:prstGeom>
        </p:spPr>
      </p:pic>
    </p:spTree>
    <p:extLst>
      <p:ext uri="{BB962C8B-B14F-4D97-AF65-F5344CB8AC3E}">
        <p14:creationId xmlns:p14="http://schemas.microsoft.com/office/powerpoint/2010/main" val="3636781642"/>
      </p:ext>
    </p:extLst>
  </p:cSld>
  <p:clrMapOvr>
    <a:masterClrMapping/>
  </p:clrMapOvr>
  <p:transition>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smtClean="0"/>
              <a:t>Maintaining </a:t>
            </a:r>
            <a:r>
              <a:rPr lang="en-US" dirty="0"/>
              <a:t>performance </a:t>
            </a:r>
            <a:r>
              <a:rPr lang="en-US" dirty="0" smtClean="0"/>
              <a:t>levels:</a:t>
            </a:r>
          </a:p>
          <a:p>
            <a:pPr lvl="1"/>
            <a:r>
              <a:rPr lang="en-US" dirty="0"/>
              <a:t>Existing systems set user expectations for performance and </a:t>
            </a:r>
            <a:r>
              <a:rPr lang="en-US" dirty="0" smtClean="0"/>
              <a:t>throughput </a:t>
            </a:r>
            <a:r>
              <a:rPr lang="en-US" sz="1600" dirty="0" smtClean="0"/>
              <a:t>(</a:t>
            </a:r>
            <a:r>
              <a:rPr lang="en-US" sz="1600" dirty="0" err="1" smtClean="0"/>
              <a:t>thông</a:t>
            </a:r>
            <a:r>
              <a:rPr lang="en-US" sz="1600" dirty="0" smtClean="0"/>
              <a:t> </a:t>
            </a:r>
            <a:r>
              <a:rPr lang="en-US" sz="1600" dirty="0" err="1" smtClean="0"/>
              <a:t>lượng</a:t>
            </a:r>
            <a:r>
              <a:rPr lang="en-US" sz="1600" dirty="0" smtClean="0"/>
              <a:t>)</a:t>
            </a:r>
            <a:r>
              <a:rPr lang="en-US" dirty="0" smtClean="0"/>
              <a:t>. </a:t>
            </a:r>
            <a:r>
              <a:rPr lang="en-US" dirty="0"/>
              <a:t>Stakeholders almost always have key performance indicators (KPIs) for existing processes that they will want to maintain in the new </a:t>
            </a:r>
            <a:r>
              <a:rPr lang="en-US" dirty="0" smtClean="0"/>
              <a:t>system.</a:t>
            </a:r>
          </a:p>
          <a:p>
            <a:pPr lvl="1"/>
            <a:r>
              <a:rPr lang="en-US" dirty="0"/>
              <a:t>Unless you explicitly plan to maintain them, performance levels can be </a:t>
            </a:r>
            <a:r>
              <a:rPr lang="en-US" dirty="0" smtClean="0"/>
              <a:t>compromised </a:t>
            </a:r>
            <a:r>
              <a:rPr lang="en-US" sz="1600" dirty="0" smtClean="0"/>
              <a:t>(</a:t>
            </a:r>
            <a:r>
              <a:rPr lang="en-US" sz="1600" dirty="0" err="1" smtClean="0"/>
              <a:t>có</a:t>
            </a:r>
            <a:r>
              <a:rPr lang="en-US" sz="1600" dirty="0" smtClean="0"/>
              <a:t> </a:t>
            </a:r>
            <a:r>
              <a:rPr lang="en-US" sz="1600" dirty="0" err="1" smtClean="0"/>
              <a:t>thể</a:t>
            </a:r>
            <a:r>
              <a:rPr lang="en-US" sz="1600" dirty="0" smtClean="0"/>
              <a:t> </a:t>
            </a:r>
            <a:r>
              <a:rPr lang="en-US" sz="1600" dirty="0" err="1" smtClean="0"/>
              <a:t>bị</a:t>
            </a:r>
            <a:r>
              <a:rPr lang="en-US" sz="1600" dirty="0" smtClean="0"/>
              <a:t> </a:t>
            </a:r>
            <a:r>
              <a:rPr lang="en-US" sz="1600" dirty="0" err="1" smtClean="0"/>
              <a:t>tổn</a:t>
            </a:r>
            <a:r>
              <a:rPr lang="en-US" sz="1600" dirty="0" smtClean="0"/>
              <a:t> </a:t>
            </a:r>
            <a:r>
              <a:rPr lang="en-US" sz="1600" dirty="0" err="1" smtClean="0"/>
              <a:t>hại</a:t>
            </a:r>
            <a:r>
              <a:rPr lang="en-US" sz="1600" dirty="0" smtClean="0"/>
              <a:t>)</a:t>
            </a:r>
            <a:r>
              <a:rPr lang="en-US" dirty="0" smtClean="0"/>
              <a:t> </a:t>
            </a:r>
            <a:r>
              <a:rPr lang="en-US" dirty="0" smtClean="0"/>
              <a:t>as </a:t>
            </a:r>
            <a:r>
              <a:rPr lang="en-US" sz="1600" dirty="0" smtClean="0"/>
              <a:t>(</a:t>
            </a:r>
            <a:r>
              <a:rPr lang="en-US" sz="1600" dirty="0" err="1" smtClean="0"/>
              <a:t>khi</a:t>
            </a:r>
            <a:r>
              <a:rPr lang="en-US" sz="1600" dirty="0" smtClean="0"/>
              <a:t>) </a:t>
            </a:r>
            <a:r>
              <a:rPr lang="en-US" dirty="0"/>
              <a:t>systems are enhanced. </a:t>
            </a:r>
            <a:r>
              <a:rPr lang="en-US" dirty="0" smtClean="0"/>
              <a:t>Stuffing </a:t>
            </a:r>
            <a:r>
              <a:rPr lang="en-US" sz="1600" dirty="0" smtClean="0"/>
              <a:t>(</a:t>
            </a:r>
            <a:r>
              <a:rPr lang="en-US" sz="1600" dirty="0" err="1" smtClean="0"/>
              <a:t>nhồi</a:t>
            </a:r>
            <a:r>
              <a:rPr lang="en-US" sz="1600" dirty="0" smtClean="0"/>
              <a:t> </a:t>
            </a:r>
            <a:r>
              <a:rPr lang="en-US" sz="1600" dirty="0" err="1" smtClean="0"/>
              <a:t>thêm</a:t>
            </a:r>
            <a:r>
              <a:rPr lang="en-US" sz="1600" dirty="0" smtClean="0"/>
              <a:t>) </a:t>
            </a:r>
            <a:r>
              <a:rPr lang="en-US" dirty="0"/>
              <a:t>new functionality into an existing system might slow it </a:t>
            </a:r>
            <a:r>
              <a:rPr lang="en-US" dirty="0" smtClean="0"/>
              <a:t>down.</a:t>
            </a:r>
          </a:p>
          <a:p>
            <a:pPr lvl="1"/>
            <a:r>
              <a:rPr lang="en-US" dirty="0"/>
              <a:t>For replacement systems, prioritize the KPIs that are most important to maintain. Look for the business processes that trace to the most important KPIs and the requirements that enable those business processes; these are the requirements to implement first. </a:t>
            </a:r>
            <a:endParaRPr lang="en-US" dirty="0" smtClean="0"/>
          </a:p>
          <a:p>
            <a:endParaRPr lang="en-US" dirty="0"/>
          </a:p>
        </p:txBody>
      </p:sp>
      <p:sp>
        <p:nvSpPr>
          <p:cNvPr id="2" name="Title 1"/>
          <p:cNvSpPr>
            <a:spLocks noGrp="1"/>
          </p:cNvSpPr>
          <p:nvPr>
            <p:ph type="title"/>
          </p:nvPr>
        </p:nvSpPr>
        <p:spPr/>
        <p:txBody>
          <a:bodyPr>
            <a:normAutofit/>
          </a:bodyPr>
          <a:lstStyle/>
          <a:p>
            <a:r>
              <a:rPr lang="en-US" dirty="0"/>
              <a:t>Prioritizing by using business </a:t>
            </a:r>
            <a:r>
              <a:rPr lang="en-US" dirty="0" smtClean="0"/>
              <a:t>objectives</a:t>
            </a:r>
            <a:endParaRPr lang="en-US" dirty="0"/>
          </a:p>
        </p:txBody>
      </p:sp>
      <p:sp>
        <p:nvSpPr>
          <p:cNvPr id="4" name="Footer Placeholder 3"/>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2104760181"/>
      </p:ext>
    </p:extLst>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11251"/>
            <a:ext cx="9144000" cy="5229224"/>
          </a:xfrm>
        </p:spPr>
        <p:txBody>
          <a:bodyPr>
            <a:normAutofit fontScale="70000" lnSpcReduction="20000"/>
          </a:bodyPr>
          <a:lstStyle/>
          <a:p>
            <a:r>
              <a:rPr lang="en-US" dirty="0"/>
              <a:t>In the absence of reliable documentation, teams might </a:t>
            </a:r>
            <a:r>
              <a:rPr lang="en-US" dirty="0" smtClean="0"/>
              <a:t>reverse-engineer </a:t>
            </a:r>
            <a:r>
              <a:rPr lang="en-US" sz="2000" dirty="0" smtClean="0"/>
              <a:t>(</a:t>
            </a:r>
            <a:r>
              <a:rPr lang="en-US" sz="2000" dirty="0" err="1" smtClean="0"/>
              <a:t>thiết</a:t>
            </a:r>
            <a:r>
              <a:rPr lang="en-US" sz="2000" dirty="0" smtClean="0"/>
              <a:t> kế </a:t>
            </a:r>
            <a:r>
              <a:rPr lang="en-US" sz="2000" dirty="0" err="1" smtClean="0"/>
              <a:t>ngược</a:t>
            </a:r>
            <a:r>
              <a:rPr lang="en-US" sz="2000" dirty="0" smtClean="0"/>
              <a:t>)</a:t>
            </a:r>
            <a:r>
              <a:rPr lang="en-US" dirty="0" smtClean="0"/>
              <a:t> </a:t>
            </a:r>
            <a:r>
              <a:rPr lang="en-US" dirty="0"/>
              <a:t>an understanding of what the system does from the user interfaces, code, and database. We think of this as “software archaeology</a:t>
            </a:r>
            <a:r>
              <a:rPr lang="en-US" dirty="0" smtClean="0"/>
              <a:t>. </a:t>
            </a:r>
            <a:r>
              <a:rPr lang="en-US" sz="1600" dirty="0" smtClean="0"/>
              <a:t>(</a:t>
            </a:r>
            <a:r>
              <a:rPr lang="en-US" sz="1600" dirty="0" err="1" smtClean="0"/>
              <a:t>khảo</a:t>
            </a:r>
            <a:r>
              <a:rPr lang="en-US" sz="1600" dirty="0" smtClean="0"/>
              <a:t> </a:t>
            </a:r>
            <a:r>
              <a:rPr lang="en-US" sz="1600" dirty="0" err="1" smtClean="0"/>
              <a:t>cổ</a:t>
            </a:r>
            <a:r>
              <a:rPr lang="en-US" sz="1600" dirty="0" smtClean="0"/>
              <a:t> </a:t>
            </a:r>
            <a:r>
              <a:rPr lang="en-US" sz="1600" dirty="0" err="1" smtClean="0"/>
              <a:t>học</a:t>
            </a:r>
            <a:r>
              <a:rPr lang="en-US" sz="1600" dirty="0" smtClean="0"/>
              <a:t>)</a:t>
            </a:r>
            <a:r>
              <a:rPr lang="en-US" dirty="0" smtClean="0"/>
              <a:t>”.</a:t>
            </a:r>
          </a:p>
          <a:p>
            <a:r>
              <a:rPr lang="en-US" dirty="0"/>
              <a:t>If you’re replacing an old system, you have an opportunity to document the requirements for the new one and to keep the requirements up to date with what you learn throughout the project</a:t>
            </a:r>
            <a:r>
              <a:rPr lang="en-US" dirty="0" smtClean="0"/>
              <a:t>.</a:t>
            </a:r>
          </a:p>
          <a:p>
            <a:r>
              <a:rPr lang="en-US" dirty="0" smtClean="0"/>
              <a:t>Which </a:t>
            </a:r>
            <a:r>
              <a:rPr lang="en-US" dirty="0"/>
              <a:t>requirements should you specify</a:t>
            </a:r>
            <a:r>
              <a:rPr lang="en-US" dirty="0" smtClean="0"/>
              <a:t>?</a:t>
            </a:r>
          </a:p>
          <a:p>
            <a:pPr lvl="1"/>
            <a:r>
              <a:rPr lang="en-US" sz="2600" dirty="0"/>
              <a:t>Rarely do you need to document the entire existing system. Focus detailed requirements efforts on the changes needed to meet the business objectives</a:t>
            </a:r>
            <a:r>
              <a:rPr lang="en-US" sz="2600" dirty="0" smtClean="0"/>
              <a:t>.</a:t>
            </a:r>
          </a:p>
          <a:p>
            <a:pPr lvl="1"/>
            <a:r>
              <a:rPr lang="en-US" sz="2600" dirty="0" smtClean="0"/>
              <a:t>if </a:t>
            </a:r>
            <a:r>
              <a:rPr lang="en-US" sz="2600" dirty="0"/>
              <a:t>you’re replacing a system, start by documenting the areas prioritized as most important to achieve the business objectives or those that pose the highest implementation risk</a:t>
            </a:r>
            <a:r>
              <a:rPr lang="en-US" sz="2600" dirty="0" smtClean="0"/>
              <a:t>.</a:t>
            </a:r>
          </a:p>
          <a:p>
            <a:pPr lvl="1"/>
            <a:r>
              <a:rPr lang="en-US" sz="2600" dirty="0" smtClean="0"/>
              <a:t>Level of details: One </a:t>
            </a:r>
            <a:r>
              <a:rPr lang="en-US" sz="2600" dirty="0"/>
              <a:t>of the biggest challenges is determining the appropriate level of detail at which to document </a:t>
            </a:r>
            <a:r>
              <a:rPr lang="en-US" sz="2600" dirty="0" smtClean="0"/>
              <a:t>requirements </a:t>
            </a:r>
            <a:r>
              <a:rPr lang="en-US" sz="2600" dirty="0"/>
              <a:t>gleaned </a:t>
            </a:r>
            <a:r>
              <a:rPr lang="en-US" sz="2600" dirty="0" smtClean="0"/>
              <a:t>from </a:t>
            </a:r>
            <a:r>
              <a:rPr lang="en-US" sz="2000" dirty="0" smtClean="0"/>
              <a:t>(</a:t>
            </a:r>
            <a:r>
              <a:rPr lang="en-US" sz="2000" dirty="0" err="1" smtClean="0"/>
              <a:t>lượm</a:t>
            </a:r>
            <a:r>
              <a:rPr lang="en-US" sz="2000" dirty="0" smtClean="0"/>
              <a:t> </a:t>
            </a:r>
            <a:r>
              <a:rPr lang="en-US" sz="2000" dirty="0" err="1" smtClean="0"/>
              <a:t>lặt</a:t>
            </a:r>
            <a:r>
              <a:rPr lang="en-US" sz="2000" dirty="0" smtClean="0"/>
              <a:t> </a:t>
            </a:r>
            <a:r>
              <a:rPr lang="en-US" sz="2000" dirty="0" err="1" smtClean="0"/>
              <a:t>từ</a:t>
            </a:r>
            <a:r>
              <a:rPr lang="en-US" sz="2000" dirty="0" smtClean="0"/>
              <a:t>)</a:t>
            </a:r>
            <a:r>
              <a:rPr lang="en-US" sz="2600" dirty="0" smtClean="0"/>
              <a:t> </a:t>
            </a:r>
            <a:r>
              <a:rPr lang="en-US" sz="2600" dirty="0"/>
              <a:t>the existing </a:t>
            </a:r>
            <a:r>
              <a:rPr lang="en-US" sz="2600" dirty="0" smtClean="0"/>
              <a:t>system.</a:t>
            </a:r>
          </a:p>
          <a:p>
            <a:pPr lvl="1"/>
            <a:r>
              <a:rPr lang="en-US" sz="2600" dirty="0" smtClean="0"/>
              <a:t>Trace data: </a:t>
            </a:r>
          </a:p>
          <a:p>
            <a:pPr lvl="2"/>
            <a:r>
              <a:rPr lang="en-US" sz="2300" dirty="0" smtClean="0"/>
              <a:t>Requirements </a:t>
            </a:r>
            <a:r>
              <a:rPr lang="en-US" sz="2300" dirty="0"/>
              <a:t>trace data for existing systems will help the enhancement developer determine which components she might have to modify because of a change in a specific </a:t>
            </a:r>
            <a:r>
              <a:rPr lang="en-US" sz="2300" dirty="0" smtClean="0"/>
              <a:t>requirement.</a:t>
            </a:r>
          </a:p>
          <a:p>
            <a:pPr lvl="2"/>
            <a:r>
              <a:rPr lang="en-US" sz="2300" dirty="0" smtClean="0"/>
              <a:t>When </a:t>
            </a:r>
            <a:r>
              <a:rPr lang="en-US" sz="2300" dirty="0"/>
              <a:t>you’re replacing a system, the existing system would have a full set of functional requirements such that you could establish traceability between the old and new systems to avoid overlooking any requirements. </a:t>
            </a:r>
            <a:endParaRPr lang="en-US" sz="2300" dirty="0" smtClean="0"/>
          </a:p>
        </p:txBody>
      </p:sp>
      <p:sp>
        <p:nvSpPr>
          <p:cNvPr id="2" name="Title 1"/>
          <p:cNvSpPr>
            <a:spLocks noGrp="1"/>
          </p:cNvSpPr>
          <p:nvPr>
            <p:ph type="title"/>
          </p:nvPr>
        </p:nvSpPr>
        <p:spPr/>
        <p:txBody>
          <a:bodyPr>
            <a:normAutofit/>
          </a:bodyPr>
          <a:lstStyle/>
          <a:p>
            <a:r>
              <a:rPr lang="en-US" dirty="0"/>
              <a:t>When old requirements don’t </a:t>
            </a:r>
            <a:r>
              <a:rPr lang="en-US" dirty="0" smtClean="0"/>
              <a:t>exist</a:t>
            </a:r>
            <a:endParaRPr lang="en-US" dirty="0"/>
          </a:p>
        </p:txBody>
      </p:sp>
      <p:sp>
        <p:nvSpPr>
          <p:cNvPr id="4" name="Footer Placeholder 3"/>
          <p:cNvSpPr>
            <a:spLocks noGrp="1"/>
          </p:cNvSpPr>
          <p:nvPr>
            <p:ph type="ftr" sz="quarter" idx="10"/>
          </p:nvPr>
        </p:nvSpPr>
        <p:spPr/>
        <p:txBody>
          <a:bodyPr/>
          <a:lstStyle/>
          <a:p>
            <a:pPr>
              <a:defRPr/>
            </a:pPr>
            <a:r>
              <a:rPr lang="en-US" dirty="0" smtClean="0"/>
              <a:t>Chapter 21: Enhancement and replacement projects _ </a:t>
            </a:r>
            <a:r>
              <a:rPr lang="en-US" dirty="0" err="1" smtClean="0"/>
              <a:t>BayHV</a:t>
            </a:r>
            <a:endParaRPr lang="en-US" dirty="0"/>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34796534"/>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20000"/>
          </a:bodyPr>
          <a:lstStyle/>
          <a:p>
            <a:r>
              <a:rPr lang="en-US" dirty="0" smtClean="0"/>
              <a:t>How </a:t>
            </a:r>
            <a:r>
              <a:rPr lang="en-US" dirty="0"/>
              <a:t>to discover the requirements of an existing </a:t>
            </a:r>
            <a:r>
              <a:rPr lang="en-US" dirty="0" smtClean="0"/>
              <a:t>system:</a:t>
            </a:r>
          </a:p>
          <a:p>
            <a:pPr lvl="1"/>
            <a:r>
              <a:rPr lang="en-US" dirty="0" smtClean="0"/>
              <a:t> </a:t>
            </a:r>
            <a:r>
              <a:rPr lang="en-US" dirty="0"/>
              <a:t>In enhancement and replacement projects, even if you don’t have existing documentation, you do have a system to work from to discover the relevant </a:t>
            </a:r>
            <a:r>
              <a:rPr lang="en-US" dirty="0" smtClean="0"/>
              <a:t>requirements. </a:t>
            </a:r>
            <a:r>
              <a:rPr lang="en-US" dirty="0"/>
              <a:t>During enhancement projects, consider drawing a dialog map for the new screens you have to add, showing the navigation connections to and from existing display elements</a:t>
            </a:r>
            <a:r>
              <a:rPr lang="en-US" dirty="0" smtClean="0"/>
              <a:t>.</a:t>
            </a:r>
          </a:p>
          <a:p>
            <a:pPr lvl="1"/>
            <a:r>
              <a:rPr lang="en-US" dirty="0"/>
              <a:t>In replacement system projects, you need to understand all of the desired functionality, just as </a:t>
            </a:r>
            <a:r>
              <a:rPr lang="en-US" sz="1700" dirty="0" smtClean="0"/>
              <a:t>(</a:t>
            </a:r>
            <a:r>
              <a:rPr lang="en-US" sz="1700" dirty="0" err="1" smtClean="0"/>
              <a:t>giống</a:t>
            </a:r>
            <a:r>
              <a:rPr lang="en-US" sz="1700" dirty="0" smtClean="0"/>
              <a:t> </a:t>
            </a:r>
            <a:r>
              <a:rPr lang="en-US" sz="1700" dirty="0" err="1" smtClean="0"/>
              <a:t>như</a:t>
            </a:r>
            <a:r>
              <a:rPr lang="en-US" sz="1700" dirty="0" smtClean="0"/>
              <a:t>)</a:t>
            </a:r>
            <a:r>
              <a:rPr lang="en-US" dirty="0" smtClean="0"/>
              <a:t> you </a:t>
            </a:r>
            <a:r>
              <a:rPr lang="en-US" dirty="0"/>
              <a:t>do on any new development project. Study the user interface of the existing system to identify candidate functionality for the new system. Examine existing system interfaces to determine what data is exchanged between systems today. </a:t>
            </a:r>
            <a:endParaRPr lang="en-US" dirty="0" smtClean="0"/>
          </a:p>
          <a:p>
            <a:pPr lvl="1"/>
            <a:r>
              <a:rPr lang="en-US" dirty="0" smtClean="0"/>
              <a:t>The models can help you to discover requirements. </a:t>
            </a:r>
            <a:r>
              <a:rPr lang="en-US" dirty="0" err="1"/>
              <a:t>Swimlane</a:t>
            </a:r>
            <a:r>
              <a:rPr lang="en-US" dirty="0"/>
              <a:t> diagrams can describe how users do their jobs with the system today. Context diagrams, data flow diagrams, and entity-relationship diagrams are also </a:t>
            </a:r>
            <a:r>
              <a:rPr lang="en-US" dirty="0" smtClean="0"/>
              <a:t>useful…..</a:t>
            </a:r>
            <a:endParaRPr lang="en-US" dirty="0"/>
          </a:p>
        </p:txBody>
      </p:sp>
      <p:sp>
        <p:nvSpPr>
          <p:cNvPr id="2" name="Title 1"/>
          <p:cNvSpPr>
            <a:spLocks noGrp="1"/>
          </p:cNvSpPr>
          <p:nvPr>
            <p:ph type="title"/>
          </p:nvPr>
        </p:nvSpPr>
        <p:spPr/>
        <p:txBody>
          <a:bodyPr>
            <a:normAutofit/>
          </a:bodyPr>
          <a:lstStyle/>
          <a:p>
            <a:r>
              <a:rPr lang="en-US" dirty="0"/>
              <a:t>When old requirements don’t </a:t>
            </a:r>
            <a:r>
              <a:rPr lang="en-US" dirty="0" smtClean="0"/>
              <a:t>exist</a:t>
            </a:r>
            <a:endParaRPr lang="en-US" dirty="0"/>
          </a:p>
        </p:txBody>
      </p:sp>
      <p:sp>
        <p:nvSpPr>
          <p:cNvPr id="4" name="Footer Placeholder 3"/>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4043214347"/>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11251"/>
            <a:ext cx="8686800" cy="5347606"/>
          </a:xfrm>
        </p:spPr>
        <p:txBody>
          <a:bodyPr>
            <a:normAutofit fontScale="77500" lnSpcReduction="20000"/>
          </a:bodyPr>
          <a:lstStyle/>
          <a:p>
            <a:r>
              <a:rPr lang="en-US" dirty="0" smtClean="0"/>
              <a:t>Why we do this? </a:t>
            </a:r>
          </a:p>
          <a:p>
            <a:pPr lvl="1"/>
            <a:r>
              <a:rPr lang="en-US" dirty="0" smtClean="0"/>
              <a:t>The new system </a:t>
            </a:r>
            <a:r>
              <a:rPr lang="en-US" dirty="0"/>
              <a:t>will make users’ jobs </a:t>
            </a:r>
            <a:r>
              <a:rPr lang="en-US" dirty="0" smtClean="0"/>
              <a:t>easier, and maybe improve the productivity of organization.</a:t>
            </a:r>
          </a:p>
          <a:p>
            <a:r>
              <a:rPr lang="en-US" dirty="0" smtClean="0"/>
              <a:t>What are disadvantages?</a:t>
            </a:r>
          </a:p>
          <a:p>
            <a:pPr lvl="1"/>
            <a:r>
              <a:rPr lang="en-US" dirty="0"/>
              <a:t>Users might fear that the new system will disrupt </a:t>
            </a:r>
            <a:r>
              <a:rPr lang="en-US" sz="1600" dirty="0" smtClean="0"/>
              <a:t>(</a:t>
            </a:r>
            <a:r>
              <a:rPr lang="en-US" sz="1600" dirty="0" err="1" smtClean="0"/>
              <a:t>phá</a:t>
            </a:r>
            <a:r>
              <a:rPr lang="en-US" sz="1600" dirty="0" smtClean="0"/>
              <a:t> </a:t>
            </a:r>
            <a:r>
              <a:rPr lang="en-US" sz="1600" dirty="0" err="1" smtClean="0"/>
              <a:t>vỡ</a:t>
            </a:r>
            <a:r>
              <a:rPr lang="en-US" sz="1600" dirty="0" smtClean="0"/>
              <a:t>) </a:t>
            </a:r>
            <a:r>
              <a:rPr lang="en-US" dirty="0" smtClean="0"/>
              <a:t>their </a:t>
            </a:r>
            <a:r>
              <a:rPr lang="en-US" dirty="0"/>
              <a:t>normal operations while they learn how to use it</a:t>
            </a:r>
            <a:r>
              <a:rPr lang="en-US" dirty="0" smtClean="0"/>
              <a:t>.</a:t>
            </a:r>
          </a:p>
          <a:p>
            <a:pPr lvl="1"/>
            <a:r>
              <a:rPr lang="en-US" dirty="0"/>
              <a:t>Users might even be afraid of losing their jobs if the system automates tasks they perform manually today</a:t>
            </a:r>
            <a:r>
              <a:rPr lang="en-US" dirty="0" smtClean="0"/>
              <a:t>.</a:t>
            </a:r>
          </a:p>
          <a:p>
            <a:r>
              <a:rPr lang="en-US" dirty="0" smtClean="0"/>
              <a:t>How to do this?</a:t>
            </a:r>
          </a:p>
          <a:p>
            <a:pPr lvl="1"/>
            <a:r>
              <a:rPr lang="en-US" dirty="0"/>
              <a:t>To mitigate the risk of user resistance, you first need to understand the business objectives and the user requirements. </a:t>
            </a:r>
            <a:endParaRPr lang="en-US" dirty="0" smtClean="0"/>
          </a:p>
          <a:p>
            <a:pPr lvl="1"/>
            <a:r>
              <a:rPr lang="en-US" dirty="0"/>
              <a:t>During elicitation, focus on the benefits the new system or each feature will provide to the users. Help them understand the value of the proposed change to the organization as a whole</a:t>
            </a:r>
            <a:r>
              <a:rPr lang="en-US" dirty="0" smtClean="0"/>
              <a:t>.</a:t>
            </a:r>
          </a:p>
          <a:p>
            <a:pPr lvl="1"/>
            <a:r>
              <a:rPr lang="en-US" dirty="0"/>
              <a:t>When you are migrating from an existing system, transition requirements are also important. Transition requirements describe the capabilities that the whole solution—not just the software application—must have to enable moving from the existing system to the new </a:t>
            </a:r>
            <a:r>
              <a:rPr lang="en-US" dirty="0" smtClean="0"/>
              <a:t>system. They </a:t>
            </a:r>
            <a:r>
              <a:rPr lang="en-US" dirty="0"/>
              <a:t>can encompass data conversions, user training, organizational and business process changes, and the need to run both old and new systems in parallel for a period of time. </a:t>
            </a:r>
          </a:p>
        </p:txBody>
      </p:sp>
      <p:sp>
        <p:nvSpPr>
          <p:cNvPr id="2" name="Title 1"/>
          <p:cNvSpPr>
            <a:spLocks noGrp="1"/>
          </p:cNvSpPr>
          <p:nvPr>
            <p:ph type="title"/>
          </p:nvPr>
        </p:nvSpPr>
        <p:spPr/>
        <p:txBody>
          <a:bodyPr>
            <a:normAutofit/>
          </a:bodyPr>
          <a:lstStyle/>
          <a:p>
            <a:r>
              <a:rPr lang="en-US" dirty="0"/>
              <a:t>Encouraging new system </a:t>
            </a:r>
            <a:r>
              <a:rPr lang="en-US" dirty="0" smtClean="0"/>
              <a:t>adoption</a:t>
            </a:r>
            <a:endParaRPr lang="en-US" dirty="0"/>
          </a:p>
        </p:txBody>
      </p:sp>
      <p:sp>
        <p:nvSpPr>
          <p:cNvPr id="4" name="Footer Placeholder 3"/>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64326163"/>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21</a:t>
            </a:r>
            <a:endParaRPr lang="en-US" sz="3200"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79716186"/>
      </p:ext>
    </p:extLst>
  </p:cSld>
  <p:clrMapOvr>
    <a:masterClrMapping/>
  </p:clrMapOvr>
  <p:transition>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21: Enhancement and replacement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3014194545"/>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832</TotalTime>
  <Words>1499</Words>
  <Application>Microsoft Office PowerPoint</Application>
  <PresentationFormat>On-screen Show (4:3)</PresentationFormat>
  <Paragraphs>128</Paragraphs>
  <Slides>15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Tahoma</vt:lpstr>
      <vt:lpstr>1_template</vt:lpstr>
      <vt:lpstr>CHAPTER 21   Enhancement and replacement projects</vt:lpstr>
      <vt:lpstr>Review chapter 20</vt:lpstr>
      <vt:lpstr>Objectives</vt:lpstr>
      <vt:lpstr>Contents</vt:lpstr>
      <vt:lpstr>What is enhancement and replacement project?</vt:lpstr>
      <vt:lpstr>Expected challenges</vt:lpstr>
      <vt:lpstr>Requirements techniques when there is an existing system</vt:lpstr>
      <vt:lpstr>Requirements techniques when there is an existing system</vt:lpstr>
      <vt:lpstr>Prioritizing by using business objectives</vt:lpstr>
      <vt:lpstr>Prioritizing by using business objectives</vt:lpstr>
      <vt:lpstr>When old requirements don’t exist</vt:lpstr>
      <vt:lpstr>When old requirements don’t exist</vt:lpstr>
      <vt:lpstr>Encouraging new system adoption</vt:lpstr>
      <vt:lpstr>Review chapter 21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Bay Huynh Van (FE FPTU CT)</cp:lastModifiedBy>
  <cp:revision>187</cp:revision>
  <dcterms:created xsi:type="dcterms:W3CDTF">2018-03-29T02:18:15Z</dcterms:created>
  <dcterms:modified xsi:type="dcterms:W3CDTF">2020-03-16T10:00:45Z</dcterms:modified>
</cp:coreProperties>
</file>