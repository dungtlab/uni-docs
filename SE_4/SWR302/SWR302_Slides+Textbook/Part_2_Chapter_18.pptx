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3" r:id="rId1"/>
  </p:sldMasterIdLst>
  <p:notesMasterIdLst>
    <p:notesMasterId r:id="rId16"/>
  </p:notesMasterIdLst>
  <p:sldIdLst>
    <p:sldId id="257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70" r:id="rId13"/>
    <p:sldId id="271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65A4D7-7720-45CB-8279-86EBD3407E97}" type="doc">
      <dgm:prSet loTypeId="urn:microsoft.com/office/officeart/2005/8/layout/orgChart1" loCatId="hierarchy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E6404DC-1053-49D6-95EE-599A97C88DD3}">
      <dgm:prSet phldrT="[Text]" custT="1"/>
      <dgm:spPr/>
      <dgm:t>
        <a:bodyPr/>
        <a:lstStyle/>
        <a:p>
          <a:r>
            <a:rPr lang="en-US" sz="1600" dirty="0" smtClean="0"/>
            <a:t>Chapter 17 – Validating the requirements</a:t>
          </a:r>
          <a:endParaRPr lang="en-US" sz="1600" dirty="0"/>
        </a:p>
      </dgm:t>
    </dgm:pt>
    <dgm:pt modelId="{541DED35-EA1D-4B2B-8573-F418430E3EF8}" type="parTrans" cxnId="{4CA9C32A-C8CD-40F1-AFCB-D726CB5C7F3F}">
      <dgm:prSet/>
      <dgm:spPr/>
      <dgm:t>
        <a:bodyPr/>
        <a:lstStyle/>
        <a:p>
          <a:endParaRPr lang="en-US"/>
        </a:p>
      </dgm:t>
    </dgm:pt>
    <dgm:pt modelId="{8EA0B31F-0422-4926-B862-5636855C8DF2}" type="sibTrans" cxnId="{4CA9C32A-C8CD-40F1-AFCB-D726CB5C7F3F}">
      <dgm:prSet/>
      <dgm:spPr/>
      <dgm:t>
        <a:bodyPr/>
        <a:lstStyle/>
        <a:p>
          <a:endParaRPr lang="en-US"/>
        </a:p>
      </dgm:t>
    </dgm:pt>
    <dgm:pt modelId="{620DD3EC-BDCD-468B-B566-7FE2B848507E}">
      <dgm:prSet phldrT="[Text]" custT="1"/>
      <dgm:spPr/>
      <dgm:t>
        <a:bodyPr/>
        <a:lstStyle/>
        <a:p>
          <a:r>
            <a:rPr lang="en-US" sz="1200" dirty="0" smtClean="0"/>
            <a:t>Review the </a:t>
          </a:r>
          <a:r>
            <a:rPr lang="en-US" sz="1200" dirty="0" err="1" smtClean="0"/>
            <a:t>reqs</a:t>
          </a:r>
          <a:r>
            <a:rPr lang="en-US" sz="1200" dirty="0" smtClean="0"/>
            <a:t>.</a:t>
          </a:r>
          <a:endParaRPr lang="en-US" sz="1200" dirty="0"/>
        </a:p>
      </dgm:t>
    </dgm:pt>
    <dgm:pt modelId="{F0764DAA-254D-4C3C-9708-669D5BF5A337}" type="parTrans" cxnId="{55322DC1-D5BB-4947-91D3-C49D83A86839}">
      <dgm:prSet/>
      <dgm:spPr/>
      <dgm:t>
        <a:bodyPr/>
        <a:lstStyle/>
        <a:p>
          <a:endParaRPr lang="en-US"/>
        </a:p>
      </dgm:t>
    </dgm:pt>
    <dgm:pt modelId="{61B96E30-C56F-4FDE-AA00-908E8835534F}" type="sibTrans" cxnId="{55322DC1-D5BB-4947-91D3-C49D83A86839}">
      <dgm:prSet/>
      <dgm:spPr/>
      <dgm:t>
        <a:bodyPr/>
        <a:lstStyle/>
        <a:p>
          <a:endParaRPr lang="en-US"/>
        </a:p>
      </dgm:t>
    </dgm:pt>
    <dgm:pt modelId="{9286A5EC-F2A9-487D-8BF1-B96EEEFD636B}">
      <dgm:prSet phldrT="[Text]" custT="1"/>
      <dgm:spPr/>
      <dgm:t>
        <a:bodyPr/>
        <a:lstStyle/>
        <a:p>
          <a:r>
            <a:rPr lang="en-US" sz="1200" dirty="0" smtClean="0"/>
            <a:t>Why validate the </a:t>
          </a:r>
          <a:r>
            <a:rPr lang="en-US" sz="1200" dirty="0" err="1" smtClean="0"/>
            <a:t>reqs</a:t>
          </a:r>
          <a:r>
            <a:rPr lang="en-US" sz="1200" dirty="0" smtClean="0"/>
            <a:t>.</a:t>
          </a:r>
          <a:endParaRPr lang="en-US" sz="1200" dirty="0"/>
        </a:p>
      </dgm:t>
    </dgm:pt>
    <dgm:pt modelId="{D6357A36-116B-440B-A9E1-8EDB3A4D1B88}" type="sibTrans" cxnId="{3371D227-869E-4636-B9B0-BA373BCE5AD6}">
      <dgm:prSet/>
      <dgm:spPr/>
      <dgm:t>
        <a:bodyPr/>
        <a:lstStyle/>
        <a:p>
          <a:endParaRPr lang="en-US"/>
        </a:p>
      </dgm:t>
    </dgm:pt>
    <dgm:pt modelId="{8CE2CE9A-EBD7-445E-BD99-21666869C1D4}" type="parTrans" cxnId="{3371D227-869E-4636-B9B0-BA373BCE5AD6}">
      <dgm:prSet/>
      <dgm:spPr/>
      <dgm:t>
        <a:bodyPr/>
        <a:lstStyle/>
        <a:p>
          <a:endParaRPr lang="en-US"/>
        </a:p>
      </dgm:t>
    </dgm:pt>
    <dgm:pt modelId="{552219B0-29E3-4A6C-90E3-BE0B83069EBC}">
      <dgm:prSet phldrT="[Text]" custT="1"/>
      <dgm:spPr/>
      <dgm:t>
        <a:bodyPr/>
        <a:lstStyle/>
        <a:p>
          <a:r>
            <a:rPr lang="en-US" sz="1200" dirty="0" smtClean="0"/>
            <a:t>Informal reviews</a:t>
          </a:r>
          <a:endParaRPr lang="en-US" sz="1200" dirty="0"/>
        </a:p>
      </dgm:t>
    </dgm:pt>
    <dgm:pt modelId="{D723B879-676C-4614-8859-D09DEFF2A3B3}" type="parTrans" cxnId="{81ECBBE0-B641-4AE9-A53F-16A71BDFB9C1}">
      <dgm:prSet/>
      <dgm:spPr/>
      <dgm:t>
        <a:bodyPr/>
        <a:lstStyle/>
        <a:p>
          <a:endParaRPr lang="en-US"/>
        </a:p>
      </dgm:t>
    </dgm:pt>
    <dgm:pt modelId="{3AAC379C-C229-429B-B8C5-9157680B919C}" type="sibTrans" cxnId="{81ECBBE0-B641-4AE9-A53F-16A71BDFB9C1}">
      <dgm:prSet/>
      <dgm:spPr/>
      <dgm:t>
        <a:bodyPr/>
        <a:lstStyle/>
        <a:p>
          <a:endParaRPr lang="en-US"/>
        </a:p>
      </dgm:t>
    </dgm:pt>
    <dgm:pt modelId="{1F903EBE-540A-403B-AE13-6A09126352BD}">
      <dgm:prSet phldrT="[Text]" custT="1"/>
      <dgm:spPr/>
      <dgm:t>
        <a:bodyPr/>
        <a:lstStyle/>
        <a:p>
          <a:r>
            <a:rPr lang="en-US" sz="1200" dirty="0" smtClean="0"/>
            <a:t>Formal reviews</a:t>
          </a:r>
          <a:endParaRPr lang="en-US" sz="1200" dirty="0"/>
        </a:p>
      </dgm:t>
    </dgm:pt>
    <dgm:pt modelId="{248E9311-DF61-4B0E-BD57-16AE2D707A60}" type="parTrans" cxnId="{3AA2732E-E1F3-4BD5-9990-5D30D82B08ED}">
      <dgm:prSet/>
      <dgm:spPr/>
      <dgm:t>
        <a:bodyPr/>
        <a:lstStyle/>
        <a:p>
          <a:endParaRPr lang="en-US"/>
        </a:p>
      </dgm:t>
    </dgm:pt>
    <dgm:pt modelId="{BB52F0E9-3899-452E-BFB9-D8344A4C6147}" type="sibTrans" cxnId="{3AA2732E-E1F3-4BD5-9990-5D30D82B08ED}">
      <dgm:prSet/>
      <dgm:spPr/>
      <dgm:t>
        <a:bodyPr/>
        <a:lstStyle/>
        <a:p>
          <a:endParaRPr lang="en-US"/>
        </a:p>
      </dgm:t>
    </dgm:pt>
    <dgm:pt modelId="{1CD9272D-1AC8-4166-B759-BD2460765B07}">
      <dgm:prSet phldrT="[Text]" custT="1"/>
      <dgm:spPr/>
      <dgm:t>
        <a:bodyPr/>
        <a:lstStyle/>
        <a:p>
          <a:r>
            <a:rPr lang="en-US" sz="1200" dirty="0" smtClean="0"/>
            <a:t>Testing </a:t>
          </a:r>
          <a:r>
            <a:rPr lang="en-US" sz="1200" dirty="0" err="1" smtClean="0"/>
            <a:t>reqs</a:t>
          </a:r>
          <a:r>
            <a:rPr lang="en-US" sz="1200" dirty="0" smtClean="0"/>
            <a:t>.</a:t>
          </a:r>
          <a:endParaRPr lang="en-US" sz="1200" dirty="0"/>
        </a:p>
      </dgm:t>
    </dgm:pt>
    <dgm:pt modelId="{4A0D96F5-06D9-485F-AEB5-2B27D37DA6F8}" type="parTrans" cxnId="{72609910-D3BA-48BD-A7DA-80D91E1FA6B6}">
      <dgm:prSet/>
      <dgm:spPr/>
      <dgm:t>
        <a:bodyPr/>
        <a:lstStyle/>
        <a:p>
          <a:endParaRPr lang="en-US"/>
        </a:p>
      </dgm:t>
    </dgm:pt>
    <dgm:pt modelId="{8DC6733E-1600-4C4F-9D0D-BA8273CB5ECB}" type="sibTrans" cxnId="{72609910-D3BA-48BD-A7DA-80D91E1FA6B6}">
      <dgm:prSet/>
      <dgm:spPr/>
      <dgm:t>
        <a:bodyPr/>
        <a:lstStyle/>
        <a:p>
          <a:endParaRPr lang="en-US"/>
        </a:p>
      </dgm:t>
    </dgm:pt>
    <dgm:pt modelId="{C3C8ED6E-CB8F-46FC-86FF-49A525C7A6EC}">
      <dgm:prSet phldrT="[Text]" custT="1"/>
      <dgm:spPr/>
      <dgm:t>
        <a:bodyPr/>
        <a:lstStyle/>
        <a:p>
          <a:r>
            <a:rPr lang="en-US" sz="1200" dirty="0" smtClean="0"/>
            <a:t>Validating with…</a:t>
          </a:r>
          <a:endParaRPr lang="en-US" sz="1200" dirty="0"/>
        </a:p>
      </dgm:t>
    </dgm:pt>
    <dgm:pt modelId="{662137B2-EBFF-4B77-8453-809C32C53449}" type="parTrans" cxnId="{5384FE3E-E24B-492E-BA3C-4238DC0F5262}">
      <dgm:prSet/>
      <dgm:spPr/>
      <dgm:t>
        <a:bodyPr/>
        <a:lstStyle/>
        <a:p>
          <a:endParaRPr lang="en-US"/>
        </a:p>
      </dgm:t>
    </dgm:pt>
    <dgm:pt modelId="{C6E8CE1A-E4DC-479C-A139-38A9011B2C9F}" type="sibTrans" cxnId="{5384FE3E-E24B-492E-BA3C-4238DC0F5262}">
      <dgm:prSet/>
      <dgm:spPr/>
      <dgm:t>
        <a:bodyPr/>
        <a:lstStyle/>
        <a:p>
          <a:endParaRPr lang="en-US"/>
        </a:p>
      </dgm:t>
    </dgm:pt>
    <dgm:pt modelId="{F142DEDA-3202-4A6E-A872-744A36211997}">
      <dgm:prSet phldrT="[Text]" custT="1"/>
      <dgm:spPr/>
      <dgm:t>
        <a:bodyPr/>
        <a:lstStyle/>
        <a:p>
          <a:r>
            <a:rPr lang="en-US" sz="1200" dirty="0" smtClean="0"/>
            <a:t>Verification</a:t>
          </a:r>
          <a:endParaRPr lang="en-US" sz="1200" dirty="0"/>
        </a:p>
      </dgm:t>
    </dgm:pt>
    <dgm:pt modelId="{588037F0-0B1A-4D72-81EB-CAFA026AEFB7}" type="parTrans" cxnId="{EEDD1D35-51A4-4EFC-BEC5-0B8F238E57D2}">
      <dgm:prSet/>
      <dgm:spPr/>
      <dgm:t>
        <a:bodyPr/>
        <a:lstStyle/>
        <a:p>
          <a:endParaRPr lang="en-US"/>
        </a:p>
      </dgm:t>
    </dgm:pt>
    <dgm:pt modelId="{90D5C085-E7FD-409C-B728-A036C61691D1}" type="sibTrans" cxnId="{EEDD1D35-51A4-4EFC-BEC5-0B8F238E57D2}">
      <dgm:prSet/>
      <dgm:spPr/>
      <dgm:t>
        <a:bodyPr/>
        <a:lstStyle/>
        <a:p>
          <a:endParaRPr lang="en-US"/>
        </a:p>
      </dgm:t>
    </dgm:pt>
    <dgm:pt modelId="{1947618A-5736-4E7D-A7B1-0535566E666C}">
      <dgm:prSet phldrT="[Text]" custT="1"/>
      <dgm:spPr/>
      <dgm:t>
        <a:bodyPr/>
        <a:lstStyle/>
        <a:p>
          <a:r>
            <a:rPr lang="en-US" sz="1200" dirty="0" smtClean="0"/>
            <a:t>Validation</a:t>
          </a:r>
          <a:endParaRPr lang="en-US" sz="1200" dirty="0"/>
        </a:p>
      </dgm:t>
    </dgm:pt>
    <dgm:pt modelId="{3C73C88C-ADAC-4E8D-8259-4FBC3819D296}" type="parTrans" cxnId="{48FB7E41-4DCE-49A7-8A59-30799E27CFF1}">
      <dgm:prSet/>
      <dgm:spPr/>
      <dgm:t>
        <a:bodyPr/>
        <a:lstStyle/>
        <a:p>
          <a:endParaRPr lang="en-US"/>
        </a:p>
      </dgm:t>
    </dgm:pt>
    <dgm:pt modelId="{4AA8505F-D096-4A68-B858-481E0AB908C1}" type="sibTrans" cxnId="{48FB7E41-4DCE-49A7-8A59-30799E27CFF1}">
      <dgm:prSet/>
      <dgm:spPr/>
      <dgm:t>
        <a:bodyPr/>
        <a:lstStyle/>
        <a:p>
          <a:endParaRPr lang="en-US"/>
        </a:p>
      </dgm:t>
    </dgm:pt>
    <dgm:pt modelId="{97FE4DBF-FC68-4DB5-91B7-27D9016F5F91}">
      <dgm:prSet phldrT="[Text]" custT="1"/>
      <dgm:spPr/>
      <dgm:t>
        <a:bodyPr/>
        <a:lstStyle/>
        <a:p>
          <a:r>
            <a:rPr lang="en-US" sz="1200" smtClean="0"/>
            <a:t>A peer </a:t>
          </a:r>
          <a:r>
            <a:rPr lang="en-US" sz="1200" i="1" smtClean="0">
              <a:solidFill>
                <a:srgbClr val="003399"/>
              </a:solidFill>
            </a:rPr>
            <a:t>deskcheck</a:t>
          </a:r>
          <a:endParaRPr lang="en-US" sz="1200" dirty="0"/>
        </a:p>
      </dgm:t>
    </dgm:pt>
    <dgm:pt modelId="{8CCBAD41-D76E-408B-A4FD-96D8CA42088E}" type="parTrans" cxnId="{FEA1DDA7-8119-4C61-B3BB-5345BF895EBA}">
      <dgm:prSet/>
      <dgm:spPr/>
      <dgm:t>
        <a:bodyPr/>
        <a:lstStyle/>
        <a:p>
          <a:endParaRPr lang="en-US"/>
        </a:p>
      </dgm:t>
    </dgm:pt>
    <dgm:pt modelId="{C675E828-0934-43C2-89FF-C40948F5E635}" type="sibTrans" cxnId="{FEA1DDA7-8119-4C61-B3BB-5345BF895EBA}">
      <dgm:prSet/>
      <dgm:spPr/>
      <dgm:t>
        <a:bodyPr/>
        <a:lstStyle/>
        <a:p>
          <a:endParaRPr lang="en-US"/>
        </a:p>
      </dgm:t>
    </dgm:pt>
    <dgm:pt modelId="{F9B7D8C5-A42F-486B-A7BB-F758A295C5FB}">
      <dgm:prSet phldrT="[Text]" custT="1"/>
      <dgm:spPr/>
      <dgm:t>
        <a:bodyPr/>
        <a:lstStyle/>
        <a:p>
          <a:r>
            <a:rPr lang="en-US" sz="1200" smtClean="0"/>
            <a:t>A </a:t>
          </a:r>
          <a:r>
            <a:rPr lang="en-US" sz="1200" i="1" smtClean="0">
              <a:solidFill>
                <a:srgbClr val="003399"/>
              </a:solidFill>
            </a:rPr>
            <a:t>passaround</a:t>
          </a:r>
          <a:endParaRPr lang="en-US" sz="1200" dirty="0"/>
        </a:p>
      </dgm:t>
    </dgm:pt>
    <dgm:pt modelId="{2926F571-2AA8-4107-A880-BB9A13942C4E}" type="parTrans" cxnId="{29F8BEBE-F504-4672-859D-7A6EC1DD0072}">
      <dgm:prSet/>
      <dgm:spPr/>
      <dgm:t>
        <a:bodyPr/>
        <a:lstStyle/>
        <a:p>
          <a:endParaRPr lang="en-US"/>
        </a:p>
      </dgm:t>
    </dgm:pt>
    <dgm:pt modelId="{7711B471-CED3-4980-AB2A-97241544139D}" type="sibTrans" cxnId="{29F8BEBE-F504-4672-859D-7A6EC1DD0072}">
      <dgm:prSet/>
      <dgm:spPr/>
      <dgm:t>
        <a:bodyPr/>
        <a:lstStyle/>
        <a:p>
          <a:endParaRPr lang="en-US"/>
        </a:p>
      </dgm:t>
    </dgm:pt>
    <dgm:pt modelId="{8690EDF4-A482-43EC-BC9F-9F008C2777C9}">
      <dgm:prSet phldrT="[Text]" custT="1"/>
      <dgm:spPr/>
      <dgm:t>
        <a:bodyPr/>
        <a:lstStyle/>
        <a:p>
          <a:r>
            <a:rPr lang="en-US" sz="1200" smtClean="0"/>
            <a:t>A </a:t>
          </a:r>
          <a:r>
            <a:rPr lang="en-US" sz="1200" i="1" smtClean="0">
              <a:solidFill>
                <a:srgbClr val="003399"/>
              </a:solidFill>
            </a:rPr>
            <a:t>walkthrough</a:t>
          </a:r>
          <a:endParaRPr lang="en-US" sz="1200" dirty="0"/>
        </a:p>
      </dgm:t>
    </dgm:pt>
    <dgm:pt modelId="{8AF0438F-F951-4AAA-94A0-76D5065E57E6}" type="parTrans" cxnId="{0EEEFCE7-1869-4D28-A41C-9A729ADA95BD}">
      <dgm:prSet/>
      <dgm:spPr/>
      <dgm:t>
        <a:bodyPr/>
        <a:lstStyle/>
        <a:p>
          <a:endParaRPr lang="en-US"/>
        </a:p>
      </dgm:t>
    </dgm:pt>
    <dgm:pt modelId="{93E0B326-3674-4CD8-95D7-D201A9A11254}" type="sibTrans" cxnId="{0EEEFCE7-1869-4D28-A41C-9A729ADA95BD}">
      <dgm:prSet/>
      <dgm:spPr/>
      <dgm:t>
        <a:bodyPr/>
        <a:lstStyle/>
        <a:p>
          <a:endParaRPr lang="en-US"/>
        </a:p>
      </dgm:t>
    </dgm:pt>
    <dgm:pt modelId="{F5201283-93EF-447F-A309-F472B07093A2}">
      <dgm:prSet phldrT="[Text]" custT="1"/>
      <dgm:spPr/>
      <dgm:t>
        <a:bodyPr/>
        <a:lstStyle/>
        <a:p>
          <a:r>
            <a:rPr lang="en-US" sz="1200" smtClean="0"/>
            <a:t>The inspection process</a:t>
          </a:r>
          <a:endParaRPr lang="en-US" sz="1200" dirty="0"/>
        </a:p>
      </dgm:t>
    </dgm:pt>
    <dgm:pt modelId="{6FF31BEE-1ADC-4286-A423-A6B05E791C1E}" type="parTrans" cxnId="{D5DED77E-36FB-4C78-803A-152F67821B46}">
      <dgm:prSet/>
      <dgm:spPr/>
      <dgm:t>
        <a:bodyPr/>
        <a:lstStyle/>
        <a:p>
          <a:endParaRPr lang="en-US"/>
        </a:p>
      </dgm:t>
    </dgm:pt>
    <dgm:pt modelId="{E00E07D9-E0E0-4290-A222-1755EA4D3C07}" type="sibTrans" cxnId="{D5DED77E-36FB-4C78-803A-152F67821B46}">
      <dgm:prSet/>
      <dgm:spPr/>
      <dgm:t>
        <a:bodyPr/>
        <a:lstStyle/>
        <a:p>
          <a:endParaRPr lang="en-US"/>
        </a:p>
      </dgm:t>
    </dgm:pt>
    <dgm:pt modelId="{A3E3B24C-57FC-44B5-9561-A765DD321DAF}">
      <dgm:prSet phldrT="[Text]" custT="1"/>
      <dgm:spPr/>
      <dgm:t>
        <a:bodyPr/>
        <a:lstStyle/>
        <a:p>
          <a:r>
            <a:rPr lang="en-US" sz="1200" smtClean="0"/>
            <a:t>Defect checklist </a:t>
          </a:r>
          <a:endParaRPr lang="en-US" sz="1200" dirty="0"/>
        </a:p>
      </dgm:t>
    </dgm:pt>
    <dgm:pt modelId="{5B3B0C40-0D58-4E88-955A-2CB9AC568B03}" type="parTrans" cxnId="{6A59BC43-6FD0-463A-9B6A-96E89CA9E8E7}">
      <dgm:prSet/>
      <dgm:spPr/>
      <dgm:t>
        <a:bodyPr/>
        <a:lstStyle/>
        <a:p>
          <a:endParaRPr lang="en-US"/>
        </a:p>
      </dgm:t>
    </dgm:pt>
    <dgm:pt modelId="{F746623A-CAB4-45D5-84E3-9687B39E051C}" type="sibTrans" cxnId="{6A59BC43-6FD0-463A-9B6A-96E89CA9E8E7}">
      <dgm:prSet/>
      <dgm:spPr/>
      <dgm:t>
        <a:bodyPr/>
        <a:lstStyle/>
        <a:p>
          <a:endParaRPr lang="en-US"/>
        </a:p>
      </dgm:t>
    </dgm:pt>
    <dgm:pt modelId="{F0DD7DD5-42DA-40A9-AF5E-4838A5773A93}">
      <dgm:prSet phldrT="[Text]" custT="1"/>
      <dgm:spPr/>
      <dgm:t>
        <a:bodyPr/>
        <a:lstStyle/>
        <a:p>
          <a:r>
            <a:rPr lang="en-US" sz="1200" dirty="0" err="1" smtClean="0"/>
            <a:t>Reqs</a:t>
          </a:r>
          <a:r>
            <a:rPr lang="en-US" sz="1200" dirty="0" smtClean="0"/>
            <a:t>. review tips</a:t>
          </a:r>
          <a:endParaRPr lang="en-US" sz="1200" dirty="0"/>
        </a:p>
      </dgm:t>
    </dgm:pt>
    <dgm:pt modelId="{37517457-F3D4-469D-AD54-FB3B857B71B2}" type="parTrans" cxnId="{D6EBA357-6673-4F1C-9EB6-1CAD6DD9D1AC}">
      <dgm:prSet/>
      <dgm:spPr/>
      <dgm:t>
        <a:bodyPr/>
        <a:lstStyle/>
        <a:p>
          <a:endParaRPr lang="en-US"/>
        </a:p>
      </dgm:t>
    </dgm:pt>
    <dgm:pt modelId="{27024BD4-76F8-41DC-AE01-BAEAAEED1A9D}" type="sibTrans" cxnId="{D6EBA357-6673-4F1C-9EB6-1CAD6DD9D1AC}">
      <dgm:prSet/>
      <dgm:spPr/>
      <dgm:t>
        <a:bodyPr/>
        <a:lstStyle/>
        <a:p>
          <a:endParaRPr lang="en-US"/>
        </a:p>
      </dgm:t>
    </dgm:pt>
    <dgm:pt modelId="{9D8F6F43-9C1B-468E-BA83-8DC93DCEAF59}">
      <dgm:prSet phldrT="[Text]" custT="1"/>
      <dgm:spPr/>
      <dgm:t>
        <a:bodyPr/>
        <a:lstStyle/>
        <a:p>
          <a:r>
            <a:rPr lang="en-US" sz="1200" dirty="0" err="1" smtClean="0"/>
            <a:t>Reqs</a:t>
          </a:r>
          <a:r>
            <a:rPr lang="en-US" sz="1200" dirty="0" smtClean="0"/>
            <a:t>. review challenges </a:t>
          </a:r>
          <a:endParaRPr lang="en-US" sz="1200" dirty="0"/>
        </a:p>
      </dgm:t>
    </dgm:pt>
    <dgm:pt modelId="{D5CE11FC-CD51-4655-B37B-E3E123CAE67A}" type="parTrans" cxnId="{5956B940-0A7C-4E44-A943-4E93E211B6CC}">
      <dgm:prSet/>
      <dgm:spPr/>
      <dgm:t>
        <a:bodyPr/>
        <a:lstStyle/>
        <a:p>
          <a:endParaRPr lang="en-US"/>
        </a:p>
      </dgm:t>
    </dgm:pt>
    <dgm:pt modelId="{1B22F658-4986-4554-AFC5-BBF2559E9716}" type="sibTrans" cxnId="{5956B940-0A7C-4E44-A943-4E93E211B6CC}">
      <dgm:prSet/>
      <dgm:spPr/>
      <dgm:t>
        <a:bodyPr/>
        <a:lstStyle/>
        <a:p>
          <a:endParaRPr lang="en-US"/>
        </a:p>
      </dgm:t>
    </dgm:pt>
    <dgm:pt modelId="{AEC44668-A4C2-4E1B-B39E-CB2888B9DE8D}">
      <dgm:prSet phldrT="[Text]" custT="1"/>
      <dgm:spPr/>
      <dgm:t>
        <a:bodyPr/>
        <a:lstStyle/>
        <a:p>
          <a:r>
            <a:rPr lang="en-US" sz="1200" dirty="0" smtClean="0"/>
            <a:t>Acceptance criteria</a:t>
          </a:r>
          <a:endParaRPr lang="en-US" sz="1200" dirty="0"/>
        </a:p>
      </dgm:t>
    </dgm:pt>
    <dgm:pt modelId="{FD58BE62-9C5A-475A-8FC1-794FCC27A5B8}" type="parTrans" cxnId="{F0E261ED-88BB-4FDF-A410-3711D4F68B41}">
      <dgm:prSet/>
      <dgm:spPr/>
      <dgm:t>
        <a:bodyPr/>
        <a:lstStyle/>
        <a:p>
          <a:endParaRPr lang="en-US"/>
        </a:p>
      </dgm:t>
    </dgm:pt>
    <dgm:pt modelId="{A87416F6-CAF3-4F24-8E79-E769B7818015}" type="sibTrans" cxnId="{F0E261ED-88BB-4FDF-A410-3711D4F68B41}">
      <dgm:prSet/>
      <dgm:spPr/>
      <dgm:t>
        <a:bodyPr/>
        <a:lstStyle/>
        <a:p>
          <a:endParaRPr lang="en-US"/>
        </a:p>
      </dgm:t>
    </dgm:pt>
    <dgm:pt modelId="{903DEEC2-0071-402D-A3B3-A8D809E329E0}">
      <dgm:prSet phldrT="[Text]" custT="1"/>
      <dgm:spPr/>
      <dgm:t>
        <a:bodyPr/>
        <a:lstStyle/>
        <a:p>
          <a:r>
            <a:rPr lang="en-US" sz="1200" dirty="0" smtClean="0"/>
            <a:t>Acceptance tests</a:t>
          </a:r>
          <a:endParaRPr lang="en-US" sz="1200" dirty="0"/>
        </a:p>
      </dgm:t>
    </dgm:pt>
    <dgm:pt modelId="{0CDA9BAC-3CB7-44F9-AB9A-DF858A4CAA7C}" type="parTrans" cxnId="{BA3786D3-DC03-472F-8A37-6BE3F05B095A}">
      <dgm:prSet/>
      <dgm:spPr/>
      <dgm:t>
        <a:bodyPr/>
        <a:lstStyle/>
        <a:p>
          <a:endParaRPr lang="en-US"/>
        </a:p>
      </dgm:t>
    </dgm:pt>
    <dgm:pt modelId="{872DF1BF-6D35-4E94-AE7D-FFA4B7F570BF}" type="sibTrans" cxnId="{BA3786D3-DC03-472F-8A37-6BE3F05B095A}">
      <dgm:prSet/>
      <dgm:spPr/>
      <dgm:t>
        <a:bodyPr/>
        <a:lstStyle/>
        <a:p>
          <a:endParaRPr lang="en-US"/>
        </a:p>
      </dgm:t>
    </dgm:pt>
    <dgm:pt modelId="{11077618-9302-474C-8482-1BBB83E3AEF1}" type="pres">
      <dgm:prSet presAssocID="{1A65A4D7-7720-45CB-8279-86EBD3407E9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8ED7B2E-63E5-438D-91CD-EFA6DE9BBF61}" type="pres">
      <dgm:prSet presAssocID="{9E6404DC-1053-49D6-95EE-599A97C88DD3}" presName="hierRoot1" presStyleCnt="0">
        <dgm:presLayoutVars>
          <dgm:hierBranch val="init"/>
        </dgm:presLayoutVars>
      </dgm:prSet>
      <dgm:spPr/>
    </dgm:pt>
    <dgm:pt modelId="{ADCB6C6D-2F95-4AD5-B3EB-BEA9A3239732}" type="pres">
      <dgm:prSet presAssocID="{9E6404DC-1053-49D6-95EE-599A97C88DD3}" presName="rootComposite1" presStyleCnt="0"/>
      <dgm:spPr/>
    </dgm:pt>
    <dgm:pt modelId="{0F3C8968-31FF-46A5-BCB3-A2E771257413}" type="pres">
      <dgm:prSet presAssocID="{9E6404DC-1053-49D6-95EE-599A97C88DD3}" presName="rootText1" presStyleLbl="node0" presStyleIdx="0" presStyleCnt="1" custScaleX="379549" custScaleY="153424" custLinFactNeighborX="-4584" custLinFactNeighborY="-3850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8C73746-D1E9-45A4-A4B2-4DB251C0CC5A}" type="pres">
      <dgm:prSet presAssocID="{9E6404DC-1053-49D6-95EE-599A97C88DD3}" presName="rootConnector1" presStyleLbl="node1" presStyleIdx="0" presStyleCnt="0"/>
      <dgm:spPr/>
      <dgm:t>
        <a:bodyPr/>
        <a:lstStyle/>
        <a:p>
          <a:endParaRPr lang="en-US"/>
        </a:p>
      </dgm:t>
    </dgm:pt>
    <dgm:pt modelId="{AD53A4B1-01E7-41E8-9724-31F3910545A4}" type="pres">
      <dgm:prSet presAssocID="{9E6404DC-1053-49D6-95EE-599A97C88DD3}" presName="hierChild2" presStyleCnt="0"/>
      <dgm:spPr/>
    </dgm:pt>
    <dgm:pt modelId="{7B4371B5-9FE0-4A41-B872-D27DD755166A}" type="pres">
      <dgm:prSet presAssocID="{8CE2CE9A-EBD7-445E-BD99-21666869C1D4}" presName="Name37" presStyleLbl="parChTrans1D2" presStyleIdx="0" presStyleCnt="4"/>
      <dgm:spPr/>
      <dgm:t>
        <a:bodyPr/>
        <a:lstStyle/>
        <a:p>
          <a:endParaRPr lang="en-US"/>
        </a:p>
      </dgm:t>
    </dgm:pt>
    <dgm:pt modelId="{ED726A71-3CEE-43E5-B36E-E99BBF451E5B}" type="pres">
      <dgm:prSet presAssocID="{9286A5EC-F2A9-487D-8BF1-B96EEEFD636B}" presName="hierRoot2" presStyleCnt="0">
        <dgm:presLayoutVars>
          <dgm:hierBranch val="init"/>
        </dgm:presLayoutVars>
      </dgm:prSet>
      <dgm:spPr/>
    </dgm:pt>
    <dgm:pt modelId="{82B2FC70-3C15-48D4-B101-71C09EFE19F9}" type="pres">
      <dgm:prSet presAssocID="{9286A5EC-F2A9-487D-8BF1-B96EEEFD636B}" presName="rootComposite" presStyleCnt="0"/>
      <dgm:spPr/>
    </dgm:pt>
    <dgm:pt modelId="{C9422C4E-2B02-4D33-A16B-EF7B187ECAB7}" type="pres">
      <dgm:prSet presAssocID="{9286A5EC-F2A9-487D-8BF1-B96EEEFD636B}" presName="rootText" presStyleLbl="node2" presStyleIdx="0" presStyleCnt="4" custScaleX="166646" custScaleY="107464" custLinFactNeighborX="4006" custLinFactNeighborY="108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10B8E6A-AEE1-4C2B-8634-C515AEDBA0E5}" type="pres">
      <dgm:prSet presAssocID="{9286A5EC-F2A9-487D-8BF1-B96EEEFD636B}" presName="rootConnector" presStyleLbl="node2" presStyleIdx="0" presStyleCnt="4"/>
      <dgm:spPr/>
      <dgm:t>
        <a:bodyPr/>
        <a:lstStyle/>
        <a:p>
          <a:endParaRPr lang="en-US"/>
        </a:p>
      </dgm:t>
    </dgm:pt>
    <dgm:pt modelId="{C9264EDA-91B6-4FAE-AFE6-AFC29BE66386}" type="pres">
      <dgm:prSet presAssocID="{9286A5EC-F2A9-487D-8BF1-B96EEEFD636B}" presName="hierChild4" presStyleCnt="0"/>
      <dgm:spPr/>
    </dgm:pt>
    <dgm:pt modelId="{06A5B176-3147-4D45-9EF8-CF91B612166F}" type="pres">
      <dgm:prSet presAssocID="{588037F0-0B1A-4D72-81EB-CAFA026AEFB7}" presName="Name37" presStyleLbl="parChTrans1D3" presStyleIdx="0" presStyleCnt="6"/>
      <dgm:spPr/>
      <dgm:t>
        <a:bodyPr/>
        <a:lstStyle/>
        <a:p>
          <a:endParaRPr lang="en-US"/>
        </a:p>
      </dgm:t>
    </dgm:pt>
    <dgm:pt modelId="{A1823CA7-FCBA-4115-A337-66BE02B03547}" type="pres">
      <dgm:prSet presAssocID="{F142DEDA-3202-4A6E-A872-744A36211997}" presName="hierRoot2" presStyleCnt="0">
        <dgm:presLayoutVars>
          <dgm:hierBranch val="init"/>
        </dgm:presLayoutVars>
      </dgm:prSet>
      <dgm:spPr/>
    </dgm:pt>
    <dgm:pt modelId="{80E2B167-EDC3-4945-9077-5283EEF70EE4}" type="pres">
      <dgm:prSet presAssocID="{F142DEDA-3202-4A6E-A872-744A36211997}" presName="rootComposite" presStyleCnt="0"/>
      <dgm:spPr/>
    </dgm:pt>
    <dgm:pt modelId="{28A90088-1D74-4647-BC3B-F17F2E584608}" type="pres">
      <dgm:prSet presAssocID="{F142DEDA-3202-4A6E-A872-744A36211997}" presName="rootText" presStyleLbl="node3" presStyleIdx="0" presStyleCnt="6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62CADF8-24AE-4E16-B362-DFB8C42A8D00}" type="pres">
      <dgm:prSet presAssocID="{F142DEDA-3202-4A6E-A872-744A36211997}" presName="rootConnector" presStyleLbl="node3" presStyleIdx="0" presStyleCnt="6"/>
      <dgm:spPr/>
      <dgm:t>
        <a:bodyPr/>
        <a:lstStyle/>
        <a:p>
          <a:endParaRPr lang="en-US"/>
        </a:p>
      </dgm:t>
    </dgm:pt>
    <dgm:pt modelId="{D2D25354-BC15-441D-9C43-4E22F84DF7E3}" type="pres">
      <dgm:prSet presAssocID="{F142DEDA-3202-4A6E-A872-744A36211997}" presName="hierChild4" presStyleCnt="0"/>
      <dgm:spPr/>
    </dgm:pt>
    <dgm:pt modelId="{42C6C630-1192-4F5E-B919-40B53C299E86}" type="pres">
      <dgm:prSet presAssocID="{F142DEDA-3202-4A6E-A872-744A36211997}" presName="hierChild5" presStyleCnt="0"/>
      <dgm:spPr/>
    </dgm:pt>
    <dgm:pt modelId="{22A06763-7CD0-41E0-8047-44C9999C84AA}" type="pres">
      <dgm:prSet presAssocID="{3C73C88C-ADAC-4E8D-8259-4FBC3819D296}" presName="Name37" presStyleLbl="parChTrans1D3" presStyleIdx="1" presStyleCnt="6"/>
      <dgm:spPr/>
      <dgm:t>
        <a:bodyPr/>
        <a:lstStyle/>
        <a:p>
          <a:endParaRPr lang="en-US"/>
        </a:p>
      </dgm:t>
    </dgm:pt>
    <dgm:pt modelId="{EBCD387B-99F5-420E-AC68-BB5DDA55274F}" type="pres">
      <dgm:prSet presAssocID="{1947618A-5736-4E7D-A7B1-0535566E666C}" presName="hierRoot2" presStyleCnt="0">
        <dgm:presLayoutVars>
          <dgm:hierBranch val="init"/>
        </dgm:presLayoutVars>
      </dgm:prSet>
      <dgm:spPr/>
    </dgm:pt>
    <dgm:pt modelId="{1FCE71FC-8197-4D43-AEA9-42AE00FBE624}" type="pres">
      <dgm:prSet presAssocID="{1947618A-5736-4E7D-A7B1-0535566E666C}" presName="rootComposite" presStyleCnt="0"/>
      <dgm:spPr/>
    </dgm:pt>
    <dgm:pt modelId="{EF3A83E1-5846-4AE9-8B47-6582C37CA326}" type="pres">
      <dgm:prSet presAssocID="{1947618A-5736-4E7D-A7B1-0535566E666C}" presName="rootText" presStyleLbl="node3" presStyleIdx="1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FADC6AF-5D4B-418A-9301-DABA5E048E22}" type="pres">
      <dgm:prSet presAssocID="{1947618A-5736-4E7D-A7B1-0535566E666C}" presName="rootConnector" presStyleLbl="node3" presStyleIdx="1" presStyleCnt="6"/>
      <dgm:spPr/>
      <dgm:t>
        <a:bodyPr/>
        <a:lstStyle/>
        <a:p>
          <a:endParaRPr lang="en-US"/>
        </a:p>
      </dgm:t>
    </dgm:pt>
    <dgm:pt modelId="{AC56E703-D854-4DBA-8A21-3B81398E67CB}" type="pres">
      <dgm:prSet presAssocID="{1947618A-5736-4E7D-A7B1-0535566E666C}" presName="hierChild4" presStyleCnt="0"/>
      <dgm:spPr/>
    </dgm:pt>
    <dgm:pt modelId="{578E88AA-3D50-4523-B7AE-4BD9067055A6}" type="pres">
      <dgm:prSet presAssocID="{1947618A-5736-4E7D-A7B1-0535566E666C}" presName="hierChild5" presStyleCnt="0"/>
      <dgm:spPr/>
    </dgm:pt>
    <dgm:pt modelId="{C5C54053-3A12-46C3-BAAB-BDE4C3102748}" type="pres">
      <dgm:prSet presAssocID="{9286A5EC-F2A9-487D-8BF1-B96EEEFD636B}" presName="hierChild5" presStyleCnt="0"/>
      <dgm:spPr/>
    </dgm:pt>
    <dgm:pt modelId="{0146BAA9-2B9D-4F2A-B565-A2DCB6505964}" type="pres">
      <dgm:prSet presAssocID="{F0764DAA-254D-4C3C-9708-669D5BF5A337}" presName="Name37" presStyleLbl="parChTrans1D2" presStyleIdx="1" presStyleCnt="4"/>
      <dgm:spPr/>
      <dgm:t>
        <a:bodyPr/>
        <a:lstStyle/>
        <a:p>
          <a:endParaRPr lang="en-US"/>
        </a:p>
      </dgm:t>
    </dgm:pt>
    <dgm:pt modelId="{E84706B5-084F-4950-8554-35690A57F381}" type="pres">
      <dgm:prSet presAssocID="{620DD3EC-BDCD-468B-B566-7FE2B848507E}" presName="hierRoot2" presStyleCnt="0">
        <dgm:presLayoutVars>
          <dgm:hierBranch val="init"/>
        </dgm:presLayoutVars>
      </dgm:prSet>
      <dgm:spPr/>
    </dgm:pt>
    <dgm:pt modelId="{2A614826-E838-4B9F-9FD7-136F010E7C46}" type="pres">
      <dgm:prSet presAssocID="{620DD3EC-BDCD-468B-B566-7FE2B848507E}" presName="rootComposite" presStyleCnt="0"/>
      <dgm:spPr/>
    </dgm:pt>
    <dgm:pt modelId="{02B28F85-DE51-42FF-859E-1DD3A478F426}" type="pres">
      <dgm:prSet presAssocID="{620DD3EC-BDCD-468B-B566-7FE2B848507E}" presName="rootText" presStyleLbl="node2" presStyleIdx="1" presStyleCnt="4" custScaleX="166646" custScaleY="107464" custLinFactNeighborX="4006" custLinFactNeighborY="108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999F93D-C5E3-4B58-A38A-C971B5C1871B}" type="pres">
      <dgm:prSet presAssocID="{620DD3EC-BDCD-468B-B566-7FE2B848507E}" presName="rootConnector" presStyleLbl="node2" presStyleIdx="1" presStyleCnt="4"/>
      <dgm:spPr/>
      <dgm:t>
        <a:bodyPr/>
        <a:lstStyle/>
        <a:p>
          <a:endParaRPr lang="en-US"/>
        </a:p>
      </dgm:t>
    </dgm:pt>
    <dgm:pt modelId="{4C592C92-3156-443C-BB98-9204DFF01F72}" type="pres">
      <dgm:prSet presAssocID="{620DD3EC-BDCD-468B-B566-7FE2B848507E}" presName="hierChild4" presStyleCnt="0"/>
      <dgm:spPr/>
    </dgm:pt>
    <dgm:pt modelId="{8BF33A23-B9E7-4732-917C-5D66B726362F}" type="pres">
      <dgm:prSet presAssocID="{D723B879-676C-4614-8859-D09DEFF2A3B3}" presName="Name37" presStyleLbl="parChTrans1D3" presStyleIdx="2" presStyleCnt="6"/>
      <dgm:spPr/>
      <dgm:t>
        <a:bodyPr/>
        <a:lstStyle/>
        <a:p>
          <a:endParaRPr lang="en-US"/>
        </a:p>
      </dgm:t>
    </dgm:pt>
    <dgm:pt modelId="{20C774D7-4094-42B3-BC8F-AB5D0586E671}" type="pres">
      <dgm:prSet presAssocID="{552219B0-29E3-4A6C-90E3-BE0B83069EBC}" presName="hierRoot2" presStyleCnt="0">
        <dgm:presLayoutVars>
          <dgm:hierBranch val="init"/>
        </dgm:presLayoutVars>
      </dgm:prSet>
      <dgm:spPr/>
    </dgm:pt>
    <dgm:pt modelId="{B158E239-C176-4132-B1BA-6C1E7461F09C}" type="pres">
      <dgm:prSet presAssocID="{552219B0-29E3-4A6C-90E3-BE0B83069EBC}" presName="rootComposite" presStyleCnt="0"/>
      <dgm:spPr/>
    </dgm:pt>
    <dgm:pt modelId="{9449DAAE-E410-44C5-A07D-A0445C0B7E6B}" type="pres">
      <dgm:prSet presAssocID="{552219B0-29E3-4A6C-90E3-BE0B83069EBC}" presName="rootText" presStyleLbl="node3" presStyleIdx="2" presStyleCnt="6" custScaleX="144470" custScaleY="90830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4F89C81-6EDD-4313-B033-6AFE4A6B1597}" type="pres">
      <dgm:prSet presAssocID="{552219B0-29E3-4A6C-90E3-BE0B83069EBC}" presName="rootConnector" presStyleLbl="node3" presStyleIdx="2" presStyleCnt="6"/>
      <dgm:spPr/>
      <dgm:t>
        <a:bodyPr/>
        <a:lstStyle/>
        <a:p>
          <a:endParaRPr lang="en-US"/>
        </a:p>
      </dgm:t>
    </dgm:pt>
    <dgm:pt modelId="{131D6045-90D5-4A9B-AF7A-E47E958A6183}" type="pres">
      <dgm:prSet presAssocID="{552219B0-29E3-4A6C-90E3-BE0B83069EBC}" presName="hierChild4" presStyleCnt="0"/>
      <dgm:spPr/>
    </dgm:pt>
    <dgm:pt modelId="{A054D922-FDFA-4016-A8E9-3F9B47624963}" type="pres">
      <dgm:prSet presAssocID="{8CCBAD41-D76E-408B-A4FD-96D8CA42088E}" presName="Name37" presStyleLbl="parChTrans1D4" presStyleIdx="0" presStyleCnt="7"/>
      <dgm:spPr/>
      <dgm:t>
        <a:bodyPr/>
        <a:lstStyle/>
        <a:p>
          <a:endParaRPr lang="en-US"/>
        </a:p>
      </dgm:t>
    </dgm:pt>
    <dgm:pt modelId="{E72B2364-08A7-4AD4-9AF2-FB08E2A76FB2}" type="pres">
      <dgm:prSet presAssocID="{97FE4DBF-FC68-4DB5-91B7-27D9016F5F91}" presName="hierRoot2" presStyleCnt="0">
        <dgm:presLayoutVars>
          <dgm:hierBranch val="init"/>
        </dgm:presLayoutVars>
      </dgm:prSet>
      <dgm:spPr/>
    </dgm:pt>
    <dgm:pt modelId="{D84F1A8C-5488-499F-8203-82B75911DC30}" type="pres">
      <dgm:prSet presAssocID="{97FE4DBF-FC68-4DB5-91B7-27D9016F5F91}" presName="rootComposite" presStyleCnt="0"/>
      <dgm:spPr/>
    </dgm:pt>
    <dgm:pt modelId="{A38FEF16-A8FD-4584-9ACA-99F20FFA0806}" type="pres">
      <dgm:prSet presAssocID="{97FE4DBF-FC68-4DB5-91B7-27D9016F5F91}" presName="rootText" presStyleLbl="node4" presStyleIdx="0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17A3F18-F03B-4079-AE6D-526343F56E28}" type="pres">
      <dgm:prSet presAssocID="{97FE4DBF-FC68-4DB5-91B7-27D9016F5F91}" presName="rootConnector" presStyleLbl="node4" presStyleIdx="0" presStyleCnt="7"/>
      <dgm:spPr/>
      <dgm:t>
        <a:bodyPr/>
        <a:lstStyle/>
        <a:p>
          <a:endParaRPr lang="en-US"/>
        </a:p>
      </dgm:t>
    </dgm:pt>
    <dgm:pt modelId="{D0E76F07-A128-46B4-9322-D6E0958C1FEE}" type="pres">
      <dgm:prSet presAssocID="{97FE4DBF-FC68-4DB5-91B7-27D9016F5F91}" presName="hierChild4" presStyleCnt="0"/>
      <dgm:spPr/>
    </dgm:pt>
    <dgm:pt modelId="{E7B65BD2-D681-44AC-BD36-DE59EC9D419D}" type="pres">
      <dgm:prSet presAssocID="{97FE4DBF-FC68-4DB5-91B7-27D9016F5F91}" presName="hierChild5" presStyleCnt="0"/>
      <dgm:spPr/>
    </dgm:pt>
    <dgm:pt modelId="{335E3D6D-A135-422D-9CEF-04605C8BD476}" type="pres">
      <dgm:prSet presAssocID="{2926F571-2AA8-4107-A880-BB9A13942C4E}" presName="Name37" presStyleLbl="parChTrans1D4" presStyleIdx="1" presStyleCnt="7"/>
      <dgm:spPr/>
      <dgm:t>
        <a:bodyPr/>
        <a:lstStyle/>
        <a:p>
          <a:endParaRPr lang="en-US"/>
        </a:p>
      </dgm:t>
    </dgm:pt>
    <dgm:pt modelId="{9052294D-864D-453C-8E8D-A9EBBE02CECC}" type="pres">
      <dgm:prSet presAssocID="{F9B7D8C5-A42F-486B-A7BB-F758A295C5FB}" presName="hierRoot2" presStyleCnt="0">
        <dgm:presLayoutVars>
          <dgm:hierBranch val="init"/>
        </dgm:presLayoutVars>
      </dgm:prSet>
      <dgm:spPr/>
    </dgm:pt>
    <dgm:pt modelId="{F5C6269A-07E6-463F-BDD6-B26A2059E256}" type="pres">
      <dgm:prSet presAssocID="{F9B7D8C5-A42F-486B-A7BB-F758A295C5FB}" presName="rootComposite" presStyleCnt="0"/>
      <dgm:spPr/>
    </dgm:pt>
    <dgm:pt modelId="{68E6DF8D-BB33-4CD7-AD44-C084E5003464}" type="pres">
      <dgm:prSet presAssocID="{F9B7D8C5-A42F-486B-A7BB-F758A295C5FB}" presName="rootText" presStyleLbl="node4" presStyleIdx="1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F7F929-ACE8-4774-A20A-8E4A94F553C4}" type="pres">
      <dgm:prSet presAssocID="{F9B7D8C5-A42F-486B-A7BB-F758A295C5FB}" presName="rootConnector" presStyleLbl="node4" presStyleIdx="1" presStyleCnt="7"/>
      <dgm:spPr/>
      <dgm:t>
        <a:bodyPr/>
        <a:lstStyle/>
        <a:p>
          <a:endParaRPr lang="en-US"/>
        </a:p>
      </dgm:t>
    </dgm:pt>
    <dgm:pt modelId="{E5F1FE06-7DBD-43A0-A97A-B0B789DA3829}" type="pres">
      <dgm:prSet presAssocID="{F9B7D8C5-A42F-486B-A7BB-F758A295C5FB}" presName="hierChild4" presStyleCnt="0"/>
      <dgm:spPr/>
    </dgm:pt>
    <dgm:pt modelId="{A6D66AD8-710E-49C2-B0B7-A4AE6C80DB1D}" type="pres">
      <dgm:prSet presAssocID="{F9B7D8C5-A42F-486B-A7BB-F758A295C5FB}" presName="hierChild5" presStyleCnt="0"/>
      <dgm:spPr/>
    </dgm:pt>
    <dgm:pt modelId="{5C90F081-1725-4518-AFF5-00E9BD365D08}" type="pres">
      <dgm:prSet presAssocID="{8AF0438F-F951-4AAA-94A0-76D5065E57E6}" presName="Name37" presStyleLbl="parChTrans1D4" presStyleIdx="2" presStyleCnt="7"/>
      <dgm:spPr/>
      <dgm:t>
        <a:bodyPr/>
        <a:lstStyle/>
        <a:p>
          <a:endParaRPr lang="en-US"/>
        </a:p>
      </dgm:t>
    </dgm:pt>
    <dgm:pt modelId="{762A243F-A060-4C68-8576-E969512BD0D7}" type="pres">
      <dgm:prSet presAssocID="{8690EDF4-A482-43EC-BC9F-9F008C2777C9}" presName="hierRoot2" presStyleCnt="0">
        <dgm:presLayoutVars>
          <dgm:hierBranch val="init"/>
        </dgm:presLayoutVars>
      </dgm:prSet>
      <dgm:spPr/>
    </dgm:pt>
    <dgm:pt modelId="{5E74D4A1-F224-4CDC-9900-C55CDAF92800}" type="pres">
      <dgm:prSet presAssocID="{8690EDF4-A482-43EC-BC9F-9F008C2777C9}" presName="rootComposite" presStyleCnt="0"/>
      <dgm:spPr/>
    </dgm:pt>
    <dgm:pt modelId="{168B3CEB-9E35-46D7-B338-71F832127F39}" type="pres">
      <dgm:prSet presAssocID="{8690EDF4-A482-43EC-BC9F-9F008C2777C9}" presName="rootText" presStyleLbl="node4" presStyleIdx="2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7C577A4-BF3F-4ADF-B692-1E2A294079ED}" type="pres">
      <dgm:prSet presAssocID="{8690EDF4-A482-43EC-BC9F-9F008C2777C9}" presName="rootConnector" presStyleLbl="node4" presStyleIdx="2" presStyleCnt="7"/>
      <dgm:spPr/>
      <dgm:t>
        <a:bodyPr/>
        <a:lstStyle/>
        <a:p>
          <a:endParaRPr lang="en-US"/>
        </a:p>
      </dgm:t>
    </dgm:pt>
    <dgm:pt modelId="{8D3215E6-A7CB-40FD-BD7D-B17DD43A308E}" type="pres">
      <dgm:prSet presAssocID="{8690EDF4-A482-43EC-BC9F-9F008C2777C9}" presName="hierChild4" presStyleCnt="0"/>
      <dgm:spPr/>
    </dgm:pt>
    <dgm:pt modelId="{28C3C44D-1FFD-447B-B9AF-64ACACEAA2D1}" type="pres">
      <dgm:prSet presAssocID="{8690EDF4-A482-43EC-BC9F-9F008C2777C9}" presName="hierChild5" presStyleCnt="0"/>
      <dgm:spPr/>
    </dgm:pt>
    <dgm:pt modelId="{61412022-130F-4D56-8A65-CD43AA487E99}" type="pres">
      <dgm:prSet presAssocID="{552219B0-29E3-4A6C-90E3-BE0B83069EBC}" presName="hierChild5" presStyleCnt="0"/>
      <dgm:spPr/>
    </dgm:pt>
    <dgm:pt modelId="{76E33A9D-9480-40FB-A4DF-EE1E2E7E401E}" type="pres">
      <dgm:prSet presAssocID="{248E9311-DF61-4B0E-BD57-16AE2D707A60}" presName="Name37" presStyleLbl="parChTrans1D3" presStyleIdx="3" presStyleCnt="6"/>
      <dgm:spPr/>
      <dgm:t>
        <a:bodyPr/>
        <a:lstStyle/>
        <a:p>
          <a:endParaRPr lang="en-US"/>
        </a:p>
      </dgm:t>
    </dgm:pt>
    <dgm:pt modelId="{04B8EA4A-11CB-4AF7-85D7-32F9AD439CB7}" type="pres">
      <dgm:prSet presAssocID="{1F903EBE-540A-403B-AE13-6A09126352BD}" presName="hierRoot2" presStyleCnt="0">
        <dgm:presLayoutVars>
          <dgm:hierBranch val="init"/>
        </dgm:presLayoutVars>
      </dgm:prSet>
      <dgm:spPr/>
    </dgm:pt>
    <dgm:pt modelId="{D50DA092-4409-4311-BEA8-2E2A816EFE92}" type="pres">
      <dgm:prSet presAssocID="{1F903EBE-540A-403B-AE13-6A09126352BD}" presName="rootComposite" presStyleCnt="0"/>
      <dgm:spPr/>
    </dgm:pt>
    <dgm:pt modelId="{B4DA07B5-29B3-4442-A69E-055EEC652BE8}" type="pres">
      <dgm:prSet presAssocID="{1F903EBE-540A-403B-AE13-6A09126352BD}" presName="rootText" presStyleLbl="node3" presStyleIdx="3" presStyleCnt="6" custScaleX="144470" custScaleY="90830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46FE1B3-37E8-4050-B0B7-5668D5D7D118}" type="pres">
      <dgm:prSet presAssocID="{1F903EBE-540A-403B-AE13-6A09126352BD}" presName="rootConnector" presStyleLbl="node3" presStyleIdx="3" presStyleCnt="6"/>
      <dgm:spPr/>
      <dgm:t>
        <a:bodyPr/>
        <a:lstStyle/>
        <a:p>
          <a:endParaRPr lang="en-US"/>
        </a:p>
      </dgm:t>
    </dgm:pt>
    <dgm:pt modelId="{CA531930-87B7-4E2B-AA93-B0ECAA52CC09}" type="pres">
      <dgm:prSet presAssocID="{1F903EBE-540A-403B-AE13-6A09126352BD}" presName="hierChild4" presStyleCnt="0"/>
      <dgm:spPr/>
    </dgm:pt>
    <dgm:pt modelId="{D126D19F-5B41-45F1-AFE2-DAC2B0A5CE49}" type="pres">
      <dgm:prSet presAssocID="{6FF31BEE-1ADC-4286-A423-A6B05E791C1E}" presName="Name37" presStyleLbl="parChTrans1D4" presStyleIdx="3" presStyleCnt="7"/>
      <dgm:spPr/>
      <dgm:t>
        <a:bodyPr/>
        <a:lstStyle/>
        <a:p>
          <a:endParaRPr lang="en-US"/>
        </a:p>
      </dgm:t>
    </dgm:pt>
    <dgm:pt modelId="{B07CF127-9E5B-4CAC-9D34-393C8C308966}" type="pres">
      <dgm:prSet presAssocID="{F5201283-93EF-447F-A309-F472B07093A2}" presName="hierRoot2" presStyleCnt="0">
        <dgm:presLayoutVars>
          <dgm:hierBranch val="init"/>
        </dgm:presLayoutVars>
      </dgm:prSet>
      <dgm:spPr/>
    </dgm:pt>
    <dgm:pt modelId="{C6C04622-DEA1-4FF2-B5FD-1F2E5A556D87}" type="pres">
      <dgm:prSet presAssocID="{F5201283-93EF-447F-A309-F472B07093A2}" presName="rootComposite" presStyleCnt="0"/>
      <dgm:spPr/>
    </dgm:pt>
    <dgm:pt modelId="{6799B363-9D98-4604-A4A4-E9389563C283}" type="pres">
      <dgm:prSet presAssocID="{F5201283-93EF-447F-A309-F472B07093A2}" presName="rootText" presStyleLbl="node4" presStyleIdx="3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3A969E9-6C7F-4976-BD81-5A481E3C6C97}" type="pres">
      <dgm:prSet presAssocID="{F5201283-93EF-447F-A309-F472B07093A2}" presName="rootConnector" presStyleLbl="node4" presStyleIdx="3" presStyleCnt="7"/>
      <dgm:spPr/>
      <dgm:t>
        <a:bodyPr/>
        <a:lstStyle/>
        <a:p>
          <a:endParaRPr lang="en-US"/>
        </a:p>
      </dgm:t>
    </dgm:pt>
    <dgm:pt modelId="{DE305E68-FDF8-463B-92BB-A6878DD5BDC6}" type="pres">
      <dgm:prSet presAssocID="{F5201283-93EF-447F-A309-F472B07093A2}" presName="hierChild4" presStyleCnt="0"/>
      <dgm:spPr/>
    </dgm:pt>
    <dgm:pt modelId="{B4483B8D-A6B6-40E7-993F-5F0092911C92}" type="pres">
      <dgm:prSet presAssocID="{F5201283-93EF-447F-A309-F472B07093A2}" presName="hierChild5" presStyleCnt="0"/>
      <dgm:spPr/>
    </dgm:pt>
    <dgm:pt modelId="{8CFA1414-EF78-4D24-A617-C85129D53A41}" type="pres">
      <dgm:prSet presAssocID="{5B3B0C40-0D58-4E88-955A-2CB9AC568B03}" presName="Name37" presStyleLbl="parChTrans1D4" presStyleIdx="4" presStyleCnt="7"/>
      <dgm:spPr/>
      <dgm:t>
        <a:bodyPr/>
        <a:lstStyle/>
        <a:p>
          <a:endParaRPr lang="en-US"/>
        </a:p>
      </dgm:t>
    </dgm:pt>
    <dgm:pt modelId="{CC361FC9-2104-4F7D-AB63-2FE66AC71898}" type="pres">
      <dgm:prSet presAssocID="{A3E3B24C-57FC-44B5-9561-A765DD321DAF}" presName="hierRoot2" presStyleCnt="0">
        <dgm:presLayoutVars>
          <dgm:hierBranch val="init"/>
        </dgm:presLayoutVars>
      </dgm:prSet>
      <dgm:spPr/>
    </dgm:pt>
    <dgm:pt modelId="{5735CEE9-57FE-476E-AA36-8049A1F34B72}" type="pres">
      <dgm:prSet presAssocID="{A3E3B24C-57FC-44B5-9561-A765DD321DAF}" presName="rootComposite" presStyleCnt="0"/>
      <dgm:spPr/>
    </dgm:pt>
    <dgm:pt modelId="{2F4B160F-529B-4874-8954-C825E6B6E84C}" type="pres">
      <dgm:prSet presAssocID="{A3E3B24C-57FC-44B5-9561-A765DD321DAF}" presName="rootText" presStyleLbl="node4" presStyleIdx="4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48E958E-8B67-434B-9137-CC01EE501CA3}" type="pres">
      <dgm:prSet presAssocID="{A3E3B24C-57FC-44B5-9561-A765DD321DAF}" presName="rootConnector" presStyleLbl="node4" presStyleIdx="4" presStyleCnt="7"/>
      <dgm:spPr/>
      <dgm:t>
        <a:bodyPr/>
        <a:lstStyle/>
        <a:p>
          <a:endParaRPr lang="en-US"/>
        </a:p>
      </dgm:t>
    </dgm:pt>
    <dgm:pt modelId="{5FA3E3B9-BD31-404C-8B3F-568EC53EBE0A}" type="pres">
      <dgm:prSet presAssocID="{A3E3B24C-57FC-44B5-9561-A765DD321DAF}" presName="hierChild4" presStyleCnt="0"/>
      <dgm:spPr/>
    </dgm:pt>
    <dgm:pt modelId="{21D43AC7-8DE9-4EC0-A02C-45B005AAB5F3}" type="pres">
      <dgm:prSet presAssocID="{A3E3B24C-57FC-44B5-9561-A765DD321DAF}" presName="hierChild5" presStyleCnt="0"/>
      <dgm:spPr/>
    </dgm:pt>
    <dgm:pt modelId="{32359F1C-A9ED-4688-B4C1-9BD3856B782F}" type="pres">
      <dgm:prSet presAssocID="{37517457-F3D4-469D-AD54-FB3B857B71B2}" presName="Name37" presStyleLbl="parChTrans1D4" presStyleIdx="5" presStyleCnt="7"/>
      <dgm:spPr/>
      <dgm:t>
        <a:bodyPr/>
        <a:lstStyle/>
        <a:p>
          <a:endParaRPr lang="en-US"/>
        </a:p>
      </dgm:t>
    </dgm:pt>
    <dgm:pt modelId="{EC3859F2-C165-4F24-96E2-CF110914EF88}" type="pres">
      <dgm:prSet presAssocID="{F0DD7DD5-42DA-40A9-AF5E-4838A5773A93}" presName="hierRoot2" presStyleCnt="0">
        <dgm:presLayoutVars>
          <dgm:hierBranch val="init"/>
        </dgm:presLayoutVars>
      </dgm:prSet>
      <dgm:spPr/>
    </dgm:pt>
    <dgm:pt modelId="{1A6CC071-23A5-477B-B8DD-6078A1416AC9}" type="pres">
      <dgm:prSet presAssocID="{F0DD7DD5-42DA-40A9-AF5E-4838A5773A93}" presName="rootComposite" presStyleCnt="0"/>
      <dgm:spPr/>
    </dgm:pt>
    <dgm:pt modelId="{7C5450E3-21FF-45C9-A61A-CFD47BF3DD80}" type="pres">
      <dgm:prSet presAssocID="{F0DD7DD5-42DA-40A9-AF5E-4838A5773A93}" presName="rootText" presStyleLbl="node4" presStyleIdx="5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1D8ADF-018B-4725-B3FC-00E9C7C143E1}" type="pres">
      <dgm:prSet presAssocID="{F0DD7DD5-42DA-40A9-AF5E-4838A5773A93}" presName="rootConnector" presStyleLbl="node4" presStyleIdx="5" presStyleCnt="7"/>
      <dgm:spPr/>
      <dgm:t>
        <a:bodyPr/>
        <a:lstStyle/>
        <a:p>
          <a:endParaRPr lang="en-US"/>
        </a:p>
      </dgm:t>
    </dgm:pt>
    <dgm:pt modelId="{693FCD4E-3958-4683-ACEE-FEDABAB20404}" type="pres">
      <dgm:prSet presAssocID="{F0DD7DD5-42DA-40A9-AF5E-4838A5773A93}" presName="hierChild4" presStyleCnt="0"/>
      <dgm:spPr/>
    </dgm:pt>
    <dgm:pt modelId="{908F48B5-17E9-4ABB-ABC6-14239DFF2140}" type="pres">
      <dgm:prSet presAssocID="{F0DD7DD5-42DA-40A9-AF5E-4838A5773A93}" presName="hierChild5" presStyleCnt="0"/>
      <dgm:spPr/>
    </dgm:pt>
    <dgm:pt modelId="{0E65960B-D63B-4BCA-936C-BC405B6E85B4}" type="pres">
      <dgm:prSet presAssocID="{D5CE11FC-CD51-4655-B37B-E3E123CAE67A}" presName="Name37" presStyleLbl="parChTrans1D4" presStyleIdx="6" presStyleCnt="7"/>
      <dgm:spPr/>
      <dgm:t>
        <a:bodyPr/>
        <a:lstStyle/>
        <a:p>
          <a:endParaRPr lang="en-US"/>
        </a:p>
      </dgm:t>
    </dgm:pt>
    <dgm:pt modelId="{D0669423-A56A-42C5-9159-D309B6F47183}" type="pres">
      <dgm:prSet presAssocID="{9D8F6F43-9C1B-468E-BA83-8DC93DCEAF59}" presName="hierRoot2" presStyleCnt="0">
        <dgm:presLayoutVars>
          <dgm:hierBranch val="init"/>
        </dgm:presLayoutVars>
      </dgm:prSet>
      <dgm:spPr/>
    </dgm:pt>
    <dgm:pt modelId="{229808FB-2F26-4F6E-8338-FB6B2E2A0C91}" type="pres">
      <dgm:prSet presAssocID="{9D8F6F43-9C1B-468E-BA83-8DC93DCEAF59}" presName="rootComposite" presStyleCnt="0"/>
      <dgm:spPr/>
    </dgm:pt>
    <dgm:pt modelId="{AE5D4A74-AA7A-4BF5-BD2B-D4252AA03B18}" type="pres">
      <dgm:prSet presAssocID="{9D8F6F43-9C1B-468E-BA83-8DC93DCEAF59}" presName="rootText" presStyleLbl="node4" presStyleIdx="6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0D265C0-5A59-455E-9D4C-2478F69B5ECD}" type="pres">
      <dgm:prSet presAssocID="{9D8F6F43-9C1B-468E-BA83-8DC93DCEAF59}" presName="rootConnector" presStyleLbl="node4" presStyleIdx="6" presStyleCnt="7"/>
      <dgm:spPr/>
      <dgm:t>
        <a:bodyPr/>
        <a:lstStyle/>
        <a:p>
          <a:endParaRPr lang="en-US"/>
        </a:p>
      </dgm:t>
    </dgm:pt>
    <dgm:pt modelId="{A385D2B6-DFA7-4927-BD58-3987B4316BC5}" type="pres">
      <dgm:prSet presAssocID="{9D8F6F43-9C1B-468E-BA83-8DC93DCEAF59}" presName="hierChild4" presStyleCnt="0"/>
      <dgm:spPr/>
    </dgm:pt>
    <dgm:pt modelId="{20F94EF6-7B95-4689-B778-55116AB574BE}" type="pres">
      <dgm:prSet presAssocID="{9D8F6F43-9C1B-468E-BA83-8DC93DCEAF59}" presName="hierChild5" presStyleCnt="0"/>
      <dgm:spPr/>
    </dgm:pt>
    <dgm:pt modelId="{E9A486E8-3FB6-41A6-BD46-32EB689AD74B}" type="pres">
      <dgm:prSet presAssocID="{1F903EBE-540A-403B-AE13-6A09126352BD}" presName="hierChild5" presStyleCnt="0"/>
      <dgm:spPr/>
    </dgm:pt>
    <dgm:pt modelId="{3E362709-8DF5-4ED1-BE78-2D67C7F6CD59}" type="pres">
      <dgm:prSet presAssocID="{620DD3EC-BDCD-468B-B566-7FE2B848507E}" presName="hierChild5" presStyleCnt="0"/>
      <dgm:spPr/>
    </dgm:pt>
    <dgm:pt modelId="{41173D40-128D-4048-83A1-7C68DE4B0041}" type="pres">
      <dgm:prSet presAssocID="{4A0D96F5-06D9-485F-AEB5-2B27D37DA6F8}" presName="Name37" presStyleLbl="parChTrans1D2" presStyleIdx="2" presStyleCnt="4"/>
      <dgm:spPr/>
      <dgm:t>
        <a:bodyPr/>
        <a:lstStyle/>
        <a:p>
          <a:endParaRPr lang="en-US"/>
        </a:p>
      </dgm:t>
    </dgm:pt>
    <dgm:pt modelId="{77C8DAFF-F1C4-4376-ADCE-FAE7B586EEC6}" type="pres">
      <dgm:prSet presAssocID="{1CD9272D-1AC8-4166-B759-BD2460765B07}" presName="hierRoot2" presStyleCnt="0">
        <dgm:presLayoutVars>
          <dgm:hierBranch val="init"/>
        </dgm:presLayoutVars>
      </dgm:prSet>
      <dgm:spPr/>
    </dgm:pt>
    <dgm:pt modelId="{9BA2FD92-C266-461A-9CEF-3F5B3F322573}" type="pres">
      <dgm:prSet presAssocID="{1CD9272D-1AC8-4166-B759-BD2460765B07}" presName="rootComposite" presStyleCnt="0"/>
      <dgm:spPr/>
    </dgm:pt>
    <dgm:pt modelId="{1FF2C928-7E62-4953-B1D7-8B0B163A6AFE}" type="pres">
      <dgm:prSet presAssocID="{1CD9272D-1AC8-4166-B759-BD2460765B07}" presName="rootText" presStyleLbl="node2" presStyleIdx="2" presStyleCnt="4" custScaleX="166646" custScaleY="107464" custLinFactNeighborX="4006" custLinFactNeighborY="1212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D367FDB-F21D-4007-903C-1680264363A2}" type="pres">
      <dgm:prSet presAssocID="{1CD9272D-1AC8-4166-B759-BD2460765B07}" presName="rootConnector" presStyleLbl="node2" presStyleIdx="2" presStyleCnt="4"/>
      <dgm:spPr/>
      <dgm:t>
        <a:bodyPr/>
        <a:lstStyle/>
        <a:p>
          <a:endParaRPr lang="en-US"/>
        </a:p>
      </dgm:t>
    </dgm:pt>
    <dgm:pt modelId="{89E75F9B-EF94-49CA-B184-A185FABDCC9E}" type="pres">
      <dgm:prSet presAssocID="{1CD9272D-1AC8-4166-B759-BD2460765B07}" presName="hierChild4" presStyleCnt="0"/>
      <dgm:spPr/>
    </dgm:pt>
    <dgm:pt modelId="{723E8A3D-30CC-43F6-B950-6A5B5D6CC2D7}" type="pres">
      <dgm:prSet presAssocID="{1CD9272D-1AC8-4166-B759-BD2460765B07}" presName="hierChild5" presStyleCnt="0"/>
      <dgm:spPr/>
    </dgm:pt>
    <dgm:pt modelId="{353E71C0-A296-46B8-BAB0-268BA4C59D7C}" type="pres">
      <dgm:prSet presAssocID="{662137B2-EBFF-4B77-8453-809C32C53449}" presName="Name37" presStyleLbl="parChTrans1D2" presStyleIdx="3" presStyleCnt="4"/>
      <dgm:spPr/>
      <dgm:t>
        <a:bodyPr/>
        <a:lstStyle/>
        <a:p>
          <a:endParaRPr lang="en-US"/>
        </a:p>
      </dgm:t>
    </dgm:pt>
    <dgm:pt modelId="{7C556C8E-4126-4403-8CEB-51B59AA69FCE}" type="pres">
      <dgm:prSet presAssocID="{C3C8ED6E-CB8F-46FC-86FF-49A525C7A6EC}" presName="hierRoot2" presStyleCnt="0">
        <dgm:presLayoutVars>
          <dgm:hierBranch val="init"/>
        </dgm:presLayoutVars>
      </dgm:prSet>
      <dgm:spPr/>
    </dgm:pt>
    <dgm:pt modelId="{792CB3AC-3271-4253-9453-ACCE18AB5F73}" type="pres">
      <dgm:prSet presAssocID="{C3C8ED6E-CB8F-46FC-86FF-49A525C7A6EC}" presName="rootComposite" presStyleCnt="0"/>
      <dgm:spPr/>
    </dgm:pt>
    <dgm:pt modelId="{3FE29DE7-91AC-456D-96C3-01A8723E90DD}" type="pres">
      <dgm:prSet presAssocID="{C3C8ED6E-CB8F-46FC-86FF-49A525C7A6EC}" presName="rootText" presStyleLbl="node2" presStyleIdx="3" presStyleCnt="4" custScaleX="142745" custLinFactNeighborY="1212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3BFADD0-1160-4E94-B239-1C8F225F6CFC}" type="pres">
      <dgm:prSet presAssocID="{C3C8ED6E-CB8F-46FC-86FF-49A525C7A6EC}" presName="rootConnector" presStyleLbl="node2" presStyleIdx="3" presStyleCnt="4"/>
      <dgm:spPr/>
      <dgm:t>
        <a:bodyPr/>
        <a:lstStyle/>
        <a:p>
          <a:endParaRPr lang="en-US"/>
        </a:p>
      </dgm:t>
    </dgm:pt>
    <dgm:pt modelId="{966D70F9-F0E7-4F8D-98FE-BF1FCEA430A3}" type="pres">
      <dgm:prSet presAssocID="{C3C8ED6E-CB8F-46FC-86FF-49A525C7A6EC}" presName="hierChild4" presStyleCnt="0"/>
      <dgm:spPr/>
    </dgm:pt>
    <dgm:pt modelId="{E8D8F91E-F1A5-4F8D-ACE9-9A373AB4F602}" type="pres">
      <dgm:prSet presAssocID="{FD58BE62-9C5A-475A-8FC1-794FCC27A5B8}" presName="Name37" presStyleLbl="parChTrans1D3" presStyleIdx="4" presStyleCnt="6"/>
      <dgm:spPr/>
      <dgm:t>
        <a:bodyPr/>
        <a:lstStyle/>
        <a:p>
          <a:endParaRPr lang="en-US"/>
        </a:p>
      </dgm:t>
    </dgm:pt>
    <dgm:pt modelId="{58FFB421-4A0C-4CF3-B422-54FD25A55D00}" type="pres">
      <dgm:prSet presAssocID="{AEC44668-A4C2-4E1B-B39E-CB2888B9DE8D}" presName="hierRoot2" presStyleCnt="0">
        <dgm:presLayoutVars>
          <dgm:hierBranch val="init"/>
        </dgm:presLayoutVars>
      </dgm:prSet>
      <dgm:spPr/>
    </dgm:pt>
    <dgm:pt modelId="{491B2114-EC20-4333-BCD6-3D1DF446B531}" type="pres">
      <dgm:prSet presAssocID="{AEC44668-A4C2-4E1B-B39E-CB2888B9DE8D}" presName="rootComposite" presStyleCnt="0"/>
      <dgm:spPr/>
    </dgm:pt>
    <dgm:pt modelId="{6B6FF532-E374-4C3C-9AE6-B33C87D175C6}" type="pres">
      <dgm:prSet presAssocID="{AEC44668-A4C2-4E1B-B39E-CB2888B9DE8D}" presName="rootText" presStyleLbl="node3" presStyleIdx="4" presStyleCnt="6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33EA3FF-AA33-4D7D-846D-D982629E13C8}" type="pres">
      <dgm:prSet presAssocID="{AEC44668-A4C2-4E1B-B39E-CB2888B9DE8D}" presName="rootConnector" presStyleLbl="node3" presStyleIdx="4" presStyleCnt="6"/>
      <dgm:spPr/>
      <dgm:t>
        <a:bodyPr/>
        <a:lstStyle/>
        <a:p>
          <a:endParaRPr lang="en-US"/>
        </a:p>
      </dgm:t>
    </dgm:pt>
    <dgm:pt modelId="{E1C00461-91F5-4376-B9B2-4E15AA192F5E}" type="pres">
      <dgm:prSet presAssocID="{AEC44668-A4C2-4E1B-B39E-CB2888B9DE8D}" presName="hierChild4" presStyleCnt="0"/>
      <dgm:spPr/>
    </dgm:pt>
    <dgm:pt modelId="{E28894B6-1AAF-4B15-95C4-963C07257423}" type="pres">
      <dgm:prSet presAssocID="{AEC44668-A4C2-4E1B-B39E-CB2888B9DE8D}" presName="hierChild5" presStyleCnt="0"/>
      <dgm:spPr/>
    </dgm:pt>
    <dgm:pt modelId="{A6AEC731-784C-4937-A03C-10E36E389653}" type="pres">
      <dgm:prSet presAssocID="{0CDA9BAC-3CB7-44F9-AB9A-DF858A4CAA7C}" presName="Name37" presStyleLbl="parChTrans1D3" presStyleIdx="5" presStyleCnt="6"/>
      <dgm:spPr/>
      <dgm:t>
        <a:bodyPr/>
        <a:lstStyle/>
        <a:p>
          <a:endParaRPr lang="en-US"/>
        </a:p>
      </dgm:t>
    </dgm:pt>
    <dgm:pt modelId="{81F98256-19E3-41F3-A179-5FD3C8528B93}" type="pres">
      <dgm:prSet presAssocID="{903DEEC2-0071-402D-A3B3-A8D809E329E0}" presName="hierRoot2" presStyleCnt="0">
        <dgm:presLayoutVars>
          <dgm:hierBranch val="init"/>
        </dgm:presLayoutVars>
      </dgm:prSet>
      <dgm:spPr/>
    </dgm:pt>
    <dgm:pt modelId="{7D37F3E2-9A54-4A8B-9D98-463A1E71C297}" type="pres">
      <dgm:prSet presAssocID="{903DEEC2-0071-402D-A3B3-A8D809E329E0}" presName="rootComposite" presStyleCnt="0"/>
      <dgm:spPr/>
    </dgm:pt>
    <dgm:pt modelId="{A5C492F6-2C14-4789-99A7-8336CA11E5E6}" type="pres">
      <dgm:prSet presAssocID="{903DEEC2-0071-402D-A3B3-A8D809E329E0}" presName="rootText" presStyleLbl="node3" presStyleIdx="5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FC3C1BC-4503-4220-A853-D7E64043A229}" type="pres">
      <dgm:prSet presAssocID="{903DEEC2-0071-402D-A3B3-A8D809E329E0}" presName="rootConnector" presStyleLbl="node3" presStyleIdx="5" presStyleCnt="6"/>
      <dgm:spPr/>
      <dgm:t>
        <a:bodyPr/>
        <a:lstStyle/>
        <a:p>
          <a:endParaRPr lang="en-US"/>
        </a:p>
      </dgm:t>
    </dgm:pt>
    <dgm:pt modelId="{FFC3E22D-D705-44FA-AF2F-2AB8E92ECAA1}" type="pres">
      <dgm:prSet presAssocID="{903DEEC2-0071-402D-A3B3-A8D809E329E0}" presName="hierChild4" presStyleCnt="0"/>
      <dgm:spPr/>
    </dgm:pt>
    <dgm:pt modelId="{74A2D5BC-3258-4084-9C8E-B24C3258AAF1}" type="pres">
      <dgm:prSet presAssocID="{903DEEC2-0071-402D-A3B3-A8D809E329E0}" presName="hierChild5" presStyleCnt="0"/>
      <dgm:spPr/>
    </dgm:pt>
    <dgm:pt modelId="{8C890729-6A60-4D4F-A0C4-9E3A9BF60082}" type="pres">
      <dgm:prSet presAssocID="{C3C8ED6E-CB8F-46FC-86FF-49A525C7A6EC}" presName="hierChild5" presStyleCnt="0"/>
      <dgm:spPr/>
    </dgm:pt>
    <dgm:pt modelId="{96DEF822-DC52-4FFC-82DA-389CD5B29657}" type="pres">
      <dgm:prSet presAssocID="{9E6404DC-1053-49D6-95EE-599A97C88DD3}" presName="hierChild3" presStyleCnt="0"/>
      <dgm:spPr/>
    </dgm:pt>
  </dgm:ptLst>
  <dgm:cxnLst>
    <dgm:cxn modelId="{B4271FAD-4D95-4F1B-8083-FB4B6EA21FE5}" type="presOf" srcId="{248E9311-DF61-4B0E-BD57-16AE2D707A60}" destId="{76E33A9D-9480-40FB-A4DF-EE1E2E7E401E}" srcOrd="0" destOrd="0" presId="urn:microsoft.com/office/officeart/2005/8/layout/orgChart1"/>
    <dgm:cxn modelId="{35F9027F-DB7C-4570-BEF1-3F30F91C00B7}" type="presOf" srcId="{37517457-F3D4-469D-AD54-FB3B857B71B2}" destId="{32359F1C-A9ED-4688-B4C1-9BD3856B782F}" srcOrd="0" destOrd="0" presId="urn:microsoft.com/office/officeart/2005/8/layout/orgChart1"/>
    <dgm:cxn modelId="{BA3786D3-DC03-472F-8A37-6BE3F05B095A}" srcId="{C3C8ED6E-CB8F-46FC-86FF-49A525C7A6EC}" destId="{903DEEC2-0071-402D-A3B3-A8D809E329E0}" srcOrd="1" destOrd="0" parTransId="{0CDA9BAC-3CB7-44F9-AB9A-DF858A4CAA7C}" sibTransId="{872DF1BF-6D35-4E94-AE7D-FFA4B7F570BF}"/>
    <dgm:cxn modelId="{5384FE3E-E24B-492E-BA3C-4238DC0F5262}" srcId="{9E6404DC-1053-49D6-95EE-599A97C88DD3}" destId="{C3C8ED6E-CB8F-46FC-86FF-49A525C7A6EC}" srcOrd="3" destOrd="0" parTransId="{662137B2-EBFF-4B77-8453-809C32C53449}" sibTransId="{C6E8CE1A-E4DC-479C-A139-38A9011B2C9F}"/>
    <dgm:cxn modelId="{0EEEFCE7-1869-4D28-A41C-9A729ADA95BD}" srcId="{552219B0-29E3-4A6C-90E3-BE0B83069EBC}" destId="{8690EDF4-A482-43EC-BC9F-9F008C2777C9}" srcOrd="2" destOrd="0" parTransId="{8AF0438F-F951-4AAA-94A0-76D5065E57E6}" sibTransId="{93E0B326-3674-4CD8-95D7-D201A9A11254}"/>
    <dgm:cxn modelId="{1EAD89EE-11AC-458E-AFDE-D65B78D7EF55}" type="presOf" srcId="{9286A5EC-F2A9-487D-8BF1-B96EEEFD636B}" destId="{A10B8E6A-AEE1-4C2B-8634-C515AEDBA0E5}" srcOrd="1" destOrd="0" presId="urn:microsoft.com/office/officeart/2005/8/layout/orgChart1"/>
    <dgm:cxn modelId="{E02EA1F9-1612-4512-A3FC-DB19B79AC42C}" type="presOf" srcId="{588037F0-0B1A-4D72-81EB-CAFA026AEFB7}" destId="{06A5B176-3147-4D45-9EF8-CF91B612166F}" srcOrd="0" destOrd="0" presId="urn:microsoft.com/office/officeart/2005/8/layout/orgChart1"/>
    <dgm:cxn modelId="{28E8C852-6FFC-4E8B-8C77-31900200F77E}" type="presOf" srcId="{F5201283-93EF-447F-A309-F472B07093A2}" destId="{33A969E9-6C7F-4976-BD81-5A481E3C6C97}" srcOrd="1" destOrd="0" presId="urn:microsoft.com/office/officeart/2005/8/layout/orgChart1"/>
    <dgm:cxn modelId="{CA3E85D0-7E80-49FC-B2FE-42303CCD1A30}" type="presOf" srcId="{1F903EBE-540A-403B-AE13-6A09126352BD}" destId="{B4DA07B5-29B3-4442-A69E-055EEC652BE8}" srcOrd="0" destOrd="0" presId="urn:microsoft.com/office/officeart/2005/8/layout/orgChart1"/>
    <dgm:cxn modelId="{4CF1D438-0E6E-433F-9F0A-D3A1BBAB9A1E}" type="presOf" srcId="{9D8F6F43-9C1B-468E-BA83-8DC93DCEAF59}" destId="{AE5D4A74-AA7A-4BF5-BD2B-D4252AA03B18}" srcOrd="0" destOrd="0" presId="urn:microsoft.com/office/officeart/2005/8/layout/orgChart1"/>
    <dgm:cxn modelId="{FC11EEF2-55D8-4971-ADA8-03AD3D719F52}" type="presOf" srcId="{2926F571-2AA8-4107-A880-BB9A13942C4E}" destId="{335E3D6D-A135-422D-9CEF-04605C8BD476}" srcOrd="0" destOrd="0" presId="urn:microsoft.com/office/officeart/2005/8/layout/orgChart1"/>
    <dgm:cxn modelId="{8B0D58FE-5B41-4AA3-BB00-81CB327B6A43}" type="presOf" srcId="{AEC44668-A4C2-4E1B-B39E-CB2888B9DE8D}" destId="{433EA3FF-AA33-4D7D-846D-D982629E13C8}" srcOrd="1" destOrd="0" presId="urn:microsoft.com/office/officeart/2005/8/layout/orgChart1"/>
    <dgm:cxn modelId="{3371D227-869E-4636-B9B0-BA373BCE5AD6}" srcId="{9E6404DC-1053-49D6-95EE-599A97C88DD3}" destId="{9286A5EC-F2A9-487D-8BF1-B96EEEFD636B}" srcOrd="0" destOrd="0" parTransId="{8CE2CE9A-EBD7-445E-BD99-21666869C1D4}" sibTransId="{D6357A36-116B-440B-A9E1-8EDB3A4D1B88}"/>
    <dgm:cxn modelId="{8C061523-B039-40B4-B363-325DF2C9237C}" type="presOf" srcId="{1CD9272D-1AC8-4166-B759-BD2460765B07}" destId="{1FF2C928-7E62-4953-B1D7-8B0B163A6AFE}" srcOrd="0" destOrd="0" presId="urn:microsoft.com/office/officeart/2005/8/layout/orgChart1"/>
    <dgm:cxn modelId="{19AF4068-3DE4-490A-9264-0F12B60591B8}" type="presOf" srcId="{F0764DAA-254D-4C3C-9708-669D5BF5A337}" destId="{0146BAA9-2B9D-4F2A-B565-A2DCB6505964}" srcOrd="0" destOrd="0" presId="urn:microsoft.com/office/officeart/2005/8/layout/orgChart1"/>
    <dgm:cxn modelId="{C7C78122-FF83-4DEB-A379-FC79FF3B3A2A}" type="presOf" srcId="{8CE2CE9A-EBD7-445E-BD99-21666869C1D4}" destId="{7B4371B5-9FE0-4A41-B872-D27DD755166A}" srcOrd="0" destOrd="0" presId="urn:microsoft.com/office/officeart/2005/8/layout/orgChart1"/>
    <dgm:cxn modelId="{853C2D01-C1BE-4049-ABC0-D7B69B9250DD}" type="presOf" srcId="{C3C8ED6E-CB8F-46FC-86FF-49A525C7A6EC}" destId="{13BFADD0-1160-4E94-B239-1C8F225F6CFC}" srcOrd="1" destOrd="0" presId="urn:microsoft.com/office/officeart/2005/8/layout/orgChart1"/>
    <dgm:cxn modelId="{AC39F653-00D5-4219-8557-1E633AAA0D11}" type="presOf" srcId="{9E6404DC-1053-49D6-95EE-599A97C88DD3}" destId="{C8C73746-D1E9-45A4-A4B2-4DB251C0CC5A}" srcOrd="1" destOrd="0" presId="urn:microsoft.com/office/officeart/2005/8/layout/orgChart1"/>
    <dgm:cxn modelId="{21860108-7821-4322-9E4A-A8C514896B31}" type="presOf" srcId="{D5CE11FC-CD51-4655-B37B-E3E123CAE67A}" destId="{0E65960B-D63B-4BCA-936C-BC405B6E85B4}" srcOrd="0" destOrd="0" presId="urn:microsoft.com/office/officeart/2005/8/layout/orgChart1"/>
    <dgm:cxn modelId="{5956B940-0A7C-4E44-A943-4E93E211B6CC}" srcId="{1F903EBE-540A-403B-AE13-6A09126352BD}" destId="{9D8F6F43-9C1B-468E-BA83-8DC93DCEAF59}" srcOrd="3" destOrd="0" parTransId="{D5CE11FC-CD51-4655-B37B-E3E123CAE67A}" sibTransId="{1B22F658-4986-4554-AFC5-BBF2559E9716}"/>
    <dgm:cxn modelId="{3F137DBB-8D60-412B-B5BF-0078883D6656}" type="presOf" srcId="{9D8F6F43-9C1B-468E-BA83-8DC93DCEAF59}" destId="{40D265C0-5A59-455E-9D4C-2478F69B5ECD}" srcOrd="1" destOrd="0" presId="urn:microsoft.com/office/officeart/2005/8/layout/orgChart1"/>
    <dgm:cxn modelId="{D58A6A88-4760-4BEC-8A98-05B8C39BBD3D}" type="presOf" srcId="{1A65A4D7-7720-45CB-8279-86EBD3407E97}" destId="{11077618-9302-474C-8482-1BBB83E3AEF1}" srcOrd="0" destOrd="0" presId="urn:microsoft.com/office/officeart/2005/8/layout/orgChart1"/>
    <dgm:cxn modelId="{55322DC1-D5BB-4947-91D3-C49D83A86839}" srcId="{9E6404DC-1053-49D6-95EE-599A97C88DD3}" destId="{620DD3EC-BDCD-468B-B566-7FE2B848507E}" srcOrd="1" destOrd="0" parTransId="{F0764DAA-254D-4C3C-9708-669D5BF5A337}" sibTransId="{61B96E30-C56F-4FDE-AA00-908E8835534F}"/>
    <dgm:cxn modelId="{F0E261ED-88BB-4FDF-A410-3711D4F68B41}" srcId="{C3C8ED6E-CB8F-46FC-86FF-49A525C7A6EC}" destId="{AEC44668-A4C2-4E1B-B39E-CB2888B9DE8D}" srcOrd="0" destOrd="0" parTransId="{FD58BE62-9C5A-475A-8FC1-794FCC27A5B8}" sibTransId="{A87416F6-CAF3-4F24-8E79-E769B7818015}"/>
    <dgm:cxn modelId="{8015824B-8A8F-4B71-A3A8-BA7DDD5DE4E4}" type="presOf" srcId="{8CCBAD41-D76E-408B-A4FD-96D8CA42088E}" destId="{A054D922-FDFA-4016-A8E9-3F9B47624963}" srcOrd="0" destOrd="0" presId="urn:microsoft.com/office/officeart/2005/8/layout/orgChart1"/>
    <dgm:cxn modelId="{DAF96833-19E0-4970-95E0-EB75D47B3B84}" type="presOf" srcId="{AEC44668-A4C2-4E1B-B39E-CB2888B9DE8D}" destId="{6B6FF532-E374-4C3C-9AE6-B33C87D175C6}" srcOrd="0" destOrd="0" presId="urn:microsoft.com/office/officeart/2005/8/layout/orgChart1"/>
    <dgm:cxn modelId="{C6049956-7336-4081-81A6-7DCD9A0A0EF0}" type="presOf" srcId="{1947618A-5736-4E7D-A7B1-0535566E666C}" destId="{3FADC6AF-5D4B-418A-9301-DABA5E048E22}" srcOrd="1" destOrd="0" presId="urn:microsoft.com/office/officeart/2005/8/layout/orgChart1"/>
    <dgm:cxn modelId="{FF44AEB0-37C7-4153-B654-EC0FAF464D80}" type="presOf" srcId="{903DEEC2-0071-402D-A3B3-A8D809E329E0}" destId="{FFC3C1BC-4503-4220-A853-D7E64043A229}" srcOrd="1" destOrd="0" presId="urn:microsoft.com/office/officeart/2005/8/layout/orgChart1"/>
    <dgm:cxn modelId="{8749021B-2268-44B1-AD84-B0921B253255}" type="presOf" srcId="{9286A5EC-F2A9-487D-8BF1-B96EEEFD636B}" destId="{C9422C4E-2B02-4D33-A16B-EF7B187ECAB7}" srcOrd="0" destOrd="0" presId="urn:microsoft.com/office/officeart/2005/8/layout/orgChart1"/>
    <dgm:cxn modelId="{D6EBA357-6673-4F1C-9EB6-1CAD6DD9D1AC}" srcId="{1F903EBE-540A-403B-AE13-6A09126352BD}" destId="{F0DD7DD5-42DA-40A9-AF5E-4838A5773A93}" srcOrd="2" destOrd="0" parTransId="{37517457-F3D4-469D-AD54-FB3B857B71B2}" sibTransId="{27024BD4-76F8-41DC-AE01-BAEAAEED1A9D}"/>
    <dgm:cxn modelId="{693BD65E-76E1-4F11-B1D9-20502B3C0A85}" type="presOf" srcId="{903DEEC2-0071-402D-A3B3-A8D809E329E0}" destId="{A5C492F6-2C14-4789-99A7-8336CA11E5E6}" srcOrd="0" destOrd="0" presId="urn:microsoft.com/office/officeart/2005/8/layout/orgChart1"/>
    <dgm:cxn modelId="{FA46DE42-1E66-40FC-AA69-48318297AE4A}" type="presOf" srcId="{97FE4DBF-FC68-4DB5-91B7-27D9016F5F91}" destId="{717A3F18-F03B-4079-AE6D-526343F56E28}" srcOrd="1" destOrd="0" presId="urn:microsoft.com/office/officeart/2005/8/layout/orgChart1"/>
    <dgm:cxn modelId="{5F53DFBD-0494-40B1-A5BF-F7149D131457}" type="presOf" srcId="{1F903EBE-540A-403B-AE13-6A09126352BD}" destId="{746FE1B3-37E8-4050-B0B7-5668D5D7D118}" srcOrd="1" destOrd="0" presId="urn:microsoft.com/office/officeart/2005/8/layout/orgChart1"/>
    <dgm:cxn modelId="{6B802CD7-F7F5-4DA7-B988-D341B6B19B79}" type="presOf" srcId="{4A0D96F5-06D9-485F-AEB5-2B27D37DA6F8}" destId="{41173D40-128D-4048-83A1-7C68DE4B0041}" srcOrd="0" destOrd="0" presId="urn:microsoft.com/office/officeart/2005/8/layout/orgChart1"/>
    <dgm:cxn modelId="{4207DC96-F0A6-4BA6-A56E-A1B3A7D58C07}" type="presOf" srcId="{620DD3EC-BDCD-468B-B566-7FE2B848507E}" destId="{1999F93D-C5E3-4B58-A38A-C971B5C1871B}" srcOrd="1" destOrd="0" presId="urn:microsoft.com/office/officeart/2005/8/layout/orgChart1"/>
    <dgm:cxn modelId="{AD36AA7A-E908-4A09-BC45-382DC1477389}" type="presOf" srcId="{662137B2-EBFF-4B77-8453-809C32C53449}" destId="{353E71C0-A296-46B8-BAB0-268BA4C59D7C}" srcOrd="0" destOrd="0" presId="urn:microsoft.com/office/officeart/2005/8/layout/orgChart1"/>
    <dgm:cxn modelId="{01FAF066-6697-4A16-A34C-B61F6B7DAE7C}" type="presOf" srcId="{552219B0-29E3-4A6C-90E3-BE0B83069EBC}" destId="{9449DAAE-E410-44C5-A07D-A0445C0B7E6B}" srcOrd="0" destOrd="0" presId="urn:microsoft.com/office/officeart/2005/8/layout/orgChart1"/>
    <dgm:cxn modelId="{3AA2732E-E1F3-4BD5-9990-5D30D82B08ED}" srcId="{620DD3EC-BDCD-468B-B566-7FE2B848507E}" destId="{1F903EBE-540A-403B-AE13-6A09126352BD}" srcOrd="1" destOrd="0" parTransId="{248E9311-DF61-4B0E-BD57-16AE2D707A60}" sibTransId="{BB52F0E9-3899-452E-BFB9-D8344A4C6147}"/>
    <dgm:cxn modelId="{564B7C42-9688-4E9D-B080-C50967661FB5}" type="presOf" srcId="{F9B7D8C5-A42F-486B-A7BB-F758A295C5FB}" destId="{08F7F929-ACE8-4774-A20A-8E4A94F553C4}" srcOrd="1" destOrd="0" presId="urn:microsoft.com/office/officeart/2005/8/layout/orgChart1"/>
    <dgm:cxn modelId="{6DB74650-571A-4EEB-A074-B28706731F75}" type="presOf" srcId="{A3E3B24C-57FC-44B5-9561-A765DD321DAF}" destId="{848E958E-8B67-434B-9137-CC01EE501CA3}" srcOrd="1" destOrd="0" presId="urn:microsoft.com/office/officeart/2005/8/layout/orgChart1"/>
    <dgm:cxn modelId="{82C6F8B9-F0E4-489F-889B-00727ABCFA44}" type="presOf" srcId="{1CD9272D-1AC8-4166-B759-BD2460765B07}" destId="{BD367FDB-F21D-4007-903C-1680264363A2}" srcOrd="1" destOrd="0" presId="urn:microsoft.com/office/officeart/2005/8/layout/orgChart1"/>
    <dgm:cxn modelId="{F29C2B4A-4A32-488D-B3C6-F39504D2CFE6}" type="presOf" srcId="{552219B0-29E3-4A6C-90E3-BE0B83069EBC}" destId="{44F89C81-6EDD-4313-B033-6AFE4A6B1597}" srcOrd="1" destOrd="0" presId="urn:microsoft.com/office/officeart/2005/8/layout/orgChart1"/>
    <dgm:cxn modelId="{48FB7E41-4DCE-49A7-8A59-30799E27CFF1}" srcId="{9286A5EC-F2A9-487D-8BF1-B96EEEFD636B}" destId="{1947618A-5736-4E7D-A7B1-0535566E666C}" srcOrd="1" destOrd="0" parTransId="{3C73C88C-ADAC-4E8D-8259-4FBC3819D296}" sibTransId="{4AA8505F-D096-4A68-B858-481E0AB908C1}"/>
    <dgm:cxn modelId="{FEA1DDA7-8119-4C61-B3BB-5345BF895EBA}" srcId="{552219B0-29E3-4A6C-90E3-BE0B83069EBC}" destId="{97FE4DBF-FC68-4DB5-91B7-27D9016F5F91}" srcOrd="0" destOrd="0" parTransId="{8CCBAD41-D76E-408B-A4FD-96D8CA42088E}" sibTransId="{C675E828-0934-43C2-89FF-C40948F5E635}"/>
    <dgm:cxn modelId="{4A632322-8CDE-40BA-8CD7-3B7B04AF9887}" type="presOf" srcId="{0CDA9BAC-3CB7-44F9-AB9A-DF858A4CAA7C}" destId="{A6AEC731-784C-4937-A03C-10E36E389653}" srcOrd="0" destOrd="0" presId="urn:microsoft.com/office/officeart/2005/8/layout/orgChart1"/>
    <dgm:cxn modelId="{00D4CFFB-6385-4E86-89EB-31566499EF74}" type="presOf" srcId="{6FF31BEE-1ADC-4286-A423-A6B05E791C1E}" destId="{D126D19F-5B41-45F1-AFE2-DAC2B0A5CE49}" srcOrd="0" destOrd="0" presId="urn:microsoft.com/office/officeart/2005/8/layout/orgChart1"/>
    <dgm:cxn modelId="{29F8BEBE-F504-4672-859D-7A6EC1DD0072}" srcId="{552219B0-29E3-4A6C-90E3-BE0B83069EBC}" destId="{F9B7D8C5-A42F-486B-A7BB-F758A295C5FB}" srcOrd="1" destOrd="0" parTransId="{2926F571-2AA8-4107-A880-BB9A13942C4E}" sibTransId="{7711B471-CED3-4980-AB2A-97241544139D}"/>
    <dgm:cxn modelId="{07AB8472-A651-48C8-9CF2-00815F444309}" type="presOf" srcId="{9E6404DC-1053-49D6-95EE-599A97C88DD3}" destId="{0F3C8968-31FF-46A5-BCB3-A2E771257413}" srcOrd="0" destOrd="0" presId="urn:microsoft.com/office/officeart/2005/8/layout/orgChart1"/>
    <dgm:cxn modelId="{4832F3D2-BDB7-49D5-BB9B-4C6DA1455B6F}" type="presOf" srcId="{8690EDF4-A482-43EC-BC9F-9F008C2777C9}" destId="{37C577A4-BF3F-4ADF-B692-1E2A294079ED}" srcOrd="1" destOrd="0" presId="urn:microsoft.com/office/officeart/2005/8/layout/orgChart1"/>
    <dgm:cxn modelId="{D52D8540-EF12-4FD8-B9DA-A70588005771}" type="presOf" srcId="{5B3B0C40-0D58-4E88-955A-2CB9AC568B03}" destId="{8CFA1414-EF78-4D24-A617-C85129D53A41}" srcOrd="0" destOrd="0" presId="urn:microsoft.com/office/officeart/2005/8/layout/orgChart1"/>
    <dgm:cxn modelId="{0A631A19-EE41-4123-A3C7-B13BE8778576}" type="presOf" srcId="{C3C8ED6E-CB8F-46FC-86FF-49A525C7A6EC}" destId="{3FE29DE7-91AC-456D-96C3-01A8723E90DD}" srcOrd="0" destOrd="0" presId="urn:microsoft.com/office/officeart/2005/8/layout/orgChart1"/>
    <dgm:cxn modelId="{F3742F0D-28B1-4F98-BA44-D2804DF0FF11}" type="presOf" srcId="{F0DD7DD5-42DA-40A9-AF5E-4838A5773A93}" destId="{7C5450E3-21FF-45C9-A61A-CFD47BF3DD80}" srcOrd="0" destOrd="0" presId="urn:microsoft.com/office/officeart/2005/8/layout/orgChart1"/>
    <dgm:cxn modelId="{35BA6A19-C82C-4D32-8D6F-0E90A0267519}" type="presOf" srcId="{F142DEDA-3202-4A6E-A872-744A36211997}" destId="{28A90088-1D74-4647-BC3B-F17F2E584608}" srcOrd="0" destOrd="0" presId="urn:microsoft.com/office/officeart/2005/8/layout/orgChart1"/>
    <dgm:cxn modelId="{D8E20384-3E2B-41A1-9D35-EF33CBDD824D}" type="presOf" srcId="{F9B7D8C5-A42F-486B-A7BB-F758A295C5FB}" destId="{68E6DF8D-BB33-4CD7-AD44-C084E5003464}" srcOrd="0" destOrd="0" presId="urn:microsoft.com/office/officeart/2005/8/layout/orgChart1"/>
    <dgm:cxn modelId="{6A59BC43-6FD0-463A-9B6A-96E89CA9E8E7}" srcId="{1F903EBE-540A-403B-AE13-6A09126352BD}" destId="{A3E3B24C-57FC-44B5-9561-A765DD321DAF}" srcOrd="1" destOrd="0" parTransId="{5B3B0C40-0D58-4E88-955A-2CB9AC568B03}" sibTransId="{F746623A-CAB4-45D5-84E3-9687B39E051C}"/>
    <dgm:cxn modelId="{FB87CBE7-A783-49FA-9FDC-C388EA88CADE}" type="presOf" srcId="{F142DEDA-3202-4A6E-A872-744A36211997}" destId="{D62CADF8-24AE-4E16-B362-DFB8C42A8D00}" srcOrd="1" destOrd="0" presId="urn:microsoft.com/office/officeart/2005/8/layout/orgChart1"/>
    <dgm:cxn modelId="{2A7A2E8B-4E91-4769-93B9-65EF55884A61}" type="presOf" srcId="{1947618A-5736-4E7D-A7B1-0535566E666C}" destId="{EF3A83E1-5846-4AE9-8B47-6582C37CA326}" srcOrd="0" destOrd="0" presId="urn:microsoft.com/office/officeart/2005/8/layout/orgChart1"/>
    <dgm:cxn modelId="{B34837BD-08F4-4E98-9DF7-CF2258095AC2}" type="presOf" srcId="{F5201283-93EF-447F-A309-F472B07093A2}" destId="{6799B363-9D98-4604-A4A4-E9389563C283}" srcOrd="0" destOrd="0" presId="urn:microsoft.com/office/officeart/2005/8/layout/orgChart1"/>
    <dgm:cxn modelId="{81ECBBE0-B641-4AE9-A53F-16A71BDFB9C1}" srcId="{620DD3EC-BDCD-468B-B566-7FE2B848507E}" destId="{552219B0-29E3-4A6C-90E3-BE0B83069EBC}" srcOrd="0" destOrd="0" parTransId="{D723B879-676C-4614-8859-D09DEFF2A3B3}" sibTransId="{3AAC379C-C229-429B-B8C5-9157680B919C}"/>
    <dgm:cxn modelId="{9752C8B1-4851-486E-8BD3-4D299AC170C5}" type="presOf" srcId="{620DD3EC-BDCD-468B-B566-7FE2B848507E}" destId="{02B28F85-DE51-42FF-859E-1DD3A478F426}" srcOrd="0" destOrd="0" presId="urn:microsoft.com/office/officeart/2005/8/layout/orgChart1"/>
    <dgm:cxn modelId="{EEDD1D35-51A4-4EFC-BEC5-0B8F238E57D2}" srcId="{9286A5EC-F2A9-487D-8BF1-B96EEEFD636B}" destId="{F142DEDA-3202-4A6E-A872-744A36211997}" srcOrd="0" destOrd="0" parTransId="{588037F0-0B1A-4D72-81EB-CAFA026AEFB7}" sibTransId="{90D5C085-E7FD-409C-B728-A036C61691D1}"/>
    <dgm:cxn modelId="{D5DED77E-36FB-4C78-803A-152F67821B46}" srcId="{1F903EBE-540A-403B-AE13-6A09126352BD}" destId="{F5201283-93EF-447F-A309-F472B07093A2}" srcOrd="0" destOrd="0" parTransId="{6FF31BEE-1ADC-4286-A423-A6B05E791C1E}" sibTransId="{E00E07D9-E0E0-4290-A222-1755EA4D3C07}"/>
    <dgm:cxn modelId="{5BF2FA10-9BFA-43CB-B8E4-120AE225ADD7}" type="presOf" srcId="{8AF0438F-F951-4AAA-94A0-76D5065E57E6}" destId="{5C90F081-1725-4518-AFF5-00E9BD365D08}" srcOrd="0" destOrd="0" presId="urn:microsoft.com/office/officeart/2005/8/layout/orgChart1"/>
    <dgm:cxn modelId="{0889C6DA-DE3D-4EEE-8208-B33A7D302002}" type="presOf" srcId="{3C73C88C-ADAC-4E8D-8259-4FBC3819D296}" destId="{22A06763-7CD0-41E0-8047-44C9999C84AA}" srcOrd="0" destOrd="0" presId="urn:microsoft.com/office/officeart/2005/8/layout/orgChart1"/>
    <dgm:cxn modelId="{B1591C09-7513-49EA-B6E9-67FA7E0A5C0F}" type="presOf" srcId="{97FE4DBF-FC68-4DB5-91B7-27D9016F5F91}" destId="{A38FEF16-A8FD-4584-9ACA-99F20FFA0806}" srcOrd="0" destOrd="0" presId="urn:microsoft.com/office/officeart/2005/8/layout/orgChart1"/>
    <dgm:cxn modelId="{3FC3CB07-C21E-4703-BAE2-BF2AF6EFFB3D}" type="presOf" srcId="{8690EDF4-A482-43EC-BC9F-9F008C2777C9}" destId="{168B3CEB-9E35-46D7-B338-71F832127F39}" srcOrd="0" destOrd="0" presId="urn:microsoft.com/office/officeart/2005/8/layout/orgChart1"/>
    <dgm:cxn modelId="{5B08061B-4327-4D77-AFD4-35476325C3A0}" type="presOf" srcId="{FD58BE62-9C5A-475A-8FC1-794FCC27A5B8}" destId="{E8D8F91E-F1A5-4F8D-ACE9-9A373AB4F602}" srcOrd="0" destOrd="0" presId="urn:microsoft.com/office/officeart/2005/8/layout/orgChart1"/>
    <dgm:cxn modelId="{4CA9C32A-C8CD-40F1-AFCB-D726CB5C7F3F}" srcId="{1A65A4D7-7720-45CB-8279-86EBD3407E97}" destId="{9E6404DC-1053-49D6-95EE-599A97C88DD3}" srcOrd="0" destOrd="0" parTransId="{541DED35-EA1D-4B2B-8573-F418430E3EF8}" sibTransId="{8EA0B31F-0422-4926-B862-5636855C8DF2}"/>
    <dgm:cxn modelId="{71745D9E-E3F7-4D34-86DF-350CACF21783}" type="presOf" srcId="{A3E3B24C-57FC-44B5-9561-A765DD321DAF}" destId="{2F4B160F-529B-4874-8954-C825E6B6E84C}" srcOrd="0" destOrd="0" presId="urn:microsoft.com/office/officeart/2005/8/layout/orgChart1"/>
    <dgm:cxn modelId="{B6B5D39C-9D79-412A-AD91-77AB07BE50C9}" type="presOf" srcId="{F0DD7DD5-42DA-40A9-AF5E-4838A5773A93}" destId="{081D8ADF-018B-4725-B3FC-00E9C7C143E1}" srcOrd="1" destOrd="0" presId="urn:microsoft.com/office/officeart/2005/8/layout/orgChart1"/>
    <dgm:cxn modelId="{72609910-D3BA-48BD-A7DA-80D91E1FA6B6}" srcId="{9E6404DC-1053-49D6-95EE-599A97C88DD3}" destId="{1CD9272D-1AC8-4166-B759-BD2460765B07}" srcOrd="2" destOrd="0" parTransId="{4A0D96F5-06D9-485F-AEB5-2B27D37DA6F8}" sibTransId="{8DC6733E-1600-4C4F-9D0D-BA8273CB5ECB}"/>
    <dgm:cxn modelId="{7506067E-541A-4A3A-B687-F79671A6EB44}" type="presOf" srcId="{D723B879-676C-4614-8859-D09DEFF2A3B3}" destId="{8BF33A23-B9E7-4732-917C-5D66B726362F}" srcOrd="0" destOrd="0" presId="urn:microsoft.com/office/officeart/2005/8/layout/orgChart1"/>
    <dgm:cxn modelId="{0DB79881-AAFB-4207-A84A-6BD63F0812CA}" type="presParOf" srcId="{11077618-9302-474C-8482-1BBB83E3AEF1}" destId="{38ED7B2E-63E5-438D-91CD-EFA6DE9BBF61}" srcOrd="0" destOrd="0" presId="urn:microsoft.com/office/officeart/2005/8/layout/orgChart1"/>
    <dgm:cxn modelId="{5ED087B4-1F16-47F0-8EDF-6DE9E5DDE0ED}" type="presParOf" srcId="{38ED7B2E-63E5-438D-91CD-EFA6DE9BBF61}" destId="{ADCB6C6D-2F95-4AD5-B3EB-BEA9A3239732}" srcOrd="0" destOrd="0" presId="urn:microsoft.com/office/officeart/2005/8/layout/orgChart1"/>
    <dgm:cxn modelId="{38D93D17-E2F6-430A-BA0A-892F5F5DA1C8}" type="presParOf" srcId="{ADCB6C6D-2F95-4AD5-B3EB-BEA9A3239732}" destId="{0F3C8968-31FF-46A5-BCB3-A2E771257413}" srcOrd="0" destOrd="0" presId="urn:microsoft.com/office/officeart/2005/8/layout/orgChart1"/>
    <dgm:cxn modelId="{D0C9B760-9B41-40FA-837D-7DC64C5D98B6}" type="presParOf" srcId="{ADCB6C6D-2F95-4AD5-B3EB-BEA9A3239732}" destId="{C8C73746-D1E9-45A4-A4B2-4DB251C0CC5A}" srcOrd="1" destOrd="0" presId="urn:microsoft.com/office/officeart/2005/8/layout/orgChart1"/>
    <dgm:cxn modelId="{903973C5-4475-4E16-BB20-98C6713D6A7C}" type="presParOf" srcId="{38ED7B2E-63E5-438D-91CD-EFA6DE9BBF61}" destId="{AD53A4B1-01E7-41E8-9724-31F3910545A4}" srcOrd="1" destOrd="0" presId="urn:microsoft.com/office/officeart/2005/8/layout/orgChart1"/>
    <dgm:cxn modelId="{FD0D6115-7002-46BE-B6C7-37AF4D0756E1}" type="presParOf" srcId="{AD53A4B1-01E7-41E8-9724-31F3910545A4}" destId="{7B4371B5-9FE0-4A41-B872-D27DD755166A}" srcOrd="0" destOrd="0" presId="urn:microsoft.com/office/officeart/2005/8/layout/orgChart1"/>
    <dgm:cxn modelId="{C21C9606-5954-48DD-8BEA-B260DD6B6E14}" type="presParOf" srcId="{AD53A4B1-01E7-41E8-9724-31F3910545A4}" destId="{ED726A71-3CEE-43E5-B36E-E99BBF451E5B}" srcOrd="1" destOrd="0" presId="urn:microsoft.com/office/officeart/2005/8/layout/orgChart1"/>
    <dgm:cxn modelId="{9624EA68-142D-4F73-A240-6EDF415B7752}" type="presParOf" srcId="{ED726A71-3CEE-43E5-B36E-E99BBF451E5B}" destId="{82B2FC70-3C15-48D4-B101-71C09EFE19F9}" srcOrd="0" destOrd="0" presId="urn:microsoft.com/office/officeart/2005/8/layout/orgChart1"/>
    <dgm:cxn modelId="{196EE497-26E4-4E8E-BD39-4CB1915C3778}" type="presParOf" srcId="{82B2FC70-3C15-48D4-B101-71C09EFE19F9}" destId="{C9422C4E-2B02-4D33-A16B-EF7B187ECAB7}" srcOrd="0" destOrd="0" presId="urn:microsoft.com/office/officeart/2005/8/layout/orgChart1"/>
    <dgm:cxn modelId="{9C0A3F0D-C56E-46C5-B0BA-DC9109042609}" type="presParOf" srcId="{82B2FC70-3C15-48D4-B101-71C09EFE19F9}" destId="{A10B8E6A-AEE1-4C2B-8634-C515AEDBA0E5}" srcOrd="1" destOrd="0" presId="urn:microsoft.com/office/officeart/2005/8/layout/orgChart1"/>
    <dgm:cxn modelId="{5AFAFB96-E814-4DAC-B9A1-F9EFA64BA8C5}" type="presParOf" srcId="{ED726A71-3CEE-43E5-B36E-E99BBF451E5B}" destId="{C9264EDA-91B6-4FAE-AFE6-AFC29BE66386}" srcOrd="1" destOrd="0" presId="urn:microsoft.com/office/officeart/2005/8/layout/orgChart1"/>
    <dgm:cxn modelId="{67495CB3-FF0D-437B-A75F-D818BF677556}" type="presParOf" srcId="{C9264EDA-91B6-4FAE-AFE6-AFC29BE66386}" destId="{06A5B176-3147-4D45-9EF8-CF91B612166F}" srcOrd="0" destOrd="0" presId="urn:microsoft.com/office/officeart/2005/8/layout/orgChart1"/>
    <dgm:cxn modelId="{41338C89-1E6D-49CB-AA27-377383737EC7}" type="presParOf" srcId="{C9264EDA-91B6-4FAE-AFE6-AFC29BE66386}" destId="{A1823CA7-FCBA-4115-A337-66BE02B03547}" srcOrd="1" destOrd="0" presId="urn:microsoft.com/office/officeart/2005/8/layout/orgChart1"/>
    <dgm:cxn modelId="{CA65C1DA-4730-4949-B129-ECBC45F854A2}" type="presParOf" srcId="{A1823CA7-FCBA-4115-A337-66BE02B03547}" destId="{80E2B167-EDC3-4945-9077-5283EEF70EE4}" srcOrd="0" destOrd="0" presId="urn:microsoft.com/office/officeart/2005/8/layout/orgChart1"/>
    <dgm:cxn modelId="{04FAEB99-2DE4-4EA9-A7A2-78ABF19A7527}" type="presParOf" srcId="{80E2B167-EDC3-4945-9077-5283EEF70EE4}" destId="{28A90088-1D74-4647-BC3B-F17F2E584608}" srcOrd="0" destOrd="0" presId="urn:microsoft.com/office/officeart/2005/8/layout/orgChart1"/>
    <dgm:cxn modelId="{A4952F88-F6B7-489A-9049-87D4F65F9DBC}" type="presParOf" srcId="{80E2B167-EDC3-4945-9077-5283EEF70EE4}" destId="{D62CADF8-24AE-4E16-B362-DFB8C42A8D00}" srcOrd="1" destOrd="0" presId="urn:microsoft.com/office/officeart/2005/8/layout/orgChart1"/>
    <dgm:cxn modelId="{9143A6CF-7648-4C1D-9813-A5ACFD9FA4A5}" type="presParOf" srcId="{A1823CA7-FCBA-4115-A337-66BE02B03547}" destId="{D2D25354-BC15-441D-9C43-4E22F84DF7E3}" srcOrd="1" destOrd="0" presId="urn:microsoft.com/office/officeart/2005/8/layout/orgChart1"/>
    <dgm:cxn modelId="{70289677-024D-4C85-A511-A5EEA95E9AE4}" type="presParOf" srcId="{A1823CA7-FCBA-4115-A337-66BE02B03547}" destId="{42C6C630-1192-4F5E-B919-40B53C299E86}" srcOrd="2" destOrd="0" presId="urn:microsoft.com/office/officeart/2005/8/layout/orgChart1"/>
    <dgm:cxn modelId="{0213BD88-CC4A-423F-B2CA-EC0EB11F5F5E}" type="presParOf" srcId="{C9264EDA-91B6-4FAE-AFE6-AFC29BE66386}" destId="{22A06763-7CD0-41E0-8047-44C9999C84AA}" srcOrd="2" destOrd="0" presId="urn:microsoft.com/office/officeart/2005/8/layout/orgChart1"/>
    <dgm:cxn modelId="{AAFCFB26-61CE-45AA-8DA7-BE3C44890855}" type="presParOf" srcId="{C9264EDA-91B6-4FAE-AFE6-AFC29BE66386}" destId="{EBCD387B-99F5-420E-AC68-BB5DDA55274F}" srcOrd="3" destOrd="0" presId="urn:microsoft.com/office/officeart/2005/8/layout/orgChart1"/>
    <dgm:cxn modelId="{4B7EA589-DE0F-4FF9-A09D-C14F9966DCC3}" type="presParOf" srcId="{EBCD387B-99F5-420E-AC68-BB5DDA55274F}" destId="{1FCE71FC-8197-4D43-AEA9-42AE00FBE624}" srcOrd="0" destOrd="0" presId="urn:microsoft.com/office/officeart/2005/8/layout/orgChart1"/>
    <dgm:cxn modelId="{5EBD661D-FFB5-4F13-8C2A-B9576821D9D8}" type="presParOf" srcId="{1FCE71FC-8197-4D43-AEA9-42AE00FBE624}" destId="{EF3A83E1-5846-4AE9-8B47-6582C37CA326}" srcOrd="0" destOrd="0" presId="urn:microsoft.com/office/officeart/2005/8/layout/orgChart1"/>
    <dgm:cxn modelId="{BC151465-B34A-4D30-9F19-902583914513}" type="presParOf" srcId="{1FCE71FC-8197-4D43-AEA9-42AE00FBE624}" destId="{3FADC6AF-5D4B-418A-9301-DABA5E048E22}" srcOrd="1" destOrd="0" presId="urn:microsoft.com/office/officeart/2005/8/layout/orgChart1"/>
    <dgm:cxn modelId="{E0E7DC59-395E-46D7-986C-9986C927AB0B}" type="presParOf" srcId="{EBCD387B-99F5-420E-AC68-BB5DDA55274F}" destId="{AC56E703-D854-4DBA-8A21-3B81398E67CB}" srcOrd="1" destOrd="0" presId="urn:microsoft.com/office/officeart/2005/8/layout/orgChart1"/>
    <dgm:cxn modelId="{EF9B5A66-E7F9-4885-95D7-3B62711ABF10}" type="presParOf" srcId="{EBCD387B-99F5-420E-AC68-BB5DDA55274F}" destId="{578E88AA-3D50-4523-B7AE-4BD9067055A6}" srcOrd="2" destOrd="0" presId="urn:microsoft.com/office/officeart/2005/8/layout/orgChart1"/>
    <dgm:cxn modelId="{B9F5CA4B-AF97-4CD2-9B9B-3EFF81ECBC22}" type="presParOf" srcId="{ED726A71-3CEE-43E5-B36E-E99BBF451E5B}" destId="{C5C54053-3A12-46C3-BAAB-BDE4C3102748}" srcOrd="2" destOrd="0" presId="urn:microsoft.com/office/officeart/2005/8/layout/orgChart1"/>
    <dgm:cxn modelId="{3F2C3658-81AB-4BA9-A625-FBC33B734FD4}" type="presParOf" srcId="{AD53A4B1-01E7-41E8-9724-31F3910545A4}" destId="{0146BAA9-2B9D-4F2A-B565-A2DCB6505964}" srcOrd="2" destOrd="0" presId="urn:microsoft.com/office/officeart/2005/8/layout/orgChart1"/>
    <dgm:cxn modelId="{E893D35D-56D7-4A59-9EBD-CED4C36C61B9}" type="presParOf" srcId="{AD53A4B1-01E7-41E8-9724-31F3910545A4}" destId="{E84706B5-084F-4950-8554-35690A57F381}" srcOrd="3" destOrd="0" presId="urn:microsoft.com/office/officeart/2005/8/layout/orgChart1"/>
    <dgm:cxn modelId="{CCE16C19-31E1-478E-9ACE-F24E95F9271E}" type="presParOf" srcId="{E84706B5-084F-4950-8554-35690A57F381}" destId="{2A614826-E838-4B9F-9FD7-136F010E7C46}" srcOrd="0" destOrd="0" presId="urn:microsoft.com/office/officeart/2005/8/layout/orgChart1"/>
    <dgm:cxn modelId="{A33C81FF-C9DD-402D-90E2-22229A9FE729}" type="presParOf" srcId="{2A614826-E838-4B9F-9FD7-136F010E7C46}" destId="{02B28F85-DE51-42FF-859E-1DD3A478F426}" srcOrd="0" destOrd="0" presId="urn:microsoft.com/office/officeart/2005/8/layout/orgChart1"/>
    <dgm:cxn modelId="{801C5F19-FE7F-435A-A0F9-9F0CD8B65EFD}" type="presParOf" srcId="{2A614826-E838-4B9F-9FD7-136F010E7C46}" destId="{1999F93D-C5E3-4B58-A38A-C971B5C1871B}" srcOrd="1" destOrd="0" presId="urn:microsoft.com/office/officeart/2005/8/layout/orgChart1"/>
    <dgm:cxn modelId="{64770BB0-7A01-475B-9DB8-B7AB4C0CA657}" type="presParOf" srcId="{E84706B5-084F-4950-8554-35690A57F381}" destId="{4C592C92-3156-443C-BB98-9204DFF01F72}" srcOrd="1" destOrd="0" presId="urn:microsoft.com/office/officeart/2005/8/layout/orgChart1"/>
    <dgm:cxn modelId="{BD5FE90A-5A76-4746-A0E6-6E5DCD06734D}" type="presParOf" srcId="{4C592C92-3156-443C-BB98-9204DFF01F72}" destId="{8BF33A23-B9E7-4732-917C-5D66B726362F}" srcOrd="0" destOrd="0" presId="urn:microsoft.com/office/officeart/2005/8/layout/orgChart1"/>
    <dgm:cxn modelId="{DDD2DA3D-5A91-4E8F-B0C3-FC2CB0352C2C}" type="presParOf" srcId="{4C592C92-3156-443C-BB98-9204DFF01F72}" destId="{20C774D7-4094-42B3-BC8F-AB5D0586E671}" srcOrd="1" destOrd="0" presId="urn:microsoft.com/office/officeart/2005/8/layout/orgChart1"/>
    <dgm:cxn modelId="{ABA6A3AD-A1B1-40A5-BE8D-12862AB27A08}" type="presParOf" srcId="{20C774D7-4094-42B3-BC8F-AB5D0586E671}" destId="{B158E239-C176-4132-B1BA-6C1E7461F09C}" srcOrd="0" destOrd="0" presId="urn:microsoft.com/office/officeart/2005/8/layout/orgChart1"/>
    <dgm:cxn modelId="{882CDF62-AD7B-4F87-B134-424062227C48}" type="presParOf" srcId="{B158E239-C176-4132-B1BA-6C1E7461F09C}" destId="{9449DAAE-E410-44C5-A07D-A0445C0B7E6B}" srcOrd="0" destOrd="0" presId="urn:microsoft.com/office/officeart/2005/8/layout/orgChart1"/>
    <dgm:cxn modelId="{EA654119-2C8F-4500-9717-999EDB31627C}" type="presParOf" srcId="{B158E239-C176-4132-B1BA-6C1E7461F09C}" destId="{44F89C81-6EDD-4313-B033-6AFE4A6B1597}" srcOrd="1" destOrd="0" presId="urn:microsoft.com/office/officeart/2005/8/layout/orgChart1"/>
    <dgm:cxn modelId="{23504326-4C99-4969-926C-16EDD405C94A}" type="presParOf" srcId="{20C774D7-4094-42B3-BC8F-AB5D0586E671}" destId="{131D6045-90D5-4A9B-AF7A-E47E958A6183}" srcOrd="1" destOrd="0" presId="urn:microsoft.com/office/officeart/2005/8/layout/orgChart1"/>
    <dgm:cxn modelId="{56A18320-C243-4362-B524-96275A97EDFE}" type="presParOf" srcId="{131D6045-90D5-4A9B-AF7A-E47E958A6183}" destId="{A054D922-FDFA-4016-A8E9-3F9B47624963}" srcOrd="0" destOrd="0" presId="urn:microsoft.com/office/officeart/2005/8/layout/orgChart1"/>
    <dgm:cxn modelId="{2B4D561A-BDC5-4000-9736-7DC51DA8994C}" type="presParOf" srcId="{131D6045-90D5-4A9B-AF7A-E47E958A6183}" destId="{E72B2364-08A7-4AD4-9AF2-FB08E2A76FB2}" srcOrd="1" destOrd="0" presId="urn:microsoft.com/office/officeart/2005/8/layout/orgChart1"/>
    <dgm:cxn modelId="{9253778B-9CFD-4D54-A49F-7072AEEFB02C}" type="presParOf" srcId="{E72B2364-08A7-4AD4-9AF2-FB08E2A76FB2}" destId="{D84F1A8C-5488-499F-8203-82B75911DC30}" srcOrd="0" destOrd="0" presId="urn:microsoft.com/office/officeart/2005/8/layout/orgChart1"/>
    <dgm:cxn modelId="{81F44374-DD1B-4983-9277-3A81B923F79D}" type="presParOf" srcId="{D84F1A8C-5488-499F-8203-82B75911DC30}" destId="{A38FEF16-A8FD-4584-9ACA-99F20FFA0806}" srcOrd="0" destOrd="0" presId="urn:microsoft.com/office/officeart/2005/8/layout/orgChart1"/>
    <dgm:cxn modelId="{F0C0A7FE-F8ED-4237-AFBE-5D2933ECEC12}" type="presParOf" srcId="{D84F1A8C-5488-499F-8203-82B75911DC30}" destId="{717A3F18-F03B-4079-AE6D-526343F56E28}" srcOrd="1" destOrd="0" presId="urn:microsoft.com/office/officeart/2005/8/layout/orgChart1"/>
    <dgm:cxn modelId="{B171F813-7A0B-43BE-8CC6-A9010EC4C8E0}" type="presParOf" srcId="{E72B2364-08A7-4AD4-9AF2-FB08E2A76FB2}" destId="{D0E76F07-A128-46B4-9322-D6E0958C1FEE}" srcOrd="1" destOrd="0" presId="urn:microsoft.com/office/officeart/2005/8/layout/orgChart1"/>
    <dgm:cxn modelId="{EA8EB603-1E88-472B-B7BD-152D164C1056}" type="presParOf" srcId="{E72B2364-08A7-4AD4-9AF2-FB08E2A76FB2}" destId="{E7B65BD2-D681-44AC-BD36-DE59EC9D419D}" srcOrd="2" destOrd="0" presId="urn:microsoft.com/office/officeart/2005/8/layout/orgChart1"/>
    <dgm:cxn modelId="{185EA383-7C32-4FAD-8AA2-7FA98B4D8BE4}" type="presParOf" srcId="{131D6045-90D5-4A9B-AF7A-E47E958A6183}" destId="{335E3D6D-A135-422D-9CEF-04605C8BD476}" srcOrd="2" destOrd="0" presId="urn:microsoft.com/office/officeart/2005/8/layout/orgChart1"/>
    <dgm:cxn modelId="{67750CE2-6450-465D-9358-FBAE4517A1E6}" type="presParOf" srcId="{131D6045-90D5-4A9B-AF7A-E47E958A6183}" destId="{9052294D-864D-453C-8E8D-A9EBBE02CECC}" srcOrd="3" destOrd="0" presId="urn:microsoft.com/office/officeart/2005/8/layout/orgChart1"/>
    <dgm:cxn modelId="{5D081E22-B4B9-428D-9FBC-45D9F34AB750}" type="presParOf" srcId="{9052294D-864D-453C-8E8D-A9EBBE02CECC}" destId="{F5C6269A-07E6-463F-BDD6-B26A2059E256}" srcOrd="0" destOrd="0" presId="urn:microsoft.com/office/officeart/2005/8/layout/orgChart1"/>
    <dgm:cxn modelId="{C031E82B-74EB-4C67-AA41-598861F5CFD5}" type="presParOf" srcId="{F5C6269A-07E6-463F-BDD6-B26A2059E256}" destId="{68E6DF8D-BB33-4CD7-AD44-C084E5003464}" srcOrd="0" destOrd="0" presId="urn:microsoft.com/office/officeart/2005/8/layout/orgChart1"/>
    <dgm:cxn modelId="{7ED91019-C907-4B22-A8DD-BFFA54C1D9F6}" type="presParOf" srcId="{F5C6269A-07E6-463F-BDD6-B26A2059E256}" destId="{08F7F929-ACE8-4774-A20A-8E4A94F553C4}" srcOrd="1" destOrd="0" presId="urn:microsoft.com/office/officeart/2005/8/layout/orgChart1"/>
    <dgm:cxn modelId="{07CAE5A5-37F3-4696-866B-CC295C89C802}" type="presParOf" srcId="{9052294D-864D-453C-8E8D-A9EBBE02CECC}" destId="{E5F1FE06-7DBD-43A0-A97A-B0B789DA3829}" srcOrd="1" destOrd="0" presId="urn:microsoft.com/office/officeart/2005/8/layout/orgChart1"/>
    <dgm:cxn modelId="{CE86FB99-E1A0-43F3-941B-5504F0231497}" type="presParOf" srcId="{9052294D-864D-453C-8E8D-A9EBBE02CECC}" destId="{A6D66AD8-710E-49C2-B0B7-A4AE6C80DB1D}" srcOrd="2" destOrd="0" presId="urn:microsoft.com/office/officeart/2005/8/layout/orgChart1"/>
    <dgm:cxn modelId="{1C4FBC56-D19A-40DE-A9EB-5EDD4300FB54}" type="presParOf" srcId="{131D6045-90D5-4A9B-AF7A-E47E958A6183}" destId="{5C90F081-1725-4518-AFF5-00E9BD365D08}" srcOrd="4" destOrd="0" presId="urn:microsoft.com/office/officeart/2005/8/layout/orgChart1"/>
    <dgm:cxn modelId="{C1AA807C-41D2-4317-9611-EC4C71A370DF}" type="presParOf" srcId="{131D6045-90D5-4A9B-AF7A-E47E958A6183}" destId="{762A243F-A060-4C68-8576-E969512BD0D7}" srcOrd="5" destOrd="0" presId="urn:microsoft.com/office/officeart/2005/8/layout/orgChart1"/>
    <dgm:cxn modelId="{A8B4EC68-908F-4212-BD9C-97470F2219D0}" type="presParOf" srcId="{762A243F-A060-4C68-8576-E969512BD0D7}" destId="{5E74D4A1-F224-4CDC-9900-C55CDAF92800}" srcOrd="0" destOrd="0" presId="urn:microsoft.com/office/officeart/2005/8/layout/orgChart1"/>
    <dgm:cxn modelId="{471634BA-DA4D-4869-B52E-95D5321342F8}" type="presParOf" srcId="{5E74D4A1-F224-4CDC-9900-C55CDAF92800}" destId="{168B3CEB-9E35-46D7-B338-71F832127F39}" srcOrd="0" destOrd="0" presId="urn:microsoft.com/office/officeart/2005/8/layout/orgChart1"/>
    <dgm:cxn modelId="{F0B94ED8-6869-4BB5-A93E-13D6D4F730D2}" type="presParOf" srcId="{5E74D4A1-F224-4CDC-9900-C55CDAF92800}" destId="{37C577A4-BF3F-4ADF-B692-1E2A294079ED}" srcOrd="1" destOrd="0" presId="urn:microsoft.com/office/officeart/2005/8/layout/orgChart1"/>
    <dgm:cxn modelId="{6DF37A85-AA30-4F7D-91AE-7A589188F0C6}" type="presParOf" srcId="{762A243F-A060-4C68-8576-E969512BD0D7}" destId="{8D3215E6-A7CB-40FD-BD7D-B17DD43A308E}" srcOrd="1" destOrd="0" presId="urn:microsoft.com/office/officeart/2005/8/layout/orgChart1"/>
    <dgm:cxn modelId="{5552AEED-76C0-4887-8ED7-1A14868473A9}" type="presParOf" srcId="{762A243F-A060-4C68-8576-E969512BD0D7}" destId="{28C3C44D-1FFD-447B-B9AF-64ACACEAA2D1}" srcOrd="2" destOrd="0" presId="urn:microsoft.com/office/officeart/2005/8/layout/orgChart1"/>
    <dgm:cxn modelId="{3589BF7E-629D-432D-B0CA-9280AF8AD34B}" type="presParOf" srcId="{20C774D7-4094-42B3-BC8F-AB5D0586E671}" destId="{61412022-130F-4D56-8A65-CD43AA487E99}" srcOrd="2" destOrd="0" presId="urn:microsoft.com/office/officeart/2005/8/layout/orgChart1"/>
    <dgm:cxn modelId="{AC94A215-E159-4C9E-BC7A-F334F7EAD016}" type="presParOf" srcId="{4C592C92-3156-443C-BB98-9204DFF01F72}" destId="{76E33A9D-9480-40FB-A4DF-EE1E2E7E401E}" srcOrd="2" destOrd="0" presId="urn:microsoft.com/office/officeart/2005/8/layout/orgChart1"/>
    <dgm:cxn modelId="{ED75B494-8157-4E29-95DC-D94D470C7C8C}" type="presParOf" srcId="{4C592C92-3156-443C-BB98-9204DFF01F72}" destId="{04B8EA4A-11CB-4AF7-85D7-32F9AD439CB7}" srcOrd="3" destOrd="0" presId="urn:microsoft.com/office/officeart/2005/8/layout/orgChart1"/>
    <dgm:cxn modelId="{8F02A0C7-BF79-4406-BF5A-84BF14E99C51}" type="presParOf" srcId="{04B8EA4A-11CB-4AF7-85D7-32F9AD439CB7}" destId="{D50DA092-4409-4311-BEA8-2E2A816EFE92}" srcOrd="0" destOrd="0" presId="urn:microsoft.com/office/officeart/2005/8/layout/orgChart1"/>
    <dgm:cxn modelId="{298E27EE-9470-4784-A90F-E14BF486EA5D}" type="presParOf" srcId="{D50DA092-4409-4311-BEA8-2E2A816EFE92}" destId="{B4DA07B5-29B3-4442-A69E-055EEC652BE8}" srcOrd="0" destOrd="0" presId="urn:microsoft.com/office/officeart/2005/8/layout/orgChart1"/>
    <dgm:cxn modelId="{B03EAFB3-5681-4586-AEC8-52084CC1FE52}" type="presParOf" srcId="{D50DA092-4409-4311-BEA8-2E2A816EFE92}" destId="{746FE1B3-37E8-4050-B0B7-5668D5D7D118}" srcOrd="1" destOrd="0" presId="urn:microsoft.com/office/officeart/2005/8/layout/orgChart1"/>
    <dgm:cxn modelId="{03C0DF5F-37B0-4999-92CE-0CAB2C2742F2}" type="presParOf" srcId="{04B8EA4A-11CB-4AF7-85D7-32F9AD439CB7}" destId="{CA531930-87B7-4E2B-AA93-B0ECAA52CC09}" srcOrd="1" destOrd="0" presId="urn:microsoft.com/office/officeart/2005/8/layout/orgChart1"/>
    <dgm:cxn modelId="{3F726381-6169-4801-ADC2-836689F4AD83}" type="presParOf" srcId="{CA531930-87B7-4E2B-AA93-B0ECAA52CC09}" destId="{D126D19F-5B41-45F1-AFE2-DAC2B0A5CE49}" srcOrd="0" destOrd="0" presId="urn:microsoft.com/office/officeart/2005/8/layout/orgChart1"/>
    <dgm:cxn modelId="{7784F56A-23D3-45B4-BF13-6CB1264C424E}" type="presParOf" srcId="{CA531930-87B7-4E2B-AA93-B0ECAA52CC09}" destId="{B07CF127-9E5B-4CAC-9D34-393C8C308966}" srcOrd="1" destOrd="0" presId="urn:microsoft.com/office/officeart/2005/8/layout/orgChart1"/>
    <dgm:cxn modelId="{8E65FCDE-AF67-4159-89B5-5A7C3C77A17C}" type="presParOf" srcId="{B07CF127-9E5B-4CAC-9D34-393C8C308966}" destId="{C6C04622-DEA1-4FF2-B5FD-1F2E5A556D87}" srcOrd="0" destOrd="0" presId="urn:microsoft.com/office/officeart/2005/8/layout/orgChart1"/>
    <dgm:cxn modelId="{E638EEAD-3400-4139-96A1-1A0328AC7B05}" type="presParOf" srcId="{C6C04622-DEA1-4FF2-B5FD-1F2E5A556D87}" destId="{6799B363-9D98-4604-A4A4-E9389563C283}" srcOrd="0" destOrd="0" presId="urn:microsoft.com/office/officeart/2005/8/layout/orgChart1"/>
    <dgm:cxn modelId="{66A4C699-1016-40BB-9099-6923D351203C}" type="presParOf" srcId="{C6C04622-DEA1-4FF2-B5FD-1F2E5A556D87}" destId="{33A969E9-6C7F-4976-BD81-5A481E3C6C97}" srcOrd="1" destOrd="0" presId="urn:microsoft.com/office/officeart/2005/8/layout/orgChart1"/>
    <dgm:cxn modelId="{84D62FB8-2351-4C8B-903E-2D4B2B1A15CB}" type="presParOf" srcId="{B07CF127-9E5B-4CAC-9D34-393C8C308966}" destId="{DE305E68-FDF8-463B-92BB-A6878DD5BDC6}" srcOrd="1" destOrd="0" presId="urn:microsoft.com/office/officeart/2005/8/layout/orgChart1"/>
    <dgm:cxn modelId="{03391174-4285-45B3-A58B-D491CA7FAE6D}" type="presParOf" srcId="{B07CF127-9E5B-4CAC-9D34-393C8C308966}" destId="{B4483B8D-A6B6-40E7-993F-5F0092911C92}" srcOrd="2" destOrd="0" presId="urn:microsoft.com/office/officeart/2005/8/layout/orgChart1"/>
    <dgm:cxn modelId="{556A0F85-F3D8-4002-B90F-EAB59A6919BD}" type="presParOf" srcId="{CA531930-87B7-4E2B-AA93-B0ECAA52CC09}" destId="{8CFA1414-EF78-4D24-A617-C85129D53A41}" srcOrd="2" destOrd="0" presId="urn:microsoft.com/office/officeart/2005/8/layout/orgChart1"/>
    <dgm:cxn modelId="{53DFEB62-B257-4A41-B8F3-06597777E5C2}" type="presParOf" srcId="{CA531930-87B7-4E2B-AA93-B0ECAA52CC09}" destId="{CC361FC9-2104-4F7D-AB63-2FE66AC71898}" srcOrd="3" destOrd="0" presId="urn:microsoft.com/office/officeart/2005/8/layout/orgChart1"/>
    <dgm:cxn modelId="{CB7EAF99-47B7-417C-BDEC-C8B0A5B17A95}" type="presParOf" srcId="{CC361FC9-2104-4F7D-AB63-2FE66AC71898}" destId="{5735CEE9-57FE-476E-AA36-8049A1F34B72}" srcOrd="0" destOrd="0" presId="urn:microsoft.com/office/officeart/2005/8/layout/orgChart1"/>
    <dgm:cxn modelId="{64DB424B-4399-46A6-9CF3-1C1D88307FDD}" type="presParOf" srcId="{5735CEE9-57FE-476E-AA36-8049A1F34B72}" destId="{2F4B160F-529B-4874-8954-C825E6B6E84C}" srcOrd="0" destOrd="0" presId="urn:microsoft.com/office/officeart/2005/8/layout/orgChart1"/>
    <dgm:cxn modelId="{6A00E762-A362-476D-8770-D988135CDAAF}" type="presParOf" srcId="{5735CEE9-57FE-476E-AA36-8049A1F34B72}" destId="{848E958E-8B67-434B-9137-CC01EE501CA3}" srcOrd="1" destOrd="0" presId="urn:microsoft.com/office/officeart/2005/8/layout/orgChart1"/>
    <dgm:cxn modelId="{1B9AB877-CEDB-4EAC-8F1F-BC721039F596}" type="presParOf" srcId="{CC361FC9-2104-4F7D-AB63-2FE66AC71898}" destId="{5FA3E3B9-BD31-404C-8B3F-568EC53EBE0A}" srcOrd="1" destOrd="0" presId="urn:microsoft.com/office/officeart/2005/8/layout/orgChart1"/>
    <dgm:cxn modelId="{AAF128C1-4539-4C6B-ACE4-52F5AA04C391}" type="presParOf" srcId="{CC361FC9-2104-4F7D-AB63-2FE66AC71898}" destId="{21D43AC7-8DE9-4EC0-A02C-45B005AAB5F3}" srcOrd="2" destOrd="0" presId="urn:microsoft.com/office/officeart/2005/8/layout/orgChart1"/>
    <dgm:cxn modelId="{FB31BE17-9E89-404A-8382-9B3210EABC49}" type="presParOf" srcId="{CA531930-87B7-4E2B-AA93-B0ECAA52CC09}" destId="{32359F1C-A9ED-4688-B4C1-9BD3856B782F}" srcOrd="4" destOrd="0" presId="urn:microsoft.com/office/officeart/2005/8/layout/orgChart1"/>
    <dgm:cxn modelId="{93929B2E-E03E-46AD-B1C2-A04EAD895FB5}" type="presParOf" srcId="{CA531930-87B7-4E2B-AA93-B0ECAA52CC09}" destId="{EC3859F2-C165-4F24-96E2-CF110914EF88}" srcOrd="5" destOrd="0" presId="urn:microsoft.com/office/officeart/2005/8/layout/orgChart1"/>
    <dgm:cxn modelId="{F95FF8AE-F758-48DB-B53D-AE6DCD89E904}" type="presParOf" srcId="{EC3859F2-C165-4F24-96E2-CF110914EF88}" destId="{1A6CC071-23A5-477B-B8DD-6078A1416AC9}" srcOrd="0" destOrd="0" presId="urn:microsoft.com/office/officeart/2005/8/layout/orgChart1"/>
    <dgm:cxn modelId="{477A6539-86C8-407C-AF25-C223B0B6B179}" type="presParOf" srcId="{1A6CC071-23A5-477B-B8DD-6078A1416AC9}" destId="{7C5450E3-21FF-45C9-A61A-CFD47BF3DD80}" srcOrd="0" destOrd="0" presId="urn:microsoft.com/office/officeart/2005/8/layout/orgChart1"/>
    <dgm:cxn modelId="{C905B4E4-3609-4E4F-AA3E-05557CF87143}" type="presParOf" srcId="{1A6CC071-23A5-477B-B8DD-6078A1416AC9}" destId="{081D8ADF-018B-4725-B3FC-00E9C7C143E1}" srcOrd="1" destOrd="0" presId="urn:microsoft.com/office/officeart/2005/8/layout/orgChart1"/>
    <dgm:cxn modelId="{16E46FA7-109A-4537-B59F-FD90947D7A1F}" type="presParOf" srcId="{EC3859F2-C165-4F24-96E2-CF110914EF88}" destId="{693FCD4E-3958-4683-ACEE-FEDABAB20404}" srcOrd="1" destOrd="0" presId="urn:microsoft.com/office/officeart/2005/8/layout/orgChart1"/>
    <dgm:cxn modelId="{4843BCCB-0E65-4A29-8C79-4E0BA4C16A83}" type="presParOf" srcId="{EC3859F2-C165-4F24-96E2-CF110914EF88}" destId="{908F48B5-17E9-4ABB-ABC6-14239DFF2140}" srcOrd="2" destOrd="0" presId="urn:microsoft.com/office/officeart/2005/8/layout/orgChart1"/>
    <dgm:cxn modelId="{78151A7A-47F3-4E65-8FEF-503EB5D8EC05}" type="presParOf" srcId="{CA531930-87B7-4E2B-AA93-B0ECAA52CC09}" destId="{0E65960B-D63B-4BCA-936C-BC405B6E85B4}" srcOrd="6" destOrd="0" presId="urn:microsoft.com/office/officeart/2005/8/layout/orgChart1"/>
    <dgm:cxn modelId="{0F9FADE3-8D86-47EF-8110-EF2001EE8027}" type="presParOf" srcId="{CA531930-87B7-4E2B-AA93-B0ECAA52CC09}" destId="{D0669423-A56A-42C5-9159-D309B6F47183}" srcOrd="7" destOrd="0" presId="urn:microsoft.com/office/officeart/2005/8/layout/orgChart1"/>
    <dgm:cxn modelId="{51456D1E-C097-4868-BBFD-3DE9CF4F4D11}" type="presParOf" srcId="{D0669423-A56A-42C5-9159-D309B6F47183}" destId="{229808FB-2F26-4F6E-8338-FB6B2E2A0C91}" srcOrd="0" destOrd="0" presId="urn:microsoft.com/office/officeart/2005/8/layout/orgChart1"/>
    <dgm:cxn modelId="{9A91A164-72AF-44EF-B21D-D097E93F5C61}" type="presParOf" srcId="{229808FB-2F26-4F6E-8338-FB6B2E2A0C91}" destId="{AE5D4A74-AA7A-4BF5-BD2B-D4252AA03B18}" srcOrd="0" destOrd="0" presId="urn:microsoft.com/office/officeart/2005/8/layout/orgChart1"/>
    <dgm:cxn modelId="{911998D6-A386-44C9-8FE2-643A095613B7}" type="presParOf" srcId="{229808FB-2F26-4F6E-8338-FB6B2E2A0C91}" destId="{40D265C0-5A59-455E-9D4C-2478F69B5ECD}" srcOrd="1" destOrd="0" presId="urn:microsoft.com/office/officeart/2005/8/layout/orgChart1"/>
    <dgm:cxn modelId="{7620D404-47A0-4B6F-9550-9DBC8D447A6E}" type="presParOf" srcId="{D0669423-A56A-42C5-9159-D309B6F47183}" destId="{A385D2B6-DFA7-4927-BD58-3987B4316BC5}" srcOrd="1" destOrd="0" presId="urn:microsoft.com/office/officeart/2005/8/layout/orgChart1"/>
    <dgm:cxn modelId="{ABC12AE2-70F4-4EA7-AF19-B0193D4DBBB9}" type="presParOf" srcId="{D0669423-A56A-42C5-9159-D309B6F47183}" destId="{20F94EF6-7B95-4689-B778-55116AB574BE}" srcOrd="2" destOrd="0" presId="urn:microsoft.com/office/officeart/2005/8/layout/orgChart1"/>
    <dgm:cxn modelId="{3E91A5FF-C80D-4BC6-96B2-3C0A0F34E50F}" type="presParOf" srcId="{04B8EA4A-11CB-4AF7-85D7-32F9AD439CB7}" destId="{E9A486E8-3FB6-41A6-BD46-32EB689AD74B}" srcOrd="2" destOrd="0" presId="urn:microsoft.com/office/officeart/2005/8/layout/orgChart1"/>
    <dgm:cxn modelId="{B1BE96F7-2337-44FA-BD34-76B245EE353D}" type="presParOf" srcId="{E84706B5-084F-4950-8554-35690A57F381}" destId="{3E362709-8DF5-4ED1-BE78-2D67C7F6CD59}" srcOrd="2" destOrd="0" presId="urn:microsoft.com/office/officeart/2005/8/layout/orgChart1"/>
    <dgm:cxn modelId="{80A0243D-DD1E-49DF-AA99-E061AFB40076}" type="presParOf" srcId="{AD53A4B1-01E7-41E8-9724-31F3910545A4}" destId="{41173D40-128D-4048-83A1-7C68DE4B0041}" srcOrd="4" destOrd="0" presId="urn:microsoft.com/office/officeart/2005/8/layout/orgChart1"/>
    <dgm:cxn modelId="{44A13285-2B1E-4BF6-9FFA-7EA0C2EBE986}" type="presParOf" srcId="{AD53A4B1-01E7-41E8-9724-31F3910545A4}" destId="{77C8DAFF-F1C4-4376-ADCE-FAE7B586EEC6}" srcOrd="5" destOrd="0" presId="urn:microsoft.com/office/officeart/2005/8/layout/orgChart1"/>
    <dgm:cxn modelId="{ED079C27-F3A6-4B4A-9021-128B26E5D09E}" type="presParOf" srcId="{77C8DAFF-F1C4-4376-ADCE-FAE7B586EEC6}" destId="{9BA2FD92-C266-461A-9CEF-3F5B3F322573}" srcOrd="0" destOrd="0" presId="urn:microsoft.com/office/officeart/2005/8/layout/orgChart1"/>
    <dgm:cxn modelId="{D8F9B64C-0DA9-4EA3-8C4A-E5D94A9A7AAE}" type="presParOf" srcId="{9BA2FD92-C266-461A-9CEF-3F5B3F322573}" destId="{1FF2C928-7E62-4953-B1D7-8B0B163A6AFE}" srcOrd="0" destOrd="0" presId="urn:microsoft.com/office/officeart/2005/8/layout/orgChart1"/>
    <dgm:cxn modelId="{8B32C646-1110-4B54-AC6A-65CADF87E362}" type="presParOf" srcId="{9BA2FD92-C266-461A-9CEF-3F5B3F322573}" destId="{BD367FDB-F21D-4007-903C-1680264363A2}" srcOrd="1" destOrd="0" presId="urn:microsoft.com/office/officeart/2005/8/layout/orgChart1"/>
    <dgm:cxn modelId="{9E199201-D47C-477E-BC03-EAB544D16D4B}" type="presParOf" srcId="{77C8DAFF-F1C4-4376-ADCE-FAE7B586EEC6}" destId="{89E75F9B-EF94-49CA-B184-A185FABDCC9E}" srcOrd="1" destOrd="0" presId="urn:microsoft.com/office/officeart/2005/8/layout/orgChart1"/>
    <dgm:cxn modelId="{AF814075-ED25-4F17-96EA-A1690B09F2C0}" type="presParOf" srcId="{77C8DAFF-F1C4-4376-ADCE-FAE7B586EEC6}" destId="{723E8A3D-30CC-43F6-B950-6A5B5D6CC2D7}" srcOrd="2" destOrd="0" presId="urn:microsoft.com/office/officeart/2005/8/layout/orgChart1"/>
    <dgm:cxn modelId="{1EA2C973-CC6A-4435-A6B7-068EA12E208C}" type="presParOf" srcId="{AD53A4B1-01E7-41E8-9724-31F3910545A4}" destId="{353E71C0-A296-46B8-BAB0-268BA4C59D7C}" srcOrd="6" destOrd="0" presId="urn:microsoft.com/office/officeart/2005/8/layout/orgChart1"/>
    <dgm:cxn modelId="{92950DAE-059B-4146-B9C0-D2AA2F76B7C0}" type="presParOf" srcId="{AD53A4B1-01E7-41E8-9724-31F3910545A4}" destId="{7C556C8E-4126-4403-8CEB-51B59AA69FCE}" srcOrd="7" destOrd="0" presId="urn:microsoft.com/office/officeart/2005/8/layout/orgChart1"/>
    <dgm:cxn modelId="{8AA71A29-693C-4861-A752-142EEDADA77F}" type="presParOf" srcId="{7C556C8E-4126-4403-8CEB-51B59AA69FCE}" destId="{792CB3AC-3271-4253-9453-ACCE18AB5F73}" srcOrd="0" destOrd="0" presId="urn:microsoft.com/office/officeart/2005/8/layout/orgChart1"/>
    <dgm:cxn modelId="{7823DAB5-50CB-43DE-B5C7-DD56AC978691}" type="presParOf" srcId="{792CB3AC-3271-4253-9453-ACCE18AB5F73}" destId="{3FE29DE7-91AC-456D-96C3-01A8723E90DD}" srcOrd="0" destOrd="0" presId="urn:microsoft.com/office/officeart/2005/8/layout/orgChart1"/>
    <dgm:cxn modelId="{C9D3ADEF-3F16-4229-BF32-4200F0ABC47A}" type="presParOf" srcId="{792CB3AC-3271-4253-9453-ACCE18AB5F73}" destId="{13BFADD0-1160-4E94-B239-1C8F225F6CFC}" srcOrd="1" destOrd="0" presId="urn:microsoft.com/office/officeart/2005/8/layout/orgChart1"/>
    <dgm:cxn modelId="{3C917A8A-5239-4971-BF50-94179C1B1036}" type="presParOf" srcId="{7C556C8E-4126-4403-8CEB-51B59AA69FCE}" destId="{966D70F9-F0E7-4F8D-98FE-BF1FCEA430A3}" srcOrd="1" destOrd="0" presId="urn:microsoft.com/office/officeart/2005/8/layout/orgChart1"/>
    <dgm:cxn modelId="{9BBED120-D1E1-4E73-9AA9-0A10D8ED110A}" type="presParOf" srcId="{966D70F9-F0E7-4F8D-98FE-BF1FCEA430A3}" destId="{E8D8F91E-F1A5-4F8D-ACE9-9A373AB4F602}" srcOrd="0" destOrd="0" presId="urn:microsoft.com/office/officeart/2005/8/layout/orgChart1"/>
    <dgm:cxn modelId="{B613E11F-A248-4455-840B-BF0B0380A869}" type="presParOf" srcId="{966D70F9-F0E7-4F8D-98FE-BF1FCEA430A3}" destId="{58FFB421-4A0C-4CF3-B422-54FD25A55D00}" srcOrd="1" destOrd="0" presId="urn:microsoft.com/office/officeart/2005/8/layout/orgChart1"/>
    <dgm:cxn modelId="{45F26B26-4183-477E-9A67-841A8C0246A0}" type="presParOf" srcId="{58FFB421-4A0C-4CF3-B422-54FD25A55D00}" destId="{491B2114-EC20-4333-BCD6-3D1DF446B531}" srcOrd="0" destOrd="0" presId="urn:microsoft.com/office/officeart/2005/8/layout/orgChart1"/>
    <dgm:cxn modelId="{45487FF3-E415-4D0E-8241-6B7E91CA8B3E}" type="presParOf" srcId="{491B2114-EC20-4333-BCD6-3D1DF446B531}" destId="{6B6FF532-E374-4C3C-9AE6-B33C87D175C6}" srcOrd="0" destOrd="0" presId="urn:microsoft.com/office/officeart/2005/8/layout/orgChart1"/>
    <dgm:cxn modelId="{46B1281C-D24F-4DF7-9302-7666F62A624A}" type="presParOf" srcId="{491B2114-EC20-4333-BCD6-3D1DF446B531}" destId="{433EA3FF-AA33-4D7D-846D-D982629E13C8}" srcOrd="1" destOrd="0" presId="urn:microsoft.com/office/officeart/2005/8/layout/orgChart1"/>
    <dgm:cxn modelId="{8EA240FC-A3EC-49FB-8B3C-228372B87E0E}" type="presParOf" srcId="{58FFB421-4A0C-4CF3-B422-54FD25A55D00}" destId="{E1C00461-91F5-4376-B9B2-4E15AA192F5E}" srcOrd="1" destOrd="0" presId="urn:microsoft.com/office/officeart/2005/8/layout/orgChart1"/>
    <dgm:cxn modelId="{91CDCF40-2944-4666-BAB6-731942148983}" type="presParOf" srcId="{58FFB421-4A0C-4CF3-B422-54FD25A55D00}" destId="{E28894B6-1AAF-4B15-95C4-963C07257423}" srcOrd="2" destOrd="0" presId="urn:microsoft.com/office/officeart/2005/8/layout/orgChart1"/>
    <dgm:cxn modelId="{E3D632C9-33CC-4F7C-8CBF-B892B372EC22}" type="presParOf" srcId="{966D70F9-F0E7-4F8D-98FE-BF1FCEA430A3}" destId="{A6AEC731-784C-4937-A03C-10E36E389653}" srcOrd="2" destOrd="0" presId="urn:microsoft.com/office/officeart/2005/8/layout/orgChart1"/>
    <dgm:cxn modelId="{0583033C-99D0-41A2-839C-51776BABCA66}" type="presParOf" srcId="{966D70F9-F0E7-4F8D-98FE-BF1FCEA430A3}" destId="{81F98256-19E3-41F3-A179-5FD3C8528B93}" srcOrd="3" destOrd="0" presId="urn:microsoft.com/office/officeart/2005/8/layout/orgChart1"/>
    <dgm:cxn modelId="{09FEFA13-4186-4F61-B5ED-472F3D96B038}" type="presParOf" srcId="{81F98256-19E3-41F3-A179-5FD3C8528B93}" destId="{7D37F3E2-9A54-4A8B-9D98-463A1E71C297}" srcOrd="0" destOrd="0" presId="urn:microsoft.com/office/officeart/2005/8/layout/orgChart1"/>
    <dgm:cxn modelId="{8FA7D25A-50BB-4BB2-902A-776B2987F6BE}" type="presParOf" srcId="{7D37F3E2-9A54-4A8B-9D98-463A1E71C297}" destId="{A5C492F6-2C14-4789-99A7-8336CA11E5E6}" srcOrd="0" destOrd="0" presId="urn:microsoft.com/office/officeart/2005/8/layout/orgChart1"/>
    <dgm:cxn modelId="{3C0E17F3-5BC3-4E52-9F63-E76EEECBD7E6}" type="presParOf" srcId="{7D37F3E2-9A54-4A8B-9D98-463A1E71C297}" destId="{FFC3C1BC-4503-4220-A853-D7E64043A229}" srcOrd="1" destOrd="0" presId="urn:microsoft.com/office/officeart/2005/8/layout/orgChart1"/>
    <dgm:cxn modelId="{95D5BE1C-F9A7-487A-80E6-FFF7E3285867}" type="presParOf" srcId="{81F98256-19E3-41F3-A179-5FD3C8528B93}" destId="{FFC3E22D-D705-44FA-AF2F-2AB8E92ECAA1}" srcOrd="1" destOrd="0" presId="urn:microsoft.com/office/officeart/2005/8/layout/orgChart1"/>
    <dgm:cxn modelId="{D5751D43-9FDA-480B-9864-B6CED7588305}" type="presParOf" srcId="{81F98256-19E3-41F3-A179-5FD3C8528B93}" destId="{74A2D5BC-3258-4084-9C8E-B24C3258AAF1}" srcOrd="2" destOrd="0" presId="urn:microsoft.com/office/officeart/2005/8/layout/orgChart1"/>
    <dgm:cxn modelId="{CA98F1B6-39C3-4C71-AD6E-E4988FA8DE59}" type="presParOf" srcId="{7C556C8E-4126-4403-8CEB-51B59AA69FCE}" destId="{8C890729-6A60-4D4F-A0C4-9E3A9BF60082}" srcOrd="2" destOrd="0" presId="urn:microsoft.com/office/officeart/2005/8/layout/orgChart1"/>
    <dgm:cxn modelId="{9D973967-C180-4DA1-9783-801A28437A84}" type="presParOf" srcId="{38ED7B2E-63E5-438D-91CD-EFA6DE9BBF61}" destId="{96DEF822-DC52-4FFC-82DA-389CD5B2965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65A4D7-7720-45CB-8279-86EBD3407E97}" type="doc">
      <dgm:prSet loTypeId="urn:microsoft.com/office/officeart/2005/8/layout/orgChart1" loCatId="hierarchy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E6404DC-1053-49D6-95EE-599A97C88DD3}">
      <dgm:prSet phldrT="[Text]" custT="1"/>
      <dgm:spPr/>
      <dgm:t>
        <a:bodyPr/>
        <a:lstStyle/>
        <a:p>
          <a:r>
            <a:rPr lang="en-US" sz="1600" dirty="0" smtClean="0"/>
            <a:t>Chapter 18 – Requirements reuse</a:t>
          </a:r>
          <a:endParaRPr lang="en-US" sz="1600" dirty="0"/>
        </a:p>
      </dgm:t>
    </dgm:pt>
    <dgm:pt modelId="{541DED35-EA1D-4B2B-8573-F418430E3EF8}" type="parTrans" cxnId="{4CA9C32A-C8CD-40F1-AFCB-D726CB5C7F3F}">
      <dgm:prSet/>
      <dgm:spPr/>
      <dgm:t>
        <a:bodyPr/>
        <a:lstStyle/>
        <a:p>
          <a:endParaRPr lang="en-US"/>
        </a:p>
      </dgm:t>
    </dgm:pt>
    <dgm:pt modelId="{8EA0B31F-0422-4926-B862-5636855C8DF2}" type="sibTrans" cxnId="{4CA9C32A-C8CD-40F1-AFCB-D726CB5C7F3F}">
      <dgm:prSet/>
      <dgm:spPr/>
      <dgm:t>
        <a:bodyPr/>
        <a:lstStyle/>
        <a:p>
          <a:endParaRPr lang="en-US"/>
        </a:p>
      </dgm:t>
    </dgm:pt>
    <dgm:pt modelId="{620DD3EC-BDCD-468B-B566-7FE2B848507E}">
      <dgm:prSet phldrT="[Text]" custT="1"/>
      <dgm:spPr/>
      <dgm:t>
        <a:bodyPr/>
        <a:lstStyle/>
        <a:p>
          <a:r>
            <a:rPr lang="en-US" sz="1200" dirty="0" smtClean="0"/>
            <a:t>Common reuse scenarios</a:t>
          </a:r>
          <a:endParaRPr lang="en-US" sz="1200" dirty="0"/>
        </a:p>
      </dgm:t>
    </dgm:pt>
    <dgm:pt modelId="{F0764DAA-254D-4C3C-9708-669D5BF5A337}" type="parTrans" cxnId="{55322DC1-D5BB-4947-91D3-C49D83A86839}">
      <dgm:prSet/>
      <dgm:spPr/>
      <dgm:t>
        <a:bodyPr/>
        <a:lstStyle/>
        <a:p>
          <a:endParaRPr lang="en-US"/>
        </a:p>
      </dgm:t>
    </dgm:pt>
    <dgm:pt modelId="{61B96E30-C56F-4FDE-AA00-908E8835534F}" type="sibTrans" cxnId="{55322DC1-D5BB-4947-91D3-C49D83A86839}">
      <dgm:prSet/>
      <dgm:spPr/>
      <dgm:t>
        <a:bodyPr/>
        <a:lstStyle/>
        <a:p>
          <a:endParaRPr lang="en-US"/>
        </a:p>
      </dgm:t>
    </dgm:pt>
    <dgm:pt modelId="{9286A5EC-F2A9-487D-8BF1-B96EEEFD636B}">
      <dgm:prSet phldrT="[Text]" custT="1"/>
      <dgm:spPr/>
      <dgm:t>
        <a:bodyPr/>
        <a:lstStyle/>
        <a:p>
          <a:r>
            <a:rPr lang="en-US" sz="1200" dirty="0" smtClean="0"/>
            <a:t>Requirements reuse.</a:t>
          </a:r>
          <a:endParaRPr lang="en-US" sz="1200" dirty="0"/>
        </a:p>
      </dgm:t>
    </dgm:pt>
    <dgm:pt modelId="{D6357A36-116B-440B-A9E1-8EDB3A4D1B88}" type="sibTrans" cxnId="{3371D227-869E-4636-B9B0-BA373BCE5AD6}">
      <dgm:prSet/>
      <dgm:spPr/>
      <dgm:t>
        <a:bodyPr/>
        <a:lstStyle/>
        <a:p>
          <a:endParaRPr lang="en-US"/>
        </a:p>
      </dgm:t>
    </dgm:pt>
    <dgm:pt modelId="{8CE2CE9A-EBD7-445E-BD99-21666869C1D4}" type="parTrans" cxnId="{3371D227-869E-4636-B9B0-BA373BCE5AD6}">
      <dgm:prSet/>
      <dgm:spPr/>
      <dgm:t>
        <a:bodyPr/>
        <a:lstStyle/>
        <a:p>
          <a:endParaRPr lang="en-US"/>
        </a:p>
      </dgm:t>
    </dgm:pt>
    <dgm:pt modelId="{552219B0-29E3-4A6C-90E3-BE0B83069EBC}">
      <dgm:prSet phldrT="[Text]" custT="1"/>
      <dgm:spPr/>
      <dgm:t>
        <a:bodyPr/>
        <a:lstStyle/>
        <a:p>
          <a:r>
            <a:rPr lang="en-US" sz="1200" dirty="0" smtClean="0"/>
            <a:t>SW product lines</a:t>
          </a:r>
          <a:endParaRPr lang="en-US" sz="1200" dirty="0"/>
        </a:p>
      </dgm:t>
    </dgm:pt>
    <dgm:pt modelId="{D723B879-676C-4614-8859-D09DEFF2A3B3}" type="parTrans" cxnId="{81ECBBE0-B641-4AE9-A53F-16A71BDFB9C1}">
      <dgm:prSet/>
      <dgm:spPr/>
      <dgm:t>
        <a:bodyPr/>
        <a:lstStyle/>
        <a:p>
          <a:endParaRPr lang="en-US"/>
        </a:p>
      </dgm:t>
    </dgm:pt>
    <dgm:pt modelId="{3AAC379C-C229-429B-B8C5-9157680B919C}" type="sibTrans" cxnId="{81ECBBE0-B641-4AE9-A53F-16A71BDFB9C1}">
      <dgm:prSet/>
      <dgm:spPr/>
      <dgm:t>
        <a:bodyPr/>
        <a:lstStyle/>
        <a:p>
          <a:endParaRPr lang="en-US"/>
        </a:p>
      </dgm:t>
    </dgm:pt>
    <dgm:pt modelId="{1F903EBE-540A-403B-AE13-6A09126352BD}">
      <dgm:prSet phldrT="[Text]" custT="1"/>
      <dgm:spPr/>
      <dgm:t>
        <a:bodyPr/>
        <a:lstStyle/>
        <a:p>
          <a:r>
            <a:rPr lang="en-US" sz="1200" dirty="0" smtClean="0"/>
            <a:t>Requirement patterns</a:t>
          </a:r>
          <a:endParaRPr lang="en-US" sz="1200" dirty="0"/>
        </a:p>
      </dgm:t>
    </dgm:pt>
    <dgm:pt modelId="{248E9311-DF61-4B0E-BD57-16AE2D707A60}" type="parTrans" cxnId="{3AA2732E-E1F3-4BD5-9990-5D30D82B08ED}">
      <dgm:prSet/>
      <dgm:spPr/>
      <dgm:t>
        <a:bodyPr/>
        <a:lstStyle/>
        <a:p>
          <a:endParaRPr lang="en-US"/>
        </a:p>
      </dgm:t>
    </dgm:pt>
    <dgm:pt modelId="{BB52F0E9-3899-452E-BFB9-D8344A4C6147}" type="sibTrans" cxnId="{3AA2732E-E1F3-4BD5-9990-5D30D82B08ED}">
      <dgm:prSet/>
      <dgm:spPr/>
      <dgm:t>
        <a:bodyPr/>
        <a:lstStyle/>
        <a:p>
          <a:endParaRPr lang="en-US"/>
        </a:p>
      </dgm:t>
    </dgm:pt>
    <dgm:pt modelId="{F142DEDA-3202-4A6E-A872-744A36211997}">
      <dgm:prSet phldrT="[Text]" custT="1"/>
      <dgm:spPr/>
      <dgm:t>
        <a:bodyPr/>
        <a:lstStyle/>
        <a:p>
          <a:r>
            <a:rPr lang="en-US" sz="1200" dirty="0" smtClean="0"/>
            <a:t>Why reuse </a:t>
          </a:r>
          <a:r>
            <a:rPr lang="en-US" sz="1200" dirty="0" err="1" smtClean="0"/>
            <a:t>reqs</a:t>
          </a:r>
          <a:r>
            <a:rPr lang="en-US" sz="1200" dirty="0" smtClean="0"/>
            <a:t>.?</a:t>
          </a:r>
          <a:endParaRPr lang="en-US" sz="1200" dirty="0"/>
        </a:p>
      </dgm:t>
    </dgm:pt>
    <dgm:pt modelId="{588037F0-0B1A-4D72-81EB-CAFA026AEFB7}" type="parTrans" cxnId="{EEDD1D35-51A4-4EFC-BEC5-0B8F238E57D2}">
      <dgm:prSet/>
      <dgm:spPr/>
      <dgm:t>
        <a:bodyPr/>
        <a:lstStyle/>
        <a:p>
          <a:endParaRPr lang="en-US"/>
        </a:p>
      </dgm:t>
    </dgm:pt>
    <dgm:pt modelId="{90D5C085-E7FD-409C-B728-A036C61691D1}" type="sibTrans" cxnId="{EEDD1D35-51A4-4EFC-BEC5-0B8F238E57D2}">
      <dgm:prSet/>
      <dgm:spPr/>
      <dgm:t>
        <a:bodyPr/>
        <a:lstStyle/>
        <a:p>
          <a:endParaRPr lang="en-US"/>
        </a:p>
      </dgm:t>
    </dgm:pt>
    <dgm:pt modelId="{1947618A-5736-4E7D-A7B1-0535566E666C}">
      <dgm:prSet phldrT="[Text]" custT="1"/>
      <dgm:spPr/>
      <dgm:t>
        <a:bodyPr/>
        <a:lstStyle/>
        <a:p>
          <a:r>
            <a:rPr lang="en-US" sz="1200" dirty="0" smtClean="0"/>
            <a:t>Dimension of </a:t>
          </a:r>
          <a:r>
            <a:rPr lang="en-US" sz="1200" dirty="0" err="1" smtClean="0"/>
            <a:t>reqs</a:t>
          </a:r>
          <a:r>
            <a:rPr lang="en-US" sz="1200" dirty="0" smtClean="0"/>
            <a:t>. Reuse</a:t>
          </a:r>
          <a:endParaRPr lang="en-US" sz="1200" dirty="0"/>
        </a:p>
      </dgm:t>
    </dgm:pt>
    <dgm:pt modelId="{3C73C88C-ADAC-4E8D-8259-4FBC3819D296}" type="parTrans" cxnId="{48FB7E41-4DCE-49A7-8A59-30799E27CFF1}">
      <dgm:prSet/>
      <dgm:spPr/>
      <dgm:t>
        <a:bodyPr/>
        <a:lstStyle/>
        <a:p>
          <a:endParaRPr lang="en-US"/>
        </a:p>
      </dgm:t>
    </dgm:pt>
    <dgm:pt modelId="{4AA8505F-D096-4A68-B858-481E0AB908C1}" type="sibTrans" cxnId="{48FB7E41-4DCE-49A7-8A59-30799E27CFF1}">
      <dgm:prSet/>
      <dgm:spPr/>
      <dgm:t>
        <a:bodyPr/>
        <a:lstStyle/>
        <a:p>
          <a:endParaRPr lang="en-US"/>
        </a:p>
      </dgm:t>
    </dgm:pt>
    <dgm:pt modelId="{AEC44668-A4C2-4E1B-B39E-CB2888B9DE8D}">
      <dgm:prSet phldrT="[Text]" custT="1"/>
      <dgm:spPr/>
      <dgm:t>
        <a:bodyPr/>
        <a:lstStyle/>
        <a:p>
          <a:r>
            <a:rPr lang="en-US" sz="1200" dirty="0" err="1" smtClean="0"/>
            <a:t>Reqs</a:t>
          </a:r>
          <a:r>
            <a:rPr lang="en-US" sz="1200" dirty="0" smtClean="0"/>
            <a:t>. Reuse</a:t>
          </a:r>
          <a:endParaRPr lang="en-US" sz="1200" dirty="0"/>
        </a:p>
      </dgm:t>
    </dgm:pt>
    <dgm:pt modelId="{FD58BE62-9C5A-475A-8FC1-794FCC27A5B8}" type="parTrans" cxnId="{F0E261ED-88BB-4FDF-A410-3711D4F68B41}">
      <dgm:prSet/>
      <dgm:spPr/>
      <dgm:t>
        <a:bodyPr/>
        <a:lstStyle/>
        <a:p>
          <a:endParaRPr lang="en-US"/>
        </a:p>
      </dgm:t>
    </dgm:pt>
    <dgm:pt modelId="{A87416F6-CAF3-4F24-8E79-E769B7818015}" type="sibTrans" cxnId="{F0E261ED-88BB-4FDF-A410-3711D4F68B41}">
      <dgm:prSet/>
      <dgm:spPr/>
      <dgm:t>
        <a:bodyPr/>
        <a:lstStyle/>
        <a:p>
          <a:endParaRPr lang="en-US"/>
        </a:p>
      </dgm:t>
    </dgm:pt>
    <dgm:pt modelId="{C6E4FEDD-12A9-48D1-836A-71DF2EBCFFAD}">
      <dgm:prSet phldrT="[Text]" custT="1"/>
      <dgm:spPr/>
      <dgm:t>
        <a:bodyPr/>
        <a:lstStyle/>
        <a:p>
          <a:r>
            <a:rPr lang="en-US" sz="1200" dirty="0" smtClean="0"/>
            <a:t>Types of </a:t>
          </a:r>
          <a:r>
            <a:rPr lang="en-US" sz="1200" dirty="0" err="1" smtClean="0"/>
            <a:t>reqs</a:t>
          </a:r>
          <a:r>
            <a:rPr lang="en-US" sz="1200" dirty="0" smtClean="0"/>
            <a:t>. Reuse</a:t>
          </a:r>
          <a:endParaRPr lang="en-US" sz="1200" dirty="0"/>
        </a:p>
      </dgm:t>
    </dgm:pt>
    <dgm:pt modelId="{A2275AAE-D67F-4B48-809F-43E648A9868F}" type="parTrans" cxnId="{4CF36AB0-83A9-4CD1-9F6C-54F7A6E3A79C}">
      <dgm:prSet/>
      <dgm:spPr/>
      <dgm:t>
        <a:bodyPr/>
        <a:lstStyle/>
        <a:p>
          <a:endParaRPr lang="en-US"/>
        </a:p>
      </dgm:t>
    </dgm:pt>
    <dgm:pt modelId="{795C140E-55F9-45B3-A3C9-9055A88BB7F4}" type="sibTrans" cxnId="{4CF36AB0-83A9-4CD1-9F6C-54F7A6E3A79C}">
      <dgm:prSet/>
      <dgm:spPr/>
      <dgm:t>
        <a:bodyPr/>
        <a:lstStyle/>
        <a:p>
          <a:endParaRPr lang="en-US"/>
        </a:p>
      </dgm:t>
    </dgm:pt>
    <dgm:pt modelId="{ED538FBE-6130-45A2-A1D0-5DEB03E796E8}">
      <dgm:prSet phldrT="[Text]" custT="1"/>
      <dgm:spPr/>
      <dgm:t>
        <a:bodyPr/>
        <a:lstStyle/>
        <a:p>
          <a:r>
            <a:rPr lang="en-US" sz="1200" dirty="0" smtClean="0"/>
            <a:t>Reengineered and replacement systems</a:t>
          </a:r>
          <a:endParaRPr lang="en-US" sz="1200" dirty="0"/>
        </a:p>
      </dgm:t>
    </dgm:pt>
    <dgm:pt modelId="{8BEDDD51-476B-4EA3-BB0E-02C6B68708C7}" type="parTrans" cxnId="{76FE0A3B-1FB2-47AB-A803-192EED8CF4A6}">
      <dgm:prSet/>
      <dgm:spPr/>
      <dgm:t>
        <a:bodyPr/>
        <a:lstStyle/>
        <a:p>
          <a:endParaRPr lang="en-US"/>
        </a:p>
      </dgm:t>
    </dgm:pt>
    <dgm:pt modelId="{35D97104-0716-450A-B2F9-D53D45C2A7A7}" type="sibTrans" cxnId="{76FE0A3B-1FB2-47AB-A803-192EED8CF4A6}">
      <dgm:prSet/>
      <dgm:spPr/>
      <dgm:t>
        <a:bodyPr/>
        <a:lstStyle/>
        <a:p>
          <a:endParaRPr lang="en-US"/>
        </a:p>
      </dgm:t>
    </dgm:pt>
    <dgm:pt modelId="{CC7928C2-579C-44D0-AB38-88BC756CAA0E}">
      <dgm:prSet phldrT="[Text]" custT="1"/>
      <dgm:spPr/>
      <dgm:t>
        <a:bodyPr/>
        <a:lstStyle/>
        <a:p>
          <a:r>
            <a:rPr lang="en-US" sz="1200" dirty="0" smtClean="0"/>
            <a:t>Other likely reuse opportunities</a:t>
          </a:r>
          <a:endParaRPr lang="en-US" sz="1200" dirty="0"/>
        </a:p>
      </dgm:t>
    </dgm:pt>
    <dgm:pt modelId="{35F2611B-0442-443A-B647-B82B7382EA23}" type="parTrans" cxnId="{2D45FC77-4AED-4DE6-8379-E523C1F99EFC}">
      <dgm:prSet/>
      <dgm:spPr/>
      <dgm:t>
        <a:bodyPr/>
        <a:lstStyle/>
        <a:p>
          <a:endParaRPr lang="en-US"/>
        </a:p>
      </dgm:t>
    </dgm:pt>
    <dgm:pt modelId="{A433C3AB-C870-42AA-B57A-E43B2BF3718E}" type="sibTrans" cxnId="{2D45FC77-4AED-4DE6-8379-E523C1F99EFC}">
      <dgm:prSet/>
      <dgm:spPr/>
      <dgm:t>
        <a:bodyPr/>
        <a:lstStyle/>
        <a:p>
          <a:endParaRPr lang="en-US"/>
        </a:p>
      </dgm:t>
    </dgm:pt>
    <dgm:pt modelId="{68F0BB4A-4CA0-4481-8397-108E86A12DA4}">
      <dgm:prSet phldrT="[Text]" custT="1"/>
      <dgm:spPr/>
      <dgm:t>
        <a:bodyPr/>
        <a:lstStyle/>
        <a:p>
          <a:r>
            <a:rPr lang="en-US" sz="1200" smtClean="0"/>
            <a:t>Guidance</a:t>
          </a:r>
          <a:endParaRPr lang="en-US" sz="1200" dirty="0"/>
        </a:p>
      </dgm:t>
    </dgm:pt>
    <dgm:pt modelId="{ED5ECDE6-7B87-4768-B1AE-20C55CA1EA8F}" type="parTrans" cxnId="{4C35333B-E2CE-49B4-8E8B-065145550125}">
      <dgm:prSet/>
      <dgm:spPr/>
      <dgm:t>
        <a:bodyPr/>
        <a:lstStyle/>
        <a:p>
          <a:endParaRPr lang="en-US"/>
        </a:p>
      </dgm:t>
    </dgm:pt>
    <dgm:pt modelId="{A0B2EC27-08AF-4A70-911E-D73503EF8DD4}" type="sibTrans" cxnId="{4C35333B-E2CE-49B4-8E8B-065145550125}">
      <dgm:prSet/>
      <dgm:spPr/>
      <dgm:t>
        <a:bodyPr/>
        <a:lstStyle/>
        <a:p>
          <a:endParaRPr lang="en-US"/>
        </a:p>
      </dgm:t>
    </dgm:pt>
    <dgm:pt modelId="{E9C886F1-1EBC-4EBC-BB4B-24DF341523A6}">
      <dgm:prSet phldrT="[Text]" custT="1"/>
      <dgm:spPr/>
      <dgm:t>
        <a:bodyPr/>
        <a:lstStyle/>
        <a:p>
          <a:r>
            <a:rPr lang="en-US" sz="1200" dirty="0" smtClean="0"/>
            <a:t>Content</a:t>
          </a:r>
          <a:endParaRPr lang="en-US" sz="1200" dirty="0"/>
        </a:p>
      </dgm:t>
    </dgm:pt>
    <dgm:pt modelId="{5E8DD444-C688-4780-A5F0-D4A4181FBDCC}" type="parTrans" cxnId="{B6ED6959-D36F-40C1-BB7A-D25AABCCA5A0}">
      <dgm:prSet/>
      <dgm:spPr/>
      <dgm:t>
        <a:bodyPr/>
        <a:lstStyle/>
        <a:p>
          <a:endParaRPr lang="en-US"/>
        </a:p>
      </dgm:t>
    </dgm:pt>
    <dgm:pt modelId="{677365F0-85D2-4516-9D4D-C1E5444A6324}" type="sibTrans" cxnId="{B6ED6959-D36F-40C1-BB7A-D25AABCCA5A0}">
      <dgm:prSet/>
      <dgm:spPr/>
      <dgm:t>
        <a:bodyPr/>
        <a:lstStyle/>
        <a:p>
          <a:endParaRPr lang="en-US"/>
        </a:p>
      </dgm:t>
    </dgm:pt>
    <dgm:pt modelId="{2EA5620F-A953-4641-A9F7-FF6474899C89}">
      <dgm:prSet phldrT="[Text]" custT="1"/>
      <dgm:spPr/>
      <dgm:t>
        <a:bodyPr/>
        <a:lstStyle/>
        <a:p>
          <a:r>
            <a:rPr lang="en-US" sz="1200" dirty="0" smtClean="0"/>
            <a:t>Template</a:t>
          </a:r>
          <a:endParaRPr lang="en-US" sz="1200" dirty="0"/>
        </a:p>
      </dgm:t>
    </dgm:pt>
    <dgm:pt modelId="{5D54CE41-C375-40B2-A52F-A4D5244B4F6B}" type="parTrans" cxnId="{6E33D0D5-87BC-4AF4-9FFF-BA2468C620CA}">
      <dgm:prSet/>
      <dgm:spPr/>
      <dgm:t>
        <a:bodyPr/>
        <a:lstStyle/>
        <a:p>
          <a:endParaRPr lang="en-US"/>
        </a:p>
      </dgm:t>
    </dgm:pt>
    <dgm:pt modelId="{EC911C88-B43C-4ADA-AC79-C106AB283D2F}" type="sibTrans" cxnId="{6E33D0D5-87BC-4AF4-9FFF-BA2468C620CA}">
      <dgm:prSet/>
      <dgm:spPr/>
      <dgm:t>
        <a:bodyPr/>
        <a:lstStyle/>
        <a:p>
          <a:endParaRPr lang="en-US"/>
        </a:p>
      </dgm:t>
    </dgm:pt>
    <dgm:pt modelId="{58071AFA-4B9B-45FE-8D29-BD33AD1AE5F0}">
      <dgm:prSet phldrT="[Text]" custT="1"/>
      <dgm:spPr/>
      <dgm:t>
        <a:bodyPr/>
        <a:lstStyle/>
        <a:p>
          <a:r>
            <a:rPr lang="en-US" sz="1200" dirty="0" smtClean="0"/>
            <a:t>Examples</a:t>
          </a:r>
          <a:endParaRPr lang="en-US" sz="1200" dirty="0"/>
        </a:p>
      </dgm:t>
    </dgm:pt>
    <dgm:pt modelId="{BFB1E75C-DD68-4F5F-8C40-4F4C36AC6BEA}" type="parTrans" cxnId="{3E834A22-B4D9-4FB8-A0CF-60BD401E9F77}">
      <dgm:prSet/>
      <dgm:spPr/>
      <dgm:t>
        <a:bodyPr/>
        <a:lstStyle/>
        <a:p>
          <a:endParaRPr lang="en-US"/>
        </a:p>
      </dgm:t>
    </dgm:pt>
    <dgm:pt modelId="{E37F1C88-1AF1-48F6-AAEF-12C017B78A04}" type="sibTrans" cxnId="{3E834A22-B4D9-4FB8-A0CF-60BD401E9F77}">
      <dgm:prSet/>
      <dgm:spPr/>
      <dgm:t>
        <a:bodyPr/>
        <a:lstStyle/>
        <a:p>
          <a:endParaRPr lang="en-US"/>
        </a:p>
      </dgm:t>
    </dgm:pt>
    <dgm:pt modelId="{C23EE67C-7F77-47BA-A8B3-6493565ADACA}">
      <dgm:prSet phldrT="[Text]" custT="1"/>
      <dgm:spPr/>
      <dgm:t>
        <a:bodyPr/>
        <a:lstStyle/>
        <a:p>
          <a:r>
            <a:rPr lang="en-US" sz="1200" dirty="0" smtClean="0"/>
            <a:t>Extra </a:t>
          </a:r>
          <a:r>
            <a:rPr lang="en-US" sz="1200" dirty="0" err="1" smtClean="0"/>
            <a:t>reqs</a:t>
          </a:r>
          <a:r>
            <a:rPr lang="en-US" sz="1200" dirty="0" smtClean="0"/>
            <a:t>.</a:t>
          </a:r>
          <a:endParaRPr lang="en-US" sz="1200" dirty="0"/>
        </a:p>
      </dgm:t>
    </dgm:pt>
    <dgm:pt modelId="{97ECD7F0-AF08-4202-8F6B-6035FCFA351C}" type="parTrans" cxnId="{1EC82FDF-DEB7-4D50-9C29-27BC7BD7F60F}">
      <dgm:prSet/>
      <dgm:spPr/>
      <dgm:t>
        <a:bodyPr/>
        <a:lstStyle/>
        <a:p>
          <a:endParaRPr lang="en-US"/>
        </a:p>
      </dgm:t>
    </dgm:pt>
    <dgm:pt modelId="{81688764-0848-43B4-A2D6-8E904026A524}" type="sibTrans" cxnId="{1EC82FDF-DEB7-4D50-9C29-27BC7BD7F60F}">
      <dgm:prSet/>
      <dgm:spPr/>
      <dgm:t>
        <a:bodyPr/>
        <a:lstStyle/>
        <a:p>
          <a:endParaRPr lang="en-US"/>
        </a:p>
      </dgm:t>
    </dgm:pt>
    <dgm:pt modelId="{71A87117-79C4-4853-87C0-EA73BD2BB07E}">
      <dgm:prSet phldrT="[Text]" custT="1"/>
      <dgm:spPr/>
      <dgm:t>
        <a:bodyPr/>
        <a:lstStyle/>
        <a:p>
          <a:r>
            <a:rPr lang="en-US" sz="1200" dirty="0" smtClean="0"/>
            <a:t>Barriers factors</a:t>
          </a:r>
          <a:endParaRPr lang="en-US" sz="1200" dirty="0"/>
        </a:p>
      </dgm:t>
    </dgm:pt>
    <dgm:pt modelId="{37777025-6084-49B6-8F43-C5FFA95ABB75}" type="parTrans" cxnId="{1604376D-5C72-45EB-8CD2-AFD2D4B26B29}">
      <dgm:prSet/>
      <dgm:spPr/>
      <dgm:t>
        <a:bodyPr/>
        <a:lstStyle/>
        <a:p>
          <a:endParaRPr lang="en-US"/>
        </a:p>
      </dgm:t>
    </dgm:pt>
    <dgm:pt modelId="{6E88D8D5-C851-4296-8F3F-47D71B78C5A6}" type="sibTrans" cxnId="{1604376D-5C72-45EB-8CD2-AFD2D4B26B29}">
      <dgm:prSet/>
      <dgm:spPr/>
      <dgm:t>
        <a:bodyPr/>
        <a:lstStyle/>
        <a:p>
          <a:endParaRPr lang="en-US"/>
        </a:p>
      </dgm:t>
    </dgm:pt>
    <dgm:pt modelId="{F91A8AB5-9278-4D4E-BC56-21224700D286}">
      <dgm:prSet phldrT="[Text]" custT="1"/>
      <dgm:spPr/>
      <dgm:t>
        <a:bodyPr/>
        <a:lstStyle/>
        <a:p>
          <a:r>
            <a:rPr lang="en-US" sz="1200" dirty="0" smtClean="0"/>
            <a:t>Success factors</a:t>
          </a:r>
          <a:endParaRPr lang="en-US" sz="1200" dirty="0"/>
        </a:p>
      </dgm:t>
    </dgm:pt>
    <dgm:pt modelId="{502D84B5-6040-4F8C-8C70-AC9E8C7A7931}" type="parTrans" cxnId="{3E3F33A1-764D-455F-9609-979B7487620C}">
      <dgm:prSet/>
      <dgm:spPr/>
      <dgm:t>
        <a:bodyPr/>
        <a:lstStyle/>
        <a:p>
          <a:endParaRPr lang="en-US"/>
        </a:p>
      </dgm:t>
    </dgm:pt>
    <dgm:pt modelId="{C61FB986-3367-414D-9CC8-14FAE1051217}" type="sibTrans" cxnId="{3E3F33A1-764D-455F-9609-979B7487620C}">
      <dgm:prSet/>
      <dgm:spPr/>
      <dgm:t>
        <a:bodyPr/>
        <a:lstStyle/>
        <a:p>
          <a:endParaRPr lang="en-US"/>
        </a:p>
      </dgm:t>
    </dgm:pt>
    <dgm:pt modelId="{556E8FD8-40F6-455A-835F-025608B7D422}">
      <dgm:prSet phldrT="[Text]" custT="1"/>
      <dgm:spPr/>
      <dgm:t>
        <a:bodyPr/>
        <a:lstStyle/>
        <a:p>
          <a:r>
            <a:rPr lang="en-US" sz="1200" dirty="0" smtClean="0"/>
            <a:t>Extent of reuse</a:t>
          </a:r>
          <a:endParaRPr lang="en-US" sz="1200" dirty="0"/>
        </a:p>
      </dgm:t>
    </dgm:pt>
    <dgm:pt modelId="{E67C53B2-E892-4C0F-A08A-88A3ED9B61F7}" type="parTrans" cxnId="{A109B709-4C51-42E1-B8B3-EE694934A335}">
      <dgm:prSet/>
      <dgm:spPr/>
      <dgm:t>
        <a:bodyPr/>
        <a:lstStyle/>
        <a:p>
          <a:endParaRPr lang="en-US"/>
        </a:p>
      </dgm:t>
    </dgm:pt>
    <dgm:pt modelId="{E7544627-CF2D-48DA-8B7F-1F39195C4840}" type="sibTrans" cxnId="{A109B709-4C51-42E1-B8B3-EE694934A335}">
      <dgm:prSet/>
      <dgm:spPr/>
      <dgm:t>
        <a:bodyPr/>
        <a:lstStyle/>
        <a:p>
          <a:endParaRPr lang="en-US"/>
        </a:p>
      </dgm:t>
    </dgm:pt>
    <dgm:pt modelId="{98CFC344-9304-4EC6-B9BC-E8A0A24F49F8}">
      <dgm:prSet phldrT="[Text]" custT="1"/>
      <dgm:spPr/>
      <dgm:t>
        <a:bodyPr/>
        <a:lstStyle/>
        <a:p>
          <a:r>
            <a:rPr lang="en-US" sz="1200" dirty="0" smtClean="0"/>
            <a:t>Extent of </a:t>
          </a:r>
          <a:r>
            <a:rPr lang="en-US" sz="1200" dirty="0" err="1" smtClean="0"/>
            <a:t>modi</a:t>
          </a:r>
          <a:r>
            <a:rPr lang="en-US" sz="1200" dirty="0" smtClean="0"/>
            <a:t>.</a:t>
          </a:r>
          <a:endParaRPr lang="en-US" sz="1200" dirty="0"/>
        </a:p>
      </dgm:t>
    </dgm:pt>
    <dgm:pt modelId="{C261E12B-9CC3-4861-845D-9128B169CF9B}" type="parTrans" cxnId="{E1693E6E-D569-4F2B-8348-0AA7E4140BE6}">
      <dgm:prSet/>
      <dgm:spPr/>
      <dgm:t>
        <a:bodyPr/>
        <a:lstStyle/>
        <a:p>
          <a:endParaRPr lang="en-US"/>
        </a:p>
      </dgm:t>
    </dgm:pt>
    <dgm:pt modelId="{25975C59-E6F0-40BC-AC98-16866442FF31}" type="sibTrans" cxnId="{E1693E6E-D569-4F2B-8348-0AA7E4140BE6}">
      <dgm:prSet/>
      <dgm:spPr/>
      <dgm:t>
        <a:bodyPr/>
        <a:lstStyle/>
        <a:p>
          <a:endParaRPr lang="en-US"/>
        </a:p>
      </dgm:t>
    </dgm:pt>
    <dgm:pt modelId="{1EED062B-8F19-4777-9982-C169436E891C}">
      <dgm:prSet phldrT="[Text]" custT="1"/>
      <dgm:spPr/>
      <dgm:t>
        <a:bodyPr/>
        <a:lstStyle/>
        <a:p>
          <a:r>
            <a:rPr lang="en-US" sz="1200" dirty="0" smtClean="0"/>
            <a:t>Reuse mechanism</a:t>
          </a:r>
          <a:endParaRPr lang="en-US" sz="1200" dirty="0"/>
        </a:p>
      </dgm:t>
    </dgm:pt>
    <dgm:pt modelId="{E23F665C-87A1-4AE3-97A2-35DD5DD59927}" type="parTrans" cxnId="{DFABDEEE-A240-4EC9-97BA-95D30F3F29D5}">
      <dgm:prSet/>
      <dgm:spPr/>
      <dgm:t>
        <a:bodyPr/>
        <a:lstStyle/>
        <a:p>
          <a:endParaRPr lang="en-US"/>
        </a:p>
      </dgm:t>
    </dgm:pt>
    <dgm:pt modelId="{5F196C6C-6D57-46B2-B88F-666645662E91}" type="sibTrans" cxnId="{DFABDEEE-A240-4EC9-97BA-95D30F3F29D5}">
      <dgm:prSet/>
      <dgm:spPr/>
      <dgm:t>
        <a:bodyPr/>
        <a:lstStyle/>
        <a:p>
          <a:endParaRPr lang="en-US"/>
        </a:p>
      </dgm:t>
    </dgm:pt>
    <dgm:pt modelId="{F88CED9D-CB32-45D4-A470-43245E18FCB3}">
      <dgm:prSet phldrT="[Text]" custT="1"/>
      <dgm:spPr/>
      <dgm:t>
        <a:bodyPr/>
        <a:lstStyle/>
        <a:p>
          <a:r>
            <a:rPr lang="en-US" sz="1200" dirty="0" smtClean="0"/>
            <a:t>Within a product</a:t>
          </a:r>
          <a:endParaRPr lang="en-US" sz="1200" dirty="0"/>
        </a:p>
      </dgm:t>
    </dgm:pt>
    <dgm:pt modelId="{EDC0CFFA-ED12-4115-8BE2-0F3535696B0D}" type="parTrans" cxnId="{3E791538-C657-4F76-AC66-85F053D2401A}">
      <dgm:prSet/>
      <dgm:spPr/>
      <dgm:t>
        <a:bodyPr/>
        <a:lstStyle/>
        <a:p>
          <a:endParaRPr lang="en-US"/>
        </a:p>
      </dgm:t>
    </dgm:pt>
    <dgm:pt modelId="{4AA24FA2-F46B-4E9C-B6BE-9004FCF0C09D}" type="sibTrans" cxnId="{3E791538-C657-4F76-AC66-85F053D2401A}">
      <dgm:prSet/>
      <dgm:spPr/>
      <dgm:t>
        <a:bodyPr/>
        <a:lstStyle/>
        <a:p>
          <a:endParaRPr lang="en-US"/>
        </a:p>
      </dgm:t>
    </dgm:pt>
    <dgm:pt modelId="{3EF3A6E7-C292-47CC-B270-3E3EBE607D52}">
      <dgm:prSet phldrT="[Text]" custT="1"/>
      <dgm:spPr/>
      <dgm:t>
        <a:bodyPr/>
        <a:lstStyle/>
        <a:p>
          <a:r>
            <a:rPr lang="en-US" sz="1200" dirty="0" smtClean="0"/>
            <a:t>Across a product lines</a:t>
          </a:r>
          <a:endParaRPr lang="en-US" sz="1200" dirty="0"/>
        </a:p>
      </dgm:t>
    </dgm:pt>
    <dgm:pt modelId="{D481CA47-B5D5-4D96-BC79-BE9AAABF9466}" type="parTrans" cxnId="{4B0E9FDE-7A83-4153-8254-343BFFC6A15D}">
      <dgm:prSet/>
      <dgm:spPr/>
      <dgm:t>
        <a:bodyPr/>
        <a:lstStyle/>
        <a:p>
          <a:endParaRPr lang="en-US"/>
        </a:p>
      </dgm:t>
    </dgm:pt>
    <dgm:pt modelId="{D3C9781C-99F9-4FFB-85A6-AC0ABAA41395}" type="sibTrans" cxnId="{4B0E9FDE-7A83-4153-8254-343BFFC6A15D}">
      <dgm:prSet/>
      <dgm:spPr/>
      <dgm:t>
        <a:bodyPr/>
        <a:lstStyle/>
        <a:p>
          <a:endParaRPr lang="en-US"/>
        </a:p>
      </dgm:t>
    </dgm:pt>
    <dgm:pt modelId="{8FBC9412-DE73-4430-ABD4-170D2B2D5B40}">
      <dgm:prSet phldrT="[Text]" custT="1"/>
      <dgm:spPr/>
      <dgm:t>
        <a:bodyPr/>
        <a:lstStyle/>
        <a:p>
          <a:r>
            <a:rPr lang="en-US" sz="1200" dirty="0" smtClean="0"/>
            <a:t>Across a biz domain</a:t>
          </a:r>
          <a:endParaRPr lang="en-US" sz="1200" dirty="0"/>
        </a:p>
      </dgm:t>
    </dgm:pt>
    <dgm:pt modelId="{DE033789-4671-4B2D-80A6-DE47FDE133A9}" type="parTrans" cxnId="{9B5B3F46-E2B6-4B9A-9AFA-0605BD385EA0}">
      <dgm:prSet/>
      <dgm:spPr/>
      <dgm:t>
        <a:bodyPr/>
        <a:lstStyle/>
        <a:p>
          <a:endParaRPr lang="en-US"/>
        </a:p>
      </dgm:t>
    </dgm:pt>
    <dgm:pt modelId="{3FFF4DB3-76E7-4FCF-8DEB-5223A465A98F}" type="sibTrans" cxnId="{9B5B3F46-E2B6-4B9A-9AFA-0605BD385EA0}">
      <dgm:prSet/>
      <dgm:spPr/>
      <dgm:t>
        <a:bodyPr/>
        <a:lstStyle/>
        <a:p>
          <a:endParaRPr lang="en-US"/>
        </a:p>
      </dgm:t>
    </dgm:pt>
    <dgm:pt modelId="{8989D7C3-0377-4FA4-BDEF-0125186F1434}">
      <dgm:prSet phldrT="[Text]" custT="1"/>
      <dgm:spPr/>
      <dgm:t>
        <a:bodyPr/>
        <a:lstStyle/>
        <a:p>
          <a:r>
            <a:rPr lang="en-US" sz="1200" dirty="0" smtClean="0"/>
            <a:t>Within a platform</a:t>
          </a:r>
          <a:endParaRPr lang="en-US" sz="1200" dirty="0"/>
        </a:p>
      </dgm:t>
    </dgm:pt>
    <dgm:pt modelId="{9D210C6E-CF8C-4AD9-BC0C-1A9414145BC2}" type="parTrans" cxnId="{90FB866F-8CB1-4FCF-B39F-10C4BFCDC239}">
      <dgm:prSet/>
      <dgm:spPr/>
      <dgm:t>
        <a:bodyPr/>
        <a:lstStyle/>
        <a:p>
          <a:endParaRPr lang="en-US"/>
        </a:p>
      </dgm:t>
    </dgm:pt>
    <dgm:pt modelId="{B6B77A4B-D689-4396-B5C5-E87546531706}" type="sibTrans" cxnId="{90FB866F-8CB1-4FCF-B39F-10C4BFCDC239}">
      <dgm:prSet/>
      <dgm:spPr/>
      <dgm:t>
        <a:bodyPr/>
        <a:lstStyle/>
        <a:p>
          <a:endParaRPr lang="en-US"/>
        </a:p>
      </dgm:t>
    </dgm:pt>
    <dgm:pt modelId="{11077618-9302-474C-8482-1BBB83E3AEF1}" type="pres">
      <dgm:prSet presAssocID="{1A65A4D7-7720-45CB-8279-86EBD3407E9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8ED7B2E-63E5-438D-91CD-EFA6DE9BBF61}" type="pres">
      <dgm:prSet presAssocID="{9E6404DC-1053-49D6-95EE-599A97C88DD3}" presName="hierRoot1" presStyleCnt="0">
        <dgm:presLayoutVars>
          <dgm:hierBranch val="init"/>
        </dgm:presLayoutVars>
      </dgm:prSet>
      <dgm:spPr/>
    </dgm:pt>
    <dgm:pt modelId="{ADCB6C6D-2F95-4AD5-B3EB-BEA9A3239732}" type="pres">
      <dgm:prSet presAssocID="{9E6404DC-1053-49D6-95EE-599A97C88DD3}" presName="rootComposite1" presStyleCnt="0"/>
      <dgm:spPr/>
    </dgm:pt>
    <dgm:pt modelId="{0F3C8968-31FF-46A5-BCB3-A2E771257413}" type="pres">
      <dgm:prSet presAssocID="{9E6404DC-1053-49D6-95EE-599A97C88DD3}" presName="rootText1" presStyleLbl="node0" presStyleIdx="0" presStyleCnt="1" custScaleX="379549" custScaleY="153424" custLinFactNeighborX="-4584" custLinFactNeighborY="-3850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8C73746-D1E9-45A4-A4B2-4DB251C0CC5A}" type="pres">
      <dgm:prSet presAssocID="{9E6404DC-1053-49D6-95EE-599A97C88DD3}" presName="rootConnector1" presStyleLbl="node1" presStyleIdx="0" presStyleCnt="0"/>
      <dgm:spPr/>
      <dgm:t>
        <a:bodyPr/>
        <a:lstStyle/>
        <a:p>
          <a:endParaRPr lang="en-US"/>
        </a:p>
      </dgm:t>
    </dgm:pt>
    <dgm:pt modelId="{AD53A4B1-01E7-41E8-9724-31F3910545A4}" type="pres">
      <dgm:prSet presAssocID="{9E6404DC-1053-49D6-95EE-599A97C88DD3}" presName="hierChild2" presStyleCnt="0"/>
      <dgm:spPr/>
    </dgm:pt>
    <dgm:pt modelId="{7B4371B5-9FE0-4A41-B872-D27DD755166A}" type="pres">
      <dgm:prSet presAssocID="{8CE2CE9A-EBD7-445E-BD99-21666869C1D4}" presName="Name37" presStyleLbl="parChTrans1D2" presStyleIdx="0" presStyleCnt="4"/>
      <dgm:spPr/>
      <dgm:t>
        <a:bodyPr/>
        <a:lstStyle/>
        <a:p>
          <a:endParaRPr lang="en-US"/>
        </a:p>
      </dgm:t>
    </dgm:pt>
    <dgm:pt modelId="{ED726A71-3CEE-43E5-B36E-E99BBF451E5B}" type="pres">
      <dgm:prSet presAssocID="{9286A5EC-F2A9-487D-8BF1-B96EEEFD636B}" presName="hierRoot2" presStyleCnt="0">
        <dgm:presLayoutVars>
          <dgm:hierBranch val="init"/>
        </dgm:presLayoutVars>
      </dgm:prSet>
      <dgm:spPr/>
    </dgm:pt>
    <dgm:pt modelId="{82B2FC70-3C15-48D4-B101-71C09EFE19F9}" type="pres">
      <dgm:prSet presAssocID="{9286A5EC-F2A9-487D-8BF1-B96EEEFD636B}" presName="rootComposite" presStyleCnt="0"/>
      <dgm:spPr/>
    </dgm:pt>
    <dgm:pt modelId="{C9422C4E-2B02-4D33-A16B-EF7B187ECAB7}" type="pres">
      <dgm:prSet presAssocID="{9286A5EC-F2A9-487D-8BF1-B96EEEFD636B}" presName="rootText" presStyleLbl="node2" presStyleIdx="0" presStyleCnt="4" custScaleX="166646" custScaleY="107464" custLinFactNeighborX="4006" custLinFactNeighborY="108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10B8E6A-AEE1-4C2B-8634-C515AEDBA0E5}" type="pres">
      <dgm:prSet presAssocID="{9286A5EC-F2A9-487D-8BF1-B96EEEFD636B}" presName="rootConnector" presStyleLbl="node2" presStyleIdx="0" presStyleCnt="4"/>
      <dgm:spPr/>
      <dgm:t>
        <a:bodyPr/>
        <a:lstStyle/>
        <a:p>
          <a:endParaRPr lang="en-US"/>
        </a:p>
      </dgm:t>
    </dgm:pt>
    <dgm:pt modelId="{C9264EDA-91B6-4FAE-AFE6-AFC29BE66386}" type="pres">
      <dgm:prSet presAssocID="{9286A5EC-F2A9-487D-8BF1-B96EEEFD636B}" presName="hierChild4" presStyleCnt="0"/>
      <dgm:spPr/>
    </dgm:pt>
    <dgm:pt modelId="{06A5B176-3147-4D45-9EF8-CF91B612166F}" type="pres">
      <dgm:prSet presAssocID="{588037F0-0B1A-4D72-81EB-CAFA026AEFB7}" presName="Name37" presStyleLbl="parChTrans1D3" presStyleIdx="0" presStyleCnt="13"/>
      <dgm:spPr/>
      <dgm:t>
        <a:bodyPr/>
        <a:lstStyle/>
        <a:p>
          <a:endParaRPr lang="en-US"/>
        </a:p>
      </dgm:t>
    </dgm:pt>
    <dgm:pt modelId="{A1823CA7-FCBA-4115-A337-66BE02B03547}" type="pres">
      <dgm:prSet presAssocID="{F142DEDA-3202-4A6E-A872-744A36211997}" presName="hierRoot2" presStyleCnt="0">
        <dgm:presLayoutVars>
          <dgm:hierBranch val="init"/>
        </dgm:presLayoutVars>
      </dgm:prSet>
      <dgm:spPr/>
    </dgm:pt>
    <dgm:pt modelId="{80E2B167-EDC3-4945-9077-5283EEF70EE4}" type="pres">
      <dgm:prSet presAssocID="{F142DEDA-3202-4A6E-A872-744A36211997}" presName="rootComposite" presStyleCnt="0"/>
      <dgm:spPr/>
    </dgm:pt>
    <dgm:pt modelId="{28A90088-1D74-4647-BC3B-F17F2E584608}" type="pres">
      <dgm:prSet presAssocID="{F142DEDA-3202-4A6E-A872-744A36211997}" presName="rootText" presStyleLbl="node3" presStyleIdx="0" presStyleCnt="13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62CADF8-24AE-4E16-B362-DFB8C42A8D00}" type="pres">
      <dgm:prSet presAssocID="{F142DEDA-3202-4A6E-A872-744A36211997}" presName="rootConnector" presStyleLbl="node3" presStyleIdx="0" presStyleCnt="13"/>
      <dgm:spPr/>
      <dgm:t>
        <a:bodyPr/>
        <a:lstStyle/>
        <a:p>
          <a:endParaRPr lang="en-US"/>
        </a:p>
      </dgm:t>
    </dgm:pt>
    <dgm:pt modelId="{D2D25354-BC15-441D-9C43-4E22F84DF7E3}" type="pres">
      <dgm:prSet presAssocID="{F142DEDA-3202-4A6E-A872-744A36211997}" presName="hierChild4" presStyleCnt="0"/>
      <dgm:spPr/>
    </dgm:pt>
    <dgm:pt modelId="{42C6C630-1192-4F5E-B919-40B53C299E86}" type="pres">
      <dgm:prSet presAssocID="{F142DEDA-3202-4A6E-A872-744A36211997}" presName="hierChild5" presStyleCnt="0"/>
      <dgm:spPr/>
    </dgm:pt>
    <dgm:pt modelId="{22A06763-7CD0-41E0-8047-44C9999C84AA}" type="pres">
      <dgm:prSet presAssocID="{3C73C88C-ADAC-4E8D-8259-4FBC3819D296}" presName="Name37" presStyleLbl="parChTrans1D3" presStyleIdx="1" presStyleCnt="13"/>
      <dgm:spPr/>
      <dgm:t>
        <a:bodyPr/>
        <a:lstStyle/>
        <a:p>
          <a:endParaRPr lang="en-US"/>
        </a:p>
      </dgm:t>
    </dgm:pt>
    <dgm:pt modelId="{EBCD387B-99F5-420E-AC68-BB5DDA55274F}" type="pres">
      <dgm:prSet presAssocID="{1947618A-5736-4E7D-A7B1-0535566E666C}" presName="hierRoot2" presStyleCnt="0">
        <dgm:presLayoutVars>
          <dgm:hierBranch val="init"/>
        </dgm:presLayoutVars>
      </dgm:prSet>
      <dgm:spPr/>
    </dgm:pt>
    <dgm:pt modelId="{1FCE71FC-8197-4D43-AEA9-42AE00FBE624}" type="pres">
      <dgm:prSet presAssocID="{1947618A-5736-4E7D-A7B1-0535566E666C}" presName="rootComposite" presStyleCnt="0"/>
      <dgm:spPr/>
    </dgm:pt>
    <dgm:pt modelId="{EF3A83E1-5846-4AE9-8B47-6582C37CA326}" type="pres">
      <dgm:prSet presAssocID="{1947618A-5736-4E7D-A7B1-0535566E666C}" presName="rootText" presStyleLbl="node3" presStyleIdx="1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FADC6AF-5D4B-418A-9301-DABA5E048E22}" type="pres">
      <dgm:prSet presAssocID="{1947618A-5736-4E7D-A7B1-0535566E666C}" presName="rootConnector" presStyleLbl="node3" presStyleIdx="1" presStyleCnt="13"/>
      <dgm:spPr/>
      <dgm:t>
        <a:bodyPr/>
        <a:lstStyle/>
        <a:p>
          <a:endParaRPr lang="en-US"/>
        </a:p>
      </dgm:t>
    </dgm:pt>
    <dgm:pt modelId="{AC56E703-D854-4DBA-8A21-3B81398E67CB}" type="pres">
      <dgm:prSet presAssocID="{1947618A-5736-4E7D-A7B1-0535566E666C}" presName="hierChild4" presStyleCnt="0"/>
      <dgm:spPr/>
    </dgm:pt>
    <dgm:pt modelId="{DCC2EF45-5701-4801-8E88-5D72204795B1}" type="pres">
      <dgm:prSet presAssocID="{E67C53B2-E892-4C0F-A08A-88A3ED9B61F7}" presName="Name37" presStyleLbl="parChTrans1D4" presStyleIdx="0" presStyleCnt="7"/>
      <dgm:spPr/>
      <dgm:t>
        <a:bodyPr/>
        <a:lstStyle/>
        <a:p>
          <a:endParaRPr lang="en-US"/>
        </a:p>
      </dgm:t>
    </dgm:pt>
    <dgm:pt modelId="{63F7F8E5-BA54-4A6B-86A7-794678E2BC40}" type="pres">
      <dgm:prSet presAssocID="{556E8FD8-40F6-455A-835F-025608B7D422}" presName="hierRoot2" presStyleCnt="0">
        <dgm:presLayoutVars>
          <dgm:hierBranch val="init"/>
        </dgm:presLayoutVars>
      </dgm:prSet>
      <dgm:spPr/>
    </dgm:pt>
    <dgm:pt modelId="{8B88C2AD-E635-4B46-80EB-C3010C0221AE}" type="pres">
      <dgm:prSet presAssocID="{556E8FD8-40F6-455A-835F-025608B7D422}" presName="rootComposite" presStyleCnt="0"/>
      <dgm:spPr/>
    </dgm:pt>
    <dgm:pt modelId="{6089E11F-BF5E-4711-A0AB-4B535BBD87AC}" type="pres">
      <dgm:prSet presAssocID="{556E8FD8-40F6-455A-835F-025608B7D422}" presName="rootText" presStyleLbl="node4" presStyleIdx="0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C3082DD-A6E3-42FD-AD37-C680B5855FF5}" type="pres">
      <dgm:prSet presAssocID="{556E8FD8-40F6-455A-835F-025608B7D422}" presName="rootConnector" presStyleLbl="node4" presStyleIdx="0" presStyleCnt="7"/>
      <dgm:spPr/>
      <dgm:t>
        <a:bodyPr/>
        <a:lstStyle/>
        <a:p>
          <a:endParaRPr lang="en-US"/>
        </a:p>
      </dgm:t>
    </dgm:pt>
    <dgm:pt modelId="{BA5B5316-61F2-4AB6-B29E-9CB917E1057F}" type="pres">
      <dgm:prSet presAssocID="{556E8FD8-40F6-455A-835F-025608B7D422}" presName="hierChild4" presStyleCnt="0"/>
      <dgm:spPr/>
    </dgm:pt>
    <dgm:pt modelId="{4398927E-8A4F-4C30-9733-E4E324CE78CB}" type="pres">
      <dgm:prSet presAssocID="{556E8FD8-40F6-455A-835F-025608B7D422}" presName="hierChild5" presStyleCnt="0"/>
      <dgm:spPr/>
    </dgm:pt>
    <dgm:pt modelId="{21139279-D34B-4DA9-B9A1-7062C0827E6D}" type="pres">
      <dgm:prSet presAssocID="{C261E12B-9CC3-4861-845D-9128B169CF9B}" presName="Name37" presStyleLbl="parChTrans1D4" presStyleIdx="1" presStyleCnt="7"/>
      <dgm:spPr/>
      <dgm:t>
        <a:bodyPr/>
        <a:lstStyle/>
        <a:p>
          <a:endParaRPr lang="en-US"/>
        </a:p>
      </dgm:t>
    </dgm:pt>
    <dgm:pt modelId="{03C59C1B-1326-4494-A13C-A2C629147FF9}" type="pres">
      <dgm:prSet presAssocID="{98CFC344-9304-4EC6-B9BC-E8A0A24F49F8}" presName="hierRoot2" presStyleCnt="0">
        <dgm:presLayoutVars>
          <dgm:hierBranch val="init"/>
        </dgm:presLayoutVars>
      </dgm:prSet>
      <dgm:spPr/>
    </dgm:pt>
    <dgm:pt modelId="{EB710595-8867-4218-A308-700366FE1C23}" type="pres">
      <dgm:prSet presAssocID="{98CFC344-9304-4EC6-B9BC-E8A0A24F49F8}" presName="rootComposite" presStyleCnt="0"/>
      <dgm:spPr/>
    </dgm:pt>
    <dgm:pt modelId="{61355184-721D-460C-9831-1A874659A4FE}" type="pres">
      <dgm:prSet presAssocID="{98CFC344-9304-4EC6-B9BC-E8A0A24F49F8}" presName="rootText" presStyleLbl="node4" presStyleIdx="1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50CB441-3257-44E1-9F6B-74D0537D7B12}" type="pres">
      <dgm:prSet presAssocID="{98CFC344-9304-4EC6-B9BC-E8A0A24F49F8}" presName="rootConnector" presStyleLbl="node4" presStyleIdx="1" presStyleCnt="7"/>
      <dgm:spPr/>
      <dgm:t>
        <a:bodyPr/>
        <a:lstStyle/>
        <a:p>
          <a:endParaRPr lang="en-US"/>
        </a:p>
      </dgm:t>
    </dgm:pt>
    <dgm:pt modelId="{B1185E55-BFB2-45A2-BB87-C21808CCF7D0}" type="pres">
      <dgm:prSet presAssocID="{98CFC344-9304-4EC6-B9BC-E8A0A24F49F8}" presName="hierChild4" presStyleCnt="0"/>
      <dgm:spPr/>
    </dgm:pt>
    <dgm:pt modelId="{6F0F78C8-1C79-439D-8A2B-46DE0345207B}" type="pres">
      <dgm:prSet presAssocID="{98CFC344-9304-4EC6-B9BC-E8A0A24F49F8}" presName="hierChild5" presStyleCnt="0"/>
      <dgm:spPr/>
    </dgm:pt>
    <dgm:pt modelId="{726D82ED-3983-40DD-8F27-7B09C006F0AB}" type="pres">
      <dgm:prSet presAssocID="{E23F665C-87A1-4AE3-97A2-35DD5DD59927}" presName="Name37" presStyleLbl="parChTrans1D4" presStyleIdx="2" presStyleCnt="7"/>
      <dgm:spPr/>
      <dgm:t>
        <a:bodyPr/>
        <a:lstStyle/>
        <a:p>
          <a:endParaRPr lang="en-US"/>
        </a:p>
      </dgm:t>
    </dgm:pt>
    <dgm:pt modelId="{1B8AAF55-46F6-4A36-95BA-4F088C2304CA}" type="pres">
      <dgm:prSet presAssocID="{1EED062B-8F19-4777-9982-C169436E891C}" presName="hierRoot2" presStyleCnt="0">
        <dgm:presLayoutVars>
          <dgm:hierBranch val="init"/>
        </dgm:presLayoutVars>
      </dgm:prSet>
      <dgm:spPr/>
    </dgm:pt>
    <dgm:pt modelId="{EC4353BF-6582-4EF3-8547-CE945FACB3CD}" type="pres">
      <dgm:prSet presAssocID="{1EED062B-8F19-4777-9982-C169436E891C}" presName="rootComposite" presStyleCnt="0"/>
      <dgm:spPr/>
    </dgm:pt>
    <dgm:pt modelId="{2D40033F-C0EB-436E-B48B-D4F7F12D24D6}" type="pres">
      <dgm:prSet presAssocID="{1EED062B-8F19-4777-9982-C169436E891C}" presName="rootText" presStyleLbl="node4" presStyleIdx="2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6BB55D6-AD48-419D-89FD-19A7856B8200}" type="pres">
      <dgm:prSet presAssocID="{1EED062B-8F19-4777-9982-C169436E891C}" presName="rootConnector" presStyleLbl="node4" presStyleIdx="2" presStyleCnt="7"/>
      <dgm:spPr/>
      <dgm:t>
        <a:bodyPr/>
        <a:lstStyle/>
        <a:p>
          <a:endParaRPr lang="en-US"/>
        </a:p>
      </dgm:t>
    </dgm:pt>
    <dgm:pt modelId="{382CABBB-1292-4608-ADCB-6673F1001E05}" type="pres">
      <dgm:prSet presAssocID="{1EED062B-8F19-4777-9982-C169436E891C}" presName="hierChild4" presStyleCnt="0"/>
      <dgm:spPr/>
    </dgm:pt>
    <dgm:pt modelId="{1B6A479D-3AED-4DF6-B31F-2833414C163D}" type="pres">
      <dgm:prSet presAssocID="{1EED062B-8F19-4777-9982-C169436E891C}" presName="hierChild5" presStyleCnt="0"/>
      <dgm:spPr/>
    </dgm:pt>
    <dgm:pt modelId="{578E88AA-3D50-4523-B7AE-4BD9067055A6}" type="pres">
      <dgm:prSet presAssocID="{1947618A-5736-4E7D-A7B1-0535566E666C}" presName="hierChild5" presStyleCnt="0"/>
      <dgm:spPr/>
    </dgm:pt>
    <dgm:pt modelId="{DB2B6368-5A8B-4732-8055-E965E07397C0}" type="pres">
      <dgm:prSet presAssocID="{A2275AAE-D67F-4B48-809F-43E648A9868F}" presName="Name37" presStyleLbl="parChTrans1D3" presStyleIdx="2" presStyleCnt="13"/>
      <dgm:spPr/>
      <dgm:t>
        <a:bodyPr/>
        <a:lstStyle/>
        <a:p>
          <a:endParaRPr lang="en-US"/>
        </a:p>
      </dgm:t>
    </dgm:pt>
    <dgm:pt modelId="{10ED47C6-871B-4007-A5DC-62A5247B2425}" type="pres">
      <dgm:prSet presAssocID="{C6E4FEDD-12A9-48D1-836A-71DF2EBCFFAD}" presName="hierRoot2" presStyleCnt="0">
        <dgm:presLayoutVars>
          <dgm:hierBranch val="init"/>
        </dgm:presLayoutVars>
      </dgm:prSet>
      <dgm:spPr/>
    </dgm:pt>
    <dgm:pt modelId="{C4E59A2D-46A6-472A-A135-9FD96DE9094E}" type="pres">
      <dgm:prSet presAssocID="{C6E4FEDD-12A9-48D1-836A-71DF2EBCFFAD}" presName="rootComposite" presStyleCnt="0"/>
      <dgm:spPr/>
    </dgm:pt>
    <dgm:pt modelId="{A792E48B-E59F-426E-B59E-25883EE0DF31}" type="pres">
      <dgm:prSet presAssocID="{C6E4FEDD-12A9-48D1-836A-71DF2EBCFFAD}" presName="rootText" presStyleLbl="node3" presStyleIdx="2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AD0AE31-2183-4883-A49E-5AC8784C4DC1}" type="pres">
      <dgm:prSet presAssocID="{C6E4FEDD-12A9-48D1-836A-71DF2EBCFFAD}" presName="rootConnector" presStyleLbl="node3" presStyleIdx="2" presStyleCnt="13"/>
      <dgm:spPr/>
      <dgm:t>
        <a:bodyPr/>
        <a:lstStyle/>
        <a:p>
          <a:endParaRPr lang="en-US"/>
        </a:p>
      </dgm:t>
    </dgm:pt>
    <dgm:pt modelId="{30D38FA1-1E02-48DD-B1AA-A55491320D4D}" type="pres">
      <dgm:prSet presAssocID="{C6E4FEDD-12A9-48D1-836A-71DF2EBCFFAD}" presName="hierChild4" presStyleCnt="0"/>
      <dgm:spPr/>
    </dgm:pt>
    <dgm:pt modelId="{EAD93886-1693-47A7-AD7C-67AC19E49A2D}" type="pres">
      <dgm:prSet presAssocID="{EDC0CFFA-ED12-4115-8BE2-0F3535696B0D}" presName="Name37" presStyleLbl="parChTrans1D4" presStyleIdx="3" presStyleCnt="7"/>
      <dgm:spPr/>
      <dgm:t>
        <a:bodyPr/>
        <a:lstStyle/>
        <a:p>
          <a:endParaRPr lang="en-US"/>
        </a:p>
      </dgm:t>
    </dgm:pt>
    <dgm:pt modelId="{81F516DF-F136-473C-849F-572A44E6CB58}" type="pres">
      <dgm:prSet presAssocID="{F88CED9D-CB32-45D4-A470-43245E18FCB3}" presName="hierRoot2" presStyleCnt="0">
        <dgm:presLayoutVars>
          <dgm:hierBranch val="init"/>
        </dgm:presLayoutVars>
      </dgm:prSet>
      <dgm:spPr/>
    </dgm:pt>
    <dgm:pt modelId="{1E303468-46E0-44E0-8B77-DC190B30C67F}" type="pres">
      <dgm:prSet presAssocID="{F88CED9D-CB32-45D4-A470-43245E18FCB3}" presName="rootComposite" presStyleCnt="0"/>
      <dgm:spPr/>
    </dgm:pt>
    <dgm:pt modelId="{233CC64B-B3D0-422F-9F57-FFF7A5ACA7B1}" type="pres">
      <dgm:prSet presAssocID="{F88CED9D-CB32-45D4-A470-43245E18FCB3}" presName="rootText" presStyleLbl="node4" presStyleIdx="3" presStyleCnt="7" custScaleX="986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5A0C29D-3FD5-461C-8147-ADB2CA78F75F}" type="pres">
      <dgm:prSet presAssocID="{F88CED9D-CB32-45D4-A470-43245E18FCB3}" presName="rootConnector" presStyleLbl="node4" presStyleIdx="3" presStyleCnt="7"/>
      <dgm:spPr/>
      <dgm:t>
        <a:bodyPr/>
        <a:lstStyle/>
        <a:p>
          <a:endParaRPr lang="en-US"/>
        </a:p>
      </dgm:t>
    </dgm:pt>
    <dgm:pt modelId="{2BF9FA45-CAA5-4EF6-B727-6FC54976EB31}" type="pres">
      <dgm:prSet presAssocID="{F88CED9D-CB32-45D4-A470-43245E18FCB3}" presName="hierChild4" presStyleCnt="0"/>
      <dgm:spPr/>
    </dgm:pt>
    <dgm:pt modelId="{19EE313C-6C3F-4133-A1D4-457ED0BCD705}" type="pres">
      <dgm:prSet presAssocID="{F88CED9D-CB32-45D4-A470-43245E18FCB3}" presName="hierChild5" presStyleCnt="0"/>
      <dgm:spPr/>
    </dgm:pt>
    <dgm:pt modelId="{B555BD93-CF04-46C8-BBE8-95BFDBEC971B}" type="pres">
      <dgm:prSet presAssocID="{D481CA47-B5D5-4D96-BC79-BE9AAABF9466}" presName="Name37" presStyleLbl="parChTrans1D4" presStyleIdx="4" presStyleCnt="7"/>
      <dgm:spPr/>
      <dgm:t>
        <a:bodyPr/>
        <a:lstStyle/>
        <a:p>
          <a:endParaRPr lang="en-US"/>
        </a:p>
      </dgm:t>
    </dgm:pt>
    <dgm:pt modelId="{2A56625A-F822-43C0-A81B-FB4CB1E91456}" type="pres">
      <dgm:prSet presAssocID="{3EF3A6E7-C292-47CC-B270-3E3EBE607D52}" presName="hierRoot2" presStyleCnt="0">
        <dgm:presLayoutVars>
          <dgm:hierBranch val="init"/>
        </dgm:presLayoutVars>
      </dgm:prSet>
      <dgm:spPr/>
    </dgm:pt>
    <dgm:pt modelId="{0648F4B5-57CB-4250-B731-7AA566518A74}" type="pres">
      <dgm:prSet presAssocID="{3EF3A6E7-C292-47CC-B270-3E3EBE607D52}" presName="rootComposite" presStyleCnt="0"/>
      <dgm:spPr/>
    </dgm:pt>
    <dgm:pt modelId="{143DE19C-7D84-4338-B392-FD35CE1BC79B}" type="pres">
      <dgm:prSet presAssocID="{3EF3A6E7-C292-47CC-B270-3E3EBE607D52}" presName="rootText" presStyleLbl="node4" presStyleIdx="4" presStyleCnt="7" custScaleX="986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29C3B41-DBE1-4323-9C4E-2DB26CA89DA4}" type="pres">
      <dgm:prSet presAssocID="{3EF3A6E7-C292-47CC-B270-3E3EBE607D52}" presName="rootConnector" presStyleLbl="node4" presStyleIdx="4" presStyleCnt="7"/>
      <dgm:spPr/>
      <dgm:t>
        <a:bodyPr/>
        <a:lstStyle/>
        <a:p>
          <a:endParaRPr lang="en-US"/>
        </a:p>
      </dgm:t>
    </dgm:pt>
    <dgm:pt modelId="{FFA6CFCF-166C-4CE7-86CF-D76856145A4A}" type="pres">
      <dgm:prSet presAssocID="{3EF3A6E7-C292-47CC-B270-3E3EBE607D52}" presName="hierChild4" presStyleCnt="0"/>
      <dgm:spPr/>
    </dgm:pt>
    <dgm:pt modelId="{D948A2E8-C17F-4F25-9A4E-D74ED2216B69}" type="pres">
      <dgm:prSet presAssocID="{3EF3A6E7-C292-47CC-B270-3E3EBE607D52}" presName="hierChild5" presStyleCnt="0"/>
      <dgm:spPr/>
    </dgm:pt>
    <dgm:pt modelId="{2BE4E89E-3BB1-40E0-B6E7-E52B12A6BE8D}" type="pres">
      <dgm:prSet presAssocID="{DE033789-4671-4B2D-80A6-DE47FDE133A9}" presName="Name37" presStyleLbl="parChTrans1D4" presStyleIdx="5" presStyleCnt="7"/>
      <dgm:spPr/>
      <dgm:t>
        <a:bodyPr/>
        <a:lstStyle/>
        <a:p>
          <a:endParaRPr lang="en-US"/>
        </a:p>
      </dgm:t>
    </dgm:pt>
    <dgm:pt modelId="{2000AA60-D9F7-4564-A4FC-C34C61D2F862}" type="pres">
      <dgm:prSet presAssocID="{8FBC9412-DE73-4430-ABD4-170D2B2D5B40}" presName="hierRoot2" presStyleCnt="0">
        <dgm:presLayoutVars>
          <dgm:hierBranch val="init"/>
        </dgm:presLayoutVars>
      </dgm:prSet>
      <dgm:spPr/>
    </dgm:pt>
    <dgm:pt modelId="{5525E883-437A-486A-BC06-B1AF161FF9A4}" type="pres">
      <dgm:prSet presAssocID="{8FBC9412-DE73-4430-ABD4-170D2B2D5B40}" presName="rootComposite" presStyleCnt="0"/>
      <dgm:spPr/>
    </dgm:pt>
    <dgm:pt modelId="{2C57B994-79A8-41A5-8FD7-0E043D593367}" type="pres">
      <dgm:prSet presAssocID="{8FBC9412-DE73-4430-ABD4-170D2B2D5B40}" presName="rootText" presStyleLbl="node4" presStyleIdx="5" presStyleCnt="7" custScaleX="986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BF942A-71A3-4EEB-97B9-3F94D75DAE0F}" type="pres">
      <dgm:prSet presAssocID="{8FBC9412-DE73-4430-ABD4-170D2B2D5B40}" presName="rootConnector" presStyleLbl="node4" presStyleIdx="5" presStyleCnt="7"/>
      <dgm:spPr/>
      <dgm:t>
        <a:bodyPr/>
        <a:lstStyle/>
        <a:p>
          <a:endParaRPr lang="en-US"/>
        </a:p>
      </dgm:t>
    </dgm:pt>
    <dgm:pt modelId="{F06F0FDC-2F9F-467C-AE4C-33A6E91223F9}" type="pres">
      <dgm:prSet presAssocID="{8FBC9412-DE73-4430-ABD4-170D2B2D5B40}" presName="hierChild4" presStyleCnt="0"/>
      <dgm:spPr/>
    </dgm:pt>
    <dgm:pt modelId="{2879BD5A-1110-4353-B9D9-672220364BA3}" type="pres">
      <dgm:prSet presAssocID="{8FBC9412-DE73-4430-ABD4-170D2B2D5B40}" presName="hierChild5" presStyleCnt="0"/>
      <dgm:spPr/>
    </dgm:pt>
    <dgm:pt modelId="{1E512966-A9A8-4A1A-A761-762F172F3796}" type="pres">
      <dgm:prSet presAssocID="{9D210C6E-CF8C-4AD9-BC0C-1A9414145BC2}" presName="Name37" presStyleLbl="parChTrans1D4" presStyleIdx="6" presStyleCnt="7"/>
      <dgm:spPr/>
      <dgm:t>
        <a:bodyPr/>
        <a:lstStyle/>
        <a:p>
          <a:endParaRPr lang="en-US"/>
        </a:p>
      </dgm:t>
    </dgm:pt>
    <dgm:pt modelId="{A34477A6-A24C-4D44-B99E-8DF33009CA58}" type="pres">
      <dgm:prSet presAssocID="{8989D7C3-0377-4FA4-BDEF-0125186F1434}" presName="hierRoot2" presStyleCnt="0">
        <dgm:presLayoutVars>
          <dgm:hierBranch val="init"/>
        </dgm:presLayoutVars>
      </dgm:prSet>
      <dgm:spPr/>
    </dgm:pt>
    <dgm:pt modelId="{B7235664-685E-4AF2-B4A2-AE17A9EFD331}" type="pres">
      <dgm:prSet presAssocID="{8989D7C3-0377-4FA4-BDEF-0125186F1434}" presName="rootComposite" presStyleCnt="0"/>
      <dgm:spPr/>
    </dgm:pt>
    <dgm:pt modelId="{68532205-FE94-453F-8FB3-79E73AE47C4E}" type="pres">
      <dgm:prSet presAssocID="{8989D7C3-0377-4FA4-BDEF-0125186F1434}" presName="rootText" presStyleLbl="node4" presStyleIdx="6" presStyleCnt="7" custScaleX="986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45598BF-8E06-431D-B15E-91AB3A31C0C6}" type="pres">
      <dgm:prSet presAssocID="{8989D7C3-0377-4FA4-BDEF-0125186F1434}" presName="rootConnector" presStyleLbl="node4" presStyleIdx="6" presStyleCnt="7"/>
      <dgm:spPr/>
      <dgm:t>
        <a:bodyPr/>
        <a:lstStyle/>
        <a:p>
          <a:endParaRPr lang="en-US"/>
        </a:p>
      </dgm:t>
    </dgm:pt>
    <dgm:pt modelId="{C41A070F-CCEB-41B4-AAAE-273DA2B27922}" type="pres">
      <dgm:prSet presAssocID="{8989D7C3-0377-4FA4-BDEF-0125186F1434}" presName="hierChild4" presStyleCnt="0"/>
      <dgm:spPr/>
    </dgm:pt>
    <dgm:pt modelId="{F9813FEC-52E2-4D64-909C-1E16F1E74D23}" type="pres">
      <dgm:prSet presAssocID="{8989D7C3-0377-4FA4-BDEF-0125186F1434}" presName="hierChild5" presStyleCnt="0"/>
      <dgm:spPr/>
    </dgm:pt>
    <dgm:pt modelId="{8C57470D-AF64-46DA-A3D7-6AD4BB371FAF}" type="pres">
      <dgm:prSet presAssocID="{C6E4FEDD-12A9-48D1-836A-71DF2EBCFFAD}" presName="hierChild5" presStyleCnt="0"/>
      <dgm:spPr/>
    </dgm:pt>
    <dgm:pt modelId="{C5C54053-3A12-46C3-BAAB-BDE4C3102748}" type="pres">
      <dgm:prSet presAssocID="{9286A5EC-F2A9-487D-8BF1-B96EEEFD636B}" presName="hierChild5" presStyleCnt="0"/>
      <dgm:spPr/>
    </dgm:pt>
    <dgm:pt modelId="{0146BAA9-2B9D-4F2A-B565-A2DCB6505964}" type="pres">
      <dgm:prSet presAssocID="{F0764DAA-254D-4C3C-9708-669D5BF5A337}" presName="Name37" presStyleLbl="parChTrans1D2" presStyleIdx="1" presStyleCnt="4"/>
      <dgm:spPr/>
      <dgm:t>
        <a:bodyPr/>
        <a:lstStyle/>
        <a:p>
          <a:endParaRPr lang="en-US"/>
        </a:p>
      </dgm:t>
    </dgm:pt>
    <dgm:pt modelId="{E84706B5-084F-4950-8554-35690A57F381}" type="pres">
      <dgm:prSet presAssocID="{620DD3EC-BDCD-468B-B566-7FE2B848507E}" presName="hierRoot2" presStyleCnt="0">
        <dgm:presLayoutVars>
          <dgm:hierBranch val="init"/>
        </dgm:presLayoutVars>
      </dgm:prSet>
      <dgm:spPr/>
    </dgm:pt>
    <dgm:pt modelId="{2A614826-E838-4B9F-9FD7-136F010E7C46}" type="pres">
      <dgm:prSet presAssocID="{620DD3EC-BDCD-468B-B566-7FE2B848507E}" presName="rootComposite" presStyleCnt="0"/>
      <dgm:spPr/>
    </dgm:pt>
    <dgm:pt modelId="{02B28F85-DE51-42FF-859E-1DD3A478F426}" type="pres">
      <dgm:prSet presAssocID="{620DD3EC-BDCD-468B-B566-7FE2B848507E}" presName="rootText" presStyleLbl="node2" presStyleIdx="1" presStyleCnt="4" custScaleX="166646" custScaleY="107464" custLinFactNeighborX="4006" custLinFactNeighborY="108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999F93D-C5E3-4B58-A38A-C971B5C1871B}" type="pres">
      <dgm:prSet presAssocID="{620DD3EC-BDCD-468B-B566-7FE2B848507E}" presName="rootConnector" presStyleLbl="node2" presStyleIdx="1" presStyleCnt="4"/>
      <dgm:spPr/>
      <dgm:t>
        <a:bodyPr/>
        <a:lstStyle/>
        <a:p>
          <a:endParaRPr lang="en-US"/>
        </a:p>
      </dgm:t>
    </dgm:pt>
    <dgm:pt modelId="{4C592C92-3156-443C-BB98-9204DFF01F72}" type="pres">
      <dgm:prSet presAssocID="{620DD3EC-BDCD-468B-B566-7FE2B848507E}" presName="hierChild4" presStyleCnt="0"/>
      <dgm:spPr/>
    </dgm:pt>
    <dgm:pt modelId="{8BF33A23-B9E7-4732-917C-5D66B726362F}" type="pres">
      <dgm:prSet presAssocID="{D723B879-676C-4614-8859-D09DEFF2A3B3}" presName="Name37" presStyleLbl="parChTrans1D3" presStyleIdx="3" presStyleCnt="13"/>
      <dgm:spPr/>
      <dgm:t>
        <a:bodyPr/>
        <a:lstStyle/>
        <a:p>
          <a:endParaRPr lang="en-US"/>
        </a:p>
      </dgm:t>
    </dgm:pt>
    <dgm:pt modelId="{20C774D7-4094-42B3-BC8F-AB5D0586E671}" type="pres">
      <dgm:prSet presAssocID="{552219B0-29E3-4A6C-90E3-BE0B83069EBC}" presName="hierRoot2" presStyleCnt="0">
        <dgm:presLayoutVars>
          <dgm:hierBranch val="init"/>
        </dgm:presLayoutVars>
      </dgm:prSet>
      <dgm:spPr/>
    </dgm:pt>
    <dgm:pt modelId="{B158E239-C176-4132-B1BA-6C1E7461F09C}" type="pres">
      <dgm:prSet presAssocID="{552219B0-29E3-4A6C-90E3-BE0B83069EBC}" presName="rootComposite" presStyleCnt="0"/>
      <dgm:spPr/>
    </dgm:pt>
    <dgm:pt modelId="{9449DAAE-E410-44C5-A07D-A0445C0B7E6B}" type="pres">
      <dgm:prSet presAssocID="{552219B0-29E3-4A6C-90E3-BE0B83069EBC}" presName="rootText" presStyleLbl="node3" presStyleIdx="3" presStyleCnt="13" custScaleX="130026" custScaleY="90830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4F89C81-6EDD-4313-B033-6AFE4A6B1597}" type="pres">
      <dgm:prSet presAssocID="{552219B0-29E3-4A6C-90E3-BE0B83069EBC}" presName="rootConnector" presStyleLbl="node3" presStyleIdx="3" presStyleCnt="13"/>
      <dgm:spPr/>
      <dgm:t>
        <a:bodyPr/>
        <a:lstStyle/>
        <a:p>
          <a:endParaRPr lang="en-US"/>
        </a:p>
      </dgm:t>
    </dgm:pt>
    <dgm:pt modelId="{131D6045-90D5-4A9B-AF7A-E47E958A6183}" type="pres">
      <dgm:prSet presAssocID="{552219B0-29E3-4A6C-90E3-BE0B83069EBC}" presName="hierChild4" presStyleCnt="0"/>
      <dgm:spPr/>
    </dgm:pt>
    <dgm:pt modelId="{61412022-130F-4D56-8A65-CD43AA487E99}" type="pres">
      <dgm:prSet presAssocID="{552219B0-29E3-4A6C-90E3-BE0B83069EBC}" presName="hierChild5" presStyleCnt="0"/>
      <dgm:spPr/>
    </dgm:pt>
    <dgm:pt modelId="{F406B8EB-44F2-47F3-AF73-B274E07D3437}" type="pres">
      <dgm:prSet presAssocID="{8BEDDD51-476B-4EA3-BB0E-02C6B68708C7}" presName="Name37" presStyleLbl="parChTrans1D3" presStyleIdx="4" presStyleCnt="13"/>
      <dgm:spPr/>
      <dgm:t>
        <a:bodyPr/>
        <a:lstStyle/>
        <a:p>
          <a:endParaRPr lang="en-US"/>
        </a:p>
      </dgm:t>
    </dgm:pt>
    <dgm:pt modelId="{08BDD783-C5F3-4CB7-BB56-E729433DE263}" type="pres">
      <dgm:prSet presAssocID="{ED538FBE-6130-45A2-A1D0-5DEB03E796E8}" presName="hierRoot2" presStyleCnt="0">
        <dgm:presLayoutVars>
          <dgm:hierBranch val="init"/>
        </dgm:presLayoutVars>
      </dgm:prSet>
      <dgm:spPr/>
    </dgm:pt>
    <dgm:pt modelId="{5F70EC70-64BB-4DD2-B0EC-31D41F7591A3}" type="pres">
      <dgm:prSet presAssocID="{ED538FBE-6130-45A2-A1D0-5DEB03E796E8}" presName="rootComposite" presStyleCnt="0"/>
      <dgm:spPr/>
    </dgm:pt>
    <dgm:pt modelId="{83491CF3-E0A8-41F0-8748-5B85D6C90040}" type="pres">
      <dgm:prSet presAssocID="{ED538FBE-6130-45A2-A1D0-5DEB03E796E8}" presName="rootText" presStyleLbl="node3" presStyleIdx="4" presStyleCnt="13" custScaleX="12808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988ED23-194C-42E1-88AB-8E72A53BDC23}" type="pres">
      <dgm:prSet presAssocID="{ED538FBE-6130-45A2-A1D0-5DEB03E796E8}" presName="rootConnector" presStyleLbl="node3" presStyleIdx="4" presStyleCnt="13"/>
      <dgm:spPr/>
      <dgm:t>
        <a:bodyPr/>
        <a:lstStyle/>
        <a:p>
          <a:endParaRPr lang="en-US"/>
        </a:p>
      </dgm:t>
    </dgm:pt>
    <dgm:pt modelId="{F8F28EB4-408C-45EE-8233-336763641D69}" type="pres">
      <dgm:prSet presAssocID="{ED538FBE-6130-45A2-A1D0-5DEB03E796E8}" presName="hierChild4" presStyleCnt="0"/>
      <dgm:spPr/>
    </dgm:pt>
    <dgm:pt modelId="{E76F7B36-D6B2-4275-AEF1-36D762A6E6C9}" type="pres">
      <dgm:prSet presAssocID="{ED538FBE-6130-45A2-A1D0-5DEB03E796E8}" presName="hierChild5" presStyleCnt="0"/>
      <dgm:spPr/>
    </dgm:pt>
    <dgm:pt modelId="{8C7C57BC-0E68-4E25-9D4A-D3542769DA95}" type="pres">
      <dgm:prSet presAssocID="{35F2611B-0442-443A-B647-B82B7382EA23}" presName="Name37" presStyleLbl="parChTrans1D3" presStyleIdx="5" presStyleCnt="13"/>
      <dgm:spPr/>
      <dgm:t>
        <a:bodyPr/>
        <a:lstStyle/>
        <a:p>
          <a:endParaRPr lang="en-US"/>
        </a:p>
      </dgm:t>
    </dgm:pt>
    <dgm:pt modelId="{6D81E017-68DC-482B-90D5-4DBBAB78FA97}" type="pres">
      <dgm:prSet presAssocID="{CC7928C2-579C-44D0-AB38-88BC756CAA0E}" presName="hierRoot2" presStyleCnt="0">
        <dgm:presLayoutVars>
          <dgm:hierBranch val="init"/>
        </dgm:presLayoutVars>
      </dgm:prSet>
      <dgm:spPr/>
    </dgm:pt>
    <dgm:pt modelId="{12D646AF-6E30-4BAD-8CD4-760AFEC82E05}" type="pres">
      <dgm:prSet presAssocID="{CC7928C2-579C-44D0-AB38-88BC756CAA0E}" presName="rootComposite" presStyleCnt="0"/>
      <dgm:spPr/>
    </dgm:pt>
    <dgm:pt modelId="{4140A25E-4F9D-44DB-85AB-432AE99FA579}" type="pres">
      <dgm:prSet presAssocID="{CC7928C2-579C-44D0-AB38-88BC756CAA0E}" presName="rootText" presStyleLbl="node3" presStyleIdx="5" presStyleCnt="13" custScaleX="12808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AB4BF43-9ACD-420F-8CEE-B70EB4712527}" type="pres">
      <dgm:prSet presAssocID="{CC7928C2-579C-44D0-AB38-88BC756CAA0E}" presName="rootConnector" presStyleLbl="node3" presStyleIdx="5" presStyleCnt="13"/>
      <dgm:spPr/>
      <dgm:t>
        <a:bodyPr/>
        <a:lstStyle/>
        <a:p>
          <a:endParaRPr lang="en-US"/>
        </a:p>
      </dgm:t>
    </dgm:pt>
    <dgm:pt modelId="{A1829268-35DF-474E-8AAB-49FA6D7346DF}" type="pres">
      <dgm:prSet presAssocID="{CC7928C2-579C-44D0-AB38-88BC756CAA0E}" presName="hierChild4" presStyleCnt="0"/>
      <dgm:spPr/>
    </dgm:pt>
    <dgm:pt modelId="{0615CE0C-F2F5-475C-8AF9-FB8440C79C62}" type="pres">
      <dgm:prSet presAssocID="{CC7928C2-579C-44D0-AB38-88BC756CAA0E}" presName="hierChild5" presStyleCnt="0"/>
      <dgm:spPr/>
    </dgm:pt>
    <dgm:pt modelId="{3E362709-8DF5-4ED1-BE78-2D67C7F6CD59}" type="pres">
      <dgm:prSet presAssocID="{620DD3EC-BDCD-468B-B566-7FE2B848507E}" presName="hierChild5" presStyleCnt="0"/>
      <dgm:spPr/>
    </dgm:pt>
    <dgm:pt modelId="{76E33A9D-9480-40FB-A4DF-EE1E2E7E401E}" type="pres">
      <dgm:prSet presAssocID="{248E9311-DF61-4B0E-BD57-16AE2D707A60}" presName="Name37" presStyleLbl="parChTrans1D2" presStyleIdx="2" presStyleCnt="4"/>
      <dgm:spPr/>
      <dgm:t>
        <a:bodyPr/>
        <a:lstStyle/>
        <a:p>
          <a:endParaRPr lang="en-US"/>
        </a:p>
      </dgm:t>
    </dgm:pt>
    <dgm:pt modelId="{04B8EA4A-11CB-4AF7-85D7-32F9AD439CB7}" type="pres">
      <dgm:prSet presAssocID="{1F903EBE-540A-403B-AE13-6A09126352BD}" presName="hierRoot2" presStyleCnt="0">
        <dgm:presLayoutVars>
          <dgm:hierBranch val="init"/>
        </dgm:presLayoutVars>
      </dgm:prSet>
      <dgm:spPr/>
    </dgm:pt>
    <dgm:pt modelId="{D50DA092-4409-4311-BEA8-2E2A816EFE92}" type="pres">
      <dgm:prSet presAssocID="{1F903EBE-540A-403B-AE13-6A09126352BD}" presName="rootComposite" presStyleCnt="0"/>
      <dgm:spPr/>
    </dgm:pt>
    <dgm:pt modelId="{B4DA07B5-29B3-4442-A69E-055EEC652BE8}" type="pres">
      <dgm:prSet presAssocID="{1F903EBE-540A-403B-AE13-6A09126352BD}" presName="rootText" presStyleLbl="node2" presStyleIdx="2" presStyleCnt="4" custScaleX="144470" custScaleY="90830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46FE1B3-37E8-4050-B0B7-5668D5D7D118}" type="pres">
      <dgm:prSet presAssocID="{1F903EBE-540A-403B-AE13-6A09126352BD}" presName="rootConnector" presStyleLbl="node2" presStyleIdx="2" presStyleCnt="4"/>
      <dgm:spPr/>
      <dgm:t>
        <a:bodyPr/>
        <a:lstStyle/>
        <a:p>
          <a:endParaRPr lang="en-US"/>
        </a:p>
      </dgm:t>
    </dgm:pt>
    <dgm:pt modelId="{CA531930-87B7-4E2B-AA93-B0ECAA52CC09}" type="pres">
      <dgm:prSet presAssocID="{1F903EBE-540A-403B-AE13-6A09126352BD}" presName="hierChild4" presStyleCnt="0"/>
      <dgm:spPr/>
    </dgm:pt>
    <dgm:pt modelId="{0207D2DC-D98D-48DB-A444-1B3BB3C111EF}" type="pres">
      <dgm:prSet presAssocID="{ED5ECDE6-7B87-4768-B1AE-20C55CA1EA8F}" presName="Name37" presStyleLbl="parChTrans1D3" presStyleIdx="6" presStyleCnt="13"/>
      <dgm:spPr/>
      <dgm:t>
        <a:bodyPr/>
        <a:lstStyle/>
        <a:p>
          <a:endParaRPr lang="en-US"/>
        </a:p>
      </dgm:t>
    </dgm:pt>
    <dgm:pt modelId="{BBE3DE01-9991-4932-A682-9EC9E0F8B3A7}" type="pres">
      <dgm:prSet presAssocID="{68F0BB4A-4CA0-4481-8397-108E86A12DA4}" presName="hierRoot2" presStyleCnt="0">
        <dgm:presLayoutVars>
          <dgm:hierBranch val="init"/>
        </dgm:presLayoutVars>
      </dgm:prSet>
      <dgm:spPr/>
    </dgm:pt>
    <dgm:pt modelId="{5E3199D1-526C-4B6E-923B-A4820FFCC213}" type="pres">
      <dgm:prSet presAssocID="{68F0BB4A-4CA0-4481-8397-108E86A12DA4}" presName="rootComposite" presStyleCnt="0"/>
      <dgm:spPr/>
    </dgm:pt>
    <dgm:pt modelId="{B3DA1D68-D7FF-4520-90A3-C4A2EA0D76C0}" type="pres">
      <dgm:prSet presAssocID="{68F0BB4A-4CA0-4481-8397-108E86A12DA4}" presName="rootText" presStyleLbl="node3" presStyleIdx="6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0721C6D-93AC-4B26-927C-A61DADEBA9AA}" type="pres">
      <dgm:prSet presAssocID="{68F0BB4A-4CA0-4481-8397-108E86A12DA4}" presName="rootConnector" presStyleLbl="node3" presStyleIdx="6" presStyleCnt="13"/>
      <dgm:spPr/>
      <dgm:t>
        <a:bodyPr/>
        <a:lstStyle/>
        <a:p>
          <a:endParaRPr lang="en-US"/>
        </a:p>
      </dgm:t>
    </dgm:pt>
    <dgm:pt modelId="{0334F3E5-204D-4D93-AC17-5BC4150447BF}" type="pres">
      <dgm:prSet presAssocID="{68F0BB4A-4CA0-4481-8397-108E86A12DA4}" presName="hierChild4" presStyleCnt="0"/>
      <dgm:spPr/>
    </dgm:pt>
    <dgm:pt modelId="{5E7EC9AB-EEE2-4013-9B1F-D917B34504FA}" type="pres">
      <dgm:prSet presAssocID="{68F0BB4A-4CA0-4481-8397-108E86A12DA4}" presName="hierChild5" presStyleCnt="0"/>
      <dgm:spPr/>
    </dgm:pt>
    <dgm:pt modelId="{EDAAD592-AB88-4251-977A-23D417AF9F0E}" type="pres">
      <dgm:prSet presAssocID="{5E8DD444-C688-4780-A5F0-D4A4181FBDCC}" presName="Name37" presStyleLbl="parChTrans1D3" presStyleIdx="7" presStyleCnt="13"/>
      <dgm:spPr/>
      <dgm:t>
        <a:bodyPr/>
        <a:lstStyle/>
        <a:p>
          <a:endParaRPr lang="en-US"/>
        </a:p>
      </dgm:t>
    </dgm:pt>
    <dgm:pt modelId="{1A3A2D6A-2A62-4E35-A4D8-D6A8AABA3D80}" type="pres">
      <dgm:prSet presAssocID="{E9C886F1-1EBC-4EBC-BB4B-24DF341523A6}" presName="hierRoot2" presStyleCnt="0">
        <dgm:presLayoutVars>
          <dgm:hierBranch val="init"/>
        </dgm:presLayoutVars>
      </dgm:prSet>
      <dgm:spPr/>
    </dgm:pt>
    <dgm:pt modelId="{552B4967-EF45-40E5-B271-25699085E0C5}" type="pres">
      <dgm:prSet presAssocID="{E9C886F1-1EBC-4EBC-BB4B-24DF341523A6}" presName="rootComposite" presStyleCnt="0"/>
      <dgm:spPr/>
    </dgm:pt>
    <dgm:pt modelId="{F734AC47-D381-46DB-B2D4-DC1F52ACEE63}" type="pres">
      <dgm:prSet presAssocID="{E9C886F1-1EBC-4EBC-BB4B-24DF341523A6}" presName="rootText" presStyleLbl="node3" presStyleIdx="7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311FDB-5969-4C7C-819C-7A85F8D1C126}" type="pres">
      <dgm:prSet presAssocID="{E9C886F1-1EBC-4EBC-BB4B-24DF341523A6}" presName="rootConnector" presStyleLbl="node3" presStyleIdx="7" presStyleCnt="13"/>
      <dgm:spPr/>
      <dgm:t>
        <a:bodyPr/>
        <a:lstStyle/>
        <a:p>
          <a:endParaRPr lang="en-US"/>
        </a:p>
      </dgm:t>
    </dgm:pt>
    <dgm:pt modelId="{A3085D37-5876-46A2-87CB-EA55640A6156}" type="pres">
      <dgm:prSet presAssocID="{E9C886F1-1EBC-4EBC-BB4B-24DF341523A6}" presName="hierChild4" presStyleCnt="0"/>
      <dgm:spPr/>
    </dgm:pt>
    <dgm:pt modelId="{4AA1DDC2-8165-4D78-A713-7772206A1808}" type="pres">
      <dgm:prSet presAssocID="{E9C886F1-1EBC-4EBC-BB4B-24DF341523A6}" presName="hierChild5" presStyleCnt="0"/>
      <dgm:spPr/>
    </dgm:pt>
    <dgm:pt modelId="{AA794585-893E-4AD1-AB0F-E658D0B464B9}" type="pres">
      <dgm:prSet presAssocID="{5D54CE41-C375-40B2-A52F-A4D5244B4F6B}" presName="Name37" presStyleLbl="parChTrans1D3" presStyleIdx="8" presStyleCnt="13"/>
      <dgm:spPr/>
      <dgm:t>
        <a:bodyPr/>
        <a:lstStyle/>
        <a:p>
          <a:endParaRPr lang="en-US"/>
        </a:p>
      </dgm:t>
    </dgm:pt>
    <dgm:pt modelId="{025ED628-70AD-4F43-91A2-F5A305F6733F}" type="pres">
      <dgm:prSet presAssocID="{2EA5620F-A953-4641-A9F7-FF6474899C89}" presName="hierRoot2" presStyleCnt="0">
        <dgm:presLayoutVars>
          <dgm:hierBranch val="init"/>
        </dgm:presLayoutVars>
      </dgm:prSet>
      <dgm:spPr/>
    </dgm:pt>
    <dgm:pt modelId="{E7372B7B-0684-462C-918F-CF2C5255CC9F}" type="pres">
      <dgm:prSet presAssocID="{2EA5620F-A953-4641-A9F7-FF6474899C89}" presName="rootComposite" presStyleCnt="0"/>
      <dgm:spPr/>
    </dgm:pt>
    <dgm:pt modelId="{E192499E-D6C9-4477-9E52-000FB12127F3}" type="pres">
      <dgm:prSet presAssocID="{2EA5620F-A953-4641-A9F7-FF6474899C89}" presName="rootText" presStyleLbl="node3" presStyleIdx="8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31D7087-EF20-4E54-950D-5D78C9230C8B}" type="pres">
      <dgm:prSet presAssocID="{2EA5620F-A953-4641-A9F7-FF6474899C89}" presName="rootConnector" presStyleLbl="node3" presStyleIdx="8" presStyleCnt="13"/>
      <dgm:spPr/>
      <dgm:t>
        <a:bodyPr/>
        <a:lstStyle/>
        <a:p>
          <a:endParaRPr lang="en-US"/>
        </a:p>
      </dgm:t>
    </dgm:pt>
    <dgm:pt modelId="{1B278A06-E6A5-432B-81D9-04E888A4FF2A}" type="pres">
      <dgm:prSet presAssocID="{2EA5620F-A953-4641-A9F7-FF6474899C89}" presName="hierChild4" presStyleCnt="0"/>
      <dgm:spPr/>
    </dgm:pt>
    <dgm:pt modelId="{5A0ECC8C-521B-4502-AF6D-E98B361EF41C}" type="pres">
      <dgm:prSet presAssocID="{2EA5620F-A953-4641-A9F7-FF6474899C89}" presName="hierChild5" presStyleCnt="0"/>
      <dgm:spPr/>
    </dgm:pt>
    <dgm:pt modelId="{FB824164-8B1D-4B85-B22A-CDFEF2E04F59}" type="pres">
      <dgm:prSet presAssocID="{BFB1E75C-DD68-4F5F-8C40-4F4C36AC6BEA}" presName="Name37" presStyleLbl="parChTrans1D3" presStyleIdx="9" presStyleCnt="13"/>
      <dgm:spPr/>
      <dgm:t>
        <a:bodyPr/>
        <a:lstStyle/>
        <a:p>
          <a:endParaRPr lang="en-US"/>
        </a:p>
      </dgm:t>
    </dgm:pt>
    <dgm:pt modelId="{C1B3B80E-EF8A-4425-89D7-676D3C6DD324}" type="pres">
      <dgm:prSet presAssocID="{58071AFA-4B9B-45FE-8D29-BD33AD1AE5F0}" presName="hierRoot2" presStyleCnt="0">
        <dgm:presLayoutVars>
          <dgm:hierBranch val="init"/>
        </dgm:presLayoutVars>
      </dgm:prSet>
      <dgm:spPr/>
    </dgm:pt>
    <dgm:pt modelId="{E64B72EB-2F7F-4E0F-BC64-2B053C05CF15}" type="pres">
      <dgm:prSet presAssocID="{58071AFA-4B9B-45FE-8D29-BD33AD1AE5F0}" presName="rootComposite" presStyleCnt="0"/>
      <dgm:spPr/>
    </dgm:pt>
    <dgm:pt modelId="{57AFD1CE-DC32-43B5-9BC3-E8114FE21F3D}" type="pres">
      <dgm:prSet presAssocID="{58071AFA-4B9B-45FE-8D29-BD33AD1AE5F0}" presName="rootText" presStyleLbl="node3" presStyleIdx="9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5D8F8FB-D9CA-4C02-A407-6AF2F4291AE4}" type="pres">
      <dgm:prSet presAssocID="{58071AFA-4B9B-45FE-8D29-BD33AD1AE5F0}" presName="rootConnector" presStyleLbl="node3" presStyleIdx="9" presStyleCnt="13"/>
      <dgm:spPr/>
      <dgm:t>
        <a:bodyPr/>
        <a:lstStyle/>
        <a:p>
          <a:endParaRPr lang="en-US"/>
        </a:p>
      </dgm:t>
    </dgm:pt>
    <dgm:pt modelId="{55C7B617-5BAD-46F4-BD69-5B0CCE0B1D93}" type="pres">
      <dgm:prSet presAssocID="{58071AFA-4B9B-45FE-8D29-BD33AD1AE5F0}" presName="hierChild4" presStyleCnt="0"/>
      <dgm:spPr/>
    </dgm:pt>
    <dgm:pt modelId="{4397B66A-6703-433A-98A6-CB1BF2D47E74}" type="pres">
      <dgm:prSet presAssocID="{58071AFA-4B9B-45FE-8D29-BD33AD1AE5F0}" presName="hierChild5" presStyleCnt="0"/>
      <dgm:spPr/>
    </dgm:pt>
    <dgm:pt modelId="{E176ACEC-BD58-4170-B91A-1AA1D1DF77F0}" type="pres">
      <dgm:prSet presAssocID="{97ECD7F0-AF08-4202-8F6B-6035FCFA351C}" presName="Name37" presStyleLbl="parChTrans1D3" presStyleIdx="10" presStyleCnt="13"/>
      <dgm:spPr/>
      <dgm:t>
        <a:bodyPr/>
        <a:lstStyle/>
        <a:p>
          <a:endParaRPr lang="en-US"/>
        </a:p>
      </dgm:t>
    </dgm:pt>
    <dgm:pt modelId="{ECD4CC19-881A-44A6-9474-785CC0C059F4}" type="pres">
      <dgm:prSet presAssocID="{C23EE67C-7F77-47BA-A8B3-6493565ADACA}" presName="hierRoot2" presStyleCnt="0">
        <dgm:presLayoutVars>
          <dgm:hierBranch val="init"/>
        </dgm:presLayoutVars>
      </dgm:prSet>
      <dgm:spPr/>
    </dgm:pt>
    <dgm:pt modelId="{D3FBA0E9-F095-447B-899D-12FE1ACDB26A}" type="pres">
      <dgm:prSet presAssocID="{C23EE67C-7F77-47BA-A8B3-6493565ADACA}" presName="rootComposite" presStyleCnt="0"/>
      <dgm:spPr/>
    </dgm:pt>
    <dgm:pt modelId="{606E0F95-4779-4D9A-B606-9ABA993A565C}" type="pres">
      <dgm:prSet presAssocID="{C23EE67C-7F77-47BA-A8B3-6493565ADACA}" presName="rootText" presStyleLbl="node3" presStyleIdx="10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644AF87-ADF0-487B-AC77-4BAD17472D87}" type="pres">
      <dgm:prSet presAssocID="{C23EE67C-7F77-47BA-A8B3-6493565ADACA}" presName="rootConnector" presStyleLbl="node3" presStyleIdx="10" presStyleCnt="13"/>
      <dgm:spPr/>
      <dgm:t>
        <a:bodyPr/>
        <a:lstStyle/>
        <a:p>
          <a:endParaRPr lang="en-US"/>
        </a:p>
      </dgm:t>
    </dgm:pt>
    <dgm:pt modelId="{E8843230-B658-467E-ABDF-26AE593B8491}" type="pres">
      <dgm:prSet presAssocID="{C23EE67C-7F77-47BA-A8B3-6493565ADACA}" presName="hierChild4" presStyleCnt="0"/>
      <dgm:spPr/>
    </dgm:pt>
    <dgm:pt modelId="{328AA022-D844-486A-A579-E33311A2ACB8}" type="pres">
      <dgm:prSet presAssocID="{C23EE67C-7F77-47BA-A8B3-6493565ADACA}" presName="hierChild5" presStyleCnt="0"/>
      <dgm:spPr/>
    </dgm:pt>
    <dgm:pt modelId="{E9A486E8-3FB6-41A6-BD46-32EB689AD74B}" type="pres">
      <dgm:prSet presAssocID="{1F903EBE-540A-403B-AE13-6A09126352BD}" presName="hierChild5" presStyleCnt="0"/>
      <dgm:spPr/>
    </dgm:pt>
    <dgm:pt modelId="{E8D8F91E-F1A5-4F8D-ACE9-9A373AB4F602}" type="pres">
      <dgm:prSet presAssocID="{FD58BE62-9C5A-475A-8FC1-794FCC27A5B8}" presName="Name37" presStyleLbl="parChTrans1D2" presStyleIdx="3" presStyleCnt="4"/>
      <dgm:spPr/>
      <dgm:t>
        <a:bodyPr/>
        <a:lstStyle/>
        <a:p>
          <a:endParaRPr lang="en-US"/>
        </a:p>
      </dgm:t>
    </dgm:pt>
    <dgm:pt modelId="{58FFB421-4A0C-4CF3-B422-54FD25A55D00}" type="pres">
      <dgm:prSet presAssocID="{AEC44668-A4C2-4E1B-B39E-CB2888B9DE8D}" presName="hierRoot2" presStyleCnt="0">
        <dgm:presLayoutVars>
          <dgm:hierBranch val="init"/>
        </dgm:presLayoutVars>
      </dgm:prSet>
      <dgm:spPr/>
    </dgm:pt>
    <dgm:pt modelId="{491B2114-EC20-4333-BCD6-3D1DF446B531}" type="pres">
      <dgm:prSet presAssocID="{AEC44668-A4C2-4E1B-B39E-CB2888B9DE8D}" presName="rootComposite" presStyleCnt="0"/>
      <dgm:spPr/>
    </dgm:pt>
    <dgm:pt modelId="{6B6FF532-E374-4C3C-9AE6-B33C87D175C6}" type="pres">
      <dgm:prSet presAssocID="{AEC44668-A4C2-4E1B-B39E-CB2888B9DE8D}" presName="rootText" presStyleLbl="node2" presStyleIdx="3" presStyleCnt="4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33EA3FF-AA33-4D7D-846D-D982629E13C8}" type="pres">
      <dgm:prSet presAssocID="{AEC44668-A4C2-4E1B-B39E-CB2888B9DE8D}" presName="rootConnector" presStyleLbl="node2" presStyleIdx="3" presStyleCnt="4"/>
      <dgm:spPr/>
      <dgm:t>
        <a:bodyPr/>
        <a:lstStyle/>
        <a:p>
          <a:endParaRPr lang="en-US"/>
        </a:p>
      </dgm:t>
    </dgm:pt>
    <dgm:pt modelId="{E1C00461-91F5-4376-B9B2-4E15AA192F5E}" type="pres">
      <dgm:prSet presAssocID="{AEC44668-A4C2-4E1B-B39E-CB2888B9DE8D}" presName="hierChild4" presStyleCnt="0"/>
      <dgm:spPr/>
    </dgm:pt>
    <dgm:pt modelId="{2EEBC9EF-9E31-4483-9497-098605836E2F}" type="pres">
      <dgm:prSet presAssocID="{37777025-6084-49B6-8F43-C5FFA95ABB75}" presName="Name37" presStyleLbl="parChTrans1D3" presStyleIdx="11" presStyleCnt="13"/>
      <dgm:spPr/>
      <dgm:t>
        <a:bodyPr/>
        <a:lstStyle/>
        <a:p>
          <a:endParaRPr lang="en-US"/>
        </a:p>
      </dgm:t>
    </dgm:pt>
    <dgm:pt modelId="{DC38B855-E1D8-425A-961A-D65A0BE77D2E}" type="pres">
      <dgm:prSet presAssocID="{71A87117-79C4-4853-87C0-EA73BD2BB07E}" presName="hierRoot2" presStyleCnt="0">
        <dgm:presLayoutVars>
          <dgm:hierBranch val="init"/>
        </dgm:presLayoutVars>
      </dgm:prSet>
      <dgm:spPr/>
    </dgm:pt>
    <dgm:pt modelId="{1670756C-7178-4693-BDF0-CE2F15828DC0}" type="pres">
      <dgm:prSet presAssocID="{71A87117-79C4-4853-87C0-EA73BD2BB07E}" presName="rootComposite" presStyleCnt="0"/>
      <dgm:spPr/>
    </dgm:pt>
    <dgm:pt modelId="{227A08CA-BFBC-4122-A1D1-26AA79400F13}" type="pres">
      <dgm:prSet presAssocID="{71A87117-79C4-4853-87C0-EA73BD2BB07E}" presName="rootText" presStyleLbl="node3" presStyleIdx="11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6C443D9-6D0D-4803-A3A0-A088FC67AFB8}" type="pres">
      <dgm:prSet presAssocID="{71A87117-79C4-4853-87C0-EA73BD2BB07E}" presName="rootConnector" presStyleLbl="node3" presStyleIdx="11" presStyleCnt="13"/>
      <dgm:spPr/>
      <dgm:t>
        <a:bodyPr/>
        <a:lstStyle/>
        <a:p>
          <a:endParaRPr lang="en-US"/>
        </a:p>
      </dgm:t>
    </dgm:pt>
    <dgm:pt modelId="{ED47A06E-A770-4EA4-87C5-43455EA436AB}" type="pres">
      <dgm:prSet presAssocID="{71A87117-79C4-4853-87C0-EA73BD2BB07E}" presName="hierChild4" presStyleCnt="0"/>
      <dgm:spPr/>
    </dgm:pt>
    <dgm:pt modelId="{8B0C0516-B86B-4CBF-828D-7EDFFD62AE9D}" type="pres">
      <dgm:prSet presAssocID="{71A87117-79C4-4853-87C0-EA73BD2BB07E}" presName="hierChild5" presStyleCnt="0"/>
      <dgm:spPr/>
    </dgm:pt>
    <dgm:pt modelId="{F0CBB063-4818-4B89-A2DA-2C77A22E32C5}" type="pres">
      <dgm:prSet presAssocID="{502D84B5-6040-4F8C-8C70-AC9E8C7A7931}" presName="Name37" presStyleLbl="parChTrans1D3" presStyleIdx="12" presStyleCnt="13"/>
      <dgm:spPr/>
      <dgm:t>
        <a:bodyPr/>
        <a:lstStyle/>
        <a:p>
          <a:endParaRPr lang="en-US"/>
        </a:p>
      </dgm:t>
    </dgm:pt>
    <dgm:pt modelId="{E11C0B84-297E-4695-9139-A6C2C1F00D1F}" type="pres">
      <dgm:prSet presAssocID="{F91A8AB5-9278-4D4E-BC56-21224700D286}" presName="hierRoot2" presStyleCnt="0">
        <dgm:presLayoutVars>
          <dgm:hierBranch val="init"/>
        </dgm:presLayoutVars>
      </dgm:prSet>
      <dgm:spPr/>
    </dgm:pt>
    <dgm:pt modelId="{80703F0E-7211-4980-844D-F80F79727633}" type="pres">
      <dgm:prSet presAssocID="{F91A8AB5-9278-4D4E-BC56-21224700D286}" presName="rootComposite" presStyleCnt="0"/>
      <dgm:spPr/>
    </dgm:pt>
    <dgm:pt modelId="{589131A9-2313-485B-AD88-1EFA955AFF10}" type="pres">
      <dgm:prSet presAssocID="{F91A8AB5-9278-4D4E-BC56-21224700D286}" presName="rootText" presStyleLbl="node3" presStyleIdx="12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B7A4E4D-0C2B-425D-AE71-CE174C32FA2C}" type="pres">
      <dgm:prSet presAssocID="{F91A8AB5-9278-4D4E-BC56-21224700D286}" presName="rootConnector" presStyleLbl="node3" presStyleIdx="12" presStyleCnt="13"/>
      <dgm:spPr/>
      <dgm:t>
        <a:bodyPr/>
        <a:lstStyle/>
        <a:p>
          <a:endParaRPr lang="en-US"/>
        </a:p>
      </dgm:t>
    </dgm:pt>
    <dgm:pt modelId="{28198C0B-FFA8-41D8-991D-CF90D0028632}" type="pres">
      <dgm:prSet presAssocID="{F91A8AB5-9278-4D4E-BC56-21224700D286}" presName="hierChild4" presStyleCnt="0"/>
      <dgm:spPr/>
    </dgm:pt>
    <dgm:pt modelId="{FAB852C7-6CD9-4039-BEC9-A36896AF3024}" type="pres">
      <dgm:prSet presAssocID="{F91A8AB5-9278-4D4E-BC56-21224700D286}" presName="hierChild5" presStyleCnt="0"/>
      <dgm:spPr/>
    </dgm:pt>
    <dgm:pt modelId="{E28894B6-1AAF-4B15-95C4-963C07257423}" type="pres">
      <dgm:prSet presAssocID="{AEC44668-A4C2-4E1B-B39E-CB2888B9DE8D}" presName="hierChild5" presStyleCnt="0"/>
      <dgm:spPr/>
    </dgm:pt>
    <dgm:pt modelId="{96DEF822-DC52-4FFC-82DA-389CD5B29657}" type="pres">
      <dgm:prSet presAssocID="{9E6404DC-1053-49D6-95EE-599A97C88DD3}" presName="hierChild3" presStyleCnt="0"/>
      <dgm:spPr/>
    </dgm:pt>
  </dgm:ptLst>
  <dgm:cxnLst>
    <dgm:cxn modelId="{F83BB6A7-9516-4C1D-8798-50865EBB342D}" type="presOf" srcId="{5E8DD444-C688-4780-A5F0-D4A4181FBDCC}" destId="{EDAAD592-AB88-4251-977A-23D417AF9F0E}" srcOrd="0" destOrd="0" presId="urn:microsoft.com/office/officeart/2005/8/layout/orgChart1"/>
    <dgm:cxn modelId="{7FDC4CFD-9E01-4BBC-AA58-BE0322CCEEB9}" type="presOf" srcId="{FD58BE62-9C5A-475A-8FC1-794FCC27A5B8}" destId="{E8D8F91E-F1A5-4F8D-ACE9-9A373AB4F602}" srcOrd="0" destOrd="0" presId="urn:microsoft.com/office/officeart/2005/8/layout/orgChart1"/>
    <dgm:cxn modelId="{F29C2B4A-4A32-488D-B3C6-F39504D2CFE6}" type="presOf" srcId="{552219B0-29E3-4A6C-90E3-BE0B83069EBC}" destId="{44F89C81-6EDD-4313-B033-6AFE4A6B1597}" srcOrd="1" destOrd="0" presId="urn:microsoft.com/office/officeart/2005/8/layout/orgChart1"/>
    <dgm:cxn modelId="{7359E945-01BA-4E16-B972-28F6D00360AA}" type="presOf" srcId="{68F0BB4A-4CA0-4481-8397-108E86A12DA4}" destId="{D0721C6D-93AC-4B26-927C-A61DADEBA9AA}" srcOrd="1" destOrd="0" presId="urn:microsoft.com/office/officeart/2005/8/layout/orgChart1"/>
    <dgm:cxn modelId="{F191A5D4-8D34-4FB2-99D2-3A10F99DA06C}" type="presOf" srcId="{2EA5620F-A953-4641-A9F7-FF6474899C89}" destId="{E192499E-D6C9-4477-9E52-000FB12127F3}" srcOrd="0" destOrd="0" presId="urn:microsoft.com/office/officeart/2005/8/layout/orgChart1"/>
    <dgm:cxn modelId="{C7C78122-FF83-4DEB-A379-FC79FF3B3A2A}" type="presOf" srcId="{8CE2CE9A-EBD7-445E-BD99-21666869C1D4}" destId="{7B4371B5-9FE0-4A41-B872-D27DD755166A}" srcOrd="0" destOrd="0" presId="urn:microsoft.com/office/officeart/2005/8/layout/orgChart1"/>
    <dgm:cxn modelId="{185EC451-8065-4888-884F-860B300ED0B7}" type="presOf" srcId="{58071AFA-4B9B-45FE-8D29-BD33AD1AE5F0}" destId="{57AFD1CE-DC32-43B5-9BC3-E8114FE21F3D}" srcOrd="0" destOrd="0" presId="urn:microsoft.com/office/officeart/2005/8/layout/orgChart1"/>
    <dgm:cxn modelId="{EEDD1D35-51A4-4EFC-BEC5-0B8F238E57D2}" srcId="{9286A5EC-F2A9-487D-8BF1-B96EEEFD636B}" destId="{F142DEDA-3202-4A6E-A872-744A36211997}" srcOrd="0" destOrd="0" parTransId="{588037F0-0B1A-4D72-81EB-CAFA026AEFB7}" sibTransId="{90D5C085-E7FD-409C-B728-A036C61691D1}"/>
    <dgm:cxn modelId="{B3964686-7246-480F-B742-156EDDDDBA56}" type="presOf" srcId="{C23EE67C-7F77-47BA-A8B3-6493565ADACA}" destId="{D644AF87-ADF0-487B-AC77-4BAD17472D87}" srcOrd="1" destOrd="0" presId="urn:microsoft.com/office/officeart/2005/8/layout/orgChart1"/>
    <dgm:cxn modelId="{9FF29D1A-47D9-4007-822E-C9C3B6A0E6BC}" type="presOf" srcId="{C23EE67C-7F77-47BA-A8B3-6493565ADACA}" destId="{606E0F95-4779-4D9A-B606-9ABA993A565C}" srcOrd="0" destOrd="0" presId="urn:microsoft.com/office/officeart/2005/8/layout/orgChart1"/>
    <dgm:cxn modelId="{3E791538-C657-4F76-AC66-85F053D2401A}" srcId="{C6E4FEDD-12A9-48D1-836A-71DF2EBCFFAD}" destId="{F88CED9D-CB32-45D4-A470-43245E18FCB3}" srcOrd="0" destOrd="0" parTransId="{EDC0CFFA-ED12-4115-8BE2-0F3535696B0D}" sibTransId="{4AA24FA2-F46B-4E9C-B6BE-9004FCF0C09D}"/>
    <dgm:cxn modelId="{0B3BBB72-B6E0-4D55-B3C6-69C50EC751CB}" type="presOf" srcId="{C6E4FEDD-12A9-48D1-836A-71DF2EBCFFAD}" destId="{A792E48B-E59F-426E-B59E-25883EE0DF31}" srcOrd="0" destOrd="0" presId="urn:microsoft.com/office/officeart/2005/8/layout/orgChart1"/>
    <dgm:cxn modelId="{2AA24D5C-C570-46DE-A92C-65CA8AC90A51}" type="presOf" srcId="{E9C886F1-1EBC-4EBC-BB4B-24DF341523A6}" destId="{6D311FDB-5969-4C7C-819C-7A85F8D1C126}" srcOrd="1" destOrd="0" presId="urn:microsoft.com/office/officeart/2005/8/layout/orgChart1"/>
    <dgm:cxn modelId="{0157826D-31FA-4076-A211-2AA8034AFEDC}" type="presOf" srcId="{AEC44668-A4C2-4E1B-B39E-CB2888B9DE8D}" destId="{6B6FF532-E374-4C3C-9AE6-B33C87D175C6}" srcOrd="0" destOrd="0" presId="urn:microsoft.com/office/officeart/2005/8/layout/orgChart1"/>
    <dgm:cxn modelId="{D0A5C4B2-885D-488E-B082-4F1A6012C227}" type="presOf" srcId="{E9C886F1-1EBC-4EBC-BB4B-24DF341523A6}" destId="{F734AC47-D381-46DB-B2D4-DC1F52ACEE63}" srcOrd="0" destOrd="0" presId="urn:microsoft.com/office/officeart/2005/8/layout/orgChart1"/>
    <dgm:cxn modelId="{9752C8B1-4851-486E-8BD3-4D299AC170C5}" type="presOf" srcId="{620DD3EC-BDCD-468B-B566-7FE2B848507E}" destId="{02B28F85-DE51-42FF-859E-1DD3A478F426}" srcOrd="0" destOrd="0" presId="urn:microsoft.com/office/officeart/2005/8/layout/orgChart1"/>
    <dgm:cxn modelId="{3BCE58DC-03CD-4C62-812C-EF86B11C4512}" type="presOf" srcId="{502D84B5-6040-4F8C-8C70-AC9E8C7A7931}" destId="{F0CBB063-4818-4B89-A2DA-2C77A22E32C5}" srcOrd="0" destOrd="0" presId="urn:microsoft.com/office/officeart/2005/8/layout/orgChart1"/>
    <dgm:cxn modelId="{2D45FC77-4AED-4DE6-8379-E523C1F99EFC}" srcId="{620DD3EC-BDCD-468B-B566-7FE2B848507E}" destId="{CC7928C2-579C-44D0-AB38-88BC756CAA0E}" srcOrd="2" destOrd="0" parTransId="{35F2611B-0442-443A-B647-B82B7382EA23}" sibTransId="{A433C3AB-C870-42AA-B57A-E43B2BF3718E}"/>
    <dgm:cxn modelId="{F1A438AD-C79C-4464-91CB-04011678E6E8}" type="presOf" srcId="{556E8FD8-40F6-455A-835F-025608B7D422}" destId="{3C3082DD-A6E3-42FD-AD37-C680B5855FF5}" srcOrd="1" destOrd="0" presId="urn:microsoft.com/office/officeart/2005/8/layout/orgChart1"/>
    <dgm:cxn modelId="{20317605-2F4C-4762-BF51-023522EEE476}" type="presOf" srcId="{F91A8AB5-9278-4D4E-BC56-21224700D286}" destId="{1B7A4E4D-0C2B-425D-AE71-CE174C32FA2C}" srcOrd="1" destOrd="0" presId="urn:microsoft.com/office/officeart/2005/8/layout/orgChart1"/>
    <dgm:cxn modelId="{AE14CFFB-847C-47C2-AD81-3283D1816372}" type="presOf" srcId="{8BEDDD51-476B-4EA3-BB0E-02C6B68708C7}" destId="{F406B8EB-44F2-47F3-AF73-B274E07D3437}" srcOrd="0" destOrd="0" presId="urn:microsoft.com/office/officeart/2005/8/layout/orgChart1"/>
    <dgm:cxn modelId="{4C35333B-E2CE-49B4-8E8B-065145550125}" srcId="{1F903EBE-540A-403B-AE13-6A09126352BD}" destId="{68F0BB4A-4CA0-4481-8397-108E86A12DA4}" srcOrd="0" destOrd="0" parTransId="{ED5ECDE6-7B87-4768-B1AE-20C55CA1EA8F}" sibTransId="{A0B2EC27-08AF-4A70-911E-D73503EF8DD4}"/>
    <dgm:cxn modelId="{3D390A4D-96AD-4158-82E7-F96777D4B835}" type="presOf" srcId="{71A87117-79C4-4853-87C0-EA73BD2BB07E}" destId="{227A08CA-BFBC-4122-A1D1-26AA79400F13}" srcOrd="0" destOrd="0" presId="urn:microsoft.com/office/officeart/2005/8/layout/orgChart1"/>
    <dgm:cxn modelId="{3C1F9A6B-5DE0-4811-9DFD-8D18785016DF}" type="presOf" srcId="{F88CED9D-CB32-45D4-A470-43245E18FCB3}" destId="{233CC64B-B3D0-422F-9F57-FFF7A5ACA7B1}" srcOrd="0" destOrd="0" presId="urn:microsoft.com/office/officeart/2005/8/layout/orgChart1"/>
    <dgm:cxn modelId="{FC936D7F-2EA8-4AD4-83B3-49CDE7D128C3}" type="presOf" srcId="{D481CA47-B5D5-4D96-BC79-BE9AAABF9466}" destId="{B555BD93-CF04-46C8-BBE8-95BFDBEC971B}" srcOrd="0" destOrd="0" presId="urn:microsoft.com/office/officeart/2005/8/layout/orgChart1"/>
    <dgm:cxn modelId="{3AA2732E-E1F3-4BD5-9990-5D30D82B08ED}" srcId="{9E6404DC-1053-49D6-95EE-599A97C88DD3}" destId="{1F903EBE-540A-403B-AE13-6A09126352BD}" srcOrd="2" destOrd="0" parTransId="{248E9311-DF61-4B0E-BD57-16AE2D707A60}" sibTransId="{BB52F0E9-3899-452E-BFB9-D8344A4C6147}"/>
    <dgm:cxn modelId="{01FAF066-6697-4A16-A34C-B61F6B7DAE7C}" type="presOf" srcId="{552219B0-29E3-4A6C-90E3-BE0B83069EBC}" destId="{9449DAAE-E410-44C5-A07D-A0445C0B7E6B}" srcOrd="0" destOrd="0" presId="urn:microsoft.com/office/officeart/2005/8/layout/orgChart1"/>
    <dgm:cxn modelId="{974F6090-0FCB-4039-8E59-0E782D7DB69E}" type="presOf" srcId="{98CFC344-9304-4EC6-B9BC-E8A0A24F49F8}" destId="{61355184-721D-460C-9831-1A874659A4FE}" srcOrd="0" destOrd="0" presId="urn:microsoft.com/office/officeart/2005/8/layout/orgChart1"/>
    <dgm:cxn modelId="{48FB7E41-4DCE-49A7-8A59-30799E27CFF1}" srcId="{9286A5EC-F2A9-487D-8BF1-B96EEEFD636B}" destId="{1947618A-5736-4E7D-A7B1-0535566E666C}" srcOrd="1" destOrd="0" parTransId="{3C73C88C-ADAC-4E8D-8259-4FBC3819D296}" sibTransId="{4AA8505F-D096-4A68-B858-481E0AB908C1}"/>
    <dgm:cxn modelId="{EC784541-9543-429B-96E9-D4C7608BD5BD}" type="presOf" srcId="{CC7928C2-579C-44D0-AB38-88BC756CAA0E}" destId="{4140A25E-4F9D-44DB-85AB-432AE99FA579}" srcOrd="0" destOrd="0" presId="urn:microsoft.com/office/officeart/2005/8/layout/orgChart1"/>
    <dgm:cxn modelId="{FBC12E2C-619E-4599-B915-B968A89A0229}" type="presOf" srcId="{ED538FBE-6130-45A2-A1D0-5DEB03E796E8}" destId="{5988ED23-194C-42E1-88AB-8E72A53BDC23}" srcOrd="1" destOrd="0" presId="urn:microsoft.com/office/officeart/2005/8/layout/orgChart1"/>
    <dgm:cxn modelId="{EDD8B8E8-5ADA-4CCB-9D31-33C2C59EDA48}" type="presOf" srcId="{5D54CE41-C375-40B2-A52F-A4D5244B4F6B}" destId="{AA794585-893E-4AD1-AB0F-E658D0B464B9}" srcOrd="0" destOrd="0" presId="urn:microsoft.com/office/officeart/2005/8/layout/orgChart1"/>
    <dgm:cxn modelId="{5A17CC76-62E1-445F-BF72-7A0524056A22}" type="presOf" srcId="{2EA5620F-A953-4641-A9F7-FF6474899C89}" destId="{D31D7087-EF20-4E54-950D-5D78C9230C8B}" srcOrd="1" destOrd="0" presId="urn:microsoft.com/office/officeart/2005/8/layout/orgChart1"/>
    <dgm:cxn modelId="{D5051094-61BC-42D3-BB85-5E5FB0D22CFE}" type="presOf" srcId="{1F903EBE-540A-403B-AE13-6A09126352BD}" destId="{746FE1B3-37E8-4050-B0B7-5668D5D7D118}" srcOrd="1" destOrd="0" presId="urn:microsoft.com/office/officeart/2005/8/layout/orgChart1"/>
    <dgm:cxn modelId="{DFABDEEE-A240-4EC9-97BA-95D30F3F29D5}" srcId="{1947618A-5736-4E7D-A7B1-0535566E666C}" destId="{1EED062B-8F19-4777-9982-C169436E891C}" srcOrd="2" destOrd="0" parTransId="{E23F665C-87A1-4AE3-97A2-35DD5DD59927}" sibTransId="{5F196C6C-6D57-46B2-B88F-666645662E91}"/>
    <dgm:cxn modelId="{7A9A9211-DD27-4357-8253-30DA9D3D79AA}" type="presOf" srcId="{1EED062B-8F19-4777-9982-C169436E891C}" destId="{2D40033F-C0EB-436E-B48B-D4F7F12D24D6}" srcOrd="0" destOrd="0" presId="urn:microsoft.com/office/officeart/2005/8/layout/orgChart1"/>
    <dgm:cxn modelId="{AE809AE6-4B42-4DD5-A766-3E57926AC105}" type="presOf" srcId="{3EF3A6E7-C292-47CC-B270-3E3EBE607D52}" destId="{B29C3B41-DBE1-4323-9C4E-2DB26CA89DA4}" srcOrd="1" destOrd="0" presId="urn:microsoft.com/office/officeart/2005/8/layout/orgChart1"/>
    <dgm:cxn modelId="{71671B7A-3677-4336-9103-572B984B2DBC}" type="presOf" srcId="{8FBC9412-DE73-4430-ABD4-170D2B2D5B40}" destId="{90BF942A-71A3-4EEB-97B9-3F94D75DAE0F}" srcOrd="1" destOrd="0" presId="urn:microsoft.com/office/officeart/2005/8/layout/orgChart1"/>
    <dgm:cxn modelId="{0889C6DA-DE3D-4EEE-8208-B33A7D302002}" type="presOf" srcId="{3C73C88C-ADAC-4E8D-8259-4FBC3819D296}" destId="{22A06763-7CD0-41E0-8047-44C9999C84AA}" srcOrd="0" destOrd="0" presId="urn:microsoft.com/office/officeart/2005/8/layout/orgChart1"/>
    <dgm:cxn modelId="{8749021B-2268-44B1-AD84-B0921B253255}" type="presOf" srcId="{9286A5EC-F2A9-487D-8BF1-B96EEEFD636B}" destId="{C9422C4E-2B02-4D33-A16B-EF7B187ECAB7}" srcOrd="0" destOrd="0" presId="urn:microsoft.com/office/officeart/2005/8/layout/orgChart1"/>
    <dgm:cxn modelId="{C6049956-7336-4081-81A6-7DCD9A0A0EF0}" type="presOf" srcId="{1947618A-5736-4E7D-A7B1-0535566E666C}" destId="{3FADC6AF-5D4B-418A-9301-DABA5E048E22}" srcOrd="1" destOrd="0" presId="urn:microsoft.com/office/officeart/2005/8/layout/orgChart1"/>
    <dgm:cxn modelId="{81ECBBE0-B641-4AE9-A53F-16A71BDFB9C1}" srcId="{620DD3EC-BDCD-468B-B566-7FE2B848507E}" destId="{552219B0-29E3-4A6C-90E3-BE0B83069EBC}" srcOrd="0" destOrd="0" parTransId="{D723B879-676C-4614-8859-D09DEFF2A3B3}" sibTransId="{3AAC379C-C229-429B-B8C5-9157680B919C}"/>
    <dgm:cxn modelId="{D59A8D55-C251-4DE9-9063-FC32AC73FD00}" type="presOf" srcId="{E67C53B2-E892-4C0F-A08A-88A3ED9B61F7}" destId="{DCC2EF45-5701-4801-8E88-5D72204795B1}" srcOrd="0" destOrd="0" presId="urn:microsoft.com/office/officeart/2005/8/layout/orgChart1"/>
    <dgm:cxn modelId="{6E33D0D5-87BC-4AF4-9FFF-BA2468C620CA}" srcId="{1F903EBE-540A-403B-AE13-6A09126352BD}" destId="{2EA5620F-A953-4641-A9F7-FF6474899C89}" srcOrd="2" destOrd="0" parTransId="{5D54CE41-C375-40B2-A52F-A4D5244B4F6B}" sibTransId="{EC911C88-B43C-4ADA-AC79-C106AB283D2F}"/>
    <dgm:cxn modelId="{951A2031-AB8B-4B32-AFE8-798A1065B0A3}" type="presOf" srcId="{35F2611B-0442-443A-B647-B82B7382EA23}" destId="{8C7C57BC-0E68-4E25-9D4A-D3542769DA95}" srcOrd="0" destOrd="0" presId="urn:microsoft.com/office/officeart/2005/8/layout/orgChart1"/>
    <dgm:cxn modelId="{FB87CBE7-A783-49FA-9FDC-C388EA88CADE}" type="presOf" srcId="{F142DEDA-3202-4A6E-A872-744A36211997}" destId="{D62CADF8-24AE-4E16-B362-DFB8C42A8D00}" srcOrd="1" destOrd="0" presId="urn:microsoft.com/office/officeart/2005/8/layout/orgChart1"/>
    <dgm:cxn modelId="{76FE0A3B-1FB2-47AB-A803-192EED8CF4A6}" srcId="{620DD3EC-BDCD-468B-B566-7FE2B848507E}" destId="{ED538FBE-6130-45A2-A1D0-5DEB03E796E8}" srcOrd="1" destOrd="0" parTransId="{8BEDDD51-476B-4EA3-BB0E-02C6B68708C7}" sibTransId="{35D97104-0716-450A-B2F9-D53D45C2A7A7}"/>
    <dgm:cxn modelId="{95A075D2-4850-404E-8411-C822C74F0F4C}" type="presOf" srcId="{C261E12B-9CC3-4861-845D-9128B169CF9B}" destId="{21139279-D34B-4DA9-B9A1-7062C0827E6D}" srcOrd="0" destOrd="0" presId="urn:microsoft.com/office/officeart/2005/8/layout/orgChart1"/>
    <dgm:cxn modelId="{208BCFAA-7D79-4D3B-946B-FA6136A6B507}" type="presOf" srcId="{8989D7C3-0377-4FA4-BDEF-0125186F1434}" destId="{68532205-FE94-453F-8FB3-79E73AE47C4E}" srcOrd="0" destOrd="0" presId="urn:microsoft.com/office/officeart/2005/8/layout/orgChart1"/>
    <dgm:cxn modelId="{0F5A5FD9-3747-4E51-BA65-9975B98C6A58}" type="presOf" srcId="{1EED062B-8F19-4777-9982-C169436E891C}" destId="{C6BB55D6-AD48-419D-89FD-19A7856B8200}" srcOrd="1" destOrd="0" presId="urn:microsoft.com/office/officeart/2005/8/layout/orgChart1"/>
    <dgm:cxn modelId="{F0E261ED-88BB-4FDF-A410-3711D4F68B41}" srcId="{9E6404DC-1053-49D6-95EE-599A97C88DD3}" destId="{AEC44668-A4C2-4E1B-B39E-CB2888B9DE8D}" srcOrd="3" destOrd="0" parTransId="{FD58BE62-9C5A-475A-8FC1-794FCC27A5B8}" sibTransId="{A87416F6-CAF3-4F24-8E79-E769B7818015}"/>
    <dgm:cxn modelId="{2A7A2E8B-4E91-4769-93B9-65EF55884A61}" type="presOf" srcId="{1947618A-5736-4E7D-A7B1-0535566E666C}" destId="{EF3A83E1-5846-4AE9-8B47-6582C37CA326}" srcOrd="0" destOrd="0" presId="urn:microsoft.com/office/officeart/2005/8/layout/orgChart1"/>
    <dgm:cxn modelId="{5F7DB5C3-B355-4F57-8A7E-F3CD6853FA97}" type="presOf" srcId="{ED5ECDE6-7B87-4768-B1AE-20C55CA1EA8F}" destId="{0207D2DC-D98D-48DB-A444-1B3BB3C111EF}" srcOrd="0" destOrd="0" presId="urn:microsoft.com/office/officeart/2005/8/layout/orgChart1"/>
    <dgm:cxn modelId="{1FC3E477-0368-4874-B43B-8667D6433F65}" type="presOf" srcId="{DE033789-4671-4B2D-80A6-DE47FDE133A9}" destId="{2BE4E89E-3BB1-40E0-B6E7-E52B12A6BE8D}" srcOrd="0" destOrd="0" presId="urn:microsoft.com/office/officeart/2005/8/layout/orgChart1"/>
    <dgm:cxn modelId="{4CF36AB0-83A9-4CD1-9F6C-54F7A6E3A79C}" srcId="{9286A5EC-F2A9-487D-8BF1-B96EEEFD636B}" destId="{C6E4FEDD-12A9-48D1-836A-71DF2EBCFFAD}" srcOrd="2" destOrd="0" parTransId="{A2275AAE-D67F-4B48-809F-43E648A9868F}" sibTransId="{795C140E-55F9-45B3-A3C9-9055A88BB7F4}"/>
    <dgm:cxn modelId="{F7EBFBCF-F59C-4BE1-9661-E7D0E9B3F603}" type="presOf" srcId="{ED538FBE-6130-45A2-A1D0-5DEB03E796E8}" destId="{83491CF3-E0A8-41F0-8748-5B85D6C90040}" srcOrd="0" destOrd="0" presId="urn:microsoft.com/office/officeart/2005/8/layout/orgChart1"/>
    <dgm:cxn modelId="{4CA9C32A-C8CD-40F1-AFCB-D726CB5C7F3F}" srcId="{1A65A4D7-7720-45CB-8279-86EBD3407E97}" destId="{9E6404DC-1053-49D6-95EE-599A97C88DD3}" srcOrd="0" destOrd="0" parTransId="{541DED35-EA1D-4B2B-8573-F418430E3EF8}" sibTransId="{8EA0B31F-0422-4926-B862-5636855C8DF2}"/>
    <dgm:cxn modelId="{4207DC96-F0A6-4BA6-A56E-A1B3A7D58C07}" type="presOf" srcId="{620DD3EC-BDCD-468B-B566-7FE2B848507E}" destId="{1999F93D-C5E3-4B58-A38A-C971B5C1871B}" srcOrd="1" destOrd="0" presId="urn:microsoft.com/office/officeart/2005/8/layout/orgChart1"/>
    <dgm:cxn modelId="{E1693E6E-D569-4F2B-8348-0AA7E4140BE6}" srcId="{1947618A-5736-4E7D-A7B1-0535566E666C}" destId="{98CFC344-9304-4EC6-B9BC-E8A0A24F49F8}" srcOrd="1" destOrd="0" parTransId="{C261E12B-9CC3-4861-845D-9128B169CF9B}" sibTransId="{25975C59-E6F0-40BC-AC98-16866442FF31}"/>
    <dgm:cxn modelId="{E40E21D4-0293-4D84-9C2B-99E9DD9CBA54}" type="presOf" srcId="{97ECD7F0-AF08-4202-8F6B-6035FCFA351C}" destId="{E176ACEC-BD58-4170-B91A-1AA1D1DF77F0}" srcOrd="0" destOrd="0" presId="urn:microsoft.com/office/officeart/2005/8/layout/orgChart1"/>
    <dgm:cxn modelId="{FF4EB8F8-F2ED-44E4-B5D4-D0C1588ECF98}" type="presOf" srcId="{E23F665C-87A1-4AE3-97A2-35DD5DD59927}" destId="{726D82ED-3983-40DD-8F27-7B09C006F0AB}" srcOrd="0" destOrd="0" presId="urn:microsoft.com/office/officeart/2005/8/layout/orgChart1"/>
    <dgm:cxn modelId="{86007437-EC7F-4722-91E9-B02DC12FD8DB}" type="presOf" srcId="{37777025-6084-49B6-8F43-C5FFA95ABB75}" destId="{2EEBC9EF-9E31-4483-9497-098605836E2F}" srcOrd="0" destOrd="0" presId="urn:microsoft.com/office/officeart/2005/8/layout/orgChart1"/>
    <dgm:cxn modelId="{1EC82FDF-DEB7-4D50-9C29-27BC7BD7F60F}" srcId="{1F903EBE-540A-403B-AE13-6A09126352BD}" destId="{C23EE67C-7F77-47BA-A8B3-6493565ADACA}" srcOrd="4" destOrd="0" parTransId="{97ECD7F0-AF08-4202-8F6B-6035FCFA351C}" sibTransId="{81688764-0848-43B4-A2D6-8E904026A524}"/>
    <dgm:cxn modelId="{3371D227-869E-4636-B9B0-BA373BCE5AD6}" srcId="{9E6404DC-1053-49D6-95EE-599A97C88DD3}" destId="{9286A5EC-F2A9-487D-8BF1-B96EEEFD636B}" srcOrd="0" destOrd="0" parTransId="{8CE2CE9A-EBD7-445E-BD99-21666869C1D4}" sibTransId="{D6357A36-116B-440B-A9E1-8EDB3A4D1B88}"/>
    <dgm:cxn modelId="{0A3906DC-ADAC-436D-9259-1B9731AAF371}" type="presOf" srcId="{556E8FD8-40F6-455A-835F-025608B7D422}" destId="{6089E11F-BF5E-4711-A0AB-4B535BBD87AC}" srcOrd="0" destOrd="0" presId="urn:microsoft.com/office/officeart/2005/8/layout/orgChart1"/>
    <dgm:cxn modelId="{3E3F33A1-764D-455F-9609-979B7487620C}" srcId="{AEC44668-A4C2-4E1B-B39E-CB2888B9DE8D}" destId="{F91A8AB5-9278-4D4E-BC56-21224700D286}" srcOrd="1" destOrd="0" parTransId="{502D84B5-6040-4F8C-8C70-AC9E8C7A7931}" sibTransId="{C61FB986-3367-414D-9CC8-14FAE1051217}"/>
    <dgm:cxn modelId="{B04258CD-B584-4686-8726-F88ED24E1E52}" type="presOf" srcId="{71A87117-79C4-4853-87C0-EA73BD2BB07E}" destId="{66C443D9-6D0D-4803-A3A0-A088FC67AFB8}" srcOrd="1" destOrd="0" presId="urn:microsoft.com/office/officeart/2005/8/layout/orgChart1"/>
    <dgm:cxn modelId="{1604376D-5C72-45EB-8CD2-AFD2D4B26B29}" srcId="{AEC44668-A4C2-4E1B-B39E-CB2888B9DE8D}" destId="{71A87117-79C4-4853-87C0-EA73BD2BB07E}" srcOrd="0" destOrd="0" parTransId="{37777025-6084-49B6-8F43-C5FFA95ABB75}" sibTransId="{6E88D8D5-C851-4296-8F3F-47D71B78C5A6}"/>
    <dgm:cxn modelId="{884C4DEA-A29D-4416-9103-F85108CE2F55}" type="presOf" srcId="{68F0BB4A-4CA0-4481-8397-108E86A12DA4}" destId="{B3DA1D68-D7FF-4520-90A3-C4A2EA0D76C0}" srcOrd="0" destOrd="0" presId="urn:microsoft.com/office/officeart/2005/8/layout/orgChart1"/>
    <dgm:cxn modelId="{1EAD89EE-11AC-458E-AFDE-D65B78D7EF55}" type="presOf" srcId="{9286A5EC-F2A9-487D-8BF1-B96EEEFD636B}" destId="{A10B8E6A-AEE1-4C2B-8634-C515AEDBA0E5}" srcOrd="1" destOrd="0" presId="urn:microsoft.com/office/officeart/2005/8/layout/orgChart1"/>
    <dgm:cxn modelId="{4A854940-C26F-4A7C-97CD-7848FD9F2C0B}" type="presOf" srcId="{98CFC344-9304-4EC6-B9BC-E8A0A24F49F8}" destId="{550CB441-3257-44E1-9F6B-74D0537D7B12}" srcOrd="1" destOrd="0" presId="urn:microsoft.com/office/officeart/2005/8/layout/orgChart1"/>
    <dgm:cxn modelId="{B6ED6959-D36F-40C1-BB7A-D25AABCCA5A0}" srcId="{1F903EBE-540A-403B-AE13-6A09126352BD}" destId="{E9C886F1-1EBC-4EBC-BB4B-24DF341523A6}" srcOrd="1" destOrd="0" parTransId="{5E8DD444-C688-4780-A5F0-D4A4181FBDCC}" sibTransId="{677365F0-85D2-4516-9D4D-C1E5444A6324}"/>
    <dgm:cxn modelId="{19AF4068-3DE4-490A-9264-0F12B60591B8}" type="presOf" srcId="{F0764DAA-254D-4C3C-9708-669D5BF5A337}" destId="{0146BAA9-2B9D-4F2A-B565-A2DCB6505964}" srcOrd="0" destOrd="0" presId="urn:microsoft.com/office/officeart/2005/8/layout/orgChart1"/>
    <dgm:cxn modelId="{F51330D8-D40A-4035-8355-16B6D86E067B}" type="presOf" srcId="{58071AFA-4B9B-45FE-8D29-BD33AD1AE5F0}" destId="{75D8F8FB-D9CA-4C02-A407-6AF2F4291AE4}" srcOrd="1" destOrd="0" presId="urn:microsoft.com/office/officeart/2005/8/layout/orgChart1"/>
    <dgm:cxn modelId="{CE16E825-809E-47D7-B83B-325AB0A94320}" type="presOf" srcId="{3EF3A6E7-C292-47CC-B270-3E3EBE607D52}" destId="{143DE19C-7D84-4338-B392-FD35CE1BC79B}" srcOrd="0" destOrd="0" presId="urn:microsoft.com/office/officeart/2005/8/layout/orgChart1"/>
    <dgm:cxn modelId="{9B5B3F46-E2B6-4B9A-9AFA-0605BD385EA0}" srcId="{C6E4FEDD-12A9-48D1-836A-71DF2EBCFFAD}" destId="{8FBC9412-DE73-4430-ABD4-170D2B2D5B40}" srcOrd="2" destOrd="0" parTransId="{DE033789-4671-4B2D-80A6-DE47FDE133A9}" sibTransId="{3FFF4DB3-76E7-4FCF-8DEB-5223A465A98F}"/>
    <dgm:cxn modelId="{3E834A22-B4D9-4FB8-A0CF-60BD401E9F77}" srcId="{1F903EBE-540A-403B-AE13-6A09126352BD}" destId="{58071AFA-4B9B-45FE-8D29-BD33AD1AE5F0}" srcOrd="3" destOrd="0" parTransId="{BFB1E75C-DD68-4F5F-8C40-4F4C36AC6BEA}" sibTransId="{E37F1C88-1AF1-48F6-AAEF-12C017B78A04}"/>
    <dgm:cxn modelId="{2D62DD86-A52E-49A9-8D7A-EF65F5EF100B}" type="presOf" srcId="{EDC0CFFA-ED12-4115-8BE2-0F3535696B0D}" destId="{EAD93886-1693-47A7-AD7C-67AC19E49A2D}" srcOrd="0" destOrd="0" presId="urn:microsoft.com/office/officeart/2005/8/layout/orgChart1"/>
    <dgm:cxn modelId="{5E7B5BD3-D5C7-4329-8C95-CB1074033A3D}" type="presOf" srcId="{1F903EBE-540A-403B-AE13-6A09126352BD}" destId="{B4DA07B5-29B3-4442-A69E-055EEC652BE8}" srcOrd="0" destOrd="0" presId="urn:microsoft.com/office/officeart/2005/8/layout/orgChart1"/>
    <dgm:cxn modelId="{07AB8472-A651-48C8-9CF2-00815F444309}" type="presOf" srcId="{9E6404DC-1053-49D6-95EE-599A97C88DD3}" destId="{0F3C8968-31FF-46A5-BCB3-A2E771257413}" srcOrd="0" destOrd="0" presId="urn:microsoft.com/office/officeart/2005/8/layout/orgChart1"/>
    <dgm:cxn modelId="{572A1CFE-1A3F-4917-A6DE-76F28E4C7735}" type="presOf" srcId="{8989D7C3-0377-4FA4-BDEF-0125186F1434}" destId="{D45598BF-8E06-431D-B15E-91AB3A31C0C6}" srcOrd="1" destOrd="0" presId="urn:microsoft.com/office/officeart/2005/8/layout/orgChart1"/>
    <dgm:cxn modelId="{FBB98B3F-ED66-4687-A46A-93F481E2DB82}" type="presOf" srcId="{BFB1E75C-DD68-4F5F-8C40-4F4C36AC6BEA}" destId="{FB824164-8B1D-4B85-B22A-CDFEF2E04F59}" srcOrd="0" destOrd="0" presId="urn:microsoft.com/office/officeart/2005/8/layout/orgChart1"/>
    <dgm:cxn modelId="{AC39F653-00D5-4219-8557-1E633AAA0D11}" type="presOf" srcId="{9E6404DC-1053-49D6-95EE-599A97C88DD3}" destId="{C8C73746-D1E9-45A4-A4B2-4DB251C0CC5A}" srcOrd="1" destOrd="0" presId="urn:microsoft.com/office/officeart/2005/8/layout/orgChart1"/>
    <dgm:cxn modelId="{B0911044-8F6E-4BC6-A815-4D5369F405ED}" type="presOf" srcId="{A2275AAE-D67F-4B48-809F-43E648A9868F}" destId="{DB2B6368-5A8B-4732-8055-E965E07397C0}" srcOrd="0" destOrd="0" presId="urn:microsoft.com/office/officeart/2005/8/layout/orgChart1"/>
    <dgm:cxn modelId="{EAAC35E9-0535-4EA5-8240-2E0A827D3209}" type="presOf" srcId="{8FBC9412-DE73-4430-ABD4-170D2B2D5B40}" destId="{2C57B994-79A8-41A5-8FD7-0E043D593367}" srcOrd="0" destOrd="0" presId="urn:microsoft.com/office/officeart/2005/8/layout/orgChart1"/>
    <dgm:cxn modelId="{7D80E8BF-FA66-4950-BD3A-5A918CD9831D}" type="presOf" srcId="{AEC44668-A4C2-4E1B-B39E-CB2888B9DE8D}" destId="{433EA3FF-AA33-4D7D-846D-D982629E13C8}" srcOrd="1" destOrd="0" presId="urn:microsoft.com/office/officeart/2005/8/layout/orgChart1"/>
    <dgm:cxn modelId="{35BA6A19-C82C-4D32-8D6F-0E90A0267519}" type="presOf" srcId="{F142DEDA-3202-4A6E-A872-744A36211997}" destId="{28A90088-1D74-4647-BC3B-F17F2E584608}" srcOrd="0" destOrd="0" presId="urn:microsoft.com/office/officeart/2005/8/layout/orgChart1"/>
    <dgm:cxn modelId="{90FB866F-8CB1-4FCF-B39F-10C4BFCDC239}" srcId="{C6E4FEDD-12A9-48D1-836A-71DF2EBCFFAD}" destId="{8989D7C3-0377-4FA4-BDEF-0125186F1434}" srcOrd="3" destOrd="0" parTransId="{9D210C6E-CF8C-4AD9-BC0C-1A9414145BC2}" sibTransId="{B6B77A4B-D689-4396-B5C5-E87546531706}"/>
    <dgm:cxn modelId="{ABC5C86C-3A73-437E-B189-F9951B32D966}" type="presOf" srcId="{F88CED9D-CB32-45D4-A470-43245E18FCB3}" destId="{E5A0C29D-3FD5-461C-8147-ADB2CA78F75F}" srcOrd="1" destOrd="0" presId="urn:microsoft.com/office/officeart/2005/8/layout/orgChart1"/>
    <dgm:cxn modelId="{CB68B546-D650-4DCA-9255-1CB1A0FF4B7C}" type="presOf" srcId="{C6E4FEDD-12A9-48D1-836A-71DF2EBCFFAD}" destId="{DAD0AE31-2183-4883-A49E-5AC8784C4DC1}" srcOrd="1" destOrd="0" presId="urn:microsoft.com/office/officeart/2005/8/layout/orgChart1"/>
    <dgm:cxn modelId="{5317F623-2ED8-4710-AC15-800675E39B10}" type="presOf" srcId="{248E9311-DF61-4B0E-BD57-16AE2D707A60}" destId="{76E33A9D-9480-40FB-A4DF-EE1E2E7E401E}" srcOrd="0" destOrd="0" presId="urn:microsoft.com/office/officeart/2005/8/layout/orgChart1"/>
    <dgm:cxn modelId="{1F54BB72-5E2C-4192-90B9-C1973A2EEC11}" type="presOf" srcId="{F91A8AB5-9278-4D4E-BC56-21224700D286}" destId="{589131A9-2313-485B-AD88-1EFA955AFF10}" srcOrd="0" destOrd="0" presId="urn:microsoft.com/office/officeart/2005/8/layout/orgChart1"/>
    <dgm:cxn modelId="{7506067E-541A-4A3A-B687-F79671A6EB44}" type="presOf" srcId="{D723B879-676C-4614-8859-D09DEFF2A3B3}" destId="{8BF33A23-B9E7-4732-917C-5D66B726362F}" srcOrd="0" destOrd="0" presId="urn:microsoft.com/office/officeart/2005/8/layout/orgChart1"/>
    <dgm:cxn modelId="{D58A6A88-4760-4BEC-8A98-05B8C39BBD3D}" type="presOf" srcId="{1A65A4D7-7720-45CB-8279-86EBD3407E97}" destId="{11077618-9302-474C-8482-1BBB83E3AEF1}" srcOrd="0" destOrd="0" presId="urn:microsoft.com/office/officeart/2005/8/layout/orgChart1"/>
    <dgm:cxn modelId="{A109B709-4C51-42E1-B8B3-EE694934A335}" srcId="{1947618A-5736-4E7D-A7B1-0535566E666C}" destId="{556E8FD8-40F6-455A-835F-025608B7D422}" srcOrd="0" destOrd="0" parTransId="{E67C53B2-E892-4C0F-A08A-88A3ED9B61F7}" sibTransId="{E7544627-CF2D-48DA-8B7F-1F39195C4840}"/>
    <dgm:cxn modelId="{55322DC1-D5BB-4947-91D3-C49D83A86839}" srcId="{9E6404DC-1053-49D6-95EE-599A97C88DD3}" destId="{620DD3EC-BDCD-468B-B566-7FE2B848507E}" srcOrd="1" destOrd="0" parTransId="{F0764DAA-254D-4C3C-9708-669D5BF5A337}" sibTransId="{61B96E30-C56F-4FDE-AA00-908E8835534F}"/>
    <dgm:cxn modelId="{1486D8BE-4305-4E22-A20F-C56F1D289556}" type="presOf" srcId="{CC7928C2-579C-44D0-AB38-88BC756CAA0E}" destId="{2AB4BF43-9ACD-420F-8CEE-B70EB4712527}" srcOrd="1" destOrd="0" presId="urn:microsoft.com/office/officeart/2005/8/layout/orgChart1"/>
    <dgm:cxn modelId="{E02EA1F9-1612-4512-A3FC-DB19B79AC42C}" type="presOf" srcId="{588037F0-0B1A-4D72-81EB-CAFA026AEFB7}" destId="{06A5B176-3147-4D45-9EF8-CF91B612166F}" srcOrd="0" destOrd="0" presId="urn:microsoft.com/office/officeart/2005/8/layout/orgChart1"/>
    <dgm:cxn modelId="{4B0E9FDE-7A83-4153-8254-343BFFC6A15D}" srcId="{C6E4FEDD-12A9-48D1-836A-71DF2EBCFFAD}" destId="{3EF3A6E7-C292-47CC-B270-3E3EBE607D52}" srcOrd="1" destOrd="0" parTransId="{D481CA47-B5D5-4D96-BC79-BE9AAABF9466}" sibTransId="{D3C9781C-99F9-4FFB-85A6-AC0ABAA41395}"/>
    <dgm:cxn modelId="{120D2882-7F82-4DCE-8DD2-DE34F2F3718C}" type="presOf" srcId="{9D210C6E-CF8C-4AD9-BC0C-1A9414145BC2}" destId="{1E512966-A9A8-4A1A-A761-762F172F3796}" srcOrd="0" destOrd="0" presId="urn:microsoft.com/office/officeart/2005/8/layout/orgChart1"/>
    <dgm:cxn modelId="{0DB79881-AAFB-4207-A84A-6BD63F0812CA}" type="presParOf" srcId="{11077618-9302-474C-8482-1BBB83E3AEF1}" destId="{38ED7B2E-63E5-438D-91CD-EFA6DE9BBF61}" srcOrd="0" destOrd="0" presId="urn:microsoft.com/office/officeart/2005/8/layout/orgChart1"/>
    <dgm:cxn modelId="{5ED087B4-1F16-47F0-8EDF-6DE9E5DDE0ED}" type="presParOf" srcId="{38ED7B2E-63E5-438D-91CD-EFA6DE9BBF61}" destId="{ADCB6C6D-2F95-4AD5-B3EB-BEA9A3239732}" srcOrd="0" destOrd="0" presId="urn:microsoft.com/office/officeart/2005/8/layout/orgChart1"/>
    <dgm:cxn modelId="{38D93D17-E2F6-430A-BA0A-892F5F5DA1C8}" type="presParOf" srcId="{ADCB6C6D-2F95-4AD5-B3EB-BEA9A3239732}" destId="{0F3C8968-31FF-46A5-BCB3-A2E771257413}" srcOrd="0" destOrd="0" presId="urn:microsoft.com/office/officeart/2005/8/layout/orgChart1"/>
    <dgm:cxn modelId="{D0C9B760-9B41-40FA-837D-7DC64C5D98B6}" type="presParOf" srcId="{ADCB6C6D-2F95-4AD5-B3EB-BEA9A3239732}" destId="{C8C73746-D1E9-45A4-A4B2-4DB251C0CC5A}" srcOrd="1" destOrd="0" presId="urn:microsoft.com/office/officeart/2005/8/layout/orgChart1"/>
    <dgm:cxn modelId="{903973C5-4475-4E16-BB20-98C6713D6A7C}" type="presParOf" srcId="{38ED7B2E-63E5-438D-91CD-EFA6DE9BBF61}" destId="{AD53A4B1-01E7-41E8-9724-31F3910545A4}" srcOrd="1" destOrd="0" presId="urn:microsoft.com/office/officeart/2005/8/layout/orgChart1"/>
    <dgm:cxn modelId="{FD0D6115-7002-46BE-B6C7-37AF4D0756E1}" type="presParOf" srcId="{AD53A4B1-01E7-41E8-9724-31F3910545A4}" destId="{7B4371B5-9FE0-4A41-B872-D27DD755166A}" srcOrd="0" destOrd="0" presId="urn:microsoft.com/office/officeart/2005/8/layout/orgChart1"/>
    <dgm:cxn modelId="{C21C9606-5954-48DD-8BEA-B260DD6B6E14}" type="presParOf" srcId="{AD53A4B1-01E7-41E8-9724-31F3910545A4}" destId="{ED726A71-3CEE-43E5-B36E-E99BBF451E5B}" srcOrd="1" destOrd="0" presId="urn:microsoft.com/office/officeart/2005/8/layout/orgChart1"/>
    <dgm:cxn modelId="{9624EA68-142D-4F73-A240-6EDF415B7752}" type="presParOf" srcId="{ED726A71-3CEE-43E5-B36E-E99BBF451E5B}" destId="{82B2FC70-3C15-48D4-B101-71C09EFE19F9}" srcOrd="0" destOrd="0" presId="urn:microsoft.com/office/officeart/2005/8/layout/orgChart1"/>
    <dgm:cxn modelId="{196EE497-26E4-4E8E-BD39-4CB1915C3778}" type="presParOf" srcId="{82B2FC70-3C15-48D4-B101-71C09EFE19F9}" destId="{C9422C4E-2B02-4D33-A16B-EF7B187ECAB7}" srcOrd="0" destOrd="0" presId="urn:microsoft.com/office/officeart/2005/8/layout/orgChart1"/>
    <dgm:cxn modelId="{9C0A3F0D-C56E-46C5-B0BA-DC9109042609}" type="presParOf" srcId="{82B2FC70-3C15-48D4-B101-71C09EFE19F9}" destId="{A10B8E6A-AEE1-4C2B-8634-C515AEDBA0E5}" srcOrd="1" destOrd="0" presId="urn:microsoft.com/office/officeart/2005/8/layout/orgChart1"/>
    <dgm:cxn modelId="{5AFAFB96-E814-4DAC-B9A1-F9EFA64BA8C5}" type="presParOf" srcId="{ED726A71-3CEE-43E5-B36E-E99BBF451E5B}" destId="{C9264EDA-91B6-4FAE-AFE6-AFC29BE66386}" srcOrd="1" destOrd="0" presId="urn:microsoft.com/office/officeart/2005/8/layout/orgChart1"/>
    <dgm:cxn modelId="{67495CB3-FF0D-437B-A75F-D818BF677556}" type="presParOf" srcId="{C9264EDA-91B6-4FAE-AFE6-AFC29BE66386}" destId="{06A5B176-3147-4D45-9EF8-CF91B612166F}" srcOrd="0" destOrd="0" presId="urn:microsoft.com/office/officeart/2005/8/layout/orgChart1"/>
    <dgm:cxn modelId="{41338C89-1E6D-49CB-AA27-377383737EC7}" type="presParOf" srcId="{C9264EDA-91B6-4FAE-AFE6-AFC29BE66386}" destId="{A1823CA7-FCBA-4115-A337-66BE02B03547}" srcOrd="1" destOrd="0" presId="urn:microsoft.com/office/officeart/2005/8/layout/orgChart1"/>
    <dgm:cxn modelId="{CA65C1DA-4730-4949-B129-ECBC45F854A2}" type="presParOf" srcId="{A1823CA7-FCBA-4115-A337-66BE02B03547}" destId="{80E2B167-EDC3-4945-9077-5283EEF70EE4}" srcOrd="0" destOrd="0" presId="urn:microsoft.com/office/officeart/2005/8/layout/orgChart1"/>
    <dgm:cxn modelId="{04FAEB99-2DE4-4EA9-A7A2-78ABF19A7527}" type="presParOf" srcId="{80E2B167-EDC3-4945-9077-5283EEF70EE4}" destId="{28A90088-1D74-4647-BC3B-F17F2E584608}" srcOrd="0" destOrd="0" presId="urn:microsoft.com/office/officeart/2005/8/layout/orgChart1"/>
    <dgm:cxn modelId="{A4952F88-F6B7-489A-9049-87D4F65F9DBC}" type="presParOf" srcId="{80E2B167-EDC3-4945-9077-5283EEF70EE4}" destId="{D62CADF8-24AE-4E16-B362-DFB8C42A8D00}" srcOrd="1" destOrd="0" presId="urn:microsoft.com/office/officeart/2005/8/layout/orgChart1"/>
    <dgm:cxn modelId="{9143A6CF-7648-4C1D-9813-A5ACFD9FA4A5}" type="presParOf" srcId="{A1823CA7-FCBA-4115-A337-66BE02B03547}" destId="{D2D25354-BC15-441D-9C43-4E22F84DF7E3}" srcOrd="1" destOrd="0" presId="urn:microsoft.com/office/officeart/2005/8/layout/orgChart1"/>
    <dgm:cxn modelId="{70289677-024D-4C85-A511-A5EEA95E9AE4}" type="presParOf" srcId="{A1823CA7-FCBA-4115-A337-66BE02B03547}" destId="{42C6C630-1192-4F5E-B919-40B53C299E86}" srcOrd="2" destOrd="0" presId="urn:microsoft.com/office/officeart/2005/8/layout/orgChart1"/>
    <dgm:cxn modelId="{0213BD88-CC4A-423F-B2CA-EC0EB11F5F5E}" type="presParOf" srcId="{C9264EDA-91B6-4FAE-AFE6-AFC29BE66386}" destId="{22A06763-7CD0-41E0-8047-44C9999C84AA}" srcOrd="2" destOrd="0" presId="urn:microsoft.com/office/officeart/2005/8/layout/orgChart1"/>
    <dgm:cxn modelId="{AAFCFB26-61CE-45AA-8DA7-BE3C44890855}" type="presParOf" srcId="{C9264EDA-91B6-4FAE-AFE6-AFC29BE66386}" destId="{EBCD387B-99F5-420E-AC68-BB5DDA55274F}" srcOrd="3" destOrd="0" presId="urn:microsoft.com/office/officeart/2005/8/layout/orgChart1"/>
    <dgm:cxn modelId="{4B7EA589-DE0F-4FF9-A09D-C14F9966DCC3}" type="presParOf" srcId="{EBCD387B-99F5-420E-AC68-BB5DDA55274F}" destId="{1FCE71FC-8197-4D43-AEA9-42AE00FBE624}" srcOrd="0" destOrd="0" presId="urn:microsoft.com/office/officeart/2005/8/layout/orgChart1"/>
    <dgm:cxn modelId="{5EBD661D-FFB5-4F13-8C2A-B9576821D9D8}" type="presParOf" srcId="{1FCE71FC-8197-4D43-AEA9-42AE00FBE624}" destId="{EF3A83E1-5846-4AE9-8B47-6582C37CA326}" srcOrd="0" destOrd="0" presId="urn:microsoft.com/office/officeart/2005/8/layout/orgChart1"/>
    <dgm:cxn modelId="{BC151465-B34A-4D30-9F19-902583914513}" type="presParOf" srcId="{1FCE71FC-8197-4D43-AEA9-42AE00FBE624}" destId="{3FADC6AF-5D4B-418A-9301-DABA5E048E22}" srcOrd="1" destOrd="0" presId="urn:microsoft.com/office/officeart/2005/8/layout/orgChart1"/>
    <dgm:cxn modelId="{E0E7DC59-395E-46D7-986C-9986C927AB0B}" type="presParOf" srcId="{EBCD387B-99F5-420E-AC68-BB5DDA55274F}" destId="{AC56E703-D854-4DBA-8A21-3B81398E67CB}" srcOrd="1" destOrd="0" presId="urn:microsoft.com/office/officeart/2005/8/layout/orgChart1"/>
    <dgm:cxn modelId="{5459792F-EFC3-45DE-B9D8-F5604B6563A4}" type="presParOf" srcId="{AC56E703-D854-4DBA-8A21-3B81398E67CB}" destId="{DCC2EF45-5701-4801-8E88-5D72204795B1}" srcOrd="0" destOrd="0" presId="urn:microsoft.com/office/officeart/2005/8/layout/orgChart1"/>
    <dgm:cxn modelId="{8029E4A8-C6CD-4755-8BB2-BAAE49D6C519}" type="presParOf" srcId="{AC56E703-D854-4DBA-8A21-3B81398E67CB}" destId="{63F7F8E5-BA54-4A6B-86A7-794678E2BC40}" srcOrd="1" destOrd="0" presId="urn:microsoft.com/office/officeart/2005/8/layout/orgChart1"/>
    <dgm:cxn modelId="{94501F81-7918-427C-8F34-265C5265D0E9}" type="presParOf" srcId="{63F7F8E5-BA54-4A6B-86A7-794678E2BC40}" destId="{8B88C2AD-E635-4B46-80EB-C3010C0221AE}" srcOrd="0" destOrd="0" presId="urn:microsoft.com/office/officeart/2005/8/layout/orgChart1"/>
    <dgm:cxn modelId="{2DC28956-6992-4FCE-A472-DFA782AD6571}" type="presParOf" srcId="{8B88C2AD-E635-4B46-80EB-C3010C0221AE}" destId="{6089E11F-BF5E-4711-A0AB-4B535BBD87AC}" srcOrd="0" destOrd="0" presId="urn:microsoft.com/office/officeart/2005/8/layout/orgChart1"/>
    <dgm:cxn modelId="{03A536CC-8F18-4222-88A0-822006449BC1}" type="presParOf" srcId="{8B88C2AD-E635-4B46-80EB-C3010C0221AE}" destId="{3C3082DD-A6E3-42FD-AD37-C680B5855FF5}" srcOrd="1" destOrd="0" presId="urn:microsoft.com/office/officeart/2005/8/layout/orgChart1"/>
    <dgm:cxn modelId="{396CCE86-B28F-4B76-A0AD-176598324DE8}" type="presParOf" srcId="{63F7F8E5-BA54-4A6B-86A7-794678E2BC40}" destId="{BA5B5316-61F2-4AB6-B29E-9CB917E1057F}" srcOrd="1" destOrd="0" presId="urn:microsoft.com/office/officeart/2005/8/layout/orgChart1"/>
    <dgm:cxn modelId="{00CC6A2D-47B2-48B3-9B56-B488B88BE849}" type="presParOf" srcId="{63F7F8E5-BA54-4A6B-86A7-794678E2BC40}" destId="{4398927E-8A4F-4C30-9733-E4E324CE78CB}" srcOrd="2" destOrd="0" presId="urn:microsoft.com/office/officeart/2005/8/layout/orgChart1"/>
    <dgm:cxn modelId="{FF529FB9-5B6F-4B35-A2B3-1AA02EB4BC1C}" type="presParOf" srcId="{AC56E703-D854-4DBA-8A21-3B81398E67CB}" destId="{21139279-D34B-4DA9-B9A1-7062C0827E6D}" srcOrd="2" destOrd="0" presId="urn:microsoft.com/office/officeart/2005/8/layout/orgChart1"/>
    <dgm:cxn modelId="{06147920-EFD5-407A-80BA-5C50BAF96A21}" type="presParOf" srcId="{AC56E703-D854-4DBA-8A21-3B81398E67CB}" destId="{03C59C1B-1326-4494-A13C-A2C629147FF9}" srcOrd="3" destOrd="0" presId="urn:microsoft.com/office/officeart/2005/8/layout/orgChart1"/>
    <dgm:cxn modelId="{DC858098-52D7-4CD7-BBF6-C8D39519FBED}" type="presParOf" srcId="{03C59C1B-1326-4494-A13C-A2C629147FF9}" destId="{EB710595-8867-4218-A308-700366FE1C23}" srcOrd="0" destOrd="0" presId="urn:microsoft.com/office/officeart/2005/8/layout/orgChart1"/>
    <dgm:cxn modelId="{25C194FE-ADBA-4F10-8887-1D4856780A36}" type="presParOf" srcId="{EB710595-8867-4218-A308-700366FE1C23}" destId="{61355184-721D-460C-9831-1A874659A4FE}" srcOrd="0" destOrd="0" presId="urn:microsoft.com/office/officeart/2005/8/layout/orgChart1"/>
    <dgm:cxn modelId="{F180CB68-B948-4CD6-89BC-69ED4AA15E8F}" type="presParOf" srcId="{EB710595-8867-4218-A308-700366FE1C23}" destId="{550CB441-3257-44E1-9F6B-74D0537D7B12}" srcOrd="1" destOrd="0" presId="urn:microsoft.com/office/officeart/2005/8/layout/orgChart1"/>
    <dgm:cxn modelId="{BD03F980-E83E-4A67-A551-3173479E1C28}" type="presParOf" srcId="{03C59C1B-1326-4494-A13C-A2C629147FF9}" destId="{B1185E55-BFB2-45A2-BB87-C21808CCF7D0}" srcOrd="1" destOrd="0" presId="urn:microsoft.com/office/officeart/2005/8/layout/orgChart1"/>
    <dgm:cxn modelId="{54AE7735-1723-4016-94DB-E252006F3EED}" type="presParOf" srcId="{03C59C1B-1326-4494-A13C-A2C629147FF9}" destId="{6F0F78C8-1C79-439D-8A2B-46DE0345207B}" srcOrd="2" destOrd="0" presId="urn:microsoft.com/office/officeart/2005/8/layout/orgChart1"/>
    <dgm:cxn modelId="{98B87F1B-8444-431A-8111-6C9794223B2E}" type="presParOf" srcId="{AC56E703-D854-4DBA-8A21-3B81398E67CB}" destId="{726D82ED-3983-40DD-8F27-7B09C006F0AB}" srcOrd="4" destOrd="0" presId="urn:microsoft.com/office/officeart/2005/8/layout/orgChart1"/>
    <dgm:cxn modelId="{4BFE0F49-6BAC-4B30-ADF2-A2157533F38C}" type="presParOf" srcId="{AC56E703-D854-4DBA-8A21-3B81398E67CB}" destId="{1B8AAF55-46F6-4A36-95BA-4F088C2304CA}" srcOrd="5" destOrd="0" presId="urn:microsoft.com/office/officeart/2005/8/layout/orgChart1"/>
    <dgm:cxn modelId="{526E5058-5903-4973-AA84-8757E2A16088}" type="presParOf" srcId="{1B8AAF55-46F6-4A36-95BA-4F088C2304CA}" destId="{EC4353BF-6582-4EF3-8547-CE945FACB3CD}" srcOrd="0" destOrd="0" presId="urn:microsoft.com/office/officeart/2005/8/layout/orgChart1"/>
    <dgm:cxn modelId="{AD4E070A-1F59-44A5-8862-D668C1A2FDF3}" type="presParOf" srcId="{EC4353BF-6582-4EF3-8547-CE945FACB3CD}" destId="{2D40033F-C0EB-436E-B48B-D4F7F12D24D6}" srcOrd="0" destOrd="0" presId="urn:microsoft.com/office/officeart/2005/8/layout/orgChart1"/>
    <dgm:cxn modelId="{ECCE2D61-45C7-4246-A4C6-ABA904932792}" type="presParOf" srcId="{EC4353BF-6582-4EF3-8547-CE945FACB3CD}" destId="{C6BB55D6-AD48-419D-89FD-19A7856B8200}" srcOrd="1" destOrd="0" presId="urn:microsoft.com/office/officeart/2005/8/layout/orgChart1"/>
    <dgm:cxn modelId="{A2845952-F6FA-43C5-A4E7-6626DA95E0BF}" type="presParOf" srcId="{1B8AAF55-46F6-4A36-95BA-4F088C2304CA}" destId="{382CABBB-1292-4608-ADCB-6673F1001E05}" srcOrd="1" destOrd="0" presId="urn:microsoft.com/office/officeart/2005/8/layout/orgChart1"/>
    <dgm:cxn modelId="{D9298F2E-2245-47F3-A763-6F9019689EAE}" type="presParOf" srcId="{1B8AAF55-46F6-4A36-95BA-4F088C2304CA}" destId="{1B6A479D-3AED-4DF6-B31F-2833414C163D}" srcOrd="2" destOrd="0" presId="urn:microsoft.com/office/officeart/2005/8/layout/orgChart1"/>
    <dgm:cxn modelId="{EF9B5A66-E7F9-4885-95D7-3B62711ABF10}" type="presParOf" srcId="{EBCD387B-99F5-420E-AC68-BB5DDA55274F}" destId="{578E88AA-3D50-4523-B7AE-4BD9067055A6}" srcOrd="2" destOrd="0" presId="urn:microsoft.com/office/officeart/2005/8/layout/orgChart1"/>
    <dgm:cxn modelId="{D30ECCA2-F811-4DC7-B28C-2FA0FC0AD80E}" type="presParOf" srcId="{C9264EDA-91B6-4FAE-AFE6-AFC29BE66386}" destId="{DB2B6368-5A8B-4732-8055-E965E07397C0}" srcOrd="4" destOrd="0" presId="urn:microsoft.com/office/officeart/2005/8/layout/orgChart1"/>
    <dgm:cxn modelId="{EC428D3C-2588-495F-9B7A-DA89A9EEFEA4}" type="presParOf" srcId="{C9264EDA-91B6-4FAE-AFE6-AFC29BE66386}" destId="{10ED47C6-871B-4007-A5DC-62A5247B2425}" srcOrd="5" destOrd="0" presId="urn:microsoft.com/office/officeart/2005/8/layout/orgChart1"/>
    <dgm:cxn modelId="{9D3CB415-D6A7-43B3-8566-87AAD0D15B4F}" type="presParOf" srcId="{10ED47C6-871B-4007-A5DC-62A5247B2425}" destId="{C4E59A2D-46A6-472A-A135-9FD96DE9094E}" srcOrd="0" destOrd="0" presId="urn:microsoft.com/office/officeart/2005/8/layout/orgChart1"/>
    <dgm:cxn modelId="{3D48A76E-938C-434B-87D6-42B057EA6664}" type="presParOf" srcId="{C4E59A2D-46A6-472A-A135-9FD96DE9094E}" destId="{A792E48B-E59F-426E-B59E-25883EE0DF31}" srcOrd="0" destOrd="0" presId="urn:microsoft.com/office/officeart/2005/8/layout/orgChart1"/>
    <dgm:cxn modelId="{04C2AF53-0DBD-4190-9D1B-F528CB7CB658}" type="presParOf" srcId="{C4E59A2D-46A6-472A-A135-9FD96DE9094E}" destId="{DAD0AE31-2183-4883-A49E-5AC8784C4DC1}" srcOrd="1" destOrd="0" presId="urn:microsoft.com/office/officeart/2005/8/layout/orgChart1"/>
    <dgm:cxn modelId="{0463A7B3-25D7-475E-9ABB-6BB13345CBA6}" type="presParOf" srcId="{10ED47C6-871B-4007-A5DC-62A5247B2425}" destId="{30D38FA1-1E02-48DD-B1AA-A55491320D4D}" srcOrd="1" destOrd="0" presId="urn:microsoft.com/office/officeart/2005/8/layout/orgChart1"/>
    <dgm:cxn modelId="{7E3A0145-F637-46A5-9EFA-AA200134983D}" type="presParOf" srcId="{30D38FA1-1E02-48DD-B1AA-A55491320D4D}" destId="{EAD93886-1693-47A7-AD7C-67AC19E49A2D}" srcOrd="0" destOrd="0" presId="urn:microsoft.com/office/officeart/2005/8/layout/orgChart1"/>
    <dgm:cxn modelId="{8E623AC2-C986-4E64-A661-569284E2ABAD}" type="presParOf" srcId="{30D38FA1-1E02-48DD-B1AA-A55491320D4D}" destId="{81F516DF-F136-473C-849F-572A44E6CB58}" srcOrd="1" destOrd="0" presId="urn:microsoft.com/office/officeart/2005/8/layout/orgChart1"/>
    <dgm:cxn modelId="{309FA403-D793-48B1-833B-094619E9E7B3}" type="presParOf" srcId="{81F516DF-F136-473C-849F-572A44E6CB58}" destId="{1E303468-46E0-44E0-8B77-DC190B30C67F}" srcOrd="0" destOrd="0" presId="urn:microsoft.com/office/officeart/2005/8/layout/orgChart1"/>
    <dgm:cxn modelId="{E2987D8E-0B7B-4F37-B20B-B40ACF896E5F}" type="presParOf" srcId="{1E303468-46E0-44E0-8B77-DC190B30C67F}" destId="{233CC64B-B3D0-422F-9F57-FFF7A5ACA7B1}" srcOrd="0" destOrd="0" presId="urn:microsoft.com/office/officeart/2005/8/layout/orgChart1"/>
    <dgm:cxn modelId="{E3FA7332-8564-458E-87D5-ADC70FF3926E}" type="presParOf" srcId="{1E303468-46E0-44E0-8B77-DC190B30C67F}" destId="{E5A0C29D-3FD5-461C-8147-ADB2CA78F75F}" srcOrd="1" destOrd="0" presId="urn:microsoft.com/office/officeart/2005/8/layout/orgChart1"/>
    <dgm:cxn modelId="{266FE410-5288-4576-9DCD-69FFE0BB4899}" type="presParOf" srcId="{81F516DF-F136-473C-849F-572A44E6CB58}" destId="{2BF9FA45-CAA5-4EF6-B727-6FC54976EB31}" srcOrd="1" destOrd="0" presId="urn:microsoft.com/office/officeart/2005/8/layout/orgChart1"/>
    <dgm:cxn modelId="{6F6ADCB4-C8AF-433D-83E6-B2B3CB13B75A}" type="presParOf" srcId="{81F516DF-F136-473C-849F-572A44E6CB58}" destId="{19EE313C-6C3F-4133-A1D4-457ED0BCD705}" srcOrd="2" destOrd="0" presId="urn:microsoft.com/office/officeart/2005/8/layout/orgChart1"/>
    <dgm:cxn modelId="{2A0CD6E4-BE75-4379-B886-E0083FF2ADF9}" type="presParOf" srcId="{30D38FA1-1E02-48DD-B1AA-A55491320D4D}" destId="{B555BD93-CF04-46C8-BBE8-95BFDBEC971B}" srcOrd="2" destOrd="0" presId="urn:microsoft.com/office/officeart/2005/8/layout/orgChart1"/>
    <dgm:cxn modelId="{278286CB-5D3E-4959-9279-B64F48BDEB6E}" type="presParOf" srcId="{30D38FA1-1E02-48DD-B1AA-A55491320D4D}" destId="{2A56625A-F822-43C0-A81B-FB4CB1E91456}" srcOrd="3" destOrd="0" presId="urn:microsoft.com/office/officeart/2005/8/layout/orgChart1"/>
    <dgm:cxn modelId="{E2052A01-8EAB-4E6E-951E-7BD5800DC3AE}" type="presParOf" srcId="{2A56625A-F822-43C0-A81B-FB4CB1E91456}" destId="{0648F4B5-57CB-4250-B731-7AA566518A74}" srcOrd="0" destOrd="0" presId="urn:microsoft.com/office/officeart/2005/8/layout/orgChart1"/>
    <dgm:cxn modelId="{0F58635B-8AE2-4776-9251-DF5173C7AC95}" type="presParOf" srcId="{0648F4B5-57CB-4250-B731-7AA566518A74}" destId="{143DE19C-7D84-4338-B392-FD35CE1BC79B}" srcOrd="0" destOrd="0" presId="urn:microsoft.com/office/officeart/2005/8/layout/orgChart1"/>
    <dgm:cxn modelId="{6D6BACBA-C118-42D3-921D-DE1C09AA7AED}" type="presParOf" srcId="{0648F4B5-57CB-4250-B731-7AA566518A74}" destId="{B29C3B41-DBE1-4323-9C4E-2DB26CA89DA4}" srcOrd="1" destOrd="0" presId="urn:microsoft.com/office/officeart/2005/8/layout/orgChart1"/>
    <dgm:cxn modelId="{916BC346-B3C9-4A30-916A-F32A94E8F24E}" type="presParOf" srcId="{2A56625A-F822-43C0-A81B-FB4CB1E91456}" destId="{FFA6CFCF-166C-4CE7-86CF-D76856145A4A}" srcOrd="1" destOrd="0" presId="urn:microsoft.com/office/officeart/2005/8/layout/orgChart1"/>
    <dgm:cxn modelId="{C33B46E2-6702-4B11-845E-85E73DC34809}" type="presParOf" srcId="{2A56625A-F822-43C0-A81B-FB4CB1E91456}" destId="{D948A2E8-C17F-4F25-9A4E-D74ED2216B69}" srcOrd="2" destOrd="0" presId="urn:microsoft.com/office/officeart/2005/8/layout/orgChart1"/>
    <dgm:cxn modelId="{4814BCBC-1F26-4367-A5B6-1E968CC599F6}" type="presParOf" srcId="{30D38FA1-1E02-48DD-B1AA-A55491320D4D}" destId="{2BE4E89E-3BB1-40E0-B6E7-E52B12A6BE8D}" srcOrd="4" destOrd="0" presId="urn:microsoft.com/office/officeart/2005/8/layout/orgChart1"/>
    <dgm:cxn modelId="{C5CDD83F-095E-4EE6-8CDC-7EE0A855AD4D}" type="presParOf" srcId="{30D38FA1-1E02-48DD-B1AA-A55491320D4D}" destId="{2000AA60-D9F7-4564-A4FC-C34C61D2F862}" srcOrd="5" destOrd="0" presId="urn:microsoft.com/office/officeart/2005/8/layout/orgChart1"/>
    <dgm:cxn modelId="{1003D9DA-9A25-448E-9C0E-072F568189A7}" type="presParOf" srcId="{2000AA60-D9F7-4564-A4FC-C34C61D2F862}" destId="{5525E883-437A-486A-BC06-B1AF161FF9A4}" srcOrd="0" destOrd="0" presId="urn:microsoft.com/office/officeart/2005/8/layout/orgChart1"/>
    <dgm:cxn modelId="{3FEAB54E-EC2A-49EF-B35B-33F19F43E388}" type="presParOf" srcId="{5525E883-437A-486A-BC06-B1AF161FF9A4}" destId="{2C57B994-79A8-41A5-8FD7-0E043D593367}" srcOrd="0" destOrd="0" presId="urn:microsoft.com/office/officeart/2005/8/layout/orgChart1"/>
    <dgm:cxn modelId="{C35C1120-F95C-42D7-A67C-7A1E37F3F82E}" type="presParOf" srcId="{5525E883-437A-486A-BC06-B1AF161FF9A4}" destId="{90BF942A-71A3-4EEB-97B9-3F94D75DAE0F}" srcOrd="1" destOrd="0" presId="urn:microsoft.com/office/officeart/2005/8/layout/orgChart1"/>
    <dgm:cxn modelId="{C0E813B4-DC48-4E66-878E-8C3F66AE4418}" type="presParOf" srcId="{2000AA60-D9F7-4564-A4FC-C34C61D2F862}" destId="{F06F0FDC-2F9F-467C-AE4C-33A6E91223F9}" srcOrd="1" destOrd="0" presId="urn:microsoft.com/office/officeart/2005/8/layout/orgChart1"/>
    <dgm:cxn modelId="{7E65B860-53D5-42AB-94EF-64F7D782A9AE}" type="presParOf" srcId="{2000AA60-D9F7-4564-A4FC-C34C61D2F862}" destId="{2879BD5A-1110-4353-B9D9-672220364BA3}" srcOrd="2" destOrd="0" presId="urn:microsoft.com/office/officeart/2005/8/layout/orgChart1"/>
    <dgm:cxn modelId="{392D4B46-B451-4385-AE23-8E6025255470}" type="presParOf" srcId="{30D38FA1-1E02-48DD-B1AA-A55491320D4D}" destId="{1E512966-A9A8-4A1A-A761-762F172F3796}" srcOrd="6" destOrd="0" presId="urn:microsoft.com/office/officeart/2005/8/layout/orgChart1"/>
    <dgm:cxn modelId="{A753C89A-C605-4196-8098-B8BE629CE54A}" type="presParOf" srcId="{30D38FA1-1E02-48DD-B1AA-A55491320D4D}" destId="{A34477A6-A24C-4D44-B99E-8DF33009CA58}" srcOrd="7" destOrd="0" presId="urn:microsoft.com/office/officeart/2005/8/layout/orgChart1"/>
    <dgm:cxn modelId="{01D4764C-F6FF-4291-9697-596A9C912E4A}" type="presParOf" srcId="{A34477A6-A24C-4D44-B99E-8DF33009CA58}" destId="{B7235664-685E-4AF2-B4A2-AE17A9EFD331}" srcOrd="0" destOrd="0" presId="urn:microsoft.com/office/officeart/2005/8/layout/orgChart1"/>
    <dgm:cxn modelId="{242A7A4B-4697-4423-B69E-9B61E204E72C}" type="presParOf" srcId="{B7235664-685E-4AF2-B4A2-AE17A9EFD331}" destId="{68532205-FE94-453F-8FB3-79E73AE47C4E}" srcOrd="0" destOrd="0" presId="urn:microsoft.com/office/officeart/2005/8/layout/orgChart1"/>
    <dgm:cxn modelId="{D7752F4A-5B6D-4345-B7C4-D39E822A573B}" type="presParOf" srcId="{B7235664-685E-4AF2-B4A2-AE17A9EFD331}" destId="{D45598BF-8E06-431D-B15E-91AB3A31C0C6}" srcOrd="1" destOrd="0" presId="urn:microsoft.com/office/officeart/2005/8/layout/orgChart1"/>
    <dgm:cxn modelId="{4AD09B9F-E36D-4B47-8BD5-EAA47A25D47D}" type="presParOf" srcId="{A34477A6-A24C-4D44-B99E-8DF33009CA58}" destId="{C41A070F-CCEB-41B4-AAAE-273DA2B27922}" srcOrd="1" destOrd="0" presId="urn:microsoft.com/office/officeart/2005/8/layout/orgChart1"/>
    <dgm:cxn modelId="{A0B54C1F-1310-4EC9-8205-0F2AF150C0D8}" type="presParOf" srcId="{A34477A6-A24C-4D44-B99E-8DF33009CA58}" destId="{F9813FEC-52E2-4D64-909C-1E16F1E74D23}" srcOrd="2" destOrd="0" presId="urn:microsoft.com/office/officeart/2005/8/layout/orgChart1"/>
    <dgm:cxn modelId="{67B14FAD-4522-44B7-8F26-974A59E00A25}" type="presParOf" srcId="{10ED47C6-871B-4007-A5DC-62A5247B2425}" destId="{8C57470D-AF64-46DA-A3D7-6AD4BB371FAF}" srcOrd="2" destOrd="0" presId="urn:microsoft.com/office/officeart/2005/8/layout/orgChart1"/>
    <dgm:cxn modelId="{B9F5CA4B-AF97-4CD2-9B9B-3EFF81ECBC22}" type="presParOf" srcId="{ED726A71-3CEE-43E5-B36E-E99BBF451E5B}" destId="{C5C54053-3A12-46C3-BAAB-BDE4C3102748}" srcOrd="2" destOrd="0" presId="urn:microsoft.com/office/officeart/2005/8/layout/orgChart1"/>
    <dgm:cxn modelId="{3F2C3658-81AB-4BA9-A625-FBC33B734FD4}" type="presParOf" srcId="{AD53A4B1-01E7-41E8-9724-31F3910545A4}" destId="{0146BAA9-2B9D-4F2A-B565-A2DCB6505964}" srcOrd="2" destOrd="0" presId="urn:microsoft.com/office/officeart/2005/8/layout/orgChart1"/>
    <dgm:cxn modelId="{E893D35D-56D7-4A59-9EBD-CED4C36C61B9}" type="presParOf" srcId="{AD53A4B1-01E7-41E8-9724-31F3910545A4}" destId="{E84706B5-084F-4950-8554-35690A57F381}" srcOrd="3" destOrd="0" presId="urn:microsoft.com/office/officeart/2005/8/layout/orgChart1"/>
    <dgm:cxn modelId="{CCE16C19-31E1-478E-9ACE-F24E95F9271E}" type="presParOf" srcId="{E84706B5-084F-4950-8554-35690A57F381}" destId="{2A614826-E838-4B9F-9FD7-136F010E7C46}" srcOrd="0" destOrd="0" presId="urn:microsoft.com/office/officeart/2005/8/layout/orgChart1"/>
    <dgm:cxn modelId="{A33C81FF-C9DD-402D-90E2-22229A9FE729}" type="presParOf" srcId="{2A614826-E838-4B9F-9FD7-136F010E7C46}" destId="{02B28F85-DE51-42FF-859E-1DD3A478F426}" srcOrd="0" destOrd="0" presId="urn:microsoft.com/office/officeart/2005/8/layout/orgChart1"/>
    <dgm:cxn modelId="{801C5F19-FE7F-435A-A0F9-9F0CD8B65EFD}" type="presParOf" srcId="{2A614826-E838-4B9F-9FD7-136F010E7C46}" destId="{1999F93D-C5E3-4B58-A38A-C971B5C1871B}" srcOrd="1" destOrd="0" presId="urn:microsoft.com/office/officeart/2005/8/layout/orgChart1"/>
    <dgm:cxn modelId="{64770BB0-7A01-475B-9DB8-B7AB4C0CA657}" type="presParOf" srcId="{E84706B5-084F-4950-8554-35690A57F381}" destId="{4C592C92-3156-443C-BB98-9204DFF01F72}" srcOrd="1" destOrd="0" presId="urn:microsoft.com/office/officeart/2005/8/layout/orgChart1"/>
    <dgm:cxn modelId="{BD5FE90A-5A76-4746-A0E6-6E5DCD06734D}" type="presParOf" srcId="{4C592C92-3156-443C-BB98-9204DFF01F72}" destId="{8BF33A23-B9E7-4732-917C-5D66B726362F}" srcOrd="0" destOrd="0" presId="urn:microsoft.com/office/officeart/2005/8/layout/orgChart1"/>
    <dgm:cxn modelId="{DDD2DA3D-5A91-4E8F-B0C3-FC2CB0352C2C}" type="presParOf" srcId="{4C592C92-3156-443C-BB98-9204DFF01F72}" destId="{20C774D7-4094-42B3-BC8F-AB5D0586E671}" srcOrd="1" destOrd="0" presId="urn:microsoft.com/office/officeart/2005/8/layout/orgChart1"/>
    <dgm:cxn modelId="{ABA6A3AD-A1B1-40A5-BE8D-12862AB27A08}" type="presParOf" srcId="{20C774D7-4094-42B3-BC8F-AB5D0586E671}" destId="{B158E239-C176-4132-B1BA-6C1E7461F09C}" srcOrd="0" destOrd="0" presId="urn:microsoft.com/office/officeart/2005/8/layout/orgChart1"/>
    <dgm:cxn modelId="{882CDF62-AD7B-4F87-B134-424062227C48}" type="presParOf" srcId="{B158E239-C176-4132-B1BA-6C1E7461F09C}" destId="{9449DAAE-E410-44C5-A07D-A0445C0B7E6B}" srcOrd="0" destOrd="0" presId="urn:microsoft.com/office/officeart/2005/8/layout/orgChart1"/>
    <dgm:cxn modelId="{EA654119-2C8F-4500-9717-999EDB31627C}" type="presParOf" srcId="{B158E239-C176-4132-B1BA-6C1E7461F09C}" destId="{44F89C81-6EDD-4313-B033-6AFE4A6B1597}" srcOrd="1" destOrd="0" presId="urn:microsoft.com/office/officeart/2005/8/layout/orgChart1"/>
    <dgm:cxn modelId="{23504326-4C99-4969-926C-16EDD405C94A}" type="presParOf" srcId="{20C774D7-4094-42B3-BC8F-AB5D0586E671}" destId="{131D6045-90D5-4A9B-AF7A-E47E958A6183}" srcOrd="1" destOrd="0" presId="urn:microsoft.com/office/officeart/2005/8/layout/orgChart1"/>
    <dgm:cxn modelId="{3589BF7E-629D-432D-B0CA-9280AF8AD34B}" type="presParOf" srcId="{20C774D7-4094-42B3-BC8F-AB5D0586E671}" destId="{61412022-130F-4D56-8A65-CD43AA487E99}" srcOrd="2" destOrd="0" presId="urn:microsoft.com/office/officeart/2005/8/layout/orgChart1"/>
    <dgm:cxn modelId="{F7165D72-C397-49FF-AA57-F1053CC21428}" type="presParOf" srcId="{4C592C92-3156-443C-BB98-9204DFF01F72}" destId="{F406B8EB-44F2-47F3-AF73-B274E07D3437}" srcOrd="2" destOrd="0" presId="urn:microsoft.com/office/officeart/2005/8/layout/orgChart1"/>
    <dgm:cxn modelId="{D8C6607F-B09C-4018-B817-865CEA59403E}" type="presParOf" srcId="{4C592C92-3156-443C-BB98-9204DFF01F72}" destId="{08BDD783-C5F3-4CB7-BB56-E729433DE263}" srcOrd="3" destOrd="0" presId="urn:microsoft.com/office/officeart/2005/8/layout/orgChart1"/>
    <dgm:cxn modelId="{049F9D1B-7437-4921-B1B6-76843CD25A7C}" type="presParOf" srcId="{08BDD783-C5F3-4CB7-BB56-E729433DE263}" destId="{5F70EC70-64BB-4DD2-B0EC-31D41F7591A3}" srcOrd="0" destOrd="0" presId="urn:microsoft.com/office/officeart/2005/8/layout/orgChart1"/>
    <dgm:cxn modelId="{D2F6CE0A-8620-4CF7-9616-58B1DB43A503}" type="presParOf" srcId="{5F70EC70-64BB-4DD2-B0EC-31D41F7591A3}" destId="{83491CF3-E0A8-41F0-8748-5B85D6C90040}" srcOrd="0" destOrd="0" presId="urn:microsoft.com/office/officeart/2005/8/layout/orgChart1"/>
    <dgm:cxn modelId="{A767A3E5-080F-4BB9-A243-7611B0FF43D8}" type="presParOf" srcId="{5F70EC70-64BB-4DD2-B0EC-31D41F7591A3}" destId="{5988ED23-194C-42E1-88AB-8E72A53BDC23}" srcOrd="1" destOrd="0" presId="urn:microsoft.com/office/officeart/2005/8/layout/orgChart1"/>
    <dgm:cxn modelId="{6492C467-7345-49DC-8095-BE071A523E28}" type="presParOf" srcId="{08BDD783-C5F3-4CB7-BB56-E729433DE263}" destId="{F8F28EB4-408C-45EE-8233-336763641D69}" srcOrd="1" destOrd="0" presId="urn:microsoft.com/office/officeart/2005/8/layout/orgChart1"/>
    <dgm:cxn modelId="{CB4B4A7F-B4DB-4D29-9DD5-059459DDCBBE}" type="presParOf" srcId="{08BDD783-C5F3-4CB7-BB56-E729433DE263}" destId="{E76F7B36-D6B2-4275-AEF1-36D762A6E6C9}" srcOrd="2" destOrd="0" presId="urn:microsoft.com/office/officeart/2005/8/layout/orgChart1"/>
    <dgm:cxn modelId="{10D76BF5-4E61-42EC-AAEF-393253F21692}" type="presParOf" srcId="{4C592C92-3156-443C-BB98-9204DFF01F72}" destId="{8C7C57BC-0E68-4E25-9D4A-D3542769DA95}" srcOrd="4" destOrd="0" presId="urn:microsoft.com/office/officeart/2005/8/layout/orgChart1"/>
    <dgm:cxn modelId="{79B3C94F-98E6-4EA6-BAAC-D1A14257F0B2}" type="presParOf" srcId="{4C592C92-3156-443C-BB98-9204DFF01F72}" destId="{6D81E017-68DC-482B-90D5-4DBBAB78FA97}" srcOrd="5" destOrd="0" presId="urn:microsoft.com/office/officeart/2005/8/layout/orgChart1"/>
    <dgm:cxn modelId="{5372211C-874C-40B0-BF78-F701C8908C40}" type="presParOf" srcId="{6D81E017-68DC-482B-90D5-4DBBAB78FA97}" destId="{12D646AF-6E30-4BAD-8CD4-760AFEC82E05}" srcOrd="0" destOrd="0" presId="urn:microsoft.com/office/officeart/2005/8/layout/orgChart1"/>
    <dgm:cxn modelId="{A1C790A1-32AB-4B0F-A0A2-6D31216E7419}" type="presParOf" srcId="{12D646AF-6E30-4BAD-8CD4-760AFEC82E05}" destId="{4140A25E-4F9D-44DB-85AB-432AE99FA579}" srcOrd="0" destOrd="0" presId="urn:microsoft.com/office/officeart/2005/8/layout/orgChart1"/>
    <dgm:cxn modelId="{F702DDD1-4236-4277-ABD7-CA1E5E502078}" type="presParOf" srcId="{12D646AF-6E30-4BAD-8CD4-760AFEC82E05}" destId="{2AB4BF43-9ACD-420F-8CEE-B70EB4712527}" srcOrd="1" destOrd="0" presId="urn:microsoft.com/office/officeart/2005/8/layout/orgChart1"/>
    <dgm:cxn modelId="{492B5E75-761A-43AA-A123-ED5ADC82CCC0}" type="presParOf" srcId="{6D81E017-68DC-482B-90D5-4DBBAB78FA97}" destId="{A1829268-35DF-474E-8AAB-49FA6D7346DF}" srcOrd="1" destOrd="0" presId="urn:microsoft.com/office/officeart/2005/8/layout/orgChart1"/>
    <dgm:cxn modelId="{674BEF7D-94AE-4086-A90B-E225D8E0368C}" type="presParOf" srcId="{6D81E017-68DC-482B-90D5-4DBBAB78FA97}" destId="{0615CE0C-F2F5-475C-8AF9-FB8440C79C62}" srcOrd="2" destOrd="0" presId="urn:microsoft.com/office/officeart/2005/8/layout/orgChart1"/>
    <dgm:cxn modelId="{B1BE96F7-2337-44FA-BD34-76B245EE353D}" type="presParOf" srcId="{E84706B5-084F-4950-8554-35690A57F381}" destId="{3E362709-8DF5-4ED1-BE78-2D67C7F6CD59}" srcOrd="2" destOrd="0" presId="urn:microsoft.com/office/officeart/2005/8/layout/orgChart1"/>
    <dgm:cxn modelId="{6CC3BE2E-6341-4D85-8C50-DB6F4AE9054F}" type="presParOf" srcId="{AD53A4B1-01E7-41E8-9724-31F3910545A4}" destId="{76E33A9D-9480-40FB-A4DF-EE1E2E7E401E}" srcOrd="4" destOrd="0" presId="urn:microsoft.com/office/officeart/2005/8/layout/orgChart1"/>
    <dgm:cxn modelId="{585DBA3C-ACC4-45C1-9FB2-8B105C53EE23}" type="presParOf" srcId="{AD53A4B1-01E7-41E8-9724-31F3910545A4}" destId="{04B8EA4A-11CB-4AF7-85D7-32F9AD439CB7}" srcOrd="5" destOrd="0" presId="urn:microsoft.com/office/officeart/2005/8/layout/orgChart1"/>
    <dgm:cxn modelId="{03078144-71FF-41AF-B2F5-D9170C4727C6}" type="presParOf" srcId="{04B8EA4A-11CB-4AF7-85D7-32F9AD439CB7}" destId="{D50DA092-4409-4311-BEA8-2E2A816EFE92}" srcOrd="0" destOrd="0" presId="urn:microsoft.com/office/officeart/2005/8/layout/orgChart1"/>
    <dgm:cxn modelId="{D9059D2A-13BB-4731-9A4E-33395DE86C02}" type="presParOf" srcId="{D50DA092-4409-4311-BEA8-2E2A816EFE92}" destId="{B4DA07B5-29B3-4442-A69E-055EEC652BE8}" srcOrd="0" destOrd="0" presId="urn:microsoft.com/office/officeart/2005/8/layout/orgChart1"/>
    <dgm:cxn modelId="{B4283941-C237-4A2C-B7F5-0E103A041C53}" type="presParOf" srcId="{D50DA092-4409-4311-BEA8-2E2A816EFE92}" destId="{746FE1B3-37E8-4050-B0B7-5668D5D7D118}" srcOrd="1" destOrd="0" presId="urn:microsoft.com/office/officeart/2005/8/layout/orgChart1"/>
    <dgm:cxn modelId="{2FE68761-EDC8-4060-8254-1CB626B40AE7}" type="presParOf" srcId="{04B8EA4A-11CB-4AF7-85D7-32F9AD439CB7}" destId="{CA531930-87B7-4E2B-AA93-B0ECAA52CC09}" srcOrd="1" destOrd="0" presId="urn:microsoft.com/office/officeart/2005/8/layout/orgChart1"/>
    <dgm:cxn modelId="{CF4BB83F-FE9B-48E2-A8D8-090B5557435A}" type="presParOf" srcId="{CA531930-87B7-4E2B-AA93-B0ECAA52CC09}" destId="{0207D2DC-D98D-48DB-A444-1B3BB3C111EF}" srcOrd="0" destOrd="0" presId="urn:microsoft.com/office/officeart/2005/8/layout/orgChart1"/>
    <dgm:cxn modelId="{3F396A0E-75CE-46FA-BD3C-C0DF6FC54A5D}" type="presParOf" srcId="{CA531930-87B7-4E2B-AA93-B0ECAA52CC09}" destId="{BBE3DE01-9991-4932-A682-9EC9E0F8B3A7}" srcOrd="1" destOrd="0" presId="urn:microsoft.com/office/officeart/2005/8/layout/orgChart1"/>
    <dgm:cxn modelId="{F5AE0C0C-4802-47F6-9498-ADA8C8F80482}" type="presParOf" srcId="{BBE3DE01-9991-4932-A682-9EC9E0F8B3A7}" destId="{5E3199D1-526C-4B6E-923B-A4820FFCC213}" srcOrd="0" destOrd="0" presId="urn:microsoft.com/office/officeart/2005/8/layout/orgChart1"/>
    <dgm:cxn modelId="{0ADAAE34-7EF2-49A2-8901-63D33FCF8D05}" type="presParOf" srcId="{5E3199D1-526C-4B6E-923B-A4820FFCC213}" destId="{B3DA1D68-D7FF-4520-90A3-C4A2EA0D76C0}" srcOrd="0" destOrd="0" presId="urn:microsoft.com/office/officeart/2005/8/layout/orgChart1"/>
    <dgm:cxn modelId="{A9655755-3253-4208-93B4-1CDFA1DCC4D8}" type="presParOf" srcId="{5E3199D1-526C-4B6E-923B-A4820FFCC213}" destId="{D0721C6D-93AC-4B26-927C-A61DADEBA9AA}" srcOrd="1" destOrd="0" presId="urn:microsoft.com/office/officeart/2005/8/layout/orgChart1"/>
    <dgm:cxn modelId="{7FDBC081-3838-498A-A2D4-4CE8D0A14470}" type="presParOf" srcId="{BBE3DE01-9991-4932-A682-9EC9E0F8B3A7}" destId="{0334F3E5-204D-4D93-AC17-5BC4150447BF}" srcOrd="1" destOrd="0" presId="urn:microsoft.com/office/officeart/2005/8/layout/orgChart1"/>
    <dgm:cxn modelId="{D30AE842-4FF6-49E6-AD3B-6BC329FF5B6C}" type="presParOf" srcId="{BBE3DE01-9991-4932-A682-9EC9E0F8B3A7}" destId="{5E7EC9AB-EEE2-4013-9B1F-D917B34504FA}" srcOrd="2" destOrd="0" presId="urn:microsoft.com/office/officeart/2005/8/layout/orgChart1"/>
    <dgm:cxn modelId="{416F0E51-0986-45C6-8061-8F1014C89F0E}" type="presParOf" srcId="{CA531930-87B7-4E2B-AA93-B0ECAA52CC09}" destId="{EDAAD592-AB88-4251-977A-23D417AF9F0E}" srcOrd="2" destOrd="0" presId="urn:microsoft.com/office/officeart/2005/8/layout/orgChart1"/>
    <dgm:cxn modelId="{502127B5-94B7-4F63-8A67-A0E4DC1EA990}" type="presParOf" srcId="{CA531930-87B7-4E2B-AA93-B0ECAA52CC09}" destId="{1A3A2D6A-2A62-4E35-A4D8-D6A8AABA3D80}" srcOrd="3" destOrd="0" presId="urn:microsoft.com/office/officeart/2005/8/layout/orgChart1"/>
    <dgm:cxn modelId="{ABCC9CC4-18CA-4ADE-9C4A-E9A9E2C873AD}" type="presParOf" srcId="{1A3A2D6A-2A62-4E35-A4D8-D6A8AABA3D80}" destId="{552B4967-EF45-40E5-B271-25699085E0C5}" srcOrd="0" destOrd="0" presId="urn:microsoft.com/office/officeart/2005/8/layout/orgChart1"/>
    <dgm:cxn modelId="{47AA393F-8367-4843-A76B-5709448760A0}" type="presParOf" srcId="{552B4967-EF45-40E5-B271-25699085E0C5}" destId="{F734AC47-D381-46DB-B2D4-DC1F52ACEE63}" srcOrd="0" destOrd="0" presId="urn:microsoft.com/office/officeart/2005/8/layout/orgChart1"/>
    <dgm:cxn modelId="{65B051E7-854D-470D-B7E5-560A484CFEAB}" type="presParOf" srcId="{552B4967-EF45-40E5-B271-25699085E0C5}" destId="{6D311FDB-5969-4C7C-819C-7A85F8D1C126}" srcOrd="1" destOrd="0" presId="urn:microsoft.com/office/officeart/2005/8/layout/orgChart1"/>
    <dgm:cxn modelId="{07479368-4727-4D4F-888F-6AE49C4B5942}" type="presParOf" srcId="{1A3A2D6A-2A62-4E35-A4D8-D6A8AABA3D80}" destId="{A3085D37-5876-46A2-87CB-EA55640A6156}" srcOrd="1" destOrd="0" presId="urn:microsoft.com/office/officeart/2005/8/layout/orgChart1"/>
    <dgm:cxn modelId="{1413DF94-3F59-44C2-8A6D-297DC6BD074A}" type="presParOf" srcId="{1A3A2D6A-2A62-4E35-A4D8-D6A8AABA3D80}" destId="{4AA1DDC2-8165-4D78-A713-7772206A1808}" srcOrd="2" destOrd="0" presId="urn:microsoft.com/office/officeart/2005/8/layout/orgChart1"/>
    <dgm:cxn modelId="{542E864A-6FF8-48E9-A00A-66367A739D06}" type="presParOf" srcId="{CA531930-87B7-4E2B-AA93-B0ECAA52CC09}" destId="{AA794585-893E-4AD1-AB0F-E658D0B464B9}" srcOrd="4" destOrd="0" presId="urn:microsoft.com/office/officeart/2005/8/layout/orgChart1"/>
    <dgm:cxn modelId="{E3B530FE-9C8B-4D1B-9ACC-68A237A5A05A}" type="presParOf" srcId="{CA531930-87B7-4E2B-AA93-B0ECAA52CC09}" destId="{025ED628-70AD-4F43-91A2-F5A305F6733F}" srcOrd="5" destOrd="0" presId="urn:microsoft.com/office/officeart/2005/8/layout/orgChart1"/>
    <dgm:cxn modelId="{60860687-E608-4E7C-94D2-631811E9D86C}" type="presParOf" srcId="{025ED628-70AD-4F43-91A2-F5A305F6733F}" destId="{E7372B7B-0684-462C-918F-CF2C5255CC9F}" srcOrd="0" destOrd="0" presId="urn:microsoft.com/office/officeart/2005/8/layout/orgChart1"/>
    <dgm:cxn modelId="{7A0897ED-B476-4493-B19C-80DA6716C651}" type="presParOf" srcId="{E7372B7B-0684-462C-918F-CF2C5255CC9F}" destId="{E192499E-D6C9-4477-9E52-000FB12127F3}" srcOrd="0" destOrd="0" presId="urn:microsoft.com/office/officeart/2005/8/layout/orgChart1"/>
    <dgm:cxn modelId="{3A3371AE-9585-4995-B4DA-DCA8AE37B13A}" type="presParOf" srcId="{E7372B7B-0684-462C-918F-CF2C5255CC9F}" destId="{D31D7087-EF20-4E54-950D-5D78C9230C8B}" srcOrd="1" destOrd="0" presId="urn:microsoft.com/office/officeart/2005/8/layout/orgChart1"/>
    <dgm:cxn modelId="{B3CE1C89-ED51-4204-A794-3700592CA683}" type="presParOf" srcId="{025ED628-70AD-4F43-91A2-F5A305F6733F}" destId="{1B278A06-E6A5-432B-81D9-04E888A4FF2A}" srcOrd="1" destOrd="0" presId="urn:microsoft.com/office/officeart/2005/8/layout/orgChart1"/>
    <dgm:cxn modelId="{94FABCE5-A57E-4DBA-A8E6-DF478413CF2F}" type="presParOf" srcId="{025ED628-70AD-4F43-91A2-F5A305F6733F}" destId="{5A0ECC8C-521B-4502-AF6D-E98B361EF41C}" srcOrd="2" destOrd="0" presId="urn:microsoft.com/office/officeart/2005/8/layout/orgChart1"/>
    <dgm:cxn modelId="{4BA45BA3-F6E9-4788-A131-926756840E1D}" type="presParOf" srcId="{CA531930-87B7-4E2B-AA93-B0ECAA52CC09}" destId="{FB824164-8B1D-4B85-B22A-CDFEF2E04F59}" srcOrd="6" destOrd="0" presId="urn:microsoft.com/office/officeart/2005/8/layout/orgChart1"/>
    <dgm:cxn modelId="{6D84A005-66CF-42EB-99CC-FA84E1D920F0}" type="presParOf" srcId="{CA531930-87B7-4E2B-AA93-B0ECAA52CC09}" destId="{C1B3B80E-EF8A-4425-89D7-676D3C6DD324}" srcOrd="7" destOrd="0" presId="urn:microsoft.com/office/officeart/2005/8/layout/orgChart1"/>
    <dgm:cxn modelId="{07D310F9-9B0E-4015-9721-A27E9BDC51F0}" type="presParOf" srcId="{C1B3B80E-EF8A-4425-89D7-676D3C6DD324}" destId="{E64B72EB-2F7F-4E0F-BC64-2B053C05CF15}" srcOrd="0" destOrd="0" presId="urn:microsoft.com/office/officeart/2005/8/layout/orgChart1"/>
    <dgm:cxn modelId="{16EA568E-A317-4853-B5E5-2E4DBFA3156D}" type="presParOf" srcId="{E64B72EB-2F7F-4E0F-BC64-2B053C05CF15}" destId="{57AFD1CE-DC32-43B5-9BC3-E8114FE21F3D}" srcOrd="0" destOrd="0" presId="urn:microsoft.com/office/officeart/2005/8/layout/orgChart1"/>
    <dgm:cxn modelId="{086A634A-D7ED-4B29-9BEE-D2AE72BA16CF}" type="presParOf" srcId="{E64B72EB-2F7F-4E0F-BC64-2B053C05CF15}" destId="{75D8F8FB-D9CA-4C02-A407-6AF2F4291AE4}" srcOrd="1" destOrd="0" presId="urn:microsoft.com/office/officeart/2005/8/layout/orgChart1"/>
    <dgm:cxn modelId="{8C4EE4DE-A938-4973-A110-DDFC2DB4503A}" type="presParOf" srcId="{C1B3B80E-EF8A-4425-89D7-676D3C6DD324}" destId="{55C7B617-5BAD-46F4-BD69-5B0CCE0B1D93}" srcOrd="1" destOrd="0" presId="urn:microsoft.com/office/officeart/2005/8/layout/orgChart1"/>
    <dgm:cxn modelId="{27CAFCF2-2A88-4FC6-BB79-077752A3DAA1}" type="presParOf" srcId="{C1B3B80E-EF8A-4425-89D7-676D3C6DD324}" destId="{4397B66A-6703-433A-98A6-CB1BF2D47E74}" srcOrd="2" destOrd="0" presId="urn:microsoft.com/office/officeart/2005/8/layout/orgChart1"/>
    <dgm:cxn modelId="{FBD276BE-8402-4A8C-96DD-518AA2ADDD13}" type="presParOf" srcId="{CA531930-87B7-4E2B-AA93-B0ECAA52CC09}" destId="{E176ACEC-BD58-4170-B91A-1AA1D1DF77F0}" srcOrd="8" destOrd="0" presId="urn:microsoft.com/office/officeart/2005/8/layout/orgChart1"/>
    <dgm:cxn modelId="{1077AE61-C00D-49AF-9D61-3FDA87EB14F2}" type="presParOf" srcId="{CA531930-87B7-4E2B-AA93-B0ECAA52CC09}" destId="{ECD4CC19-881A-44A6-9474-785CC0C059F4}" srcOrd="9" destOrd="0" presId="urn:microsoft.com/office/officeart/2005/8/layout/orgChart1"/>
    <dgm:cxn modelId="{6321A841-5500-4ABD-A22E-C92CB9E0BDD8}" type="presParOf" srcId="{ECD4CC19-881A-44A6-9474-785CC0C059F4}" destId="{D3FBA0E9-F095-447B-899D-12FE1ACDB26A}" srcOrd="0" destOrd="0" presId="urn:microsoft.com/office/officeart/2005/8/layout/orgChart1"/>
    <dgm:cxn modelId="{B44D5605-6E01-47F1-B4D4-2ACA052092F3}" type="presParOf" srcId="{D3FBA0E9-F095-447B-899D-12FE1ACDB26A}" destId="{606E0F95-4779-4D9A-B606-9ABA993A565C}" srcOrd="0" destOrd="0" presId="urn:microsoft.com/office/officeart/2005/8/layout/orgChart1"/>
    <dgm:cxn modelId="{B6842B2C-7057-47E2-A75A-70C69B9268F5}" type="presParOf" srcId="{D3FBA0E9-F095-447B-899D-12FE1ACDB26A}" destId="{D644AF87-ADF0-487B-AC77-4BAD17472D87}" srcOrd="1" destOrd="0" presId="urn:microsoft.com/office/officeart/2005/8/layout/orgChart1"/>
    <dgm:cxn modelId="{7E7DEB5D-EC6A-4CB6-AA9E-7F63DF97CBF0}" type="presParOf" srcId="{ECD4CC19-881A-44A6-9474-785CC0C059F4}" destId="{E8843230-B658-467E-ABDF-26AE593B8491}" srcOrd="1" destOrd="0" presId="urn:microsoft.com/office/officeart/2005/8/layout/orgChart1"/>
    <dgm:cxn modelId="{447D1B9B-52C5-4A15-924A-0AB781203CBF}" type="presParOf" srcId="{ECD4CC19-881A-44A6-9474-785CC0C059F4}" destId="{328AA022-D844-486A-A579-E33311A2ACB8}" srcOrd="2" destOrd="0" presId="urn:microsoft.com/office/officeart/2005/8/layout/orgChart1"/>
    <dgm:cxn modelId="{795949FC-8F07-4E46-B32F-80D968212F71}" type="presParOf" srcId="{04B8EA4A-11CB-4AF7-85D7-32F9AD439CB7}" destId="{E9A486E8-3FB6-41A6-BD46-32EB689AD74B}" srcOrd="2" destOrd="0" presId="urn:microsoft.com/office/officeart/2005/8/layout/orgChart1"/>
    <dgm:cxn modelId="{EC38B40A-A6B9-4B79-A2D0-559587DC3EE5}" type="presParOf" srcId="{AD53A4B1-01E7-41E8-9724-31F3910545A4}" destId="{E8D8F91E-F1A5-4F8D-ACE9-9A373AB4F602}" srcOrd="6" destOrd="0" presId="urn:microsoft.com/office/officeart/2005/8/layout/orgChart1"/>
    <dgm:cxn modelId="{17B4BA62-E1BA-4C21-886B-C55A3127E593}" type="presParOf" srcId="{AD53A4B1-01E7-41E8-9724-31F3910545A4}" destId="{58FFB421-4A0C-4CF3-B422-54FD25A55D00}" srcOrd="7" destOrd="0" presId="urn:microsoft.com/office/officeart/2005/8/layout/orgChart1"/>
    <dgm:cxn modelId="{7ED780D7-1802-4AB2-BB8B-D2B7A046C723}" type="presParOf" srcId="{58FFB421-4A0C-4CF3-B422-54FD25A55D00}" destId="{491B2114-EC20-4333-BCD6-3D1DF446B531}" srcOrd="0" destOrd="0" presId="urn:microsoft.com/office/officeart/2005/8/layout/orgChart1"/>
    <dgm:cxn modelId="{AD9ADBC4-15DE-4CBE-A1E7-B3CEB8B72CFF}" type="presParOf" srcId="{491B2114-EC20-4333-BCD6-3D1DF446B531}" destId="{6B6FF532-E374-4C3C-9AE6-B33C87D175C6}" srcOrd="0" destOrd="0" presId="urn:microsoft.com/office/officeart/2005/8/layout/orgChart1"/>
    <dgm:cxn modelId="{35D3F3C3-EF6B-43A2-8326-DDC5C58D51F5}" type="presParOf" srcId="{491B2114-EC20-4333-BCD6-3D1DF446B531}" destId="{433EA3FF-AA33-4D7D-846D-D982629E13C8}" srcOrd="1" destOrd="0" presId="urn:microsoft.com/office/officeart/2005/8/layout/orgChart1"/>
    <dgm:cxn modelId="{64E917E6-F3E9-471C-96E6-60ED5F7C83F5}" type="presParOf" srcId="{58FFB421-4A0C-4CF3-B422-54FD25A55D00}" destId="{E1C00461-91F5-4376-B9B2-4E15AA192F5E}" srcOrd="1" destOrd="0" presId="urn:microsoft.com/office/officeart/2005/8/layout/orgChart1"/>
    <dgm:cxn modelId="{972EB2F9-1E4A-44AD-8B10-3ECC0D85715B}" type="presParOf" srcId="{E1C00461-91F5-4376-B9B2-4E15AA192F5E}" destId="{2EEBC9EF-9E31-4483-9497-098605836E2F}" srcOrd="0" destOrd="0" presId="urn:microsoft.com/office/officeart/2005/8/layout/orgChart1"/>
    <dgm:cxn modelId="{7B789D0D-01F9-4B0E-9BAE-0ABE92E98B25}" type="presParOf" srcId="{E1C00461-91F5-4376-B9B2-4E15AA192F5E}" destId="{DC38B855-E1D8-425A-961A-D65A0BE77D2E}" srcOrd="1" destOrd="0" presId="urn:microsoft.com/office/officeart/2005/8/layout/orgChart1"/>
    <dgm:cxn modelId="{4574899D-0B64-4780-8358-E3569E211CEB}" type="presParOf" srcId="{DC38B855-E1D8-425A-961A-D65A0BE77D2E}" destId="{1670756C-7178-4693-BDF0-CE2F15828DC0}" srcOrd="0" destOrd="0" presId="urn:microsoft.com/office/officeart/2005/8/layout/orgChart1"/>
    <dgm:cxn modelId="{517470AE-1C01-4CE9-A705-6EFBE217BEA6}" type="presParOf" srcId="{1670756C-7178-4693-BDF0-CE2F15828DC0}" destId="{227A08CA-BFBC-4122-A1D1-26AA79400F13}" srcOrd="0" destOrd="0" presId="urn:microsoft.com/office/officeart/2005/8/layout/orgChart1"/>
    <dgm:cxn modelId="{65EE5B5B-73FC-4991-BC9B-033146516DAF}" type="presParOf" srcId="{1670756C-7178-4693-BDF0-CE2F15828DC0}" destId="{66C443D9-6D0D-4803-A3A0-A088FC67AFB8}" srcOrd="1" destOrd="0" presId="urn:microsoft.com/office/officeart/2005/8/layout/orgChart1"/>
    <dgm:cxn modelId="{882E0A80-DCAC-4A1F-8157-02314669B9A8}" type="presParOf" srcId="{DC38B855-E1D8-425A-961A-D65A0BE77D2E}" destId="{ED47A06E-A770-4EA4-87C5-43455EA436AB}" srcOrd="1" destOrd="0" presId="urn:microsoft.com/office/officeart/2005/8/layout/orgChart1"/>
    <dgm:cxn modelId="{52CCBBD1-3ED8-4442-8EF4-C26526519564}" type="presParOf" srcId="{DC38B855-E1D8-425A-961A-D65A0BE77D2E}" destId="{8B0C0516-B86B-4CBF-828D-7EDFFD62AE9D}" srcOrd="2" destOrd="0" presId="urn:microsoft.com/office/officeart/2005/8/layout/orgChart1"/>
    <dgm:cxn modelId="{67AF8068-0442-430C-9BBD-19C90652A33B}" type="presParOf" srcId="{E1C00461-91F5-4376-B9B2-4E15AA192F5E}" destId="{F0CBB063-4818-4B89-A2DA-2C77A22E32C5}" srcOrd="2" destOrd="0" presId="urn:microsoft.com/office/officeart/2005/8/layout/orgChart1"/>
    <dgm:cxn modelId="{15DE2328-08D3-45BB-A2F4-D6999BD59094}" type="presParOf" srcId="{E1C00461-91F5-4376-B9B2-4E15AA192F5E}" destId="{E11C0B84-297E-4695-9139-A6C2C1F00D1F}" srcOrd="3" destOrd="0" presId="urn:microsoft.com/office/officeart/2005/8/layout/orgChart1"/>
    <dgm:cxn modelId="{3A0FF0B6-D221-4766-A33E-4F378007A608}" type="presParOf" srcId="{E11C0B84-297E-4695-9139-A6C2C1F00D1F}" destId="{80703F0E-7211-4980-844D-F80F79727633}" srcOrd="0" destOrd="0" presId="urn:microsoft.com/office/officeart/2005/8/layout/orgChart1"/>
    <dgm:cxn modelId="{6556E920-47F2-4AF1-A20E-C2AD7B389277}" type="presParOf" srcId="{80703F0E-7211-4980-844D-F80F79727633}" destId="{589131A9-2313-485B-AD88-1EFA955AFF10}" srcOrd="0" destOrd="0" presId="urn:microsoft.com/office/officeart/2005/8/layout/orgChart1"/>
    <dgm:cxn modelId="{5914E3CE-24D0-4908-8332-FB0EDF253451}" type="presParOf" srcId="{80703F0E-7211-4980-844D-F80F79727633}" destId="{1B7A4E4D-0C2B-425D-AE71-CE174C32FA2C}" srcOrd="1" destOrd="0" presId="urn:microsoft.com/office/officeart/2005/8/layout/orgChart1"/>
    <dgm:cxn modelId="{EE4343CA-7DA1-4AB6-96CD-54FB8CE9D6F5}" type="presParOf" srcId="{E11C0B84-297E-4695-9139-A6C2C1F00D1F}" destId="{28198C0B-FFA8-41D8-991D-CF90D0028632}" srcOrd="1" destOrd="0" presId="urn:microsoft.com/office/officeart/2005/8/layout/orgChart1"/>
    <dgm:cxn modelId="{67B59C51-6F3B-45FB-AA81-E778A99B3B2B}" type="presParOf" srcId="{E11C0B84-297E-4695-9139-A6C2C1F00D1F}" destId="{FAB852C7-6CD9-4039-BEC9-A36896AF3024}" srcOrd="2" destOrd="0" presId="urn:microsoft.com/office/officeart/2005/8/layout/orgChart1"/>
    <dgm:cxn modelId="{F54E2188-8A3B-4CF4-A2C9-9C6695640308}" type="presParOf" srcId="{58FFB421-4A0C-4CF3-B422-54FD25A55D00}" destId="{E28894B6-1AAF-4B15-95C4-963C07257423}" srcOrd="2" destOrd="0" presId="urn:microsoft.com/office/officeart/2005/8/layout/orgChart1"/>
    <dgm:cxn modelId="{9D973967-C180-4DA1-9783-801A28437A84}" type="presParOf" srcId="{38ED7B2E-63E5-438D-91CD-EFA6DE9BBF61}" destId="{96DEF822-DC52-4FFC-82DA-389CD5B2965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AEC731-784C-4937-A03C-10E36E389653}">
      <dsp:nvSpPr>
        <dsp:cNvPr id="0" name=""/>
        <dsp:cNvSpPr/>
      </dsp:nvSpPr>
      <dsp:spPr>
        <a:xfrm>
          <a:off x="6907653" y="1592947"/>
          <a:ext cx="221657" cy="11484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8468"/>
              </a:lnTo>
              <a:lnTo>
                <a:pt x="221657" y="114846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D8F91E-F1A5-4F8D-ACE9-9A373AB4F602}">
      <dsp:nvSpPr>
        <dsp:cNvPr id="0" name=""/>
        <dsp:cNvSpPr/>
      </dsp:nvSpPr>
      <dsp:spPr>
        <a:xfrm>
          <a:off x="6907653" y="1592947"/>
          <a:ext cx="221657" cy="4313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1384"/>
              </a:lnTo>
              <a:lnTo>
                <a:pt x="221657" y="431384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3E71C0-A296-46B8-BAB0-268BA4C59D7C}">
      <dsp:nvSpPr>
        <dsp:cNvPr id="0" name=""/>
        <dsp:cNvSpPr/>
      </dsp:nvSpPr>
      <dsp:spPr>
        <a:xfrm>
          <a:off x="4295945" y="794134"/>
          <a:ext cx="3202794" cy="2812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2507"/>
              </a:lnTo>
              <a:lnTo>
                <a:pt x="3202794" y="172507"/>
              </a:lnTo>
              <a:lnTo>
                <a:pt x="3202794" y="28120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173D40-128D-4048-83A1-7C68DE4B0041}">
      <dsp:nvSpPr>
        <dsp:cNvPr id="0" name=""/>
        <dsp:cNvSpPr/>
      </dsp:nvSpPr>
      <dsp:spPr>
        <a:xfrm>
          <a:off x="4295945" y="794134"/>
          <a:ext cx="1425437" cy="2812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2507"/>
              </a:lnTo>
              <a:lnTo>
                <a:pt x="1425437" y="172507"/>
              </a:lnTo>
              <a:lnTo>
                <a:pt x="1425437" y="28120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65960B-D63B-4BCA-936C-BC405B6E85B4}">
      <dsp:nvSpPr>
        <dsp:cNvPr id="0" name=""/>
        <dsp:cNvSpPr/>
      </dsp:nvSpPr>
      <dsp:spPr>
        <a:xfrm>
          <a:off x="3995626" y="2274306"/>
          <a:ext cx="224336" cy="26632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63289"/>
              </a:lnTo>
              <a:lnTo>
                <a:pt x="224336" y="2663289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359F1C-A9ED-4688-B4C1-9BD3856B782F}">
      <dsp:nvSpPr>
        <dsp:cNvPr id="0" name=""/>
        <dsp:cNvSpPr/>
      </dsp:nvSpPr>
      <dsp:spPr>
        <a:xfrm>
          <a:off x="3995626" y="2274306"/>
          <a:ext cx="224336" cy="19282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8286"/>
              </a:lnTo>
              <a:lnTo>
                <a:pt x="224336" y="192828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FA1414-EF78-4D24-A617-C85129D53A41}">
      <dsp:nvSpPr>
        <dsp:cNvPr id="0" name=""/>
        <dsp:cNvSpPr/>
      </dsp:nvSpPr>
      <dsp:spPr>
        <a:xfrm>
          <a:off x="3995626" y="2274306"/>
          <a:ext cx="224336" cy="11932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3282"/>
              </a:lnTo>
              <a:lnTo>
                <a:pt x="224336" y="119328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26D19F-5B41-45F1-AFE2-DAC2B0A5CE49}">
      <dsp:nvSpPr>
        <dsp:cNvPr id="0" name=""/>
        <dsp:cNvSpPr/>
      </dsp:nvSpPr>
      <dsp:spPr>
        <a:xfrm>
          <a:off x="3995626" y="2274306"/>
          <a:ext cx="224336" cy="4582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8279"/>
              </a:lnTo>
              <a:lnTo>
                <a:pt x="224336" y="458279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E33A9D-9480-40FB-A4DF-EE1E2E7E401E}">
      <dsp:nvSpPr>
        <dsp:cNvPr id="0" name=""/>
        <dsp:cNvSpPr/>
      </dsp:nvSpPr>
      <dsp:spPr>
        <a:xfrm>
          <a:off x="3778842" y="1624816"/>
          <a:ext cx="815015" cy="1793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648"/>
              </a:lnTo>
              <a:lnTo>
                <a:pt x="815015" y="70648"/>
              </a:lnTo>
              <a:lnTo>
                <a:pt x="815015" y="17934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90F081-1725-4518-AFF5-00E9BD365D08}">
      <dsp:nvSpPr>
        <dsp:cNvPr id="0" name=""/>
        <dsp:cNvSpPr/>
      </dsp:nvSpPr>
      <dsp:spPr>
        <a:xfrm>
          <a:off x="2282655" y="2274306"/>
          <a:ext cx="224336" cy="19282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8286"/>
              </a:lnTo>
              <a:lnTo>
                <a:pt x="224336" y="192828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5E3D6D-A135-422D-9CEF-04605C8BD476}">
      <dsp:nvSpPr>
        <dsp:cNvPr id="0" name=""/>
        <dsp:cNvSpPr/>
      </dsp:nvSpPr>
      <dsp:spPr>
        <a:xfrm>
          <a:off x="2282655" y="2274306"/>
          <a:ext cx="224336" cy="11932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3282"/>
              </a:lnTo>
              <a:lnTo>
                <a:pt x="224336" y="119328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54D922-FDFA-4016-A8E9-3F9B47624963}">
      <dsp:nvSpPr>
        <dsp:cNvPr id="0" name=""/>
        <dsp:cNvSpPr/>
      </dsp:nvSpPr>
      <dsp:spPr>
        <a:xfrm>
          <a:off x="2282655" y="2274306"/>
          <a:ext cx="224336" cy="4582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8279"/>
              </a:lnTo>
              <a:lnTo>
                <a:pt x="224336" y="458279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F33A23-B9E7-4732-917C-5D66B726362F}">
      <dsp:nvSpPr>
        <dsp:cNvPr id="0" name=""/>
        <dsp:cNvSpPr/>
      </dsp:nvSpPr>
      <dsp:spPr>
        <a:xfrm>
          <a:off x="2880885" y="1624816"/>
          <a:ext cx="897956" cy="179345"/>
        </a:xfrm>
        <a:custGeom>
          <a:avLst/>
          <a:gdLst/>
          <a:ahLst/>
          <a:cxnLst/>
          <a:rect l="0" t="0" r="0" b="0"/>
          <a:pathLst>
            <a:path>
              <a:moveTo>
                <a:pt x="897956" y="0"/>
              </a:moveTo>
              <a:lnTo>
                <a:pt x="897956" y="70648"/>
              </a:lnTo>
              <a:lnTo>
                <a:pt x="0" y="70648"/>
              </a:lnTo>
              <a:lnTo>
                <a:pt x="0" y="17934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46BAA9-2B9D-4F2A-B565-A2DCB6505964}">
      <dsp:nvSpPr>
        <dsp:cNvPr id="0" name=""/>
        <dsp:cNvSpPr/>
      </dsp:nvSpPr>
      <dsp:spPr>
        <a:xfrm>
          <a:off x="3778842" y="794134"/>
          <a:ext cx="517103" cy="274439"/>
        </a:xfrm>
        <a:custGeom>
          <a:avLst/>
          <a:gdLst/>
          <a:ahLst/>
          <a:cxnLst/>
          <a:rect l="0" t="0" r="0" b="0"/>
          <a:pathLst>
            <a:path>
              <a:moveTo>
                <a:pt x="517103" y="0"/>
              </a:moveTo>
              <a:lnTo>
                <a:pt x="517103" y="165742"/>
              </a:lnTo>
              <a:lnTo>
                <a:pt x="0" y="165742"/>
              </a:lnTo>
              <a:lnTo>
                <a:pt x="0" y="27443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A06763-7CD0-41E0-8047-44C9999C84AA}">
      <dsp:nvSpPr>
        <dsp:cNvPr id="0" name=""/>
        <dsp:cNvSpPr/>
      </dsp:nvSpPr>
      <dsp:spPr>
        <a:xfrm>
          <a:off x="663185" y="1624816"/>
          <a:ext cx="217301" cy="11552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5233"/>
              </a:lnTo>
              <a:lnTo>
                <a:pt x="217301" y="115523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A5B176-3147-4D45-9EF8-CF91B612166F}">
      <dsp:nvSpPr>
        <dsp:cNvPr id="0" name=""/>
        <dsp:cNvSpPr/>
      </dsp:nvSpPr>
      <dsp:spPr>
        <a:xfrm>
          <a:off x="663185" y="1624816"/>
          <a:ext cx="217301" cy="4381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149"/>
              </a:lnTo>
              <a:lnTo>
                <a:pt x="217301" y="43814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371B5-9FE0-4A41-B872-D27DD755166A}">
      <dsp:nvSpPr>
        <dsp:cNvPr id="0" name=""/>
        <dsp:cNvSpPr/>
      </dsp:nvSpPr>
      <dsp:spPr>
        <a:xfrm>
          <a:off x="1353243" y="794134"/>
          <a:ext cx="2942702" cy="274439"/>
        </a:xfrm>
        <a:custGeom>
          <a:avLst/>
          <a:gdLst/>
          <a:ahLst/>
          <a:cxnLst/>
          <a:rect l="0" t="0" r="0" b="0"/>
          <a:pathLst>
            <a:path>
              <a:moveTo>
                <a:pt x="2942702" y="0"/>
              </a:moveTo>
              <a:lnTo>
                <a:pt x="2942702" y="165742"/>
              </a:lnTo>
              <a:lnTo>
                <a:pt x="0" y="165742"/>
              </a:lnTo>
              <a:lnTo>
                <a:pt x="0" y="27443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3C8968-31FF-46A5-BCB3-A2E771257413}">
      <dsp:nvSpPr>
        <dsp:cNvPr id="0" name=""/>
        <dsp:cNvSpPr/>
      </dsp:nvSpPr>
      <dsp:spPr>
        <a:xfrm>
          <a:off x="2331369" y="0"/>
          <a:ext cx="3929151" cy="79413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Chapter 17 – Validating the requirements</a:t>
          </a:r>
          <a:endParaRPr lang="en-US" sz="1600" kern="1200" dirty="0"/>
        </a:p>
      </dsp:txBody>
      <dsp:txXfrm>
        <a:off x="2331369" y="0"/>
        <a:ext cx="3929151" cy="794134"/>
      </dsp:txXfrm>
    </dsp:sp>
    <dsp:sp modelId="{C9422C4E-2B02-4D33-A16B-EF7B187ECAB7}">
      <dsp:nvSpPr>
        <dsp:cNvPr id="0" name=""/>
        <dsp:cNvSpPr/>
      </dsp:nvSpPr>
      <dsp:spPr>
        <a:xfrm>
          <a:off x="490670" y="1068574"/>
          <a:ext cx="1725145" cy="55624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Why validate the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</a:t>
          </a:r>
          <a:endParaRPr lang="en-US" sz="1200" kern="1200" dirty="0"/>
        </a:p>
      </dsp:txBody>
      <dsp:txXfrm>
        <a:off x="490670" y="1068574"/>
        <a:ext cx="1725145" cy="556242"/>
      </dsp:txXfrm>
    </dsp:sp>
    <dsp:sp modelId="{28A90088-1D74-4647-BC3B-F17F2E584608}">
      <dsp:nvSpPr>
        <dsp:cNvPr id="0" name=""/>
        <dsp:cNvSpPr/>
      </dsp:nvSpPr>
      <dsp:spPr>
        <a:xfrm>
          <a:off x="880486" y="1804162"/>
          <a:ext cx="1035215" cy="51760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Verification</a:t>
          </a:r>
          <a:endParaRPr lang="en-US" sz="1200" kern="1200" dirty="0"/>
        </a:p>
      </dsp:txBody>
      <dsp:txXfrm>
        <a:off x="880486" y="1804162"/>
        <a:ext cx="1035215" cy="517607"/>
      </dsp:txXfrm>
    </dsp:sp>
    <dsp:sp modelId="{EF3A83E1-5846-4AE9-8B47-6582C37CA326}">
      <dsp:nvSpPr>
        <dsp:cNvPr id="0" name=""/>
        <dsp:cNvSpPr/>
      </dsp:nvSpPr>
      <dsp:spPr>
        <a:xfrm>
          <a:off x="880486" y="2521246"/>
          <a:ext cx="1035215" cy="51760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Validation</a:t>
          </a:r>
          <a:endParaRPr lang="en-US" sz="1200" kern="1200" dirty="0"/>
        </a:p>
      </dsp:txBody>
      <dsp:txXfrm>
        <a:off x="880486" y="2521246"/>
        <a:ext cx="1035215" cy="517607"/>
      </dsp:txXfrm>
    </dsp:sp>
    <dsp:sp modelId="{02B28F85-DE51-42FF-859E-1DD3A478F426}">
      <dsp:nvSpPr>
        <dsp:cNvPr id="0" name=""/>
        <dsp:cNvSpPr/>
      </dsp:nvSpPr>
      <dsp:spPr>
        <a:xfrm>
          <a:off x="2916269" y="1068574"/>
          <a:ext cx="1725145" cy="55624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Review the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</a:t>
          </a:r>
          <a:endParaRPr lang="en-US" sz="1200" kern="1200" dirty="0"/>
        </a:p>
      </dsp:txBody>
      <dsp:txXfrm>
        <a:off x="2916269" y="1068574"/>
        <a:ext cx="1725145" cy="556242"/>
      </dsp:txXfrm>
    </dsp:sp>
    <dsp:sp modelId="{9449DAAE-E410-44C5-A07D-A0445C0B7E6B}">
      <dsp:nvSpPr>
        <dsp:cNvPr id="0" name=""/>
        <dsp:cNvSpPr/>
      </dsp:nvSpPr>
      <dsp:spPr>
        <a:xfrm>
          <a:off x="2133097" y="1804162"/>
          <a:ext cx="1495576" cy="47014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Informal reviews</a:t>
          </a:r>
          <a:endParaRPr lang="en-US" sz="1200" kern="1200" dirty="0"/>
        </a:p>
      </dsp:txBody>
      <dsp:txXfrm>
        <a:off x="2133097" y="1804162"/>
        <a:ext cx="1495576" cy="470143"/>
      </dsp:txXfrm>
    </dsp:sp>
    <dsp:sp modelId="{A38FEF16-A8FD-4584-9ACA-99F20FFA0806}">
      <dsp:nvSpPr>
        <dsp:cNvPr id="0" name=""/>
        <dsp:cNvSpPr/>
      </dsp:nvSpPr>
      <dsp:spPr>
        <a:xfrm>
          <a:off x="2506991" y="2473781"/>
          <a:ext cx="1035215" cy="51760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A peer </a:t>
          </a:r>
          <a:r>
            <a:rPr lang="en-US" sz="1200" i="1" kern="1200" smtClean="0">
              <a:solidFill>
                <a:srgbClr val="003399"/>
              </a:solidFill>
            </a:rPr>
            <a:t>deskcheck</a:t>
          </a:r>
          <a:endParaRPr lang="en-US" sz="1200" kern="1200" dirty="0"/>
        </a:p>
      </dsp:txBody>
      <dsp:txXfrm>
        <a:off x="2506991" y="2473781"/>
        <a:ext cx="1035215" cy="517607"/>
      </dsp:txXfrm>
    </dsp:sp>
    <dsp:sp modelId="{68E6DF8D-BB33-4CD7-AD44-C084E5003464}">
      <dsp:nvSpPr>
        <dsp:cNvPr id="0" name=""/>
        <dsp:cNvSpPr/>
      </dsp:nvSpPr>
      <dsp:spPr>
        <a:xfrm>
          <a:off x="2506991" y="3208785"/>
          <a:ext cx="1035215" cy="51760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A </a:t>
          </a:r>
          <a:r>
            <a:rPr lang="en-US" sz="1200" i="1" kern="1200" smtClean="0">
              <a:solidFill>
                <a:srgbClr val="003399"/>
              </a:solidFill>
            </a:rPr>
            <a:t>passaround</a:t>
          </a:r>
          <a:endParaRPr lang="en-US" sz="1200" kern="1200" dirty="0"/>
        </a:p>
      </dsp:txBody>
      <dsp:txXfrm>
        <a:off x="2506991" y="3208785"/>
        <a:ext cx="1035215" cy="517607"/>
      </dsp:txXfrm>
    </dsp:sp>
    <dsp:sp modelId="{168B3CEB-9E35-46D7-B338-71F832127F39}">
      <dsp:nvSpPr>
        <dsp:cNvPr id="0" name=""/>
        <dsp:cNvSpPr/>
      </dsp:nvSpPr>
      <dsp:spPr>
        <a:xfrm>
          <a:off x="2506991" y="3943788"/>
          <a:ext cx="1035215" cy="51760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A </a:t>
          </a:r>
          <a:r>
            <a:rPr lang="en-US" sz="1200" i="1" kern="1200" smtClean="0">
              <a:solidFill>
                <a:srgbClr val="003399"/>
              </a:solidFill>
            </a:rPr>
            <a:t>walkthrough</a:t>
          </a:r>
          <a:endParaRPr lang="en-US" sz="1200" kern="1200" dirty="0"/>
        </a:p>
      </dsp:txBody>
      <dsp:txXfrm>
        <a:off x="2506991" y="3943788"/>
        <a:ext cx="1035215" cy="517607"/>
      </dsp:txXfrm>
    </dsp:sp>
    <dsp:sp modelId="{B4DA07B5-29B3-4442-A69E-055EEC652BE8}">
      <dsp:nvSpPr>
        <dsp:cNvPr id="0" name=""/>
        <dsp:cNvSpPr/>
      </dsp:nvSpPr>
      <dsp:spPr>
        <a:xfrm>
          <a:off x="3846069" y="1804162"/>
          <a:ext cx="1495576" cy="47014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Formal reviews</a:t>
          </a:r>
          <a:endParaRPr lang="en-US" sz="1200" kern="1200" dirty="0"/>
        </a:p>
      </dsp:txBody>
      <dsp:txXfrm>
        <a:off x="3846069" y="1804162"/>
        <a:ext cx="1495576" cy="470143"/>
      </dsp:txXfrm>
    </dsp:sp>
    <dsp:sp modelId="{6799B363-9D98-4604-A4A4-E9389563C283}">
      <dsp:nvSpPr>
        <dsp:cNvPr id="0" name=""/>
        <dsp:cNvSpPr/>
      </dsp:nvSpPr>
      <dsp:spPr>
        <a:xfrm>
          <a:off x="4219963" y="2473781"/>
          <a:ext cx="1035215" cy="51760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The inspection process</a:t>
          </a:r>
          <a:endParaRPr lang="en-US" sz="1200" kern="1200" dirty="0"/>
        </a:p>
      </dsp:txBody>
      <dsp:txXfrm>
        <a:off x="4219963" y="2473781"/>
        <a:ext cx="1035215" cy="517607"/>
      </dsp:txXfrm>
    </dsp:sp>
    <dsp:sp modelId="{2F4B160F-529B-4874-8954-C825E6B6E84C}">
      <dsp:nvSpPr>
        <dsp:cNvPr id="0" name=""/>
        <dsp:cNvSpPr/>
      </dsp:nvSpPr>
      <dsp:spPr>
        <a:xfrm>
          <a:off x="4219963" y="3208785"/>
          <a:ext cx="1035215" cy="51760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Defect checklist </a:t>
          </a:r>
          <a:endParaRPr lang="en-US" sz="1200" kern="1200" dirty="0"/>
        </a:p>
      </dsp:txBody>
      <dsp:txXfrm>
        <a:off x="4219963" y="3208785"/>
        <a:ext cx="1035215" cy="517607"/>
      </dsp:txXfrm>
    </dsp:sp>
    <dsp:sp modelId="{7C5450E3-21FF-45C9-A61A-CFD47BF3DD80}">
      <dsp:nvSpPr>
        <dsp:cNvPr id="0" name=""/>
        <dsp:cNvSpPr/>
      </dsp:nvSpPr>
      <dsp:spPr>
        <a:xfrm>
          <a:off x="4219963" y="3943788"/>
          <a:ext cx="1035215" cy="51760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 smtClean="0"/>
            <a:t>Reqs</a:t>
          </a:r>
          <a:r>
            <a:rPr lang="en-US" sz="1200" kern="1200" dirty="0" smtClean="0"/>
            <a:t>. review tips</a:t>
          </a:r>
          <a:endParaRPr lang="en-US" sz="1200" kern="1200" dirty="0"/>
        </a:p>
      </dsp:txBody>
      <dsp:txXfrm>
        <a:off x="4219963" y="3943788"/>
        <a:ext cx="1035215" cy="517607"/>
      </dsp:txXfrm>
    </dsp:sp>
    <dsp:sp modelId="{AE5D4A74-AA7A-4BF5-BD2B-D4252AA03B18}">
      <dsp:nvSpPr>
        <dsp:cNvPr id="0" name=""/>
        <dsp:cNvSpPr/>
      </dsp:nvSpPr>
      <dsp:spPr>
        <a:xfrm>
          <a:off x="4219963" y="4678791"/>
          <a:ext cx="1035215" cy="51760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 smtClean="0"/>
            <a:t>Reqs</a:t>
          </a:r>
          <a:r>
            <a:rPr lang="en-US" sz="1200" kern="1200" dirty="0" smtClean="0"/>
            <a:t>. review challenges </a:t>
          </a:r>
          <a:endParaRPr lang="en-US" sz="1200" kern="1200" dirty="0"/>
        </a:p>
      </dsp:txBody>
      <dsp:txXfrm>
        <a:off x="4219963" y="4678791"/>
        <a:ext cx="1035215" cy="517607"/>
      </dsp:txXfrm>
    </dsp:sp>
    <dsp:sp modelId="{1FF2C928-7E62-4953-B1D7-8B0B163A6AFE}">
      <dsp:nvSpPr>
        <dsp:cNvPr id="0" name=""/>
        <dsp:cNvSpPr/>
      </dsp:nvSpPr>
      <dsp:spPr>
        <a:xfrm>
          <a:off x="4858810" y="1075339"/>
          <a:ext cx="1725145" cy="55624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Testing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</a:t>
          </a:r>
          <a:endParaRPr lang="en-US" sz="1200" kern="1200" dirty="0"/>
        </a:p>
      </dsp:txBody>
      <dsp:txXfrm>
        <a:off x="4858810" y="1075339"/>
        <a:ext cx="1725145" cy="556242"/>
      </dsp:txXfrm>
    </dsp:sp>
    <dsp:sp modelId="{3FE29DE7-91AC-456D-96C3-01A8723E90DD}">
      <dsp:nvSpPr>
        <dsp:cNvPr id="0" name=""/>
        <dsp:cNvSpPr/>
      </dsp:nvSpPr>
      <dsp:spPr>
        <a:xfrm>
          <a:off x="6759881" y="1075339"/>
          <a:ext cx="1477718" cy="51760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Validating with…</a:t>
          </a:r>
          <a:endParaRPr lang="en-US" sz="1200" kern="1200" dirty="0"/>
        </a:p>
      </dsp:txBody>
      <dsp:txXfrm>
        <a:off x="6759881" y="1075339"/>
        <a:ext cx="1477718" cy="517607"/>
      </dsp:txXfrm>
    </dsp:sp>
    <dsp:sp modelId="{6B6FF532-E374-4C3C-9AE6-B33C87D175C6}">
      <dsp:nvSpPr>
        <dsp:cNvPr id="0" name=""/>
        <dsp:cNvSpPr/>
      </dsp:nvSpPr>
      <dsp:spPr>
        <a:xfrm>
          <a:off x="7129310" y="1765528"/>
          <a:ext cx="1035215" cy="51760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Acceptance criteria</a:t>
          </a:r>
          <a:endParaRPr lang="en-US" sz="1200" kern="1200" dirty="0"/>
        </a:p>
      </dsp:txBody>
      <dsp:txXfrm>
        <a:off x="7129310" y="1765528"/>
        <a:ext cx="1035215" cy="517607"/>
      </dsp:txXfrm>
    </dsp:sp>
    <dsp:sp modelId="{A5C492F6-2C14-4789-99A7-8336CA11E5E6}">
      <dsp:nvSpPr>
        <dsp:cNvPr id="0" name=""/>
        <dsp:cNvSpPr/>
      </dsp:nvSpPr>
      <dsp:spPr>
        <a:xfrm>
          <a:off x="7129310" y="2482612"/>
          <a:ext cx="1035215" cy="51760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Acceptance tests</a:t>
          </a:r>
          <a:endParaRPr lang="en-US" sz="1200" kern="1200" dirty="0"/>
        </a:p>
      </dsp:txBody>
      <dsp:txXfrm>
        <a:off x="7129310" y="2482612"/>
        <a:ext cx="1035215" cy="5176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BB063-4818-4B89-A2DA-2C77A22E32C5}">
      <dsp:nvSpPr>
        <dsp:cNvPr id="0" name=""/>
        <dsp:cNvSpPr/>
      </dsp:nvSpPr>
      <dsp:spPr>
        <a:xfrm>
          <a:off x="7385717" y="1534029"/>
          <a:ext cx="153890" cy="1182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2587"/>
              </a:lnTo>
              <a:lnTo>
                <a:pt x="153890" y="118258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EBC9EF-9E31-4483-9497-098605836E2F}">
      <dsp:nvSpPr>
        <dsp:cNvPr id="0" name=""/>
        <dsp:cNvSpPr/>
      </dsp:nvSpPr>
      <dsp:spPr>
        <a:xfrm>
          <a:off x="7385717" y="1534029"/>
          <a:ext cx="153890" cy="454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172"/>
              </a:lnTo>
              <a:lnTo>
                <a:pt x="153890" y="45417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D8F91E-F1A5-4F8D-ACE9-9A373AB4F602}">
      <dsp:nvSpPr>
        <dsp:cNvPr id="0" name=""/>
        <dsp:cNvSpPr/>
      </dsp:nvSpPr>
      <dsp:spPr>
        <a:xfrm>
          <a:off x="4617884" y="787017"/>
          <a:ext cx="3178207" cy="234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320"/>
              </a:lnTo>
              <a:lnTo>
                <a:pt x="3178207" y="126320"/>
              </a:lnTo>
              <a:lnTo>
                <a:pt x="3178207" y="23404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76ACEC-BD58-4170-B91A-1AA1D1DF77F0}">
      <dsp:nvSpPr>
        <dsp:cNvPr id="0" name=""/>
        <dsp:cNvSpPr/>
      </dsp:nvSpPr>
      <dsp:spPr>
        <a:xfrm>
          <a:off x="5733722" y="1486990"/>
          <a:ext cx="222325" cy="33678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7834"/>
              </a:lnTo>
              <a:lnTo>
                <a:pt x="222325" y="3367834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824164-8B1D-4B85-B22A-CDFEF2E04F59}">
      <dsp:nvSpPr>
        <dsp:cNvPr id="0" name=""/>
        <dsp:cNvSpPr/>
      </dsp:nvSpPr>
      <dsp:spPr>
        <a:xfrm>
          <a:off x="5733722" y="1486990"/>
          <a:ext cx="222325" cy="2639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9418"/>
              </a:lnTo>
              <a:lnTo>
                <a:pt x="222325" y="263941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794585-893E-4AD1-AB0F-E658D0B464B9}">
      <dsp:nvSpPr>
        <dsp:cNvPr id="0" name=""/>
        <dsp:cNvSpPr/>
      </dsp:nvSpPr>
      <dsp:spPr>
        <a:xfrm>
          <a:off x="5733722" y="1486990"/>
          <a:ext cx="222325" cy="19110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11003"/>
              </a:lnTo>
              <a:lnTo>
                <a:pt x="222325" y="191100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AAD592-AB88-4251-977A-23D417AF9F0E}">
      <dsp:nvSpPr>
        <dsp:cNvPr id="0" name=""/>
        <dsp:cNvSpPr/>
      </dsp:nvSpPr>
      <dsp:spPr>
        <a:xfrm>
          <a:off x="5733722" y="1486990"/>
          <a:ext cx="222325" cy="1182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2587"/>
              </a:lnTo>
              <a:lnTo>
                <a:pt x="222325" y="118258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07D2DC-D98D-48DB-A444-1B3BB3C111EF}">
      <dsp:nvSpPr>
        <dsp:cNvPr id="0" name=""/>
        <dsp:cNvSpPr/>
      </dsp:nvSpPr>
      <dsp:spPr>
        <a:xfrm>
          <a:off x="5733722" y="1486990"/>
          <a:ext cx="222325" cy="454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172"/>
              </a:lnTo>
              <a:lnTo>
                <a:pt x="222325" y="45417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E33A9D-9480-40FB-A4DF-EE1E2E7E401E}">
      <dsp:nvSpPr>
        <dsp:cNvPr id="0" name=""/>
        <dsp:cNvSpPr/>
      </dsp:nvSpPr>
      <dsp:spPr>
        <a:xfrm>
          <a:off x="4617884" y="787017"/>
          <a:ext cx="1708706" cy="234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320"/>
              </a:lnTo>
              <a:lnTo>
                <a:pt x="1708706" y="126320"/>
              </a:lnTo>
              <a:lnTo>
                <a:pt x="1708706" y="23404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7C57BC-0E68-4E25-9D4A-D3542769DA95}">
      <dsp:nvSpPr>
        <dsp:cNvPr id="0" name=""/>
        <dsp:cNvSpPr/>
      </dsp:nvSpPr>
      <dsp:spPr>
        <a:xfrm>
          <a:off x="3872441" y="1610026"/>
          <a:ext cx="215353" cy="18262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6255"/>
              </a:lnTo>
              <a:lnTo>
                <a:pt x="215353" y="182625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06B8EB-44F2-47F3-AF73-B274E07D3437}">
      <dsp:nvSpPr>
        <dsp:cNvPr id="0" name=""/>
        <dsp:cNvSpPr/>
      </dsp:nvSpPr>
      <dsp:spPr>
        <a:xfrm>
          <a:off x="3872441" y="1610026"/>
          <a:ext cx="215353" cy="1097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7840"/>
              </a:lnTo>
              <a:lnTo>
                <a:pt x="215353" y="109784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F33A23-B9E7-4732-917C-5D66B726362F}">
      <dsp:nvSpPr>
        <dsp:cNvPr id="0" name=""/>
        <dsp:cNvSpPr/>
      </dsp:nvSpPr>
      <dsp:spPr>
        <a:xfrm>
          <a:off x="3872441" y="1610026"/>
          <a:ext cx="215353" cy="4107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0703"/>
              </a:lnTo>
              <a:lnTo>
                <a:pt x="215353" y="41070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46BAA9-2B9D-4F2A-B565-A2DCB6505964}">
      <dsp:nvSpPr>
        <dsp:cNvPr id="0" name=""/>
        <dsp:cNvSpPr/>
      </dsp:nvSpPr>
      <dsp:spPr>
        <a:xfrm>
          <a:off x="4510595" y="787017"/>
          <a:ext cx="91440" cy="271752"/>
        </a:xfrm>
        <a:custGeom>
          <a:avLst/>
          <a:gdLst/>
          <a:ahLst/>
          <a:cxnLst/>
          <a:rect l="0" t="0" r="0" b="0"/>
          <a:pathLst>
            <a:path>
              <a:moveTo>
                <a:pt x="107289" y="0"/>
              </a:moveTo>
              <a:lnTo>
                <a:pt x="107289" y="164029"/>
              </a:lnTo>
              <a:lnTo>
                <a:pt x="45720" y="164029"/>
              </a:lnTo>
              <a:lnTo>
                <a:pt x="45720" y="27175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512966-A9A8-4A1A-A761-762F172F3796}">
      <dsp:nvSpPr>
        <dsp:cNvPr id="0" name=""/>
        <dsp:cNvSpPr/>
      </dsp:nvSpPr>
      <dsp:spPr>
        <a:xfrm>
          <a:off x="2706616" y="2282974"/>
          <a:ext cx="153890" cy="26571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7177"/>
              </a:lnTo>
              <a:lnTo>
                <a:pt x="153890" y="265717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E4E89E-3BB1-40E0-B6E7-E52B12A6BE8D}">
      <dsp:nvSpPr>
        <dsp:cNvPr id="0" name=""/>
        <dsp:cNvSpPr/>
      </dsp:nvSpPr>
      <dsp:spPr>
        <a:xfrm>
          <a:off x="2706616" y="2282974"/>
          <a:ext cx="153890" cy="19287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8762"/>
              </a:lnTo>
              <a:lnTo>
                <a:pt x="153890" y="192876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55BD93-CF04-46C8-BBE8-95BFDBEC971B}">
      <dsp:nvSpPr>
        <dsp:cNvPr id="0" name=""/>
        <dsp:cNvSpPr/>
      </dsp:nvSpPr>
      <dsp:spPr>
        <a:xfrm>
          <a:off x="2706616" y="2282974"/>
          <a:ext cx="153890" cy="12003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0346"/>
              </a:lnTo>
              <a:lnTo>
                <a:pt x="153890" y="120034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D93886-1693-47A7-AD7C-67AC19E49A2D}">
      <dsp:nvSpPr>
        <dsp:cNvPr id="0" name=""/>
        <dsp:cNvSpPr/>
      </dsp:nvSpPr>
      <dsp:spPr>
        <a:xfrm>
          <a:off x="2706616" y="2282974"/>
          <a:ext cx="153890" cy="471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931"/>
              </a:lnTo>
              <a:lnTo>
                <a:pt x="153890" y="47193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2B6368-5A8B-4732-8055-E965E07397C0}">
      <dsp:nvSpPr>
        <dsp:cNvPr id="0" name=""/>
        <dsp:cNvSpPr/>
      </dsp:nvSpPr>
      <dsp:spPr>
        <a:xfrm>
          <a:off x="1916706" y="1610026"/>
          <a:ext cx="1200285" cy="1599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256"/>
              </a:lnTo>
              <a:lnTo>
                <a:pt x="1200285" y="52256"/>
              </a:lnTo>
              <a:lnTo>
                <a:pt x="1200285" y="15997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6D82ED-3983-40DD-8F27-7B09C006F0AB}">
      <dsp:nvSpPr>
        <dsp:cNvPr id="0" name=""/>
        <dsp:cNvSpPr/>
      </dsp:nvSpPr>
      <dsp:spPr>
        <a:xfrm>
          <a:off x="1465232" y="2282974"/>
          <a:ext cx="153890" cy="19287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8762"/>
              </a:lnTo>
              <a:lnTo>
                <a:pt x="153890" y="192876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139279-D34B-4DA9-B9A1-7062C0827E6D}">
      <dsp:nvSpPr>
        <dsp:cNvPr id="0" name=""/>
        <dsp:cNvSpPr/>
      </dsp:nvSpPr>
      <dsp:spPr>
        <a:xfrm>
          <a:off x="1465232" y="2282974"/>
          <a:ext cx="153890" cy="12003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0346"/>
              </a:lnTo>
              <a:lnTo>
                <a:pt x="153890" y="120034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C2EF45-5701-4801-8E88-5D72204795B1}">
      <dsp:nvSpPr>
        <dsp:cNvPr id="0" name=""/>
        <dsp:cNvSpPr/>
      </dsp:nvSpPr>
      <dsp:spPr>
        <a:xfrm>
          <a:off x="1465232" y="2282974"/>
          <a:ext cx="153890" cy="471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931"/>
              </a:lnTo>
              <a:lnTo>
                <a:pt x="153890" y="47193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A06763-7CD0-41E0-8047-44C9999C84AA}">
      <dsp:nvSpPr>
        <dsp:cNvPr id="0" name=""/>
        <dsp:cNvSpPr/>
      </dsp:nvSpPr>
      <dsp:spPr>
        <a:xfrm>
          <a:off x="1829887" y="1610026"/>
          <a:ext cx="91440" cy="159979"/>
        </a:xfrm>
        <a:custGeom>
          <a:avLst/>
          <a:gdLst/>
          <a:ahLst/>
          <a:cxnLst/>
          <a:rect l="0" t="0" r="0" b="0"/>
          <a:pathLst>
            <a:path>
              <a:moveTo>
                <a:pt x="86819" y="0"/>
              </a:moveTo>
              <a:lnTo>
                <a:pt x="86819" y="52256"/>
              </a:lnTo>
              <a:lnTo>
                <a:pt x="45720" y="52256"/>
              </a:lnTo>
              <a:lnTo>
                <a:pt x="45720" y="15997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A5B176-3147-4D45-9EF8-CF91B612166F}">
      <dsp:nvSpPr>
        <dsp:cNvPr id="0" name=""/>
        <dsp:cNvSpPr/>
      </dsp:nvSpPr>
      <dsp:spPr>
        <a:xfrm>
          <a:off x="634223" y="1610026"/>
          <a:ext cx="1282483" cy="177738"/>
        </a:xfrm>
        <a:custGeom>
          <a:avLst/>
          <a:gdLst/>
          <a:ahLst/>
          <a:cxnLst/>
          <a:rect l="0" t="0" r="0" b="0"/>
          <a:pathLst>
            <a:path>
              <a:moveTo>
                <a:pt x="1282483" y="0"/>
              </a:moveTo>
              <a:lnTo>
                <a:pt x="1282483" y="70015"/>
              </a:lnTo>
              <a:lnTo>
                <a:pt x="0" y="70015"/>
              </a:lnTo>
              <a:lnTo>
                <a:pt x="0" y="17773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371B5-9FE0-4A41-B872-D27DD755166A}">
      <dsp:nvSpPr>
        <dsp:cNvPr id="0" name=""/>
        <dsp:cNvSpPr/>
      </dsp:nvSpPr>
      <dsp:spPr>
        <a:xfrm>
          <a:off x="1916706" y="787017"/>
          <a:ext cx="2701177" cy="271752"/>
        </a:xfrm>
        <a:custGeom>
          <a:avLst/>
          <a:gdLst/>
          <a:ahLst/>
          <a:cxnLst/>
          <a:rect l="0" t="0" r="0" b="0"/>
          <a:pathLst>
            <a:path>
              <a:moveTo>
                <a:pt x="2701177" y="0"/>
              </a:moveTo>
              <a:lnTo>
                <a:pt x="2701177" y="164029"/>
              </a:lnTo>
              <a:lnTo>
                <a:pt x="0" y="164029"/>
              </a:lnTo>
              <a:lnTo>
                <a:pt x="0" y="27175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3C8968-31FF-46A5-BCB3-A2E771257413}">
      <dsp:nvSpPr>
        <dsp:cNvPr id="0" name=""/>
        <dsp:cNvSpPr/>
      </dsp:nvSpPr>
      <dsp:spPr>
        <a:xfrm>
          <a:off x="2670916" y="0"/>
          <a:ext cx="3893935" cy="7870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Chapter 18 – Requirements reuse</a:t>
          </a:r>
          <a:endParaRPr lang="en-US" sz="1600" kern="1200" dirty="0"/>
        </a:p>
      </dsp:txBody>
      <dsp:txXfrm>
        <a:off x="2670916" y="0"/>
        <a:ext cx="3893935" cy="787017"/>
      </dsp:txXfrm>
    </dsp:sp>
    <dsp:sp modelId="{C9422C4E-2B02-4D33-A16B-EF7B187ECAB7}">
      <dsp:nvSpPr>
        <dsp:cNvPr id="0" name=""/>
        <dsp:cNvSpPr/>
      </dsp:nvSpPr>
      <dsp:spPr>
        <a:xfrm>
          <a:off x="1061864" y="1058769"/>
          <a:ext cx="1709683" cy="55125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Requirements reuse.</a:t>
          </a:r>
          <a:endParaRPr lang="en-US" sz="1200" kern="1200" dirty="0"/>
        </a:p>
      </dsp:txBody>
      <dsp:txXfrm>
        <a:off x="1061864" y="1058769"/>
        <a:ext cx="1709683" cy="551256"/>
      </dsp:txXfrm>
    </dsp:sp>
    <dsp:sp modelId="{28A90088-1D74-4647-BC3B-F17F2E584608}">
      <dsp:nvSpPr>
        <dsp:cNvPr id="0" name=""/>
        <dsp:cNvSpPr/>
      </dsp:nvSpPr>
      <dsp:spPr>
        <a:xfrm>
          <a:off x="121254" y="1787764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Why reuse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.?</a:t>
          </a:r>
          <a:endParaRPr lang="en-US" sz="1200" kern="1200" dirty="0"/>
        </a:p>
      </dsp:txBody>
      <dsp:txXfrm>
        <a:off x="121254" y="1787764"/>
        <a:ext cx="1025937" cy="512968"/>
      </dsp:txXfrm>
    </dsp:sp>
    <dsp:sp modelId="{EF3A83E1-5846-4AE9-8B47-6582C37CA326}">
      <dsp:nvSpPr>
        <dsp:cNvPr id="0" name=""/>
        <dsp:cNvSpPr/>
      </dsp:nvSpPr>
      <dsp:spPr>
        <a:xfrm>
          <a:off x="1362638" y="1770005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Dimension of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 Reuse</a:t>
          </a:r>
          <a:endParaRPr lang="en-US" sz="1200" kern="1200" dirty="0"/>
        </a:p>
      </dsp:txBody>
      <dsp:txXfrm>
        <a:off x="1362638" y="1770005"/>
        <a:ext cx="1025937" cy="512968"/>
      </dsp:txXfrm>
    </dsp:sp>
    <dsp:sp modelId="{6089E11F-BF5E-4711-A0AB-4B535BBD87AC}">
      <dsp:nvSpPr>
        <dsp:cNvPr id="0" name=""/>
        <dsp:cNvSpPr/>
      </dsp:nvSpPr>
      <dsp:spPr>
        <a:xfrm>
          <a:off x="1619123" y="2498421"/>
          <a:ext cx="1025937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Extent of reuse</a:t>
          </a:r>
          <a:endParaRPr lang="en-US" sz="1200" kern="1200" dirty="0"/>
        </a:p>
      </dsp:txBody>
      <dsp:txXfrm>
        <a:off x="1619123" y="2498421"/>
        <a:ext cx="1025937" cy="512968"/>
      </dsp:txXfrm>
    </dsp:sp>
    <dsp:sp modelId="{61355184-721D-460C-9831-1A874659A4FE}">
      <dsp:nvSpPr>
        <dsp:cNvPr id="0" name=""/>
        <dsp:cNvSpPr/>
      </dsp:nvSpPr>
      <dsp:spPr>
        <a:xfrm>
          <a:off x="1619123" y="3226836"/>
          <a:ext cx="1025937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Extent of </a:t>
          </a:r>
          <a:r>
            <a:rPr lang="en-US" sz="1200" kern="1200" dirty="0" err="1" smtClean="0"/>
            <a:t>modi</a:t>
          </a:r>
          <a:r>
            <a:rPr lang="en-US" sz="1200" kern="1200" dirty="0" smtClean="0"/>
            <a:t>.</a:t>
          </a:r>
          <a:endParaRPr lang="en-US" sz="1200" kern="1200" dirty="0"/>
        </a:p>
      </dsp:txBody>
      <dsp:txXfrm>
        <a:off x="1619123" y="3226836"/>
        <a:ext cx="1025937" cy="512968"/>
      </dsp:txXfrm>
    </dsp:sp>
    <dsp:sp modelId="{2D40033F-C0EB-436E-B48B-D4F7F12D24D6}">
      <dsp:nvSpPr>
        <dsp:cNvPr id="0" name=""/>
        <dsp:cNvSpPr/>
      </dsp:nvSpPr>
      <dsp:spPr>
        <a:xfrm>
          <a:off x="1619123" y="3955252"/>
          <a:ext cx="1025937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Reuse mechanism</a:t>
          </a:r>
          <a:endParaRPr lang="en-US" sz="1200" kern="1200" dirty="0"/>
        </a:p>
      </dsp:txBody>
      <dsp:txXfrm>
        <a:off x="1619123" y="3955252"/>
        <a:ext cx="1025937" cy="512968"/>
      </dsp:txXfrm>
    </dsp:sp>
    <dsp:sp modelId="{A792E48B-E59F-426E-B59E-25883EE0DF31}">
      <dsp:nvSpPr>
        <dsp:cNvPr id="0" name=""/>
        <dsp:cNvSpPr/>
      </dsp:nvSpPr>
      <dsp:spPr>
        <a:xfrm>
          <a:off x="2604023" y="1770005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Types of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 Reuse</a:t>
          </a:r>
          <a:endParaRPr lang="en-US" sz="1200" kern="1200" dirty="0"/>
        </a:p>
      </dsp:txBody>
      <dsp:txXfrm>
        <a:off x="2604023" y="1770005"/>
        <a:ext cx="1025937" cy="512968"/>
      </dsp:txXfrm>
    </dsp:sp>
    <dsp:sp modelId="{233CC64B-B3D0-422F-9F57-FFF7A5ACA7B1}">
      <dsp:nvSpPr>
        <dsp:cNvPr id="0" name=""/>
        <dsp:cNvSpPr/>
      </dsp:nvSpPr>
      <dsp:spPr>
        <a:xfrm>
          <a:off x="2860507" y="2498421"/>
          <a:ext cx="1011840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Within a product</a:t>
          </a:r>
          <a:endParaRPr lang="en-US" sz="1200" kern="1200" dirty="0"/>
        </a:p>
      </dsp:txBody>
      <dsp:txXfrm>
        <a:off x="2860507" y="2498421"/>
        <a:ext cx="1011840" cy="512968"/>
      </dsp:txXfrm>
    </dsp:sp>
    <dsp:sp modelId="{143DE19C-7D84-4338-B392-FD35CE1BC79B}">
      <dsp:nvSpPr>
        <dsp:cNvPr id="0" name=""/>
        <dsp:cNvSpPr/>
      </dsp:nvSpPr>
      <dsp:spPr>
        <a:xfrm>
          <a:off x="2860507" y="3226836"/>
          <a:ext cx="1011840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Across a product lines</a:t>
          </a:r>
          <a:endParaRPr lang="en-US" sz="1200" kern="1200" dirty="0"/>
        </a:p>
      </dsp:txBody>
      <dsp:txXfrm>
        <a:off x="2860507" y="3226836"/>
        <a:ext cx="1011840" cy="512968"/>
      </dsp:txXfrm>
    </dsp:sp>
    <dsp:sp modelId="{2C57B994-79A8-41A5-8FD7-0E043D593367}">
      <dsp:nvSpPr>
        <dsp:cNvPr id="0" name=""/>
        <dsp:cNvSpPr/>
      </dsp:nvSpPr>
      <dsp:spPr>
        <a:xfrm>
          <a:off x="2860507" y="3955252"/>
          <a:ext cx="1011840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Across a biz domain</a:t>
          </a:r>
          <a:endParaRPr lang="en-US" sz="1200" kern="1200" dirty="0"/>
        </a:p>
      </dsp:txBody>
      <dsp:txXfrm>
        <a:off x="2860507" y="3955252"/>
        <a:ext cx="1011840" cy="512968"/>
      </dsp:txXfrm>
    </dsp:sp>
    <dsp:sp modelId="{68532205-FE94-453F-8FB3-79E73AE47C4E}">
      <dsp:nvSpPr>
        <dsp:cNvPr id="0" name=""/>
        <dsp:cNvSpPr/>
      </dsp:nvSpPr>
      <dsp:spPr>
        <a:xfrm>
          <a:off x="2860507" y="4683667"/>
          <a:ext cx="1011840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Within a platform</a:t>
          </a:r>
          <a:endParaRPr lang="en-US" sz="1200" kern="1200" dirty="0"/>
        </a:p>
      </dsp:txBody>
      <dsp:txXfrm>
        <a:off x="2860507" y="4683667"/>
        <a:ext cx="1011840" cy="512968"/>
      </dsp:txXfrm>
    </dsp:sp>
    <dsp:sp modelId="{02B28F85-DE51-42FF-859E-1DD3A478F426}">
      <dsp:nvSpPr>
        <dsp:cNvPr id="0" name=""/>
        <dsp:cNvSpPr/>
      </dsp:nvSpPr>
      <dsp:spPr>
        <a:xfrm>
          <a:off x="3701473" y="1058769"/>
          <a:ext cx="1709683" cy="55125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Common reuse scenarios</a:t>
          </a:r>
          <a:endParaRPr lang="en-US" sz="1200" kern="1200" dirty="0"/>
        </a:p>
      </dsp:txBody>
      <dsp:txXfrm>
        <a:off x="3701473" y="1058769"/>
        <a:ext cx="1709683" cy="551256"/>
      </dsp:txXfrm>
    </dsp:sp>
    <dsp:sp modelId="{9449DAAE-E410-44C5-A07D-A0445C0B7E6B}">
      <dsp:nvSpPr>
        <dsp:cNvPr id="0" name=""/>
        <dsp:cNvSpPr/>
      </dsp:nvSpPr>
      <dsp:spPr>
        <a:xfrm>
          <a:off x="4087795" y="1787764"/>
          <a:ext cx="1333985" cy="46592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SW product lines</a:t>
          </a:r>
          <a:endParaRPr lang="en-US" sz="1200" kern="1200" dirty="0"/>
        </a:p>
      </dsp:txBody>
      <dsp:txXfrm>
        <a:off x="4087795" y="1787764"/>
        <a:ext cx="1333985" cy="465929"/>
      </dsp:txXfrm>
    </dsp:sp>
    <dsp:sp modelId="{83491CF3-E0A8-41F0-8748-5B85D6C90040}">
      <dsp:nvSpPr>
        <dsp:cNvPr id="0" name=""/>
        <dsp:cNvSpPr/>
      </dsp:nvSpPr>
      <dsp:spPr>
        <a:xfrm>
          <a:off x="4087795" y="2451382"/>
          <a:ext cx="1314071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Reengineered and replacement systems</a:t>
          </a:r>
          <a:endParaRPr lang="en-US" sz="1200" kern="1200" dirty="0"/>
        </a:p>
      </dsp:txBody>
      <dsp:txXfrm>
        <a:off x="4087795" y="2451382"/>
        <a:ext cx="1314071" cy="512968"/>
      </dsp:txXfrm>
    </dsp:sp>
    <dsp:sp modelId="{4140A25E-4F9D-44DB-85AB-432AE99FA579}">
      <dsp:nvSpPr>
        <dsp:cNvPr id="0" name=""/>
        <dsp:cNvSpPr/>
      </dsp:nvSpPr>
      <dsp:spPr>
        <a:xfrm>
          <a:off x="4087795" y="3179797"/>
          <a:ext cx="1314071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Other likely reuse opportunities</a:t>
          </a:r>
          <a:endParaRPr lang="en-US" sz="1200" kern="1200" dirty="0"/>
        </a:p>
      </dsp:txBody>
      <dsp:txXfrm>
        <a:off x="4087795" y="3179797"/>
        <a:ext cx="1314071" cy="512968"/>
      </dsp:txXfrm>
    </dsp:sp>
    <dsp:sp modelId="{B4DA07B5-29B3-4442-A69E-055EEC652BE8}">
      <dsp:nvSpPr>
        <dsp:cNvPr id="0" name=""/>
        <dsp:cNvSpPr/>
      </dsp:nvSpPr>
      <dsp:spPr>
        <a:xfrm>
          <a:off x="5585504" y="1021061"/>
          <a:ext cx="1482171" cy="46592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Requirement patterns</a:t>
          </a:r>
          <a:endParaRPr lang="en-US" sz="1200" kern="1200" dirty="0"/>
        </a:p>
      </dsp:txBody>
      <dsp:txXfrm>
        <a:off x="5585504" y="1021061"/>
        <a:ext cx="1482171" cy="465929"/>
      </dsp:txXfrm>
    </dsp:sp>
    <dsp:sp modelId="{B3DA1D68-D7FF-4520-90A3-C4A2EA0D76C0}">
      <dsp:nvSpPr>
        <dsp:cNvPr id="0" name=""/>
        <dsp:cNvSpPr/>
      </dsp:nvSpPr>
      <dsp:spPr>
        <a:xfrm>
          <a:off x="5956047" y="1684678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Guidance</a:t>
          </a:r>
          <a:endParaRPr lang="en-US" sz="1200" kern="1200" dirty="0"/>
        </a:p>
      </dsp:txBody>
      <dsp:txXfrm>
        <a:off x="5956047" y="1684678"/>
        <a:ext cx="1025937" cy="512968"/>
      </dsp:txXfrm>
    </dsp:sp>
    <dsp:sp modelId="{F734AC47-D381-46DB-B2D4-DC1F52ACEE63}">
      <dsp:nvSpPr>
        <dsp:cNvPr id="0" name=""/>
        <dsp:cNvSpPr/>
      </dsp:nvSpPr>
      <dsp:spPr>
        <a:xfrm>
          <a:off x="5956047" y="2413094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Content</a:t>
          </a:r>
          <a:endParaRPr lang="en-US" sz="1200" kern="1200" dirty="0"/>
        </a:p>
      </dsp:txBody>
      <dsp:txXfrm>
        <a:off x="5956047" y="2413094"/>
        <a:ext cx="1025937" cy="512968"/>
      </dsp:txXfrm>
    </dsp:sp>
    <dsp:sp modelId="{E192499E-D6C9-4477-9E52-000FB12127F3}">
      <dsp:nvSpPr>
        <dsp:cNvPr id="0" name=""/>
        <dsp:cNvSpPr/>
      </dsp:nvSpPr>
      <dsp:spPr>
        <a:xfrm>
          <a:off x="5956047" y="3141509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Template</a:t>
          </a:r>
          <a:endParaRPr lang="en-US" sz="1200" kern="1200" dirty="0"/>
        </a:p>
      </dsp:txBody>
      <dsp:txXfrm>
        <a:off x="5956047" y="3141509"/>
        <a:ext cx="1025937" cy="512968"/>
      </dsp:txXfrm>
    </dsp:sp>
    <dsp:sp modelId="{57AFD1CE-DC32-43B5-9BC3-E8114FE21F3D}">
      <dsp:nvSpPr>
        <dsp:cNvPr id="0" name=""/>
        <dsp:cNvSpPr/>
      </dsp:nvSpPr>
      <dsp:spPr>
        <a:xfrm>
          <a:off x="5956047" y="3869925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Examples</a:t>
          </a:r>
          <a:endParaRPr lang="en-US" sz="1200" kern="1200" dirty="0"/>
        </a:p>
      </dsp:txBody>
      <dsp:txXfrm>
        <a:off x="5956047" y="3869925"/>
        <a:ext cx="1025937" cy="512968"/>
      </dsp:txXfrm>
    </dsp:sp>
    <dsp:sp modelId="{606E0F95-4779-4D9A-B606-9ABA993A565C}">
      <dsp:nvSpPr>
        <dsp:cNvPr id="0" name=""/>
        <dsp:cNvSpPr/>
      </dsp:nvSpPr>
      <dsp:spPr>
        <a:xfrm>
          <a:off x="5956047" y="4598340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Extra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</a:t>
          </a:r>
          <a:endParaRPr lang="en-US" sz="1200" kern="1200" dirty="0"/>
        </a:p>
      </dsp:txBody>
      <dsp:txXfrm>
        <a:off x="5956047" y="4598340"/>
        <a:ext cx="1025937" cy="512968"/>
      </dsp:txXfrm>
    </dsp:sp>
    <dsp:sp modelId="{6B6FF532-E374-4C3C-9AE6-B33C87D175C6}">
      <dsp:nvSpPr>
        <dsp:cNvPr id="0" name=""/>
        <dsp:cNvSpPr/>
      </dsp:nvSpPr>
      <dsp:spPr>
        <a:xfrm>
          <a:off x="7283123" y="1021061"/>
          <a:ext cx="1025937" cy="51296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 smtClean="0"/>
            <a:t>Reqs</a:t>
          </a:r>
          <a:r>
            <a:rPr lang="en-US" sz="1200" kern="1200" dirty="0" smtClean="0"/>
            <a:t>. Reuse</a:t>
          </a:r>
          <a:endParaRPr lang="en-US" sz="1200" kern="1200" dirty="0"/>
        </a:p>
      </dsp:txBody>
      <dsp:txXfrm>
        <a:off x="7283123" y="1021061"/>
        <a:ext cx="1025937" cy="512968"/>
      </dsp:txXfrm>
    </dsp:sp>
    <dsp:sp modelId="{227A08CA-BFBC-4122-A1D1-26AA79400F13}">
      <dsp:nvSpPr>
        <dsp:cNvPr id="0" name=""/>
        <dsp:cNvSpPr/>
      </dsp:nvSpPr>
      <dsp:spPr>
        <a:xfrm>
          <a:off x="7539607" y="1731717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Barriers factors</a:t>
          </a:r>
          <a:endParaRPr lang="en-US" sz="1200" kern="1200" dirty="0"/>
        </a:p>
      </dsp:txBody>
      <dsp:txXfrm>
        <a:off x="7539607" y="1731717"/>
        <a:ext cx="1025937" cy="512968"/>
      </dsp:txXfrm>
    </dsp:sp>
    <dsp:sp modelId="{589131A9-2313-485B-AD88-1EFA955AFF10}">
      <dsp:nvSpPr>
        <dsp:cNvPr id="0" name=""/>
        <dsp:cNvSpPr/>
      </dsp:nvSpPr>
      <dsp:spPr>
        <a:xfrm>
          <a:off x="7539607" y="2460133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Success factors</a:t>
          </a:r>
          <a:endParaRPr lang="en-US" sz="1200" kern="1200" dirty="0"/>
        </a:p>
      </dsp:txBody>
      <dsp:txXfrm>
        <a:off x="7539607" y="2460133"/>
        <a:ext cx="1025937" cy="51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D2E6A-DB0B-415F-A8B5-1FEDC5C9BFEB}" type="datetimeFigureOut">
              <a:rPr lang="en-US" smtClean="0"/>
              <a:t>04/04/2020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76745-23E9-46AD-9A68-A83C96F5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1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8E87D-860B-4D07-AA9C-845386AB8A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33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smtClean="0"/>
              <a:t>extent of reuse: </a:t>
            </a:r>
            <a:r>
              <a:rPr lang="en-US" dirty="0" err="1" smtClean="0"/>
              <a:t>Mức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độ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dụng</a:t>
            </a:r>
            <a:endParaRPr lang="en-US" baseline="0" dirty="0" smtClean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776745-23E9-46AD-9A68-A83C96F57B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86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smtClean="0"/>
              <a:t>slight variations: </a:t>
            </a:r>
            <a:r>
              <a:rPr lang="en-US" dirty="0" err="1" smtClean="0"/>
              <a:t>biến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nhẹ</a:t>
            </a:r>
            <a:endParaRPr lang="en-US" baseline="0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Ancillary (</a:t>
            </a:r>
            <a:r>
              <a:rPr lang="en-US" baseline="0" dirty="0" err="1" smtClean="0"/>
              <a:t>adj</a:t>
            </a:r>
            <a:r>
              <a:rPr lang="en-US" baseline="0" dirty="0" smtClean="0"/>
              <a:t>): </a:t>
            </a:r>
            <a:r>
              <a:rPr lang="en-US" baseline="0" dirty="0" err="1" smtClean="0"/>
              <a:t>lệ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thuộc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phụ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thuộc</a:t>
            </a:r>
            <a:endParaRPr lang="en-US" baseline="0" dirty="0" smtClean="0"/>
          </a:p>
          <a:p>
            <a:pPr marL="171450" indent="-171450">
              <a:buFontTx/>
              <a:buChar char="-"/>
            </a:pPr>
            <a:r>
              <a:rPr lang="en-US" dirty="0" smtClean="0"/>
              <a:t>Admission (n): </a:t>
            </a:r>
            <a:r>
              <a:rPr lang="en-US" dirty="0" err="1" smtClean="0"/>
              <a:t>Tiếp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nhận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bệnh</a:t>
            </a:r>
            <a:endParaRPr lang="en-US" baseline="0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Discharge (n): Cho </a:t>
            </a:r>
            <a:r>
              <a:rPr lang="en-US" baseline="0" dirty="0" err="1" smtClean="0"/>
              <a:t>xuất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viện</a:t>
            </a:r>
            <a:endParaRPr lang="en-US" baseline="0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Transfer (n): </a:t>
            </a:r>
            <a:r>
              <a:rPr lang="en-US" baseline="0" dirty="0" err="1" smtClean="0"/>
              <a:t>chuyển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viện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776745-23E9-46AD-9A68-A83C96F57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34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8E87D-860B-4D07-AA9C-845386AB8A4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55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- pay-off (n): chi </a:t>
            </a:r>
            <a:r>
              <a:rPr lang="en-US" dirty="0" err="1" smtClean="0"/>
              <a:t>trả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28F83-BFBF-48E5-9812-FA471493D5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5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0"/>
            <a:ext cx="91440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43400"/>
            <a:ext cx="64008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Title 7"/>
          <p:cNvSpPr>
            <a:spLocks noGrp="1"/>
          </p:cNvSpPr>
          <p:nvPr>
            <p:ph type="ctrTitle"/>
          </p:nvPr>
        </p:nvSpPr>
        <p:spPr>
          <a:xfrm>
            <a:off x="685800" y="3276600"/>
            <a:ext cx="7772400" cy="1048773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4343400" y="196840"/>
            <a:ext cx="40466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+mn-lt"/>
              </a:rPr>
              <a:t>ĐẠI</a:t>
            </a:r>
            <a:r>
              <a:rPr lang="en-US" sz="3200" b="1" baseline="0" dirty="0" smtClean="0">
                <a:solidFill>
                  <a:srgbClr val="0000FF"/>
                </a:solidFill>
                <a:latin typeface="+mn-lt"/>
              </a:rPr>
              <a:t> HỌC FPT CẦN THƠ</a:t>
            </a:r>
            <a:endParaRPr lang="en-US" sz="3200" b="1" dirty="0">
              <a:solidFill>
                <a:srgbClr val="0000FF"/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22"/>
            <a:ext cx="2559370" cy="76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2259417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Tx/>
              <a:buBlip>
                <a:blip r:embed="rId2"/>
              </a:buBlip>
              <a:defRPr sz="2800">
                <a:solidFill>
                  <a:schemeClr val="tx1"/>
                </a:solidFill>
                <a:latin typeface="+mn-lt"/>
                <a:cs typeface="Tahoma" pitchFamily="34" charset="0"/>
              </a:defRPr>
            </a:lvl1pPr>
            <a:lvl2pPr>
              <a:buFontTx/>
              <a:buBlip>
                <a:blip r:embed="rId3"/>
              </a:buBlip>
              <a:defRPr sz="2400">
                <a:solidFill>
                  <a:schemeClr val="tx1"/>
                </a:solidFill>
                <a:latin typeface="+mn-lt"/>
                <a:cs typeface="Tahoma" pitchFamily="34" charset="0"/>
              </a:defRPr>
            </a:lvl2pPr>
            <a:lvl3pPr>
              <a:buFontTx/>
              <a:buBlip>
                <a:blip r:embed="rId4"/>
              </a:buBlip>
              <a:defRPr sz="2000">
                <a:solidFill>
                  <a:schemeClr val="tx1"/>
                </a:solidFill>
                <a:latin typeface="+mn-lt"/>
                <a:cs typeface="Tahoma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819400" y="27105"/>
            <a:ext cx="6324600" cy="914399"/>
          </a:xfrm>
        </p:spPr>
        <p:txBody>
          <a:bodyPr/>
          <a:lstStyle>
            <a:lvl1pPr algn="r">
              <a:defRPr sz="2800" b="1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57200" y="6340475"/>
            <a:ext cx="6096000" cy="365125"/>
          </a:xfrm>
        </p:spPr>
        <p:txBody>
          <a:bodyPr/>
          <a:lstStyle>
            <a:lvl1pPr algn="l">
              <a:defRPr dirty="0"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629400" y="6356350"/>
            <a:ext cx="21336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38F81FAE-D748-4BFC-A8B0-D2E750E889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76200" y="0"/>
            <a:ext cx="1447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22"/>
            <a:ext cx="2559370" cy="76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1960009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1722" y="19222"/>
            <a:ext cx="6096002" cy="990600"/>
          </a:xfrm>
        </p:spPr>
        <p:txBody>
          <a:bodyPr/>
          <a:lstStyle>
            <a:lvl1pPr algn="r">
              <a:defRPr sz="2800" b="1" i="0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  <a:cs typeface="Tahoma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+mn-lt"/>
                <a:cs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+mn-lt"/>
                <a:cs typeface="Tahoma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57200" y="6340475"/>
            <a:ext cx="6096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629400" y="6356350"/>
            <a:ext cx="21336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0269FD7F-F1B9-4EBE-8876-2DA927AD43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76200" y="0"/>
            <a:ext cx="1447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22"/>
            <a:ext cx="2559370" cy="76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0762046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9986" y="13967"/>
            <a:ext cx="6400800" cy="990600"/>
          </a:xfrm>
        </p:spPr>
        <p:txBody>
          <a:bodyPr/>
          <a:lstStyle>
            <a:lvl1pPr algn="r">
              <a:defRPr sz="2800" b="1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  <a:cs typeface="Tahoma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+mn-lt"/>
                <a:cs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+mn-lt"/>
                <a:cs typeface="Tahoma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57200" y="6340475"/>
            <a:ext cx="6096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629400" y="6356350"/>
            <a:ext cx="21336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ACBE273D-A5B0-43E9-B55F-D261AD9B2B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76200" y="0"/>
            <a:ext cx="1447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22"/>
            <a:ext cx="2559370" cy="76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1800950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6108" y="0"/>
            <a:ext cx="6248402" cy="914400"/>
          </a:xfrm>
        </p:spPr>
        <p:txBody>
          <a:bodyPr/>
          <a:lstStyle>
            <a:lvl1pPr algn="r">
              <a:defRPr sz="2800" b="1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+mn-lt"/>
                <a:cs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+mn-lt"/>
                <a:cs typeface="Tahoma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+mn-lt"/>
                <a:cs typeface="Tahoma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+mn-lt"/>
                <a:cs typeface="Tahoma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+mn-lt"/>
                <a:cs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+mn-lt"/>
                <a:cs typeface="Tahoma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+mn-lt"/>
                <a:cs typeface="Tahoma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+mn-lt"/>
                <a:cs typeface="Tahoma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57200" y="6340475"/>
            <a:ext cx="6096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629400" y="6356350"/>
            <a:ext cx="21336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0F31B4AE-D66A-4FED-AD35-BAB7214338B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76200" y="0"/>
            <a:ext cx="1447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22"/>
            <a:ext cx="2559370" cy="76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0303555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gi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559370" y="0"/>
            <a:ext cx="658463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143000"/>
            <a:ext cx="8686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  Click to edit Master text styles</a:t>
            </a:r>
          </a:p>
          <a:p>
            <a:pPr lvl="1"/>
            <a:r>
              <a:rPr lang="en-US" dirty="0" smtClean="0"/>
              <a:t>  Second level</a:t>
            </a:r>
          </a:p>
          <a:p>
            <a:pPr lvl="2"/>
            <a:r>
              <a:rPr lang="en-US" dirty="0" smtClean="0"/>
              <a:t> 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556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AF7AF65-4B18-4BB1-B100-2EF3CDE782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22"/>
            <a:ext cx="2559370" cy="76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 userDrawn="1"/>
        </p:nvCxnSpPr>
        <p:spPr>
          <a:xfrm>
            <a:off x="0" y="10668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118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</p:sldLayoutIdLst>
  <p:transition>
    <p:split orient="vert"/>
  </p:transition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000FF"/>
          </a:solidFill>
          <a:latin typeface="+mn-lt"/>
          <a:ea typeface="+mj-ea"/>
          <a:cs typeface="Tahoma" pitchFamily="34" charset="0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Blip>
          <a:blip r:embed="rId8"/>
        </a:buBlip>
        <a:defRPr sz="3200" kern="120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Blip>
          <a:blip r:embed="rId9"/>
        </a:buBlip>
        <a:defRPr sz="2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Blip>
          <a:blip r:embed="rId10"/>
        </a:buBlip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3pPr>
      <a:lvl4pPr marL="1600200" indent="-228600" algn="just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4pPr>
      <a:lvl5pPr marL="2057400" indent="-228600" algn="just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28332" y="4029213"/>
            <a:ext cx="5957313" cy="1969806"/>
          </a:xfrm>
        </p:spPr>
        <p:txBody>
          <a:bodyPr>
            <a:normAutofit/>
          </a:bodyPr>
          <a:lstStyle/>
          <a:p>
            <a:r>
              <a:rPr lang="en-US" sz="2400" dirty="0"/>
              <a:t>CHAPTER </a:t>
            </a:r>
            <a:r>
              <a:rPr lang="en-US" sz="2400" dirty="0" smtClean="0"/>
              <a:t>18</a:t>
            </a:r>
            <a:br>
              <a:rPr lang="en-US" sz="2400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Requirements </a:t>
            </a:r>
            <a:r>
              <a:rPr lang="en-US" dirty="0" smtClean="0"/>
              <a:t>reuse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314451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0" y="0"/>
            <a:ext cx="6482080" cy="1052161"/>
          </a:xfrm>
        </p:spPr>
        <p:txBody>
          <a:bodyPr>
            <a:noAutofit/>
          </a:bodyPr>
          <a:lstStyle/>
          <a:p>
            <a:r>
              <a:rPr lang="en-US" sz="3200" dirty="0" smtClean="0"/>
              <a:t>Review chapter 17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2: Requirements from customer's perspective _ BayHV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7928983"/>
              </p:ext>
            </p:extLst>
          </p:nvPr>
        </p:nvGraphicFramePr>
        <p:xfrm>
          <a:off x="228600" y="1142999"/>
          <a:ext cx="8686800" cy="5197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975313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2" y="1149927"/>
            <a:ext cx="8631382" cy="4984173"/>
          </a:xfrm>
        </p:spPr>
        <p:txBody>
          <a:bodyPr>
            <a:normAutofit/>
          </a:bodyPr>
          <a:lstStyle/>
          <a:p>
            <a:r>
              <a:rPr lang="en-US" dirty="0"/>
              <a:t>D</a:t>
            </a:r>
            <a:r>
              <a:rPr lang="en-US" dirty="0" smtClean="0"/>
              <a:t>escribes </a:t>
            </a:r>
            <a:r>
              <a:rPr lang="en-US" dirty="0"/>
              <a:t>several kinds of requirements reuse, identifies some classes of  requirements information that have reuse potential in various contexts, and offers suggestions about how to  perform requirements reuse.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presents some issues around making requirements reusable. </a:t>
            </a:r>
            <a:endParaRPr lang="en-US" dirty="0" smtClean="0"/>
          </a:p>
          <a:p>
            <a:r>
              <a:rPr lang="en-US" dirty="0" smtClean="0"/>
              <a:t>Concluding </a:t>
            </a:r>
            <a:r>
              <a:rPr lang="en-US" dirty="0"/>
              <a:t>with both barriers to effective reuse and success factors that can help </a:t>
            </a:r>
            <a:r>
              <a:rPr lang="en-US" dirty="0" smtClean="0"/>
              <a:t>organization </a:t>
            </a:r>
            <a:r>
              <a:rPr lang="en-US" dirty="0"/>
              <a:t>better take advantage of its existing body of requirements knowledge.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5"/>
            <a:ext cx="6324600" cy="984277"/>
          </a:xfrm>
        </p:spPr>
        <p:txBody>
          <a:bodyPr/>
          <a:lstStyle/>
          <a:p>
            <a:r>
              <a:rPr lang="en-US" sz="3200" dirty="0" smtClean="0"/>
              <a:t>Objectives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840162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3782"/>
            <a:ext cx="8534400" cy="489065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Why reuse requirements?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Dimensions of requirements </a:t>
            </a:r>
            <a:r>
              <a:rPr lang="en-US" dirty="0" smtClean="0"/>
              <a:t>reuse.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Types of requirements information to </a:t>
            </a:r>
            <a:r>
              <a:rPr lang="en-US" dirty="0" smtClean="0"/>
              <a:t>reuse.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Common reuse </a:t>
            </a:r>
            <a:r>
              <a:rPr lang="en-US" dirty="0" smtClean="0"/>
              <a:t>scenarios.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Requirement </a:t>
            </a:r>
            <a:r>
              <a:rPr lang="en-US" dirty="0" smtClean="0"/>
              <a:t>patterns.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Tools to facilitate </a:t>
            </a:r>
            <a:r>
              <a:rPr lang="en-US" dirty="0" smtClean="0"/>
              <a:t>reuse.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Making requirements </a:t>
            </a:r>
            <a:r>
              <a:rPr lang="en-US" dirty="0" smtClean="0"/>
              <a:t>reusable.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Requirements reuse barriers and success </a:t>
            </a:r>
            <a:r>
              <a:rPr lang="en-US" dirty="0" smtClean="0"/>
              <a:t>factors.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3114" y="1494"/>
            <a:ext cx="5290886" cy="1032060"/>
          </a:xfrm>
        </p:spPr>
        <p:txBody>
          <a:bodyPr>
            <a:noAutofit/>
          </a:bodyPr>
          <a:lstStyle/>
          <a:p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Contents</a:t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20082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09" y="1062660"/>
            <a:ext cx="8797636" cy="529369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Faster </a:t>
            </a:r>
            <a:r>
              <a:rPr lang="en-US" dirty="0"/>
              <a:t>delivery, lower development costs,  consistency both within and across applications, higher team productivity, fewer defects, and reduced rework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Reusing </a:t>
            </a:r>
            <a:r>
              <a:rPr lang="en-US" dirty="0"/>
              <a:t>trusted requirements can save review time, accelerate the approval cycle, and speed up other project activities, such as testing. </a:t>
            </a:r>
            <a:endParaRPr lang="en-US" dirty="0" smtClean="0"/>
          </a:p>
          <a:p>
            <a:r>
              <a:rPr lang="en-US" dirty="0" smtClean="0"/>
              <a:t>Reuse </a:t>
            </a:r>
            <a:r>
              <a:rPr lang="en-US" dirty="0"/>
              <a:t>can improve your ability to estimate implementation effort if you have data available from implementing the same requirements on a previous project</a:t>
            </a:r>
            <a:r>
              <a:rPr lang="en-US" dirty="0" smtClean="0"/>
              <a:t>.</a:t>
            </a:r>
          </a:p>
          <a:p>
            <a:r>
              <a:rPr lang="en-US" dirty="0"/>
              <a:t>From the user’s perspective, requirements reuse can improve functional consistency across related members of a product line or among a set of business </a:t>
            </a:r>
            <a:r>
              <a:rPr lang="en-US" dirty="0" smtClean="0"/>
              <a:t>applications.</a:t>
            </a:r>
          </a:p>
          <a:p>
            <a:r>
              <a:rPr lang="en-US" dirty="0" smtClean="0"/>
              <a:t>Even if the </a:t>
            </a:r>
            <a:r>
              <a:rPr lang="en-US" dirty="0"/>
              <a:t>implementation varies in different environments, the requirements might be the same.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5"/>
            <a:ext cx="6324600" cy="1035555"/>
          </a:xfrm>
        </p:spPr>
        <p:txBody>
          <a:bodyPr>
            <a:normAutofit/>
          </a:bodyPr>
          <a:lstStyle/>
          <a:p>
            <a:r>
              <a:rPr lang="en-US" sz="3200" dirty="0"/>
              <a:t>Why reuse requirements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290658"/>
      </p:ext>
    </p:extLst>
  </p:cSld>
  <p:clrMapOvr>
    <a:masterClrMapping/>
  </p:clrMapOvr>
  <p:transition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5"/>
            <a:ext cx="6324600" cy="1081259"/>
          </a:xfrm>
        </p:spPr>
        <p:txBody>
          <a:bodyPr>
            <a:normAutofit/>
          </a:bodyPr>
          <a:lstStyle/>
          <a:p>
            <a:r>
              <a:rPr lang="en-US" sz="3200" dirty="0"/>
              <a:t>Dimensions of requirements </a:t>
            </a:r>
            <a:r>
              <a:rPr lang="en-US" sz="3200" dirty="0" smtClean="0"/>
              <a:t>reuse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54" y="1342881"/>
            <a:ext cx="8548255" cy="4747202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2424546"/>
            <a:ext cx="1393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 smtClean="0"/>
              <a:t>Mức</a:t>
            </a:r>
            <a:r>
              <a:rPr lang="en-US" sz="1200" i="1" dirty="0" smtClean="0"/>
              <a:t> </a:t>
            </a:r>
            <a:r>
              <a:rPr lang="en-US" sz="1200" i="1" dirty="0" err="1" smtClean="0"/>
              <a:t>độ</a:t>
            </a:r>
            <a:r>
              <a:rPr lang="en-US" sz="1200" i="1" dirty="0" smtClean="0"/>
              <a:t> </a:t>
            </a:r>
            <a:r>
              <a:rPr lang="en-US" sz="1200" i="1" dirty="0" err="1" smtClean="0"/>
              <a:t>sử</a:t>
            </a:r>
            <a:r>
              <a:rPr lang="en-US" sz="1200" i="1" dirty="0" smtClean="0"/>
              <a:t> </a:t>
            </a:r>
            <a:r>
              <a:rPr lang="en-US" sz="1200" i="1" dirty="0" err="1" smtClean="0"/>
              <a:t>dụng</a:t>
            </a:r>
            <a:r>
              <a:rPr lang="en-US" sz="1200" i="1" dirty="0" smtClean="0"/>
              <a:t> </a:t>
            </a:r>
            <a:r>
              <a:rPr lang="en-US" sz="1200" i="1" dirty="0" err="1" smtClean="0"/>
              <a:t>lại</a:t>
            </a:r>
            <a:endParaRPr lang="en-US" sz="1200" i="1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4391892"/>
            <a:ext cx="1217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 smtClean="0"/>
              <a:t>Mức</a:t>
            </a:r>
            <a:r>
              <a:rPr lang="en-US" sz="1200" i="1" dirty="0" smtClean="0"/>
              <a:t> </a:t>
            </a:r>
            <a:r>
              <a:rPr lang="en-US" sz="1200" i="1" dirty="0" err="1" smtClean="0"/>
              <a:t>độ</a:t>
            </a:r>
            <a:r>
              <a:rPr lang="en-US" sz="1200" i="1" dirty="0" smtClean="0"/>
              <a:t> </a:t>
            </a:r>
            <a:r>
              <a:rPr lang="en-US" sz="1200" i="1" dirty="0" err="1" smtClean="0"/>
              <a:t>thay</a:t>
            </a:r>
            <a:r>
              <a:rPr lang="en-US" sz="1200" i="1" dirty="0" smtClean="0"/>
              <a:t> </a:t>
            </a:r>
            <a:r>
              <a:rPr lang="en-US" sz="1200" i="1" dirty="0" err="1" smtClean="0"/>
              <a:t>đổi</a:t>
            </a:r>
            <a:endParaRPr lang="en-US" sz="12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5514111"/>
            <a:ext cx="13227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 smtClean="0"/>
              <a:t>Cơ</a:t>
            </a:r>
            <a:r>
              <a:rPr lang="en-US" sz="1200" i="1" dirty="0" smtClean="0"/>
              <a:t> </a:t>
            </a:r>
            <a:r>
              <a:rPr lang="en-US" sz="1200" i="1" dirty="0" err="1" smtClean="0"/>
              <a:t>chế</a:t>
            </a:r>
            <a:r>
              <a:rPr lang="en-US" sz="1200" i="1" dirty="0" smtClean="0"/>
              <a:t> </a:t>
            </a:r>
            <a:r>
              <a:rPr lang="en-US" sz="1200" i="1" dirty="0" err="1" smtClean="0"/>
              <a:t>sử</a:t>
            </a:r>
            <a:r>
              <a:rPr lang="en-US" sz="1200" i="1" dirty="0" smtClean="0"/>
              <a:t> </a:t>
            </a:r>
            <a:r>
              <a:rPr lang="en-US" sz="1200" i="1" dirty="0" err="1" smtClean="0"/>
              <a:t>dụng</a:t>
            </a:r>
            <a:r>
              <a:rPr lang="en-US" sz="1200" i="1" dirty="0" smtClean="0"/>
              <a:t> </a:t>
            </a:r>
            <a:r>
              <a:rPr lang="en-US" sz="1200" i="1" dirty="0" err="1" smtClean="0"/>
              <a:t>lại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4191826652"/>
      </p:ext>
    </p:extLst>
  </p:cSld>
  <p:clrMapOvr>
    <a:masterClrMapping/>
  </p:clrMapOvr>
  <p:transition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5"/>
            <a:ext cx="6324600" cy="1039695"/>
          </a:xfrm>
        </p:spPr>
        <p:txBody>
          <a:bodyPr>
            <a:noAutofit/>
          </a:bodyPr>
          <a:lstStyle/>
          <a:p>
            <a:r>
              <a:rPr lang="en-US" sz="3200" dirty="0"/>
              <a:t>Types of requirements information to reuse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1256624"/>
            <a:ext cx="8769019" cy="477010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4800" y="2881746"/>
            <a:ext cx="15654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 smtClean="0"/>
              <a:t>Trên</a:t>
            </a:r>
            <a:r>
              <a:rPr lang="en-US" sz="1200" i="1" dirty="0" smtClean="0"/>
              <a:t> 1 </a:t>
            </a:r>
            <a:r>
              <a:rPr lang="en-US" sz="1200" i="1" dirty="0" err="1" smtClean="0"/>
              <a:t>dòng</a:t>
            </a:r>
            <a:r>
              <a:rPr lang="en-US" sz="1200" i="1" dirty="0" smtClean="0"/>
              <a:t> </a:t>
            </a:r>
            <a:r>
              <a:rPr lang="en-US" sz="1200" i="1" dirty="0" err="1" smtClean="0"/>
              <a:t>sản</a:t>
            </a:r>
            <a:r>
              <a:rPr lang="en-US" sz="1200" i="1" dirty="0" smtClean="0"/>
              <a:t> </a:t>
            </a:r>
            <a:r>
              <a:rPr lang="en-US" sz="1200" i="1" dirty="0" err="1" smtClean="0"/>
              <a:t>phẩm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604338764"/>
      </p:ext>
    </p:extLst>
  </p:cSld>
  <p:clrMapOvr>
    <a:masterClrMapping/>
  </p:clrMapOvr>
  <p:transition>
    <p:split orient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2133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Let’s </a:t>
            </a:r>
            <a:r>
              <a:rPr lang="en-US" dirty="0"/>
              <a:t>look at some scenarios where requirements reuse offers good potential.</a:t>
            </a:r>
            <a:endParaRPr lang="en-US" dirty="0" smtClean="0"/>
          </a:p>
          <a:p>
            <a:r>
              <a:rPr lang="en-US" dirty="0" smtClean="0"/>
              <a:t>Software </a:t>
            </a:r>
            <a:r>
              <a:rPr lang="en-US" dirty="0"/>
              <a:t>product </a:t>
            </a:r>
            <a:r>
              <a:rPr lang="en-US" dirty="0" smtClean="0"/>
              <a:t>lines: </a:t>
            </a:r>
            <a:r>
              <a:rPr lang="en-US" sz="1800" dirty="0"/>
              <a:t>Anytime you’re creating a set of products in a family—a software product line—those products will have a lot of functionality in common. Sometimes you’re producing </a:t>
            </a:r>
            <a:r>
              <a:rPr lang="en-US" sz="1800" dirty="0" smtClean="0"/>
              <a:t>variations </a:t>
            </a:r>
            <a:r>
              <a:rPr lang="en-US" sz="1200" dirty="0" smtClean="0"/>
              <a:t>(</a:t>
            </a:r>
            <a:r>
              <a:rPr lang="en-US" sz="1200" dirty="0" err="1" smtClean="0"/>
              <a:t>biến</a:t>
            </a:r>
            <a:r>
              <a:rPr lang="en-US" sz="1200" dirty="0" smtClean="0"/>
              <a:t> </a:t>
            </a:r>
            <a:r>
              <a:rPr lang="en-US" sz="1200" dirty="0" err="1" smtClean="0"/>
              <a:t>thể</a:t>
            </a:r>
            <a:r>
              <a:rPr lang="en-US" sz="1200" dirty="0" smtClean="0"/>
              <a:t>)</a:t>
            </a:r>
            <a:r>
              <a:rPr lang="en-US" sz="1800" dirty="0" smtClean="0"/>
              <a:t> </a:t>
            </a:r>
            <a:r>
              <a:rPr lang="en-US" sz="1800" dirty="0"/>
              <a:t>of a base product for different customers or markets</a:t>
            </a:r>
            <a:r>
              <a:rPr lang="en-US" sz="1800" dirty="0" smtClean="0"/>
              <a:t>.</a:t>
            </a:r>
            <a:endParaRPr lang="en-US" dirty="0" smtClean="0"/>
          </a:p>
          <a:p>
            <a:r>
              <a:rPr lang="en-US" dirty="0"/>
              <a:t>Reengineered and replacement </a:t>
            </a:r>
            <a:r>
              <a:rPr lang="en-US" dirty="0" smtClean="0"/>
              <a:t>systems: </a:t>
            </a:r>
            <a:r>
              <a:rPr lang="en-US" sz="2000" dirty="0"/>
              <a:t>Reengineered and replacement systems always reuse some requirements from the original </a:t>
            </a:r>
            <a:r>
              <a:rPr lang="en-US" sz="2000" dirty="0" smtClean="0"/>
              <a:t>incarnation</a:t>
            </a:r>
            <a:r>
              <a:rPr lang="en-US" sz="1400" dirty="0" smtClean="0"/>
              <a:t> (</a:t>
            </a:r>
            <a:r>
              <a:rPr lang="en-US" sz="1400" dirty="0" err="1" smtClean="0"/>
              <a:t>hóa</a:t>
            </a:r>
            <a:r>
              <a:rPr lang="en-US" sz="1400" dirty="0" smtClean="0"/>
              <a:t> </a:t>
            </a:r>
            <a:r>
              <a:rPr lang="en-US" sz="1400" dirty="0" err="1" smtClean="0"/>
              <a:t>thân</a:t>
            </a:r>
            <a:r>
              <a:rPr lang="en-US" sz="1400" dirty="0" smtClean="0"/>
              <a:t>), </a:t>
            </a:r>
            <a:r>
              <a:rPr lang="en-US" sz="2000" dirty="0"/>
              <a:t>even if those “requirements” were never written </a:t>
            </a:r>
            <a:r>
              <a:rPr lang="en-US" sz="2000" dirty="0" smtClean="0"/>
              <a:t>down. </a:t>
            </a:r>
            <a:r>
              <a:rPr lang="en-US" sz="1800" dirty="0"/>
              <a:t>Often, you can harvest </a:t>
            </a:r>
            <a:r>
              <a:rPr lang="en-US" sz="1200" dirty="0" smtClean="0"/>
              <a:t>(</a:t>
            </a:r>
            <a:r>
              <a:rPr lang="en-US" sz="1200" dirty="0" err="1" smtClean="0"/>
              <a:t>thu</a:t>
            </a:r>
            <a:r>
              <a:rPr lang="en-US" sz="1200" dirty="0" smtClean="0"/>
              <a:t> </a:t>
            </a:r>
            <a:r>
              <a:rPr lang="en-US" sz="1200" dirty="0" err="1" smtClean="0"/>
              <a:t>hoạch</a:t>
            </a:r>
            <a:r>
              <a:rPr lang="en-US" sz="1200" dirty="0" smtClean="0"/>
              <a:t>) </a:t>
            </a:r>
            <a:r>
              <a:rPr lang="en-US" sz="1800" dirty="0" smtClean="0"/>
              <a:t>business </a:t>
            </a:r>
            <a:r>
              <a:rPr lang="en-US" sz="1800" dirty="0"/>
              <a:t>rules that were embedded in an old system and reuse them on future projects, updating them as </a:t>
            </a:r>
            <a:r>
              <a:rPr lang="en-US" sz="1800" dirty="0" smtClean="0"/>
              <a:t>necessary</a:t>
            </a:r>
            <a:r>
              <a:rPr lang="en-US" sz="2000" dirty="0" smtClean="0"/>
              <a:t>.</a:t>
            </a:r>
            <a:endParaRPr lang="en-US" dirty="0" smtClean="0"/>
          </a:p>
          <a:p>
            <a:r>
              <a:rPr lang="en-US" dirty="0"/>
              <a:t>Other likely reuse </a:t>
            </a:r>
            <a:r>
              <a:rPr lang="en-US" dirty="0" smtClean="0"/>
              <a:t>opportunities: </a:t>
            </a:r>
            <a:r>
              <a:rPr lang="en-US" sz="2000" dirty="0"/>
              <a:t>Table 18-3 </a:t>
            </a:r>
            <a:r>
              <a:rPr lang="en-US" sz="1400" dirty="0" smtClean="0"/>
              <a:t>(next slide) </a:t>
            </a:r>
            <a:r>
              <a:rPr lang="en-US" sz="2000" dirty="0" smtClean="0"/>
              <a:t>lists </a:t>
            </a:r>
            <a:r>
              <a:rPr lang="en-US" sz="2000" dirty="0"/>
              <a:t>several other situations in which reusing requirements information is common. If you previously worked on a project similar to the current one, consider whether you can use any artifacts from the earlier project </a:t>
            </a:r>
            <a:r>
              <a:rPr lang="en-US" sz="2000" dirty="0" smtClean="0"/>
              <a:t>again.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5"/>
            <a:ext cx="6324600" cy="947620"/>
          </a:xfrm>
        </p:spPr>
        <p:txBody>
          <a:bodyPr>
            <a:normAutofit/>
          </a:bodyPr>
          <a:lstStyle/>
          <a:p>
            <a:r>
              <a:rPr lang="en-US" sz="3200" dirty="0"/>
              <a:t>Common reuse </a:t>
            </a:r>
            <a:r>
              <a:rPr lang="en-US" sz="3200" dirty="0" smtClean="0"/>
              <a:t>scenarios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788672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5"/>
            <a:ext cx="6324600" cy="947620"/>
          </a:xfrm>
        </p:spPr>
        <p:txBody>
          <a:bodyPr>
            <a:normAutofit/>
          </a:bodyPr>
          <a:lstStyle/>
          <a:p>
            <a:r>
              <a:rPr lang="en-US" sz="3200" dirty="0"/>
              <a:t>Common reuse </a:t>
            </a:r>
            <a:r>
              <a:rPr lang="en-US" sz="3200" dirty="0" smtClean="0"/>
              <a:t>scenarios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1730" y="1149928"/>
            <a:ext cx="8441269" cy="510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63638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2999"/>
            <a:ext cx="8686800" cy="5197475"/>
          </a:xfrm>
        </p:spPr>
        <p:txBody>
          <a:bodyPr>
            <a:normAutofit fontScale="77500" lnSpcReduction="20000"/>
          </a:bodyPr>
          <a:lstStyle/>
          <a:p>
            <a:r>
              <a:rPr lang="en-US" i="1" dirty="0" smtClean="0"/>
              <a:t>A </a:t>
            </a:r>
            <a:r>
              <a:rPr lang="en-US" i="1" dirty="0" smtClean="0">
                <a:solidFill>
                  <a:srgbClr val="003399"/>
                </a:solidFill>
              </a:rPr>
              <a:t>requirement </a:t>
            </a:r>
            <a:r>
              <a:rPr lang="en-US" i="1" dirty="0">
                <a:solidFill>
                  <a:srgbClr val="003399"/>
                </a:solidFill>
              </a:rPr>
              <a:t>pattern </a:t>
            </a:r>
            <a:r>
              <a:rPr lang="en-US" dirty="0"/>
              <a:t>offers a systematic approach to specifying a particular type of requirement.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pattern defines a template with categories of information for each of the common types of requirements a project might encounter. </a:t>
            </a:r>
          </a:p>
          <a:p>
            <a:r>
              <a:rPr lang="en-US" dirty="0"/>
              <a:t>A requirement pattern contains several </a:t>
            </a:r>
            <a:r>
              <a:rPr lang="en-US" dirty="0" smtClean="0"/>
              <a:t>sections:</a:t>
            </a:r>
          </a:p>
          <a:p>
            <a:pPr lvl="1"/>
            <a:r>
              <a:rPr lang="en-US" dirty="0" smtClean="0"/>
              <a:t>Guidance: </a:t>
            </a:r>
            <a:r>
              <a:rPr lang="en-US" sz="2200" dirty="0" smtClean="0"/>
              <a:t>Basic </a:t>
            </a:r>
            <a:r>
              <a:rPr lang="en-US" sz="2200" dirty="0"/>
              <a:t>details about the pattern, including related patterns, situations to which it is (and is not) applicable, and a discussion of how to approach writing a requirement of this </a:t>
            </a:r>
            <a:r>
              <a:rPr lang="en-US" sz="2200" dirty="0" smtClean="0"/>
              <a:t>type.</a:t>
            </a:r>
            <a:endParaRPr lang="en-US" dirty="0"/>
          </a:p>
          <a:p>
            <a:pPr lvl="1"/>
            <a:r>
              <a:rPr lang="en-US" dirty="0" smtClean="0"/>
              <a:t>Content: </a:t>
            </a:r>
            <a:r>
              <a:rPr lang="en-US" sz="2100" dirty="0" smtClean="0"/>
              <a:t>A </a:t>
            </a:r>
            <a:r>
              <a:rPr lang="en-US" sz="2100" dirty="0"/>
              <a:t>detailed explanation of the content that such a requirement ought to </a:t>
            </a:r>
            <a:r>
              <a:rPr lang="en-US" sz="1500" dirty="0" smtClean="0"/>
              <a:t>(</a:t>
            </a:r>
            <a:r>
              <a:rPr lang="en-US" sz="1500" dirty="0" err="1" smtClean="0"/>
              <a:t>nên</a:t>
            </a:r>
            <a:r>
              <a:rPr lang="en-US" sz="1500" dirty="0" smtClean="0"/>
              <a:t>) </a:t>
            </a:r>
            <a:r>
              <a:rPr lang="en-US" sz="2100" dirty="0" smtClean="0"/>
              <a:t>convey</a:t>
            </a:r>
            <a:r>
              <a:rPr lang="en-US" sz="2100" dirty="0"/>
              <a:t>, item by item.</a:t>
            </a:r>
            <a:endParaRPr lang="en-US" dirty="0"/>
          </a:p>
          <a:p>
            <a:pPr lvl="1"/>
            <a:r>
              <a:rPr lang="en-US" dirty="0" smtClean="0"/>
              <a:t>Template: </a:t>
            </a:r>
            <a:r>
              <a:rPr lang="en-US" sz="2100" dirty="0" smtClean="0"/>
              <a:t>A </a:t>
            </a:r>
            <a:r>
              <a:rPr lang="en-US" sz="2100" dirty="0"/>
              <a:t>requirement definition with placeholders wherever variable pieces of information need to </a:t>
            </a:r>
            <a:r>
              <a:rPr lang="en-US" sz="2100" dirty="0" smtClean="0"/>
              <a:t>go.</a:t>
            </a:r>
            <a:endParaRPr lang="en-US" sz="2800" dirty="0"/>
          </a:p>
          <a:p>
            <a:pPr lvl="1"/>
            <a:r>
              <a:rPr lang="en-US" dirty="0" smtClean="0"/>
              <a:t>Examples: </a:t>
            </a:r>
            <a:r>
              <a:rPr lang="en-US" sz="2100" dirty="0" smtClean="0"/>
              <a:t>One </a:t>
            </a:r>
            <a:r>
              <a:rPr lang="en-US" sz="2100" dirty="0"/>
              <a:t>or more illustrative requirements of this </a:t>
            </a:r>
            <a:r>
              <a:rPr lang="en-US" sz="2100" dirty="0" smtClean="0"/>
              <a:t>type.</a:t>
            </a:r>
          </a:p>
          <a:p>
            <a:pPr lvl="1"/>
            <a:r>
              <a:rPr lang="en-US" dirty="0"/>
              <a:t>Extra </a:t>
            </a:r>
            <a:r>
              <a:rPr lang="en-US" dirty="0" smtClean="0"/>
              <a:t>requirements: </a:t>
            </a:r>
            <a:r>
              <a:rPr lang="en-US" sz="2100" dirty="0" smtClean="0"/>
              <a:t>Additional </a:t>
            </a:r>
            <a:r>
              <a:rPr lang="en-US" sz="2100" dirty="0"/>
              <a:t>requirements that can define certain aspects of the topic, or an explanation of how to write a set of detailed </a:t>
            </a:r>
            <a:r>
              <a:rPr lang="en-US" sz="2100" dirty="0" smtClean="0"/>
              <a:t>requirements.</a:t>
            </a:r>
            <a:endParaRPr lang="en-US" dirty="0"/>
          </a:p>
          <a:p>
            <a:pPr lvl="1"/>
            <a:r>
              <a:rPr lang="en-US" dirty="0" smtClean="0"/>
              <a:t>Considerations </a:t>
            </a:r>
            <a:r>
              <a:rPr lang="en-US" dirty="0"/>
              <a:t>for development and </a:t>
            </a:r>
            <a:r>
              <a:rPr lang="en-US" dirty="0" smtClean="0"/>
              <a:t>testing: </a:t>
            </a:r>
            <a:r>
              <a:rPr lang="en-US" sz="2300" dirty="0" smtClean="0"/>
              <a:t>Factors </a:t>
            </a:r>
            <a:r>
              <a:rPr lang="en-US" sz="2300" dirty="0"/>
              <a:t>for developers to keep in mind when implementing a requirement of the type specified by the pattern, and factors for testers to keep in mind when testing such requirements</a:t>
            </a:r>
            <a:r>
              <a:rPr lang="en-US" sz="2300" dirty="0" smtClean="0"/>
              <a:t>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5"/>
            <a:ext cx="6324600" cy="1115895"/>
          </a:xfrm>
        </p:spPr>
        <p:txBody>
          <a:bodyPr>
            <a:normAutofit/>
          </a:bodyPr>
          <a:lstStyle/>
          <a:p>
            <a:r>
              <a:rPr lang="en-US" sz="3200" dirty="0"/>
              <a:t>Requirement </a:t>
            </a:r>
            <a:r>
              <a:rPr lang="en-US" sz="3200" dirty="0" smtClean="0"/>
              <a:t>patterns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115848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2" y="1022351"/>
            <a:ext cx="8783782" cy="547543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Reuse </a:t>
            </a:r>
            <a:r>
              <a:rPr lang="en-US" dirty="0" smtClean="0"/>
              <a:t>barriers</a:t>
            </a:r>
          </a:p>
          <a:p>
            <a:pPr lvl="1"/>
            <a:r>
              <a:rPr lang="en-US" dirty="0">
                <a:solidFill>
                  <a:srgbClr val="003399"/>
                </a:solidFill>
              </a:rPr>
              <a:t>Missing or poor </a:t>
            </a:r>
            <a:r>
              <a:rPr lang="en-US" dirty="0" smtClean="0">
                <a:solidFill>
                  <a:srgbClr val="003399"/>
                </a:solidFill>
              </a:rPr>
              <a:t>requirements</a:t>
            </a:r>
            <a:r>
              <a:rPr lang="en-US" dirty="0" smtClean="0"/>
              <a:t>: </a:t>
            </a:r>
            <a:r>
              <a:rPr lang="en-US" sz="1800" dirty="0"/>
              <a:t>A common barrier is that the requirements developed on previous projects weren’t documented, so it’s impossible to reuse them. And even if you find a relevant requirement, it might be badly written, incomplete, or a poor fit for your present circumstances. </a:t>
            </a:r>
            <a:endParaRPr lang="en-US" dirty="0" smtClean="0"/>
          </a:p>
          <a:p>
            <a:pPr lvl="1"/>
            <a:r>
              <a:rPr lang="en-US" dirty="0">
                <a:solidFill>
                  <a:srgbClr val="003399"/>
                </a:solidFill>
              </a:rPr>
              <a:t>NIH and </a:t>
            </a:r>
            <a:r>
              <a:rPr lang="en-US" dirty="0" smtClean="0">
                <a:solidFill>
                  <a:srgbClr val="003399"/>
                </a:solidFill>
              </a:rPr>
              <a:t>NAH</a:t>
            </a:r>
            <a:r>
              <a:rPr lang="en-US" dirty="0" smtClean="0"/>
              <a:t>: </a:t>
            </a:r>
            <a:r>
              <a:rPr lang="en-US" sz="1900" dirty="0"/>
              <a:t>Two barriers to reuse are NIH and NAH </a:t>
            </a:r>
            <a:r>
              <a:rPr lang="en-US" sz="1900" dirty="0" smtClean="0"/>
              <a:t>syndromes </a:t>
            </a:r>
            <a:r>
              <a:rPr lang="en-US" sz="1300" dirty="0" smtClean="0"/>
              <a:t>(</a:t>
            </a:r>
            <a:r>
              <a:rPr lang="en-US" sz="1300" dirty="0" err="1" smtClean="0"/>
              <a:t>hội</a:t>
            </a:r>
            <a:r>
              <a:rPr lang="en-US" sz="1300" dirty="0" smtClean="0"/>
              <a:t> </a:t>
            </a:r>
            <a:r>
              <a:rPr lang="en-US" sz="1300" dirty="0" err="1" smtClean="0"/>
              <a:t>chứng</a:t>
            </a:r>
            <a:r>
              <a:rPr lang="en-US" sz="1300" dirty="0" smtClean="0"/>
              <a:t>)</a:t>
            </a:r>
            <a:r>
              <a:rPr lang="en-US" sz="1900" dirty="0" smtClean="0"/>
              <a:t>. </a:t>
            </a:r>
            <a:r>
              <a:rPr lang="en-US" sz="1900" dirty="0">
                <a:solidFill>
                  <a:srgbClr val="003399"/>
                </a:solidFill>
              </a:rPr>
              <a:t>NIH</a:t>
            </a:r>
            <a:r>
              <a:rPr lang="en-US" sz="1900" dirty="0"/>
              <a:t> means “</a:t>
            </a:r>
            <a:r>
              <a:rPr lang="en-US" sz="1900" dirty="0">
                <a:solidFill>
                  <a:srgbClr val="C00000"/>
                </a:solidFill>
              </a:rPr>
              <a:t>not invented here</a:t>
            </a:r>
            <a:r>
              <a:rPr lang="en-US" sz="1900" dirty="0"/>
              <a:t>.” Some people are reluctant to reuse requirements from another organization or generic requirements found in a public collection. </a:t>
            </a:r>
            <a:r>
              <a:rPr lang="en-US" sz="1900" dirty="0">
                <a:solidFill>
                  <a:srgbClr val="003399"/>
                </a:solidFill>
              </a:rPr>
              <a:t>NAH</a:t>
            </a:r>
            <a:r>
              <a:rPr lang="en-US" sz="1900" dirty="0"/>
              <a:t>, or “</a:t>
            </a:r>
            <a:r>
              <a:rPr lang="en-US" sz="1900" dirty="0">
                <a:solidFill>
                  <a:srgbClr val="C00000"/>
                </a:solidFill>
              </a:rPr>
              <a:t>not applicable here</a:t>
            </a:r>
            <a:r>
              <a:rPr lang="en-US" sz="1900" dirty="0"/>
              <a:t>,” </a:t>
            </a:r>
            <a:r>
              <a:rPr lang="en-US" sz="1900" dirty="0" smtClean="0"/>
              <a:t>when </a:t>
            </a:r>
            <a:r>
              <a:rPr lang="en-US" sz="1900" dirty="0"/>
              <a:t>practitioners protest that a new process or approach does not apply to their project or organization</a:t>
            </a:r>
            <a:r>
              <a:rPr lang="en-US" sz="1900" dirty="0" smtClean="0"/>
              <a:t>.</a:t>
            </a:r>
            <a:endParaRPr lang="en-US" dirty="0" smtClean="0"/>
          </a:p>
          <a:p>
            <a:pPr lvl="1"/>
            <a:r>
              <a:rPr lang="en-US" dirty="0">
                <a:solidFill>
                  <a:srgbClr val="003399"/>
                </a:solidFill>
              </a:rPr>
              <a:t>Writing </a:t>
            </a:r>
            <a:r>
              <a:rPr lang="en-US" dirty="0" smtClean="0">
                <a:solidFill>
                  <a:srgbClr val="003399"/>
                </a:solidFill>
              </a:rPr>
              <a:t>style</a:t>
            </a:r>
            <a:r>
              <a:rPr lang="en-US" dirty="0" smtClean="0"/>
              <a:t>: </a:t>
            </a:r>
            <a:r>
              <a:rPr lang="en-US" sz="1900" dirty="0"/>
              <a:t>Requirements written in natural language are </a:t>
            </a:r>
            <a:r>
              <a:rPr lang="en-US" sz="1900" dirty="0" smtClean="0"/>
              <a:t>ambiguities</a:t>
            </a:r>
            <a:r>
              <a:rPr lang="en-US" sz="1900" dirty="0"/>
              <a:t>, missing information, and hidden assumptions. Requirements that have embedded design constraints will offer little opportunity for reuse in a different </a:t>
            </a:r>
            <a:r>
              <a:rPr lang="en-US" sz="1900" dirty="0" smtClean="0"/>
              <a:t>environment. These </a:t>
            </a:r>
            <a:r>
              <a:rPr lang="en-US" sz="1900" dirty="0"/>
              <a:t>issues reduce their reuse potential.</a:t>
            </a:r>
            <a:endParaRPr lang="en-US" dirty="0" smtClean="0"/>
          </a:p>
          <a:p>
            <a:pPr lvl="1"/>
            <a:r>
              <a:rPr lang="en-US" dirty="0">
                <a:solidFill>
                  <a:srgbClr val="003399"/>
                </a:solidFill>
              </a:rPr>
              <a:t>Inconsistent </a:t>
            </a:r>
            <a:r>
              <a:rPr lang="en-US" dirty="0" smtClean="0">
                <a:solidFill>
                  <a:srgbClr val="003399"/>
                </a:solidFill>
              </a:rPr>
              <a:t>organization</a:t>
            </a:r>
            <a:r>
              <a:rPr lang="en-US" dirty="0" smtClean="0"/>
              <a:t>: </a:t>
            </a:r>
            <a:r>
              <a:rPr lang="en-US" sz="1900" dirty="0"/>
              <a:t>It can be difficult to find requirements to reuse because authors organize their requirements in many different ways: by project, process flow, business unit, product feature, category, subsystem or component, and so forth.</a:t>
            </a:r>
            <a:endParaRPr lang="en-US" dirty="0" smtClean="0"/>
          </a:p>
          <a:p>
            <a:pPr lvl="1"/>
            <a:r>
              <a:rPr lang="en-US" dirty="0">
                <a:solidFill>
                  <a:srgbClr val="003399"/>
                </a:solidFill>
              </a:rPr>
              <a:t>Project </a:t>
            </a:r>
            <a:r>
              <a:rPr lang="en-US" dirty="0" smtClean="0">
                <a:solidFill>
                  <a:srgbClr val="003399"/>
                </a:solidFill>
              </a:rPr>
              <a:t>type</a:t>
            </a:r>
            <a:r>
              <a:rPr lang="en-US" dirty="0" smtClean="0"/>
              <a:t>: </a:t>
            </a:r>
            <a:r>
              <a:rPr lang="en-US" sz="2100" dirty="0"/>
              <a:t>Requirements that are tightly </a:t>
            </a:r>
            <a:r>
              <a:rPr lang="en-US" sz="2100" dirty="0" smtClean="0"/>
              <a:t>coupled </a:t>
            </a:r>
            <a:r>
              <a:rPr lang="en-US" sz="1400" dirty="0" smtClean="0"/>
              <a:t>(</a:t>
            </a:r>
            <a:r>
              <a:rPr lang="en-US" sz="1400" dirty="0" err="1" smtClean="0"/>
              <a:t>gắn</a:t>
            </a:r>
            <a:r>
              <a:rPr lang="en-US" sz="1400" dirty="0" smtClean="0"/>
              <a:t> </a:t>
            </a:r>
            <a:r>
              <a:rPr lang="en-US" sz="1400" dirty="0" err="1" smtClean="0"/>
              <a:t>chặt</a:t>
            </a:r>
            <a:r>
              <a:rPr lang="en-US" sz="1400" dirty="0" smtClean="0"/>
              <a:t>)</a:t>
            </a:r>
            <a:r>
              <a:rPr lang="en-US" sz="2100" dirty="0" smtClean="0"/>
              <a:t> </a:t>
            </a:r>
            <a:r>
              <a:rPr lang="en-US" sz="2100" dirty="0"/>
              <a:t>to specific implementation environments or platforms are less </a:t>
            </a:r>
            <a:r>
              <a:rPr lang="en-US" sz="2100" dirty="0" smtClean="0"/>
              <a:t>likely </a:t>
            </a:r>
            <a:r>
              <a:rPr lang="en-US" sz="1400" dirty="0" smtClean="0"/>
              <a:t>(</a:t>
            </a:r>
            <a:r>
              <a:rPr lang="en-US" sz="1400" dirty="0" err="1" smtClean="0"/>
              <a:t>ít</a:t>
            </a:r>
            <a:r>
              <a:rPr lang="en-US" sz="1400" dirty="0" smtClean="0"/>
              <a:t> </a:t>
            </a:r>
            <a:r>
              <a:rPr lang="en-US" sz="1400" dirty="0" err="1" smtClean="0"/>
              <a:t>có</a:t>
            </a:r>
            <a:r>
              <a:rPr lang="en-US" sz="1400" dirty="0" smtClean="0"/>
              <a:t> </a:t>
            </a:r>
            <a:r>
              <a:rPr lang="en-US" sz="1400" dirty="0" err="1" smtClean="0"/>
              <a:t>khả</a:t>
            </a:r>
            <a:r>
              <a:rPr lang="en-US" sz="1400" dirty="0" smtClean="0"/>
              <a:t> </a:t>
            </a:r>
            <a:r>
              <a:rPr lang="en-US" sz="1400" dirty="0" err="1" smtClean="0"/>
              <a:t>năng</a:t>
            </a:r>
            <a:r>
              <a:rPr lang="en-US" sz="1400" dirty="0" smtClean="0"/>
              <a:t>)</a:t>
            </a:r>
            <a:r>
              <a:rPr lang="en-US" sz="2100" dirty="0" smtClean="0"/>
              <a:t> </a:t>
            </a:r>
            <a:r>
              <a:rPr lang="en-US" sz="2100" dirty="0"/>
              <a:t>to generate reusable requirements or to benefit from an existing pool of requirements knowledge. 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>
                <a:solidFill>
                  <a:srgbClr val="003399"/>
                </a:solidFill>
              </a:rPr>
              <a:t>Ownership</a:t>
            </a:r>
            <a:r>
              <a:rPr lang="en-US" dirty="0" smtClean="0"/>
              <a:t>: </a:t>
            </a:r>
            <a:r>
              <a:rPr lang="en-US" sz="2100" dirty="0"/>
              <a:t>If you’re developing a software product for a specific customer, its requirements are likely the proprietary intellectual property of the customer. 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5"/>
            <a:ext cx="6324600" cy="995245"/>
          </a:xfrm>
        </p:spPr>
        <p:txBody>
          <a:bodyPr>
            <a:noAutofit/>
          </a:bodyPr>
          <a:lstStyle/>
          <a:p>
            <a:r>
              <a:rPr lang="en-US" sz="3200" dirty="0"/>
              <a:t>Requirements reuse barriers and success </a:t>
            </a:r>
            <a:r>
              <a:rPr lang="en-US" sz="3200" dirty="0" smtClean="0"/>
              <a:t>factors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301793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2" y="1155699"/>
            <a:ext cx="8645236" cy="518477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Reuse </a:t>
            </a:r>
            <a:r>
              <a:rPr lang="en-US" dirty="0"/>
              <a:t>success factors </a:t>
            </a:r>
            <a:endParaRPr lang="en-US" dirty="0" smtClean="0"/>
          </a:p>
          <a:p>
            <a:pPr lvl="1"/>
            <a:r>
              <a:rPr lang="en-US" dirty="0" smtClean="0"/>
              <a:t>Repository: </a:t>
            </a:r>
            <a:r>
              <a:rPr lang="en-US" sz="1800" dirty="0"/>
              <a:t>You can’t reuse something if you can’t find it. </a:t>
            </a:r>
            <a:r>
              <a:rPr lang="en-US" sz="1800" dirty="0" smtClean="0"/>
              <a:t>A </a:t>
            </a:r>
            <a:r>
              <a:rPr lang="en-US" sz="1800" dirty="0"/>
              <a:t>collection of requirements stored in a requirements management tool that can be searched across </a:t>
            </a:r>
            <a:r>
              <a:rPr lang="en-US" sz="1800" dirty="0" smtClean="0"/>
              <a:t>projects.</a:t>
            </a:r>
            <a:endParaRPr lang="en-US" dirty="0"/>
          </a:p>
          <a:p>
            <a:pPr lvl="1"/>
            <a:r>
              <a:rPr lang="en-US" dirty="0" smtClean="0"/>
              <a:t>Quality: </a:t>
            </a:r>
            <a:r>
              <a:rPr lang="en-US" sz="1800" dirty="0" smtClean="0"/>
              <a:t>No </a:t>
            </a:r>
            <a:r>
              <a:rPr lang="en-US" sz="1800" dirty="0"/>
              <a:t>one wants to reuse </a:t>
            </a:r>
            <a:r>
              <a:rPr lang="en-US" sz="1800" dirty="0" smtClean="0"/>
              <a:t>junk </a:t>
            </a:r>
            <a:r>
              <a:rPr lang="en-US" sz="1200" dirty="0" smtClean="0"/>
              <a:t>(</a:t>
            </a:r>
            <a:r>
              <a:rPr lang="en-US" sz="1200" dirty="0" err="1" smtClean="0"/>
              <a:t>tạm</a:t>
            </a:r>
            <a:r>
              <a:rPr lang="en-US" sz="1200" dirty="0" smtClean="0"/>
              <a:t> </a:t>
            </a:r>
            <a:r>
              <a:rPr lang="en-US" sz="1200" dirty="0" err="1" smtClean="0"/>
              <a:t>nham</a:t>
            </a:r>
            <a:r>
              <a:rPr lang="en-US" sz="1200" dirty="0" smtClean="0"/>
              <a:t>)</a:t>
            </a:r>
            <a:r>
              <a:rPr lang="en-US" sz="1800" dirty="0" smtClean="0"/>
              <a:t>. </a:t>
            </a:r>
            <a:r>
              <a:rPr lang="en-US" sz="1800" dirty="0"/>
              <a:t>Potential </a:t>
            </a:r>
            <a:r>
              <a:rPr lang="en-US" sz="1800" dirty="0" err="1"/>
              <a:t>reusers</a:t>
            </a:r>
            <a:r>
              <a:rPr lang="en-US" sz="1800" dirty="0"/>
              <a:t> need confidence in the quality of the </a:t>
            </a:r>
            <a:r>
              <a:rPr lang="en-US" sz="1800" dirty="0" smtClean="0"/>
              <a:t>information.</a:t>
            </a:r>
            <a:r>
              <a:rPr lang="en-US" sz="2000" dirty="0" smtClean="0"/>
              <a:t> </a:t>
            </a:r>
          </a:p>
          <a:p>
            <a:pPr lvl="1"/>
            <a:r>
              <a:rPr lang="en-US" dirty="0" smtClean="0"/>
              <a:t>Interactions: </a:t>
            </a:r>
            <a:r>
              <a:rPr lang="en-US" sz="1800" dirty="0" smtClean="0"/>
              <a:t>Requirements </a:t>
            </a:r>
            <a:r>
              <a:rPr lang="en-US" sz="1800" dirty="0"/>
              <a:t>often have logical links or dependencies on each other. Reused requirements must conform to existing business rules, constraints, standards, interfaces, and quality expectations.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Terminology: </a:t>
            </a:r>
            <a:r>
              <a:rPr lang="en-US" sz="1800" dirty="0" smtClean="0"/>
              <a:t>Establishing </a:t>
            </a:r>
            <a:r>
              <a:rPr lang="en-US" sz="1800" dirty="0"/>
              <a:t>common terminology and definitions across your projects will be helpful for reusability. Terminology variations won’t prevent you from reusing </a:t>
            </a:r>
            <a:r>
              <a:rPr lang="en-US" sz="1800" dirty="0" smtClean="0"/>
              <a:t>requirements</a:t>
            </a:r>
            <a:r>
              <a:rPr lang="en-US" sz="1800" dirty="0"/>
              <a:t>.</a:t>
            </a:r>
            <a:r>
              <a:rPr lang="en-US" dirty="0" smtClean="0"/>
              <a:t> </a:t>
            </a:r>
          </a:p>
          <a:p>
            <a:pPr lvl="1"/>
            <a:r>
              <a:rPr lang="en-US" dirty="0"/>
              <a:t>Organizational </a:t>
            </a:r>
            <a:r>
              <a:rPr lang="en-US" dirty="0" smtClean="0"/>
              <a:t>culture: </a:t>
            </a:r>
            <a:r>
              <a:rPr lang="en-US" sz="1900" dirty="0" smtClean="0"/>
              <a:t>The </a:t>
            </a:r>
            <a:r>
              <a:rPr lang="en-US" sz="1900" dirty="0"/>
              <a:t>individuals, project teams, and organizations that practice reuse most effectively are likely to enjoy </a:t>
            </a:r>
            <a:r>
              <a:rPr lang="en-US" sz="1300" dirty="0" smtClean="0"/>
              <a:t>(</a:t>
            </a:r>
            <a:r>
              <a:rPr lang="en-US" sz="1300" dirty="0" err="1" smtClean="0"/>
              <a:t>có</a:t>
            </a:r>
            <a:r>
              <a:rPr lang="en-US" sz="1300" dirty="0" smtClean="0"/>
              <a:t> </a:t>
            </a:r>
            <a:r>
              <a:rPr lang="en-US" sz="1300" dirty="0" err="1" smtClean="0"/>
              <a:t>khả</a:t>
            </a:r>
            <a:r>
              <a:rPr lang="en-US" sz="1300" dirty="0" smtClean="0"/>
              <a:t> </a:t>
            </a:r>
            <a:r>
              <a:rPr lang="en-US" sz="1300" dirty="0" err="1" smtClean="0"/>
              <a:t>năng</a:t>
            </a:r>
            <a:r>
              <a:rPr lang="en-US" sz="1300" dirty="0" smtClean="0"/>
              <a:t> </a:t>
            </a:r>
            <a:r>
              <a:rPr lang="en-US" sz="1300" dirty="0" err="1" smtClean="0"/>
              <a:t>tận</a:t>
            </a:r>
            <a:r>
              <a:rPr lang="en-US" sz="1300" dirty="0" smtClean="0"/>
              <a:t> </a:t>
            </a:r>
            <a:r>
              <a:rPr lang="en-US" sz="1300" dirty="0" err="1" smtClean="0"/>
              <a:t>hưởng</a:t>
            </a:r>
            <a:r>
              <a:rPr lang="en-US" sz="1300" dirty="0" smtClean="0"/>
              <a:t>) </a:t>
            </a:r>
            <a:r>
              <a:rPr lang="en-US" sz="1900" dirty="0" smtClean="0"/>
              <a:t>the </a:t>
            </a:r>
            <a:r>
              <a:rPr lang="en-US" sz="1900" dirty="0"/>
              <a:t>highest productivity. In a reuse culture, BAs look at the reusable requirements repository before creating their own requirements. 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5"/>
            <a:ext cx="6324600" cy="995245"/>
          </a:xfrm>
        </p:spPr>
        <p:txBody>
          <a:bodyPr>
            <a:noAutofit/>
          </a:bodyPr>
          <a:lstStyle/>
          <a:p>
            <a:r>
              <a:rPr lang="en-US" sz="3200" dirty="0"/>
              <a:t>Requirements reuse barriers and success </a:t>
            </a:r>
            <a:r>
              <a:rPr lang="en-US" sz="3200" dirty="0" smtClean="0"/>
              <a:t>factors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Chapter 18: Requirements reuse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473541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0" y="0"/>
            <a:ext cx="6482080" cy="1052161"/>
          </a:xfrm>
        </p:spPr>
        <p:txBody>
          <a:bodyPr>
            <a:noAutofit/>
          </a:bodyPr>
          <a:lstStyle/>
          <a:p>
            <a:r>
              <a:rPr lang="en-US" sz="3200" dirty="0" smtClean="0"/>
              <a:t>Review chapter 18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2: Requirements from customer's perspective _ BayHV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/>
          </p:nvPr>
        </p:nvGraphicFramePr>
        <p:xfrm>
          <a:off x="228600" y="1142999"/>
          <a:ext cx="8686800" cy="5197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44573260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4: The business analyst - BayHV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9661"/>
            <a:ext cx="9160372" cy="515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82485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770</TotalTime>
  <Words>1354</Words>
  <Application>Microsoft Office PowerPoint</Application>
  <PresentationFormat>On-screen Show (4:3)</PresentationFormat>
  <Paragraphs>140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Tahoma</vt:lpstr>
      <vt:lpstr>1_template</vt:lpstr>
      <vt:lpstr>CHAPTER 18  Requirements reuse</vt:lpstr>
      <vt:lpstr>Review chapter 17</vt:lpstr>
      <vt:lpstr>Objectives</vt:lpstr>
      <vt:lpstr> Contents </vt:lpstr>
      <vt:lpstr>Why reuse requirements?</vt:lpstr>
      <vt:lpstr>Dimensions of requirements reuse</vt:lpstr>
      <vt:lpstr>Types of requirements information to reuse</vt:lpstr>
      <vt:lpstr>Common reuse scenarios</vt:lpstr>
      <vt:lpstr>Common reuse scenarios</vt:lpstr>
      <vt:lpstr>Requirement patterns</vt:lpstr>
      <vt:lpstr>Requirements reuse barriers and success factors</vt:lpstr>
      <vt:lpstr>Requirements reuse barriers and success factors</vt:lpstr>
      <vt:lpstr>Review chapter 18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18 Requirements reuse</dc:title>
  <dc:creator>Huong</dc:creator>
  <cp:lastModifiedBy>Bay Huynh Van (FE FPTU CT)</cp:lastModifiedBy>
  <cp:revision>37</cp:revision>
  <dcterms:created xsi:type="dcterms:W3CDTF">2018-04-24T07:04:55Z</dcterms:created>
  <dcterms:modified xsi:type="dcterms:W3CDTF">2020-04-04T07:39:23Z</dcterms:modified>
</cp:coreProperties>
</file>