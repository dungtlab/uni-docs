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2" r:id="rId1"/>
  </p:sldMasterIdLst>
  <p:notesMasterIdLst>
    <p:notesMasterId r:id="rId22"/>
  </p:notesMasterIdLst>
  <p:handoutMasterIdLst>
    <p:handoutMasterId r:id="rId23"/>
  </p:handoutMasterIdLst>
  <p:sldIdLst>
    <p:sldId id="257" r:id="rId2"/>
    <p:sldId id="275" r:id="rId3"/>
    <p:sldId id="274" r:id="rId4"/>
    <p:sldId id="259" r:id="rId5"/>
    <p:sldId id="261" r:id="rId6"/>
    <p:sldId id="260" r:id="rId7"/>
    <p:sldId id="267" r:id="rId8"/>
    <p:sldId id="268" r:id="rId9"/>
    <p:sldId id="269" r:id="rId10"/>
    <p:sldId id="270" r:id="rId11"/>
    <p:sldId id="262" r:id="rId12"/>
    <p:sldId id="263" r:id="rId13"/>
    <p:sldId id="271" r:id="rId14"/>
    <p:sldId id="264" r:id="rId15"/>
    <p:sldId id="272" r:id="rId16"/>
    <p:sldId id="273" r:id="rId17"/>
    <p:sldId id="265" r:id="rId18"/>
    <p:sldId id="276" r:id="rId19"/>
    <p:sldId id="277" r:id="rId20"/>
    <p:sldId id="26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6343" autoAdjust="0"/>
  </p:normalViewPr>
  <p:slideViewPr>
    <p:cSldViewPr snapToGrid="0">
      <p:cViewPr varScale="1">
        <p:scale>
          <a:sx n="99" d="100"/>
          <a:sy n="99" d="100"/>
        </p:scale>
        <p:origin x="2000" y="1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3</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Req. development</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Req. management</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Good practices: Req. engineering</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Elicitation</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AFA08882-8DB8-4E0D-B287-05DB0C752DF9}">
      <dgm:prSet phldrT="[Text]" custT="1"/>
      <dgm:spPr/>
      <dgm:t>
        <a:bodyPr/>
        <a:lstStyle/>
        <a:p>
          <a:r>
            <a:rPr lang="en-US" sz="1600" dirty="0"/>
            <a:t>Analysis</a:t>
          </a:r>
        </a:p>
      </dgm:t>
    </dgm:pt>
    <dgm:pt modelId="{60C1FE0A-110A-4E56-99E0-F8424E1EE4D8}" type="parTrans" cxnId="{4E84C3B0-496A-4375-AF14-155DA4E16D9E}">
      <dgm:prSet/>
      <dgm:spPr/>
      <dgm:t>
        <a:bodyPr/>
        <a:lstStyle/>
        <a:p>
          <a:endParaRPr lang="en-US"/>
        </a:p>
      </dgm:t>
    </dgm:pt>
    <dgm:pt modelId="{83A1036A-8F0D-443E-BB6B-DF1EAD64A9FB}" type="sibTrans" cxnId="{4E84C3B0-496A-4375-AF14-155DA4E16D9E}">
      <dgm:prSet/>
      <dgm:spPr/>
      <dgm:t>
        <a:bodyPr/>
        <a:lstStyle/>
        <a:p>
          <a:endParaRPr lang="en-US"/>
        </a:p>
      </dgm:t>
    </dgm:pt>
    <dgm:pt modelId="{8B93368D-220F-4F51-922B-E3D40AEF4871}">
      <dgm:prSet phldrT="[Text]" custT="1"/>
      <dgm:spPr/>
      <dgm:t>
        <a:bodyPr/>
        <a:lstStyle/>
        <a:p>
          <a:r>
            <a:rPr lang="en-US" sz="1600" dirty="0"/>
            <a:t>Req. Baseline</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9B07B92F-D011-43BE-9016-AD65C1E9D3BA}">
      <dgm:prSet phldrT="[Text]" custT="1"/>
      <dgm:spPr/>
      <dgm:t>
        <a:bodyPr/>
        <a:lstStyle/>
        <a:p>
          <a:r>
            <a:rPr lang="en-US" sz="1600" dirty="0"/>
            <a:t>Req. changes &amp; monitor</a:t>
          </a:r>
        </a:p>
      </dgm:t>
    </dgm:pt>
    <dgm:pt modelId="{0C240288-5121-414F-BB78-622F00302DB0}" type="parTrans" cxnId="{FFA75F06-B36C-46DF-9C39-5CE5EB64B1D3}">
      <dgm:prSet/>
      <dgm:spPr/>
      <dgm:t>
        <a:bodyPr/>
        <a:lstStyle/>
        <a:p>
          <a:endParaRPr lang="en-US"/>
        </a:p>
      </dgm:t>
    </dgm:pt>
    <dgm:pt modelId="{898DE083-E0E1-4C2B-8DE5-2D5A3089EA28}" type="sibTrans" cxnId="{FFA75F06-B36C-46DF-9C39-5CE5EB64B1D3}">
      <dgm:prSet/>
      <dgm:spPr/>
      <dgm:t>
        <a:bodyPr/>
        <a:lstStyle/>
        <a:p>
          <a:endParaRPr lang="en-US"/>
        </a:p>
      </dgm:t>
    </dgm:pt>
    <dgm:pt modelId="{A1A03C13-4BED-4BB7-8AFB-BDB236A519FA}">
      <dgm:prSet phldrT="[Text]" custT="1"/>
      <dgm:spPr/>
      <dgm:t>
        <a:bodyPr/>
        <a:lstStyle/>
        <a:p>
          <a:r>
            <a:rPr lang="en-US" sz="1600" dirty="0"/>
            <a:t>Knowledge about Req. Eng.</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custT="1"/>
      <dgm:spPr/>
      <dgm:t>
        <a:bodyPr/>
        <a:lstStyle/>
        <a:p>
          <a:r>
            <a:rPr lang="en-US" sz="1600" dirty="0"/>
            <a:t>Train BA</a:t>
          </a:r>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AD364B6B-599B-471E-B57A-D1AC5D89F0BB}">
      <dgm:prSet phldrT="[Text]" custT="1"/>
      <dgm:spPr/>
      <dgm:t>
        <a:bodyPr/>
        <a:lstStyle/>
        <a:p>
          <a:r>
            <a:rPr lang="en-US" sz="1400" dirty="0"/>
            <a:t>Projects Mgt.</a:t>
          </a:r>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0B181462-773E-45A0-AA41-E62C928C5B72}">
      <dgm:prSet phldrT="[Text]" custT="1"/>
      <dgm:spPr/>
      <dgm:t>
        <a:bodyPr/>
        <a:lstStyle/>
        <a:p>
          <a:r>
            <a:rPr lang="en-US" sz="1600" dirty="0"/>
            <a:t>Select SW dev. Life cycle</a:t>
          </a:r>
        </a:p>
      </dgm:t>
    </dgm:pt>
    <dgm:pt modelId="{2DC13F08-B77A-4202-A5DE-2375DD98011A}" type="parTrans" cxnId="{06667F4D-7094-4DBD-950A-D69BE27A5C04}">
      <dgm:prSet/>
      <dgm:spPr/>
      <dgm:t>
        <a:bodyPr/>
        <a:lstStyle/>
        <a:p>
          <a:endParaRPr lang="en-US"/>
        </a:p>
      </dgm:t>
    </dgm:pt>
    <dgm:pt modelId="{ED6BD826-6365-40B0-9CE8-886BAB0FA6AD}" type="sibTrans" cxnId="{06667F4D-7094-4DBD-950A-D69BE27A5C04}">
      <dgm:prSet/>
      <dgm:spPr/>
      <dgm:t>
        <a:bodyPr/>
        <a:lstStyle/>
        <a:p>
          <a:endParaRPr lang="en-US"/>
        </a:p>
      </dgm:t>
    </dgm:pt>
    <dgm:pt modelId="{A0EFB5DA-CEB8-4144-BA84-0BB8D09F8E00}">
      <dgm:prSet phldrT="[Text]" custT="1"/>
      <dgm:spPr/>
      <dgm:t>
        <a:bodyPr/>
        <a:lstStyle/>
        <a:p>
          <a:r>
            <a:rPr lang="en-US" sz="1600" dirty="0"/>
            <a:t>Plan req. approach</a:t>
          </a:r>
        </a:p>
      </dgm:t>
    </dgm:pt>
    <dgm:pt modelId="{B845BFD3-9C3E-4612-A703-4B1852AFD30D}" type="parTrans" cxnId="{0AFDFBFF-0B0E-47F1-B650-0A4B5FF3F25F}">
      <dgm:prSet/>
      <dgm:spPr/>
      <dgm:t>
        <a:bodyPr/>
        <a:lstStyle/>
        <a:p>
          <a:endParaRPr lang="en-US"/>
        </a:p>
      </dgm:t>
    </dgm:pt>
    <dgm:pt modelId="{249B321D-6C87-4CC5-8878-800462E6DA35}" type="sibTrans" cxnId="{0AFDFBFF-0B0E-47F1-B650-0A4B5FF3F25F}">
      <dgm:prSet/>
      <dgm:spPr/>
      <dgm:t>
        <a:bodyPr/>
        <a:lstStyle/>
        <a:p>
          <a:endParaRPr lang="en-US"/>
        </a:p>
      </dgm:t>
    </dgm:pt>
    <dgm:pt modelId="{1E627F9E-CE3B-4A85-BB78-8DDB86A78DDE}">
      <dgm:prSet phldrT="[Text]" custT="1"/>
      <dgm:spPr/>
      <dgm:t>
        <a:bodyPr/>
        <a:lstStyle/>
        <a:p>
          <a:r>
            <a:rPr lang="en-US" sz="1400" dirty="0"/>
            <a:t>50 practices</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7 categories</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A6F1130E-C6DF-41B8-911E-8778F9129C5B}">
      <dgm:prSet phldrT="[Text]" custT="1"/>
      <dgm:spPr/>
      <dgm:t>
        <a:bodyPr/>
        <a:lstStyle/>
        <a:p>
          <a:r>
            <a:rPr lang="en-US" sz="1600" dirty="0"/>
            <a:t>Specification</a:t>
          </a:r>
        </a:p>
      </dgm:t>
    </dgm:pt>
    <dgm:pt modelId="{83C514AB-FB67-484E-BA4B-BB02F826349B}" type="parTrans" cxnId="{3F27C453-2266-4728-8193-2CB94D2999D7}">
      <dgm:prSet/>
      <dgm:spPr/>
      <dgm:t>
        <a:bodyPr/>
        <a:lstStyle/>
        <a:p>
          <a:endParaRPr lang="en-US"/>
        </a:p>
      </dgm:t>
    </dgm:pt>
    <dgm:pt modelId="{11B1FD31-1450-4568-8891-C96B8722A7F5}" type="sibTrans" cxnId="{3F27C453-2266-4728-8193-2CB94D2999D7}">
      <dgm:prSet/>
      <dgm:spPr/>
      <dgm:t>
        <a:bodyPr/>
        <a:lstStyle/>
        <a:p>
          <a:endParaRPr lang="en-US"/>
        </a:p>
      </dgm:t>
    </dgm:pt>
    <dgm:pt modelId="{2BE37888-A6CC-4F54-814B-93A35E649FA8}">
      <dgm:prSet phldrT="[Text]" custT="1"/>
      <dgm:spPr/>
      <dgm:t>
        <a:bodyPr/>
        <a:lstStyle/>
        <a:p>
          <a:r>
            <a:rPr lang="en-US" sz="1600" dirty="0"/>
            <a:t>Validation</a:t>
          </a:r>
        </a:p>
      </dgm:t>
    </dgm:pt>
    <dgm:pt modelId="{56B9D70E-4F45-42A0-AAE8-B23FFDEF2E11}" type="parTrans" cxnId="{9176927D-961F-41F7-A707-E60700988CCB}">
      <dgm:prSet/>
      <dgm:spPr/>
      <dgm:t>
        <a:bodyPr/>
        <a:lstStyle/>
        <a:p>
          <a:endParaRPr lang="en-US"/>
        </a:p>
      </dgm:t>
    </dgm:pt>
    <dgm:pt modelId="{5AED7569-F276-4F5A-BD72-7C20C805D3E2}" type="sibTrans" cxnId="{9176927D-961F-41F7-A707-E60700988CCB}">
      <dgm:prSet/>
      <dgm:spPr/>
      <dgm:t>
        <a:bodyPr/>
        <a:lstStyle/>
        <a:p>
          <a:endParaRPr lang="en-US"/>
        </a:p>
      </dgm:t>
    </dgm:pt>
    <dgm:pt modelId="{336C05FC-E58C-4822-B055-BD2C04207E50}">
      <dgm:prSet phldrT="[Text]" custT="1"/>
      <dgm:spPr/>
      <dgm:t>
        <a:bodyPr/>
        <a:lstStyle/>
        <a:p>
          <a:r>
            <a:rPr lang="en-US" sz="1600" dirty="0"/>
            <a:t>Req. traceability</a:t>
          </a:r>
        </a:p>
      </dgm:t>
    </dgm:pt>
    <dgm:pt modelId="{40C7F6E3-663D-4009-BD92-2444870FB9F3}" type="parTrans" cxnId="{6D63AA72-B2E8-49C0-A94D-87F1CF81B126}">
      <dgm:prSet/>
      <dgm:spPr/>
      <dgm:t>
        <a:bodyPr/>
        <a:lstStyle/>
        <a:p>
          <a:endParaRPr lang="en-US"/>
        </a:p>
      </dgm:t>
    </dgm:pt>
    <dgm:pt modelId="{A0418A55-2F76-45C2-9AA6-3A0F2D2BE286}" type="sibTrans" cxnId="{6D63AA72-B2E8-49C0-A94D-87F1CF81B126}">
      <dgm:prSet/>
      <dgm:spPr/>
      <dgm:t>
        <a:bodyPr/>
        <a:lstStyle/>
        <a:p>
          <a:endParaRPr lang="en-US"/>
        </a:p>
      </dgm:t>
    </dgm:pt>
    <dgm:pt modelId="{71F63FCD-E49E-4A2E-AD4B-F799C1A3DB33}">
      <dgm:prSet phldrT="[Text]" custT="1"/>
      <dgm:spPr/>
      <dgm:t>
        <a:bodyPr/>
        <a:lstStyle/>
        <a:p>
          <a:r>
            <a:rPr lang="en-US" sz="1600" dirty="0"/>
            <a:t>Req. Mgt. tools</a:t>
          </a:r>
        </a:p>
      </dgm:t>
    </dgm:pt>
    <dgm:pt modelId="{2881CD10-44FE-421B-AF38-9ECF69A7C16A}" type="parTrans" cxnId="{EC0382F1-0FE5-49B7-80B7-E5C411999F5B}">
      <dgm:prSet/>
      <dgm:spPr/>
      <dgm:t>
        <a:bodyPr/>
        <a:lstStyle/>
        <a:p>
          <a:endParaRPr lang="en-US"/>
        </a:p>
      </dgm:t>
    </dgm:pt>
    <dgm:pt modelId="{213F811D-A8A3-4F2E-8FC2-43A5FFBB152E}" type="sibTrans" cxnId="{EC0382F1-0FE5-49B7-80B7-E5C411999F5B}">
      <dgm:prSet/>
      <dgm:spPr/>
      <dgm:t>
        <a:bodyPr/>
        <a:lstStyle/>
        <a:p>
          <a:endParaRPr lang="en-US"/>
        </a:p>
      </dgm:t>
    </dgm:pt>
    <dgm:pt modelId="{4FB6BF3B-C219-4303-AEB3-994259D99A70}">
      <dgm:prSet phldrT="[Text]"/>
      <dgm:spPr/>
      <dgm:t>
        <a:bodyPr/>
        <a:lstStyle/>
        <a:p>
          <a:r>
            <a:rPr lang="en-US" dirty="0"/>
            <a:t>Educate stakeholders, Dev</a:t>
          </a:r>
        </a:p>
      </dgm:t>
    </dgm:pt>
    <dgm:pt modelId="{7B3A9F9E-3106-4B24-BEFD-4A9665F424D0}" type="parTrans" cxnId="{76DC81BA-0E94-4E9E-AD33-7FC747EB95DF}">
      <dgm:prSet/>
      <dgm:spPr/>
      <dgm:t>
        <a:bodyPr/>
        <a:lstStyle/>
        <a:p>
          <a:endParaRPr lang="en-US"/>
        </a:p>
      </dgm:t>
    </dgm:pt>
    <dgm:pt modelId="{BB1D7A17-31AC-42E3-8687-DAF228003D93}" type="sibTrans" cxnId="{76DC81BA-0E94-4E9E-AD33-7FC747EB95DF}">
      <dgm:prSet/>
      <dgm:spPr/>
      <dgm:t>
        <a:bodyPr/>
        <a:lstStyle/>
        <a:p>
          <a:endParaRPr lang="en-US"/>
        </a:p>
      </dgm:t>
    </dgm:pt>
    <dgm:pt modelId="{34E50AA5-7D1F-4CAD-A9C4-5BD6089D922A}">
      <dgm:prSet phldrT="[Text]"/>
      <dgm:spPr/>
      <dgm:t>
        <a:bodyPr/>
        <a:lstStyle/>
        <a:p>
          <a:r>
            <a:rPr lang="en-US" dirty="0"/>
            <a:t>Create req. processes</a:t>
          </a:r>
        </a:p>
      </dgm:t>
    </dgm:pt>
    <dgm:pt modelId="{360903BC-53AA-45C0-B6BB-495D25685027}" type="parTrans" cxnId="{4A2BB477-9143-4C5B-9A7A-061BC00825F6}">
      <dgm:prSet/>
      <dgm:spPr/>
      <dgm:t>
        <a:bodyPr/>
        <a:lstStyle/>
        <a:p>
          <a:endParaRPr lang="en-US"/>
        </a:p>
      </dgm:t>
    </dgm:pt>
    <dgm:pt modelId="{C0B24588-8D29-4A43-A7D2-F1B9BDBD65DD}" type="sibTrans" cxnId="{4A2BB477-9143-4C5B-9A7A-061BC00825F6}">
      <dgm:prSet/>
      <dgm:spPr/>
      <dgm:t>
        <a:bodyPr/>
        <a:lstStyle/>
        <a:p>
          <a:endParaRPr lang="en-US"/>
        </a:p>
      </dgm:t>
    </dgm:pt>
    <dgm:pt modelId="{2F0FD7CD-7EB5-47E8-95E1-62C1AD3CE230}">
      <dgm:prSet phldrT="[Text]"/>
      <dgm:spPr/>
      <dgm:t>
        <a:bodyPr/>
        <a:lstStyle/>
        <a:p>
          <a:r>
            <a:rPr lang="en-US" dirty="0"/>
            <a:t>Define glossary</a:t>
          </a:r>
        </a:p>
      </dgm:t>
    </dgm:pt>
    <dgm:pt modelId="{6A959C0B-D3F3-4857-8FD6-AEFB8016B1EC}" type="parTrans" cxnId="{D0AB646E-8302-4720-B417-20AE9987BE44}">
      <dgm:prSet/>
      <dgm:spPr/>
      <dgm:t>
        <a:bodyPr/>
        <a:lstStyle/>
        <a:p>
          <a:endParaRPr lang="en-US"/>
        </a:p>
      </dgm:t>
    </dgm:pt>
    <dgm:pt modelId="{A6D87D7A-1E65-4B64-AB3C-7E464BEFD024}" type="sibTrans" cxnId="{D0AB646E-8302-4720-B417-20AE9987BE44}">
      <dgm:prSet/>
      <dgm:spPr/>
      <dgm:t>
        <a:bodyPr/>
        <a:lstStyle/>
        <a:p>
          <a:endParaRPr lang="en-US"/>
        </a:p>
      </dgm:t>
    </dgm:pt>
    <dgm:pt modelId="{ABFA3185-A270-4813-9A72-4DC576F9870C}">
      <dgm:prSet phldrT="[Text]" custT="1"/>
      <dgm:spPr/>
      <dgm:t>
        <a:bodyPr/>
        <a:lstStyle/>
        <a:p>
          <a:r>
            <a:rPr lang="en-US" sz="1600" dirty="0"/>
            <a:t>Estimate efforts</a:t>
          </a:r>
        </a:p>
      </dgm:t>
    </dgm:pt>
    <dgm:pt modelId="{7149F6D3-4A91-415A-A7A6-1ED7E06AE67B}" type="parTrans" cxnId="{477ACD42-D2E1-45BF-A8E4-11D7CFD03C59}">
      <dgm:prSet/>
      <dgm:spPr/>
      <dgm:t>
        <a:bodyPr/>
        <a:lstStyle/>
        <a:p>
          <a:endParaRPr lang="en-US"/>
        </a:p>
      </dgm:t>
    </dgm:pt>
    <dgm:pt modelId="{64FB07AD-5B69-4558-AA50-D0340FDDD3BB}" type="sibTrans" cxnId="{477ACD42-D2E1-45BF-A8E4-11D7CFD03C59}">
      <dgm:prSet/>
      <dgm:spPr/>
      <dgm:t>
        <a:bodyPr/>
        <a:lstStyle/>
        <a:p>
          <a:endParaRPr lang="en-US"/>
        </a:p>
      </dgm:t>
    </dgm:pt>
    <dgm:pt modelId="{9DCF1B7B-E530-4BD8-AAC8-4C51B477A16C}">
      <dgm:prSet phldrT="[Text]" custT="1"/>
      <dgm:spPr/>
      <dgm:t>
        <a:bodyPr/>
        <a:lstStyle/>
        <a:p>
          <a:r>
            <a:rPr lang="en-US" sz="1600" dirty="0"/>
            <a:t>Identify decision makers</a:t>
          </a:r>
        </a:p>
      </dgm:t>
    </dgm:pt>
    <dgm:pt modelId="{DD2BBCD3-5050-45ED-8148-D0DCF43C8309}" type="parTrans" cxnId="{20B43AFC-9822-416A-BF18-D956CAA92BBD}">
      <dgm:prSet/>
      <dgm:spPr/>
      <dgm:t>
        <a:bodyPr/>
        <a:lstStyle/>
        <a:p>
          <a:endParaRPr lang="en-US"/>
        </a:p>
      </dgm:t>
    </dgm:pt>
    <dgm:pt modelId="{0C6A7D07-E5D1-4F11-A964-DE9C3C342AF8}" type="sibTrans" cxnId="{20B43AFC-9822-416A-BF18-D956CAA92BBD}">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8"/>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8">
        <dgm:presLayoutVars>
          <dgm:chPref val="3"/>
        </dgm:presLayoutVars>
      </dgm:prSet>
      <dgm:spPr/>
    </dgm:pt>
    <dgm:pt modelId="{7C494E9C-07EE-4809-A445-329E5D279BED}" type="pres">
      <dgm:prSet presAssocID="{ADFFC400-8BBA-4CA0-97DA-A5239AD7FF83}" presName="rootConnector" presStyleLbl="node3" presStyleIdx="0" presStyleCnt="18"/>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8"/>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8">
        <dgm:presLayoutVars>
          <dgm:chPref val="3"/>
        </dgm:presLayoutVars>
      </dgm:prSet>
      <dgm:spPr/>
    </dgm:pt>
    <dgm:pt modelId="{BFFD6F86-AD10-4340-B993-09FE9B342F4C}" type="pres">
      <dgm:prSet presAssocID="{1E627F9E-CE3B-4A85-BB78-8DDB86A78DDE}" presName="rootConnector" presStyleLbl="node3" presStyleIdx="1" presStyleCnt="18"/>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2" presStyleCnt="18"/>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2" presStyleCnt="18">
        <dgm:presLayoutVars>
          <dgm:chPref val="3"/>
        </dgm:presLayoutVars>
      </dgm:prSet>
      <dgm:spPr/>
    </dgm:pt>
    <dgm:pt modelId="{43458361-CDBC-43AE-84A2-56ACA0035337}" type="pres">
      <dgm:prSet presAssocID="{8A74C719-C0B0-45E7-A044-8F3E3BDD14B1}" presName="rootConnector" presStyleLbl="node3" presStyleIdx="2" presStyleCnt="18"/>
      <dgm:spPr/>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ACFEAFB9-1AF4-484E-B255-0473015BB9DC}" type="pres">
      <dgm:prSet presAssocID="{60C1FE0A-110A-4E56-99E0-F8424E1EE4D8}" presName="Name37" presStyleLbl="parChTrans1D3" presStyleIdx="3" presStyleCnt="18"/>
      <dgm:spPr/>
    </dgm:pt>
    <dgm:pt modelId="{36629166-BB10-49D2-978D-C61633DC95F6}" type="pres">
      <dgm:prSet presAssocID="{AFA08882-8DB8-4E0D-B287-05DB0C752DF9}" presName="hierRoot2" presStyleCnt="0">
        <dgm:presLayoutVars>
          <dgm:hierBranch val="init"/>
        </dgm:presLayoutVars>
      </dgm:prSet>
      <dgm:spPr/>
    </dgm:pt>
    <dgm:pt modelId="{9ACE0BC1-F92B-4925-9F26-34888DF9F5C8}" type="pres">
      <dgm:prSet presAssocID="{AFA08882-8DB8-4E0D-B287-05DB0C752DF9}" presName="rootComposite" presStyleCnt="0"/>
      <dgm:spPr/>
    </dgm:pt>
    <dgm:pt modelId="{5487298C-5DF2-4AE0-AD6D-3E1DEBCFB02C}" type="pres">
      <dgm:prSet presAssocID="{AFA08882-8DB8-4E0D-B287-05DB0C752DF9}" presName="rootText" presStyleLbl="node3" presStyleIdx="3" presStyleCnt="18">
        <dgm:presLayoutVars>
          <dgm:chPref val="3"/>
        </dgm:presLayoutVars>
      </dgm:prSet>
      <dgm:spPr/>
    </dgm:pt>
    <dgm:pt modelId="{01C5386B-6CBD-4353-B3F4-913B6E33D86C}" type="pres">
      <dgm:prSet presAssocID="{AFA08882-8DB8-4E0D-B287-05DB0C752DF9}" presName="rootConnector" presStyleLbl="node3" presStyleIdx="3" presStyleCnt="18"/>
      <dgm:spPr/>
    </dgm:pt>
    <dgm:pt modelId="{A386B690-72A2-4169-9370-CFF439AE696F}" type="pres">
      <dgm:prSet presAssocID="{AFA08882-8DB8-4E0D-B287-05DB0C752DF9}" presName="hierChild4" presStyleCnt="0"/>
      <dgm:spPr/>
    </dgm:pt>
    <dgm:pt modelId="{D441AF52-F7A1-4C96-90AC-3A1305B5E8B4}" type="pres">
      <dgm:prSet presAssocID="{AFA08882-8DB8-4E0D-B287-05DB0C752DF9}" presName="hierChild5" presStyleCnt="0"/>
      <dgm:spPr/>
    </dgm:pt>
    <dgm:pt modelId="{926A6640-5DB9-4472-9FA7-00826B78BDEB}" type="pres">
      <dgm:prSet presAssocID="{83C514AB-FB67-484E-BA4B-BB02F826349B}" presName="Name37" presStyleLbl="parChTrans1D3" presStyleIdx="4" presStyleCnt="18"/>
      <dgm:spPr/>
    </dgm:pt>
    <dgm:pt modelId="{FCBEE58C-F3CE-4719-AD53-E9DDE7CBBF46}" type="pres">
      <dgm:prSet presAssocID="{A6F1130E-C6DF-41B8-911E-8778F9129C5B}" presName="hierRoot2" presStyleCnt="0">
        <dgm:presLayoutVars>
          <dgm:hierBranch val="init"/>
        </dgm:presLayoutVars>
      </dgm:prSet>
      <dgm:spPr/>
    </dgm:pt>
    <dgm:pt modelId="{404C9BFD-52C0-4F00-846D-D8F977B88302}" type="pres">
      <dgm:prSet presAssocID="{A6F1130E-C6DF-41B8-911E-8778F9129C5B}" presName="rootComposite" presStyleCnt="0"/>
      <dgm:spPr/>
    </dgm:pt>
    <dgm:pt modelId="{2269AB6C-4D9B-43F4-9D73-3EE4A8D5D095}" type="pres">
      <dgm:prSet presAssocID="{A6F1130E-C6DF-41B8-911E-8778F9129C5B}" presName="rootText" presStyleLbl="node3" presStyleIdx="4" presStyleCnt="18">
        <dgm:presLayoutVars>
          <dgm:chPref val="3"/>
        </dgm:presLayoutVars>
      </dgm:prSet>
      <dgm:spPr/>
    </dgm:pt>
    <dgm:pt modelId="{A82075F1-F7B1-4877-A7A7-DA57FBE9F4C2}" type="pres">
      <dgm:prSet presAssocID="{A6F1130E-C6DF-41B8-911E-8778F9129C5B}" presName="rootConnector" presStyleLbl="node3" presStyleIdx="4" presStyleCnt="18"/>
      <dgm:spPr/>
    </dgm:pt>
    <dgm:pt modelId="{9F12645B-FA1F-4C08-8E19-7745D0313579}" type="pres">
      <dgm:prSet presAssocID="{A6F1130E-C6DF-41B8-911E-8778F9129C5B}" presName="hierChild4" presStyleCnt="0"/>
      <dgm:spPr/>
    </dgm:pt>
    <dgm:pt modelId="{5381B992-673D-4023-AD83-0A07886D2512}" type="pres">
      <dgm:prSet presAssocID="{A6F1130E-C6DF-41B8-911E-8778F9129C5B}" presName="hierChild5" presStyleCnt="0"/>
      <dgm:spPr/>
    </dgm:pt>
    <dgm:pt modelId="{226C4F77-031C-4E54-A5BA-7A69C318E44B}" type="pres">
      <dgm:prSet presAssocID="{56B9D70E-4F45-42A0-AAE8-B23FFDEF2E11}" presName="Name37" presStyleLbl="parChTrans1D3" presStyleIdx="5" presStyleCnt="18"/>
      <dgm:spPr/>
    </dgm:pt>
    <dgm:pt modelId="{2279BF7D-9074-4BA2-B1E6-C0C14079E8CF}" type="pres">
      <dgm:prSet presAssocID="{2BE37888-A6CC-4F54-814B-93A35E649FA8}" presName="hierRoot2" presStyleCnt="0">
        <dgm:presLayoutVars>
          <dgm:hierBranch val="init"/>
        </dgm:presLayoutVars>
      </dgm:prSet>
      <dgm:spPr/>
    </dgm:pt>
    <dgm:pt modelId="{43A0545B-2D2C-4E21-B1F8-33DE3A8686AB}" type="pres">
      <dgm:prSet presAssocID="{2BE37888-A6CC-4F54-814B-93A35E649FA8}" presName="rootComposite" presStyleCnt="0"/>
      <dgm:spPr/>
    </dgm:pt>
    <dgm:pt modelId="{6224F170-1575-49E3-8E06-34C2608A5F22}" type="pres">
      <dgm:prSet presAssocID="{2BE37888-A6CC-4F54-814B-93A35E649FA8}" presName="rootText" presStyleLbl="node3" presStyleIdx="5" presStyleCnt="18">
        <dgm:presLayoutVars>
          <dgm:chPref val="3"/>
        </dgm:presLayoutVars>
      </dgm:prSet>
      <dgm:spPr/>
    </dgm:pt>
    <dgm:pt modelId="{4F3439B3-772B-42FA-9A29-2832C1724555}" type="pres">
      <dgm:prSet presAssocID="{2BE37888-A6CC-4F54-814B-93A35E649FA8}" presName="rootConnector" presStyleLbl="node3" presStyleIdx="5" presStyleCnt="18"/>
      <dgm:spPr/>
    </dgm:pt>
    <dgm:pt modelId="{4C9D774C-A04B-4AC2-98FB-043F9F8B7076}" type="pres">
      <dgm:prSet presAssocID="{2BE37888-A6CC-4F54-814B-93A35E649FA8}" presName="hierChild4" presStyleCnt="0"/>
      <dgm:spPr/>
    </dgm:pt>
    <dgm:pt modelId="{72DF7907-8D00-462B-AFD7-835A9577655E}" type="pres">
      <dgm:prSet presAssocID="{2BE37888-A6CC-4F54-814B-93A35E649FA8}"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6" presStyleCnt="18"/>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6" presStyleCnt="18">
        <dgm:presLayoutVars>
          <dgm:chPref val="3"/>
        </dgm:presLayoutVars>
      </dgm:prSet>
      <dgm:spPr/>
    </dgm:pt>
    <dgm:pt modelId="{D2461159-78CB-4A23-999D-2C7EB906725F}" type="pres">
      <dgm:prSet presAssocID="{8B93368D-220F-4F51-922B-E3D40AEF4871}" presName="rootConnector" presStyleLbl="node3" presStyleIdx="6" presStyleCnt="18"/>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91438FCC-53E8-4CBE-9E34-2132871188CC}" type="pres">
      <dgm:prSet presAssocID="{0C240288-5121-414F-BB78-622F00302DB0}" presName="Name37" presStyleLbl="parChTrans1D3" presStyleIdx="7" presStyleCnt="18"/>
      <dgm:spPr/>
    </dgm:pt>
    <dgm:pt modelId="{67578119-EB65-4563-B4C6-2086301E4CE2}" type="pres">
      <dgm:prSet presAssocID="{9B07B92F-D011-43BE-9016-AD65C1E9D3BA}" presName="hierRoot2" presStyleCnt="0">
        <dgm:presLayoutVars>
          <dgm:hierBranch val="init"/>
        </dgm:presLayoutVars>
      </dgm:prSet>
      <dgm:spPr/>
    </dgm:pt>
    <dgm:pt modelId="{21548661-BC88-4440-A64F-6B49E201950B}" type="pres">
      <dgm:prSet presAssocID="{9B07B92F-D011-43BE-9016-AD65C1E9D3BA}" presName="rootComposite" presStyleCnt="0"/>
      <dgm:spPr/>
    </dgm:pt>
    <dgm:pt modelId="{EB9DD715-B78F-4025-BC3C-DDF41A6D4038}" type="pres">
      <dgm:prSet presAssocID="{9B07B92F-D011-43BE-9016-AD65C1E9D3BA}" presName="rootText" presStyleLbl="node3" presStyleIdx="7" presStyleCnt="18">
        <dgm:presLayoutVars>
          <dgm:chPref val="3"/>
        </dgm:presLayoutVars>
      </dgm:prSet>
      <dgm:spPr/>
    </dgm:pt>
    <dgm:pt modelId="{EDE49AC7-8F61-4EB6-A896-2328F5842EE3}" type="pres">
      <dgm:prSet presAssocID="{9B07B92F-D011-43BE-9016-AD65C1E9D3BA}" presName="rootConnector" presStyleLbl="node3" presStyleIdx="7" presStyleCnt="18"/>
      <dgm:spPr/>
    </dgm:pt>
    <dgm:pt modelId="{E0649B45-2015-492E-997F-DE5971114E11}" type="pres">
      <dgm:prSet presAssocID="{9B07B92F-D011-43BE-9016-AD65C1E9D3BA}" presName="hierChild4" presStyleCnt="0"/>
      <dgm:spPr/>
    </dgm:pt>
    <dgm:pt modelId="{33CE48C6-D59A-4AF0-B40B-260B79C5A4A6}" type="pres">
      <dgm:prSet presAssocID="{9B07B92F-D011-43BE-9016-AD65C1E9D3BA}" presName="hierChild5" presStyleCnt="0"/>
      <dgm:spPr/>
    </dgm:pt>
    <dgm:pt modelId="{52B678B9-EB7D-49ED-AFA0-474D96F7E14E}" type="pres">
      <dgm:prSet presAssocID="{40C7F6E3-663D-4009-BD92-2444870FB9F3}" presName="Name37" presStyleLbl="parChTrans1D3" presStyleIdx="8" presStyleCnt="18"/>
      <dgm:spPr/>
    </dgm:pt>
    <dgm:pt modelId="{0E4FE4B4-5351-42E2-918D-8B93C51C146A}" type="pres">
      <dgm:prSet presAssocID="{336C05FC-E58C-4822-B055-BD2C04207E50}" presName="hierRoot2" presStyleCnt="0">
        <dgm:presLayoutVars>
          <dgm:hierBranch val="init"/>
        </dgm:presLayoutVars>
      </dgm:prSet>
      <dgm:spPr/>
    </dgm:pt>
    <dgm:pt modelId="{8CA2EC87-E0CF-4BAC-8DDF-76B9A8A0780F}" type="pres">
      <dgm:prSet presAssocID="{336C05FC-E58C-4822-B055-BD2C04207E50}" presName="rootComposite" presStyleCnt="0"/>
      <dgm:spPr/>
    </dgm:pt>
    <dgm:pt modelId="{4B00E9AA-737E-4AB4-9751-51C205D5BA45}" type="pres">
      <dgm:prSet presAssocID="{336C05FC-E58C-4822-B055-BD2C04207E50}" presName="rootText" presStyleLbl="node3" presStyleIdx="8" presStyleCnt="18">
        <dgm:presLayoutVars>
          <dgm:chPref val="3"/>
        </dgm:presLayoutVars>
      </dgm:prSet>
      <dgm:spPr/>
    </dgm:pt>
    <dgm:pt modelId="{36679FA6-9C78-48A6-BAAA-D6A42FEE9CE4}" type="pres">
      <dgm:prSet presAssocID="{336C05FC-E58C-4822-B055-BD2C04207E50}" presName="rootConnector" presStyleLbl="node3" presStyleIdx="8" presStyleCnt="18"/>
      <dgm:spPr/>
    </dgm:pt>
    <dgm:pt modelId="{2E50BCA5-4FBF-4972-A94C-F24DA27B2363}" type="pres">
      <dgm:prSet presAssocID="{336C05FC-E58C-4822-B055-BD2C04207E50}" presName="hierChild4" presStyleCnt="0"/>
      <dgm:spPr/>
    </dgm:pt>
    <dgm:pt modelId="{706FF3B7-A1DD-4E19-A9F0-6AF1FA7838AD}" type="pres">
      <dgm:prSet presAssocID="{336C05FC-E58C-4822-B055-BD2C04207E50}" presName="hierChild5" presStyleCnt="0"/>
      <dgm:spPr/>
    </dgm:pt>
    <dgm:pt modelId="{90AB7802-A064-4CCF-89BD-28EB7259F237}" type="pres">
      <dgm:prSet presAssocID="{2881CD10-44FE-421B-AF38-9ECF69A7C16A}" presName="Name37" presStyleLbl="parChTrans1D3" presStyleIdx="9" presStyleCnt="18"/>
      <dgm:spPr/>
    </dgm:pt>
    <dgm:pt modelId="{743C15BB-A954-4566-B7B1-3256AF56175C}" type="pres">
      <dgm:prSet presAssocID="{71F63FCD-E49E-4A2E-AD4B-F799C1A3DB33}" presName="hierRoot2" presStyleCnt="0">
        <dgm:presLayoutVars>
          <dgm:hierBranch val="init"/>
        </dgm:presLayoutVars>
      </dgm:prSet>
      <dgm:spPr/>
    </dgm:pt>
    <dgm:pt modelId="{45F903A6-307A-4A43-974A-C22DFD2C3683}" type="pres">
      <dgm:prSet presAssocID="{71F63FCD-E49E-4A2E-AD4B-F799C1A3DB33}" presName="rootComposite" presStyleCnt="0"/>
      <dgm:spPr/>
    </dgm:pt>
    <dgm:pt modelId="{793A719D-4242-4116-984C-7E4DB947CB2C}" type="pres">
      <dgm:prSet presAssocID="{71F63FCD-E49E-4A2E-AD4B-F799C1A3DB33}" presName="rootText" presStyleLbl="node3" presStyleIdx="9" presStyleCnt="18">
        <dgm:presLayoutVars>
          <dgm:chPref val="3"/>
        </dgm:presLayoutVars>
      </dgm:prSet>
      <dgm:spPr/>
    </dgm:pt>
    <dgm:pt modelId="{FD54D111-ECE4-4684-B53D-D8140B2DED86}" type="pres">
      <dgm:prSet presAssocID="{71F63FCD-E49E-4A2E-AD4B-F799C1A3DB33}" presName="rootConnector" presStyleLbl="node3" presStyleIdx="9" presStyleCnt="18"/>
      <dgm:spPr/>
    </dgm:pt>
    <dgm:pt modelId="{0456B65D-AB5C-4159-A93A-D00DBF5D0DC2}" type="pres">
      <dgm:prSet presAssocID="{71F63FCD-E49E-4A2E-AD4B-F799C1A3DB33}" presName="hierChild4" presStyleCnt="0"/>
      <dgm:spPr/>
    </dgm:pt>
    <dgm:pt modelId="{442C91D8-B61B-4BD7-A7EA-5214D038733C}" type="pres">
      <dgm:prSet presAssocID="{71F63FCD-E49E-4A2E-AD4B-F799C1A3DB33}"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10" presStyleCnt="18"/>
      <dgm:spPr/>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10" presStyleCnt="18" custScaleY="101273">
        <dgm:presLayoutVars>
          <dgm:chPref val="3"/>
        </dgm:presLayoutVars>
      </dgm:prSet>
      <dgm:spPr/>
    </dgm:pt>
    <dgm:pt modelId="{53427F1E-64F3-46FE-9189-9127962FB517}" type="pres">
      <dgm:prSet presAssocID="{1330D8AE-5AD3-4971-83B6-44EEB3DE664B}" presName="rootConnector" presStyleLbl="node3" presStyleIdx="10" presStyleCnt="18"/>
      <dgm:spPr/>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3A1796D6-3B82-44FF-A19D-852FF4EBDC50}" type="pres">
      <dgm:prSet presAssocID="{7B3A9F9E-3106-4B24-BEFD-4A9665F424D0}" presName="Name37" presStyleLbl="parChTrans1D3" presStyleIdx="11" presStyleCnt="18"/>
      <dgm:spPr/>
    </dgm:pt>
    <dgm:pt modelId="{D36CE40E-1461-4867-A9C4-AC9DDFDE94A0}" type="pres">
      <dgm:prSet presAssocID="{4FB6BF3B-C219-4303-AEB3-994259D99A70}" presName="hierRoot2" presStyleCnt="0">
        <dgm:presLayoutVars>
          <dgm:hierBranch val="init"/>
        </dgm:presLayoutVars>
      </dgm:prSet>
      <dgm:spPr/>
    </dgm:pt>
    <dgm:pt modelId="{A85318C8-31B5-4A74-9EF5-23705642AD37}" type="pres">
      <dgm:prSet presAssocID="{4FB6BF3B-C219-4303-AEB3-994259D99A70}" presName="rootComposite" presStyleCnt="0"/>
      <dgm:spPr/>
    </dgm:pt>
    <dgm:pt modelId="{AD05E803-A7A2-4733-B015-24257F5A1699}" type="pres">
      <dgm:prSet presAssocID="{4FB6BF3B-C219-4303-AEB3-994259D99A70}" presName="rootText" presStyleLbl="node3" presStyleIdx="11" presStyleCnt="18">
        <dgm:presLayoutVars>
          <dgm:chPref val="3"/>
        </dgm:presLayoutVars>
      </dgm:prSet>
      <dgm:spPr/>
    </dgm:pt>
    <dgm:pt modelId="{1F335708-3B0E-464B-A4EF-4539A7D61EFE}" type="pres">
      <dgm:prSet presAssocID="{4FB6BF3B-C219-4303-AEB3-994259D99A70}" presName="rootConnector" presStyleLbl="node3" presStyleIdx="11" presStyleCnt="18"/>
      <dgm:spPr/>
    </dgm:pt>
    <dgm:pt modelId="{353535FA-CE7E-4F5B-882B-F6515567EC55}" type="pres">
      <dgm:prSet presAssocID="{4FB6BF3B-C219-4303-AEB3-994259D99A70}" presName="hierChild4" presStyleCnt="0"/>
      <dgm:spPr/>
    </dgm:pt>
    <dgm:pt modelId="{60C5A0F5-270E-458C-9CD5-C29918320B96}" type="pres">
      <dgm:prSet presAssocID="{4FB6BF3B-C219-4303-AEB3-994259D99A70}" presName="hierChild5" presStyleCnt="0"/>
      <dgm:spPr/>
    </dgm:pt>
    <dgm:pt modelId="{B744FFEB-D81B-4051-80A0-06CD3150278B}" type="pres">
      <dgm:prSet presAssocID="{360903BC-53AA-45C0-B6BB-495D25685027}" presName="Name37" presStyleLbl="parChTrans1D3" presStyleIdx="12" presStyleCnt="18"/>
      <dgm:spPr/>
    </dgm:pt>
    <dgm:pt modelId="{A9038F44-4B0C-414A-AF75-E1CB0A09147B}" type="pres">
      <dgm:prSet presAssocID="{34E50AA5-7D1F-4CAD-A9C4-5BD6089D922A}" presName="hierRoot2" presStyleCnt="0">
        <dgm:presLayoutVars>
          <dgm:hierBranch val="init"/>
        </dgm:presLayoutVars>
      </dgm:prSet>
      <dgm:spPr/>
    </dgm:pt>
    <dgm:pt modelId="{019A7BFF-1F61-4529-94A9-0BFF9E284C28}" type="pres">
      <dgm:prSet presAssocID="{34E50AA5-7D1F-4CAD-A9C4-5BD6089D922A}" presName="rootComposite" presStyleCnt="0"/>
      <dgm:spPr/>
    </dgm:pt>
    <dgm:pt modelId="{5AB1CE78-FFC0-4A1C-884A-EFD72EB0B55E}" type="pres">
      <dgm:prSet presAssocID="{34E50AA5-7D1F-4CAD-A9C4-5BD6089D922A}" presName="rootText" presStyleLbl="node3" presStyleIdx="12" presStyleCnt="18">
        <dgm:presLayoutVars>
          <dgm:chPref val="3"/>
        </dgm:presLayoutVars>
      </dgm:prSet>
      <dgm:spPr/>
    </dgm:pt>
    <dgm:pt modelId="{980FB6A6-EBB4-4B35-8079-C1CF2C6255DD}" type="pres">
      <dgm:prSet presAssocID="{34E50AA5-7D1F-4CAD-A9C4-5BD6089D922A}" presName="rootConnector" presStyleLbl="node3" presStyleIdx="12" presStyleCnt="18"/>
      <dgm:spPr/>
    </dgm:pt>
    <dgm:pt modelId="{77B0CE6D-30D2-4F6A-8EE6-1F895B7F2EA0}" type="pres">
      <dgm:prSet presAssocID="{34E50AA5-7D1F-4CAD-A9C4-5BD6089D922A}" presName="hierChild4" presStyleCnt="0"/>
      <dgm:spPr/>
    </dgm:pt>
    <dgm:pt modelId="{01F5FA5F-EBD9-4FE9-BC37-D85A0156FB3E}" type="pres">
      <dgm:prSet presAssocID="{34E50AA5-7D1F-4CAD-A9C4-5BD6089D922A}" presName="hierChild5" presStyleCnt="0"/>
      <dgm:spPr/>
    </dgm:pt>
    <dgm:pt modelId="{17B43C74-07FF-45EC-BF27-41123D8CE835}" type="pres">
      <dgm:prSet presAssocID="{6A959C0B-D3F3-4857-8FD6-AEFB8016B1EC}" presName="Name37" presStyleLbl="parChTrans1D3" presStyleIdx="13" presStyleCnt="18"/>
      <dgm:spPr/>
    </dgm:pt>
    <dgm:pt modelId="{4C550044-4F70-431C-B7BE-77780A3C56D3}" type="pres">
      <dgm:prSet presAssocID="{2F0FD7CD-7EB5-47E8-95E1-62C1AD3CE230}" presName="hierRoot2" presStyleCnt="0">
        <dgm:presLayoutVars>
          <dgm:hierBranch val="init"/>
        </dgm:presLayoutVars>
      </dgm:prSet>
      <dgm:spPr/>
    </dgm:pt>
    <dgm:pt modelId="{CDDC9E68-AC18-4700-A465-42A1519C69B8}" type="pres">
      <dgm:prSet presAssocID="{2F0FD7CD-7EB5-47E8-95E1-62C1AD3CE230}" presName="rootComposite" presStyleCnt="0"/>
      <dgm:spPr/>
    </dgm:pt>
    <dgm:pt modelId="{4B31A7B3-2386-4740-A97D-E425D7AA05D7}" type="pres">
      <dgm:prSet presAssocID="{2F0FD7CD-7EB5-47E8-95E1-62C1AD3CE230}" presName="rootText" presStyleLbl="node3" presStyleIdx="13" presStyleCnt="18">
        <dgm:presLayoutVars>
          <dgm:chPref val="3"/>
        </dgm:presLayoutVars>
      </dgm:prSet>
      <dgm:spPr/>
    </dgm:pt>
    <dgm:pt modelId="{28E3C220-EC50-49DE-8E00-E50484AA36CB}" type="pres">
      <dgm:prSet presAssocID="{2F0FD7CD-7EB5-47E8-95E1-62C1AD3CE230}" presName="rootConnector" presStyleLbl="node3" presStyleIdx="13" presStyleCnt="18"/>
      <dgm:spPr/>
    </dgm:pt>
    <dgm:pt modelId="{0704F99F-5AAC-4B83-8BC4-A6EFAA90F292}" type="pres">
      <dgm:prSet presAssocID="{2F0FD7CD-7EB5-47E8-95E1-62C1AD3CE230}" presName="hierChild4" presStyleCnt="0"/>
      <dgm:spPr/>
    </dgm:pt>
    <dgm:pt modelId="{9DD72F2B-8541-42D2-AAA0-EF45A6753F69}" type="pres">
      <dgm:prSet presAssocID="{2F0FD7CD-7EB5-47E8-95E1-62C1AD3CE230}" presName="hierChild5"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pt>
    <dgm:pt modelId="{B78A35CA-8616-4084-9244-9BF0A5A39633}" type="pres">
      <dgm:prSet presAssocID="{AD364B6B-599B-471E-B57A-D1AC5D89F0BB}" presName="rootConnector" presStyleLbl="node2" presStyleIdx="4" presStyleCnt="5"/>
      <dgm:spPr/>
    </dgm:pt>
    <dgm:pt modelId="{F4B924C5-04CD-43B1-A77B-46828D59C785}" type="pres">
      <dgm:prSet presAssocID="{AD364B6B-599B-471E-B57A-D1AC5D89F0BB}" presName="hierChild4" presStyleCnt="0"/>
      <dgm:spPr/>
    </dgm:pt>
    <dgm:pt modelId="{BE153F20-5FEF-4C8F-8351-47167BEE47A5}" type="pres">
      <dgm:prSet presAssocID="{2DC13F08-B77A-4202-A5DE-2375DD98011A}" presName="Name37" presStyleLbl="parChTrans1D3" presStyleIdx="14" presStyleCnt="18"/>
      <dgm:spPr/>
    </dgm:pt>
    <dgm:pt modelId="{C5639E7E-A397-40A2-8FFF-DAE417C9821F}" type="pres">
      <dgm:prSet presAssocID="{0B181462-773E-45A0-AA41-E62C928C5B72}" presName="hierRoot2" presStyleCnt="0">
        <dgm:presLayoutVars>
          <dgm:hierBranch val="init"/>
        </dgm:presLayoutVars>
      </dgm:prSet>
      <dgm:spPr/>
    </dgm:pt>
    <dgm:pt modelId="{06EB2686-EFFA-46D6-B21C-592848EC4C35}" type="pres">
      <dgm:prSet presAssocID="{0B181462-773E-45A0-AA41-E62C928C5B72}" presName="rootComposite" presStyleCnt="0"/>
      <dgm:spPr/>
    </dgm:pt>
    <dgm:pt modelId="{5419A9F9-1304-4927-89DA-0098410B4A6C}" type="pres">
      <dgm:prSet presAssocID="{0B181462-773E-45A0-AA41-E62C928C5B72}" presName="rootText" presStyleLbl="node3" presStyleIdx="14" presStyleCnt="18">
        <dgm:presLayoutVars>
          <dgm:chPref val="3"/>
        </dgm:presLayoutVars>
      </dgm:prSet>
      <dgm:spPr/>
    </dgm:pt>
    <dgm:pt modelId="{40A99885-4390-4099-9352-3F567619A649}" type="pres">
      <dgm:prSet presAssocID="{0B181462-773E-45A0-AA41-E62C928C5B72}" presName="rootConnector" presStyleLbl="node3" presStyleIdx="14" presStyleCnt="18"/>
      <dgm:spPr/>
    </dgm:pt>
    <dgm:pt modelId="{F250274B-3D10-46AD-88CD-D4E9A3E5DEF8}" type="pres">
      <dgm:prSet presAssocID="{0B181462-773E-45A0-AA41-E62C928C5B72}" presName="hierChild4" presStyleCnt="0"/>
      <dgm:spPr/>
    </dgm:pt>
    <dgm:pt modelId="{31FD230F-1C64-450D-B334-68A6F2147CC3}" type="pres">
      <dgm:prSet presAssocID="{0B181462-773E-45A0-AA41-E62C928C5B72}" presName="hierChild5" presStyleCnt="0"/>
      <dgm:spPr/>
    </dgm:pt>
    <dgm:pt modelId="{267CDB28-B66E-42AF-ABAB-A71DB0C8AA81}" type="pres">
      <dgm:prSet presAssocID="{B845BFD3-9C3E-4612-A703-4B1852AFD30D}" presName="Name37" presStyleLbl="parChTrans1D3" presStyleIdx="15" presStyleCnt="18"/>
      <dgm:spPr/>
    </dgm:pt>
    <dgm:pt modelId="{A41BDCFF-B3AE-4137-8A2E-DBA1CCDF99F8}" type="pres">
      <dgm:prSet presAssocID="{A0EFB5DA-CEB8-4144-BA84-0BB8D09F8E00}" presName="hierRoot2" presStyleCnt="0">
        <dgm:presLayoutVars>
          <dgm:hierBranch val="init"/>
        </dgm:presLayoutVars>
      </dgm:prSet>
      <dgm:spPr/>
    </dgm:pt>
    <dgm:pt modelId="{03DAC784-53E5-49DB-8AB7-BEAB213A1142}" type="pres">
      <dgm:prSet presAssocID="{A0EFB5DA-CEB8-4144-BA84-0BB8D09F8E00}" presName="rootComposite" presStyleCnt="0"/>
      <dgm:spPr/>
    </dgm:pt>
    <dgm:pt modelId="{83291EA2-E836-484B-AE4C-8D0D6D755106}" type="pres">
      <dgm:prSet presAssocID="{A0EFB5DA-CEB8-4144-BA84-0BB8D09F8E00}" presName="rootText" presStyleLbl="node3" presStyleIdx="15" presStyleCnt="18">
        <dgm:presLayoutVars>
          <dgm:chPref val="3"/>
        </dgm:presLayoutVars>
      </dgm:prSet>
      <dgm:spPr/>
    </dgm:pt>
    <dgm:pt modelId="{C640BE60-D054-403D-A97A-A2B88B8C6467}" type="pres">
      <dgm:prSet presAssocID="{A0EFB5DA-CEB8-4144-BA84-0BB8D09F8E00}" presName="rootConnector" presStyleLbl="node3" presStyleIdx="15" presStyleCnt="18"/>
      <dgm:spPr/>
    </dgm:pt>
    <dgm:pt modelId="{7CB38D2D-F6FB-4354-8404-B94A0C3D15DC}" type="pres">
      <dgm:prSet presAssocID="{A0EFB5DA-CEB8-4144-BA84-0BB8D09F8E00}" presName="hierChild4" presStyleCnt="0"/>
      <dgm:spPr/>
    </dgm:pt>
    <dgm:pt modelId="{B50D8943-B39B-49CE-8755-DA4732EF35F5}" type="pres">
      <dgm:prSet presAssocID="{A0EFB5DA-CEB8-4144-BA84-0BB8D09F8E00}" presName="hierChild5" presStyleCnt="0"/>
      <dgm:spPr/>
    </dgm:pt>
    <dgm:pt modelId="{99B4870D-7A0E-4E1C-9B3B-42CEB6246191}" type="pres">
      <dgm:prSet presAssocID="{7149F6D3-4A91-415A-A7A6-1ED7E06AE67B}" presName="Name37" presStyleLbl="parChTrans1D3" presStyleIdx="16" presStyleCnt="18"/>
      <dgm:spPr/>
    </dgm:pt>
    <dgm:pt modelId="{762DC5C8-567F-42A1-A8BB-E387E1D3D862}" type="pres">
      <dgm:prSet presAssocID="{ABFA3185-A270-4813-9A72-4DC576F9870C}" presName="hierRoot2" presStyleCnt="0">
        <dgm:presLayoutVars>
          <dgm:hierBranch val="init"/>
        </dgm:presLayoutVars>
      </dgm:prSet>
      <dgm:spPr/>
    </dgm:pt>
    <dgm:pt modelId="{1B933423-996A-4B74-BE76-4F7E703999EE}" type="pres">
      <dgm:prSet presAssocID="{ABFA3185-A270-4813-9A72-4DC576F9870C}" presName="rootComposite" presStyleCnt="0"/>
      <dgm:spPr/>
    </dgm:pt>
    <dgm:pt modelId="{E0A242CE-5970-4277-BFF4-836038C1726B}" type="pres">
      <dgm:prSet presAssocID="{ABFA3185-A270-4813-9A72-4DC576F9870C}" presName="rootText" presStyleLbl="node3" presStyleIdx="16" presStyleCnt="18">
        <dgm:presLayoutVars>
          <dgm:chPref val="3"/>
        </dgm:presLayoutVars>
      </dgm:prSet>
      <dgm:spPr/>
    </dgm:pt>
    <dgm:pt modelId="{10B63811-FE77-4203-A754-40F3B05F5651}" type="pres">
      <dgm:prSet presAssocID="{ABFA3185-A270-4813-9A72-4DC576F9870C}" presName="rootConnector" presStyleLbl="node3" presStyleIdx="16" presStyleCnt="18"/>
      <dgm:spPr/>
    </dgm:pt>
    <dgm:pt modelId="{DB4105ED-0369-41CC-B2FB-7F6D9C113788}" type="pres">
      <dgm:prSet presAssocID="{ABFA3185-A270-4813-9A72-4DC576F9870C}" presName="hierChild4" presStyleCnt="0"/>
      <dgm:spPr/>
    </dgm:pt>
    <dgm:pt modelId="{157C8F10-6264-4901-B9A8-FFE6DF139A02}" type="pres">
      <dgm:prSet presAssocID="{ABFA3185-A270-4813-9A72-4DC576F9870C}" presName="hierChild5" presStyleCnt="0"/>
      <dgm:spPr/>
    </dgm:pt>
    <dgm:pt modelId="{179517C6-5E04-4641-96DF-9DFB11B7637C}" type="pres">
      <dgm:prSet presAssocID="{DD2BBCD3-5050-45ED-8148-D0DCF43C8309}" presName="Name37" presStyleLbl="parChTrans1D3" presStyleIdx="17" presStyleCnt="18"/>
      <dgm:spPr/>
    </dgm:pt>
    <dgm:pt modelId="{335B801D-1F3B-45EC-872C-D770CB9CCCF9}" type="pres">
      <dgm:prSet presAssocID="{9DCF1B7B-E530-4BD8-AAC8-4C51B477A16C}" presName="hierRoot2" presStyleCnt="0">
        <dgm:presLayoutVars>
          <dgm:hierBranch val="init"/>
        </dgm:presLayoutVars>
      </dgm:prSet>
      <dgm:spPr/>
    </dgm:pt>
    <dgm:pt modelId="{1B7F6C4A-F53A-425F-9B5A-2012E87BCE24}" type="pres">
      <dgm:prSet presAssocID="{9DCF1B7B-E530-4BD8-AAC8-4C51B477A16C}" presName="rootComposite" presStyleCnt="0"/>
      <dgm:spPr/>
    </dgm:pt>
    <dgm:pt modelId="{59E047FC-425B-4687-A647-10E12F60DFF3}" type="pres">
      <dgm:prSet presAssocID="{9DCF1B7B-E530-4BD8-AAC8-4C51B477A16C}" presName="rootText" presStyleLbl="node3" presStyleIdx="17" presStyleCnt="18">
        <dgm:presLayoutVars>
          <dgm:chPref val="3"/>
        </dgm:presLayoutVars>
      </dgm:prSet>
      <dgm:spPr/>
    </dgm:pt>
    <dgm:pt modelId="{1B7F3FE0-253E-45E4-B77B-656603FA0E31}" type="pres">
      <dgm:prSet presAssocID="{9DCF1B7B-E530-4BD8-AAC8-4C51B477A16C}" presName="rootConnector" presStyleLbl="node3" presStyleIdx="17" presStyleCnt="18"/>
      <dgm:spPr/>
    </dgm:pt>
    <dgm:pt modelId="{796204DF-B744-4A08-B3DA-99D65128D661}" type="pres">
      <dgm:prSet presAssocID="{9DCF1B7B-E530-4BD8-AAC8-4C51B477A16C}" presName="hierChild4" presStyleCnt="0"/>
      <dgm:spPr/>
    </dgm:pt>
    <dgm:pt modelId="{87D58BE1-E95D-4846-A2CA-15B89392622E}" type="pres">
      <dgm:prSet presAssocID="{9DCF1B7B-E530-4BD8-AAC8-4C51B477A16C}" presName="hierChild5"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C6FF7A02-062C-4639-810A-A45B5EBFA49E}" type="presOf" srcId="{AFA08882-8DB8-4E0D-B287-05DB0C752DF9}" destId="{5487298C-5DF2-4AE0-AD6D-3E1DEBCFB02C}" srcOrd="0" destOrd="0" presId="urn:microsoft.com/office/officeart/2005/8/layout/orgChart1"/>
    <dgm:cxn modelId="{D907E203-978E-4AE6-AB6F-7F19D05309BA}" type="presOf" srcId="{59E3059B-1485-4ECC-BBBF-7CA3E640F38D}" destId="{A2A41425-2A6B-472C-AF7D-497B8D8C6C0F}" srcOrd="0" destOrd="0" presId="urn:microsoft.com/office/officeart/2005/8/layout/orgChart1"/>
    <dgm:cxn modelId="{9C68F104-DAAA-418F-832D-3869A6EDDE8B}" type="presOf" srcId="{9DCF1B7B-E530-4BD8-AAC8-4C51B477A16C}" destId="{59E047FC-425B-4687-A647-10E12F60DFF3}" srcOrd="0" destOrd="0" presId="urn:microsoft.com/office/officeart/2005/8/layout/orgChart1"/>
    <dgm:cxn modelId="{FFA75F06-B36C-46DF-9C39-5CE5EB64B1D3}" srcId="{1FDE73C1-1773-4DFF-80D8-CE538843B8D6}" destId="{9B07B92F-D011-43BE-9016-AD65C1E9D3BA}" srcOrd="1" destOrd="0" parTransId="{0C240288-5121-414F-BB78-622F00302DB0}" sibTransId="{898DE083-E0E1-4C2B-8DE5-2D5A3089EA28}"/>
    <dgm:cxn modelId="{F0CF5909-719F-42C5-AA61-EA4592BEB843}" type="presOf" srcId="{AD364B6B-599B-471E-B57A-D1AC5D89F0BB}" destId="{B78A35CA-8616-4084-9244-9BF0A5A39633}" srcOrd="1"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0D482E10-95BA-4DD2-BB00-C25067C7554E}" type="presOf" srcId="{1330D8AE-5AD3-4971-83B6-44EEB3DE664B}" destId="{B386D850-18E4-4553-BFA3-F5B91F42AF1A}"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A7F70F1A-A287-46AE-BFBC-B7B1EDB7CF55}" type="presOf" srcId="{7149F6D3-4A91-415A-A7A6-1ED7E06AE67B}" destId="{99B4870D-7A0E-4E1C-9B3B-42CEB6246191}"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16B3722-2B18-4B41-AC43-6185262EEC93}" type="presOf" srcId="{40C7F6E3-663D-4009-BD92-2444870FB9F3}" destId="{52B678B9-EB7D-49ED-AFA0-474D96F7E14E}"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3D229424-040F-48C7-8B5A-BB2AFFA9BBEF}" type="presOf" srcId="{4FB6BF3B-C219-4303-AEB3-994259D99A70}" destId="{AD05E803-A7A2-4733-B015-24257F5A1699}" srcOrd="0" destOrd="0" presId="urn:microsoft.com/office/officeart/2005/8/layout/orgChart1"/>
    <dgm:cxn modelId="{27271225-824B-4C36-988E-0D74E775C70F}" type="presOf" srcId="{336C05FC-E58C-4822-B055-BD2C04207E50}" destId="{4B00E9AA-737E-4AB4-9751-51C205D5BA45}"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7EF9AB26-564C-45F6-B97E-2E558AF4D106}" type="presOf" srcId="{A0EFB5DA-CEB8-4144-BA84-0BB8D09F8E00}" destId="{C640BE60-D054-403D-A97A-A2B88B8C6467}" srcOrd="1" destOrd="0" presId="urn:microsoft.com/office/officeart/2005/8/layout/orgChart1"/>
    <dgm:cxn modelId="{61A9FD26-C8C7-44E2-8540-E0644D82B833}" srcId="{9E6404DC-1053-49D6-95EE-599A97C88DD3}" destId="{AD364B6B-599B-471E-B57A-D1AC5D89F0BB}" srcOrd="4" destOrd="0" parTransId="{050B7652-B2ED-404E-AA57-5A9109C9C4AD}" sibTransId="{07904351-DCD9-4880-84F3-DBF42C6506B5}"/>
    <dgm:cxn modelId="{3371D227-869E-4636-B9B0-BA373BCE5AD6}" srcId="{9E6404DC-1053-49D6-95EE-599A97C88DD3}" destId="{9286A5EC-F2A9-487D-8BF1-B96EEEFD636B}" srcOrd="0" destOrd="0" parTransId="{8CE2CE9A-EBD7-445E-BD99-21666869C1D4}" sibTransId="{D6357A36-116B-440B-A9E1-8EDB3A4D1B88}"/>
    <dgm:cxn modelId="{286E9828-A3BB-444D-A998-B27837355EDF}" type="presOf" srcId="{8B93368D-220F-4F51-922B-E3D40AEF4871}" destId="{AF41A196-D073-444E-BDCD-FC763BCB5F43}" srcOrd="0"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2A10262A-7A3D-435D-A44B-1F63FB96E59A}" type="presOf" srcId="{ABFA3185-A270-4813-9A72-4DC576F9870C}" destId="{E0A242CE-5970-4277-BFF4-836038C1726B}"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E9E1862C-9AFD-425B-8D68-F60EB980E59F}" type="presOf" srcId="{34E50AA5-7D1F-4CAD-A9C4-5BD6089D922A}" destId="{980FB6A6-EBB4-4B35-8079-C1CF2C6255DD}" srcOrd="1" destOrd="0" presId="urn:microsoft.com/office/officeart/2005/8/layout/orgChart1"/>
    <dgm:cxn modelId="{3A849830-C399-4E4D-A343-6EDC1AFA2D66}" type="presOf" srcId="{AFA08882-8DB8-4E0D-B287-05DB0C752DF9}" destId="{01C5386B-6CBD-4353-B3F4-913B6E33D86C}" srcOrd="1" destOrd="0" presId="urn:microsoft.com/office/officeart/2005/8/layout/orgChart1"/>
    <dgm:cxn modelId="{405F8032-207C-4522-B429-E28FA3C880BF}" type="presOf" srcId="{4FB6BF3B-C219-4303-AEB3-994259D99A70}" destId="{1F335708-3B0E-464B-A4EF-4539A7D61EFE}" srcOrd="1" destOrd="0" presId="urn:microsoft.com/office/officeart/2005/8/layout/orgChart1"/>
    <dgm:cxn modelId="{ED154638-981D-4681-9264-D07F731CF093}" type="presOf" srcId="{B845BFD3-9C3E-4612-A703-4B1852AFD30D}" destId="{267CDB28-B66E-42AF-ABAB-A71DB0C8AA81}" srcOrd="0" destOrd="0" presId="urn:microsoft.com/office/officeart/2005/8/layout/orgChart1"/>
    <dgm:cxn modelId="{477ACD42-D2E1-45BF-A8E4-11D7CFD03C59}" srcId="{AD364B6B-599B-471E-B57A-D1AC5D89F0BB}" destId="{ABFA3185-A270-4813-9A72-4DC576F9870C}" srcOrd="2" destOrd="0" parTransId="{7149F6D3-4A91-415A-A7A6-1ED7E06AE67B}" sibTransId="{64FB07AD-5B69-4558-AA50-D0340FDDD3BB}"/>
    <dgm:cxn modelId="{1C261246-9207-4B53-A2C4-2BA09B33630C}" type="presOf" srcId="{83C514AB-FB67-484E-BA4B-BB02F826349B}" destId="{926A6640-5DB9-4472-9FA7-00826B78BDEB}" srcOrd="0" destOrd="0" presId="urn:microsoft.com/office/officeart/2005/8/layout/orgChart1"/>
    <dgm:cxn modelId="{D1436F4C-2028-43B6-83A4-DB0C35992E10}" type="presOf" srcId="{A0EFB5DA-CEB8-4144-BA84-0BB8D09F8E00}" destId="{83291EA2-E836-484B-AE4C-8D0D6D755106}" srcOrd="0" destOrd="0" presId="urn:microsoft.com/office/officeart/2005/8/layout/orgChart1"/>
    <dgm:cxn modelId="{06667F4D-7094-4DBD-950A-D69BE27A5C04}" srcId="{AD364B6B-599B-471E-B57A-D1AC5D89F0BB}" destId="{0B181462-773E-45A0-AA41-E62C928C5B72}" srcOrd="0" destOrd="0" parTransId="{2DC13F08-B77A-4202-A5DE-2375DD98011A}" sibTransId="{ED6BD826-6365-40B0-9CE8-886BAB0FA6AD}"/>
    <dgm:cxn modelId="{3F27C453-2266-4728-8193-2CB94D2999D7}" srcId="{620DD3EC-BDCD-468B-B566-7FE2B848507E}" destId="{A6F1130E-C6DF-41B8-911E-8778F9129C5B}" srcOrd="2" destOrd="0" parTransId="{83C514AB-FB67-484E-BA4B-BB02F826349B}" sibTransId="{11B1FD31-1450-4568-8891-C96B8722A7F5}"/>
    <dgm:cxn modelId="{AC39F653-00D5-4219-8557-1E633AAA0D11}" type="presOf" srcId="{9E6404DC-1053-49D6-95EE-599A97C88DD3}" destId="{C8C73746-D1E9-45A4-A4B2-4DB251C0CC5A}" srcOrd="1" destOrd="0" presId="urn:microsoft.com/office/officeart/2005/8/layout/orgChart1"/>
    <dgm:cxn modelId="{91CCA359-9C10-4F4A-A1D6-4DFFC07A16FE}" type="presOf" srcId="{2881CD10-44FE-421B-AF38-9ECF69A7C16A}" destId="{90AB7802-A064-4CCF-89BD-28EB7259F237}" srcOrd="0" destOrd="0" presId="urn:microsoft.com/office/officeart/2005/8/layout/orgChart1"/>
    <dgm:cxn modelId="{0C8DF259-8D95-43A6-AF5E-6DF1AC4CD357}" type="presOf" srcId="{71F63FCD-E49E-4A2E-AD4B-F799C1A3DB33}" destId="{FD54D111-ECE4-4684-B53D-D8140B2DED86}"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D0AB646E-8302-4720-B417-20AE9987BE44}" srcId="{A1A03C13-4BED-4BB7-8AFB-BDB236A519FA}" destId="{2F0FD7CD-7EB5-47E8-95E1-62C1AD3CE230}" srcOrd="3" destOrd="0" parTransId="{6A959C0B-D3F3-4857-8FD6-AEFB8016B1EC}" sibTransId="{A6D87D7A-1E65-4B64-AB3C-7E464BEFD024}"/>
    <dgm:cxn modelId="{86FF8B6F-41EE-42FC-A3A6-D7E108D03B04}" type="presOf" srcId="{2F0FD7CD-7EB5-47E8-95E1-62C1AD3CE230}" destId="{4B31A7B3-2386-4740-A97D-E425D7AA05D7}"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B33F6672-2FA0-4696-A19C-4CEB2B9A1871}" type="presOf" srcId="{71F63FCD-E49E-4A2E-AD4B-F799C1A3DB33}" destId="{793A719D-4242-4116-984C-7E4DB947CB2C}"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6D63AA72-B2E8-49C0-A94D-87F1CF81B126}" srcId="{1FDE73C1-1773-4DFF-80D8-CE538843B8D6}" destId="{336C05FC-E58C-4822-B055-BD2C04207E50}" srcOrd="2" destOrd="0" parTransId="{40C7F6E3-663D-4009-BD92-2444870FB9F3}" sibTransId="{A0418A55-2F76-45C2-9AA6-3A0F2D2BE286}"/>
    <dgm:cxn modelId="{271F8575-CBD2-4630-B0E1-08FCBC19CD11}" type="presOf" srcId="{2F0FD7CD-7EB5-47E8-95E1-62C1AD3CE230}" destId="{28E3C220-EC50-49DE-8E00-E50484AA36CB}" srcOrd="1" destOrd="0" presId="urn:microsoft.com/office/officeart/2005/8/layout/orgChart1"/>
    <dgm:cxn modelId="{4A2BB477-9143-4C5B-9A7A-061BC00825F6}" srcId="{A1A03C13-4BED-4BB7-8AFB-BDB236A519FA}" destId="{34E50AA5-7D1F-4CAD-A9C4-5BD6089D922A}" srcOrd="2" destOrd="0" parTransId="{360903BC-53AA-45C0-B6BB-495D25685027}" sibTransId="{C0B24588-8D29-4A43-A7D2-F1B9BDBD65DD}"/>
    <dgm:cxn modelId="{9176927D-961F-41F7-A707-E60700988CCB}" srcId="{620DD3EC-BDCD-468B-B566-7FE2B848507E}" destId="{2BE37888-A6CC-4F54-814B-93A35E649FA8}" srcOrd="3" destOrd="0" parTransId="{56B9D70E-4F45-42A0-AAE8-B23FFDEF2E11}" sibTransId="{5AED7569-F276-4F5A-BD72-7C20C805D3E2}"/>
    <dgm:cxn modelId="{1A46CE7F-A917-4FBF-8C99-90283829C0A5}" type="presOf" srcId="{1FDE73C1-1773-4DFF-80D8-CE538843B8D6}" destId="{03758FE5-334A-46EC-AD76-4289659832B6}" srcOrd="0" destOrd="0" presId="urn:microsoft.com/office/officeart/2005/8/layout/orgChart1"/>
    <dgm:cxn modelId="{AF925181-0195-4133-86A5-35D57ABF418E}" type="presOf" srcId="{360903BC-53AA-45C0-B6BB-495D25685027}" destId="{B744FFEB-D81B-4051-80A0-06CD3150278B}" srcOrd="0" destOrd="0" presId="urn:microsoft.com/office/officeart/2005/8/layout/orgChart1"/>
    <dgm:cxn modelId="{52EB1184-B3E8-40BE-9C1D-6D71847E0910}" type="presOf" srcId="{2DC13F08-B77A-4202-A5DE-2375DD98011A}" destId="{BE153F20-5FEF-4C8F-8351-47167BEE47A5}"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773AF492-7425-4195-BF85-AF34371B29BB}" type="presOf" srcId="{7B3A9F9E-3106-4B24-BEFD-4A9665F424D0}" destId="{3A1796D6-3B82-44FF-A19D-852FF4EBDC50}"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D8E4569A-9F5A-4A7D-90B3-78C858627165}" type="presOf" srcId="{0C240288-5121-414F-BB78-622F00302DB0}" destId="{91438FCC-53E8-4CBE-9E34-2132871188CC}" srcOrd="0" destOrd="0" presId="urn:microsoft.com/office/officeart/2005/8/layout/orgChart1"/>
    <dgm:cxn modelId="{D775A59A-4B70-4422-A451-65C34CB41251}" type="presOf" srcId="{A6F1130E-C6DF-41B8-911E-8778F9129C5B}" destId="{2269AB6C-4D9B-43F4-9D73-3EE4A8D5D095}" srcOrd="0" destOrd="0" presId="urn:microsoft.com/office/officeart/2005/8/layout/orgChart1"/>
    <dgm:cxn modelId="{C4213F9B-3742-4A87-AC59-B23F2D5C4DE7}" type="presOf" srcId="{0B181462-773E-45A0-AA41-E62C928C5B72}" destId="{5419A9F9-1304-4927-89DA-0098410B4A6C}" srcOrd="0" destOrd="0" presId="urn:microsoft.com/office/officeart/2005/8/layout/orgChart1"/>
    <dgm:cxn modelId="{CE8FC09F-B2B1-498F-AC05-6F6BC9EBDFAD}" type="presOf" srcId="{9B07B92F-D011-43BE-9016-AD65C1E9D3BA}" destId="{EDE49AC7-8F61-4EB6-A896-2328F5842EE3}" srcOrd="1" destOrd="0" presId="urn:microsoft.com/office/officeart/2005/8/layout/orgChart1"/>
    <dgm:cxn modelId="{A4979EA3-BF2A-418C-8E6F-6CED958F8454}" type="presOf" srcId="{9B07B92F-D011-43BE-9016-AD65C1E9D3BA}" destId="{EB9DD715-B78F-4025-BC3C-DDF41A6D4038}"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60B30FA8-F715-4C67-BE81-63043388D956}" type="presOf" srcId="{2BE37888-A6CC-4F54-814B-93A35E649FA8}" destId="{4F3439B3-772B-42FA-9A29-2832C1724555}"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4E84C3B0-496A-4375-AF14-155DA4E16D9E}" srcId="{620DD3EC-BDCD-468B-B566-7FE2B848507E}" destId="{AFA08882-8DB8-4E0D-B287-05DB0C752DF9}" srcOrd="1" destOrd="0" parTransId="{60C1FE0A-110A-4E56-99E0-F8424E1EE4D8}" sibTransId="{83A1036A-8F0D-443E-BB6B-DF1EAD64A9FB}"/>
    <dgm:cxn modelId="{9752C8B1-4851-486E-8BD3-4D299AC170C5}" type="presOf" srcId="{620DD3EC-BDCD-468B-B566-7FE2B848507E}" destId="{02B28F85-DE51-42FF-859E-1DD3A478F426}"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1C4492B2-F5D8-4A17-A491-C24C92D09FC9}" type="presOf" srcId="{DD2BBCD3-5050-45ED-8148-D0DCF43C8309}" destId="{179517C6-5E04-4641-96DF-9DFB11B7637C}" srcOrd="0" destOrd="0" presId="urn:microsoft.com/office/officeart/2005/8/layout/orgChart1"/>
    <dgm:cxn modelId="{619CCAB8-835D-405C-A5E6-282FA69D83B8}" type="presOf" srcId="{6A959C0B-D3F3-4857-8FD6-AEFB8016B1EC}" destId="{17B43C74-07FF-45EC-BF27-41123D8CE835}" srcOrd="0" destOrd="0" presId="urn:microsoft.com/office/officeart/2005/8/layout/orgChart1"/>
    <dgm:cxn modelId="{76DC81BA-0E94-4E9E-AD33-7FC747EB95DF}" srcId="{A1A03C13-4BED-4BB7-8AFB-BDB236A519FA}" destId="{4FB6BF3B-C219-4303-AEB3-994259D99A70}" srcOrd="1" destOrd="0" parTransId="{7B3A9F9E-3106-4B24-BEFD-4A9665F424D0}" sibTransId="{BB1D7A17-31AC-42E3-8687-DAF228003D93}"/>
    <dgm:cxn modelId="{D18F37BE-20EA-48BA-88C1-05FDA48873D6}" type="presOf" srcId="{34E50AA5-7D1F-4CAD-A9C4-5BD6089D922A}" destId="{5AB1CE78-FFC0-4A1C-884A-EFD72EB0B55E}"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B0B35FCC-1C3A-4340-9E27-84C3598A9888}" type="presOf" srcId="{0B181462-773E-45A0-AA41-E62C928C5B72}" destId="{40A99885-4390-4099-9352-3F567619A649}" srcOrd="1" destOrd="0" presId="urn:microsoft.com/office/officeart/2005/8/layout/orgChart1"/>
    <dgm:cxn modelId="{FB30DFCD-3188-4EE3-8371-E8A137CAEA7F}" type="presOf" srcId="{BFCBBE67-AD4B-44C6-B3A5-16361CC3B65A}" destId="{BAB65234-BEF3-44F6-8238-22DD5F2B3ECA}" srcOrd="0" destOrd="0" presId="urn:microsoft.com/office/officeart/2005/8/layout/orgChart1"/>
    <dgm:cxn modelId="{089C4DD0-1424-46E7-B581-D6A32F1BB069}" srcId="{A1A03C13-4BED-4BB7-8AFB-BDB236A519FA}" destId="{1330D8AE-5AD3-4971-83B6-44EEB3DE664B}" srcOrd="0" destOrd="0" parTransId="{BFCBBE67-AD4B-44C6-B3A5-16361CC3B65A}" sibTransId="{81EE5860-B977-4474-AA46-CCB203BB9FFA}"/>
    <dgm:cxn modelId="{B5EE9AD3-6BE3-42E6-8C26-4A628CA9600B}" type="presOf" srcId="{9D28DB69-DDB3-4999-9A0B-8D007976E69E}" destId="{DE7F276F-E57B-4251-A70B-2917BAF50B6F}" srcOrd="0" destOrd="0" presId="urn:microsoft.com/office/officeart/2005/8/layout/orgChart1"/>
    <dgm:cxn modelId="{6A7D55D4-309D-4CE1-AAB8-9EA484635F70}" type="presOf" srcId="{A6F1130E-C6DF-41B8-911E-8778F9129C5B}" destId="{A82075F1-F7B1-4877-A7A7-DA57FBE9F4C2}" srcOrd="1" destOrd="0" presId="urn:microsoft.com/office/officeart/2005/8/layout/orgChart1"/>
    <dgm:cxn modelId="{536283D6-49D2-4FEC-85D8-0546D7714E6E}" type="presOf" srcId="{60C1FE0A-110A-4E56-99E0-F8424E1EE4D8}" destId="{ACFEAFB9-1AF4-484E-B255-0473015BB9DC}" srcOrd="0" destOrd="0" presId="urn:microsoft.com/office/officeart/2005/8/layout/orgChart1"/>
    <dgm:cxn modelId="{DF2A62D8-EF4F-4867-BE53-9BC6815F112C}" type="presOf" srcId="{9E18C130-4D81-4BDD-8DE6-22CF9F45E19E}" destId="{62821369-B757-43AF-BF6D-02B9EF83A7FF}" srcOrd="0" destOrd="0" presId="urn:microsoft.com/office/officeart/2005/8/layout/orgChart1"/>
    <dgm:cxn modelId="{E2345FDE-7237-452D-86CF-E7444255D423}" type="presOf" srcId="{2BE37888-A6CC-4F54-814B-93A35E649FA8}" destId="{6224F170-1575-49E3-8E06-34C2608A5F22}" srcOrd="0" destOrd="0" presId="urn:microsoft.com/office/officeart/2005/8/layout/orgChart1"/>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8E446DE0-94F3-4783-ADDF-2F730D4703F2}" type="presOf" srcId="{56B9D70E-4F45-42A0-AAE8-B23FFDEF2E11}" destId="{226C4F77-031C-4E54-A5BA-7A69C318E44B}" srcOrd="0" destOrd="0" presId="urn:microsoft.com/office/officeart/2005/8/layout/orgChart1"/>
    <dgm:cxn modelId="{F4A795E2-EC5F-44B3-804A-E1C38BC465E0}" type="presOf" srcId="{1330D8AE-5AD3-4971-83B6-44EEB3DE664B}" destId="{53427F1E-64F3-46FE-9189-9127962FB517}" srcOrd="1" destOrd="0" presId="urn:microsoft.com/office/officeart/2005/8/layout/orgChart1"/>
    <dgm:cxn modelId="{112E9CE3-D075-4D61-972E-CB15D1C43D03}" type="presOf" srcId="{8A74C719-C0B0-45E7-A044-8F3E3BDD14B1}" destId="{43458361-CDBC-43AE-84A2-56ACA0035337}" srcOrd="1" destOrd="0" presId="urn:microsoft.com/office/officeart/2005/8/layout/orgChart1"/>
    <dgm:cxn modelId="{8DF5BAED-C6A0-4E1D-86FD-3B495E56AC45}" type="presOf" srcId="{336C05FC-E58C-4822-B055-BD2C04207E50}" destId="{36679FA6-9C78-48A6-BAAA-D6A42FEE9CE4}"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EC0382F1-0FE5-49B7-80B7-E5C411999F5B}" srcId="{1FDE73C1-1773-4DFF-80D8-CE538843B8D6}" destId="{71F63FCD-E49E-4A2E-AD4B-F799C1A3DB33}" srcOrd="3" destOrd="0" parTransId="{2881CD10-44FE-421B-AF38-9ECF69A7C16A}" sibTransId="{213F811D-A8A3-4F2E-8FC2-43A5FFBB152E}"/>
    <dgm:cxn modelId="{6D38E9F6-99FB-412C-9471-9D2CDCEB9671}" type="presOf" srcId="{1E627F9E-CE3B-4A85-BB78-8DDB86A78DDE}" destId="{31C29986-52F5-42D4-A9FC-3B32B3F35DB2}" srcOrd="0"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DBE603F8-22DE-461C-99E7-C4E7E4606F44}" type="presOf" srcId="{9DCF1B7B-E530-4BD8-AAC8-4C51B477A16C}" destId="{1B7F3FE0-253E-45E4-B77B-656603FA0E31}" srcOrd="1" destOrd="0" presId="urn:microsoft.com/office/officeart/2005/8/layout/orgChart1"/>
    <dgm:cxn modelId="{6EF635F9-250A-4F88-A5C4-7F83B2465C61}" type="presOf" srcId="{ABFA3185-A270-4813-9A72-4DC576F9870C}" destId="{10B63811-FE77-4203-A754-40F3B05F5651}" srcOrd="1" destOrd="0" presId="urn:microsoft.com/office/officeart/2005/8/layout/orgChart1"/>
    <dgm:cxn modelId="{20B43AFC-9822-416A-BF18-D956CAA92BBD}" srcId="{AD364B6B-599B-471E-B57A-D1AC5D89F0BB}" destId="{9DCF1B7B-E530-4BD8-AAC8-4C51B477A16C}" srcOrd="3" destOrd="0" parTransId="{DD2BBCD3-5050-45ED-8148-D0DCF43C8309}" sibTransId="{0C6A7D07-E5D1-4F11-A964-DE9C3C342AF8}"/>
    <dgm:cxn modelId="{7C7485FC-4CFA-45FF-817B-B38DD356F0B5}" srcId="{9E6404DC-1053-49D6-95EE-599A97C88DD3}" destId="{A1A03C13-4BED-4BB7-8AFB-BDB236A519FA}" srcOrd="3" destOrd="0" parTransId="{9E18C130-4D81-4BDD-8DE6-22CF9F45E19E}" sibTransId="{CF4AE597-246B-4D28-8B3B-D3E59AB05BD8}"/>
    <dgm:cxn modelId="{0AFDFBFF-0B0E-47F1-B650-0A4B5FF3F25F}" srcId="{AD364B6B-599B-471E-B57A-D1AC5D89F0BB}" destId="{A0EFB5DA-CEB8-4144-BA84-0BB8D09F8E00}" srcOrd="1" destOrd="0" parTransId="{B845BFD3-9C3E-4612-A703-4B1852AFD30D}" sibTransId="{249B321D-6C87-4CC5-8878-800462E6DA35}"/>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5F928678-A103-4062-82AD-F0E60892AAD1}" type="presParOf" srcId="{4C592C92-3156-443C-BB98-9204DFF01F72}" destId="{ACFEAFB9-1AF4-484E-B255-0473015BB9DC}" srcOrd="2" destOrd="0" presId="urn:microsoft.com/office/officeart/2005/8/layout/orgChart1"/>
    <dgm:cxn modelId="{D1B9ECEB-C654-4591-B675-BE90E886EB20}" type="presParOf" srcId="{4C592C92-3156-443C-BB98-9204DFF01F72}" destId="{36629166-BB10-49D2-978D-C61633DC95F6}" srcOrd="3" destOrd="0" presId="urn:microsoft.com/office/officeart/2005/8/layout/orgChart1"/>
    <dgm:cxn modelId="{91071E0C-9994-4207-B60D-E7B1DD1F10DB}" type="presParOf" srcId="{36629166-BB10-49D2-978D-C61633DC95F6}" destId="{9ACE0BC1-F92B-4925-9F26-34888DF9F5C8}" srcOrd="0" destOrd="0" presId="urn:microsoft.com/office/officeart/2005/8/layout/orgChart1"/>
    <dgm:cxn modelId="{C72E6A66-6F41-439C-A53B-EBCC1D2BD0F3}" type="presParOf" srcId="{9ACE0BC1-F92B-4925-9F26-34888DF9F5C8}" destId="{5487298C-5DF2-4AE0-AD6D-3E1DEBCFB02C}" srcOrd="0" destOrd="0" presId="urn:microsoft.com/office/officeart/2005/8/layout/orgChart1"/>
    <dgm:cxn modelId="{2C954750-7EBB-4469-8DDB-ABCABE3F2CA8}" type="presParOf" srcId="{9ACE0BC1-F92B-4925-9F26-34888DF9F5C8}" destId="{01C5386B-6CBD-4353-B3F4-913B6E33D86C}" srcOrd="1" destOrd="0" presId="urn:microsoft.com/office/officeart/2005/8/layout/orgChart1"/>
    <dgm:cxn modelId="{83F882D5-586B-4A36-A20C-832632255A08}" type="presParOf" srcId="{36629166-BB10-49D2-978D-C61633DC95F6}" destId="{A386B690-72A2-4169-9370-CFF439AE696F}" srcOrd="1" destOrd="0" presId="urn:microsoft.com/office/officeart/2005/8/layout/orgChart1"/>
    <dgm:cxn modelId="{BDDCBE6E-A4BA-4075-9184-F3B6DD265A86}" type="presParOf" srcId="{36629166-BB10-49D2-978D-C61633DC95F6}" destId="{D441AF52-F7A1-4C96-90AC-3A1305B5E8B4}" srcOrd="2" destOrd="0" presId="urn:microsoft.com/office/officeart/2005/8/layout/orgChart1"/>
    <dgm:cxn modelId="{5E9D91BC-2670-4E27-BF6E-4C32BBD813A7}" type="presParOf" srcId="{4C592C92-3156-443C-BB98-9204DFF01F72}" destId="{926A6640-5DB9-4472-9FA7-00826B78BDEB}" srcOrd="4" destOrd="0" presId="urn:microsoft.com/office/officeart/2005/8/layout/orgChart1"/>
    <dgm:cxn modelId="{66115A91-AFCB-45C9-99C0-7E1A008A9800}" type="presParOf" srcId="{4C592C92-3156-443C-BB98-9204DFF01F72}" destId="{FCBEE58C-F3CE-4719-AD53-E9DDE7CBBF46}" srcOrd="5" destOrd="0" presId="urn:microsoft.com/office/officeart/2005/8/layout/orgChart1"/>
    <dgm:cxn modelId="{B2388C11-554B-4553-9735-D015885E1EF6}" type="presParOf" srcId="{FCBEE58C-F3CE-4719-AD53-E9DDE7CBBF46}" destId="{404C9BFD-52C0-4F00-846D-D8F977B88302}" srcOrd="0" destOrd="0" presId="urn:microsoft.com/office/officeart/2005/8/layout/orgChart1"/>
    <dgm:cxn modelId="{6D732189-A62B-4D61-AF58-F75ED91CBCA8}" type="presParOf" srcId="{404C9BFD-52C0-4F00-846D-D8F977B88302}" destId="{2269AB6C-4D9B-43F4-9D73-3EE4A8D5D095}" srcOrd="0" destOrd="0" presId="urn:microsoft.com/office/officeart/2005/8/layout/orgChart1"/>
    <dgm:cxn modelId="{9AEBAA38-D7CD-4080-BAA8-8DACDC0F728D}" type="presParOf" srcId="{404C9BFD-52C0-4F00-846D-D8F977B88302}" destId="{A82075F1-F7B1-4877-A7A7-DA57FBE9F4C2}" srcOrd="1" destOrd="0" presId="urn:microsoft.com/office/officeart/2005/8/layout/orgChart1"/>
    <dgm:cxn modelId="{8D7F7BFC-1F76-45CA-9CA6-0CB3A771B0E3}" type="presParOf" srcId="{FCBEE58C-F3CE-4719-AD53-E9DDE7CBBF46}" destId="{9F12645B-FA1F-4C08-8E19-7745D0313579}" srcOrd="1" destOrd="0" presId="urn:microsoft.com/office/officeart/2005/8/layout/orgChart1"/>
    <dgm:cxn modelId="{968F6EAF-3E71-4C3F-BA1D-62BBE872FA3E}" type="presParOf" srcId="{FCBEE58C-F3CE-4719-AD53-E9DDE7CBBF46}" destId="{5381B992-673D-4023-AD83-0A07886D2512}" srcOrd="2" destOrd="0" presId="urn:microsoft.com/office/officeart/2005/8/layout/orgChart1"/>
    <dgm:cxn modelId="{322CC28C-7B1F-45DF-91CD-A17A5D9652F8}" type="presParOf" srcId="{4C592C92-3156-443C-BB98-9204DFF01F72}" destId="{226C4F77-031C-4E54-A5BA-7A69C318E44B}" srcOrd="6" destOrd="0" presId="urn:microsoft.com/office/officeart/2005/8/layout/orgChart1"/>
    <dgm:cxn modelId="{C59408FD-377D-4186-AE7E-A25BB2839C5C}" type="presParOf" srcId="{4C592C92-3156-443C-BB98-9204DFF01F72}" destId="{2279BF7D-9074-4BA2-B1E6-C0C14079E8CF}" srcOrd="7" destOrd="0" presId="urn:microsoft.com/office/officeart/2005/8/layout/orgChart1"/>
    <dgm:cxn modelId="{C9B69E3E-FD97-40B3-99CA-061C11B58A6B}" type="presParOf" srcId="{2279BF7D-9074-4BA2-B1E6-C0C14079E8CF}" destId="{43A0545B-2D2C-4E21-B1F8-33DE3A8686AB}" srcOrd="0" destOrd="0" presId="urn:microsoft.com/office/officeart/2005/8/layout/orgChart1"/>
    <dgm:cxn modelId="{14DEBF8C-785C-4FE1-B696-76DBF814AA8F}" type="presParOf" srcId="{43A0545B-2D2C-4E21-B1F8-33DE3A8686AB}" destId="{6224F170-1575-49E3-8E06-34C2608A5F22}" srcOrd="0" destOrd="0" presId="urn:microsoft.com/office/officeart/2005/8/layout/orgChart1"/>
    <dgm:cxn modelId="{3FAF5A9D-83BD-400A-9888-81EDFFD9F504}" type="presParOf" srcId="{43A0545B-2D2C-4E21-B1F8-33DE3A8686AB}" destId="{4F3439B3-772B-42FA-9A29-2832C1724555}" srcOrd="1" destOrd="0" presId="urn:microsoft.com/office/officeart/2005/8/layout/orgChart1"/>
    <dgm:cxn modelId="{4417334B-D0F0-4204-9809-1C45E74DC198}" type="presParOf" srcId="{2279BF7D-9074-4BA2-B1E6-C0C14079E8CF}" destId="{4C9D774C-A04B-4AC2-98FB-043F9F8B7076}" srcOrd="1" destOrd="0" presId="urn:microsoft.com/office/officeart/2005/8/layout/orgChart1"/>
    <dgm:cxn modelId="{2F6EF870-5DC0-4EF1-816A-8A7FFFCE8B2C}" type="presParOf" srcId="{2279BF7D-9074-4BA2-B1E6-C0C14079E8CF}" destId="{72DF7907-8D00-462B-AFD7-835A9577655E}"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2874D5A5-5795-478F-A8D1-2EB826604300}" type="presParOf" srcId="{1DE9D2D5-FD8E-457B-8509-AF1B11F236B3}" destId="{91438FCC-53E8-4CBE-9E34-2132871188CC}" srcOrd="2" destOrd="0" presId="urn:microsoft.com/office/officeart/2005/8/layout/orgChart1"/>
    <dgm:cxn modelId="{06DAC416-CEF3-4D7C-B107-8647497BCDA7}" type="presParOf" srcId="{1DE9D2D5-FD8E-457B-8509-AF1B11F236B3}" destId="{67578119-EB65-4563-B4C6-2086301E4CE2}" srcOrd="3" destOrd="0" presId="urn:microsoft.com/office/officeart/2005/8/layout/orgChart1"/>
    <dgm:cxn modelId="{20A0FC5F-E1B7-400A-AD9A-EBA180A01B02}" type="presParOf" srcId="{67578119-EB65-4563-B4C6-2086301E4CE2}" destId="{21548661-BC88-4440-A64F-6B49E201950B}" srcOrd="0" destOrd="0" presId="urn:microsoft.com/office/officeart/2005/8/layout/orgChart1"/>
    <dgm:cxn modelId="{F81CFB17-B658-4C0B-84EB-78DE52195958}" type="presParOf" srcId="{21548661-BC88-4440-A64F-6B49E201950B}" destId="{EB9DD715-B78F-4025-BC3C-DDF41A6D4038}" srcOrd="0" destOrd="0" presId="urn:microsoft.com/office/officeart/2005/8/layout/orgChart1"/>
    <dgm:cxn modelId="{EE90822F-8635-49F1-BFF8-AE2C7433FDE4}" type="presParOf" srcId="{21548661-BC88-4440-A64F-6B49E201950B}" destId="{EDE49AC7-8F61-4EB6-A896-2328F5842EE3}" srcOrd="1" destOrd="0" presId="urn:microsoft.com/office/officeart/2005/8/layout/orgChart1"/>
    <dgm:cxn modelId="{700563BA-042C-4BE9-89EB-CD1637B69332}" type="presParOf" srcId="{67578119-EB65-4563-B4C6-2086301E4CE2}" destId="{E0649B45-2015-492E-997F-DE5971114E11}" srcOrd="1" destOrd="0" presId="urn:microsoft.com/office/officeart/2005/8/layout/orgChart1"/>
    <dgm:cxn modelId="{07CF40FD-CBCE-4EB7-AFE7-AF1DA35DAA0A}" type="presParOf" srcId="{67578119-EB65-4563-B4C6-2086301E4CE2}" destId="{33CE48C6-D59A-4AF0-B40B-260B79C5A4A6}" srcOrd="2" destOrd="0" presId="urn:microsoft.com/office/officeart/2005/8/layout/orgChart1"/>
    <dgm:cxn modelId="{292066FD-F4C9-41DB-B460-8DBDCC8E3703}" type="presParOf" srcId="{1DE9D2D5-FD8E-457B-8509-AF1B11F236B3}" destId="{52B678B9-EB7D-49ED-AFA0-474D96F7E14E}" srcOrd="4" destOrd="0" presId="urn:microsoft.com/office/officeart/2005/8/layout/orgChart1"/>
    <dgm:cxn modelId="{B6D8DCB6-DE40-4B45-B406-2117C6CB65A8}" type="presParOf" srcId="{1DE9D2D5-FD8E-457B-8509-AF1B11F236B3}" destId="{0E4FE4B4-5351-42E2-918D-8B93C51C146A}" srcOrd="5" destOrd="0" presId="urn:microsoft.com/office/officeart/2005/8/layout/orgChart1"/>
    <dgm:cxn modelId="{D42709DF-73DC-473E-BA1B-740D72FA3EE8}" type="presParOf" srcId="{0E4FE4B4-5351-42E2-918D-8B93C51C146A}" destId="{8CA2EC87-E0CF-4BAC-8DDF-76B9A8A0780F}" srcOrd="0" destOrd="0" presId="urn:microsoft.com/office/officeart/2005/8/layout/orgChart1"/>
    <dgm:cxn modelId="{D7546CC7-37F9-47DE-A3EC-597234A34947}" type="presParOf" srcId="{8CA2EC87-E0CF-4BAC-8DDF-76B9A8A0780F}" destId="{4B00E9AA-737E-4AB4-9751-51C205D5BA45}" srcOrd="0" destOrd="0" presId="urn:microsoft.com/office/officeart/2005/8/layout/orgChart1"/>
    <dgm:cxn modelId="{B50A74B2-772C-40F2-86AB-2C8626D88445}" type="presParOf" srcId="{8CA2EC87-E0CF-4BAC-8DDF-76B9A8A0780F}" destId="{36679FA6-9C78-48A6-BAAA-D6A42FEE9CE4}" srcOrd="1" destOrd="0" presId="urn:microsoft.com/office/officeart/2005/8/layout/orgChart1"/>
    <dgm:cxn modelId="{BB1ACA02-2C9D-4C94-9C2A-C5C17A40ECB6}" type="presParOf" srcId="{0E4FE4B4-5351-42E2-918D-8B93C51C146A}" destId="{2E50BCA5-4FBF-4972-A94C-F24DA27B2363}" srcOrd="1" destOrd="0" presId="urn:microsoft.com/office/officeart/2005/8/layout/orgChart1"/>
    <dgm:cxn modelId="{3A32DE43-E539-42E7-866D-566D880C5FFE}" type="presParOf" srcId="{0E4FE4B4-5351-42E2-918D-8B93C51C146A}" destId="{706FF3B7-A1DD-4E19-A9F0-6AF1FA7838AD}" srcOrd="2" destOrd="0" presId="urn:microsoft.com/office/officeart/2005/8/layout/orgChart1"/>
    <dgm:cxn modelId="{1F930EF9-683A-4A5D-AF31-73F3DBC4C785}" type="presParOf" srcId="{1DE9D2D5-FD8E-457B-8509-AF1B11F236B3}" destId="{90AB7802-A064-4CCF-89BD-28EB7259F237}" srcOrd="6" destOrd="0" presId="urn:microsoft.com/office/officeart/2005/8/layout/orgChart1"/>
    <dgm:cxn modelId="{10BB9C86-29AD-4A19-BD2C-924F7B511315}" type="presParOf" srcId="{1DE9D2D5-FD8E-457B-8509-AF1B11F236B3}" destId="{743C15BB-A954-4566-B7B1-3256AF56175C}" srcOrd="7" destOrd="0" presId="urn:microsoft.com/office/officeart/2005/8/layout/orgChart1"/>
    <dgm:cxn modelId="{6388E767-19F1-4C7D-ABFF-4664517E47E8}" type="presParOf" srcId="{743C15BB-A954-4566-B7B1-3256AF56175C}" destId="{45F903A6-307A-4A43-974A-C22DFD2C3683}" srcOrd="0" destOrd="0" presId="urn:microsoft.com/office/officeart/2005/8/layout/orgChart1"/>
    <dgm:cxn modelId="{F406E296-AC9A-4CDF-88CE-425174582DDD}" type="presParOf" srcId="{45F903A6-307A-4A43-974A-C22DFD2C3683}" destId="{793A719D-4242-4116-984C-7E4DB947CB2C}" srcOrd="0" destOrd="0" presId="urn:microsoft.com/office/officeart/2005/8/layout/orgChart1"/>
    <dgm:cxn modelId="{7ACDA140-61E5-46F1-924A-685032CA57BB}" type="presParOf" srcId="{45F903A6-307A-4A43-974A-C22DFD2C3683}" destId="{FD54D111-ECE4-4684-B53D-D8140B2DED86}" srcOrd="1" destOrd="0" presId="urn:microsoft.com/office/officeart/2005/8/layout/orgChart1"/>
    <dgm:cxn modelId="{FADB3212-155A-4B4C-A776-734FA723B817}" type="presParOf" srcId="{743C15BB-A954-4566-B7B1-3256AF56175C}" destId="{0456B65D-AB5C-4159-A93A-D00DBF5D0DC2}" srcOrd="1" destOrd="0" presId="urn:microsoft.com/office/officeart/2005/8/layout/orgChart1"/>
    <dgm:cxn modelId="{B61B61E9-B2FB-491C-AFC7-0024DFB98C1F}" type="presParOf" srcId="{743C15BB-A954-4566-B7B1-3256AF56175C}" destId="{442C91D8-B61B-4BD7-A7EA-5214D038733C}"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ADD56EB1-50F5-4E69-AE2C-EFD7AB1E94E4}" type="presParOf" srcId="{5C832EA0-92EB-4018-A238-AAD0380D7AE1}" destId="{BAB65234-BEF3-44F6-8238-22DD5F2B3ECA}" srcOrd="0" destOrd="0" presId="urn:microsoft.com/office/officeart/2005/8/layout/orgChart1"/>
    <dgm:cxn modelId="{A94C339C-AD2E-4EE9-8246-ABE073A125C4}" type="presParOf" srcId="{5C832EA0-92EB-4018-A238-AAD0380D7AE1}" destId="{29FA4EA6-6D60-4928-8665-B8DDBADB42EA}" srcOrd="1" destOrd="0" presId="urn:microsoft.com/office/officeart/2005/8/layout/orgChart1"/>
    <dgm:cxn modelId="{2D0BABA6-7DD3-43EA-99D7-C7B898E7CBEE}" type="presParOf" srcId="{29FA4EA6-6D60-4928-8665-B8DDBADB42EA}" destId="{7F641F00-E60B-44DA-946A-53E40B4D0E7E}" srcOrd="0" destOrd="0" presId="urn:microsoft.com/office/officeart/2005/8/layout/orgChart1"/>
    <dgm:cxn modelId="{1ECE708A-4BA5-41D5-80F5-36CB1977B562}" type="presParOf" srcId="{7F641F00-E60B-44DA-946A-53E40B4D0E7E}" destId="{B386D850-18E4-4553-BFA3-F5B91F42AF1A}" srcOrd="0" destOrd="0" presId="urn:microsoft.com/office/officeart/2005/8/layout/orgChart1"/>
    <dgm:cxn modelId="{63D651F9-90E2-4D20-A9AB-BD0F1DF22F88}" type="presParOf" srcId="{7F641F00-E60B-44DA-946A-53E40B4D0E7E}" destId="{53427F1E-64F3-46FE-9189-9127962FB517}" srcOrd="1" destOrd="0" presId="urn:microsoft.com/office/officeart/2005/8/layout/orgChart1"/>
    <dgm:cxn modelId="{C8272D3F-9123-467F-B8B7-DF3270832FB2}" type="presParOf" srcId="{29FA4EA6-6D60-4928-8665-B8DDBADB42EA}" destId="{F5B8FA18-8901-4F6D-ADDE-DC8E2F4BC5B8}" srcOrd="1" destOrd="0" presId="urn:microsoft.com/office/officeart/2005/8/layout/orgChart1"/>
    <dgm:cxn modelId="{92F31E47-4F02-4A5A-9AA8-707F6CAE5B9E}" type="presParOf" srcId="{29FA4EA6-6D60-4928-8665-B8DDBADB42EA}" destId="{3FA4EA24-FFBA-4E19-BBC4-DE547B68789C}" srcOrd="2" destOrd="0" presId="urn:microsoft.com/office/officeart/2005/8/layout/orgChart1"/>
    <dgm:cxn modelId="{702927C9-7CA4-48EE-BB9F-A48C4C100B41}" type="presParOf" srcId="{5C832EA0-92EB-4018-A238-AAD0380D7AE1}" destId="{3A1796D6-3B82-44FF-A19D-852FF4EBDC50}" srcOrd="2" destOrd="0" presId="urn:microsoft.com/office/officeart/2005/8/layout/orgChart1"/>
    <dgm:cxn modelId="{900C8F6A-08BE-4BF3-B314-7F80CABB850B}" type="presParOf" srcId="{5C832EA0-92EB-4018-A238-AAD0380D7AE1}" destId="{D36CE40E-1461-4867-A9C4-AC9DDFDE94A0}" srcOrd="3" destOrd="0" presId="urn:microsoft.com/office/officeart/2005/8/layout/orgChart1"/>
    <dgm:cxn modelId="{B2479187-7AE9-4F5D-A6AE-EA6C1E7ED06F}" type="presParOf" srcId="{D36CE40E-1461-4867-A9C4-AC9DDFDE94A0}" destId="{A85318C8-31B5-4A74-9EF5-23705642AD37}" srcOrd="0" destOrd="0" presId="urn:microsoft.com/office/officeart/2005/8/layout/orgChart1"/>
    <dgm:cxn modelId="{7A53E673-AF85-4960-8A40-8540E0D23C21}" type="presParOf" srcId="{A85318C8-31B5-4A74-9EF5-23705642AD37}" destId="{AD05E803-A7A2-4733-B015-24257F5A1699}" srcOrd="0" destOrd="0" presId="urn:microsoft.com/office/officeart/2005/8/layout/orgChart1"/>
    <dgm:cxn modelId="{1A9319CC-0113-48E6-9902-E41BEBE41595}" type="presParOf" srcId="{A85318C8-31B5-4A74-9EF5-23705642AD37}" destId="{1F335708-3B0E-464B-A4EF-4539A7D61EFE}" srcOrd="1" destOrd="0" presId="urn:microsoft.com/office/officeart/2005/8/layout/orgChart1"/>
    <dgm:cxn modelId="{C6488BB5-15E5-4D3F-BE0E-0BFE1DD60DE7}" type="presParOf" srcId="{D36CE40E-1461-4867-A9C4-AC9DDFDE94A0}" destId="{353535FA-CE7E-4F5B-882B-F6515567EC55}" srcOrd="1" destOrd="0" presId="urn:microsoft.com/office/officeart/2005/8/layout/orgChart1"/>
    <dgm:cxn modelId="{5775C103-F431-4852-9DE0-86E015E96015}" type="presParOf" srcId="{D36CE40E-1461-4867-A9C4-AC9DDFDE94A0}" destId="{60C5A0F5-270E-458C-9CD5-C29918320B96}" srcOrd="2" destOrd="0" presId="urn:microsoft.com/office/officeart/2005/8/layout/orgChart1"/>
    <dgm:cxn modelId="{6A7EA071-1571-4DF1-A504-6A20E7DEF889}" type="presParOf" srcId="{5C832EA0-92EB-4018-A238-AAD0380D7AE1}" destId="{B744FFEB-D81B-4051-80A0-06CD3150278B}" srcOrd="4" destOrd="0" presId="urn:microsoft.com/office/officeart/2005/8/layout/orgChart1"/>
    <dgm:cxn modelId="{AF06DE66-1CBA-46D0-B2DC-8195B61DDBE9}" type="presParOf" srcId="{5C832EA0-92EB-4018-A238-AAD0380D7AE1}" destId="{A9038F44-4B0C-414A-AF75-E1CB0A09147B}" srcOrd="5" destOrd="0" presId="urn:microsoft.com/office/officeart/2005/8/layout/orgChart1"/>
    <dgm:cxn modelId="{30507BFA-4538-4424-BC2C-EFADD4F74DC5}" type="presParOf" srcId="{A9038F44-4B0C-414A-AF75-E1CB0A09147B}" destId="{019A7BFF-1F61-4529-94A9-0BFF9E284C28}" srcOrd="0" destOrd="0" presId="urn:microsoft.com/office/officeart/2005/8/layout/orgChart1"/>
    <dgm:cxn modelId="{B25723FD-B2D1-49D1-9BB8-A660DE95F208}" type="presParOf" srcId="{019A7BFF-1F61-4529-94A9-0BFF9E284C28}" destId="{5AB1CE78-FFC0-4A1C-884A-EFD72EB0B55E}" srcOrd="0" destOrd="0" presId="urn:microsoft.com/office/officeart/2005/8/layout/orgChart1"/>
    <dgm:cxn modelId="{8F264C92-29C6-4955-93CB-1B8715D3463B}" type="presParOf" srcId="{019A7BFF-1F61-4529-94A9-0BFF9E284C28}" destId="{980FB6A6-EBB4-4B35-8079-C1CF2C6255DD}" srcOrd="1" destOrd="0" presId="urn:microsoft.com/office/officeart/2005/8/layout/orgChart1"/>
    <dgm:cxn modelId="{C9E082C6-AE82-4D61-81EC-88AC0A3771C9}" type="presParOf" srcId="{A9038F44-4B0C-414A-AF75-E1CB0A09147B}" destId="{77B0CE6D-30D2-4F6A-8EE6-1F895B7F2EA0}" srcOrd="1" destOrd="0" presId="urn:microsoft.com/office/officeart/2005/8/layout/orgChart1"/>
    <dgm:cxn modelId="{D47A64A7-1B08-4220-B3C9-832812984D19}" type="presParOf" srcId="{A9038F44-4B0C-414A-AF75-E1CB0A09147B}" destId="{01F5FA5F-EBD9-4FE9-BC37-D85A0156FB3E}" srcOrd="2" destOrd="0" presId="urn:microsoft.com/office/officeart/2005/8/layout/orgChart1"/>
    <dgm:cxn modelId="{A56386C0-D229-4F99-80C8-85FBA1157E3F}" type="presParOf" srcId="{5C832EA0-92EB-4018-A238-AAD0380D7AE1}" destId="{17B43C74-07FF-45EC-BF27-41123D8CE835}" srcOrd="6" destOrd="0" presId="urn:microsoft.com/office/officeart/2005/8/layout/orgChart1"/>
    <dgm:cxn modelId="{6784510B-B529-42AF-8918-76DFDEDE575F}" type="presParOf" srcId="{5C832EA0-92EB-4018-A238-AAD0380D7AE1}" destId="{4C550044-4F70-431C-B7BE-77780A3C56D3}" srcOrd="7" destOrd="0" presId="urn:microsoft.com/office/officeart/2005/8/layout/orgChart1"/>
    <dgm:cxn modelId="{7CC1AEDD-D135-439D-922A-E1D1C7378130}" type="presParOf" srcId="{4C550044-4F70-431C-B7BE-77780A3C56D3}" destId="{CDDC9E68-AC18-4700-A465-42A1519C69B8}" srcOrd="0" destOrd="0" presId="urn:microsoft.com/office/officeart/2005/8/layout/orgChart1"/>
    <dgm:cxn modelId="{DAAD2CB8-D198-4F50-B0D6-0B6319D7B317}" type="presParOf" srcId="{CDDC9E68-AC18-4700-A465-42A1519C69B8}" destId="{4B31A7B3-2386-4740-A97D-E425D7AA05D7}" srcOrd="0" destOrd="0" presId="urn:microsoft.com/office/officeart/2005/8/layout/orgChart1"/>
    <dgm:cxn modelId="{F6291CF3-12F1-4BBF-8C11-C3B16AB59A85}" type="presParOf" srcId="{CDDC9E68-AC18-4700-A465-42A1519C69B8}" destId="{28E3C220-EC50-49DE-8E00-E50484AA36CB}" srcOrd="1" destOrd="0" presId="urn:microsoft.com/office/officeart/2005/8/layout/orgChart1"/>
    <dgm:cxn modelId="{86DB2927-9A8E-4462-87C1-3792AE5A9903}" type="presParOf" srcId="{4C550044-4F70-431C-B7BE-77780A3C56D3}" destId="{0704F99F-5AAC-4B83-8BC4-A6EFAA90F292}" srcOrd="1" destOrd="0" presId="urn:microsoft.com/office/officeart/2005/8/layout/orgChart1"/>
    <dgm:cxn modelId="{77AE780F-9FE1-4543-930A-D69516850C86}" type="presParOf" srcId="{4C550044-4F70-431C-B7BE-77780A3C56D3}" destId="{9DD72F2B-8541-42D2-AAA0-EF45A6753F69}"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A19F9991-6852-47BF-8518-FD7CE39A665E}" type="presParOf" srcId="{F4B924C5-04CD-43B1-A77B-46828D59C785}" destId="{BE153F20-5FEF-4C8F-8351-47167BEE47A5}" srcOrd="0" destOrd="0" presId="urn:microsoft.com/office/officeart/2005/8/layout/orgChart1"/>
    <dgm:cxn modelId="{F1FE76AA-AFF5-48FC-9FCE-BE7AFC4A89DC}" type="presParOf" srcId="{F4B924C5-04CD-43B1-A77B-46828D59C785}" destId="{C5639E7E-A397-40A2-8FFF-DAE417C9821F}" srcOrd="1" destOrd="0" presId="urn:microsoft.com/office/officeart/2005/8/layout/orgChart1"/>
    <dgm:cxn modelId="{7B6E58E2-39A1-4DAD-BB89-95EA6FF382CA}" type="presParOf" srcId="{C5639E7E-A397-40A2-8FFF-DAE417C9821F}" destId="{06EB2686-EFFA-46D6-B21C-592848EC4C35}" srcOrd="0" destOrd="0" presId="urn:microsoft.com/office/officeart/2005/8/layout/orgChart1"/>
    <dgm:cxn modelId="{576001A4-25C6-470D-8B15-3C0F730C0FF3}" type="presParOf" srcId="{06EB2686-EFFA-46D6-B21C-592848EC4C35}" destId="{5419A9F9-1304-4927-89DA-0098410B4A6C}" srcOrd="0" destOrd="0" presId="urn:microsoft.com/office/officeart/2005/8/layout/orgChart1"/>
    <dgm:cxn modelId="{EB3A8889-E5AD-436F-8B57-29959E1CE594}" type="presParOf" srcId="{06EB2686-EFFA-46D6-B21C-592848EC4C35}" destId="{40A99885-4390-4099-9352-3F567619A649}" srcOrd="1" destOrd="0" presId="urn:microsoft.com/office/officeart/2005/8/layout/orgChart1"/>
    <dgm:cxn modelId="{271D2DFC-9FEE-44D8-AC83-4A50151B1CB6}" type="presParOf" srcId="{C5639E7E-A397-40A2-8FFF-DAE417C9821F}" destId="{F250274B-3D10-46AD-88CD-D4E9A3E5DEF8}" srcOrd="1" destOrd="0" presId="urn:microsoft.com/office/officeart/2005/8/layout/orgChart1"/>
    <dgm:cxn modelId="{422DD1DA-AE71-416D-8B88-1EFB4E9890D9}" type="presParOf" srcId="{C5639E7E-A397-40A2-8FFF-DAE417C9821F}" destId="{31FD230F-1C64-450D-B334-68A6F2147CC3}" srcOrd="2" destOrd="0" presId="urn:microsoft.com/office/officeart/2005/8/layout/orgChart1"/>
    <dgm:cxn modelId="{D81FBD9E-3E38-42D1-AE0F-8A7AFDCA11F6}" type="presParOf" srcId="{F4B924C5-04CD-43B1-A77B-46828D59C785}" destId="{267CDB28-B66E-42AF-ABAB-A71DB0C8AA81}" srcOrd="2" destOrd="0" presId="urn:microsoft.com/office/officeart/2005/8/layout/orgChart1"/>
    <dgm:cxn modelId="{ECBECA49-14AE-4DDE-8264-8B58FE05120A}" type="presParOf" srcId="{F4B924C5-04CD-43B1-A77B-46828D59C785}" destId="{A41BDCFF-B3AE-4137-8A2E-DBA1CCDF99F8}" srcOrd="3" destOrd="0" presId="urn:microsoft.com/office/officeart/2005/8/layout/orgChart1"/>
    <dgm:cxn modelId="{EDA9A755-25BF-4EEE-8017-35591E384EF5}" type="presParOf" srcId="{A41BDCFF-B3AE-4137-8A2E-DBA1CCDF99F8}" destId="{03DAC784-53E5-49DB-8AB7-BEAB213A1142}" srcOrd="0" destOrd="0" presId="urn:microsoft.com/office/officeart/2005/8/layout/orgChart1"/>
    <dgm:cxn modelId="{BF62FC08-37D1-4381-ABC3-7C897A5767DF}" type="presParOf" srcId="{03DAC784-53E5-49DB-8AB7-BEAB213A1142}" destId="{83291EA2-E836-484B-AE4C-8D0D6D755106}" srcOrd="0" destOrd="0" presId="urn:microsoft.com/office/officeart/2005/8/layout/orgChart1"/>
    <dgm:cxn modelId="{C3D484B3-3B42-44F3-A9E8-8FD95ED20582}" type="presParOf" srcId="{03DAC784-53E5-49DB-8AB7-BEAB213A1142}" destId="{C640BE60-D054-403D-A97A-A2B88B8C6467}" srcOrd="1" destOrd="0" presId="urn:microsoft.com/office/officeart/2005/8/layout/orgChart1"/>
    <dgm:cxn modelId="{A7CF69D3-6341-4750-A9EA-D36E525D94BC}" type="presParOf" srcId="{A41BDCFF-B3AE-4137-8A2E-DBA1CCDF99F8}" destId="{7CB38D2D-F6FB-4354-8404-B94A0C3D15DC}" srcOrd="1" destOrd="0" presId="urn:microsoft.com/office/officeart/2005/8/layout/orgChart1"/>
    <dgm:cxn modelId="{6D29422B-2BEE-440B-94ED-DD139193E102}" type="presParOf" srcId="{A41BDCFF-B3AE-4137-8A2E-DBA1CCDF99F8}" destId="{B50D8943-B39B-49CE-8755-DA4732EF35F5}" srcOrd="2" destOrd="0" presId="urn:microsoft.com/office/officeart/2005/8/layout/orgChart1"/>
    <dgm:cxn modelId="{32322E32-1BFB-4401-9C84-BE719AC9D2FE}" type="presParOf" srcId="{F4B924C5-04CD-43B1-A77B-46828D59C785}" destId="{99B4870D-7A0E-4E1C-9B3B-42CEB6246191}" srcOrd="4" destOrd="0" presId="urn:microsoft.com/office/officeart/2005/8/layout/orgChart1"/>
    <dgm:cxn modelId="{BCF9E691-B451-46A8-8EB4-BDF8B9121F89}" type="presParOf" srcId="{F4B924C5-04CD-43B1-A77B-46828D59C785}" destId="{762DC5C8-567F-42A1-A8BB-E387E1D3D862}" srcOrd="5" destOrd="0" presId="urn:microsoft.com/office/officeart/2005/8/layout/orgChart1"/>
    <dgm:cxn modelId="{D44F0716-6559-424F-BDCB-611D88FACC7A}" type="presParOf" srcId="{762DC5C8-567F-42A1-A8BB-E387E1D3D862}" destId="{1B933423-996A-4B74-BE76-4F7E703999EE}" srcOrd="0" destOrd="0" presId="urn:microsoft.com/office/officeart/2005/8/layout/orgChart1"/>
    <dgm:cxn modelId="{9E0403D0-3D92-439D-91E1-FAB2F437B36A}" type="presParOf" srcId="{1B933423-996A-4B74-BE76-4F7E703999EE}" destId="{E0A242CE-5970-4277-BFF4-836038C1726B}" srcOrd="0" destOrd="0" presId="urn:microsoft.com/office/officeart/2005/8/layout/orgChart1"/>
    <dgm:cxn modelId="{5FA00660-9223-4CA9-9C66-FF8B4C1E9314}" type="presParOf" srcId="{1B933423-996A-4B74-BE76-4F7E703999EE}" destId="{10B63811-FE77-4203-A754-40F3B05F5651}" srcOrd="1" destOrd="0" presId="urn:microsoft.com/office/officeart/2005/8/layout/orgChart1"/>
    <dgm:cxn modelId="{9AB7360E-01E3-4AB0-9CA9-0B595C008F10}" type="presParOf" srcId="{762DC5C8-567F-42A1-A8BB-E387E1D3D862}" destId="{DB4105ED-0369-41CC-B2FB-7F6D9C113788}" srcOrd="1" destOrd="0" presId="urn:microsoft.com/office/officeart/2005/8/layout/orgChart1"/>
    <dgm:cxn modelId="{631BD579-C392-45F0-B427-A57A8A1E8D72}" type="presParOf" srcId="{762DC5C8-567F-42A1-A8BB-E387E1D3D862}" destId="{157C8F10-6264-4901-B9A8-FFE6DF139A02}" srcOrd="2" destOrd="0" presId="urn:microsoft.com/office/officeart/2005/8/layout/orgChart1"/>
    <dgm:cxn modelId="{00B36943-AF83-418A-A290-43FCBC92BC22}" type="presParOf" srcId="{F4B924C5-04CD-43B1-A77B-46828D59C785}" destId="{179517C6-5E04-4641-96DF-9DFB11B7637C}" srcOrd="6" destOrd="0" presId="urn:microsoft.com/office/officeart/2005/8/layout/orgChart1"/>
    <dgm:cxn modelId="{A8B648C5-A716-4072-A985-55CD016163FB}" type="presParOf" srcId="{F4B924C5-04CD-43B1-A77B-46828D59C785}" destId="{335B801D-1F3B-45EC-872C-D770CB9CCCF9}" srcOrd="7" destOrd="0" presId="urn:microsoft.com/office/officeart/2005/8/layout/orgChart1"/>
    <dgm:cxn modelId="{EE3CFD43-8A0F-4AF5-B0C0-236C9C1CFE85}" type="presParOf" srcId="{335B801D-1F3B-45EC-872C-D770CB9CCCF9}" destId="{1B7F6C4A-F53A-425F-9B5A-2012E87BCE24}" srcOrd="0" destOrd="0" presId="urn:microsoft.com/office/officeart/2005/8/layout/orgChart1"/>
    <dgm:cxn modelId="{4C7EC9FF-2FB6-44C1-A07A-E0B36B13E149}" type="presParOf" srcId="{1B7F6C4A-F53A-425F-9B5A-2012E87BCE24}" destId="{59E047FC-425B-4687-A647-10E12F60DFF3}" srcOrd="0" destOrd="0" presId="urn:microsoft.com/office/officeart/2005/8/layout/orgChart1"/>
    <dgm:cxn modelId="{3B802022-D739-4358-9B99-A173D48D7C0D}" type="presParOf" srcId="{1B7F6C4A-F53A-425F-9B5A-2012E87BCE24}" destId="{1B7F3FE0-253E-45E4-B77B-656603FA0E31}" srcOrd="1" destOrd="0" presId="urn:microsoft.com/office/officeart/2005/8/layout/orgChart1"/>
    <dgm:cxn modelId="{9EDFFAFA-79B8-478D-A202-8A8F4C0A0127}" type="presParOf" srcId="{335B801D-1F3B-45EC-872C-D770CB9CCCF9}" destId="{796204DF-B744-4A08-B3DA-99D65128D661}" srcOrd="1" destOrd="0" presId="urn:microsoft.com/office/officeart/2005/8/layout/orgChart1"/>
    <dgm:cxn modelId="{A454031C-2785-4D36-86F1-F8D05F799D4E}" type="presParOf" srcId="{335B801D-1F3B-45EC-872C-D770CB9CCCF9}" destId="{87D58BE1-E95D-4846-A2CA-15B89392622E}" srcOrd="2"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4</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BA tasks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BA skills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BA roles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Define biz req. </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8B93368D-220F-4F51-922B-E3D40AEF4871}">
      <dgm:prSet phldrT="[Text]" custT="1"/>
      <dgm:spPr/>
      <dgm:t>
        <a:bodyPr/>
        <a:lstStyle/>
        <a:p>
          <a:r>
            <a:rPr lang="en-US" sz="1600" dirty="0"/>
            <a:t>14 skills</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dirty="0"/>
            <a:t>The making of a BA</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custT="1"/>
      <dgm:spPr/>
      <dgm:t>
        <a:bodyPr/>
        <a:lstStyle/>
        <a:p>
          <a:r>
            <a:rPr lang="en-US" sz="1600" dirty="0"/>
            <a:t>Former user</a:t>
          </a:r>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1E627F9E-CE3B-4A85-BB78-8DDB86A78DDE}">
      <dgm:prSet phldrT="[Text]" custT="1"/>
      <dgm:spPr/>
      <dgm:t>
        <a:bodyPr/>
        <a:lstStyle/>
        <a:p>
          <a:r>
            <a:rPr lang="en-US" sz="1400" dirty="0"/>
            <a:t>Req. Mgt.</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Req. Development</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4FB6BF3B-C219-4303-AEB3-994259D99A70}">
      <dgm:prSet phldrT="[Text]"/>
      <dgm:spPr/>
      <dgm:t>
        <a:bodyPr/>
        <a:lstStyle/>
        <a:p>
          <a:r>
            <a:rPr lang="en-US" dirty="0"/>
            <a:t>Former dev./tester</a:t>
          </a:r>
        </a:p>
      </dgm:t>
    </dgm:pt>
    <dgm:pt modelId="{7B3A9F9E-3106-4B24-BEFD-4A9665F424D0}" type="parTrans" cxnId="{76DC81BA-0E94-4E9E-AD33-7FC747EB95DF}">
      <dgm:prSet/>
      <dgm:spPr/>
      <dgm:t>
        <a:bodyPr/>
        <a:lstStyle/>
        <a:p>
          <a:endParaRPr lang="en-US"/>
        </a:p>
      </dgm:t>
    </dgm:pt>
    <dgm:pt modelId="{BB1D7A17-31AC-42E3-8687-DAF228003D93}" type="sibTrans" cxnId="{76DC81BA-0E94-4E9E-AD33-7FC747EB95DF}">
      <dgm:prSet/>
      <dgm:spPr/>
      <dgm:t>
        <a:bodyPr/>
        <a:lstStyle/>
        <a:p>
          <a:endParaRPr lang="en-US"/>
        </a:p>
      </dgm:t>
    </dgm:pt>
    <dgm:pt modelId="{34E50AA5-7D1F-4CAD-A9C4-5BD6089D922A}">
      <dgm:prSet phldrT="[Text]"/>
      <dgm:spPr/>
      <dgm:t>
        <a:bodyPr/>
        <a:lstStyle/>
        <a:p>
          <a:r>
            <a:rPr lang="en-US" dirty="0"/>
            <a:t>Former PM</a:t>
          </a:r>
        </a:p>
      </dgm:t>
    </dgm:pt>
    <dgm:pt modelId="{360903BC-53AA-45C0-B6BB-495D25685027}" type="parTrans" cxnId="{4A2BB477-9143-4C5B-9A7A-061BC00825F6}">
      <dgm:prSet/>
      <dgm:spPr/>
      <dgm:t>
        <a:bodyPr/>
        <a:lstStyle/>
        <a:p>
          <a:endParaRPr lang="en-US"/>
        </a:p>
      </dgm:t>
    </dgm:pt>
    <dgm:pt modelId="{C0B24588-8D29-4A43-A7D2-F1B9BDBD65DD}" type="sibTrans" cxnId="{4A2BB477-9143-4C5B-9A7A-061BC00825F6}">
      <dgm:prSet/>
      <dgm:spPr/>
      <dgm:t>
        <a:bodyPr/>
        <a:lstStyle/>
        <a:p>
          <a:endParaRPr lang="en-US"/>
        </a:p>
      </dgm:t>
    </dgm:pt>
    <dgm:pt modelId="{2F0FD7CD-7EB5-47E8-95E1-62C1AD3CE230}">
      <dgm:prSet phldrT="[Text]"/>
      <dgm:spPr/>
      <dgm:t>
        <a:bodyPr/>
        <a:lstStyle/>
        <a:p>
          <a:r>
            <a:rPr lang="en-US" dirty="0"/>
            <a:t>Former SME</a:t>
          </a:r>
        </a:p>
      </dgm:t>
    </dgm:pt>
    <dgm:pt modelId="{6A959C0B-D3F3-4857-8FD6-AEFB8016B1EC}" type="parTrans" cxnId="{D0AB646E-8302-4720-B417-20AE9987BE44}">
      <dgm:prSet/>
      <dgm:spPr/>
      <dgm:t>
        <a:bodyPr/>
        <a:lstStyle/>
        <a:p>
          <a:endParaRPr lang="en-US"/>
        </a:p>
      </dgm:t>
    </dgm:pt>
    <dgm:pt modelId="{A6D87D7A-1E65-4B64-AB3C-7E464BEFD024}" type="sibTrans" cxnId="{D0AB646E-8302-4720-B417-20AE9987BE44}">
      <dgm:prSet/>
      <dgm:spPr/>
      <dgm:t>
        <a:bodyPr/>
        <a:lstStyle/>
        <a:p>
          <a:endParaRPr lang="en-US"/>
        </a:p>
      </dgm:t>
    </dgm:pt>
    <dgm:pt modelId="{63D613FC-5C4A-41FB-94BE-42DB7C2721B5}">
      <dgm:prSet/>
      <dgm:spPr/>
      <dgm:t>
        <a:bodyPr/>
        <a:lstStyle/>
        <a:p>
          <a:r>
            <a:rPr lang="en-US" dirty="0"/>
            <a:t>Plan the </a:t>
          </a:r>
          <a:r>
            <a:rPr lang="en-US" dirty="0" err="1"/>
            <a:t>reqs</a:t>
          </a:r>
          <a:r>
            <a:rPr lang="en-US" dirty="0"/>
            <a:t> approach </a:t>
          </a:r>
        </a:p>
      </dgm:t>
    </dgm:pt>
    <dgm:pt modelId="{D584AD69-B54D-4E44-9400-0741A9216C7D}" type="parTrans" cxnId="{A09D4EA1-62CF-46AC-8062-DC4F0A6A9277}">
      <dgm:prSet/>
      <dgm:spPr/>
      <dgm:t>
        <a:bodyPr/>
        <a:lstStyle/>
        <a:p>
          <a:endParaRPr lang="en-US"/>
        </a:p>
      </dgm:t>
    </dgm:pt>
    <dgm:pt modelId="{59C11680-5963-494E-8038-F2FD5A2BC06E}" type="sibTrans" cxnId="{A09D4EA1-62CF-46AC-8062-DC4F0A6A9277}">
      <dgm:prSet/>
      <dgm:spPr/>
      <dgm:t>
        <a:bodyPr/>
        <a:lstStyle/>
        <a:p>
          <a:endParaRPr lang="en-US"/>
        </a:p>
      </dgm:t>
    </dgm:pt>
    <dgm:pt modelId="{333C57DF-44D6-4356-9DD0-3E7D7FE1C161}">
      <dgm:prSet/>
      <dgm:spPr/>
      <dgm:t>
        <a:bodyPr/>
        <a:lstStyle/>
        <a:p>
          <a:r>
            <a:rPr lang="en-US" dirty="0"/>
            <a:t>Identify project stakeholders and user classes </a:t>
          </a:r>
        </a:p>
      </dgm:t>
    </dgm:pt>
    <dgm:pt modelId="{DD53956A-A14A-4170-B01B-B76F6156E186}" type="parTrans" cxnId="{D6668533-E362-4844-991A-9019AC2707F0}">
      <dgm:prSet/>
      <dgm:spPr/>
      <dgm:t>
        <a:bodyPr/>
        <a:lstStyle/>
        <a:p>
          <a:endParaRPr lang="en-US"/>
        </a:p>
      </dgm:t>
    </dgm:pt>
    <dgm:pt modelId="{B27EF3EC-B2D7-49CA-909B-AFD3DB6107C0}" type="sibTrans" cxnId="{D6668533-E362-4844-991A-9019AC2707F0}">
      <dgm:prSet/>
      <dgm:spPr/>
      <dgm:t>
        <a:bodyPr/>
        <a:lstStyle/>
        <a:p>
          <a:endParaRPr lang="en-US"/>
        </a:p>
      </dgm:t>
    </dgm:pt>
    <dgm:pt modelId="{FA1A3F8C-F1C8-4419-8678-03C7E2DE7F75}">
      <dgm:prSet/>
      <dgm:spPr/>
      <dgm:t>
        <a:bodyPr/>
        <a:lstStyle/>
        <a:p>
          <a:r>
            <a:rPr lang="en-US" dirty="0"/>
            <a:t>Req. dev.</a:t>
          </a:r>
        </a:p>
      </dgm:t>
    </dgm:pt>
    <dgm:pt modelId="{518E1845-38BF-417A-BB0E-E8822CD26E18}" type="parTrans" cxnId="{7FD874DC-43EA-44FB-9126-D3A6C72EED01}">
      <dgm:prSet/>
      <dgm:spPr/>
      <dgm:t>
        <a:bodyPr/>
        <a:lstStyle/>
        <a:p>
          <a:endParaRPr lang="en-US"/>
        </a:p>
      </dgm:t>
    </dgm:pt>
    <dgm:pt modelId="{B54B1CEB-BDE1-43A6-968F-045A35C61EFE}" type="sibTrans" cxnId="{7FD874DC-43EA-44FB-9126-D3A6C72EED01}">
      <dgm:prSet/>
      <dgm:spPr/>
      <dgm:t>
        <a:bodyPr/>
        <a:lstStyle/>
        <a:p>
          <a:endParaRPr lang="en-US"/>
        </a:p>
      </dgm:t>
    </dgm:pt>
    <dgm:pt modelId="{297DDE2A-1762-4B03-BF95-B8E1C2EB135A}">
      <dgm:prSet/>
      <dgm:spPr/>
      <dgm:t>
        <a:bodyPr/>
        <a:lstStyle/>
        <a:p>
          <a:r>
            <a:rPr lang="en-US" dirty="0"/>
            <a:t>Manage requirements </a:t>
          </a:r>
        </a:p>
      </dgm:t>
    </dgm:pt>
    <dgm:pt modelId="{6521FE6A-59E6-4DC8-9080-807CB6ACD779}" type="parTrans" cxnId="{BA126F84-527D-403F-B78C-54A2AE0858DE}">
      <dgm:prSet/>
      <dgm:spPr/>
      <dgm:t>
        <a:bodyPr/>
        <a:lstStyle/>
        <a:p>
          <a:endParaRPr lang="en-US"/>
        </a:p>
      </dgm:t>
    </dgm:pt>
    <dgm:pt modelId="{A50374DC-A164-467C-9061-767773C3F9E7}" type="sibTrans" cxnId="{BA126F84-527D-403F-B78C-54A2AE0858DE}">
      <dgm:prSet/>
      <dgm:spPr/>
      <dgm:t>
        <a:bodyPr/>
        <a:lstStyle/>
        <a:p>
          <a:endParaRPr lang="en-US"/>
        </a:p>
      </dgm:t>
    </dgm:pt>
    <dgm:pt modelId="{D70D74C7-4612-424F-BB97-6245EB4610E6}">
      <dgm:prSet phldrT="[Text]"/>
      <dgm:spPr/>
      <dgm:t>
        <a:bodyPr/>
        <a:lstStyle/>
        <a:p>
          <a:r>
            <a:rPr lang="en-US" dirty="0"/>
            <a:t>Rookie</a:t>
          </a:r>
        </a:p>
      </dgm:t>
    </dgm:pt>
    <dgm:pt modelId="{E47E5E62-3FF7-4EB2-8187-C77806C6EC91}" type="parTrans" cxnId="{096A1BDA-F037-49E2-AE0F-6112DBC38664}">
      <dgm:prSet/>
      <dgm:spPr/>
      <dgm:t>
        <a:bodyPr/>
        <a:lstStyle/>
        <a:p>
          <a:endParaRPr lang="en-US"/>
        </a:p>
      </dgm:t>
    </dgm:pt>
    <dgm:pt modelId="{00697053-121F-44F5-B786-7635822E8B08}" type="sibTrans" cxnId="{096A1BDA-F037-49E2-AE0F-6112DBC3866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dgm:presLayoutVars>
          <dgm:chPref val="3"/>
        </dgm:presLayoutVars>
      </dgm:prSet>
      <dgm:spPr/>
    </dgm:pt>
    <dgm:pt modelId="{A10B8E6A-AEE1-4C2B-8634-C515AEDBA0E5}" type="pres">
      <dgm:prSet presAssocID="{9286A5EC-F2A9-487D-8BF1-B96EEEFD636B}" presName="rootConnector" presStyleLbl="node2" presStyleIdx="0" presStyleCnt="4"/>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3"/>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3">
        <dgm:presLayoutVars>
          <dgm:chPref val="3"/>
        </dgm:presLayoutVars>
      </dgm:prSet>
      <dgm:spPr/>
    </dgm:pt>
    <dgm:pt modelId="{7C494E9C-07EE-4809-A445-329E5D279BED}" type="pres">
      <dgm:prSet presAssocID="{ADFFC400-8BBA-4CA0-97DA-A5239AD7FF83}" presName="rootConnector" presStyleLbl="node3" presStyleIdx="0" presStyleCnt="13"/>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3"/>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3">
        <dgm:presLayoutVars>
          <dgm:chPref val="3"/>
        </dgm:presLayoutVars>
      </dgm:prSet>
      <dgm:spPr/>
    </dgm:pt>
    <dgm:pt modelId="{BFFD6F86-AD10-4340-B993-09FE9B342F4C}" type="pres">
      <dgm:prSet presAssocID="{1E627F9E-CE3B-4A85-BB78-8DDB86A78DDE}" presName="rootConnector" presStyleLbl="node3" presStyleIdx="1" presStyleCnt="13"/>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dgm:presLayoutVars>
          <dgm:chPref val="3"/>
        </dgm:presLayoutVars>
      </dgm:prSet>
      <dgm:spPr/>
    </dgm:pt>
    <dgm:pt modelId="{1999F93D-C5E3-4B58-A38A-C971B5C1871B}" type="pres">
      <dgm:prSet presAssocID="{620DD3EC-BDCD-468B-B566-7FE2B848507E}" presName="rootConnector" presStyleLbl="node2" presStyleIdx="1" presStyleCnt="4"/>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2" presStyleCnt="13"/>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2" presStyleCnt="13">
        <dgm:presLayoutVars>
          <dgm:chPref val="3"/>
        </dgm:presLayoutVars>
      </dgm:prSet>
      <dgm:spPr/>
    </dgm:pt>
    <dgm:pt modelId="{43458361-CDBC-43AE-84A2-56ACA0035337}" type="pres">
      <dgm:prSet presAssocID="{8A74C719-C0B0-45E7-A044-8F3E3BDD14B1}" presName="rootConnector" presStyleLbl="node3" presStyleIdx="2" presStyleCnt="13"/>
      <dgm:spPr/>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45B281F7-13DA-4694-8703-1685A2ABAE33}" type="pres">
      <dgm:prSet presAssocID="{D584AD69-B54D-4E44-9400-0741A9216C7D}" presName="Name37" presStyleLbl="parChTrans1D3" presStyleIdx="3" presStyleCnt="13"/>
      <dgm:spPr/>
    </dgm:pt>
    <dgm:pt modelId="{A6BEAF4C-7DB9-4B5B-B049-B26C54C633BF}" type="pres">
      <dgm:prSet presAssocID="{63D613FC-5C4A-41FB-94BE-42DB7C2721B5}" presName="hierRoot2" presStyleCnt="0">
        <dgm:presLayoutVars>
          <dgm:hierBranch val="init"/>
        </dgm:presLayoutVars>
      </dgm:prSet>
      <dgm:spPr/>
    </dgm:pt>
    <dgm:pt modelId="{212B7D62-5055-4F8F-BB01-BECC7896EB9E}" type="pres">
      <dgm:prSet presAssocID="{63D613FC-5C4A-41FB-94BE-42DB7C2721B5}" presName="rootComposite" presStyleCnt="0"/>
      <dgm:spPr/>
    </dgm:pt>
    <dgm:pt modelId="{9D8C80F1-47CE-4F13-A198-ADC7BC7E2E48}" type="pres">
      <dgm:prSet presAssocID="{63D613FC-5C4A-41FB-94BE-42DB7C2721B5}" presName="rootText" presStyleLbl="node3" presStyleIdx="3" presStyleCnt="13">
        <dgm:presLayoutVars>
          <dgm:chPref val="3"/>
        </dgm:presLayoutVars>
      </dgm:prSet>
      <dgm:spPr/>
    </dgm:pt>
    <dgm:pt modelId="{B7495041-75F9-4795-8254-C6D73AE5DB15}" type="pres">
      <dgm:prSet presAssocID="{63D613FC-5C4A-41FB-94BE-42DB7C2721B5}" presName="rootConnector" presStyleLbl="node3" presStyleIdx="3" presStyleCnt="13"/>
      <dgm:spPr/>
    </dgm:pt>
    <dgm:pt modelId="{75DD692B-9596-4800-AAF5-07A73B12C14C}" type="pres">
      <dgm:prSet presAssocID="{63D613FC-5C4A-41FB-94BE-42DB7C2721B5}" presName="hierChild4" presStyleCnt="0"/>
      <dgm:spPr/>
    </dgm:pt>
    <dgm:pt modelId="{0D5CF48B-7E19-43E3-9153-CA7A11F0615E}" type="pres">
      <dgm:prSet presAssocID="{63D613FC-5C4A-41FB-94BE-42DB7C2721B5}" presName="hierChild5" presStyleCnt="0"/>
      <dgm:spPr/>
    </dgm:pt>
    <dgm:pt modelId="{B9A8D99B-7E04-4FCC-8A85-F7F0979F84F7}" type="pres">
      <dgm:prSet presAssocID="{DD53956A-A14A-4170-B01B-B76F6156E186}" presName="Name37" presStyleLbl="parChTrans1D3" presStyleIdx="4" presStyleCnt="13"/>
      <dgm:spPr/>
    </dgm:pt>
    <dgm:pt modelId="{A1F6E8CC-6217-472F-ADBE-8596CBB0C33B}" type="pres">
      <dgm:prSet presAssocID="{333C57DF-44D6-4356-9DD0-3E7D7FE1C161}" presName="hierRoot2" presStyleCnt="0">
        <dgm:presLayoutVars>
          <dgm:hierBranch val="init"/>
        </dgm:presLayoutVars>
      </dgm:prSet>
      <dgm:spPr/>
    </dgm:pt>
    <dgm:pt modelId="{00492B01-7A97-4F6F-B40B-8E0AFBDD877F}" type="pres">
      <dgm:prSet presAssocID="{333C57DF-44D6-4356-9DD0-3E7D7FE1C161}" presName="rootComposite" presStyleCnt="0"/>
      <dgm:spPr/>
    </dgm:pt>
    <dgm:pt modelId="{7872A18C-E13C-45E9-80D5-90CBBA671EF8}" type="pres">
      <dgm:prSet presAssocID="{333C57DF-44D6-4356-9DD0-3E7D7FE1C161}" presName="rootText" presStyleLbl="node3" presStyleIdx="4" presStyleCnt="13">
        <dgm:presLayoutVars>
          <dgm:chPref val="3"/>
        </dgm:presLayoutVars>
      </dgm:prSet>
      <dgm:spPr/>
    </dgm:pt>
    <dgm:pt modelId="{5C5CB2F4-36C0-4C54-B44C-8DBDD3F56FA6}" type="pres">
      <dgm:prSet presAssocID="{333C57DF-44D6-4356-9DD0-3E7D7FE1C161}" presName="rootConnector" presStyleLbl="node3" presStyleIdx="4" presStyleCnt="13"/>
      <dgm:spPr/>
    </dgm:pt>
    <dgm:pt modelId="{329E2700-FB6E-4F2D-9863-8AD5668B3E7A}" type="pres">
      <dgm:prSet presAssocID="{333C57DF-44D6-4356-9DD0-3E7D7FE1C161}" presName="hierChild4" presStyleCnt="0"/>
      <dgm:spPr/>
    </dgm:pt>
    <dgm:pt modelId="{4B662056-6ACC-4D88-8440-3A00A44DBE3F}" type="pres">
      <dgm:prSet presAssocID="{333C57DF-44D6-4356-9DD0-3E7D7FE1C161}" presName="hierChild5" presStyleCnt="0"/>
      <dgm:spPr/>
    </dgm:pt>
    <dgm:pt modelId="{7AD9FEEF-18FE-49C0-819A-DBA4616B9926}" type="pres">
      <dgm:prSet presAssocID="{518E1845-38BF-417A-BB0E-E8822CD26E18}" presName="Name37" presStyleLbl="parChTrans1D3" presStyleIdx="5" presStyleCnt="13"/>
      <dgm:spPr/>
    </dgm:pt>
    <dgm:pt modelId="{1BE70D2D-4928-40A8-BC89-EAE124A704A2}" type="pres">
      <dgm:prSet presAssocID="{FA1A3F8C-F1C8-4419-8678-03C7E2DE7F75}" presName="hierRoot2" presStyleCnt="0">
        <dgm:presLayoutVars>
          <dgm:hierBranch val="init"/>
        </dgm:presLayoutVars>
      </dgm:prSet>
      <dgm:spPr/>
    </dgm:pt>
    <dgm:pt modelId="{BA1F4F61-4FBB-424D-BC09-D571D48B55A8}" type="pres">
      <dgm:prSet presAssocID="{FA1A3F8C-F1C8-4419-8678-03C7E2DE7F75}" presName="rootComposite" presStyleCnt="0"/>
      <dgm:spPr/>
    </dgm:pt>
    <dgm:pt modelId="{A2FE0A94-8CB5-4AFC-8192-B70C5DD08032}" type="pres">
      <dgm:prSet presAssocID="{FA1A3F8C-F1C8-4419-8678-03C7E2DE7F75}" presName="rootText" presStyleLbl="node3" presStyleIdx="5" presStyleCnt="13">
        <dgm:presLayoutVars>
          <dgm:chPref val="3"/>
        </dgm:presLayoutVars>
      </dgm:prSet>
      <dgm:spPr/>
    </dgm:pt>
    <dgm:pt modelId="{74518794-74DB-43D8-943C-3CAD9822E982}" type="pres">
      <dgm:prSet presAssocID="{FA1A3F8C-F1C8-4419-8678-03C7E2DE7F75}" presName="rootConnector" presStyleLbl="node3" presStyleIdx="5" presStyleCnt="13"/>
      <dgm:spPr/>
    </dgm:pt>
    <dgm:pt modelId="{BFB403FC-6C90-4513-9F9E-1E0CBE994CCF}" type="pres">
      <dgm:prSet presAssocID="{FA1A3F8C-F1C8-4419-8678-03C7E2DE7F75}" presName="hierChild4" presStyleCnt="0"/>
      <dgm:spPr/>
    </dgm:pt>
    <dgm:pt modelId="{5DAAC355-693D-43B1-AE1F-0870B074A775}" type="pres">
      <dgm:prSet presAssocID="{FA1A3F8C-F1C8-4419-8678-03C7E2DE7F75}" presName="hierChild5" presStyleCnt="0"/>
      <dgm:spPr/>
    </dgm:pt>
    <dgm:pt modelId="{6A4657BC-BD1B-4DF3-B3EE-63FF58F462CC}" type="pres">
      <dgm:prSet presAssocID="{6521FE6A-59E6-4DC8-9080-807CB6ACD779}" presName="Name37" presStyleLbl="parChTrans1D3" presStyleIdx="6" presStyleCnt="13"/>
      <dgm:spPr/>
    </dgm:pt>
    <dgm:pt modelId="{2D2285B4-FF16-445A-9504-06E91E1F614A}" type="pres">
      <dgm:prSet presAssocID="{297DDE2A-1762-4B03-BF95-B8E1C2EB135A}" presName="hierRoot2" presStyleCnt="0">
        <dgm:presLayoutVars>
          <dgm:hierBranch val="init"/>
        </dgm:presLayoutVars>
      </dgm:prSet>
      <dgm:spPr/>
    </dgm:pt>
    <dgm:pt modelId="{68771A8B-CABE-42D9-BB9B-904DF3B83B37}" type="pres">
      <dgm:prSet presAssocID="{297DDE2A-1762-4B03-BF95-B8E1C2EB135A}" presName="rootComposite" presStyleCnt="0"/>
      <dgm:spPr/>
    </dgm:pt>
    <dgm:pt modelId="{6949B19C-8AF3-464F-B8E0-A0BE58E9C9BF}" type="pres">
      <dgm:prSet presAssocID="{297DDE2A-1762-4B03-BF95-B8E1C2EB135A}" presName="rootText" presStyleLbl="node3" presStyleIdx="6" presStyleCnt="13">
        <dgm:presLayoutVars>
          <dgm:chPref val="3"/>
        </dgm:presLayoutVars>
      </dgm:prSet>
      <dgm:spPr/>
    </dgm:pt>
    <dgm:pt modelId="{3668B61E-61E3-44E1-9E84-5C12BD0C4E98}" type="pres">
      <dgm:prSet presAssocID="{297DDE2A-1762-4B03-BF95-B8E1C2EB135A}" presName="rootConnector" presStyleLbl="node3" presStyleIdx="6" presStyleCnt="13"/>
      <dgm:spPr/>
    </dgm:pt>
    <dgm:pt modelId="{F67A39B9-E73E-40B4-857F-6D326F833B4D}" type="pres">
      <dgm:prSet presAssocID="{297DDE2A-1762-4B03-BF95-B8E1C2EB135A}" presName="hierChild4" presStyleCnt="0"/>
      <dgm:spPr/>
    </dgm:pt>
    <dgm:pt modelId="{0D05F2B1-475A-4E9D-805F-94AA6FF5BA96}" type="pres">
      <dgm:prSet presAssocID="{297DDE2A-1762-4B03-BF95-B8E1C2EB135A}"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4"/>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4">
        <dgm:presLayoutVars>
          <dgm:chPref val="3"/>
        </dgm:presLayoutVars>
      </dgm:prSet>
      <dgm:spPr/>
    </dgm:pt>
    <dgm:pt modelId="{2B09EB8B-ED69-45F5-BA37-36CF2B0643CF}" type="pres">
      <dgm:prSet presAssocID="{1FDE73C1-1773-4DFF-80D8-CE538843B8D6}" presName="rootConnector" presStyleLbl="node2" presStyleIdx="2" presStyleCnt="4"/>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7" presStyleCnt="13"/>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7" presStyleCnt="13">
        <dgm:presLayoutVars>
          <dgm:chPref val="3"/>
        </dgm:presLayoutVars>
      </dgm:prSet>
      <dgm:spPr/>
    </dgm:pt>
    <dgm:pt modelId="{D2461159-78CB-4A23-999D-2C7EB906725F}" type="pres">
      <dgm:prSet presAssocID="{8B93368D-220F-4F51-922B-E3D40AEF4871}" presName="rootConnector" presStyleLbl="node3" presStyleIdx="7" presStyleCnt="13"/>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4"/>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4">
        <dgm:presLayoutVars>
          <dgm:chPref val="3"/>
        </dgm:presLayoutVars>
      </dgm:prSet>
      <dgm:spPr/>
    </dgm:pt>
    <dgm:pt modelId="{0FE7A504-1A99-42A4-92D2-369E93728B6E}" type="pres">
      <dgm:prSet presAssocID="{A1A03C13-4BED-4BB7-8AFB-BDB236A519FA}" presName="rootConnector" presStyleLbl="node2" presStyleIdx="3" presStyleCnt="4"/>
      <dgm:spPr/>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8" presStyleCnt="13"/>
      <dgm:spPr/>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8" presStyleCnt="13" custScaleY="101273">
        <dgm:presLayoutVars>
          <dgm:chPref val="3"/>
        </dgm:presLayoutVars>
      </dgm:prSet>
      <dgm:spPr/>
    </dgm:pt>
    <dgm:pt modelId="{53427F1E-64F3-46FE-9189-9127962FB517}" type="pres">
      <dgm:prSet presAssocID="{1330D8AE-5AD3-4971-83B6-44EEB3DE664B}" presName="rootConnector" presStyleLbl="node3" presStyleIdx="8" presStyleCnt="13"/>
      <dgm:spPr/>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3A1796D6-3B82-44FF-A19D-852FF4EBDC50}" type="pres">
      <dgm:prSet presAssocID="{7B3A9F9E-3106-4B24-BEFD-4A9665F424D0}" presName="Name37" presStyleLbl="parChTrans1D3" presStyleIdx="9" presStyleCnt="13"/>
      <dgm:spPr/>
    </dgm:pt>
    <dgm:pt modelId="{D36CE40E-1461-4867-A9C4-AC9DDFDE94A0}" type="pres">
      <dgm:prSet presAssocID="{4FB6BF3B-C219-4303-AEB3-994259D99A70}" presName="hierRoot2" presStyleCnt="0">
        <dgm:presLayoutVars>
          <dgm:hierBranch val="init"/>
        </dgm:presLayoutVars>
      </dgm:prSet>
      <dgm:spPr/>
    </dgm:pt>
    <dgm:pt modelId="{A85318C8-31B5-4A74-9EF5-23705642AD37}" type="pres">
      <dgm:prSet presAssocID="{4FB6BF3B-C219-4303-AEB3-994259D99A70}" presName="rootComposite" presStyleCnt="0"/>
      <dgm:spPr/>
    </dgm:pt>
    <dgm:pt modelId="{AD05E803-A7A2-4733-B015-24257F5A1699}" type="pres">
      <dgm:prSet presAssocID="{4FB6BF3B-C219-4303-AEB3-994259D99A70}" presName="rootText" presStyleLbl="node3" presStyleIdx="9" presStyleCnt="13">
        <dgm:presLayoutVars>
          <dgm:chPref val="3"/>
        </dgm:presLayoutVars>
      </dgm:prSet>
      <dgm:spPr/>
    </dgm:pt>
    <dgm:pt modelId="{1F335708-3B0E-464B-A4EF-4539A7D61EFE}" type="pres">
      <dgm:prSet presAssocID="{4FB6BF3B-C219-4303-AEB3-994259D99A70}" presName="rootConnector" presStyleLbl="node3" presStyleIdx="9" presStyleCnt="13"/>
      <dgm:spPr/>
    </dgm:pt>
    <dgm:pt modelId="{353535FA-CE7E-4F5B-882B-F6515567EC55}" type="pres">
      <dgm:prSet presAssocID="{4FB6BF3B-C219-4303-AEB3-994259D99A70}" presName="hierChild4" presStyleCnt="0"/>
      <dgm:spPr/>
    </dgm:pt>
    <dgm:pt modelId="{60C5A0F5-270E-458C-9CD5-C29918320B96}" type="pres">
      <dgm:prSet presAssocID="{4FB6BF3B-C219-4303-AEB3-994259D99A70}" presName="hierChild5" presStyleCnt="0"/>
      <dgm:spPr/>
    </dgm:pt>
    <dgm:pt modelId="{B744FFEB-D81B-4051-80A0-06CD3150278B}" type="pres">
      <dgm:prSet presAssocID="{360903BC-53AA-45C0-B6BB-495D25685027}" presName="Name37" presStyleLbl="parChTrans1D3" presStyleIdx="10" presStyleCnt="13"/>
      <dgm:spPr/>
    </dgm:pt>
    <dgm:pt modelId="{A9038F44-4B0C-414A-AF75-E1CB0A09147B}" type="pres">
      <dgm:prSet presAssocID="{34E50AA5-7D1F-4CAD-A9C4-5BD6089D922A}" presName="hierRoot2" presStyleCnt="0">
        <dgm:presLayoutVars>
          <dgm:hierBranch val="init"/>
        </dgm:presLayoutVars>
      </dgm:prSet>
      <dgm:spPr/>
    </dgm:pt>
    <dgm:pt modelId="{019A7BFF-1F61-4529-94A9-0BFF9E284C28}" type="pres">
      <dgm:prSet presAssocID="{34E50AA5-7D1F-4CAD-A9C4-5BD6089D922A}" presName="rootComposite" presStyleCnt="0"/>
      <dgm:spPr/>
    </dgm:pt>
    <dgm:pt modelId="{5AB1CE78-FFC0-4A1C-884A-EFD72EB0B55E}" type="pres">
      <dgm:prSet presAssocID="{34E50AA5-7D1F-4CAD-A9C4-5BD6089D922A}" presName="rootText" presStyleLbl="node3" presStyleIdx="10" presStyleCnt="13">
        <dgm:presLayoutVars>
          <dgm:chPref val="3"/>
        </dgm:presLayoutVars>
      </dgm:prSet>
      <dgm:spPr/>
    </dgm:pt>
    <dgm:pt modelId="{980FB6A6-EBB4-4B35-8079-C1CF2C6255DD}" type="pres">
      <dgm:prSet presAssocID="{34E50AA5-7D1F-4CAD-A9C4-5BD6089D922A}" presName="rootConnector" presStyleLbl="node3" presStyleIdx="10" presStyleCnt="13"/>
      <dgm:spPr/>
    </dgm:pt>
    <dgm:pt modelId="{77B0CE6D-30D2-4F6A-8EE6-1F895B7F2EA0}" type="pres">
      <dgm:prSet presAssocID="{34E50AA5-7D1F-4CAD-A9C4-5BD6089D922A}" presName="hierChild4" presStyleCnt="0"/>
      <dgm:spPr/>
    </dgm:pt>
    <dgm:pt modelId="{01F5FA5F-EBD9-4FE9-BC37-D85A0156FB3E}" type="pres">
      <dgm:prSet presAssocID="{34E50AA5-7D1F-4CAD-A9C4-5BD6089D922A}" presName="hierChild5" presStyleCnt="0"/>
      <dgm:spPr/>
    </dgm:pt>
    <dgm:pt modelId="{17B43C74-07FF-45EC-BF27-41123D8CE835}" type="pres">
      <dgm:prSet presAssocID="{6A959C0B-D3F3-4857-8FD6-AEFB8016B1EC}" presName="Name37" presStyleLbl="parChTrans1D3" presStyleIdx="11" presStyleCnt="13"/>
      <dgm:spPr/>
    </dgm:pt>
    <dgm:pt modelId="{4C550044-4F70-431C-B7BE-77780A3C56D3}" type="pres">
      <dgm:prSet presAssocID="{2F0FD7CD-7EB5-47E8-95E1-62C1AD3CE230}" presName="hierRoot2" presStyleCnt="0">
        <dgm:presLayoutVars>
          <dgm:hierBranch val="init"/>
        </dgm:presLayoutVars>
      </dgm:prSet>
      <dgm:spPr/>
    </dgm:pt>
    <dgm:pt modelId="{CDDC9E68-AC18-4700-A465-42A1519C69B8}" type="pres">
      <dgm:prSet presAssocID="{2F0FD7CD-7EB5-47E8-95E1-62C1AD3CE230}" presName="rootComposite" presStyleCnt="0"/>
      <dgm:spPr/>
    </dgm:pt>
    <dgm:pt modelId="{4B31A7B3-2386-4740-A97D-E425D7AA05D7}" type="pres">
      <dgm:prSet presAssocID="{2F0FD7CD-7EB5-47E8-95E1-62C1AD3CE230}" presName="rootText" presStyleLbl="node3" presStyleIdx="11" presStyleCnt="13">
        <dgm:presLayoutVars>
          <dgm:chPref val="3"/>
        </dgm:presLayoutVars>
      </dgm:prSet>
      <dgm:spPr/>
    </dgm:pt>
    <dgm:pt modelId="{28E3C220-EC50-49DE-8E00-E50484AA36CB}" type="pres">
      <dgm:prSet presAssocID="{2F0FD7CD-7EB5-47E8-95E1-62C1AD3CE230}" presName="rootConnector" presStyleLbl="node3" presStyleIdx="11" presStyleCnt="13"/>
      <dgm:spPr/>
    </dgm:pt>
    <dgm:pt modelId="{0704F99F-5AAC-4B83-8BC4-A6EFAA90F292}" type="pres">
      <dgm:prSet presAssocID="{2F0FD7CD-7EB5-47E8-95E1-62C1AD3CE230}" presName="hierChild4" presStyleCnt="0"/>
      <dgm:spPr/>
    </dgm:pt>
    <dgm:pt modelId="{9DD72F2B-8541-42D2-AAA0-EF45A6753F69}" type="pres">
      <dgm:prSet presAssocID="{2F0FD7CD-7EB5-47E8-95E1-62C1AD3CE230}" presName="hierChild5" presStyleCnt="0"/>
      <dgm:spPr/>
    </dgm:pt>
    <dgm:pt modelId="{A81CE5B8-559D-4D52-BD90-EA15B4AB1A55}" type="pres">
      <dgm:prSet presAssocID="{E47E5E62-3FF7-4EB2-8187-C77806C6EC91}" presName="Name37" presStyleLbl="parChTrans1D3" presStyleIdx="12" presStyleCnt="13"/>
      <dgm:spPr/>
    </dgm:pt>
    <dgm:pt modelId="{C91E2AF4-1691-46AB-BC91-FBFFDB918E8F}" type="pres">
      <dgm:prSet presAssocID="{D70D74C7-4612-424F-BB97-6245EB4610E6}" presName="hierRoot2" presStyleCnt="0">
        <dgm:presLayoutVars>
          <dgm:hierBranch val="init"/>
        </dgm:presLayoutVars>
      </dgm:prSet>
      <dgm:spPr/>
    </dgm:pt>
    <dgm:pt modelId="{07C28D47-B31A-4BB9-A656-8CB0029308E7}" type="pres">
      <dgm:prSet presAssocID="{D70D74C7-4612-424F-BB97-6245EB4610E6}" presName="rootComposite" presStyleCnt="0"/>
      <dgm:spPr/>
    </dgm:pt>
    <dgm:pt modelId="{46C06B1B-2BF0-441D-885E-D1D472DD0F7F}" type="pres">
      <dgm:prSet presAssocID="{D70D74C7-4612-424F-BB97-6245EB4610E6}" presName="rootText" presStyleLbl="node3" presStyleIdx="12" presStyleCnt="13">
        <dgm:presLayoutVars>
          <dgm:chPref val="3"/>
        </dgm:presLayoutVars>
      </dgm:prSet>
      <dgm:spPr/>
    </dgm:pt>
    <dgm:pt modelId="{9C767F8B-8888-4891-9948-50075B0E3FA0}" type="pres">
      <dgm:prSet presAssocID="{D70D74C7-4612-424F-BB97-6245EB4610E6}" presName="rootConnector" presStyleLbl="node3" presStyleIdx="12" presStyleCnt="13"/>
      <dgm:spPr/>
    </dgm:pt>
    <dgm:pt modelId="{1B530CF0-A583-4CDA-9CC8-90872F1582CB}" type="pres">
      <dgm:prSet presAssocID="{D70D74C7-4612-424F-BB97-6245EB4610E6}" presName="hierChild4" presStyleCnt="0"/>
      <dgm:spPr/>
    </dgm:pt>
    <dgm:pt modelId="{714E245D-D1B0-4DB1-B22C-ACB928D9197E}" type="pres">
      <dgm:prSet presAssocID="{D70D74C7-4612-424F-BB97-6245EB4610E6}" presName="hierChild5"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402EDA02-71FE-403B-B1EC-5F0C2EF97359}" type="presOf" srcId="{63D613FC-5C4A-41FB-94BE-42DB7C2721B5}" destId="{9D8C80F1-47CE-4F13-A198-ADC7BC7E2E48}" srcOrd="0" destOrd="0" presId="urn:microsoft.com/office/officeart/2005/8/layout/orgChart1"/>
    <dgm:cxn modelId="{D907E203-978E-4AE6-AB6F-7F19D05309BA}" type="presOf" srcId="{59E3059B-1485-4ECC-BBBF-7CA3E640F38D}" destId="{A2A41425-2A6B-472C-AF7D-497B8D8C6C0F}" srcOrd="0" destOrd="0" presId="urn:microsoft.com/office/officeart/2005/8/layout/orgChart1"/>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447F7419-AFA6-49D2-90E1-225812A16C4A}" type="presOf" srcId="{297DDE2A-1762-4B03-BF95-B8E1C2EB135A}" destId="{6949B19C-8AF3-464F-B8E0-A0BE58E9C9BF}"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5982D1B-A6EC-42D1-9E57-ED652C440195}" type="presOf" srcId="{BFCBBE67-AD4B-44C6-B3A5-16361CC3B65A}" destId="{BAB65234-BEF3-44F6-8238-22DD5F2B3ECA}"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B2E1B22A-FD8F-495B-9414-3209E26C5453}" type="presOf" srcId="{34E50AA5-7D1F-4CAD-A9C4-5BD6089D922A}" destId="{5AB1CE78-FFC0-4A1C-884A-EFD72EB0B55E}"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D6668533-E362-4844-991A-9019AC2707F0}" srcId="{620DD3EC-BDCD-468B-B566-7FE2B848507E}" destId="{333C57DF-44D6-4356-9DD0-3E7D7FE1C161}" srcOrd="2" destOrd="0" parTransId="{DD53956A-A14A-4170-B01B-B76F6156E186}" sibTransId="{B27EF3EC-B2D7-49CA-909B-AFD3DB6107C0}"/>
    <dgm:cxn modelId="{308DB849-9196-48B8-AF90-19478C2BEFA1}" type="presOf" srcId="{1FDE73C1-1773-4DFF-80D8-CE538843B8D6}" destId="{2B09EB8B-ED69-45F5-BA37-36CF2B0643CF}" srcOrd="1" destOrd="0" presId="urn:microsoft.com/office/officeart/2005/8/layout/orgChart1"/>
    <dgm:cxn modelId="{CBECCE4C-AF70-417F-BC8D-B82D4157A2B1}" type="presOf" srcId="{2F0FD7CD-7EB5-47E8-95E1-62C1AD3CE230}" destId="{4B31A7B3-2386-4740-A97D-E425D7AA05D7}" srcOrd="0" destOrd="0" presId="urn:microsoft.com/office/officeart/2005/8/layout/orgChart1"/>
    <dgm:cxn modelId="{47BF964D-E8FC-4606-A3F9-300C4FA31A45}" type="presOf" srcId="{FA1A3F8C-F1C8-4419-8678-03C7E2DE7F75}" destId="{A2FE0A94-8CB5-4AFC-8192-B70C5DD08032}"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4DEFEC55-6C6E-4350-BEFE-06DFF7E6FE41}" type="presOf" srcId="{4FB6BF3B-C219-4303-AEB3-994259D99A70}" destId="{AD05E803-A7A2-4733-B015-24257F5A1699}" srcOrd="0" destOrd="0" presId="urn:microsoft.com/office/officeart/2005/8/layout/orgChart1"/>
    <dgm:cxn modelId="{C9635D59-E8F9-40CE-98FD-5E9F001DB9AB}" type="presOf" srcId="{E47E5E62-3FF7-4EB2-8187-C77806C6EC91}" destId="{A81CE5B8-559D-4D52-BD90-EA15B4AB1A55}" srcOrd="0" destOrd="0" presId="urn:microsoft.com/office/officeart/2005/8/layout/orgChart1"/>
    <dgm:cxn modelId="{4BC9815D-642A-4C2E-8C46-71E292500397}" type="presOf" srcId="{333C57DF-44D6-4356-9DD0-3E7D7FE1C161}" destId="{5C5CB2F4-36C0-4C54-B44C-8DBDD3F56FA6}"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414AAA6B-C437-4AB2-A848-7A5C6FFF558C}" type="presOf" srcId="{FD8FE40B-879F-4F4E-B1C0-B05B7EF61B85}" destId="{B24AC9E0-962C-4E78-A693-CB404F97964B}" srcOrd="0" destOrd="0" presId="urn:microsoft.com/office/officeart/2005/8/layout/orgChart1"/>
    <dgm:cxn modelId="{D0AB646E-8302-4720-B417-20AE9987BE44}" srcId="{A1A03C13-4BED-4BB7-8AFB-BDB236A519FA}" destId="{2F0FD7CD-7EB5-47E8-95E1-62C1AD3CE230}" srcOrd="3" destOrd="0" parTransId="{6A959C0B-D3F3-4857-8FD6-AEFB8016B1EC}" sibTransId="{A6D87D7A-1E65-4B64-AB3C-7E464BEFD024}"/>
    <dgm:cxn modelId="{3D238D6F-AADA-4A92-B671-79E37972A3B8}" type="presOf" srcId="{9E18C130-4D81-4BDD-8DE6-22CF9F45E19E}" destId="{62821369-B757-43AF-BF6D-02B9EF83A7FF}" srcOrd="0" destOrd="0" presId="urn:microsoft.com/office/officeart/2005/8/layout/orgChart1"/>
    <dgm:cxn modelId="{9DBABA6F-8CC6-4CFE-A34E-E443A5D54538}" type="presOf" srcId="{6521FE6A-59E6-4DC8-9080-807CB6ACD779}" destId="{6A4657BC-BD1B-4DF3-B3EE-63FF58F462CC}"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C2921075-6922-4DD4-A8B1-66576852504D}" type="presOf" srcId="{7B3A9F9E-3106-4B24-BEFD-4A9665F424D0}" destId="{3A1796D6-3B82-44FF-A19D-852FF4EBDC50}" srcOrd="0" destOrd="0" presId="urn:microsoft.com/office/officeart/2005/8/layout/orgChart1"/>
    <dgm:cxn modelId="{4A2BB477-9143-4C5B-9A7A-061BC00825F6}" srcId="{A1A03C13-4BED-4BB7-8AFB-BDB236A519FA}" destId="{34E50AA5-7D1F-4CAD-A9C4-5BD6089D922A}" srcOrd="2" destOrd="0" parTransId="{360903BC-53AA-45C0-B6BB-495D25685027}" sibTransId="{C0B24588-8D29-4A43-A7D2-F1B9BDBD65DD}"/>
    <dgm:cxn modelId="{A2D07F7F-7792-4FB6-87BA-BF28357DF323}" type="presOf" srcId="{1330D8AE-5AD3-4971-83B6-44EEB3DE664B}" destId="{B386D850-18E4-4553-BFA3-F5B91F42AF1A}" srcOrd="0" destOrd="0" presId="urn:microsoft.com/office/officeart/2005/8/layout/orgChart1"/>
    <dgm:cxn modelId="{70E06B81-DD4B-4A7B-B82E-BF5F037D0500}" type="presOf" srcId="{FA1A3F8C-F1C8-4419-8678-03C7E2DE7F75}" destId="{74518794-74DB-43D8-943C-3CAD9822E982}" srcOrd="1" destOrd="0" presId="urn:microsoft.com/office/officeart/2005/8/layout/orgChart1"/>
    <dgm:cxn modelId="{E7049C81-F196-448B-A530-6AAA89972ED4}" type="presOf" srcId="{2F0FD7CD-7EB5-47E8-95E1-62C1AD3CE230}" destId="{28E3C220-EC50-49DE-8E00-E50484AA36CB}" srcOrd="1" destOrd="0" presId="urn:microsoft.com/office/officeart/2005/8/layout/orgChart1"/>
    <dgm:cxn modelId="{BA126F84-527D-403F-B78C-54A2AE0858DE}" srcId="{620DD3EC-BDCD-468B-B566-7FE2B848507E}" destId="{297DDE2A-1762-4B03-BF95-B8E1C2EB135A}" srcOrd="4" destOrd="0" parTransId="{6521FE6A-59E6-4DC8-9080-807CB6ACD779}" sibTransId="{A50374DC-A164-467C-9061-767773C3F9E7}"/>
    <dgm:cxn modelId="{D58A6A88-4760-4BEC-8A98-05B8C39BBD3D}" type="presOf" srcId="{1A65A4D7-7720-45CB-8279-86EBD3407E97}" destId="{11077618-9302-474C-8482-1BBB83E3AEF1}" srcOrd="0" destOrd="0" presId="urn:microsoft.com/office/officeart/2005/8/layout/orgChart1"/>
    <dgm:cxn modelId="{768A858B-67E7-41C5-B800-DCD19F62AA29}" type="presOf" srcId="{D70D74C7-4612-424F-BB97-6245EB4610E6}" destId="{46C06B1B-2BF0-441D-885E-D1D472DD0F7F}" srcOrd="0" destOrd="0" presId="urn:microsoft.com/office/officeart/2005/8/layout/orgChart1"/>
    <dgm:cxn modelId="{84CFEA91-C591-4217-98B2-2BAB09B8F0E4}" type="presOf" srcId="{34E50AA5-7D1F-4CAD-A9C4-5BD6089D922A}" destId="{980FB6A6-EBB4-4B35-8079-C1CF2C6255DD}" srcOrd="1" destOrd="0" presId="urn:microsoft.com/office/officeart/2005/8/layout/orgChart1"/>
    <dgm:cxn modelId="{BC959A92-720A-403D-A526-8A3D9B9A090C}" type="presOf" srcId="{6A959C0B-D3F3-4857-8FD6-AEFB8016B1EC}" destId="{17B43C74-07FF-45EC-BF27-41123D8CE835}" srcOrd="0" destOrd="0" presId="urn:microsoft.com/office/officeart/2005/8/layout/orgChart1"/>
    <dgm:cxn modelId="{1769BB94-7ECB-45BC-B878-CEF11A8EA4CC}" type="presOf" srcId="{DD53956A-A14A-4170-B01B-B76F6156E186}" destId="{B9A8D99B-7E04-4FCC-8A85-F7F0979F84F7}"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2E414D9D-6C89-4C9B-81A1-96CE7DC9A4A6}" type="presOf" srcId="{4FB6BF3B-C219-4303-AEB3-994259D99A70}" destId="{1F335708-3B0E-464B-A4EF-4539A7D61EFE}" srcOrd="1" destOrd="0" presId="urn:microsoft.com/office/officeart/2005/8/layout/orgChart1"/>
    <dgm:cxn modelId="{944316A0-9452-482D-BB85-D1C40F0CB41B}" type="presOf" srcId="{D70D74C7-4612-424F-BB97-6245EB4610E6}" destId="{9C767F8B-8888-4891-9948-50075B0E3FA0}" srcOrd="1" destOrd="0" presId="urn:microsoft.com/office/officeart/2005/8/layout/orgChart1"/>
    <dgm:cxn modelId="{A09D4EA1-62CF-46AC-8062-DC4F0A6A9277}" srcId="{620DD3EC-BDCD-468B-B566-7FE2B848507E}" destId="{63D613FC-5C4A-41FB-94BE-42DB7C2721B5}" srcOrd="1" destOrd="0" parTransId="{D584AD69-B54D-4E44-9400-0741A9216C7D}" sibTransId="{59C11680-5963-494E-8038-F2FD5A2BC06E}"/>
    <dgm:cxn modelId="{8D8C3FA4-9174-40CF-A8BD-7F932B2D0964}" srcId="{1FDE73C1-1773-4DFF-80D8-CE538843B8D6}" destId="{8B93368D-220F-4F51-922B-E3D40AEF4871}" srcOrd="0" destOrd="0" parTransId="{FD8FE40B-879F-4F4E-B1C0-B05B7EF61B85}" sibTransId="{DEC3EE81-7009-4889-8EA1-20032230294E}"/>
    <dgm:cxn modelId="{219DC4A7-7684-4F3C-9628-38D7609E564A}" type="presOf" srcId="{63D613FC-5C4A-41FB-94BE-42DB7C2721B5}" destId="{B7495041-75F9-4795-8254-C6D73AE5DB15}"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76DC81BA-0E94-4E9E-AD33-7FC747EB95DF}" srcId="{A1A03C13-4BED-4BB7-8AFB-BDB236A519FA}" destId="{4FB6BF3B-C219-4303-AEB3-994259D99A70}" srcOrd="1" destOrd="0" parTransId="{7B3A9F9E-3106-4B24-BEFD-4A9665F424D0}" sibTransId="{BB1D7A17-31AC-42E3-8687-DAF228003D93}"/>
    <dgm:cxn modelId="{5433DFBB-570B-4F29-A8AD-9B1DFD4D3245}" type="presOf" srcId="{297DDE2A-1762-4B03-BF95-B8E1C2EB135A}" destId="{3668B61E-61E3-44E1-9E84-5C12BD0C4E98}" srcOrd="1" destOrd="0" presId="urn:microsoft.com/office/officeart/2005/8/layout/orgChart1"/>
    <dgm:cxn modelId="{04E40EBC-B5FC-48D8-8231-5B61BF960C3F}" type="presOf" srcId="{360903BC-53AA-45C0-B6BB-495D25685027}" destId="{B744FFEB-D81B-4051-80A0-06CD3150278B}"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4308D7C7-CEC4-4E47-9133-8B9DC815875B}" type="presOf" srcId="{A1A03C13-4BED-4BB7-8AFB-BDB236A519FA}" destId="{0FE7A504-1A99-42A4-92D2-369E93728B6E}" srcOrd="1" destOrd="0" presId="urn:microsoft.com/office/officeart/2005/8/layout/orgChart1"/>
    <dgm:cxn modelId="{5FFF69CF-A917-4B73-94B0-FA6637B0A8A0}" type="presOf" srcId="{8B93368D-220F-4F51-922B-E3D40AEF4871}" destId="{D2461159-78CB-4A23-999D-2C7EB906725F}" srcOrd="1" destOrd="0" presId="urn:microsoft.com/office/officeart/2005/8/layout/orgChart1"/>
    <dgm:cxn modelId="{089C4DD0-1424-46E7-B581-D6A32F1BB069}" srcId="{A1A03C13-4BED-4BB7-8AFB-BDB236A519FA}" destId="{1330D8AE-5AD3-4971-83B6-44EEB3DE664B}" srcOrd="0" destOrd="0" parTransId="{BFCBBE67-AD4B-44C6-B3A5-16361CC3B65A}" sibTransId="{81EE5860-B977-4474-AA46-CCB203BB9FFA}"/>
    <dgm:cxn modelId="{B5EE9AD3-6BE3-42E6-8C26-4A628CA9600B}" type="presOf" srcId="{9D28DB69-DDB3-4999-9A0B-8D007976E69E}" destId="{DE7F276F-E57B-4251-A70B-2917BAF50B6F}" srcOrd="0" destOrd="0" presId="urn:microsoft.com/office/officeart/2005/8/layout/orgChart1"/>
    <dgm:cxn modelId="{096A1BDA-F037-49E2-AE0F-6112DBC38664}" srcId="{A1A03C13-4BED-4BB7-8AFB-BDB236A519FA}" destId="{D70D74C7-4612-424F-BB97-6245EB4610E6}" srcOrd="4" destOrd="0" parTransId="{E47E5E62-3FF7-4EB2-8187-C77806C6EC91}" sibTransId="{00697053-121F-44F5-B786-7635822E8B08}"/>
    <dgm:cxn modelId="{7FD874DC-43EA-44FB-9126-D3A6C72EED01}" srcId="{620DD3EC-BDCD-468B-B566-7FE2B848507E}" destId="{FA1A3F8C-F1C8-4419-8678-03C7E2DE7F75}" srcOrd="3" destOrd="0" parTransId="{518E1845-38BF-417A-BB0E-E8822CD26E18}" sibTransId="{B54B1CEB-BDE1-43A6-968F-045A35C61EFE}"/>
    <dgm:cxn modelId="{A0EC64DE-9F87-4E68-A9E2-3BDC42FDFD9D}" type="presOf" srcId="{518E1845-38BF-417A-BB0E-E8822CD26E18}" destId="{7AD9FEEF-18FE-49C0-819A-DBA4616B9926}" srcOrd="0" destOrd="0" presId="urn:microsoft.com/office/officeart/2005/8/layout/orgChart1"/>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112E9CE3-D075-4D61-972E-CB15D1C43D03}" type="presOf" srcId="{8A74C719-C0B0-45E7-A044-8F3E3BDD14B1}" destId="{43458361-CDBC-43AE-84A2-56ACA0035337}" srcOrd="1" destOrd="0" presId="urn:microsoft.com/office/officeart/2005/8/layout/orgChart1"/>
    <dgm:cxn modelId="{422FD9E7-703E-4B4D-BB3C-6B4F06C022EE}" type="presOf" srcId="{1330D8AE-5AD3-4971-83B6-44EEB3DE664B}" destId="{53427F1E-64F3-46FE-9189-9127962FB517}" srcOrd="1" destOrd="0" presId="urn:microsoft.com/office/officeart/2005/8/layout/orgChart1"/>
    <dgm:cxn modelId="{0A21FBE9-5CC5-4CD1-BB61-CB5A0E570A33}" type="presOf" srcId="{D584AD69-B54D-4E44-9400-0741A9216C7D}" destId="{45B281F7-13DA-4694-8703-1685A2ABAE33}" srcOrd="0" destOrd="0" presId="urn:microsoft.com/office/officeart/2005/8/layout/orgChart1"/>
    <dgm:cxn modelId="{80114AED-2CF7-4C34-8563-5CD6798E2D30}" type="presOf" srcId="{333C57DF-44D6-4356-9DD0-3E7D7FE1C161}" destId="{7872A18C-E13C-45E9-80D5-90CBBA671EF8}"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CEC0BCFB-FD0B-46F9-8021-96D767259565}" type="presOf" srcId="{8B93368D-220F-4F51-922B-E3D40AEF4871}" destId="{AF41A196-D073-444E-BDCD-FC763BCB5F4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FF2B807C-04A1-42E4-84AC-C23728F7C001}" type="presParOf" srcId="{4C592C92-3156-443C-BB98-9204DFF01F72}" destId="{45B281F7-13DA-4694-8703-1685A2ABAE33}" srcOrd="2" destOrd="0" presId="urn:microsoft.com/office/officeart/2005/8/layout/orgChart1"/>
    <dgm:cxn modelId="{AB7BF16A-EE26-42A3-BC31-E1943A64E49A}" type="presParOf" srcId="{4C592C92-3156-443C-BB98-9204DFF01F72}" destId="{A6BEAF4C-7DB9-4B5B-B049-B26C54C633BF}" srcOrd="3" destOrd="0" presId="urn:microsoft.com/office/officeart/2005/8/layout/orgChart1"/>
    <dgm:cxn modelId="{1F9C038A-FC05-48CD-9D66-0634C991C382}" type="presParOf" srcId="{A6BEAF4C-7DB9-4B5B-B049-B26C54C633BF}" destId="{212B7D62-5055-4F8F-BB01-BECC7896EB9E}" srcOrd="0" destOrd="0" presId="urn:microsoft.com/office/officeart/2005/8/layout/orgChart1"/>
    <dgm:cxn modelId="{582FE44C-B630-478B-911B-B60AAC33AEAB}" type="presParOf" srcId="{212B7D62-5055-4F8F-BB01-BECC7896EB9E}" destId="{9D8C80F1-47CE-4F13-A198-ADC7BC7E2E48}" srcOrd="0" destOrd="0" presId="urn:microsoft.com/office/officeart/2005/8/layout/orgChart1"/>
    <dgm:cxn modelId="{42E57487-0EF2-4741-861C-378183D3958A}" type="presParOf" srcId="{212B7D62-5055-4F8F-BB01-BECC7896EB9E}" destId="{B7495041-75F9-4795-8254-C6D73AE5DB15}" srcOrd="1" destOrd="0" presId="urn:microsoft.com/office/officeart/2005/8/layout/orgChart1"/>
    <dgm:cxn modelId="{B5B365A2-48BB-4899-9C6D-74F99D70F306}" type="presParOf" srcId="{A6BEAF4C-7DB9-4B5B-B049-B26C54C633BF}" destId="{75DD692B-9596-4800-AAF5-07A73B12C14C}" srcOrd="1" destOrd="0" presId="urn:microsoft.com/office/officeart/2005/8/layout/orgChart1"/>
    <dgm:cxn modelId="{49A30EFD-E624-4B1A-B6AF-E95C568F26D7}" type="presParOf" srcId="{A6BEAF4C-7DB9-4B5B-B049-B26C54C633BF}" destId="{0D5CF48B-7E19-43E3-9153-CA7A11F0615E}" srcOrd="2" destOrd="0" presId="urn:microsoft.com/office/officeart/2005/8/layout/orgChart1"/>
    <dgm:cxn modelId="{E019AAE3-6CAF-48AD-BDAB-F83F4FEC2BA0}" type="presParOf" srcId="{4C592C92-3156-443C-BB98-9204DFF01F72}" destId="{B9A8D99B-7E04-4FCC-8A85-F7F0979F84F7}" srcOrd="4" destOrd="0" presId="urn:microsoft.com/office/officeart/2005/8/layout/orgChart1"/>
    <dgm:cxn modelId="{800E12F1-C93A-48ED-BFC3-A2B6BA462B09}" type="presParOf" srcId="{4C592C92-3156-443C-BB98-9204DFF01F72}" destId="{A1F6E8CC-6217-472F-ADBE-8596CBB0C33B}" srcOrd="5" destOrd="0" presId="urn:microsoft.com/office/officeart/2005/8/layout/orgChart1"/>
    <dgm:cxn modelId="{7F05FA83-9879-41B1-A9D4-520830E59CEA}" type="presParOf" srcId="{A1F6E8CC-6217-472F-ADBE-8596CBB0C33B}" destId="{00492B01-7A97-4F6F-B40B-8E0AFBDD877F}" srcOrd="0" destOrd="0" presId="urn:microsoft.com/office/officeart/2005/8/layout/orgChart1"/>
    <dgm:cxn modelId="{4C974993-4674-4609-9D7A-D9DDAD91C4CA}" type="presParOf" srcId="{00492B01-7A97-4F6F-B40B-8E0AFBDD877F}" destId="{7872A18C-E13C-45E9-80D5-90CBBA671EF8}" srcOrd="0" destOrd="0" presId="urn:microsoft.com/office/officeart/2005/8/layout/orgChart1"/>
    <dgm:cxn modelId="{9571D1A8-3A0D-4213-8927-4F663F9C17CC}" type="presParOf" srcId="{00492B01-7A97-4F6F-B40B-8E0AFBDD877F}" destId="{5C5CB2F4-36C0-4C54-B44C-8DBDD3F56FA6}" srcOrd="1" destOrd="0" presId="urn:microsoft.com/office/officeart/2005/8/layout/orgChart1"/>
    <dgm:cxn modelId="{075BC264-0C6E-4310-98B9-FDACBEA486A7}" type="presParOf" srcId="{A1F6E8CC-6217-472F-ADBE-8596CBB0C33B}" destId="{329E2700-FB6E-4F2D-9863-8AD5668B3E7A}" srcOrd="1" destOrd="0" presId="urn:microsoft.com/office/officeart/2005/8/layout/orgChart1"/>
    <dgm:cxn modelId="{9B8B0898-6ED9-4633-940A-9459BF7F623C}" type="presParOf" srcId="{A1F6E8CC-6217-472F-ADBE-8596CBB0C33B}" destId="{4B662056-6ACC-4D88-8440-3A00A44DBE3F}" srcOrd="2" destOrd="0" presId="urn:microsoft.com/office/officeart/2005/8/layout/orgChart1"/>
    <dgm:cxn modelId="{C783AC1F-F3B2-4F7C-B045-D6BA56DC0883}" type="presParOf" srcId="{4C592C92-3156-443C-BB98-9204DFF01F72}" destId="{7AD9FEEF-18FE-49C0-819A-DBA4616B9926}" srcOrd="6" destOrd="0" presId="urn:microsoft.com/office/officeart/2005/8/layout/orgChart1"/>
    <dgm:cxn modelId="{0DC80BE5-3463-4BFC-B0B7-E569BF7CDFA5}" type="presParOf" srcId="{4C592C92-3156-443C-BB98-9204DFF01F72}" destId="{1BE70D2D-4928-40A8-BC89-EAE124A704A2}" srcOrd="7" destOrd="0" presId="urn:microsoft.com/office/officeart/2005/8/layout/orgChart1"/>
    <dgm:cxn modelId="{C2B9A179-4079-4311-82EF-6736BCB61458}" type="presParOf" srcId="{1BE70D2D-4928-40A8-BC89-EAE124A704A2}" destId="{BA1F4F61-4FBB-424D-BC09-D571D48B55A8}" srcOrd="0" destOrd="0" presId="urn:microsoft.com/office/officeart/2005/8/layout/orgChart1"/>
    <dgm:cxn modelId="{E6E9DFD7-0F82-4F29-BF08-E9B66174B6C1}" type="presParOf" srcId="{BA1F4F61-4FBB-424D-BC09-D571D48B55A8}" destId="{A2FE0A94-8CB5-4AFC-8192-B70C5DD08032}" srcOrd="0" destOrd="0" presId="urn:microsoft.com/office/officeart/2005/8/layout/orgChart1"/>
    <dgm:cxn modelId="{9E24F335-34A8-49D6-84C9-FF635A8A6F5C}" type="presParOf" srcId="{BA1F4F61-4FBB-424D-BC09-D571D48B55A8}" destId="{74518794-74DB-43D8-943C-3CAD9822E982}" srcOrd="1" destOrd="0" presId="urn:microsoft.com/office/officeart/2005/8/layout/orgChart1"/>
    <dgm:cxn modelId="{EC590597-8EA3-453A-A511-5EF07A62A491}" type="presParOf" srcId="{1BE70D2D-4928-40A8-BC89-EAE124A704A2}" destId="{BFB403FC-6C90-4513-9F9E-1E0CBE994CCF}" srcOrd="1" destOrd="0" presId="urn:microsoft.com/office/officeart/2005/8/layout/orgChart1"/>
    <dgm:cxn modelId="{3640CC5F-385C-4615-AA9F-1DFCD22297DA}" type="presParOf" srcId="{1BE70D2D-4928-40A8-BC89-EAE124A704A2}" destId="{5DAAC355-693D-43B1-AE1F-0870B074A775}" srcOrd="2" destOrd="0" presId="urn:microsoft.com/office/officeart/2005/8/layout/orgChart1"/>
    <dgm:cxn modelId="{21D2B85D-FCC3-4099-8DAA-072147071E91}" type="presParOf" srcId="{4C592C92-3156-443C-BB98-9204DFF01F72}" destId="{6A4657BC-BD1B-4DF3-B3EE-63FF58F462CC}" srcOrd="8" destOrd="0" presId="urn:microsoft.com/office/officeart/2005/8/layout/orgChart1"/>
    <dgm:cxn modelId="{75030553-8A29-431E-8046-08CB28113C4F}" type="presParOf" srcId="{4C592C92-3156-443C-BB98-9204DFF01F72}" destId="{2D2285B4-FF16-445A-9504-06E91E1F614A}" srcOrd="9" destOrd="0" presId="urn:microsoft.com/office/officeart/2005/8/layout/orgChart1"/>
    <dgm:cxn modelId="{43020191-8239-4004-BE80-35A1612ECF8B}" type="presParOf" srcId="{2D2285B4-FF16-445A-9504-06E91E1F614A}" destId="{68771A8B-CABE-42D9-BB9B-904DF3B83B37}" srcOrd="0" destOrd="0" presId="urn:microsoft.com/office/officeart/2005/8/layout/orgChart1"/>
    <dgm:cxn modelId="{96233C3D-A9D5-4CC1-9C7D-E57D151F17B1}" type="presParOf" srcId="{68771A8B-CABE-42D9-BB9B-904DF3B83B37}" destId="{6949B19C-8AF3-464F-B8E0-A0BE58E9C9BF}" srcOrd="0" destOrd="0" presId="urn:microsoft.com/office/officeart/2005/8/layout/orgChart1"/>
    <dgm:cxn modelId="{FE6DB635-99D8-4EED-B782-BD1D478D8DC3}" type="presParOf" srcId="{68771A8B-CABE-42D9-BB9B-904DF3B83B37}" destId="{3668B61E-61E3-44E1-9E84-5C12BD0C4E98}" srcOrd="1" destOrd="0" presId="urn:microsoft.com/office/officeart/2005/8/layout/orgChart1"/>
    <dgm:cxn modelId="{74C41116-41C5-4CDB-9D84-DDB542EF7768}" type="presParOf" srcId="{2D2285B4-FF16-445A-9504-06E91E1F614A}" destId="{F67A39B9-E73E-40B4-857F-6D326F833B4D}" srcOrd="1" destOrd="0" presId="urn:microsoft.com/office/officeart/2005/8/layout/orgChart1"/>
    <dgm:cxn modelId="{776F1FF4-22E5-42B2-B73E-AB15BE05E3B1}" type="presParOf" srcId="{2D2285B4-FF16-445A-9504-06E91E1F614A}" destId="{0D05F2B1-475A-4E9D-805F-94AA6FF5BA96}"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00A9DC18-CAF7-45EC-B399-B8CE63834F44}" type="presParOf" srcId="{1DE9D2D5-FD8E-457B-8509-AF1B11F236B3}" destId="{B24AC9E0-962C-4E78-A693-CB404F97964B}" srcOrd="0" destOrd="0" presId="urn:microsoft.com/office/officeart/2005/8/layout/orgChart1"/>
    <dgm:cxn modelId="{BE67B17E-B0B7-4AD7-A54E-3D34AFA2DBDD}" type="presParOf" srcId="{1DE9D2D5-FD8E-457B-8509-AF1B11F236B3}" destId="{14081BD0-0331-49D1-9132-48E38CC72506}" srcOrd="1" destOrd="0" presId="urn:microsoft.com/office/officeart/2005/8/layout/orgChart1"/>
    <dgm:cxn modelId="{CE8C0BA8-D63B-43D9-9E3E-B2CC37724D93}" type="presParOf" srcId="{14081BD0-0331-49D1-9132-48E38CC72506}" destId="{CD57EBD1-6290-48D5-B876-F6B8F3E71B1C}" srcOrd="0" destOrd="0" presId="urn:microsoft.com/office/officeart/2005/8/layout/orgChart1"/>
    <dgm:cxn modelId="{F27F9118-6936-449E-8FD6-D073DD0597CB}" type="presParOf" srcId="{CD57EBD1-6290-48D5-B876-F6B8F3E71B1C}" destId="{AF41A196-D073-444E-BDCD-FC763BCB5F43}" srcOrd="0" destOrd="0" presId="urn:microsoft.com/office/officeart/2005/8/layout/orgChart1"/>
    <dgm:cxn modelId="{302688DF-D350-42F9-97F9-D2006177EFD9}" type="presParOf" srcId="{CD57EBD1-6290-48D5-B876-F6B8F3E71B1C}" destId="{D2461159-78CB-4A23-999D-2C7EB906725F}" srcOrd="1" destOrd="0" presId="urn:microsoft.com/office/officeart/2005/8/layout/orgChart1"/>
    <dgm:cxn modelId="{482EC3E5-B11D-4CF9-AF73-D3D193D0AB62}" type="presParOf" srcId="{14081BD0-0331-49D1-9132-48E38CC72506}" destId="{B7419B15-5138-497F-9E6A-0A8D19A45473}" srcOrd="1" destOrd="0" presId="urn:microsoft.com/office/officeart/2005/8/layout/orgChart1"/>
    <dgm:cxn modelId="{2EF9CB7C-D307-4AE1-B463-D6C5BE3D856C}" type="presParOf" srcId="{14081BD0-0331-49D1-9132-48E38CC72506}" destId="{913DBA18-54C7-4B85-987E-75AE9FC67706}" srcOrd="2"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1130B880-8DD9-4502-A68B-EC0B815BD44E}" type="presParOf" srcId="{5C832EA0-92EB-4018-A238-AAD0380D7AE1}" destId="{BAB65234-BEF3-44F6-8238-22DD5F2B3ECA}" srcOrd="0" destOrd="0" presId="urn:microsoft.com/office/officeart/2005/8/layout/orgChart1"/>
    <dgm:cxn modelId="{91D62931-5125-438B-858C-CBC8E0E8A21B}" type="presParOf" srcId="{5C832EA0-92EB-4018-A238-AAD0380D7AE1}" destId="{29FA4EA6-6D60-4928-8665-B8DDBADB42EA}" srcOrd="1" destOrd="0" presId="urn:microsoft.com/office/officeart/2005/8/layout/orgChart1"/>
    <dgm:cxn modelId="{E2CE3C79-6A71-439C-A408-BE7ECB1607AA}" type="presParOf" srcId="{29FA4EA6-6D60-4928-8665-B8DDBADB42EA}" destId="{7F641F00-E60B-44DA-946A-53E40B4D0E7E}" srcOrd="0" destOrd="0" presId="urn:microsoft.com/office/officeart/2005/8/layout/orgChart1"/>
    <dgm:cxn modelId="{5F642F98-BF29-4FB0-8061-273FC9BF136E}" type="presParOf" srcId="{7F641F00-E60B-44DA-946A-53E40B4D0E7E}" destId="{B386D850-18E4-4553-BFA3-F5B91F42AF1A}" srcOrd="0" destOrd="0" presId="urn:microsoft.com/office/officeart/2005/8/layout/orgChart1"/>
    <dgm:cxn modelId="{55822AE7-A04B-401B-A9A5-A71F0F4E9CDE}" type="presParOf" srcId="{7F641F00-E60B-44DA-946A-53E40B4D0E7E}" destId="{53427F1E-64F3-46FE-9189-9127962FB517}" srcOrd="1" destOrd="0" presId="urn:microsoft.com/office/officeart/2005/8/layout/orgChart1"/>
    <dgm:cxn modelId="{310E204F-08DD-4539-9590-7BF6D07D9A5D}" type="presParOf" srcId="{29FA4EA6-6D60-4928-8665-B8DDBADB42EA}" destId="{F5B8FA18-8901-4F6D-ADDE-DC8E2F4BC5B8}" srcOrd="1" destOrd="0" presId="urn:microsoft.com/office/officeart/2005/8/layout/orgChart1"/>
    <dgm:cxn modelId="{C5EEF408-C7C8-4A46-BE7D-1ED5C188E07A}" type="presParOf" srcId="{29FA4EA6-6D60-4928-8665-B8DDBADB42EA}" destId="{3FA4EA24-FFBA-4E19-BBC4-DE547B68789C}" srcOrd="2" destOrd="0" presId="urn:microsoft.com/office/officeart/2005/8/layout/orgChart1"/>
    <dgm:cxn modelId="{6E339D29-794A-4DE1-B9A5-136E5F1A3902}" type="presParOf" srcId="{5C832EA0-92EB-4018-A238-AAD0380D7AE1}" destId="{3A1796D6-3B82-44FF-A19D-852FF4EBDC50}" srcOrd="2" destOrd="0" presId="urn:microsoft.com/office/officeart/2005/8/layout/orgChart1"/>
    <dgm:cxn modelId="{9639E14A-73E0-4EDA-9E85-4220A507360B}" type="presParOf" srcId="{5C832EA0-92EB-4018-A238-AAD0380D7AE1}" destId="{D36CE40E-1461-4867-A9C4-AC9DDFDE94A0}" srcOrd="3" destOrd="0" presId="urn:microsoft.com/office/officeart/2005/8/layout/orgChart1"/>
    <dgm:cxn modelId="{BEB49867-AE37-4D7C-A76B-532BFB9EB1D0}" type="presParOf" srcId="{D36CE40E-1461-4867-A9C4-AC9DDFDE94A0}" destId="{A85318C8-31B5-4A74-9EF5-23705642AD37}" srcOrd="0" destOrd="0" presId="urn:microsoft.com/office/officeart/2005/8/layout/orgChart1"/>
    <dgm:cxn modelId="{0D5E10C6-DCE7-47AA-BE74-38BD95ABDC88}" type="presParOf" srcId="{A85318C8-31B5-4A74-9EF5-23705642AD37}" destId="{AD05E803-A7A2-4733-B015-24257F5A1699}" srcOrd="0" destOrd="0" presId="urn:microsoft.com/office/officeart/2005/8/layout/orgChart1"/>
    <dgm:cxn modelId="{6B04870E-F3E2-4567-A552-0AED64C5796A}" type="presParOf" srcId="{A85318C8-31B5-4A74-9EF5-23705642AD37}" destId="{1F335708-3B0E-464B-A4EF-4539A7D61EFE}" srcOrd="1" destOrd="0" presId="urn:microsoft.com/office/officeart/2005/8/layout/orgChart1"/>
    <dgm:cxn modelId="{F1698123-1560-47A6-AADF-441C761B6F16}" type="presParOf" srcId="{D36CE40E-1461-4867-A9C4-AC9DDFDE94A0}" destId="{353535FA-CE7E-4F5B-882B-F6515567EC55}" srcOrd="1" destOrd="0" presId="urn:microsoft.com/office/officeart/2005/8/layout/orgChart1"/>
    <dgm:cxn modelId="{6AF35052-601C-45FC-8EE6-900439748466}" type="presParOf" srcId="{D36CE40E-1461-4867-A9C4-AC9DDFDE94A0}" destId="{60C5A0F5-270E-458C-9CD5-C29918320B96}" srcOrd="2" destOrd="0" presId="urn:microsoft.com/office/officeart/2005/8/layout/orgChart1"/>
    <dgm:cxn modelId="{0D3BC8B7-2C32-4FEC-80FA-35F2DC843FFD}" type="presParOf" srcId="{5C832EA0-92EB-4018-A238-AAD0380D7AE1}" destId="{B744FFEB-D81B-4051-80A0-06CD3150278B}" srcOrd="4" destOrd="0" presId="urn:microsoft.com/office/officeart/2005/8/layout/orgChart1"/>
    <dgm:cxn modelId="{999DB8E4-2867-423A-A2F1-19D86A9D1BB8}" type="presParOf" srcId="{5C832EA0-92EB-4018-A238-AAD0380D7AE1}" destId="{A9038F44-4B0C-414A-AF75-E1CB0A09147B}" srcOrd="5" destOrd="0" presId="urn:microsoft.com/office/officeart/2005/8/layout/orgChart1"/>
    <dgm:cxn modelId="{62D0A120-92CD-4BD0-90ED-3FF8CB2A4EBC}" type="presParOf" srcId="{A9038F44-4B0C-414A-AF75-E1CB0A09147B}" destId="{019A7BFF-1F61-4529-94A9-0BFF9E284C28}" srcOrd="0" destOrd="0" presId="urn:microsoft.com/office/officeart/2005/8/layout/orgChart1"/>
    <dgm:cxn modelId="{8D18C974-78F7-4678-B328-8FEF1CEC3261}" type="presParOf" srcId="{019A7BFF-1F61-4529-94A9-0BFF9E284C28}" destId="{5AB1CE78-FFC0-4A1C-884A-EFD72EB0B55E}" srcOrd="0" destOrd="0" presId="urn:microsoft.com/office/officeart/2005/8/layout/orgChart1"/>
    <dgm:cxn modelId="{BAD212D2-B2D0-43F5-8060-64C560364BA5}" type="presParOf" srcId="{019A7BFF-1F61-4529-94A9-0BFF9E284C28}" destId="{980FB6A6-EBB4-4B35-8079-C1CF2C6255DD}" srcOrd="1" destOrd="0" presId="urn:microsoft.com/office/officeart/2005/8/layout/orgChart1"/>
    <dgm:cxn modelId="{4D6270E5-F8EE-4350-B674-9DC4E47EAB9B}" type="presParOf" srcId="{A9038F44-4B0C-414A-AF75-E1CB0A09147B}" destId="{77B0CE6D-30D2-4F6A-8EE6-1F895B7F2EA0}" srcOrd="1" destOrd="0" presId="urn:microsoft.com/office/officeart/2005/8/layout/orgChart1"/>
    <dgm:cxn modelId="{A1423C32-4568-4BD5-A470-867267A09DF2}" type="presParOf" srcId="{A9038F44-4B0C-414A-AF75-E1CB0A09147B}" destId="{01F5FA5F-EBD9-4FE9-BC37-D85A0156FB3E}" srcOrd="2" destOrd="0" presId="urn:microsoft.com/office/officeart/2005/8/layout/orgChart1"/>
    <dgm:cxn modelId="{D00AEBD6-8739-4D85-91DA-4813FF0B7BE0}" type="presParOf" srcId="{5C832EA0-92EB-4018-A238-AAD0380D7AE1}" destId="{17B43C74-07FF-45EC-BF27-41123D8CE835}" srcOrd="6" destOrd="0" presId="urn:microsoft.com/office/officeart/2005/8/layout/orgChart1"/>
    <dgm:cxn modelId="{B5A983AC-1760-4043-A985-24497AD6A124}" type="presParOf" srcId="{5C832EA0-92EB-4018-A238-AAD0380D7AE1}" destId="{4C550044-4F70-431C-B7BE-77780A3C56D3}" srcOrd="7" destOrd="0" presId="urn:microsoft.com/office/officeart/2005/8/layout/orgChart1"/>
    <dgm:cxn modelId="{DCB48D36-5826-487C-BEC5-F34874F0F40F}" type="presParOf" srcId="{4C550044-4F70-431C-B7BE-77780A3C56D3}" destId="{CDDC9E68-AC18-4700-A465-42A1519C69B8}" srcOrd="0" destOrd="0" presId="urn:microsoft.com/office/officeart/2005/8/layout/orgChart1"/>
    <dgm:cxn modelId="{3BAB25AC-25B9-4729-8510-DF0AB1D9E728}" type="presParOf" srcId="{CDDC9E68-AC18-4700-A465-42A1519C69B8}" destId="{4B31A7B3-2386-4740-A97D-E425D7AA05D7}" srcOrd="0" destOrd="0" presId="urn:microsoft.com/office/officeart/2005/8/layout/orgChart1"/>
    <dgm:cxn modelId="{69DEF6F4-03B7-4065-8284-26067A3F067E}" type="presParOf" srcId="{CDDC9E68-AC18-4700-A465-42A1519C69B8}" destId="{28E3C220-EC50-49DE-8E00-E50484AA36CB}" srcOrd="1" destOrd="0" presId="urn:microsoft.com/office/officeart/2005/8/layout/orgChart1"/>
    <dgm:cxn modelId="{94F10397-6BB7-4DD8-A414-4FF8918A9B13}" type="presParOf" srcId="{4C550044-4F70-431C-B7BE-77780A3C56D3}" destId="{0704F99F-5AAC-4B83-8BC4-A6EFAA90F292}" srcOrd="1" destOrd="0" presId="urn:microsoft.com/office/officeart/2005/8/layout/orgChart1"/>
    <dgm:cxn modelId="{1AABDDE3-5D91-438E-91DB-CEDDCA19FE29}" type="presParOf" srcId="{4C550044-4F70-431C-B7BE-77780A3C56D3}" destId="{9DD72F2B-8541-42D2-AAA0-EF45A6753F69}" srcOrd="2" destOrd="0" presId="urn:microsoft.com/office/officeart/2005/8/layout/orgChart1"/>
    <dgm:cxn modelId="{CB774234-75F0-4DD3-BFE9-2D0C35E5E2BD}" type="presParOf" srcId="{5C832EA0-92EB-4018-A238-AAD0380D7AE1}" destId="{A81CE5B8-559D-4D52-BD90-EA15B4AB1A55}" srcOrd="8" destOrd="0" presId="urn:microsoft.com/office/officeart/2005/8/layout/orgChart1"/>
    <dgm:cxn modelId="{6104AA4F-6230-4529-A3EC-2A1E150421F4}" type="presParOf" srcId="{5C832EA0-92EB-4018-A238-AAD0380D7AE1}" destId="{C91E2AF4-1691-46AB-BC91-FBFFDB918E8F}" srcOrd="9" destOrd="0" presId="urn:microsoft.com/office/officeart/2005/8/layout/orgChart1"/>
    <dgm:cxn modelId="{B28E9B64-86DE-4271-80B6-099321248ABE}" type="presParOf" srcId="{C91E2AF4-1691-46AB-BC91-FBFFDB918E8F}" destId="{07C28D47-B31A-4BB9-A656-8CB0029308E7}" srcOrd="0" destOrd="0" presId="urn:microsoft.com/office/officeart/2005/8/layout/orgChart1"/>
    <dgm:cxn modelId="{092C4ACB-92A6-408F-925D-C739B6AB9036}" type="presParOf" srcId="{07C28D47-B31A-4BB9-A656-8CB0029308E7}" destId="{46C06B1B-2BF0-441D-885E-D1D472DD0F7F}" srcOrd="0" destOrd="0" presId="urn:microsoft.com/office/officeart/2005/8/layout/orgChart1"/>
    <dgm:cxn modelId="{15962EC3-92E7-4F36-B469-D2CAFA9237A1}" type="presParOf" srcId="{07C28D47-B31A-4BB9-A656-8CB0029308E7}" destId="{9C767F8B-8888-4891-9948-50075B0E3FA0}" srcOrd="1" destOrd="0" presId="urn:microsoft.com/office/officeart/2005/8/layout/orgChart1"/>
    <dgm:cxn modelId="{77B9A7BA-8454-4FA7-ADFE-387367E64F77}" type="presParOf" srcId="{C91E2AF4-1691-46AB-BC91-FBFFDB918E8F}" destId="{1B530CF0-A583-4CDA-9CC8-90872F1582CB}" srcOrd="1" destOrd="0" presId="urn:microsoft.com/office/officeart/2005/8/layout/orgChart1"/>
    <dgm:cxn modelId="{18180827-B83C-4526-8BB7-59D945E47370}" type="presParOf" srcId="{C91E2AF4-1691-46AB-BC91-FBFFDB918E8F}" destId="{714E245D-D1B0-4DB1-B22C-ACB928D9197E}"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517C6-5E04-4641-96DF-9DFB11B7637C}">
      <dsp:nvSpPr>
        <dsp:cNvPr id="0" name=""/>
        <dsp:cNvSpPr/>
      </dsp:nvSpPr>
      <dsp:spPr>
        <a:xfrm>
          <a:off x="6769821"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B4870D-7A0E-4E1C-9B3B-42CEB6246191}">
      <dsp:nvSpPr>
        <dsp:cNvPr id="0" name=""/>
        <dsp:cNvSpPr/>
      </dsp:nvSpPr>
      <dsp:spPr>
        <a:xfrm>
          <a:off x="6769821"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7CDB28-B66E-42AF-ABAB-A71DB0C8AA81}">
      <dsp:nvSpPr>
        <dsp:cNvPr id="0" name=""/>
        <dsp:cNvSpPr/>
      </dsp:nvSpPr>
      <dsp:spPr>
        <a:xfrm>
          <a:off x="6769821"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153F20-5FEF-4C8F-8351-47167BEE47A5}">
      <dsp:nvSpPr>
        <dsp:cNvPr id="0" name=""/>
        <dsp:cNvSpPr/>
      </dsp:nvSpPr>
      <dsp:spPr>
        <a:xfrm>
          <a:off x="6769821"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4183345" y="642001"/>
          <a:ext cx="3098649" cy="268891"/>
        </a:xfrm>
        <a:custGeom>
          <a:avLst/>
          <a:gdLst/>
          <a:ahLst/>
          <a:cxnLst/>
          <a:rect l="0" t="0" r="0" b="0"/>
          <a:pathLst>
            <a:path>
              <a:moveTo>
                <a:pt x="0" y="0"/>
              </a:moveTo>
              <a:lnTo>
                <a:pt x="0" y="134445"/>
              </a:lnTo>
              <a:lnTo>
                <a:pt x="3098649" y="134445"/>
              </a:lnTo>
              <a:lnTo>
                <a:pt x="3098649"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43C74-07FF-45EC-BF27-41123D8CE835}">
      <dsp:nvSpPr>
        <dsp:cNvPr id="0" name=""/>
        <dsp:cNvSpPr/>
      </dsp:nvSpPr>
      <dsp:spPr>
        <a:xfrm>
          <a:off x="5220496" y="1551109"/>
          <a:ext cx="192065" cy="3324472"/>
        </a:xfrm>
        <a:custGeom>
          <a:avLst/>
          <a:gdLst/>
          <a:ahLst/>
          <a:cxnLst/>
          <a:rect l="0" t="0" r="0" b="0"/>
          <a:pathLst>
            <a:path>
              <a:moveTo>
                <a:pt x="0" y="0"/>
              </a:moveTo>
              <a:lnTo>
                <a:pt x="0" y="3324472"/>
              </a:lnTo>
              <a:lnTo>
                <a:pt x="192065" y="33244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44FFEB-D81B-4051-80A0-06CD3150278B}">
      <dsp:nvSpPr>
        <dsp:cNvPr id="0" name=""/>
        <dsp:cNvSpPr/>
      </dsp:nvSpPr>
      <dsp:spPr>
        <a:xfrm>
          <a:off x="5220496" y="1551109"/>
          <a:ext cx="192065" cy="2415364"/>
        </a:xfrm>
        <a:custGeom>
          <a:avLst/>
          <a:gdLst/>
          <a:ahLst/>
          <a:cxnLst/>
          <a:rect l="0" t="0" r="0" b="0"/>
          <a:pathLst>
            <a:path>
              <a:moveTo>
                <a:pt x="0" y="0"/>
              </a:moveTo>
              <a:lnTo>
                <a:pt x="0" y="2415364"/>
              </a:lnTo>
              <a:lnTo>
                <a:pt x="192065" y="24153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1796D6-3B82-44FF-A19D-852FF4EBDC50}">
      <dsp:nvSpPr>
        <dsp:cNvPr id="0" name=""/>
        <dsp:cNvSpPr/>
      </dsp:nvSpPr>
      <dsp:spPr>
        <a:xfrm>
          <a:off x="5220496" y="1551109"/>
          <a:ext cx="192065" cy="1506257"/>
        </a:xfrm>
        <a:custGeom>
          <a:avLst/>
          <a:gdLst/>
          <a:ahLst/>
          <a:cxnLst/>
          <a:rect l="0" t="0" r="0" b="0"/>
          <a:pathLst>
            <a:path>
              <a:moveTo>
                <a:pt x="0" y="0"/>
              </a:moveTo>
              <a:lnTo>
                <a:pt x="0" y="1506257"/>
              </a:lnTo>
              <a:lnTo>
                <a:pt x="192065" y="15062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220496" y="1551109"/>
          <a:ext cx="192065" cy="593074"/>
        </a:xfrm>
        <a:custGeom>
          <a:avLst/>
          <a:gdLst/>
          <a:ahLst/>
          <a:cxnLst/>
          <a:rect l="0" t="0" r="0" b="0"/>
          <a:pathLst>
            <a:path>
              <a:moveTo>
                <a:pt x="0" y="0"/>
              </a:moveTo>
              <a:lnTo>
                <a:pt x="0" y="593074"/>
              </a:lnTo>
              <a:lnTo>
                <a:pt x="192065" y="59307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183345" y="642001"/>
          <a:ext cx="1549324" cy="268891"/>
        </a:xfrm>
        <a:custGeom>
          <a:avLst/>
          <a:gdLst/>
          <a:ahLst/>
          <a:cxnLst/>
          <a:rect l="0" t="0" r="0" b="0"/>
          <a:pathLst>
            <a:path>
              <a:moveTo>
                <a:pt x="0" y="0"/>
              </a:moveTo>
              <a:lnTo>
                <a:pt x="0" y="134445"/>
              </a:lnTo>
              <a:lnTo>
                <a:pt x="1549324" y="134445"/>
              </a:lnTo>
              <a:lnTo>
                <a:pt x="1549324"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AB7802-A064-4CCF-89BD-28EB7259F237}">
      <dsp:nvSpPr>
        <dsp:cNvPr id="0" name=""/>
        <dsp:cNvSpPr/>
      </dsp:nvSpPr>
      <dsp:spPr>
        <a:xfrm>
          <a:off x="3671172"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B678B9-EB7D-49ED-AFA0-474D96F7E14E}">
      <dsp:nvSpPr>
        <dsp:cNvPr id="0" name=""/>
        <dsp:cNvSpPr/>
      </dsp:nvSpPr>
      <dsp:spPr>
        <a:xfrm>
          <a:off x="3671172"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38FCC-53E8-4CBE-9E34-2132871188CC}">
      <dsp:nvSpPr>
        <dsp:cNvPr id="0" name=""/>
        <dsp:cNvSpPr/>
      </dsp:nvSpPr>
      <dsp:spPr>
        <a:xfrm>
          <a:off x="3671172"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671172"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137625" y="642001"/>
          <a:ext cx="91440" cy="268891"/>
        </a:xfrm>
        <a:custGeom>
          <a:avLst/>
          <a:gdLst/>
          <a:ahLst/>
          <a:cxnLst/>
          <a:rect l="0" t="0" r="0" b="0"/>
          <a:pathLst>
            <a:path>
              <a:moveTo>
                <a:pt x="45720" y="0"/>
              </a:moveTo>
              <a:lnTo>
                <a:pt x="4572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6C4F77-031C-4E54-A5BA-7A69C318E44B}">
      <dsp:nvSpPr>
        <dsp:cNvPr id="0" name=""/>
        <dsp:cNvSpPr/>
      </dsp:nvSpPr>
      <dsp:spPr>
        <a:xfrm>
          <a:off x="2121847" y="1551109"/>
          <a:ext cx="192065" cy="3316322"/>
        </a:xfrm>
        <a:custGeom>
          <a:avLst/>
          <a:gdLst/>
          <a:ahLst/>
          <a:cxnLst/>
          <a:rect l="0" t="0" r="0" b="0"/>
          <a:pathLst>
            <a:path>
              <a:moveTo>
                <a:pt x="0" y="0"/>
              </a:moveTo>
              <a:lnTo>
                <a:pt x="0" y="3316322"/>
              </a:lnTo>
              <a:lnTo>
                <a:pt x="192065" y="33163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6A6640-5DB9-4472-9FA7-00826B78BDEB}">
      <dsp:nvSpPr>
        <dsp:cNvPr id="0" name=""/>
        <dsp:cNvSpPr/>
      </dsp:nvSpPr>
      <dsp:spPr>
        <a:xfrm>
          <a:off x="2121847" y="1551109"/>
          <a:ext cx="192065" cy="2407214"/>
        </a:xfrm>
        <a:custGeom>
          <a:avLst/>
          <a:gdLst/>
          <a:ahLst/>
          <a:cxnLst/>
          <a:rect l="0" t="0" r="0" b="0"/>
          <a:pathLst>
            <a:path>
              <a:moveTo>
                <a:pt x="0" y="0"/>
              </a:moveTo>
              <a:lnTo>
                <a:pt x="0" y="2407214"/>
              </a:lnTo>
              <a:lnTo>
                <a:pt x="192065" y="24072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FEAFB9-1AF4-484E-B255-0473015BB9DC}">
      <dsp:nvSpPr>
        <dsp:cNvPr id="0" name=""/>
        <dsp:cNvSpPr/>
      </dsp:nvSpPr>
      <dsp:spPr>
        <a:xfrm>
          <a:off x="2121847"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121847"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34021" y="642001"/>
          <a:ext cx="1549324" cy="268891"/>
        </a:xfrm>
        <a:custGeom>
          <a:avLst/>
          <a:gdLst/>
          <a:ahLst/>
          <a:cxnLst/>
          <a:rect l="0" t="0" r="0" b="0"/>
          <a:pathLst>
            <a:path>
              <a:moveTo>
                <a:pt x="1549324" y="0"/>
              </a:moveTo>
              <a:lnTo>
                <a:pt x="1549324" y="134445"/>
              </a:lnTo>
              <a:lnTo>
                <a:pt x="0" y="134445"/>
              </a:lnTo>
              <a:lnTo>
                <a:pt x="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572523" y="1551109"/>
          <a:ext cx="192065" cy="1498107"/>
        </a:xfrm>
        <a:custGeom>
          <a:avLst/>
          <a:gdLst/>
          <a:ahLst/>
          <a:cxnLst/>
          <a:rect l="0" t="0" r="0" b="0"/>
          <a:pathLst>
            <a:path>
              <a:moveTo>
                <a:pt x="0" y="0"/>
              </a:moveTo>
              <a:lnTo>
                <a:pt x="0" y="1498107"/>
              </a:lnTo>
              <a:lnTo>
                <a:pt x="192065" y="14981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572523" y="1551109"/>
          <a:ext cx="192065" cy="588999"/>
        </a:xfrm>
        <a:custGeom>
          <a:avLst/>
          <a:gdLst/>
          <a:ahLst/>
          <a:cxnLst/>
          <a:rect l="0" t="0" r="0" b="0"/>
          <a:pathLst>
            <a:path>
              <a:moveTo>
                <a:pt x="0" y="0"/>
              </a:moveTo>
              <a:lnTo>
                <a:pt x="0" y="588999"/>
              </a:lnTo>
              <a:lnTo>
                <a:pt x="192065" y="5889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084696" y="642001"/>
          <a:ext cx="3098649" cy="268891"/>
        </a:xfrm>
        <a:custGeom>
          <a:avLst/>
          <a:gdLst/>
          <a:ahLst/>
          <a:cxnLst/>
          <a:rect l="0" t="0" r="0" b="0"/>
          <a:pathLst>
            <a:path>
              <a:moveTo>
                <a:pt x="3098649" y="0"/>
              </a:moveTo>
              <a:lnTo>
                <a:pt x="3098649" y="134445"/>
              </a:lnTo>
              <a:lnTo>
                <a:pt x="0" y="134445"/>
              </a:lnTo>
              <a:lnTo>
                <a:pt x="0" y="268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543129" y="1784"/>
          <a:ext cx="1280433" cy="64021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3</a:t>
          </a:r>
        </a:p>
      </dsp:txBody>
      <dsp:txXfrm>
        <a:off x="3543129" y="1784"/>
        <a:ext cx="1280433" cy="640216"/>
      </dsp:txXfrm>
    </dsp:sp>
    <dsp:sp modelId="{C9422C4E-2B02-4D33-A16B-EF7B187ECAB7}">
      <dsp:nvSpPr>
        <dsp:cNvPr id="0" name=""/>
        <dsp:cNvSpPr/>
      </dsp:nvSpPr>
      <dsp:spPr>
        <a:xfrm>
          <a:off x="444480"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Good practices: Req. engineering</a:t>
          </a:r>
        </a:p>
      </dsp:txBody>
      <dsp:txXfrm>
        <a:off x="444480" y="910892"/>
        <a:ext cx="1280433" cy="640216"/>
      </dsp:txXfrm>
    </dsp:sp>
    <dsp:sp modelId="{ED8B7DF3-7C68-4E1C-A743-283531BE19BD}">
      <dsp:nvSpPr>
        <dsp:cNvPr id="0" name=""/>
        <dsp:cNvSpPr/>
      </dsp:nvSpPr>
      <dsp:spPr>
        <a:xfrm>
          <a:off x="764588"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7 categories</a:t>
          </a:r>
        </a:p>
      </dsp:txBody>
      <dsp:txXfrm>
        <a:off x="764588" y="1820000"/>
        <a:ext cx="1280433" cy="640216"/>
      </dsp:txXfrm>
    </dsp:sp>
    <dsp:sp modelId="{31C29986-52F5-42D4-A9FC-3B32B3F35DB2}">
      <dsp:nvSpPr>
        <dsp:cNvPr id="0" name=""/>
        <dsp:cNvSpPr/>
      </dsp:nvSpPr>
      <dsp:spPr>
        <a:xfrm>
          <a:off x="764588"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50 practices</a:t>
          </a:r>
        </a:p>
      </dsp:txBody>
      <dsp:txXfrm>
        <a:off x="764588" y="2729108"/>
        <a:ext cx="1280433" cy="640216"/>
      </dsp:txXfrm>
    </dsp:sp>
    <dsp:sp modelId="{02B28F85-DE51-42FF-859E-1DD3A478F426}">
      <dsp:nvSpPr>
        <dsp:cNvPr id="0" name=""/>
        <dsp:cNvSpPr/>
      </dsp:nvSpPr>
      <dsp:spPr>
        <a:xfrm>
          <a:off x="1993804"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development</a:t>
          </a:r>
        </a:p>
      </dsp:txBody>
      <dsp:txXfrm>
        <a:off x="1993804" y="910892"/>
        <a:ext cx="1280433" cy="640216"/>
      </dsp:txXfrm>
    </dsp:sp>
    <dsp:sp modelId="{BB71A1EC-99D4-46DC-BDFC-1D7F327564B8}">
      <dsp:nvSpPr>
        <dsp:cNvPr id="0" name=""/>
        <dsp:cNvSpPr/>
      </dsp:nvSpPr>
      <dsp:spPr>
        <a:xfrm>
          <a:off x="2313912"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Elicitation</a:t>
          </a:r>
        </a:p>
      </dsp:txBody>
      <dsp:txXfrm>
        <a:off x="2313912" y="1820000"/>
        <a:ext cx="1280433" cy="640216"/>
      </dsp:txXfrm>
    </dsp:sp>
    <dsp:sp modelId="{5487298C-5DF2-4AE0-AD6D-3E1DEBCFB02C}">
      <dsp:nvSpPr>
        <dsp:cNvPr id="0" name=""/>
        <dsp:cNvSpPr/>
      </dsp:nvSpPr>
      <dsp:spPr>
        <a:xfrm>
          <a:off x="2313912"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Analysis</a:t>
          </a:r>
        </a:p>
      </dsp:txBody>
      <dsp:txXfrm>
        <a:off x="2313912" y="2729108"/>
        <a:ext cx="1280433" cy="640216"/>
      </dsp:txXfrm>
    </dsp:sp>
    <dsp:sp modelId="{2269AB6C-4D9B-43F4-9D73-3EE4A8D5D095}">
      <dsp:nvSpPr>
        <dsp:cNvPr id="0" name=""/>
        <dsp:cNvSpPr/>
      </dsp:nvSpPr>
      <dsp:spPr>
        <a:xfrm>
          <a:off x="2313912"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Specification</a:t>
          </a:r>
        </a:p>
      </dsp:txBody>
      <dsp:txXfrm>
        <a:off x="2313912" y="3638215"/>
        <a:ext cx="1280433" cy="640216"/>
      </dsp:txXfrm>
    </dsp:sp>
    <dsp:sp modelId="{6224F170-1575-49E3-8E06-34C2608A5F22}">
      <dsp:nvSpPr>
        <dsp:cNvPr id="0" name=""/>
        <dsp:cNvSpPr/>
      </dsp:nvSpPr>
      <dsp:spPr>
        <a:xfrm>
          <a:off x="2313912"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Validation</a:t>
          </a:r>
        </a:p>
      </dsp:txBody>
      <dsp:txXfrm>
        <a:off x="2313912" y="4547323"/>
        <a:ext cx="1280433" cy="640216"/>
      </dsp:txXfrm>
    </dsp:sp>
    <dsp:sp modelId="{03758FE5-334A-46EC-AD76-4289659832B6}">
      <dsp:nvSpPr>
        <dsp:cNvPr id="0" name=""/>
        <dsp:cNvSpPr/>
      </dsp:nvSpPr>
      <dsp:spPr>
        <a:xfrm>
          <a:off x="3543129"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management</a:t>
          </a:r>
        </a:p>
      </dsp:txBody>
      <dsp:txXfrm>
        <a:off x="3543129" y="910892"/>
        <a:ext cx="1280433" cy="640216"/>
      </dsp:txXfrm>
    </dsp:sp>
    <dsp:sp modelId="{AF41A196-D073-444E-BDCD-FC763BCB5F43}">
      <dsp:nvSpPr>
        <dsp:cNvPr id="0" name=""/>
        <dsp:cNvSpPr/>
      </dsp:nvSpPr>
      <dsp:spPr>
        <a:xfrm>
          <a:off x="3863237"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Baseline</a:t>
          </a:r>
        </a:p>
      </dsp:txBody>
      <dsp:txXfrm>
        <a:off x="3863237" y="1820000"/>
        <a:ext cx="1280433" cy="640216"/>
      </dsp:txXfrm>
    </dsp:sp>
    <dsp:sp modelId="{EB9DD715-B78F-4025-BC3C-DDF41A6D4038}">
      <dsp:nvSpPr>
        <dsp:cNvPr id="0" name=""/>
        <dsp:cNvSpPr/>
      </dsp:nvSpPr>
      <dsp:spPr>
        <a:xfrm>
          <a:off x="3863237"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changes &amp; monitor</a:t>
          </a:r>
        </a:p>
      </dsp:txBody>
      <dsp:txXfrm>
        <a:off x="3863237" y="2729108"/>
        <a:ext cx="1280433" cy="640216"/>
      </dsp:txXfrm>
    </dsp:sp>
    <dsp:sp modelId="{4B00E9AA-737E-4AB4-9751-51C205D5BA45}">
      <dsp:nvSpPr>
        <dsp:cNvPr id="0" name=""/>
        <dsp:cNvSpPr/>
      </dsp:nvSpPr>
      <dsp:spPr>
        <a:xfrm>
          <a:off x="3863237"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traceability</a:t>
          </a:r>
        </a:p>
      </dsp:txBody>
      <dsp:txXfrm>
        <a:off x="3863237" y="3638215"/>
        <a:ext cx="1280433" cy="640216"/>
      </dsp:txXfrm>
    </dsp:sp>
    <dsp:sp modelId="{793A719D-4242-4116-984C-7E4DB947CB2C}">
      <dsp:nvSpPr>
        <dsp:cNvPr id="0" name=""/>
        <dsp:cNvSpPr/>
      </dsp:nvSpPr>
      <dsp:spPr>
        <a:xfrm>
          <a:off x="3863237"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Mgt. tools</a:t>
          </a:r>
        </a:p>
      </dsp:txBody>
      <dsp:txXfrm>
        <a:off x="3863237" y="4547323"/>
        <a:ext cx="1280433" cy="640216"/>
      </dsp:txXfrm>
    </dsp:sp>
    <dsp:sp modelId="{E2CE8193-46AF-44C0-B4A1-4402C2A6388E}">
      <dsp:nvSpPr>
        <dsp:cNvPr id="0" name=""/>
        <dsp:cNvSpPr/>
      </dsp:nvSpPr>
      <dsp:spPr>
        <a:xfrm>
          <a:off x="5092453"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Knowledge about Req. Eng.</a:t>
          </a:r>
        </a:p>
      </dsp:txBody>
      <dsp:txXfrm>
        <a:off x="5092453" y="910892"/>
        <a:ext cx="1280433" cy="640216"/>
      </dsp:txXfrm>
    </dsp:sp>
    <dsp:sp modelId="{B386D850-18E4-4553-BFA3-F5B91F42AF1A}">
      <dsp:nvSpPr>
        <dsp:cNvPr id="0" name=""/>
        <dsp:cNvSpPr/>
      </dsp:nvSpPr>
      <dsp:spPr>
        <a:xfrm>
          <a:off x="5412561" y="1820000"/>
          <a:ext cx="1280433" cy="6483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Train BA</a:t>
          </a:r>
        </a:p>
      </dsp:txBody>
      <dsp:txXfrm>
        <a:off x="5412561" y="1820000"/>
        <a:ext cx="1280433" cy="648366"/>
      </dsp:txXfrm>
    </dsp:sp>
    <dsp:sp modelId="{AD05E803-A7A2-4733-B015-24257F5A1699}">
      <dsp:nvSpPr>
        <dsp:cNvPr id="0" name=""/>
        <dsp:cNvSpPr/>
      </dsp:nvSpPr>
      <dsp:spPr>
        <a:xfrm>
          <a:off x="5412561" y="2737257"/>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Educate stakeholders, Dev</a:t>
          </a:r>
        </a:p>
      </dsp:txBody>
      <dsp:txXfrm>
        <a:off x="5412561" y="2737257"/>
        <a:ext cx="1280433" cy="640216"/>
      </dsp:txXfrm>
    </dsp:sp>
    <dsp:sp modelId="{5AB1CE78-FFC0-4A1C-884A-EFD72EB0B55E}">
      <dsp:nvSpPr>
        <dsp:cNvPr id="0" name=""/>
        <dsp:cNvSpPr/>
      </dsp:nvSpPr>
      <dsp:spPr>
        <a:xfrm>
          <a:off x="5412561" y="364636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Create req. processes</a:t>
          </a:r>
        </a:p>
      </dsp:txBody>
      <dsp:txXfrm>
        <a:off x="5412561" y="3646365"/>
        <a:ext cx="1280433" cy="640216"/>
      </dsp:txXfrm>
    </dsp:sp>
    <dsp:sp modelId="{4B31A7B3-2386-4740-A97D-E425D7AA05D7}">
      <dsp:nvSpPr>
        <dsp:cNvPr id="0" name=""/>
        <dsp:cNvSpPr/>
      </dsp:nvSpPr>
      <dsp:spPr>
        <a:xfrm>
          <a:off x="5412561" y="455547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Define glossary</a:t>
          </a:r>
        </a:p>
      </dsp:txBody>
      <dsp:txXfrm>
        <a:off x="5412561" y="4555473"/>
        <a:ext cx="1280433" cy="640216"/>
      </dsp:txXfrm>
    </dsp:sp>
    <dsp:sp modelId="{9BB5FF79-6973-4054-99B9-A54F1965A453}">
      <dsp:nvSpPr>
        <dsp:cNvPr id="0" name=""/>
        <dsp:cNvSpPr/>
      </dsp:nvSpPr>
      <dsp:spPr>
        <a:xfrm>
          <a:off x="6641778" y="910892"/>
          <a:ext cx="1280433" cy="64021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Projects Mgt.</a:t>
          </a:r>
        </a:p>
      </dsp:txBody>
      <dsp:txXfrm>
        <a:off x="6641778" y="910892"/>
        <a:ext cx="1280433" cy="640216"/>
      </dsp:txXfrm>
    </dsp:sp>
    <dsp:sp modelId="{5419A9F9-1304-4927-89DA-0098410B4A6C}">
      <dsp:nvSpPr>
        <dsp:cNvPr id="0" name=""/>
        <dsp:cNvSpPr/>
      </dsp:nvSpPr>
      <dsp:spPr>
        <a:xfrm>
          <a:off x="6961886" y="1820000"/>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Select SW dev. Life cycle</a:t>
          </a:r>
        </a:p>
      </dsp:txBody>
      <dsp:txXfrm>
        <a:off x="6961886" y="1820000"/>
        <a:ext cx="1280433" cy="640216"/>
      </dsp:txXfrm>
    </dsp:sp>
    <dsp:sp modelId="{83291EA2-E836-484B-AE4C-8D0D6D755106}">
      <dsp:nvSpPr>
        <dsp:cNvPr id="0" name=""/>
        <dsp:cNvSpPr/>
      </dsp:nvSpPr>
      <dsp:spPr>
        <a:xfrm>
          <a:off x="6961886" y="2729108"/>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Plan req. approach</a:t>
          </a:r>
        </a:p>
      </dsp:txBody>
      <dsp:txXfrm>
        <a:off x="6961886" y="2729108"/>
        <a:ext cx="1280433" cy="640216"/>
      </dsp:txXfrm>
    </dsp:sp>
    <dsp:sp modelId="{E0A242CE-5970-4277-BFF4-836038C1726B}">
      <dsp:nvSpPr>
        <dsp:cNvPr id="0" name=""/>
        <dsp:cNvSpPr/>
      </dsp:nvSpPr>
      <dsp:spPr>
        <a:xfrm>
          <a:off x="6961886" y="3638215"/>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Estimate efforts</a:t>
          </a:r>
        </a:p>
      </dsp:txBody>
      <dsp:txXfrm>
        <a:off x="6961886" y="3638215"/>
        <a:ext cx="1280433" cy="640216"/>
      </dsp:txXfrm>
    </dsp:sp>
    <dsp:sp modelId="{59E047FC-425B-4687-A647-10E12F60DFF3}">
      <dsp:nvSpPr>
        <dsp:cNvPr id="0" name=""/>
        <dsp:cNvSpPr/>
      </dsp:nvSpPr>
      <dsp:spPr>
        <a:xfrm>
          <a:off x="6961886" y="4547323"/>
          <a:ext cx="1280433" cy="64021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Identify decision makers</a:t>
          </a:r>
        </a:p>
      </dsp:txBody>
      <dsp:txXfrm>
        <a:off x="6961886" y="4547323"/>
        <a:ext cx="1280433" cy="6402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CE5B8-559D-4D52-BD90-EA15B4AB1A55}">
      <dsp:nvSpPr>
        <dsp:cNvPr id="0" name=""/>
        <dsp:cNvSpPr/>
      </dsp:nvSpPr>
      <dsp:spPr>
        <a:xfrm>
          <a:off x="5748934" y="1320483"/>
          <a:ext cx="163434" cy="3602487"/>
        </a:xfrm>
        <a:custGeom>
          <a:avLst/>
          <a:gdLst/>
          <a:ahLst/>
          <a:cxnLst/>
          <a:rect l="0" t="0" r="0" b="0"/>
          <a:pathLst>
            <a:path>
              <a:moveTo>
                <a:pt x="0" y="0"/>
              </a:moveTo>
              <a:lnTo>
                <a:pt x="0" y="3602487"/>
              </a:lnTo>
              <a:lnTo>
                <a:pt x="163434" y="36024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43C74-07FF-45EC-BF27-41123D8CE835}">
      <dsp:nvSpPr>
        <dsp:cNvPr id="0" name=""/>
        <dsp:cNvSpPr/>
      </dsp:nvSpPr>
      <dsp:spPr>
        <a:xfrm>
          <a:off x="5748934" y="1320483"/>
          <a:ext cx="163434" cy="2828899"/>
        </a:xfrm>
        <a:custGeom>
          <a:avLst/>
          <a:gdLst/>
          <a:ahLst/>
          <a:cxnLst/>
          <a:rect l="0" t="0" r="0" b="0"/>
          <a:pathLst>
            <a:path>
              <a:moveTo>
                <a:pt x="0" y="0"/>
              </a:moveTo>
              <a:lnTo>
                <a:pt x="0" y="2828899"/>
              </a:lnTo>
              <a:lnTo>
                <a:pt x="163434" y="28288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44FFEB-D81B-4051-80A0-06CD3150278B}">
      <dsp:nvSpPr>
        <dsp:cNvPr id="0" name=""/>
        <dsp:cNvSpPr/>
      </dsp:nvSpPr>
      <dsp:spPr>
        <a:xfrm>
          <a:off x="5748934" y="1320483"/>
          <a:ext cx="163434" cy="2055310"/>
        </a:xfrm>
        <a:custGeom>
          <a:avLst/>
          <a:gdLst/>
          <a:ahLst/>
          <a:cxnLst/>
          <a:rect l="0" t="0" r="0" b="0"/>
          <a:pathLst>
            <a:path>
              <a:moveTo>
                <a:pt x="0" y="0"/>
              </a:moveTo>
              <a:lnTo>
                <a:pt x="0" y="2055310"/>
              </a:lnTo>
              <a:lnTo>
                <a:pt x="163434" y="20553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1796D6-3B82-44FF-A19D-852FF4EBDC50}">
      <dsp:nvSpPr>
        <dsp:cNvPr id="0" name=""/>
        <dsp:cNvSpPr/>
      </dsp:nvSpPr>
      <dsp:spPr>
        <a:xfrm>
          <a:off x="5748934" y="1320483"/>
          <a:ext cx="163434" cy="1281721"/>
        </a:xfrm>
        <a:custGeom>
          <a:avLst/>
          <a:gdLst/>
          <a:ahLst/>
          <a:cxnLst/>
          <a:rect l="0" t="0" r="0" b="0"/>
          <a:pathLst>
            <a:path>
              <a:moveTo>
                <a:pt x="0" y="0"/>
              </a:moveTo>
              <a:lnTo>
                <a:pt x="0" y="1281721"/>
              </a:lnTo>
              <a:lnTo>
                <a:pt x="163434" y="128172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748934" y="1320483"/>
          <a:ext cx="163434" cy="504665"/>
        </a:xfrm>
        <a:custGeom>
          <a:avLst/>
          <a:gdLst/>
          <a:ahLst/>
          <a:cxnLst/>
          <a:rect l="0" t="0" r="0" b="0"/>
          <a:pathLst>
            <a:path>
              <a:moveTo>
                <a:pt x="0" y="0"/>
              </a:moveTo>
              <a:lnTo>
                <a:pt x="0" y="504665"/>
              </a:lnTo>
              <a:lnTo>
                <a:pt x="163434" y="5046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7204" y="546894"/>
          <a:ext cx="1977553" cy="228807"/>
        </a:xfrm>
        <a:custGeom>
          <a:avLst/>
          <a:gdLst/>
          <a:ahLst/>
          <a:cxnLst/>
          <a:rect l="0" t="0" r="0" b="0"/>
          <a:pathLst>
            <a:path>
              <a:moveTo>
                <a:pt x="0" y="0"/>
              </a:moveTo>
              <a:lnTo>
                <a:pt x="0" y="114403"/>
              </a:lnTo>
              <a:lnTo>
                <a:pt x="1977553" y="114403"/>
              </a:lnTo>
              <a:lnTo>
                <a:pt x="1977553"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4430564"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07204" y="546894"/>
          <a:ext cx="659184" cy="228807"/>
        </a:xfrm>
        <a:custGeom>
          <a:avLst/>
          <a:gdLst/>
          <a:ahLst/>
          <a:cxnLst/>
          <a:rect l="0" t="0" r="0" b="0"/>
          <a:pathLst>
            <a:path>
              <a:moveTo>
                <a:pt x="0" y="0"/>
              </a:moveTo>
              <a:lnTo>
                <a:pt x="0" y="114403"/>
              </a:lnTo>
              <a:lnTo>
                <a:pt x="659184" y="114403"/>
              </a:lnTo>
              <a:lnTo>
                <a:pt x="659184"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4657BC-BD1B-4DF3-B3EE-63FF58F462CC}">
      <dsp:nvSpPr>
        <dsp:cNvPr id="0" name=""/>
        <dsp:cNvSpPr/>
      </dsp:nvSpPr>
      <dsp:spPr>
        <a:xfrm>
          <a:off x="3112195" y="1320483"/>
          <a:ext cx="163434" cy="3595552"/>
        </a:xfrm>
        <a:custGeom>
          <a:avLst/>
          <a:gdLst/>
          <a:ahLst/>
          <a:cxnLst/>
          <a:rect l="0" t="0" r="0" b="0"/>
          <a:pathLst>
            <a:path>
              <a:moveTo>
                <a:pt x="0" y="0"/>
              </a:moveTo>
              <a:lnTo>
                <a:pt x="0" y="3595552"/>
              </a:lnTo>
              <a:lnTo>
                <a:pt x="163434" y="35955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D9FEEF-18FE-49C0-819A-DBA4616B9926}">
      <dsp:nvSpPr>
        <dsp:cNvPr id="0" name=""/>
        <dsp:cNvSpPr/>
      </dsp:nvSpPr>
      <dsp:spPr>
        <a:xfrm>
          <a:off x="3112195" y="1320483"/>
          <a:ext cx="163434" cy="2821964"/>
        </a:xfrm>
        <a:custGeom>
          <a:avLst/>
          <a:gdLst/>
          <a:ahLst/>
          <a:cxnLst/>
          <a:rect l="0" t="0" r="0" b="0"/>
          <a:pathLst>
            <a:path>
              <a:moveTo>
                <a:pt x="0" y="0"/>
              </a:moveTo>
              <a:lnTo>
                <a:pt x="0" y="2821964"/>
              </a:lnTo>
              <a:lnTo>
                <a:pt x="163434" y="28219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A8D99B-7E04-4FCC-8A85-F7F0979F84F7}">
      <dsp:nvSpPr>
        <dsp:cNvPr id="0" name=""/>
        <dsp:cNvSpPr/>
      </dsp:nvSpPr>
      <dsp:spPr>
        <a:xfrm>
          <a:off x="3112195" y="1320483"/>
          <a:ext cx="163434" cy="2048375"/>
        </a:xfrm>
        <a:custGeom>
          <a:avLst/>
          <a:gdLst/>
          <a:ahLst/>
          <a:cxnLst/>
          <a:rect l="0" t="0" r="0" b="0"/>
          <a:pathLst>
            <a:path>
              <a:moveTo>
                <a:pt x="0" y="0"/>
              </a:moveTo>
              <a:lnTo>
                <a:pt x="0" y="2048375"/>
              </a:lnTo>
              <a:lnTo>
                <a:pt x="163434" y="20483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B281F7-13DA-4694-8703-1685A2ABAE33}">
      <dsp:nvSpPr>
        <dsp:cNvPr id="0" name=""/>
        <dsp:cNvSpPr/>
      </dsp:nvSpPr>
      <dsp:spPr>
        <a:xfrm>
          <a:off x="3112195" y="1320483"/>
          <a:ext cx="163434" cy="1274786"/>
        </a:xfrm>
        <a:custGeom>
          <a:avLst/>
          <a:gdLst/>
          <a:ahLst/>
          <a:cxnLst/>
          <a:rect l="0" t="0" r="0" b="0"/>
          <a:pathLst>
            <a:path>
              <a:moveTo>
                <a:pt x="0" y="0"/>
              </a:moveTo>
              <a:lnTo>
                <a:pt x="0" y="1274786"/>
              </a:lnTo>
              <a:lnTo>
                <a:pt x="163434" y="12747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3112195"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548020" y="546894"/>
          <a:ext cx="659184" cy="228807"/>
        </a:xfrm>
        <a:custGeom>
          <a:avLst/>
          <a:gdLst/>
          <a:ahLst/>
          <a:cxnLst/>
          <a:rect l="0" t="0" r="0" b="0"/>
          <a:pathLst>
            <a:path>
              <a:moveTo>
                <a:pt x="659184" y="0"/>
              </a:moveTo>
              <a:lnTo>
                <a:pt x="659184" y="114403"/>
              </a:lnTo>
              <a:lnTo>
                <a:pt x="0" y="114403"/>
              </a:lnTo>
              <a:lnTo>
                <a:pt x="0"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793826" y="1320483"/>
          <a:ext cx="163434" cy="1274786"/>
        </a:xfrm>
        <a:custGeom>
          <a:avLst/>
          <a:gdLst/>
          <a:ahLst/>
          <a:cxnLst/>
          <a:rect l="0" t="0" r="0" b="0"/>
          <a:pathLst>
            <a:path>
              <a:moveTo>
                <a:pt x="0" y="0"/>
              </a:moveTo>
              <a:lnTo>
                <a:pt x="0" y="1274786"/>
              </a:lnTo>
              <a:lnTo>
                <a:pt x="163434" y="12747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793826"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229650" y="546894"/>
          <a:ext cx="1977553" cy="228807"/>
        </a:xfrm>
        <a:custGeom>
          <a:avLst/>
          <a:gdLst/>
          <a:ahLst/>
          <a:cxnLst/>
          <a:rect l="0" t="0" r="0" b="0"/>
          <a:pathLst>
            <a:path>
              <a:moveTo>
                <a:pt x="1977553" y="0"/>
              </a:moveTo>
              <a:lnTo>
                <a:pt x="1977553" y="114403"/>
              </a:lnTo>
              <a:lnTo>
                <a:pt x="0" y="114403"/>
              </a:lnTo>
              <a:lnTo>
                <a:pt x="0"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662424" y="2113"/>
          <a:ext cx="1089561" cy="54478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4</a:t>
          </a:r>
        </a:p>
      </dsp:txBody>
      <dsp:txXfrm>
        <a:off x="3662424" y="2113"/>
        <a:ext cx="1089561" cy="544780"/>
      </dsp:txXfrm>
    </dsp:sp>
    <dsp:sp modelId="{C9422C4E-2B02-4D33-A16B-EF7B187ECAB7}">
      <dsp:nvSpPr>
        <dsp:cNvPr id="0" name=""/>
        <dsp:cNvSpPr/>
      </dsp:nvSpPr>
      <dsp:spPr>
        <a:xfrm>
          <a:off x="1684870"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roles</a:t>
          </a:r>
        </a:p>
      </dsp:txBody>
      <dsp:txXfrm>
        <a:off x="1684870" y="775702"/>
        <a:ext cx="1089561" cy="544780"/>
      </dsp:txXfrm>
    </dsp:sp>
    <dsp:sp modelId="{ED8B7DF3-7C68-4E1C-A743-283531BE19BD}">
      <dsp:nvSpPr>
        <dsp:cNvPr id="0" name=""/>
        <dsp:cNvSpPr/>
      </dsp:nvSpPr>
      <dsp:spPr>
        <a:xfrm>
          <a:off x="1957260"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Req. Development</a:t>
          </a:r>
        </a:p>
      </dsp:txBody>
      <dsp:txXfrm>
        <a:off x="1957260" y="1549291"/>
        <a:ext cx="1089561" cy="544780"/>
      </dsp:txXfrm>
    </dsp:sp>
    <dsp:sp modelId="{31C29986-52F5-42D4-A9FC-3B32B3F35DB2}">
      <dsp:nvSpPr>
        <dsp:cNvPr id="0" name=""/>
        <dsp:cNvSpPr/>
      </dsp:nvSpPr>
      <dsp:spPr>
        <a:xfrm>
          <a:off x="1957260" y="2322879"/>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Req. Mgt.</a:t>
          </a:r>
        </a:p>
      </dsp:txBody>
      <dsp:txXfrm>
        <a:off x="1957260" y="2322879"/>
        <a:ext cx="1089561" cy="544780"/>
      </dsp:txXfrm>
    </dsp:sp>
    <dsp:sp modelId="{02B28F85-DE51-42FF-859E-1DD3A478F426}">
      <dsp:nvSpPr>
        <dsp:cNvPr id="0" name=""/>
        <dsp:cNvSpPr/>
      </dsp:nvSpPr>
      <dsp:spPr>
        <a:xfrm>
          <a:off x="3003239"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tasks</a:t>
          </a:r>
        </a:p>
      </dsp:txBody>
      <dsp:txXfrm>
        <a:off x="3003239" y="775702"/>
        <a:ext cx="1089561" cy="544780"/>
      </dsp:txXfrm>
    </dsp:sp>
    <dsp:sp modelId="{BB71A1EC-99D4-46DC-BDFC-1D7F327564B8}">
      <dsp:nvSpPr>
        <dsp:cNvPr id="0" name=""/>
        <dsp:cNvSpPr/>
      </dsp:nvSpPr>
      <dsp:spPr>
        <a:xfrm>
          <a:off x="3275629"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Define biz req. </a:t>
          </a:r>
        </a:p>
      </dsp:txBody>
      <dsp:txXfrm>
        <a:off x="3275629" y="1549291"/>
        <a:ext cx="1089561" cy="544780"/>
      </dsp:txXfrm>
    </dsp:sp>
    <dsp:sp modelId="{9D8C80F1-47CE-4F13-A198-ADC7BC7E2E48}">
      <dsp:nvSpPr>
        <dsp:cNvPr id="0" name=""/>
        <dsp:cNvSpPr/>
      </dsp:nvSpPr>
      <dsp:spPr>
        <a:xfrm>
          <a:off x="3275629" y="2322879"/>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Plan the </a:t>
          </a:r>
          <a:r>
            <a:rPr lang="en-US" sz="1200" kern="1200" dirty="0" err="1"/>
            <a:t>reqs</a:t>
          </a:r>
          <a:r>
            <a:rPr lang="en-US" sz="1200" kern="1200" dirty="0"/>
            <a:t> approach </a:t>
          </a:r>
        </a:p>
      </dsp:txBody>
      <dsp:txXfrm>
        <a:off x="3275629" y="2322879"/>
        <a:ext cx="1089561" cy="544780"/>
      </dsp:txXfrm>
    </dsp:sp>
    <dsp:sp modelId="{7872A18C-E13C-45E9-80D5-90CBBA671EF8}">
      <dsp:nvSpPr>
        <dsp:cNvPr id="0" name=""/>
        <dsp:cNvSpPr/>
      </dsp:nvSpPr>
      <dsp:spPr>
        <a:xfrm>
          <a:off x="3275629" y="3096468"/>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Identify project stakeholders and user classes </a:t>
          </a:r>
        </a:p>
      </dsp:txBody>
      <dsp:txXfrm>
        <a:off x="3275629" y="3096468"/>
        <a:ext cx="1089561" cy="544780"/>
      </dsp:txXfrm>
    </dsp:sp>
    <dsp:sp modelId="{A2FE0A94-8CB5-4AFC-8192-B70C5DD08032}">
      <dsp:nvSpPr>
        <dsp:cNvPr id="0" name=""/>
        <dsp:cNvSpPr/>
      </dsp:nvSpPr>
      <dsp:spPr>
        <a:xfrm>
          <a:off x="3275629" y="3870056"/>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Req. dev.</a:t>
          </a:r>
        </a:p>
      </dsp:txBody>
      <dsp:txXfrm>
        <a:off x="3275629" y="3870056"/>
        <a:ext cx="1089561" cy="544780"/>
      </dsp:txXfrm>
    </dsp:sp>
    <dsp:sp modelId="{6949B19C-8AF3-464F-B8E0-A0BE58E9C9BF}">
      <dsp:nvSpPr>
        <dsp:cNvPr id="0" name=""/>
        <dsp:cNvSpPr/>
      </dsp:nvSpPr>
      <dsp:spPr>
        <a:xfrm>
          <a:off x="3275629" y="4643645"/>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Manage requirements </a:t>
          </a:r>
        </a:p>
      </dsp:txBody>
      <dsp:txXfrm>
        <a:off x="3275629" y="4643645"/>
        <a:ext cx="1089561" cy="544780"/>
      </dsp:txXfrm>
    </dsp:sp>
    <dsp:sp modelId="{03758FE5-334A-46EC-AD76-4289659832B6}">
      <dsp:nvSpPr>
        <dsp:cNvPr id="0" name=""/>
        <dsp:cNvSpPr/>
      </dsp:nvSpPr>
      <dsp:spPr>
        <a:xfrm>
          <a:off x="4321608"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skills</a:t>
          </a:r>
        </a:p>
      </dsp:txBody>
      <dsp:txXfrm>
        <a:off x="4321608" y="775702"/>
        <a:ext cx="1089561" cy="544780"/>
      </dsp:txXfrm>
    </dsp:sp>
    <dsp:sp modelId="{AF41A196-D073-444E-BDCD-FC763BCB5F43}">
      <dsp:nvSpPr>
        <dsp:cNvPr id="0" name=""/>
        <dsp:cNvSpPr/>
      </dsp:nvSpPr>
      <dsp:spPr>
        <a:xfrm>
          <a:off x="4593999"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14 skills</a:t>
          </a:r>
        </a:p>
      </dsp:txBody>
      <dsp:txXfrm>
        <a:off x="4593999" y="1549291"/>
        <a:ext cx="1089561" cy="544780"/>
      </dsp:txXfrm>
    </dsp:sp>
    <dsp:sp modelId="{E2CE8193-46AF-44C0-B4A1-4402C2A6388E}">
      <dsp:nvSpPr>
        <dsp:cNvPr id="0" name=""/>
        <dsp:cNvSpPr/>
      </dsp:nvSpPr>
      <dsp:spPr>
        <a:xfrm>
          <a:off x="5639978"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The making of a BA</a:t>
          </a:r>
        </a:p>
      </dsp:txBody>
      <dsp:txXfrm>
        <a:off x="5639978" y="775702"/>
        <a:ext cx="1089561" cy="544780"/>
      </dsp:txXfrm>
    </dsp:sp>
    <dsp:sp modelId="{B386D850-18E4-4553-BFA3-F5B91F42AF1A}">
      <dsp:nvSpPr>
        <dsp:cNvPr id="0" name=""/>
        <dsp:cNvSpPr/>
      </dsp:nvSpPr>
      <dsp:spPr>
        <a:xfrm>
          <a:off x="5912368" y="1549291"/>
          <a:ext cx="1089561" cy="5517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Former user</a:t>
          </a:r>
        </a:p>
      </dsp:txBody>
      <dsp:txXfrm>
        <a:off x="5912368" y="1549291"/>
        <a:ext cx="1089561" cy="551715"/>
      </dsp:txXfrm>
    </dsp:sp>
    <dsp:sp modelId="{AD05E803-A7A2-4733-B015-24257F5A1699}">
      <dsp:nvSpPr>
        <dsp:cNvPr id="0" name=""/>
        <dsp:cNvSpPr/>
      </dsp:nvSpPr>
      <dsp:spPr>
        <a:xfrm>
          <a:off x="5912368" y="2329814"/>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dev./tester</a:t>
          </a:r>
        </a:p>
      </dsp:txBody>
      <dsp:txXfrm>
        <a:off x="5912368" y="2329814"/>
        <a:ext cx="1089561" cy="544780"/>
      </dsp:txXfrm>
    </dsp:sp>
    <dsp:sp modelId="{5AB1CE78-FFC0-4A1C-884A-EFD72EB0B55E}">
      <dsp:nvSpPr>
        <dsp:cNvPr id="0" name=""/>
        <dsp:cNvSpPr/>
      </dsp:nvSpPr>
      <dsp:spPr>
        <a:xfrm>
          <a:off x="5912368" y="3103403"/>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PM</a:t>
          </a:r>
        </a:p>
      </dsp:txBody>
      <dsp:txXfrm>
        <a:off x="5912368" y="3103403"/>
        <a:ext cx="1089561" cy="544780"/>
      </dsp:txXfrm>
    </dsp:sp>
    <dsp:sp modelId="{4B31A7B3-2386-4740-A97D-E425D7AA05D7}">
      <dsp:nvSpPr>
        <dsp:cNvPr id="0" name=""/>
        <dsp:cNvSpPr/>
      </dsp:nvSpPr>
      <dsp:spPr>
        <a:xfrm>
          <a:off x="5912368" y="38769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SME</a:t>
          </a:r>
        </a:p>
      </dsp:txBody>
      <dsp:txXfrm>
        <a:off x="5912368" y="3876991"/>
        <a:ext cx="1089561" cy="544780"/>
      </dsp:txXfrm>
    </dsp:sp>
    <dsp:sp modelId="{46C06B1B-2BF0-441D-885E-D1D472DD0F7F}">
      <dsp:nvSpPr>
        <dsp:cNvPr id="0" name=""/>
        <dsp:cNvSpPr/>
      </dsp:nvSpPr>
      <dsp:spPr>
        <a:xfrm>
          <a:off x="5912368" y="4650580"/>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Rookie</a:t>
          </a:r>
        </a:p>
      </dsp:txBody>
      <dsp:txXfrm>
        <a:off x="5912368" y="4650580"/>
        <a:ext cx="1089561" cy="54478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7F7729-9447-4EAF-879C-5180B01BC845}" type="datetimeFigureOut">
              <a:rPr lang="en-US" smtClean="0"/>
              <a:t>5/20/21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5B2535-ED8C-40BA-8526-7163CBC65137}" type="slidenum">
              <a:rPr lang="en-US" smtClean="0"/>
              <a:t>‹#›</a:t>
            </a:fld>
            <a:endParaRPr lang="en-US"/>
          </a:p>
        </p:txBody>
      </p:sp>
    </p:spTree>
    <p:extLst>
      <p:ext uri="{BB962C8B-B14F-4D97-AF65-F5344CB8AC3E}">
        <p14:creationId xmlns:p14="http://schemas.microsoft.com/office/powerpoint/2010/main" val="365520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72B27-E9F2-4BF5-9E33-DC426D54492B}" type="datetimeFigureOut">
              <a:rPr lang="en-US" smtClean="0"/>
              <a:t>5/20/21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E1E71-EAF6-4270-8F5E-C77A7D92C107}" type="slidenum">
              <a:rPr lang="en-US" smtClean="0"/>
              <a:t>‹#›</a:t>
            </a:fld>
            <a:endParaRPr lang="en-US"/>
          </a:p>
        </p:txBody>
      </p:sp>
    </p:spTree>
    <p:extLst>
      <p:ext uri="{BB962C8B-B14F-4D97-AF65-F5344CB8AC3E}">
        <p14:creationId xmlns:p14="http://schemas.microsoft.com/office/powerpoint/2010/main" val="1101519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832178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457200" algn="l" defTabSz="914400" rtl="0" eaLnBrk="1" fontAlgn="auto" latinLnBrk="0" hangingPunct="1">
              <a:lnSpc>
                <a:spcPct val="100000"/>
              </a:lnSpc>
              <a:spcBef>
                <a:spcPts val="0"/>
              </a:spcBef>
              <a:spcAft>
                <a:spcPts val="0"/>
              </a:spcAft>
              <a:buClrTx/>
              <a:buSzTx/>
              <a:buFontTx/>
              <a:buChar char="-"/>
              <a:tabLst/>
              <a:defRPr/>
            </a:pPr>
            <a:r>
              <a:rPr lang="en-US" sz="2800" dirty="0"/>
              <a:t>the vital functions the BA performs</a:t>
            </a:r>
            <a:r>
              <a:rPr lang="en-US" sz="1200" dirty="0"/>
              <a:t>:</a:t>
            </a:r>
            <a:r>
              <a:rPr lang="en-US" sz="1200" baseline="0" dirty="0"/>
              <a:t> </a:t>
            </a:r>
            <a:r>
              <a:rPr lang="en-US" sz="1200" baseline="0" dirty="0" err="1"/>
              <a:t>các</a:t>
            </a:r>
            <a:r>
              <a:rPr lang="en-US" sz="1200" baseline="0" dirty="0"/>
              <a:t> </a:t>
            </a:r>
            <a:r>
              <a:rPr lang="en-US" sz="1200" baseline="0" dirty="0" err="1"/>
              <a:t>chức</a:t>
            </a:r>
            <a:r>
              <a:rPr lang="en-US" sz="1200" baseline="0" dirty="0"/>
              <a:t> </a:t>
            </a:r>
            <a:r>
              <a:rPr lang="en-US" sz="1200" baseline="0" dirty="0" err="1"/>
              <a:t>năng</a:t>
            </a:r>
            <a:r>
              <a:rPr lang="en-US" sz="1200" baseline="0" dirty="0"/>
              <a:t> </a:t>
            </a:r>
            <a:r>
              <a:rPr lang="en-US" sz="1200" baseline="0" dirty="0" err="1"/>
              <a:t>quan</a:t>
            </a:r>
            <a:r>
              <a:rPr lang="en-US" sz="1200" baseline="0" dirty="0"/>
              <a:t> </a:t>
            </a:r>
            <a:r>
              <a:rPr lang="en-US" sz="1200" baseline="0" dirty="0" err="1"/>
              <a:t>trọng</a:t>
            </a:r>
            <a:r>
              <a:rPr lang="en-US" sz="1200" baseline="0" dirty="0"/>
              <a:t> </a:t>
            </a:r>
            <a:r>
              <a:rPr lang="en-US" sz="1200" baseline="0" dirty="0" err="1"/>
              <a:t>mà</a:t>
            </a:r>
            <a:r>
              <a:rPr lang="en-US" sz="1200" baseline="0" dirty="0"/>
              <a:t> BA </a:t>
            </a:r>
            <a:r>
              <a:rPr lang="en-US" sz="1200" baseline="0" dirty="0" err="1"/>
              <a:t>thực</a:t>
            </a:r>
            <a:r>
              <a:rPr lang="en-US" sz="1200" baseline="0" dirty="0"/>
              <a:t> </a:t>
            </a:r>
            <a:r>
              <a:rPr lang="en-US" sz="1200" baseline="0" dirty="0" err="1"/>
              <a:t>hiện</a:t>
            </a:r>
            <a:endParaRPr lang="en-US" sz="1200" baseline="0" dirty="0"/>
          </a:p>
          <a:p>
            <a:pPr marL="457200" marR="0" lvl="1" indent="-457200" algn="l" defTabSz="914400" rtl="0" eaLnBrk="1" fontAlgn="auto" latinLnBrk="0" hangingPunct="1">
              <a:lnSpc>
                <a:spcPct val="100000"/>
              </a:lnSpc>
              <a:spcBef>
                <a:spcPts val="0"/>
              </a:spcBef>
              <a:spcAft>
                <a:spcPts val="0"/>
              </a:spcAft>
              <a:buClrTx/>
              <a:buSzTx/>
              <a:buFontTx/>
              <a:buChar char="-"/>
              <a:tabLst/>
              <a:defRPr/>
            </a:pPr>
            <a:r>
              <a:rPr lang="en-US" sz="1200" dirty="0"/>
              <a:t>proposes a job description for a requirements analyst, and you can also access a sample BA job description: </a:t>
            </a:r>
            <a:r>
              <a:rPr lang="en-US" sz="1200" dirty="0" err="1"/>
              <a:t>đề</a:t>
            </a:r>
            <a:r>
              <a:rPr lang="en-US" sz="1200" dirty="0"/>
              <a:t> </a:t>
            </a:r>
            <a:r>
              <a:rPr lang="en-US" sz="1200" dirty="0" err="1"/>
              <a:t>xuất</a:t>
            </a:r>
            <a:r>
              <a:rPr lang="en-US" sz="1200" dirty="0"/>
              <a:t> </a:t>
            </a:r>
            <a:r>
              <a:rPr lang="en-US" sz="1200" dirty="0" err="1"/>
              <a:t>một</a:t>
            </a:r>
            <a:r>
              <a:rPr lang="en-US" sz="1200" dirty="0"/>
              <a:t> </a:t>
            </a:r>
            <a:r>
              <a:rPr lang="en-US" sz="1200" dirty="0" err="1"/>
              <a:t>mô</a:t>
            </a:r>
            <a:r>
              <a:rPr lang="en-US" sz="1200" dirty="0"/>
              <a:t> </a:t>
            </a:r>
            <a:r>
              <a:rPr lang="en-US" sz="1200" dirty="0" err="1"/>
              <a:t>tả</a:t>
            </a:r>
            <a:r>
              <a:rPr lang="en-US" sz="1200" dirty="0"/>
              <a:t> </a:t>
            </a:r>
            <a:r>
              <a:rPr lang="en-US" sz="1200" dirty="0" err="1"/>
              <a:t>công</a:t>
            </a:r>
            <a:r>
              <a:rPr lang="en-US" sz="1200" dirty="0"/>
              <a:t> </a:t>
            </a:r>
            <a:r>
              <a:rPr lang="en-US" sz="1200" dirty="0" err="1"/>
              <a:t>việc</a:t>
            </a:r>
            <a:r>
              <a:rPr lang="en-US" sz="1200" dirty="0"/>
              <a:t> </a:t>
            </a:r>
            <a:r>
              <a:rPr lang="en-US" sz="1200" dirty="0" err="1"/>
              <a:t>cho</a:t>
            </a:r>
            <a:r>
              <a:rPr lang="en-US" sz="1200" dirty="0"/>
              <a:t> </a:t>
            </a:r>
            <a:r>
              <a:rPr lang="en-US" sz="1200" dirty="0" err="1"/>
              <a:t>một</a:t>
            </a:r>
            <a:r>
              <a:rPr lang="en-US" sz="1200" dirty="0"/>
              <a:t> </a:t>
            </a:r>
            <a:r>
              <a:rPr lang="en-US" sz="1200" dirty="0" err="1"/>
              <a:t>nhà</a:t>
            </a:r>
            <a:r>
              <a:rPr lang="en-US" sz="1200" dirty="0"/>
              <a:t> </a:t>
            </a:r>
            <a:r>
              <a:rPr lang="en-US" sz="1200" dirty="0" err="1"/>
              <a:t>phân</a:t>
            </a:r>
            <a:r>
              <a:rPr lang="en-US" sz="1200" dirty="0"/>
              <a:t> </a:t>
            </a:r>
            <a:r>
              <a:rPr lang="en-US" sz="1200" dirty="0" err="1"/>
              <a:t>tích</a:t>
            </a:r>
            <a:r>
              <a:rPr lang="en-US" sz="1200" dirty="0"/>
              <a:t> </a:t>
            </a:r>
            <a:r>
              <a:rPr lang="en-US" sz="1200" dirty="0" err="1"/>
              <a:t>yêu</a:t>
            </a:r>
            <a:r>
              <a:rPr lang="en-US" sz="1200" dirty="0"/>
              <a:t> </a:t>
            </a:r>
            <a:r>
              <a:rPr lang="en-US" sz="1200" dirty="0" err="1"/>
              <a:t>cầu</a:t>
            </a:r>
            <a:r>
              <a:rPr lang="en-US" sz="1200" dirty="0"/>
              <a:t> </a:t>
            </a:r>
            <a:r>
              <a:rPr lang="en-US" sz="1200" dirty="0" err="1"/>
              <a:t>và</a:t>
            </a:r>
            <a:r>
              <a:rPr lang="en-US" sz="1200" dirty="0"/>
              <a:t> </a:t>
            </a:r>
            <a:r>
              <a:rPr lang="en-US" sz="1200" dirty="0" err="1"/>
              <a:t>bạn</a:t>
            </a:r>
            <a:r>
              <a:rPr lang="en-US" sz="1200" dirty="0"/>
              <a:t> </a:t>
            </a:r>
            <a:r>
              <a:rPr lang="en-US" sz="1200" dirty="0" err="1"/>
              <a:t>cũng</a:t>
            </a:r>
            <a:r>
              <a:rPr lang="en-US" sz="1200" dirty="0"/>
              <a:t> </a:t>
            </a:r>
            <a:r>
              <a:rPr lang="en-US" sz="1200" dirty="0" err="1"/>
              <a:t>có</a:t>
            </a:r>
            <a:r>
              <a:rPr lang="en-US" sz="1200" dirty="0"/>
              <a:t> </a:t>
            </a:r>
            <a:r>
              <a:rPr lang="en-US" sz="1200" dirty="0" err="1"/>
              <a:t>thể</a:t>
            </a:r>
            <a:r>
              <a:rPr lang="en-US" sz="1200" dirty="0"/>
              <a:t> </a:t>
            </a:r>
            <a:r>
              <a:rPr lang="en-US" sz="1200" dirty="0" err="1"/>
              <a:t>truy</a:t>
            </a:r>
            <a:r>
              <a:rPr lang="en-US" sz="1200" dirty="0"/>
              <a:t> </a:t>
            </a:r>
            <a:r>
              <a:rPr lang="en-US" sz="1200" dirty="0" err="1"/>
              <a:t>cập</a:t>
            </a:r>
            <a:r>
              <a:rPr lang="en-US" sz="1200" dirty="0"/>
              <a:t> </a:t>
            </a:r>
            <a:r>
              <a:rPr lang="en-US" sz="1200" dirty="0" err="1"/>
              <a:t>một</a:t>
            </a:r>
            <a:r>
              <a:rPr lang="en-US" sz="1200" dirty="0"/>
              <a:t> </a:t>
            </a:r>
            <a:r>
              <a:rPr lang="en-US" sz="1200" dirty="0" err="1"/>
              <a:t>mô</a:t>
            </a:r>
            <a:r>
              <a:rPr lang="en-US" sz="1200" dirty="0"/>
              <a:t> </a:t>
            </a:r>
            <a:r>
              <a:rPr lang="en-US" sz="1200" dirty="0" err="1"/>
              <a:t>tả</a:t>
            </a:r>
            <a:r>
              <a:rPr lang="en-US" sz="1200" dirty="0"/>
              <a:t> </a:t>
            </a:r>
            <a:r>
              <a:rPr lang="en-US" sz="1200" dirty="0" err="1"/>
              <a:t>công</a:t>
            </a:r>
            <a:r>
              <a:rPr lang="en-US" sz="1200" dirty="0"/>
              <a:t> </a:t>
            </a:r>
            <a:r>
              <a:rPr lang="en-US" sz="1200" dirty="0" err="1"/>
              <a:t>việc</a:t>
            </a:r>
            <a:r>
              <a:rPr lang="en-US" sz="1200" dirty="0"/>
              <a:t> BA </a:t>
            </a:r>
            <a:r>
              <a:rPr lang="en-US" sz="1200" dirty="0" err="1"/>
              <a:t>mẫu</a:t>
            </a:r>
            <a:r>
              <a:rPr lang="en-US" sz="1200" dirty="0"/>
              <a:t>.</a:t>
            </a:r>
            <a:endParaRPr lang="en-US" sz="1200" baseline="0" dirty="0"/>
          </a:p>
          <a:p>
            <a:pPr marL="457200" marR="0" lvl="1" indent="-457200" algn="l" defTabSz="914400" rtl="0" eaLnBrk="1" fontAlgn="auto" latinLnBrk="0" hangingPunct="1">
              <a:lnSpc>
                <a:spcPct val="100000"/>
              </a:lnSpc>
              <a:spcBef>
                <a:spcPts val="0"/>
              </a:spcBef>
              <a:spcAft>
                <a:spcPts val="0"/>
              </a:spcAft>
              <a:buClrTx/>
              <a:buSzTx/>
              <a:buFontTx/>
              <a:buChar char="-"/>
              <a:tabLst/>
              <a:defRPr/>
            </a:pPr>
            <a:endParaRPr lang="en-US" sz="2800" dirty="0"/>
          </a:p>
        </p:txBody>
      </p:sp>
      <p:sp>
        <p:nvSpPr>
          <p:cNvPr id="4" name="Slide Number Placeholder 3"/>
          <p:cNvSpPr>
            <a:spLocks noGrp="1"/>
          </p:cNvSpPr>
          <p:nvPr>
            <p:ph type="sldNum" sz="quarter" idx="10"/>
          </p:nvPr>
        </p:nvSpPr>
        <p:spPr/>
        <p:txBody>
          <a:bodyPr/>
          <a:lstStyle/>
          <a:p>
            <a:fld id="{FB1E1E71-EAF6-4270-8F5E-C77A7D92C107}" type="slidenum">
              <a:rPr lang="en-US" smtClean="0"/>
              <a:t>3</a:t>
            </a:fld>
            <a:endParaRPr lang="en-US"/>
          </a:p>
        </p:txBody>
      </p:sp>
    </p:spTree>
    <p:extLst>
      <p:ext uri="{BB962C8B-B14F-4D97-AF65-F5344CB8AC3E}">
        <p14:creationId xmlns:p14="http://schemas.microsoft.com/office/powerpoint/2010/main" val="295025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BA uses requirements models to recognize patterns, identify gaps in the requirements, reveal </a:t>
            </a:r>
            <a:r>
              <a:rPr lang="en-US" dirty="0" err="1"/>
              <a:t>conficting</a:t>
            </a:r>
            <a:r>
              <a:rPr lang="en-US" dirty="0"/>
              <a:t> requirements, and confirm that all requirements specified are within scope: </a:t>
            </a:r>
            <a:r>
              <a:rPr lang="vi-VN" dirty="0"/>
              <a:t>Nhà phân tích kinh doanh sử dụng các mô hình yêu cầu để nhận ra các mẫu, xác định các lỗ hổng trong các yêu cầu, tiết lộ các yêu cầu xung đột và xác nhận rằng tất cả các yêu cầu được chỉ định đều nằm trong phạm vi.</a:t>
            </a:r>
            <a:endParaRPr lang="en-US" dirty="0"/>
          </a:p>
          <a:p>
            <a:pPr marL="171450" indent="-171450">
              <a:buFontTx/>
              <a:buChar char="-"/>
            </a:pPr>
            <a:r>
              <a:rPr lang="en-US" dirty="0"/>
              <a:t>Communicate requirements: </a:t>
            </a:r>
            <a:r>
              <a:rPr lang="en-US" dirty="0" err="1"/>
              <a:t>Truyền</a:t>
            </a:r>
            <a:r>
              <a:rPr lang="en-US" baseline="0" dirty="0"/>
              <a:t> đạt </a:t>
            </a:r>
            <a:r>
              <a:rPr lang="en-US" baseline="0" dirty="0" err="1"/>
              <a:t>các</a:t>
            </a:r>
            <a:r>
              <a:rPr lang="en-US" baseline="0" dirty="0"/>
              <a:t> </a:t>
            </a:r>
            <a:r>
              <a:rPr lang="en-US" baseline="0" dirty="0" err="1"/>
              <a:t>yêu</a:t>
            </a:r>
            <a:r>
              <a:rPr lang="en-US" baseline="0" dirty="0"/>
              <a:t> </a:t>
            </a:r>
            <a:r>
              <a:rPr lang="en-US" baseline="0" dirty="0" err="1"/>
              <a:t>cầu</a:t>
            </a: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9</a:t>
            </a:fld>
            <a:endParaRPr lang="en-US"/>
          </a:p>
        </p:txBody>
      </p:sp>
    </p:spTree>
    <p:extLst>
      <p:ext uri="{BB962C8B-B14F-4D97-AF65-F5344CB8AC3E}">
        <p14:creationId xmlns:p14="http://schemas.microsoft.com/office/powerpoint/2010/main" val="194431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Facilitate requirements prioritization: </a:t>
            </a:r>
            <a:r>
              <a:rPr lang="vi-VN" dirty="0"/>
              <a:t>Tạo điều kiện ưu tiên </a:t>
            </a:r>
            <a:r>
              <a:rPr lang="en-US" dirty="0" err="1"/>
              <a:t>cho</a:t>
            </a:r>
            <a:r>
              <a:rPr lang="en-US" dirty="0"/>
              <a:t> </a:t>
            </a:r>
            <a:r>
              <a:rPr lang="en-US" dirty="0" err="1"/>
              <a:t>các</a:t>
            </a:r>
            <a:r>
              <a:rPr lang="en-US" baseline="0" dirty="0"/>
              <a:t> </a:t>
            </a:r>
            <a:r>
              <a:rPr lang="vi-VN" dirty="0"/>
              <a:t>yêu cầu</a:t>
            </a: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10</a:t>
            </a:fld>
            <a:endParaRPr lang="en-US"/>
          </a:p>
        </p:txBody>
      </p:sp>
    </p:spTree>
    <p:extLst>
      <p:ext uri="{BB962C8B-B14F-4D97-AF65-F5344CB8AC3E}">
        <p14:creationId xmlns:p14="http://schemas.microsoft.com/office/powerpoint/2010/main" val="1343126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It can be intimidating to work with senior managers and with highly opinionated or aggressive individuals.: </a:t>
            </a:r>
            <a:r>
              <a:rPr lang="en-US" dirty="0" err="1"/>
              <a:t>Nó</a:t>
            </a:r>
            <a:r>
              <a:rPr lang="en-US" dirty="0"/>
              <a:t> </a:t>
            </a:r>
            <a:r>
              <a:rPr lang="en-US" dirty="0" err="1"/>
              <a:t>có</a:t>
            </a:r>
            <a:r>
              <a:rPr lang="en-US" dirty="0"/>
              <a:t> </a:t>
            </a:r>
            <a:r>
              <a:rPr lang="en-US" dirty="0" err="1"/>
              <a:t>thể</a:t>
            </a:r>
            <a:r>
              <a:rPr lang="en-US" dirty="0"/>
              <a:t> </a:t>
            </a:r>
            <a:r>
              <a:rPr lang="en-US" dirty="0" err="1"/>
              <a:t>đáng</a:t>
            </a:r>
            <a:r>
              <a:rPr lang="en-US" dirty="0"/>
              <a:t> </a:t>
            </a:r>
            <a:r>
              <a:rPr lang="en-US" dirty="0" err="1"/>
              <a:t>sợ</a:t>
            </a:r>
            <a:r>
              <a:rPr lang="en-US" dirty="0"/>
              <a:t> </a:t>
            </a:r>
            <a:r>
              <a:rPr lang="en-US" dirty="0" err="1"/>
              <a:t>khi</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các</a:t>
            </a:r>
            <a:r>
              <a:rPr lang="en-US" dirty="0"/>
              <a:t> </a:t>
            </a:r>
            <a:r>
              <a:rPr lang="en-US" dirty="0" err="1"/>
              <a:t>nhà</a:t>
            </a:r>
            <a:r>
              <a:rPr lang="en-US" dirty="0"/>
              <a:t> </a:t>
            </a:r>
            <a:r>
              <a:rPr lang="en-US" dirty="0" err="1"/>
              <a:t>quản</a:t>
            </a:r>
            <a:r>
              <a:rPr lang="en-US" dirty="0"/>
              <a:t> lý </a:t>
            </a:r>
            <a:r>
              <a:rPr lang="en-US" dirty="0" err="1"/>
              <a:t>cấp</a:t>
            </a:r>
            <a:r>
              <a:rPr lang="en-US" dirty="0"/>
              <a:t> </a:t>
            </a:r>
            <a:r>
              <a:rPr lang="en-US" dirty="0" err="1"/>
              <a:t>cao</a:t>
            </a:r>
            <a:r>
              <a:rPr lang="en-US" dirty="0"/>
              <a:t> </a:t>
            </a:r>
            <a:r>
              <a:rPr lang="en-US" dirty="0" err="1"/>
              <a:t>và</a:t>
            </a:r>
            <a:r>
              <a:rPr lang="en-US" dirty="0"/>
              <a:t> </a:t>
            </a:r>
            <a:r>
              <a:rPr lang="en-US" dirty="0" err="1"/>
              <a:t>với</a:t>
            </a:r>
            <a:r>
              <a:rPr lang="en-US" dirty="0"/>
              <a:t> </a:t>
            </a:r>
            <a:r>
              <a:rPr lang="en-US" dirty="0" err="1"/>
              <a:t>các</a:t>
            </a:r>
            <a:r>
              <a:rPr lang="en-US" dirty="0"/>
              <a:t> </a:t>
            </a:r>
            <a:r>
              <a:rPr lang="en-US" dirty="0" err="1"/>
              <a:t>cá</a:t>
            </a:r>
            <a:r>
              <a:rPr lang="en-US" dirty="0"/>
              <a:t> </a:t>
            </a:r>
            <a:r>
              <a:rPr lang="en-US" dirty="0" err="1"/>
              <a:t>nhân</a:t>
            </a:r>
            <a:r>
              <a:rPr lang="en-US" dirty="0"/>
              <a:t> </a:t>
            </a:r>
            <a:r>
              <a:rPr lang="en-US" dirty="0" err="1"/>
              <a:t>có</a:t>
            </a:r>
            <a:r>
              <a:rPr lang="en-US" dirty="0"/>
              <a:t> </a:t>
            </a:r>
            <a:r>
              <a:rPr lang="en-US" dirty="0" err="1"/>
              <a:t>quan</a:t>
            </a:r>
            <a:r>
              <a:rPr lang="en-US" dirty="0"/>
              <a:t> </a:t>
            </a:r>
            <a:r>
              <a:rPr lang="en-US" dirty="0" err="1"/>
              <a:t>điểm</a:t>
            </a:r>
            <a:r>
              <a:rPr lang="en-US" dirty="0"/>
              <a:t> </a:t>
            </a:r>
            <a:r>
              <a:rPr lang="en-US" dirty="0" err="1"/>
              <a:t>cao</a:t>
            </a:r>
            <a:r>
              <a:rPr lang="en-US" dirty="0"/>
              <a:t> </a:t>
            </a:r>
            <a:r>
              <a:rPr lang="en-US" dirty="0" err="1"/>
              <a:t>hoặc</a:t>
            </a:r>
            <a:r>
              <a:rPr lang="en-US" dirty="0"/>
              <a:t> hung </a:t>
            </a:r>
            <a:r>
              <a:rPr lang="en-US" dirty="0" err="1"/>
              <a:t>hăng</a:t>
            </a:r>
            <a:r>
              <a:rPr lang="en-US"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Thinking on your feet:</a:t>
            </a:r>
            <a:r>
              <a:rPr lang="en-US" sz="1200" baseline="0" dirty="0"/>
              <a:t> </a:t>
            </a:r>
            <a:r>
              <a:rPr lang="en-US" sz="1200" baseline="0" dirty="0" err="1"/>
              <a:t>Suy</a:t>
            </a:r>
            <a:r>
              <a:rPr lang="en-US" sz="1200" baseline="0" dirty="0"/>
              <a:t> </a:t>
            </a:r>
            <a:r>
              <a:rPr lang="en-US" sz="1200" baseline="0" dirty="0" err="1"/>
              <a:t>nghĩ</a:t>
            </a:r>
            <a:r>
              <a:rPr lang="en-US" sz="1200" baseline="0" dirty="0"/>
              <a:t> </a:t>
            </a:r>
            <a:r>
              <a:rPr lang="en-US" sz="1200" baseline="0" dirty="0" err="1"/>
              <a:t>trên</a:t>
            </a:r>
            <a:r>
              <a:rPr lang="en-US" sz="1200" baseline="0" dirty="0"/>
              <a:t> </a:t>
            </a:r>
            <a:r>
              <a:rPr lang="en-US" sz="1200" baseline="0" dirty="0" err="1"/>
              <a:t>đôi</a:t>
            </a:r>
            <a:r>
              <a:rPr lang="en-US" sz="1200" baseline="0" dirty="0"/>
              <a:t> </a:t>
            </a:r>
            <a:r>
              <a:rPr lang="en-US" sz="1200" baseline="0" dirty="0" err="1"/>
              <a:t>chân</a:t>
            </a:r>
            <a:r>
              <a:rPr lang="en-US" sz="1200" baseline="0" dirty="0"/>
              <a:t> </a:t>
            </a:r>
            <a:r>
              <a:rPr lang="en-US" sz="1200" baseline="0" dirty="0" err="1"/>
              <a:t>của</a:t>
            </a:r>
            <a:r>
              <a:rPr lang="en-US" sz="1200" baseline="0" dirty="0"/>
              <a:t> </a:t>
            </a:r>
            <a:r>
              <a:rPr lang="en-US" sz="1200" baseline="0" dirty="0" err="1"/>
              <a:t>bạn</a:t>
            </a:r>
            <a:r>
              <a:rPr lang="en-US" sz="1200" baseline="0" dirty="0"/>
              <a:t>. </a:t>
            </a:r>
            <a:r>
              <a:rPr lang="en-US" sz="1200" baseline="0" dirty="0" err="1"/>
              <a:t>Kỹ</a:t>
            </a:r>
            <a:r>
              <a:rPr lang="en-US" sz="1200" baseline="0" dirty="0"/>
              <a:t> </a:t>
            </a:r>
            <a:r>
              <a:rPr lang="en-US" sz="1200" baseline="0" dirty="0" err="1"/>
              <a:t>năng</a:t>
            </a:r>
            <a:r>
              <a:rPr lang="en-US" sz="1200" baseline="0" dirty="0"/>
              <a:t> </a:t>
            </a:r>
            <a:r>
              <a:rPr lang="en-US" sz="1200" baseline="0" dirty="0" err="1"/>
              <a:t>suy</a:t>
            </a:r>
            <a:r>
              <a:rPr lang="en-US" sz="1200" baseline="0" dirty="0"/>
              <a:t> </a:t>
            </a:r>
            <a:r>
              <a:rPr lang="en-US" sz="1200" baseline="0" dirty="0" err="1"/>
              <a:t>nghĩ</a:t>
            </a:r>
            <a:r>
              <a:rPr lang="en-US" sz="1200" baseline="0" dirty="0"/>
              <a:t> </a:t>
            </a:r>
            <a:r>
              <a:rPr lang="en-US" sz="1200" baseline="0" dirty="0" err="1"/>
              <a:t>nhanh</a:t>
            </a:r>
            <a:r>
              <a:rPr lang="en-US" sz="1200" baseline="0" dirty="0"/>
              <a:t> </a:t>
            </a:r>
            <a:r>
              <a:rPr lang="en-US" sz="1200" baseline="0" dirty="0" err="1"/>
              <a:t>và</a:t>
            </a:r>
            <a:r>
              <a:rPr lang="en-US" sz="1200" baseline="0" dirty="0"/>
              <a:t> </a:t>
            </a:r>
            <a:r>
              <a:rPr lang="en-US" sz="1200" baseline="0" dirty="0" err="1"/>
              <a:t>đặt</a:t>
            </a:r>
            <a:r>
              <a:rPr lang="en-US" sz="1200" baseline="0" dirty="0"/>
              <a:t> </a:t>
            </a:r>
            <a:r>
              <a:rPr lang="en-US" sz="1200" baseline="0" dirty="0" err="1"/>
              <a:t>câu</a:t>
            </a:r>
            <a:r>
              <a:rPr lang="en-US" sz="1200" baseline="0" dirty="0"/>
              <a:t> </a:t>
            </a:r>
            <a:r>
              <a:rPr lang="en-US" sz="1200" baseline="0" dirty="0" err="1"/>
              <a:t>hỏi</a:t>
            </a:r>
            <a:r>
              <a:rPr lang="en-US" sz="1200" baseline="0" dirty="0"/>
              <a:t> </a:t>
            </a:r>
            <a:r>
              <a:rPr lang="en-US" sz="1200" baseline="0" dirty="0" err="1"/>
              <a:t>phù</a:t>
            </a:r>
            <a:r>
              <a:rPr lang="en-US" sz="1200" baseline="0" dirty="0"/>
              <a:t> </a:t>
            </a:r>
            <a:r>
              <a:rPr lang="en-US" sz="1200" baseline="0" dirty="0" err="1"/>
              <a:t>hợp</a:t>
            </a:r>
            <a:r>
              <a:rPr lang="en-US" sz="1200" baseline="0" dirty="0"/>
              <a:t> </a:t>
            </a:r>
            <a:r>
              <a:rPr lang="en-US" sz="1200" baseline="0" dirty="0" err="1"/>
              <a:t>trong</a:t>
            </a:r>
            <a:r>
              <a:rPr lang="en-US" sz="1200" baseline="0" dirty="0"/>
              <a:t> </a:t>
            </a:r>
            <a:r>
              <a:rPr lang="en-US" sz="1200" baseline="0" dirty="0" err="1"/>
              <a:t>quá</a:t>
            </a:r>
            <a:r>
              <a:rPr lang="en-US" sz="1200" baseline="0" dirty="0"/>
              <a:t> </a:t>
            </a:r>
            <a:r>
              <a:rPr lang="en-US" sz="1200" baseline="0" dirty="0" err="1"/>
              <a:t>trình</a:t>
            </a:r>
            <a:r>
              <a:rPr lang="en-US" sz="1200" baseline="0" dirty="0"/>
              <a:t> </a:t>
            </a:r>
            <a:r>
              <a:rPr lang="en-US" sz="1200" baseline="0" dirty="0" err="1"/>
              <a:t>phỏng</a:t>
            </a:r>
            <a:r>
              <a:rPr lang="en-US" sz="1200" baseline="0" dirty="0"/>
              <a:t> </a:t>
            </a:r>
            <a:r>
              <a:rPr lang="en-US" sz="1200" baseline="0" dirty="0" err="1"/>
              <a:t>vấn</a:t>
            </a:r>
            <a:r>
              <a:rPr lang="en-US" sz="1200" baseline="0" dirty="0"/>
              <a:t> (</a:t>
            </a:r>
            <a:r>
              <a:rPr lang="en-US" sz="1200" baseline="0" dirty="0" err="1"/>
              <a:t>ngoài</a:t>
            </a:r>
            <a:r>
              <a:rPr lang="en-US" sz="1200" baseline="0" dirty="0"/>
              <a:t> </a:t>
            </a:r>
            <a:r>
              <a:rPr lang="en-US" sz="1200" baseline="0" dirty="0" err="1"/>
              <a:t>kịch</a:t>
            </a:r>
            <a:r>
              <a:rPr lang="en-US" sz="1200" baseline="0" dirty="0"/>
              <a:t> </a:t>
            </a:r>
            <a:r>
              <a:rPr lang="en-US" sz="1200" baseline="0" dirty="0" err="1"/>
              <a:t>bản</a:t>
            </a:r>
            <a:r>
              <a:rPr lang="en-US" sz="1200" baseline="0" dirty="0"/>
              <a:t>) </a:t>
            </a:r>
            <a:r>
              <a:rPr lang="en-US" sz="1200" baseline="0" dirty="0" err="1"/>
              <a:t>để</a:t>
            </a:r>
            <a:r>
              <a:rPr lang="en-US" sz="1200" baseline="0" dirty="0"/>
              <a:t> </a:t>
            </a:r>
            <a:r>
              <a:rPr lang="en-US" sz="1200" baseline="0" dirty="0" err="1"/>
              <a:t>thu</a:t>
            </a:r>
            <a:r>
              <a:rPr lang="en-US" sz="1200" baseline="0" dirty="0"/>
              <a:t> </a:t>
            </a:r>
            <a:r>
              <a:rPr lang="en-US" sz="1200" baseline="0" dirty="0" err="1"/>
              <a:t>thập</a:t>
            </a:r>
            <a:r>
              <a:rPr lang="en-US" sz="1200" baseline="0" dirty="0"/>
              <a:t> </a:t>
            </a:r>
            <a:r>
              <a:rPr lang="en-US" sz="1200" baseline="0" dirty="0" err="1"/>
              <a:t>thông</a:t>
            </a:r>
            <a:r>
              <a:rPr lang="en-US" sz="1200" baseline="0" dirty="0"/>
              <a:t> tin. </a:t>
            </a:r>
            <a:r>
              <a:rPr lang="en-US" sz="1200" baseline="0" dirty="0" err="1"/>
              <a:t>Kỹ</a:t>
            </a:r>
            <a:r>
              <a:rPr lang="en-US" sz="1200" baseline="0" dirty="0"/>
              <a:t> </a:t>
            </a:r>
            <a:r>
              <a:rPr lang="en-US" sz="1200" baseline="0" dirty="0" err="1"/>
              <a:t>năng</a:t>
            </a:r>
            <a:r>
              <a:rPr lang="en-US" sz="1200" baseline="0" dirty="0"/>
              <a:t> </a:t>
            </a:r>
            <a:r>
              <a:rPr lang="en-US" sz="1200" baseline="0" dirty="0" err="1"/>
              <a:t>này</a:t>
            </a:r>
            <a:r>
              <a:rPr lang="en-US" sz="1200" baseline="0" dirty="0"/>
              <a:t> </a:t>
            </a:r>
            <a:r>
              <a:rPr lang="en-US" sz="1200" baseline="0" dirty="0" err="1"/>
              <a:t>giúp</a:t>
            </a:r>
            <a:r>
              <a:rPr lang="en-US" sz="1200" baseline="0" dirty="0"/>
              <a:t> </a:t>
            </a:r>
            <a:r>
              <a:rPr lang="en-US" sz="1200" baseline="0" dirty="0" err="1"/>
              <a:t>bạn</a:t>
            </a:r>
            <a:r>
              <a:rPr lang="en-US" sz="1200" baseline="0" dirty="0"/>
              <a:t> </a:t>
            </a:r>
            <a:r>
              <a:rPr lang="en-US" sz="1200" baseline="0" dirty="0" err="1"/>
              <a:t>phán</a:t>
            </a:r>
            <a:r>
              <a:rPr lang="en-US" sz="1200" baseline="0" dirty="0"/>
              <a:t> </a:t>
            </a:r>
            <a:r>
              <a:rPr lang="en-US" sz="1200" baseline="0" dirty="0" err="1"/>
              <a:t>đoán</a:t>
            </a:r>
            <a:r>
              <a:rPr lang="en-US" sz="1200" baseline="0" dirty="0"/>
              <a:t> </a:t>
            </a:r>
            <a:r>
              <a:rPr lang="en-US" sz="1200" baseline="0" dirty="0" err="1"/>
              <a:t>được</a:t>
            </a:r>
            <a:r>
              <a:rPr lang="en-US" sz="1200" baseline="0" dirty="0"/>
              <a:t> ý </a:t>
            </a:r>
            <a:r>
              <a:rPr lang="en-US" sz="1200" baseline="0" dirty="0" err="1"/>
              <a:t>đồ</a:t>
            </a:r>
            <a:r>
              <a:rPr lang="en-US" sz="1200" baseline="0" dirty="0"/>
              <a:t> </a:t>
            </a:r>
            <a:r>
              <a:rPr lang="en-US" sz="1200" baseline="0" dirty="0" err="1"/>
              <a:t>của</a:t>
            </a:r>
            <a:r>
              <a:rPr lang="en-US" sz="1200" baseline="0" dirty="0"/>
              <a:t> </a:t>
            </a:r>
            <a:r>
              <a:rPr lang="en-US" sz="1200" baseline="0" dirty="0" err="1"/>
              <a:t>người</a:t>
            </a:r>
            <a:r>
              <a:rPr lang="en-US" sz="1200" baseline="0" dirty="0"/>
              <a:t> </a:t>
            </a:r>
            <a:r>
              <a:rPr lang="en-US" sz="1200" baseline="0" dirty="0" err="1"/>
              <a:t>được</a:t>
            </a:r>
            <a:r>
              <a:rPr lang="en-US" sz="1200" baseline="0" dirty="0"/>
              <a:t> PV </a:t>
            </a:r>
            <a:r>
              <a:rPr lang="en-US" sz="1200" baseline="0" dirty="0" err="1"/>
              <a:t>thậm</a:t>
            </a:r>
            <a:r>
              <a:rPr lang="en-US" sz="1200" baseline="0" dirty="0"/>
              <a:t> chi </a:t>
            </a:r>
            <a:r>
              <a:rPr lang="en-US" sz="1200" baseline="0" dirty="0" err="1"/>
              <a:t>những</a:t>
            </a:r>
            <a:r>
              <a:rPr lang="en-US" sz="1200" baseline="0" dirty="0"/>
              <a:t> ý </a:t>
            </a:r>
            <a:r>
              <a:rPr lang="en-US" sz="1200" baseline="0" dirty="0" err="1"/>
              <a:t>mà</a:t>
            </a:r>
            <a:r>
              <a:rPr lang="en-US" sz="1200" baseline="0" dirty="0"/>
              <a:t> </a:t>
            </a:r>
            <a:r>
              <a:rPr lang="en-US" sz="1200" baseline="0" dirty="0" err="1"/>
              <a:t>họ</a:t>
            </a:r>
            <a:r>
              <a:rPr lang="en-US" sz="1200" baseline="0" dirty="0"/>
              <a:t> </a:t>
            </a:r>
            <a:r>
              <a:rPr lang="en-US" sz="1200" baseline="0" dirty="0" err="1"/>
              <a:t>còn</a:t>
            </a:r>
            <a:r>
              <a:rPr lang="en-US" sz="1200" baseline="0" dirty="0"/>
              <a:t> </a:t>
            </a:r>
            <a:r>
              <a:rPr lang="en-US" sz="1200" baseline="0" dirty="0" err="1"/>
              <a:t>suy</a:t>
            </a:r>
            <a:r>
              <a:rPr lang="en-US" sz="1200" baseline="0" dirty="0"/>
              <a:t> </a:t>
            </a:r>
            <a:r>
              <a:rPr lang="en-US" sz="1200" baseline="0" dirty="0" err="1"/>
              <a:t>nghĩ</a:t>
            </a:r>
            <a:r>
              <a:rPr lang="en-US" sz="1200" baseline="0" dirty="0"/>
              <a:t> </a:t>
            </a:r>
            <a:r>
              <a:rPr lang="en-US" sz="1200" baseline="0" dirty="0" err="1"/>
              <a:t>trong</a:t>
            </a:r>
            <a:r>
              <a:rPr lang="en-US" sz="1200" baseline="0" dirty="0"/>
              <a:t> </a:t>
            </a:r>
            <a:r>
              <a:rPr lang="en-US" sz="1200" baseline="0" dirty="0" err="1"/>
              <a:t>đầu</a:t>
            </a:r>
            <a:r>
              <a:rPr lang="en-US" sz="1200" baseline="0" dirty="0"/>
              <a:t>. </a:t>
            </a:r>
            <a:r>
              <a:rPr lang="en-US" sz="1200" baseline="0" dirty="0" err="1"/>
              <a:t>Cũng</a:t>
            </a:r>
            <a:r>
              <a:rPr lang="en-US" sz="1200" baseline="0" dirty="0"/>
              <a:t> </a:t>
            </a:r>
            <a:r>
              <a:rPr lang="en-US" sz="1200" baseline="0" dirty="0" err="1"/>
              <a:t>có</a:t>
            </a:r>
            <a:r>
              <a:rPr lang="en-US" sz="1200" baseline="0" dirty="0"/>
              <a:t> </a:t>
            </a:r>
            <a:r>
              <a:rPr lang="en-US" sz="1200" baseline="0" dirty="0" err="1"/>
              <a:t>thể</a:t>
            </a:r>
            <a:r>
              <a:rPr lang="en-US" sz="1200" baseline="0" dirty="0"/>
              <a:t> </a:t>
            </a:r>
            <a:r>
              <a:rPr lang="en-US" sz="1200" baseline="0" dirty="0" err="1"/>
              <a:t>gọi</a:t>
            </a:r>
            <a:r>
              <a:rPr lang="en-US" sz="1200" baseline="0" dirty="0"/>
              <a:t> </a:t>
            </a:r>
            <a:r>
              <a:rPr lang="en-US" sz="1200" baseline="0" dirty="0" err="1"/>
              <a:t>là</a:t>
            </a:r>
            <a:r>
              <a:rPr lang="en-US" sz="1200" baseline="0" dirty="0"/>
              <a:t> </a:t>
            </a:r>
            <a:r>
              <a:rPr lang="en-US" sz="1200" baseline="0" dirty="0" err="1"/>
              <a:t>kỹ</a:t>
            </a:r>
            <a:r>
              <a:rPr lang="en-US" sz="1200" baseline="0" dirty="0"/>
              <a:t> </a:t>
            </a:r>
            <a:r>
              <a:rPr lang="en-US" sz="1200" baseline="0" dirty="0" err="1"/>
              <a:t>năng</a:t>
            </a:r>
            <a:r>
              <a:rPr lang="en-US" sz="1200" baseline="0" dirty="0"/>
              <a:t> </a:t>
            </a:r>
            <a:r>
              <a:rPr lang="en-US" sz="1200" baseline="0" dirty="0" err="1"/>
              <a:t>đọc</a:t>
            </a:r>
            <a:r>
              <a:rPr lang="en-US" sz="1200" baseline="0" dirty="0"/>
              <a:t> </a:t>
            </a:r>
            <a:r>
              <a:rPr lang="en-US" sz="1200" baseline="0" dirty="0" err="1"/>
              <a:t>vị</a:t>
            </a:r>
            <a:r>
              <a:rPr lang="en-US" sz="1200" baseline="0" dirty="0"/>
              <a:t> </a:t>
            </a:r>
            <a:r>
              <a:rPr lang="en-US" sz="1200" baseline="0" dirty="0" err="1"/>
              <a:t>người</a:t>
            </a:r>
            <a:r>
              <a:rPr lang="en-US" sz="1200" baseline="0" dirty="0"/>
              <a:t> </a:t>
            </a:r>
            <a:r>
              <a:rPr lang="en-US" sz="1200" baseline="0" dirty="0" err="1"/>
              <a:t>khác</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dirty="0"/>
          </a:p>
        </p:txBody>
      </p:sp>
      <p:sp>
        <p:nvSpPr>
          <p:cNvPr id="4" name="Slide Number Placeholder 3"/>
          <p:cNvSpPr>
            <a:spLocks noGrp="1"/>
          </p:cNvSpPr>
          <p:nvPr>
            <p:ph type="sldNum" sz="quarter" idx="10"/>
          </p:nvPr>
        </p:nvSpPr>
        <p:spPr/>
        <p:txBody>
          <a:bodyPr/>
          <a:lstStyle/>
          <a:p>
            <a:fld id="{FB1E1E71-EAF6-4270-8F5E-C77A7D92C107}" type="slidenum">
              <a:rPr lang="en-US" smtClean="0"/>
              <a:t>11</a:t>
            </a:fld>
            <a:endParaRPr lang="en-US"/>
          </a:p>
        </p:txBody>
      </p:sp>
    </p:spTree>
    <p:extLst>
      <p:ext uri="{BB962C8B-B14F-4D97-AF65-F5344CB8AC3E}">
        <p14:creationId xmlns:p14="http://schemas.microsoft.com/office/powerpoint/2010/main" val="861961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Breadth</a:t>
            </a:r>
            <a:r>
              <a:rPr lang="en-US" baseline="0" dirty="0"/>
              <a:t> (n): </a:t>
            </a:r>
            <a:r>
              <a:rPr lang="en-US" baseline="0" dirty="0" err="1"/>
              <a:t>bề</a:t>
            </a:r>
            <a:r>
              <a:rPr lang="en-US" baseline="0" dirty="0"/>
              <a:t> </a:t>
            </a:r>
            <a:r>
              <a:rPr lang="en-US" baseline="0" dirty="0" err="1"/>
              <a:t>rộng</a:t>
            </a:r>
            <a:r>
              <a:rPr lang="en-US" baseline="0" dirty="0"/>
              <a:t> / </a:t>
            </a:r>
            <a:r>
              <a:rPr lang="en-US" baseline="0" dirty="0" err="1"/>
              <a:t>rộng</a:t>
            </a:r>
            <a:r>
              <a:rPr lang="en-US" baseline="0" dirty="0"/>
              <a:t> </a:t>
            </a:r>
            <a:r>
              <a:rPr lang="en-US" baseline="0" dirty="0" err="1"/>
              <a:t>rãi</a:t>
            </a:r>
            <a:endParaRPr lang="en-US" baseline="0" dirty="0"/>
          </a:p>
          <a:p>
            <a:pPr marL="171450" indent="-171450">
              <a:buFontTx/>
              <a:buChar char="-"/>
            </a:pPr>
            <a:r>
              <a:rPr lang="en-US" baseline="0" dirty="0"/>
              <a:t>Contemporary (</a:t>
            </a:r>
            <a:r>
              <a:rPr lang="en-US" baseline="0" dirty="0" err="1"/>
              <a:t>adj</a:t>
            </a:r>
            <a:r>
              <a:rPr lang="en-US" baseline="0" dirty="0"/>
              <a:t>): </a:t>
            </a:r>
            <a:r>
              <a:rPr lang="en-US" baseline="0" dirty="0" err="1"/>
              <a:t>thuộc</a:t>
            </a:r>
            <a:r>
              <a:rPr lang="en-US" baseline="0" dirty="0"/>
              <a:t> </a:t>
            </a:r>
            <a:r>
              <a:rPr lang="en-US" baseline="0" dirty="0" err="1"/>
              <a:t>về</a:t>
            </a:r>
            <a:r>
              <a:rPr lang="en-US" baseline="0" dirty="0"/>
              <a:t> </a:t>
            </a:r>
            <a:r>
              <a:rPr lang="en-US" baseline="0" dirty="0" err="1"/>
              <a:t>đương</a:t>
            </a:r>
            <a:r>
              <a:rPr lang="en-US" baseline="0" dirty="0"/>
              <a:t> </a:t>
            </a:r>
            <a:r>
              <a:rPr lang="en-US" baseline="0" dirty="0" err="1"/>
              <a:t>thời</a:t>
            </a:r>
            <a:r>
              <a:rPr lang="en-US" baseline="0" dirty="0"/>
              <a:t>, </a:t>
            </a:r>
            <a:r>
              <a:rPr lang="en-US" baseline="0" dirty="0" err="1"/>
              <a:t>hiện</a:t>
            </a:r>
            <a:r>
              <a:rPr lang="en-US" baseline="0" dirty="0"/>
              <a:t> </a:t>
            </a:r>
            <a:r>
              <a:rPr lang="en-US" baseline="0" dirty="0" err="1"/>
              <a:t>đại</a:t>
            </a:r>
            <a:endParaRPr lang="en-US" baseline="0" dirty="0"/>
          </a:p>
          <a:p>
            <a:pPr marL="171450" indent="-171450">
              <a:buFontTx/>
              <a:buChar char="-"/>
            </a:pPr>
            <a:r>
              <a:rPr lang="en-US" sz="1200" b="0" i="0" u="none" strike="noStrike" kern="1200" baseline="0" dirty="0">
                <a:solidFill>
                  <a:schemeClr val="tx1"/>
                </a:solidFill>
                <a:latin typeface="+mn-lt"/>
                <a:ea typeface="+mn-ea"/>
                <a:cs typeface="+mn-cs"/>
              </a:rPr>
              <a:t>They need to understand contemporary requirements engineering practices and how to apply them in the context of various software development life cycles : </a:t>
            </a:r>
            <a:r>
              <a:rPr lang="en-US" sz="1200" b="0" i="0" u="none" strike="noStrike" kern="1200" baseline="0" dirty="0" err="1">
                <a:solidFill>
                  <a:schemeClr val="tx1"/>
                </a:solidFill>
                <a:latin typeface="+mn-lt"/>
                <a:ea typeface="+mn-ea"/>
                <a:cs typeface="+mn-cs"/>
              </a:rPr>
              <a:t>Họ</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hiểu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yêu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cầu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kỹ</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thuật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hiện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đại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và</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áp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dụng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chúng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trong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bối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cảnh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vòng</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đời</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phát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triển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phần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mềm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khác</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nhau</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12</a:t>
            </a:fld>
            <a:endParaRPr lang="en-US"/>
          </a:p>
        </p:txBody>
      </p:sp>
    </p:spTree>
    <p:extLst>
      <p:ext uri="{BB962C8B-B14F-4D97-AF65-F5344CB8AC3E}">
        <p14:creationId xmlns:p14="http://schemas.microsoft.com/office/powerpoint/2010/main" val="3870234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dirty="0"/>
              <a:t>The making of a business analyst: </a:t>
            </a:r>
            <a:r>
              <a:rPr lang="en-US" sz="1200" dirty="0" err="1"/>
              <a:t>Cái</a:t>
            </a:r>
            <a:r>
              <a:rPr lang="en-US" sz="1200" baseline="0" dirty="0"/>
              <a:t> </a:t>
            </a:r>
            <a:r>
              <a:rPr lang="en-US" sz="1200" baseline="0" dirty="0" err="1"/>
              <a:t>tạo</a:t>
            </a:r>
            <a:r>
              <a:rPr lang="en-US" sz="1200" baseline="0" dirty="0"/>
              <a:t> </a:t>
            </a:r>
            <a:r>
              <a:rPr lang="en-US" sz="1200" baseline="0" dirty="0" err="1"/>
              <a:t>nên</a:t>
            </a:r>
            <a:r>
              <a:rPr lang="en-US" sz="1200" baseline="0" dirty="0"/>
              <a:t> </a:t>
            </a:r>
            <a:r>
              <a:rPr lang="en-US" sz="1200" baseline="0" dirty="0" err="1"/>
              <a:t>nhà</a:t>
            </a:r>
            <a:r>
              <a:rPr lang="en-US" sz="1200" baseline="0" dirty="0"/>
              <a:t> </a:t>
            </a:r>
            <a:r>
              <a:rPr lang="en-US" sz="1200" baseline="0" dirty="0" err="1"/>
              <a:t>phân</a:t>
            </a:r>
            <a:r>
              <a:rPr lang="en-US" sz="1200" baseline="0" dirty="0"/>
              <a:t> </a:t>
            </a:r>
            <a:r>
              <a:rPr lang="en-US" sz="1200" baseline="0" dirty="0" err="1"/>
              <a:t>tích</a:t>
            </a:r>
            <a:r>
              <a:rPr lang="en-US" sz="1200" baseline="0" dirty="0"/>
              <a:t> KD (BA)</a:t>
            </a:r>
          </a:p>
          <a:p>
            <a:pPr marL="171450" indent="-171450">
              <a:buFontTx/>
              <a:buChar char="-"/>
            </a:pPr>
            <a:r>
              <a:rPr lang="en-US" sz="1200" baseline="0" dirty="0"/>
              <a:t>On the downside: </a:t>
            </a:r>
            <a:r>
              <a:rPr lang="en-US" sz="1200" baseline="0" dirty="0" err="1"/>
              <a:t>Mặt</a:t>
            </a:r>
            <a:r>
              <a:rPr lang="en-US" sz="1200" baseline="0" dirty="0"/>
              <a:t> </a:t>
            </a:r>
            <a:r>
              <a:rPr lang="en-US" sz="1200" baseline="0" dirty="0" err="1"/>
              <a:t>trái</a:t>
            </a:r>
            <a:endParaRPr lang="en-US" sz="1200" baseline="0" dirty="0"/>
          </a:p>
          <a:p>
            <a:pPr marL="171450" indent="-171450">
              <a:buFontTx/>
              <a:buChar char="-"/>
            </a:pPr>
            <a:r>
              <a:rPr lang="en-US" sz="1200" baseline="0" dirty="0"/>
              <a:t>Glamour (</a:t>
            </a:r>
            <a:r>
              <a:rPr lang="en-US" sz="1200" baseline="0" dirty="0" err="1"/>
              <a:t>adj</a:t>
            </a:r>
            <a:r>
              <a:rPr lang="en-US" sz="1200" baseline="0" dirty="0"/>
              <a:t>): </a:t>
            </a:r>
            <a:r>
              <a:rPr lang="en-US" sz="1200" baseline="0" dirty="0" err="1"/>
              <a:t>sự</a:t>
            </a:r>
            <a:r>
              <a:rPr lang="en-US" sz="1200" baseline="0" dirty="0"/>
              <a:t> </a:t>
            </a:r>
            <a:r>
              <a:rPr lang="en-US" sz="1200" baseline="0" dirty="0" err="1"/>
              <a:t>hấp</a:t>
            </a:r>
            <a:r>
              <a:rPr lang="en-US" sz="1200" baseline="0" dirty="0"/>
              <a:t> </a:t>
            </a:r>
            <a:r>
              <a:rPr lang="en-US" sz="1200" baseline="0" dirty="0" err="1"/>
              <a:t>dẫn</a:t>
            </a:r>
            <a:r>
              <a:rPr lang="en-US" sz="1200" baseline="0" dirty="0"/>
              <a:t>, </a:t>
            </a:r>
            <a:r>
              <a:rPr lang="en-US" sz="1200" baseline="0" dirty="0" err="1"/>
              <a:t>mê</a:t>
            </a:r>
            <a:r>
              <a:rPr lang="en-US" sz="1200" baseline="0" dirty="0"/>
              <a:t> </a:t>
            </a:r>
            <a:r>
              <a:rPr lang="en-US" sz="1200" baseline="0" dirty="0" err="1"/>
              <a:t>hoặc</a:t>
            </a:r>
            <a:endParaRPr lang="en-US" sz="1200" baseline="0" dirty="0"/>
          </a:p>
          <a:p>
            <a:pPr marL="171450" indent="-171450">
              <a:buFontTx/>
              <a:buChar char="-"/>
            </a:pPr>
            <a:r>
              <a:rPr lang="en-US" sz="1200" baseline="0" dirty="0"/>
              <a:t>Criticality (n): </a:t>
            </a:r>
            <a:r>
              <a:rPr lang="en-US" sz="1200" baseline="0" dirty="0" err="1"/>
              <a:t>tính</a:t>
            </a:r>
            <a:r>
              <a:rPr lang="en-US" sz="1200" baseline="0" dirty="0"/>
              <a:t> </a:t>
            </a:r>
            <a:r>
              <a:rPr lang="en-US" sz="1200" baseline="0" dirty="0" err="1"/>
              <a:t>chủ</a:t>
            </a:r>
            <a:r>
              <a:rPr lang="en-US" sz="1200" baseline="0" dirty="0"/>
              <a:t> </a:t>
            </a:r>
            <a:r>
              <a:rPr lang="en-US" sz="1200" baseline="0" dirty="0" err="1"/>
              <a:t>đạo</a:t>
            </a:r>
            <a:endParaRPr lang="en-US" sz="1200" baseline="0" dirty="0"/>
          </a:p>
          <a:p>
            <a:pPr marL="171450" indent="-171450">
              <a:buFontTx/>
              <a:buChar char="-"/>
            </a:pPr>
            <a:r>
              <a:rPr lang="en-US" sz="1200" baseline="0" dirty="0"/>
              <a:t>Lapse into: </a:t>
            </a:r>
            <a:r>
              <a:rPr lang="en-US" sz="1200" baseline="0" dirty="0" err="1"/>
              <a:t>sa</a:t>
            </a:r>
            <a:r>
              <a:rPr lang="en-US" sz="1200" baseline="0" dirty="0"/>
              <a:t> </a:t>
            </a:r>
            <a:r>
              <a:rPr lang="en-US" sz="1200" baseline="0" dirty="0" err="1"/>
              <a:t>ngã</a:t>
            </a:r>
            <a:r>
              <a:rPr lang="en-US" sz="1200" baseline="0" dirty="0"/>
              <a:t> </a:t>
            </a:r>
            <a:r>
              <a:rPr lang="en-US" sz="1200" baseline="0" dirty="0" err="1"/>
              <a:t>vào</a:t>
            </a:r>
            <a:endParaRPr lang="en-US" sz="1200" baseline="0" dirty="0"/>
          </a:p>
          <a:p>
            <a:pPr marL="171450" indent="-171450">
              <a:buFontTx/>
              <a:buChar char="-"/>
            </a:pPr>
            <a:r>
              <a:rPr lang="en-US" sz="1200" baseline="0" dirty="0"/>
              <a:t>Lend itself to (v): </a:t>
            </a:r>
            <a:r>
              <a:rPr lang="en-US" sz="1200" baseline="0" dirty="0" err="1"/>
              <a:t>Thích</a:t>
            </a:r>
            <a:r>
              <a:rPr lang="en-US" sz="1200" baseline="0" dirty="0"/>
              <a:t> </a:t>
            </a:r>
            <a:r>
              <a:rPr lang="en-US" sz="1200" baseline="0" dirty="0" err="1"/>
              <a:t>ứng</a:t>
            </a:r>
            <a:r>
              <a:rPr lang="en-US" sz="1200" baseline="0" dirty="0"/>
              <a:t> </a:t>
            </a:r>
            <a:r>
              <a:rPr lang="en-US" sz="1200" baseline="0" dirty="0" err="1"/>
              <a:t>với</a:t>
            </a:r>
            <a:endParaRPr lang="en-US" sz="1200"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Testers aren’t commonly asked to perform the analyst role. However, a tester often has an analytical mindset that can lend itself to being a good BA.:</a:t>
            </a:r>
            <a:r>
              <a:rPr lang="en-US" baseline="0" dirty="0"/>
              <a:t> </a:t>
            </a:r>
            <a:r>
              <a:rPr lang="vi-VN" baseline="0" dirty="0"/>
              <a:t>Người kiểm tra thường không được yêu cầu thực hiện vai trò phân tích. Tuy nhiên, một người thử nghiệm thường có một tư duy phân tích có thể tự cho mình là một BA tốt.</a:t>
            </a:r>
            <a:endParaRPr lang="en-US" sz="1200"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14</a:t>
            </a:fld>
            <a:endParaRPr lang="en-US"/>
          </a:p>
        </p:txBody>
      </p:sp>
    </p:spTree>
    <p:extLst>
      <p:ext uri="{BB962C8B-B14F-4D97-AF65-F5344CB8AC3E}">
        <p14:creationId xmlns:p14="http://schemas.microsoft.com/office/powerpoint/2010/main" val="4205205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Concurrent (</a:t>
            </a:r>
            <a:r>
              <a:rPr lang="en-US" dirty="0" err="1"/>
              <a:t>adj</a:t>
            </a:r>
            <a:r>
              <a:rPr lang="en-US" dirty="0"/>
              <a:t>): </a:t>
            </a:r>
            <a:r>
              <a:rPr lang="en-US" dirty="0" err="1"/>
              <a:t>đồng</a:t>
            </a:r>
            <a:r>
              <a:rPr lang="en-US" baseline="0" dirty="0"/>
              <a:t> </a:t>
            </a:r>
            <a:r>
              <a:rPr lang="en-US" baseline="0" dirty="0" err="1"/>
              <a:t>thời</a:t>
            </a:r>
            <a:endParaRPr lang="en-US"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1200" b="0" i="0" u="none" strike="noStrike" kern="1200" baseline="0" dirty="0">
                <a:solidFill>
                  <a:schemeClr val="tx1"/>
                </a:solidFill>
                <a:latin typeface="+mn-lt"/>
                <a:ea typeface="+mn-ea"/>
                <a:cs typeface="+mn-cs"/>
              </a:rPr>
              <a:t>The business analyst who is a domain expert might specify the system’s requirements to suit his own preferences, rather than addressing the legitimate needs of the various user classes: </a:t>
            </a:r>
            <a:r>
              <a:rPr lang="vi-VN" sz="1200" b="0" i="0" u="none" strike="noStrike" kern="1200" baseline="0" dirty="0">
                <a:solidFill>
                  <a:schemeClr val="tx1"/>
                </a:solidFill>
                <a:latin typeface="+mn-lt"/>
                <a:ea typeface="+mn-ea"/>
                <a:cs typeface="+mn-cs"/>
              </a:rPr>
              <a:t>Nhà phân tích kinh doanh là một chuyên gia về miền có thể chỉ định các yêu cầu của hệ thống phù hợp với sở thích của riêng mình, thay vì giải quyết các nhu cầu hợp pháp của các lớp người dùng khác nhau.</a:t>
            </a: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15</a:t>
            </a:fld>
            <a:endParaRPr lang="en-US"/>
          </a:p>
        </p:txBody>
      </p:sp>
    </p:spTree>
    <p:extLst>
      <p:ext uri="{BB962C8B-B14F-4D97-AF65-F5344CB8AC3E}">
        <p14:creationId xmlns:p14="http://schemas.microsoft.com/office/powerpoint/2010/main" val="3963884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Rooky (n): </a:t>
            </a:r>
            <a:r>
              <a:rPr lang="en-US" dirty="0" err="1"/>
              <a:t>Tân</a:t>
            </a:r>
            <a:r>
              <a:rPr lang="en-US" baseline="0" dirty="0"/>
              <a:t> </a:t>
            </a:r>
            <a:r>
              <a:rPr lang="en-US" baseline="0" dirty="0" err="1"/>
              <a:t>binh</a:t>
            </a:r>
            <a:r>
              <a:rPr lang="en-US" baseline="0" dirty="0"/>
              <a:t>, linh </a:t>
            </a:r>
            <a:r>
              <a:rPr lang="en-US" baseline="0" dirty="0" err="1"/>
              <a:t>mới</a:t>
            </a:r>
            <a:endParaRPr lang="en-US" baseline="0" dirty="0"/>
          </a:p>
          <a:p>
            <a:pPr marL="171450" indent="-171450">
              <a:buFontTx/>
              <a:buChar char="-"/>
            </a:pPr>
            <a:r>
              <a:rPr lang="en-US" baseline="0" dirty="0"/>
              <a:t>Novice (n): </a:t>
            </a:r>
            <a:r>
              <a:rPr lang="en-US" baseline="0" dirty="0" err="1"/>
              <a:t>người</a:t>
            </a:r>
            <a:r>
              <a:rPr lang="en-US" baseline="0" dirty="0"/>
              <a:t> </a:t>
            </a:r>
            <a:r>
              <a:rPr lang="en-US" baseline="0" dirty="0" err="1"/>
              <a:t>mới</a:t>
            </a:r>
            <a:r>
              <a:rPr lang="en-US" baseline="0" dirty="0"/>
              <a:t> </a:t>
            </a:r>
            <a:r>
              <a:rPr lang="en-US" baseline="0" dirty="0" err="1"/>
              <a:t>vào</a:t>
            </a:r>
            <a:r>
              <a:rPr lang="en-US" baseline="0" dirty="0"/>
              <a:t> </a:t>
            </a:r>
            <a:r>
              <a:rPr lang="en-US" baseline="0" dirty="0" err="1"/>
              <a:t>nghề</a:t>
            </a:r>
            <a:endParaRPr lang="en-US" baseline="0" dirty="0"/>
          </a:p>
          <a:p>
            <a:pPr marL="171450" indent="-171450">
              <a:buFontTx/>
              <a:buChar char="-"/>
            </a:pPr>
            <a:r>
              <a:rPr lang="en-US" baseline="0" dirty="0"/>
              <a:t>Preconceived (</a:t>
            </a:r>
            <a:r>
              <a:rPr lang="en-US" baseline="0" dirty="0" err="1"/>
              <a:t>adj</a:t>
            </a:r>
            <a:r>
              <a:rPr lang="en-US" baseline="0" dirty="0"/>
              <a:t>): </a:t>
            </a:r>
            <a:r>
              <a:rPr lang="en-US" baseline="0" dirty="0" err="1"/>
              <a:t>hình</a:t>
            </a:r>
            <a:r>
              <a:rPr lang="en-US" baseline="0" dirty="0"/>
              <a:t> </a:t>
            </a:r>
            <a:r>
              <a:rPr lang="en-US" baseline="0" dirty="0" err="1"/>
              <a:t>thành</a:t>
            </a:r>
            <a:r>
              <a:rPr lang="en-US" baseline="0" dirty="0"/>
              <a:t> </a:t>
            </a:r>
            <a:r>
              <a:rPr lang="en-US" baseline="0" dirty="0" err="1"/>
              <a:t>trước</a:t>
            </a:r>
            <a:r>
              <a:rPr lang="en-US" baseline="0" dirty="0"/>
              <a:t> </a:t>
            </a:r>
            <a:r>
              <a:rPr lang="en-US" baseline="0" dirty="0" err="1"/>
              <a:t>ko</a:t>
            </a:r>
            <a:r>
              <a:rPr lang="en-US" baseline="0" dirty="0"/>
              <a:t> </a:t>
            </a:r>
            <a:r>
              <a:rPr lang="en-US" baseline="0" dirty="0" err="1"/>
              <a:t>dựa</a:t>
            </a:r>
            <a:r>
              <a:rPr lang="en-US" baseline="0" dirty="0"/>
              <a:t> </a:t>
            </a:r>
            <a:r>
              <a:rPr lang="en-US" baseline="0" dirty="0" err="1"/>
              <a:t>trên</a:t>
            </a:r>
            <a:r>
              <a:rPr lang="en-US" baseline="0" dirty="0"/>
              <a:t> </a:t>
            </a:r>
            <a:r>
              <a:rPr lang="en-US" baseline="0" dirty="0" err="1"/>
              <a:t>kiến</a:t>
            </a:r>
            <a:r>
              <a:rPr lang="en-US" baseline="0" dirty="0"/>
              <a:t> </a:t>
            </a:r>
            <a:r>
              <a:rPr lang="en-US" baseline="0" dirty="0" err="1"/>
              <a:t>thức</a:t>
            </a:r>
            <a:r>
              <a:rPr lang="en-US" baseline="0" dirty="0"/>
              <a:t>, </a:t>
            </a:r>
            <a:r>
              <a:rPr lang="en-US" baseline="0" dirty="0" err="1"/>
              <a:t>kinh</a:t>
            </a:r>
            <a:r>
              <a:rPr lang="en-US" baseline="0" dirty="0"/>
              <a:t> </a:t>
            </a:r>
            <a:r>
              <a:rPr lang="en-US" baseline="0" dirty="0" err="1"/>
              <a:t>nghiệm</a:t>
            </a:r>
            <a:r>
              <a:rPr lang="en-US" baseline="0" dirty="0"/>
              <a:t> / </a:t>
            </a:r>
            <a:r>
              <a:rPr lang="en-US" baseline="0" dirty="0" err="1"/>
              <a:t>hình</a:t>
            </a:r>
            <a:r>
              <a:rPr lang="en-US" baseline="0" dirty="0"/>
              <a:t> </a:t>
            </a:r>
            <a:r>
              <a:rPr lang="en-US" baseline="0" dirty="0" err="1"/>
              <a:t>thành</a:t>
            </a:r>
            <a:r>
              <a:rPr lang="en-US" baseline="0" dirty="0"/>
              <a:t> </a:t>
            </a:r>
            <a:r>
              <a:rPr lang="en-US" baseline="0" dirty="0" err="1"/>
              <a:t>trước</a:t>
            </a:r>
            <a:r>
              <a:rPr lang="en-US" baseline="0" dirty="0"/>
              <a:t>.</a:t>
            </a:r>
          </a:p>
          <a:p>
            <a:pPr marL="171450" indent="-171450">
              <a:buFontTx/>
              <a:buChar char="-"/>
            </a:pPr>
            <a:r>
              <a:rPr lang="en-US" baseline="0" dirty="0"/>
              <a:t>Intricacy (n): </a:t>
            </a:r>
            <a:r>
              <a:rPr lang="en-US" baseline="0" dirty="0" err="1"/>
              <a:t>tính</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rắc</a:t>
            </a:r>
            <a:r>
              <a:rPr lang="en-US" baseline="0" dirty="0"/>
              <a:t> </a:t>
            </a:r>
            <a:r>
              <a:rPr lang="en-US" baseline="0" dirty="0" err="1"/>
              <a:t>rối</a:t>
            </a:r>
            <a:r>
              <a:rPr lang="en-US" baseline="0" dirty="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FB1E1E71-EAF6-4270-8F5E-C77A7D92C107}" type="slidenum">
              <a:rPr lang="en-US" smtClean="0"/>
              <a:t>16</a:t>
            </a:fld>
            <a:endParaRPr lang="en-US"/>
          </a:p>
        </p:txBody>
      </p:sp>
    </p:spTree>
    <p:extLst>
      <p:ext uri="{BB962C8B-B14F-4D97-AF65-F5344CB8AC3E}">
        <p14:creationId xmlns:p14="http://schemas.microsoft.com/office/powerpoint/2010/main" val="47981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Define a lightweight, flexible requirements process and adapt it as the project warrants. :</a:t>
            </a:r>
            <a:r>
              <a:rPr lang="en-US" sz="1200" baseline="0" dirty="0"/>
              <a:t> </a:t>
            </a:r>
            <a:r>
              <a:rPr lang="en-US" sz="1200" baseline="0" dirty="0" err="1"/>
              <a:t>Xác</a:t>
            </a:r>
            <a:r>
              <a:rPr lang="en-US" sz="1200" baseline="0" dirty="0"/>
              <a:t> </a:t>
            </a:r>
            <a:r>
              <a:rPr lang="en-US" sz="1200" baseline="0" dirty="0" err="1"/>
              <a:t>định</a:t>
            </a:r>
            <a:r>
              <a:rPr lang="en-US" sz="1200" baseline="0" dirty="0"/>
              <a:t> </a:t>
            </a:r>
            <a:r>
              <a:rPr lang="en-US" sz="1200" baseline="0" dirty="0" err="1"/>
              <a:t>một</a:t>
            </a:r>
            <a:r>
              <a:rPr lang="en-US" sz="1200" baseline="0" dirty="0"/>
              <a:t> </a:t>
            </a:r>
            <a:r>
              <a:rPr lang="en-US" sz="1200" baseline="0" dirty="0" err="1"/>
              <a:t>quy</a:t>
            </a:r>
            <a:r>
              <a:rPr lang="en-US" sz="1200" baseline="0" dirty="0"/>
              <a:t> </a:t>
            </a:r>
            <a:r>
              <a:rPr lang="en-US" sz="1200" baseline="0" dirty="0" err="1"/>
              <a:t>trình</a:t>
            </a:r>
            <a:r>
              <a:rPr lang="en-US" sz="1200" baseline="0" dirty="0"/>
              <a:t> </a:t>
            </a:r>
            <a:r>
              <a:rPr lang="en-US" sz="1200" baseline="0" dirty="0" err="1"/>
              <a:t>yêu</a:t>
            </a:r>
            <a:r>
              <a:rPr lang="en-US" sz="1200" baseline="0" dirty="0"/>
              <a:t> </a:t>
            </a:r>
            <a:r>
              <a:rPr lang="en-US" sz="1200" baseline="0" dirty="0" err="1"/>
              <a:t>cầu</a:t>
            </a:r>
            <a:r>
              <a:rPr lang="en-US" sz="1200" baseline="0" dirty="0"/>
              <a:t> </a:t>
            </a:r>
            <a:r>
              <a:rPr lang="en-US" sz="1200" baseline="0" dirty="0" err="1"/>
              <a:t>nhẹ</a:t>
            </a:r>
            <a:r>
              <a:rPr lang="en-US" sz="1200" baseline="0" dirty="0"/>
              <a:t>, linh </a:t>
            </a:r>
            <a:r>
              <a:rPr lang="en-US" sz="1200" baseline="0" dirty="0" err="1"/>
              <a:t>hoạt</a:t>
            </a:r>
            <a:r>
              <a:rPr lang="en-US" sz="1200" baseline="0" dirty="0"/>
              <a:t> </a:t>
            </a:r>
            <a:r>
              <a:rPr lang="en-US" sz="1200" baseline="0" dirty="0" err="1"/>
              <a:t>và</a:t>
            </a:r>
            <a:r>
              <a:rPr lang="en-US" sz="1200" baseline="0" dirty="0"/>
              <a:t> </a:t>
            </a:r>
            <a:r>
              <a:rPr lang="en-US" sz="1200" baseline="0" dirty="0" err="1"/>
              <a:t>áp</a:t>
            </a:r>
            <a:r>
              <a:rPr lang="en-US" sz="1200" baseline="0" dirty="0"/>
              <a:t> </a:t>
            </a:r>
            <a:r>
              <a:rPr lang="en-US" sz="1200" baseline="0" dirty="0" err="1"/>
              <a:t>dụng</a:t>
            </a:r>
            <a:r>
              <a:rPr lang="en-US" sz="1200" baseline="0" dirty="0"/>
              <a:t> </a:t>
            </a:r>
            <a:r>
              <a:rPr lang="en-US" sz="1200" baseline="0" dirty="0" err="1"/>
              <a:t>nó</a:t>
            </a:r>
            <a:r>
              <a:rPr lang="en-US" sz="1200" baseline="0" dirty="0"/>
              <a:t> </a:t>
            </a:r>
            <a:r>
              <a:rPr lang="en-US" sz="1200" baseline="0" dirty="0" err="1"/>
              <a:t>như</a:t>
            </a:r>
            <a:r>
              <a:rPr lang="en-US" sz="1200" baseline="0" dirty="0"/>
              <a:t> </a:t>
            </a:r>
            <a:r>
              <a:rPr lang="en-US" sz="1200" baseline="0" dirty="0" err="1"/>
              <a:t>là</a:t>
            </a:r>
            <a:r>
              <a:rPr lang="en-US" sz="1200" baseline="0" dirty="0"/>
              <a:t> qui </a:t>
            </a:r>
            <a:r>
              <a:rPr lang="en-US" sz="1200" baseline="0" dirty="0" err="1"/>
              <a:t>định</a:t>
            </a:r>
            <a:r>
              <a:rPr lang="en-US" sz="1200" baseline="0" dirty="0"/>
              <a:t> </a:t>
            </a:r>
            <a:r>
              <a:rPr lang="en-US" sz="1200" baseline="0" dirty="0" err="1"/>
              <a:t>của</a:t>
            </a:r>
            <a:r>
              <a:rPr lang="en-US" sz="1200" baseline="0" dirty="0"/>
              <a:t> </a:t>
            </a:r>
            <a:r>
              <a:rPr lang="en-US" sz="1200" baseline="0" dirty="0" err="1"/>
              <a:t>dự</a:t>
            </a:r>
            <a:r>
              <a:rPr lang="en-US" sz="1200" baseline="0" dirty="0"/>
              <a:t> </a:t>
            </a:r>
            <a:r>
              <a:rPr lang="en-US" sz="1200" baseline="0" dirty="0" err="1"/>
              <a:t>án</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Help determine the best approach to document the backlog, including whether story cards or more formal tools are most appropriate: </a:t>
            </a:r>
            <a:r>
              <a:rPr lang="vi-VN" sz="1200" dirty="0"/>
              <a:t>Giúp xác định cách tiếp cận tốt nhất để ghi lại hồ sơ tồn đọng, bao gồm </a:t>
            </a:r>
            <a:r>
              <a:rPr lang="en-US" sz="1200" dirty="0"/>
              <a:t>story cards hay </a:t>
            </a:r>
            <a:r>
              <a:rPr lang="vi-VN" sz="1200" dirty="0"/>
              <a:t>các công cụ chính thức </a:t>
            </a:r>
            <a:r>
              <a:rPr lang="en-US" sz="1200" dirty="0" err="1"/>
              <a:t>khác</a:t>
            </a:r>
            <a:r>
              <a:rPr lang="vi-VN" sz="1200" dirty="0"/>
              <a:t> là phù hợp nhất.</a:t>
            </a:r>
            <a:endParaRPr lang="en-US" sz="1200" dirty="0"/>
          </a:p>
        </p:txBody>
      </p:sp>
      <p:sp>
        <p:nvSpPr>
          <p:cNvPr id="4" name="Slide Number Placeholder 3"/>
          <p:cNvSpPr>
            <a:spLocks noGrp="1"/>
          </p:cNvSpPr>
          <p:nvPr>
            <p:ph type="sldNum" sz="quarter" idx="10"/>
          </p:nvPr>
        </p:nvSpPr>
        <p:spPr/>
        <p:txBody>
          <a:bodyPr/>
          <a:lstStyle/>
          <a:p>
            <a:fld id="{FB1E1E71-EAF6-4270-8F5E-C77A7D92C107}" type="slidenum">
              <a:rPr lang="en-US" smtClean="0"/>
              <a:t>17</a:t>
            </a:fld>
            <a:endParaRPr lang="en-US"/>
          </a:p>
        </p:txBody>
      </p:sp>
    </p:spTree>
    <p:extLst>
      <p:ext uri="{BB962C8B-B14F-4D97-AF65-F5344CB8AC3E}">
        <p14:creationId xmlns:p14="http://schemas.microsoft.com/office/powerpoint/2010/main" val="1765723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3783724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20</a:t>
            </a:fld>
            <a:endParaRPr lang="en-US"/>
          </a:p>
        </p:txBody>
      </p:sp>
    </p:spTree>
    <p:extLst>
      <p:ext uri="{BB962C8B-B14F-4D97-AF65-F5344CB8AC3E}">
        <p14:creationId xmlns:p14="http://schemas.microsoft.com/office/powerpoint/2010/main" val="963795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3819421"/>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4: The business analyst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6565130"/>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4: The business analyst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1112256"/>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4: The business analyst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4894081"/>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4: The business analyst -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0774294"/>
      </p:ext>
    </p:extLst>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t>Chapter 4: The business analyst - BayHV</a:t>
            </a:r>
          </a:p>
        </p:txBody>
      </p:sp>
      <p:sp>
        <p:nvSpPr>
          <p:cNvPr id="7" name="Slide Number Placeholder 6"/>
          <p:cNvSpPr>
            <a:spLocks noGrp="1"/>
          </p:cNvSpPr>
          <p:nvPr>
            <p:ph type="sldNum" sz="quarter" idx="12"/>
          </p:nvPr>
        </p:nvSpPr>
        <p:spPr/>
        <p:txBody>
          <a:bodyPr/>
          <a:lstStyle/>
          <a:p>
            <a:fld id="{161CF896-11E4-4134-BF93-49886C68B6EE}" type="slidenum">
              <a:rPr lang="en-US" smtClean="0"/>
              <a:t>‹#›</a:t>
            </a:fld>
            <a:endParaRPr lang="en-US"/>
          </a:p>
        </p:txBody>
      </p:sp>
    </p:spTree>
    <p:extLst>
      <p:ext uri="{BB962C8B-B14F-4D97-AF65-F5344CB8AC3E}">
        <p14:creationId xmlns:p14="http://schemas.microsoft.com/office/powerpoint/2010/main" val="2430063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gif"/><Relationship Id="rId5" Type="http://schemas.openxmlformats.org/officeDocument/2006/relationships/slideLayout" Target="../slideLayouts/slideLayout5.xml"/><Relationship Id="rId10" Type="http://schemas.openxmlformats.org/officeDocument/2006/relationships/image" Target="../media/image3.gif"/><Relationship Id="rId4" Type="http://schemas.openxmlformats.org/officeDocument/2006/relationships/slideLayout" Target="../slideLayouts/slideLayout4.xml"/><Relationship Id="rId9" Type="http://schemas.openxmlformats.org/officeDocument/2006/relationships/image" Target="../media/image2.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4: The business analyst -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46321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Blip>
          <a:blip r:embed="rId9"/>
        </a:buBlip>
        <a:defRPr sz="32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10"/>
        </a:buBlip>
        <a:defRPr sz="28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11"/>
        </a:buBlip>
        <a:defRPr sz="24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21360" y="3572183"/>
            <a:ext cx="6008712" cy="1579920"/>
          </a:xfrm>
        </p:spPr>
        <p:txBody>
          <a:bodyPr>
            <a:normAutofit/>
          </a:bodyPr>
          <a:lstStyle/>
          <a:p>
            <a:r>
              <a:rPr lang="en-US" dirty="0"/>
              <a:t>CHAPTER 4</a:t>
            </a:r>
            <a:br>
              <a:rPr lang="en-US" dirty="0"/>
            </a:br>
            <a:r>
              <a:rPr lang="en-US" sz="3600" dirty="0"/>
              <a:t> </a:t>
            </a:r>
            <a:r>
              <a:rPr lang="en-US" sz="4800" dirty="0"/>
              <a:t>The business analyst</a:t>
            </a:r>
            <a:endParaRPr lang="en-US" sz="3600" dirty="0"/>
          </a:p>
        </p:txBody>
      </p:sp>
    </p:spTree>
    <p:extLst>
      <p:ext uri="{BB962C8B-B14F-4D97-AF65-F5344CB8AC3E}">
        <p14:creationId xmlns:p14="http://schemas.microsoft.com/office/powerpoint/2010/main" val="3432126120"/>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3</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59709368"/>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2612258"/>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310" y="1170039"/>
            <a:ext cx="8711380" cy="4811661"/>
          </a:xfrm>
        </p:spPr>
        <p:txBody>
          <a:bodyPr/>
          <a:lstStyle/>
          <a:p>
            <a:r>
              <a:rPr lang="en-US" b="1" dirty="0"/>
              <a:t>Enhancing:</a:t>
            </a:r>
          </a:p>
          <a:p>
            <a:pPr lvl="1"/>
            <a:r>
              <a:rPr lang="en-US" sz="2800" dirty="0"/>
              <a:t>the vital functions the BA performs</a:t>
            </a:r>
          </a:p>
          <a:p>
            <a:pPr lvl="1"/>
            <a:r>
              <a:rPr lang="en-US" sz="2800" dirty="0"/>
              <a:t>the skills and knowledge an effective analyst needs</a:t>
            </a:r>
          </a:p>
          <a:p>
            <a:pPr lvl="1"/>
            <a:r>
              <a:rPr lang="en-US" sz="2800" dirty="0"/>
              <a:t>how to develop such people in organization </a:t>
            </a:r>
          </a:p>
          <a:p>
            <a:pPr lvl="1"/>
            <a:r>
              <a:rPr lang="en-US" sz="2800" dirty="0"/>
              <a:t>proposes a job description for a requirements analyst, and you can also access a sample BA job description</a:t>
            </a:r>
          </a:p>
        </p:txBody>
      </p:sp>
      <p:sp>
        <p:nvSpPr>
          <p:cNvPr id="2" name="Title 1"/>
          <p:cNvSpPr>
            <a:spLocks noGrp="1"/>
          </p:cNvSpPr>
          <p:nvPr>
            <p:ph type="title"/>
          </p:nvPr>
        </p:nvSpPr>
        <p:spPr>
          <a:xfrm>
            <a:off x="2969342" y="0"/>
            <a:ext cx="6174658" cy="1052161"/>
          </a:xfrm>
        </p:spPr>
        <p:txBody>
          <a:bodyPr/>
          <a:lstStyle/>
          <a:p>
            <a:r>
              <a:rPr lang="en-US" sz="3200" dirty="0"/>
              <a:t>Objectives</a:t>
            </a:r>
          </a:p>
        </p:txBody>
      </p:sp>
      <p:pic>
        <p:nvPicPr>
          <p:cNvPr id="4" name="Picture 3"/>
          <p:cNvPicPr>
            <a:picLocks noChangeAspect="1"/>
          </p:cNvPicPr>
          <p:nvPr/>
        </p:nvPicPr>
        <p:blipFill>
          <a:blip r:embed="rId3"/>
          <a:stretch>
            <a:fillRect/>
          </a:stretch>
        </p:blipFill>
        <p:spPr>
          <a:xfrm>
            <a:off x="6646759" y="4127244"/>
            <a:ext cx="2143125" cy="2143125"/>
          </a:xfrm>
          <a:prstGeom prst="rect">
            <a:avLst/>
          </a:prstGeom>
        </p:spPr>
      </p:pic>
      <p:sp>
        <p:nvSpPr>
          <p:cNvPr id="5" name="Footer Placeholder 4"/>
          <p:cNvSpPr>
            <a:spLocks noGrp="1"/>
          </p:cNvSpPr>
          <p:nvPr>
            <p:ph type="ftr" sz="quarter" idx="10"/>
          </p:nvPr>
        </p:nvSpPr>
        <p:spPr/>
        <p:txBody>
          <a:bodyPr/>
          <a:lstStyle/>
          <a:p>
            <a:pPr>
              <a:defRPr/>
            </a:pPr>
            <a:r>
              <a:rPr lang="en-US"/>
              <a:t>Chapter 4: The business analyst - BayHV</a:t>
            </a:r>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3227696361"/>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2451" y="1140541"/>
            <a:ext cx="8603225" cy="4994787"/>
          </a:xfrm>
        </p:spPr>
        <p:txBody>
          <a:bodyPr>
            <a:normAutofit/>
          </a:bodyPr>
          <a:lstStyle/>
          <a:p>
            <a:pPr marL="342900" indent="-342900">
              <a:buFont typeface="+mj-lt"/>
              <a:buAutoNum type="arabicPeriod"/>
            </a:pPr>
            <a:r>
              <a:rPr lang="en-US" sz="3200" dirty="0"/>
              <a:t>The business analyst role</a:t>
            </a:r>
          </a:p>
          <a:p>
            <a:pPr marL="342900" indent="-342900">
              <a:buFont typeface="+mj-lt"/>
              <a:buAutoNum type="arabicPeriod"/>
            </a:pPr>
            <a:r>
              <a:rPr lang="en-US" sz="3200" dirty="0"/>
              <a:t>The business analyst’s tasks</a:t>
            </a:r>
          </a:p>
          <a:p>
            <a:pPr marL="342900" indent="-342900">
              <a:buFont typeface="+mj-lt"/>
              <a:buAutoNum type="arabicPeriod"/>
            </a:pPr>
            <a:r>
              <a:rPr lang="en-US" sz="3200" dirty="0"/>
              <a:t>Essential analyst skills</a:t>
            </a:r>
          </a:p>
          <a:p>
            <a:pPr marL="342900" indent="-342900">
              <a:buFont typeface="+mj-lt"/>
              <a:buAutoNum type="arabicPeriod"/>
            </a:pPr>
            <a:r>
              <a:rPr lang="en-US" sz="3200" dirty="0"/>
              <a:t>Essential analyst knowledge</a:t>
            </a:r>
          </a:p>
          <a:p>
            <a:pPr marL="342900" indent="-342900">
              <a:buFont typeface="+mj-lt"/>
              <a:buAutoNum type="arabicPeriod"/>
            </a:pPr>
            <a:r>
              <a:rPr lang="en-US" sz="3200" dirty="0"/>
              <a:t>The making of a business analyst</a:t>
            </a:r>
          </a:p>
          <a:p>
            <a:pPr marL="342900" indent="-342900">
              <a:buFont typeface="+mj-lt"/>
              <a:buAutoNum type="arabicPeriod"/>
            </a:pPr>
            <a:r>
              <a:rPr lang="en-US" sz="3200" dirty="0"/>
              <a:t>The analyst role on agile projects</a:t>
            </a:r>
          </a:p>
          <a:p>
            <a:pPr marL="342900" indent="-342900">
              <a:buFont typeface="+mj-lt"/>
              <a:buAutoNum type="arabicPeriod"/>
            </a:pPr>
            <a:r>
              <a:rPr lang="en-US" sz="3200" dirty="0"/>
              <a:t>Creating a collaborative team</a:t>
            </a:r>
          </a:p>
          <a:p>
            <a:pPr marL="342900" indent="-342900">
              <a:buFont typeface="+mj-lt"/>
              <a:buAutoNum type="arabicPeriod"/>
            </a:pPr>
            <a:endParaRPr lang="en-US" sz="3200" dirty="0"/>
          </a:p>
        </p:txBody>
      </p:sp>
      <p:sp>
        <p:nvSpPr>
          <p:cNvPr id="2" name="Title 1"/>
          <p:cNvSpPr>
            <a:spLocks noGrp="1"/>
          </p:cNvSpPr>
          <p:nvPr>
            <p:ph type="title"/>
          </p:nvPr>
        </p:nvSpPr>
        <p:spPr>
          <a:xfrm>
            <a:off x="3853114" y="0"/>
            <a:ext cx="5290886" cy="1061884"/>
          </a:xfrm>
        </p:spPr>
        <p:txBody>
          <a:bodyPr>
            <a:noAutofit/>
          </a:bodyPr>
          <a:lstStyle/>
          <a:p>
            <a:br>
              <a:rPr lang="en-US" sz="3200" dirty="0"/>
            </a:br>
            <a:r>
              <a:rPr lang="en-US" sz="3200" dirty="0"/>
              <a:t>Contents</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2597466013"/>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sz="2400" dirty="0"/>
              <a:t>Biz analyst (BA) enables change in organizational context by defining needs and recommending solutions that deliver </a:t>
            </a:r>
            <a:r>
              <a:rPr lang="en-US" sz="1600" dirty="0"/>
              <a:t>(</a:t>
            </a:r>
            <a:r>
              <a:rPr lang="en-US" sz="1600" dirty="0" err="1"/>
              <a:t>mang</a:t>
            </a:r>
            <a:r>
              <a:rPr lang="en-US" sz="1600" dirty="0"/>
              <a:t> </a:t>
            </a:r>
            <a:r>
              <a:rPr lang="en-US" sz="1600" dirty="0" err="1"/>
              <a:t>lại</a:t>
            </a:r>
            <a:r>
              <a:rPr lang="en-US" sz="1600" dirty="0"/>
              <a:t>)</a:t>
            </a:r>
            <a:r>
              <a:rPr lang="en-US" sz="2400" dirty="0"/>
              <a:t> value to stakeholders.</a:t>
            </a:r>
          </a:p>
          <a:p>
            <a:pPr algn="just"/>
            <a:r>
              <a:rPr lang="en-US" sz="2400" dirty="0"/>
              <a:t> BA elicits analyzes others’ perspectives, transforms the information collected into a requirements specification, and communicates </a:t>
            </a:r>
            <a:r>
              <a:rPr lang="en-US" sz="1600" dirty="0"/>
              <a:t>(</a:t>
            </a:r>
            <a:r>
              <a:rPr lang="en-US" sz="1600" dirty="0" err="1"/>
              <a:t>truyền</a:t>
            </a:r>
            <a:r>
              <a:rPr lang="en-US" sz="1600" dirty="0"/>
              <a:t> đạt)</a:t>
            </a:r>
            <a:r>
              <a:rPr lang="en-US" sz="2400" dirty="0"/>
              <a:t> the information to others stakeholders.</a:t>
            </a:r>
          </a:p>
          <a:p>
            <a:r>
              <a:rPr lang="en-US" sz="2400" dirty="0"/>
              <a:t>BA helps stakeholders find </a:t>
            </a:r>
            <a:br>
              <a:rPr lang="en-US" sz="2400" dirty="0"/>
            </a:br>
            <a:r>
              <a:rPr lang="en-US" sz="2400" dirty="0"/>
              <a:t>the difference between </a:t>
            </a:r>
            <a:br>
              <a:rPr lang="en-US" sz="2400" dirty="0"/>
            </a:br>
            <a:r>
              <a:rPr lang="en-US" sz="2400" dirty="0"/>
              <a:t>what they say they want </a:t>
            </a:r>
            <a:br>
              <a:rPr lang="en-US" sz="2400" dirty="0"/>
            </a:br>
            <a:r>
              <a:rPr lang="en-US" sz="2400" dirty="0"/>
              <a:t>and what they really need. </a:t>
            </a:r>
          </a:p>
          <a:p>
            <a:r>
              <a:rPr lang="en-US" sz="2400" dirty="0"/>
              <a:t>BA educates, questions, </a:t>
            </a:r>
            <a:br>
              <a:rPr lang="en-US" sz="2400" dirty="0"/>
            </a:br>
            <a:r>
              <a:rPr lang="en-US" sz="2400" dirty="0"/>
              <a:t>listens, organizes, and </a:t>
            </a:r>
            <a:br>
              <a:rPr lang="en-US" sz="2400" dirty="0"/>
            </a:br>
            <a:r>
              <a:rPr lang="en-US" sz="2400" dirty="0"/>
              <a:t>learns. It’s a tough job!</a:t>
            </a:r>
          </a:p>
        </p:txBody>
      </p:sp>
      <p:sp>
        <p:nvSpPr>
          <p:cNvPr id="2" name="Title 1"/>
          <p:cNvSpPr>
            <a:spLocks noGrp="1"/>
          </p:cNvSpPr>
          <p:nvPr>
            <p:ph type="title"/>
          </p:nvPr>
        </p:nvSpPr>
        <p:spPr>
          <a:xfrm>
            <a:off x="3087329" y="0"/>
            <a:ext cx="6056671" cy="1052161"/>
          </a:xfrm>
        </p:spPr>
        <p:txBody>
          <a:bodyPr>
            <a:normAutofit/>
          </a:bodyPr>
          <a:lstStyle/>
          <a:p>
            <a:r>
              <a:rPr lang="en-US" sz="3200" dirty="0"/>
              <a:t>The business analyst role</a:t>
            </a:r>
          </a:p>
        </p:txBody>
      </p:sp>
      <p:sp>
        <p:nvSpPr>
          <p:cNvPr id="5" name="Footer Placeholder 4"/>
          <p:cNvSpPr>
            <a:spLocks noGrp="1"/>
          </p:cNvSpPr>
          <p:nvPr>
            <p:ph type="ftr" sz="quarter" idx="10"/>
          </p:nvPr>
        </p:nvSpPr>
        <p:spPr/>
        <p:txBody>
          <a:bodyPr/>
          <a:lstStyle/>
          <a:p>
            <a:pPr>
              <a:defRPr/>
            </a:pPr>
            <a:r>
              <a:rPr lang="en-US" dirty="0"/>
              <a:t>Chapter 4: The business analyst - </a:t>
            </a:r>
            <a:r>
              <a:rPr lang="en-US" dirty="0" err="1"/>
              <a:t>BayHV</a:t>
            </a:r>
            <a:endParaRPr lang="en-US" dirty="0"/>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pic>
        <p:nvPicPr>
          <p:cNvPr id="7" name="Picture 6"/>
          <p:cNvPicPr>
            <a:picLocks noChangeAspect="1"/>
          </p:cNvPicPr>
          <p:nvPr/>
        </p:nvPicPr>
        <p:blipFill>
          <a:blip r:embed="rId2"/>
          <a:stretch>
            <a:fillRect/>
          </a:stretch>
        </p:blipFill>
        <p:spPr>
          <a:xfrm>
            <a:off x="4071291" y="3446585"/>
            <a:ext cx="5116218" cy="2816454"/>
          </a:xfrm>
          <a:prstGeom prst="rect">
            <a:avLst/>
          </a:prstGeom>
        </p:spPr>
      </p:pic>
    </p:spTree>
    <p:extLst>
      <p:ext uri="{BB962C8B-B14F-4D97-AF65-F5344CB8AC3E}">
        <p14:creationId xmlns:p14="http://schemas.microsoft.com/office/powerpoint/2010/main" val="2826512952"/>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2026" y="2007"/>
            <a:ext cx="6331974" cy="1052161"/>
          </a:xfrm>
        </p:spPr>
        <p:txBody>
          <a:bodyPr>
            <a:normAutofit/>
          </a:bodyPr>
          <a:lstStyle/>
          <a:p>
            <a:r>
              <a:rPr lang="en-US" sz="3200" dirty="0"/>
              <a:t>The business analyst role</a:t>
            </a:r>
          </a:p>
        </p:txBody>
      </p:sp>
      <p:pic>
        <p:nvPicPr>
          <p:cNvPr id="4" name="Picture 3"/>
          <p:cNvPicPr>
            <a:picLocks noChangeAspect="1"/>
          </p:cNvPicPr>
          <p:nvPr/>
        </p:nvPicPr>
        <p:blipFill>
          <a:blip r:embed="rId2"/>
          <a:stretch>
            <a:fillRect/>
          </a:stretch>
        </p:blipFill>
        <p:spPr>
          <a:xfrm>
            <a:off x="683606" y="1104459"/>
            <a:ext cx="8079394" cy="3900492"/>
          </a:xfrm>
          <a:prstGeom prst="rect">
            <a:avLst/>
          </a:prstGeom>
        </p:spPr>
      </p:pic>
      <p:sp>
        <p:nvSpPr>
          <p:cNvPr id="3" name="Footer Placeholder 2"/>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6" name="Content Placeholder 2"/>
          <p:cNvSpPr>
            <a:spLocks noGrp="1"/>
          </p:cNvSpPr>
          <p:nvPr>
            <p:ph idx="1"/>
          </p:nvPr>
        </p:nvSpPr>
        <p:spPr>
          <a:xfrm>
            <a:off x="206477" y="5205046"/>
            <a:ext cx="8686800" cy="1085138"/>
          </a:xfrm>
        </p:spPr>
        <p:txBody>
          <a:bodyPr>
            <a:normAutofit fontScale="92500" lnSpcReduction="10000"/>
          </a:bodyPr>
          <a:lstStyle/>
          <a:p>
            <a:pPr algn="just"/>
            <a:r>
              <a:rPr lang="en-US" sz="2400" dirty="0"/>
              <a:t>The BA is a project role, not necessarily a job title.</a:t>
            </a:r>
          </a:p>
          <a:p>
            <a:pPr algn="just"/>
            <a:r>
              <a:rPr lang="en-US" sz="2400" dirty="0"/>
              <a:t>The BA is the individual who has the primary responsibility to elicit, analyze, document, and validate the needs of stakeholders.</a:t>
            </a:r>
          </a:p>
        </p:txBody>
      </p:sp>
    </p:spTree>
    <p:extLst>
      <p:ext uri="{BB962C8B-B14F-4D97-AF65-F5344CB8AC3E}">
        <p14:creationId xmlns:p14="http://schemas.microsoft.com/office/powerpoint/2010/main" val="543772236"/>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pPr marL="0" indent="0" algn="just">
              <a:buNone/>
            </a:pPr>
            <a:r>
              <a:rPr lang="en-US" sz="2400" dirty="0"/>
              <a:t>The BA must first understand the biz objectives for the project and then define user, functional, and qualify requirements that allow teams to estimate and plan the project and to design, build, and verify the product.</a:t>
            </a:r>
          </a:p>
          <a:p>
            <a:pPr algn="just"/>
            <a:r>
              <a:rPr lang="en-US" sz="2400" dirty="0"/>
              <a:t>Define business requirements </a:t>
            </a:r>
          </a:p>
          <a:p>
            <a:pPr algn="just"/>
            <a:r>
              <a:rPr lang="en-US" sz="2400" dirty="0"/>
              <a:t>Plan the requirements approach </a:t>
            </a:r>
          </a:p>
          <a:p>
            <a:pPr algn="just"/>
            <a:r>
              <a:rPr lang="en-US" sz="2400" dirty="0"/>
              <a:t>Identify project stakeholders and user classes </a:t>
            </a:r>
          </a:p>
          <a:p>
            <a:pPr algn="just"/>
            <a:r>
              <a:rPr lang="en-US" sz="2400" dirty="0"/>
              <a:t>Elicit requirements </a:t>
            </a:r>
          </a:p>
          <a:p>
            <a:pPr algn="just"/>
            <a:r>
              <a:rPr lang="en-US" sz="2400" dirty="0"/>
              <a:t>Analyze requirements </a:t>
            </a:r>
          </a:p>
          <a:p>
            <a:pPr algn="just"/>
            <a:r>
              <a:rPr lang="en-US" sz="2400" dirty="0"/>
              <a:t>Document requirements </a:t>
            </a:r>
          </a:p>
          <a:p>
            <a:pPr algn="just"/>
            <a:r>
              <a:rPr lang="en-US" sz="2400" dirty="0"/>
              <a:t>Communicate </a:t>
            </a:r>
            <a:r>
              <a:rPr lang="en-US" sz="1500" dirty="0"/>
              <a:t>(</a:t>
            </a:r>
            <a:r>
              <a:rPr lang="en-US" sz="1500" dirty="0" err="1"/>
              <a:t>truyền</a:t>
            </a:r>
            <a:r>
              <a:rPr lang="en-US" sz="1500" dirty="0"/>
              <a:t> đạt) </a:t>
            </a:r>
            <a:r>
              <a:rPr lang="en-US" sz="2400" dirty="0"/>
              <a:t>requirements </a:t>
            </a:r>
          </a:p>
          <a:p>
            <a:pPr algn="just"/>
            <a:r>
              <a:rPr lang="en-US" sz="2400" dirty="0"/>
              <a:t>Lead requirements validation </a:t>
            </a:r>
          </a:p>
          <a:p>
            <a:pPr algn="just"/>
            <a:r>
              <a:rPr lang="en-US" sz="2400" dirty="0"/>
              <a:t>Facilitate requirements prioritization </a:t>
            </a:r>
          </a:p>
          <a:p>
            <a:pPr algn="just"/>
            <a:r>
              <a:rPr lang="en-US" sz="2400" dirty="0"/>
              <a:t>Manage requirements </a:t>
            </a:r>
          </a:p>
        </p:txBody>
      </p:sp>
      <p:sp>
        <p:nvSpPr>
          <p:cNvPr id="2" name="Title 1"/>
          <p:cNvSpPr>
            <a:spLocks noGrp="1"/>
          </p:cNvSpPr>
          <p:nvPr>
            <p:ph type="title"/>
          </p:nvPr>
        </p:nvSpPr>
        <p:spPr>
          <a:xfrm>
            <a:off x="3087329" y="0"/>
            <a:ext cx="6056671" cy="1052161"/>
          </a:xfrm>
        </p:spPr>
        <p:txBody>
          <a:bodyPr>
            <a:normAutofit/>
          </a:bodyPr>
          <a:lstStyle/>
          <a:p>
            <a:r>
              <a:rPr lang="en-US" sz="3200" dirty="0"/>
              <a:t>The business analyst’s tasks</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pic>
        <p:nvPicPr>
          <p:cNvPr id="6" name="Picture 5"/>
          <p:cNvPicPr>
            <a:picLocks noChangeAspect="1"/>
          </p:cNvPicPr>
          <p:nvPr/>
        </p:nvPicPr>
        <p:blipFill>
          <a:blip r:embed="rId2"/>
          <a:stretch>
            <a:fillRect/>
          </a:stretch>
        </p:blipFill>
        <p:spPr>
          <a:xfrm>
            <a:off x="4935703" y="3741735"/>
            <a:ext cx="4143330" cy="2226445"/>
          </a:xfrm>
          <a:prstGeom prst="rect">
            <a:avLst/>
          </a:prstGeom>
        </p:spPr>
      </p:pic>
    </p:spTree>
    <p:extLst>
      <p:ext uri="{BB962C8B-B14F-4D97-AF65-F5344CB8AC3E}">
        <p14:creationId xmlns:p14="http://schemas.microsoft.com/office/powerpoint/2010/main" val="3153817186"/>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pPr algn="just">
              <a:spcBef>
                <a:spcPts val="0"/>
              </a:spcBef>
            </a:pPr>
            <a:r>
              <a:rPr lang="en-US" dirty="0"/>
              <a:t>Define business requirements:</a:t>
            </a:r>
          </a:p>
          <a:p>
            <a:pPr lvl="1" algn="just">
              <a:spcBef>
                <a:spcPts val="0"/>
              </a:spcBef>
            </a:pPr>
            <a:r>
              <a:rPr lang="en-US" dirty="0"/>
              <a:t>BA helps the biz or funding sponsor, product manager, or marketing manager define the project’s biz requirements.</a:t>
            </a:r>
          </a:p>
          <a:p>
            <a:pPr algn="just">
              <a:spcBef>
                <a:spcPts val="0"/>
              </a:spcBef>
            </a:pPr>
            <a:r>
              <a:rPr lang="en-US" dirty="0"/>
              <a:t>Plan the requirements approach:</a:t>
            </a:r>
          </a:p>
          <a:p>
            <a:pPr lvl="1" algn="just">
              <a:spcBef>
                <a:spcPts val="0"/>
              </a:spcBef>
            </a:pPr>
            <a:r>
              <a:rPr lang="en-US" dirty="0"/>
              <a:t>The BA should develop plans to elicit, analyze, document, validate, and manage requirements throughout the project. Work closely with the project manager to ensure these plans align with the overall project plans and will help achieve the project goals.</a:t>
            </a:r>
          </a:p>
          <a:p>
            <a:pPr algn="just">
              <a:spcBef>
                <a:spcPts val="0"/>
              </a:spcBef>
            </a:pPr>
            <a:r>
              <a:rPr lang="en-US" dirty="0"/>
              <a:t>Identify project stakeholders and user classes:</a:t>
            </a:r>
          </a:p>
          <a:p>
            <a:pPr lvl="1" algn="just">
              <a:spcBef>
                <a:spcPts val="0"/>
              </a:spcBef>
            </a:pPr>
            <a:r>
              <a:rPr lang="en-US" dirty="0"/>
              <a:t>Work with sponsors to select appropriate representatives for each user class, enlist their participation, and negotiate their responsibilities.</a:t>
            </a:r>
          </a:p>
          <a:p>
            <a:pPr algn="just">
              <a:spcBef>
                <a:spcPts val="0"/>
              </a:spcBef>
            </a:pPr>
            <a:r>
              <a:rPr lang="en-US" dirty="0"/>
              <a:t>Elicit requirements:</a:t>
            </a:r>
          </a:p>
          <a:p>
            <a:pPr lvl="1" algn="just">
              <a:spcBef>
                <a:spcPts val="0"/>
              </a:spcBef>
            </a:pPr>
            <a:r>
              <a:rPr lang="en-US" dirty="0"/>
              <a:t>The BA helps users articulate the system capabilities they need to meet their biz objectives by using a variety of information-gathering techniques. </a:t>
            </a:r>
          </a:p>
        </p:txBody>
      </p:sp>
      <p:sp>
        <p:nvSpPr>
          <p:cNvPr id="2" name="Title 1"/>
          <p:cNvSpPr>
            <a:spLocks noGrp="1"/>
          </p:cNvSpPr>
          <p:nvPr>
            <p:ph type="title"/>
          </p:nvPr>
        </p:nvSpPr>
        <p:spPr>
          <a:xfrm>
            <a:off x="3087329" y="0"/>
            <a:ext cx="6056671" cy="1052161"/>
          </a:xfrm>
        </p:spPr>
        <p:txBody>
          <a:bodyPr>
            <a:normAutofit/>
          </a:bodyPr>
          <a:lstStyle/>
          <a:p>
            <a:r>
              <a:rPr lang="en-US" sz="3200" dirty="0"/>
              <a:t>The business analyst’s tasks</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4060095107"/>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pPr algn="just"/>
            <a:r>
              <a:rPr lang="en-US" dirty="0"/>
              <a:t>Analyze requirements:</a:t>
            </a:r>
          </a:p>
          <a:p>
            <a:pPr lvl="1" algn="just"/>
            <a:r>
              <a:rPr lang="en-US" dirty="0"/>
              <a:t>The BA uses requirements models to recognize patterns, identify gaps in the requirements, reveal conflicting requirements, and confirm that all requirements specified are within scope.</a:t>
            </a:r>
          </a:p>
          <a:p>
            <a:pPr algn="just"/>
            <a:r>
              <a:rPr lang="en-US" dirty="0"/>
              <a:t>Document requirements:</a:t>
            </a:r>
          </a:p>
          <a:p>
            <a:pPr lvl="1" algn="just"/>
            <a:r>
              <a:rPr lang="en-US" dirty="0"/>
              <a:t>The BA is responsible for documenting requirements in a well-organized and well-written manner that clearly describes the solution that will address the customers’ problem.</a:t>
            </a:r>
          </a:p>
          <a:p>
            <a:pPr algn="just"/>
            <a:r>
              <a:rPr lang="en-US" dirty="0"/>
              <a:t>Communicate requirements:</a:t>
            </a:r>
          </a:p>
          <a:p>
            <a:pPr lvl="1" algn="just"/>
            <a:r>
              <a:rPr lang="en-US" dirty="0"/>
              <a:t> The BA needs to communicate the requirements to all parties. The BA should determine when it’s useful to represent requirements by using methods other than text, including various types of visual analysis models.</a:t>
            </a:r>
          </a:p>
        </p:txBody>
      </p:sp>
      <p:sp>
        <p:nvSpPr>
          <p:cNvPr id="2" name="Title 1"/>
          <p:cNvSpPr>
            <a:spLocks noGrp="1"/>
          </p:cNvSpPr>
          <p:nvPr>
            <p:ph type="title"/>
          </p:nvPr>
        </p:nvSpPr>
        <p:spPr>
          <a:xfrm>
            <a:off x="3087329" y="0"/>
            <a:ext cx="6056671" cy="1052161"/>
          </a:xfrm>
        </p:spPr>
        <p:txBody>
          <a:bodyPr>
            <a:normAutofit/>
          </a:bodyPr>
          <a:lstStyle/>
          <a:p>
            <a:r>
              <a:rPr lang="en-US" sz="3200" dirty="0"/>
              <a:t>The business analyst’s tasks</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211462159"/>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a:bodyPr>
          <a:lstStyle/>
          <a:p>
            <a:pPr algn="just"/>
            <a:r>
              <a:rPr lang="en-US" dirty="0"/>
              <a:t>Lead requirements validation:</a:t>
            </a:r>
          </a:p>
          <a:p>
            <a:pPr lvl="1" algn="just"/>
            <a:r>
              <a:rPr lang="en-US" dirty="0"/>
              <a:t>The BA is the central participants in reviews of requirements. The BA should review designs and tests that were derived from requirements to ensure that the requirements were interpreted correctly.</a:t>
            </a:r>
          </a:p>
          <a:p>
            <a:pPr algn="just"/>
            <a:r>
              <a:rPr lang="en-US" dirty="0"/>
              <a:t>Facilitate requirements prioritization:</a:t>
            </a:r>
          </a:p>
          <a:p>
            <a:pPr lvl="1" algn="just"/>
            <a:r>
              <a:rPr lang="en-US" dirty="0"/>
              <a:t>The BA works with stakeholders to prioritize all requirements to align with achieving biz objectives. </a:t>
            </a:r>
          </a:p>
          <a:p>
            <a:pPr algn="just"/>
            <a:r>
              <a:rPr lang="en-US" dirty="0"/>
              <a:t>Manage requirements:</a:t>
            </a:r>
          </a:p>
          <a:p>
            <a:pPr lvl="1" algn="just"/>
            <a:r>
              <a:rPr lang="en-US" dirty="0"/>
              <a:t>The BA is involved throughout the entire SW development life cycle, so he/she should help create, review, and execute the project’s requirements management plan.</a:t>
            </a:r>
          </a:p>
        </p:txBody>
      </p:sp>
      <p:sp>
        <p:nvSpPr>
          <p:cNvPr id="2" name="Title 1"/>
          <p:cNvSpPr>
            <a:spLocks noGrp="1"/>
          </p:cNvSpPr>
          <p:nvPr>
            <p:ph type="title"/>
          </p:nvPr>
        </p:nvSpPr>
        <p:spPr>
          <a:xfrm>
            <a:off x="3087329" y="0"/>
            <a:ext cx="6056671" cy="1052161"/>
          </a:xfrm>
        </p:spPr>
        <p:txBody>
          <a:bodyPr>
            <a:normAutofit/>
          </a:bodyPr>
          <a:lstStyle/>
          <a:p>
            <a:r>
              <a:rPr lang="en-US" sz="3200" dirty="0"/>
              <a:t>The business analyst’s tasks</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1909392509"/>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0"/>
            <a:ext cx="6553200" cy="1077686"/>
          </a:xfrm>
        </p:spPr>
        <p:txBody>
          <a:bodyPr/>
          <a:lstStyle/>
          <a:p>
            <a:r>
              <a:rPr lang="en-US" dirty="0"/>
              <a:t>Essential analyst skills</a:t>
            </a:r>
          </a:p>
        </p:txBody>
      </p:sp>
      <p:sp>
        <p:nvSpPr>
          <p:cNvPr id="4" name="Content Placeholder 3"/>
          <p:cNvSpPr>
            <a:spLocks noGrp="1"/>
          </p:cNvSpPr>
          <p:nvPr>
            <p:ph sz="half" idx="2"/>
          </p:nvPr>
        </p:nvSpPr>
        <p:spPr>
          <a:xfrm>
            <a:off x="4974771" y="1240971"/>
            <a:ext cx="3508829" cy="3973286"/>
          </a:xfrm>
        </p:spPr>
        <p:txBody>
          <a:bodyPr>
            <a:noAutofit/>
          </a:bodyPr>
          <a:lstStyle/>
          <a:p>
            <a:r>
              <a:rPr lang="en-US" sz="2800" dirty="0"/>
              <a:t>Leadership skills </a:t>
            </a:r>
          </a:p>
          <a:p>
            <a:r>
              <a:rPr lang="en-US" sz="2800" dirty="0"/>
              <a:t>Observational skills</a:t>
            </a:r>
          </a:p>
          <a:p>
            <a:r>
              <a:rPr lang="en-US" sz="2800" dirty="0"/>
              <a:t>Communication skills</a:t>
            </a:r>
          </a:p>
          <a:p>
            <a:r>
              <a:rPr lang="en-US" sz="2800" dirty="0"/>
              <a:t>Organizational skills</a:t>
            </a:r>
          </a:p>
          <a:p>
            <a:r>
              <a:rPr lang="en-US" sz="2800" dirty="0"/>
              <a:t>Modeling skills</a:t>
            </a:r>
          </a:p>
          <a:p>
            <a:r>
              <a:rPr lang="en-US" sz="2800" dirty="0"/>
              <a:t>Interpersonal skills</a:t>
            </a:r>
          </a:p>
          <a:p>
            <a:r>
              <a:rPr lang="en-US" sz="2800" dirty="0"/>
              <a:t>Creativity</a:t>
            </a:r>
          </a:p>
        </p:txBody>
      </p:sp>
      <p:sp>
        <p:nvSpPr>
          <p:cNvPr id="3" name="Content Placeholder 2"/>
          <p:cNvSpPr>
            <a:spLocks noGrp="1"/>
          </p:cNvSpPr>
          <p:nvPr>
            <p:ph sz="half" idx="1"/>
          </p:nvPr>
        </p:nvSpPr>
        <p:spPr>
          <a:xfrm>
            <a:off x="351063" y="1152871"/>
            <a:ext cx="3872593" cy="4531649"/>
          </a:xfrm>
        </p:spPr>
        <p:txBody>
          <a:bodyPr>
            <a:noAutofit/>
          </a:bodyPr>
          <a:lstStyle/>
          <a:p>
            <a:r>
              <a:rPr lang="en-US" sz="2800" dirty="0"/>
              <a:t>Listening skills </a:t>
            </a:r>
          </a:p>
          <a:p>
            <a:r>
              <a:rPr lang="en-US" sz="2800" dirty="0"/>
              <a:t>Interviewing and questioning skills </a:t>
            </a:r>
          </a:p>
          <a:p>
            <a:r>
              <a:rPr lang="en-US" sz="2800" dirty="0"/>
              <a:t>Thinking on your feet </a:t>
            </a:r>
            <a:r>
              <a:rPr lang="en-US" sz="1800" dirty="0"/>
              <a:t>(</a:t>
            </a:r>
            <a:r>
              <a:rPr lang="en-US" sz="1800" dirty="0" err="1"/>
              <a:t>Kỹ</a:t>
            </a:r>
            <a:r>
              <a:rPr lang="en-US" sz="1800" dirty="0"/>
              <a:t> </a:t>
            </a:r>
            <a:r>
              <a:rPr lang="en-US" sz="1800" dirty="0" err="1"/>
              <a:t>năng</a:t>
            </a:r>
            <a:r>
              <a:rPr lang="en-US" sz="1800" dirty="0"/>
              <a:t> </a:t>
            </a:r>
            <a:r>
              <a:rPr lang="en-US" sz="1800" dirty="0" err="1"/>
              <a:t>ra</a:t>
            </a:r>
            <a:r>
              <a:rPr lang="en-US" sz="1800" dirty="0"/>
              <a:t> QĐ </a:t>
            </a:r>
            <a:r>
              <a:rPr lang="en-US" sz="1800" dirty="0" err="1"/>
              <a:t>nhanh</a:t>
            </a:r>
            <a:r>
              <a:rPr lang="en-US" sz="1800" dirty="0"/>
              <a:t> </a:t>
            </a:r>
            <a:r>
              <a:rPr lang="en-US" sz="1800" dirty="0" err="1"/>
              <a:t>chóng</a:t>
            </a:r>
            <a:r>
              <a:rPr lang="en-US" sz="1800" dirty="0"/>
              <a:t>)</a:t>
            </a:r>
            <a:r>
              <a:rPr lang="en-US" sz="2800" dirty="0"/>
              <a:t> </a:t>
            </a:r>
          </a:p>
          <a:p>
            <a:r>
              <a:rPr lang="en-US" sz="2800" dirty="0"/>
              <a:t>Analytical skills </a:t>
            </a:r>
          </a:p>
          <a:p>
            <a:r>
              <a:rPr lang="en-US" sz="2800" dirty="0"/>
              <a:t>Systems thinking skills </a:t>
            </a:r>
          </a:p>
          <a:p>
            <a:r>
              <a:rPr lang="en-US" sz="2800" dirty="0"/>
              <a:t>Learning skills </a:t>
            </a:r>
          </a:p>
          <a:p>
            <a:r>
              <a:rPr lang="en-US" sz="2800" dirty="0"/>
              <a:t>Facilitation skills </a:t>
            </a:r>
          </a:p>
          <a:p>
            <a:endParaRPr lang="en-US" sz="2800" dirty="0"/>
          </a:p>
        </p:txBody>
      </p:sp>
      <p:sp>
        <p:nvSpPr>
          <p:cNvPr id="5" name="Footer Placeholder 4"/>
          <p:cNvSpPr>
            <a:spLocks noGrp="1"/>
          </p:cNvSpPr>
          <p:nvPr>
            <p:ph type="ftr" sz="quarter" idx="11"/>
          </p:nvPr>
        </p:nvSpPr>
        <p:spPr>
          <a:xfrm>
            <a:off x="579664" y="6356350"/>
            <a:ext cx="3086100" cy="365125"/>
          </a:xfrm>
        </p:spPr>
        <p:txBody>
          <a:bodyPr/>
          <a:lstStyle/>
          <a:p>
            <a:r>
              <a:rPr lang="en-US"/>
              <a:t>Chapter 4: The business analyst - BayHV</a:t>
            </a:r>
          </a:p>
        </p:txBody>
      </p:sp>
      <p:sp>
        <p:nvSpPr>
          <p:cNvPr id="6" name="Slide Number Placeholder 5"/>
          <p:cNvSpPr>
            <a:spLocks noGrp="1"/>
          </p:cNvSpPr>
          <p:nvPr>
            <p:ph type="sldNum" sz="quarter" idx="12"/>
          </p:nvPr>
        </p:nvSpPr>
        <p:spPr/>
        <p:txBody>
          <a:bodyPr/>
          <a:lstStyle/>
          <a:p>
            <a:fld id="{161CF896-11E4-4134-BF93-49886C68B6EE}" type="slidenum">
              <a:rPr lang="en-US" smtClean="0"/>
              <a:t>11</a:t>
            </a:fld>
            <a:endParaRPr lang="en-US"/>
          </a:p>
        </p:txBody>
      </p:sp>
    </p:spTree>
    <p:extLst>
      <p:ext uri="{BB962C8B-B14F-4D97-AF65-F5344CB8AC3E}">
        <p14:creationId xmlns:p14="http://schemas.microsoft.com/office/powerpoint/2010/main" val="1827102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06829" y="1117600"/>
            <a:ext cx="8773885" cy="5222875"/>
          </a:xfrm>
        </p:spPr>
        <p:txBody>
          <a:bodyPr>
            <a:noAutofit/>
          </a:bodyPr>
          <a:lstStyle/>
          <a:p>
            <a:pPr algn="just">
              <a:spcBef>
                <a:spcPts val="0"/>
              </a:spcBef>
            </a:pPr>
            <a:r>
              <a:rPr lang="en-US" dirty="0"/>
              <a:t>The BA needs a breadth </a:t>
            </a:r>
            <a:r>
              <a:rPr lang="en-US" sz="1800" dirty="0"/>
              <a:t>(</a:t>
            </a:r>
            <a:r>
              <a:rPr lang="en-US" sz="1800" dirty="0" err="1"/>
              <a:t>rộng</a:t>
            </a:r>
            <a:r>
              <a:rPr lang="en-US" sz="1800" dirty="0"/>
              <a:t> </a:t>
            </a:r>
            <a:r>
              <a:rPr lang="en-US" sz="1800" dirty="0" err="1"/>
              <a:t>rãi</a:t>
            </a:r>
            <a:r>
              <a:rPr lang="en-US" sz="1800" dirty="0"/>
              <a:t>)</a:t>
            </a:r>
            <a:r>
              <a:rPr lang="en-US" dirty="0"/>
              <a:t> of knowledge, much of which is gained through experience. </a:t>
            </a:r>
          </a:p>
          <a:p>
            <a:pPr algn="just">
              <a:spcBef>
                <a:spcPts val="0"/>
              </a:spcBef>
            </a:pPr>
            <a:r>
              <a:rPr lang="en-US" dirty="0"/>
              <a:t>The BA needs to understand contemporary </a:t>
            </a:r>
            <a:r>
              <a:rPr lang="en-US" sz="1800" dirty="0"/>
              <a:t>(</a:t>
            </a:r>
            <a:r>
              <a:rPr lang="en-US" sz="1800" dirty="0" err="1"/>
              <a:t>đương</a:t>
            </a:r>
            <a:r>
              <a:rPr lang="en-US" sz="1800" dirty="0"/>
              <a:t> </a:t>
            </a:r>
            <a:r>
              <a:rPr lang="en-US" sz="1800" dirty="0" err="1"/>
              <a:t>thời</a:t>
            </a:r>
            <a:r>
              <a:rPr lang="en-US" sz="1800" dirty="0"/>
              <a:t>)</a:t>
            </a:r>
            <a:r>
              <a:rPr lang="en-US" dirty="0"/>
              <a:t> requirements engineering practices and how to apply them in the context of  various software development life cycles. </a:t>
            </a:r>
          </a:p>
          <a:p>
            <a:pPr algn="just">
              <a:spcBef>
                <a:spcPts val="0"/>
              </a:spcBef>
            </a:pPr>
            <a:r>
              <a:rPr lang="en-US" dirty="0"/>
              <a:t>The BA needs to educate and persuade those who are not familiar with established requirements practices. </a:t>
            </a:r>
          </a:p>
          <a:p>
            <a:pPr algn="just">
              <a:spcBef>
                <a:spcPts val="0"/>
              </a:spcBef>
            </a:pPr>
            <a:r>
              <a:rPr lang="en-US" dirty="0"/>
              <a:t>The effective BA has a rich tool kit of techniques available and knows when—and when not—to use each one. </a:t>
            </a:r>
          </a:p>
        </p:txBody>
      </p:sp>
      <p:sp>
        <p:nvSpPr>
          <p:cNvPr id="2" name="Title 1"/>
          <p:cNvSpPr>
            <a:spLocks noGrp="1"/>
          </p:cNvSpPr>
          <p:nvPr>
            <p:ph type="title"/>
          </p:nvPr>
        </p:nvSpPr>
        <p:spPr>
          <a:xfrm>
            <a:off x="2699657" y="0"/>
            <a:ext cx="6444343" cy="1052161"/>
          </a:xfrm>
        </p:spPr>
        <p:txBody>
          <a:bodyPr>
            <a:normAutofit/>
          </a:bodyPr>
          <a:lstStyle/>
          <a:p>
            <a:r>
              <a:rPr lang="en-US" sz="3200" dirty="0"/>
              <a:t>Essential analyst knowledge</a:t>
            </a:r>
          </a:p>
        </p:txBody>
      </p:sp>
      <p:sp>
        <p:nvSpPr>
          <p:cNvPr id="3" name="Footer Placeholder 2"/>
          <p:cNvSpPr>
            <a:spLocks noGrp="1"/>
          </p:cNvSpPr>
          <p:nvPr>
            <p:ph type="ftr" sz="quarter" idx="10"/>
          </p:nvPr>
        </p:nvSpPr>
        <p:spPr/>
        <p:txBody>
          <a:bodyPr/>
          <a:lstStyle/>
          <a:p>
            <a:pPr>
              <a:defRPr/>
            </a:pPr>
            <a:r>
              <a:rPr lang="en-US"/>
              <a:t>Chapter 4: The business analyst - BayHV</a:t>
            </a:r>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822497622"/>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06829" y="1117600"/>
            <a:ext cx="8773885" cy="5222875"/>
          </a:xfrm>
        </p:spPr>
        <p:txBody>
          <a:bodyPr>
            <a:noAutofit/>
          </a:bodyPr>
          <a:lstStyle/>
          <a:p>
            <a:pPr algn="just">
              <a:spcBef>
                <a:spcPts val="0"/>
              </a:spcBef>
            </a:pPr>
            <a:r>
              <a:rPr lang="en-US" dirty="0"/>
              <a:t>The BA needs to understand project management, development life cycles, risk management, and quality engineering.</a:t>
            </a:r>
          </a:p>
          <a:p>
            <a:pPr algn="just">
              <a:spcBef>
                <a:spcPts val="0"/>
              </a:spcBef>
            </a:pPr>
            <a:r>
              <a:rPr lang="en-US" dirty="0"/>
              <a:t>The BA can minimize miscommunications with users.</a:t>
            </a:r>
          </a:p>
          <a:p>
            <a:pPr algn="just">
              <a:spcBef>
                <a:spcPts val="0"/>
              </a:spcBef>
            </a:pPr>
            <a:r>
              <a:rPr lang="en-US" dirty="0"/>
              <a:t>The BA needs to understand the organization and business domains often detect unstated assumptions and implicit requirements.</a:t>
            </a:r>
          </a:p>
          <a:p>
            <a:pPr algn="just">
              <a:spcBef>
                <a:spcPts val="600"/>
              </a:spcBef>
            </a:pPr>
            <a:r>
              <a:rPr lang="en-US" dirty="0"/>
              <a:t>The BA also needs to suggest ways that users could improve their business processes or propose valuable functionality that no other stakeholder thought of.</a:t>
            </a:r>
          </a:p>
        </p:txBody>
      </p:sp>
      <p:sp>
        <p:nvSpPr>
          <p:cNvPr id="2" name="Title 1"/>
          <p:cNvSpPr>
            <a:spLocks noGrp="1"/>
          </p:cNvSpPr>
          <p:nvPr>
            <p:ph type="title"/>
          </p:nvPr>
        </p:nvSpPr>
        <p:spPr>
          <a:xfrm>
            <a:off x="2699657" y="0"/>
            <a:ext cx="6444343" cy="1052161"/>
          </a:xfrm>
        </p:spPr>
        <p:txBody>
          <a:bodyPr>
            <a:normAutofit/>
          </a:bodyPr>
          <a:lstStyle/>
          <a:p>
            <a:r>
              <a:rPr lang="en-US" sz="3200" dirty="0"/>
              <a:t>Essential analyst knowledge</a:t>
            </a:r>
          </a:p>
        </p:txBody>
      </p:sp>
      <p:sp>
        <p:nvSpPr>
          <p:cNvPr id="3" name="Footer Placeholder 2"/>
          <p:cNvSpPr>
            <a:spLocks noGrp="1"/>
          </p:cNvSpPr>
          <p:nvPr>
            <p:ph type="ftr" sz="quarter" idx="10"/>
          </p:nvPr>
        </p:nvSpPr>
        <p:spPr/>
        <p:txBody>
          <a:bodyPr/>
          <a:lstStyle/>
          <a:p>
            <a:pPr>
              <a:defRPr/>
            </a:pPr>
            <a:r>
              <a:rPr lang="en-US"/>
              <a:t>Chapter 4: The business analyst - BayHV</a:t>
            </a:r>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3947958824"/>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2" y="1052162"/>
            <a:ext cx="8856617" cy="5572158"/>
          </a:xfrm>
        </p:spPr>
        <p:txBody>
          <a:bodyPr>
            <a:normAutofit fontScale="85000" lnSpcReduction="20000"/>
          </a:bodyPr>
          <a:lstStyle/>
          <a:p>
            <a:pPr algn="just"/>
            <a:r>
              <a:rPr lang="en-US" dirty="0"/>
              <a:t>The former user:</a:t>
            </a:r>
          </a:p>
          <a:p>
            <a:pPr lvl="1" algn="just"/>
            <a:r>
              <a:rPr lang="en-US" dirty="0"/>
              <a:t>They understand the biz and the work environment, so they can easily gain the trust of their former colleagues. They speak the user’s language, and they know the existing systems and biz processes.</a:t>
            </a:r>
          </a:p>
          <a:p>
            <a:pPr lvl="1" algn="just"/>
            <a:r>
              <a:rPr lang="en-US" dirty="0"/>
              <a:t>On the downside </a:t>
            </a:r>
            <a:r>
              <a:rPr lang="en-US" sz="1900" dirty="0"/>
              <a:t>(</a:t>
            </a:r>
            <a:r>
              <a:rPr lang="en-US" sz="1900" dirty="0" err="1"/>
              <a:t>mặt</a:t>
            </a:r>
            <a:r>
              <a:rPr lang="en-US" sz="1900" dirty="0"/>
              <a:t> </a:t>
            </a:r>
            <a:r>
              <a:rPr lang="en-US" sz="1900" dirty="0" err="1"/>
              <a:t>trái</a:t>
            </a:r>
            <a:r>
              <a:rPr lang="en-US" sz="1900" dirty="0"/>
              <a:t>)</a:t>
            </a:r>
            <a:r>
              <a:rPr lang="en-US" dirty="0"/>
              <a:t>, former users are now BAs might know little about SW engineering or how to communicate with technical people. Some of them believe they understand  what is needed better than current users do, so they don’t solicit or respect input from those who will actually use the new system.</a:t>
            </a:r>
          </a:p>
          <a:p>
            <a:pPr algn="just"/>
            <a:r>
              <a:rPr lang="en-US" dirty="0"/>
              <a:t>The former developer or tester:</a:t>
            </a:r>
          </a:p>
          <a:p>
            <a:pPr lvl="1" algn="just"/>
            <a:r>
              <a:rPr lang="en-US" dirty="0"/>
              <a:t>Some developers have little patience with users, preferring to work with the code and promote the glamour </a:t>
            </a:r>
            <a:r>
              <a:rPr lang="en-US" sz="1900" dirty="0"/>
              <a:t>(</a:t>
            </a:r>
            <a:r>
              <a:rPr lang="en-US" sz="1900" dirty="0" err="1"/>
              <a:t>hấp</a:t>
            </a:r>
            <a:r>
              <a:rPr lang="en-US" sz="1900" dirty="0"/>
              <a:t> </a:t>
            </a:r>
            <a:r>
              <a:rPr lang="en-US" sz="1900" dirty="0" err="1"/>
              <a:t>dẫn</a:t>
            </a:r>
            <a:r>
              <a:rPr lang="en-US" sz="1900" dirty="0"/>
              <a:t>) </a:t>
            </a:r>
            <a:r>
              <a:rPr lang="en-US" dirty="0"/>
              <a:t>of technology.</a:t>
            </a:r>
          </a:p>
          <a:p>
            <a:pPr lvl="1" algn="just"/>
            <a:r>
              <a:rPr lang="en-US" dirty="0"/>
              <a:t>Of course, some others recognize the criticality </a:t>
            </a:r>
            <a:r>
              <a:rPr lang="en-US" sz="1900" dirty="0"/>
              <a:t>(</a:t>
            </a:r>
            <a:r>
              <a:rPr lang="en-US" sz="1900" dirty="0" err="1"/>
              <a:t>tính</a:t>
            </a:r>
            <a:r>
              <a:rPr lang="en-US" sz="1900" dirty="0"/>
              <a:t> </a:t>
            </a:r>
            <a:r>
              <a:rPr lang="en-US" sz="1900" dirty="0" err="1"/>
              <a:t>chủ</a:t>
            </a:r>
            <a:r>
              <a:rPr lang="en-US" sz="1900" dirty="0"/>
              <a:t> </a:t>
            </a:r>
            <a:r>
              <a:rPr lang="en-US" sz="1900" dirty="0" err="1"/>
              <a:t>đạo</a:t>
            </a:r>
            <a:r>
              <a:rPr lang="en-US" sz="1900" dirty="0"/>
              <a:t>)</a:t>
            </a:r>
            <a:r>
              <a:rPr lang="en-US" dirty="0"/>
              <a:t> of the requirements process and can work as BA when necessary.</a:t>
            </a:r>
          </a:p>
          <a:p>
            <a:pPr lvl="1" algn="just"/>
            <a:r>
              <a:rPr lang="en-US" dirty="0"/>
              <a:t>The developer-turned-analysts might need to learn more about the biz domain. They can easily lapse into </a:t>
            </a:r>
            <a:r>
              <a:rPr lang="en-US" sz="1600" dirty="0"/>
              <a:t>(</a:t>
            </a:r>
            <a:r>
              <a:rPr lang="en-US" sz="1600" dirty="0" err="1"/>
              <a:t>sa</a:t>
            </a:r>
            <a:r>
              <a:rPr lang="en-US" sz="1600" dirty="0"/>
              <a:t> </a:t>
            </a:r>
            <a:r>
              <a:rPr lang="en-US" sz="1600" dirty="0" err="1"/>
              <a:t>ngã</a:t>
            </a:r>
            <a:r>
              <a:rPr lang="en-US" sz="1600" dirty="0"/>
              <a:t> </a:t>
            </a:r>
            <a:r>
              <a:rPr lang="en-US" sz="1600" dirty="0" err="1"/>
              <a:t>vào</a:t>
            </a:r>
            <a:r>
              <a:rPr lang="en-US" sz="1600" dirty="0"/>
              <a:t>) </a:t>
            </a:r>
            <a:r>
              <a:rPr lang="en-US" dirty="0"/>
              <a:t>technical thinking and jargon, focusing on the SW to be built instead of the customers’ needs.</a:t>
            </a:r>
          </a:p>
          <a:p>
            <a:pPr lvl="1" algn="just"/>
            <a:r>
              <a:rPr lang="en-US" dirty="0"/>
              <a:t>Testers aren’t commonly asked to perform the analyst role. However, a tester often has an analytical mindset that can lend itself to </a:t>
            </a:r>
            <a:r>
              <a:rPr lang="en-US" sz="1600" dirty="0"/>
              <a:t>(</a:t>
            </a:r>
            <a:r>
              <a:rPr lang="en-US" sz="1600" dirty="0" err="1"/>
              <a:t>tự</a:t>
            </a:r>
            <a:r>
              <a:rPr lang="en-US" sz="1600" dirty="0"/>
              <a:t> </a:t>
            </a:r>
            <a:r>
              <a:rPr lang="en-US" sz="1600" dirty="0" err="1"/>
              <a:t>cho</a:t>
            </a:r>
            <a:r>
              <a:rPr lang="en-US" sz="1600" dirty="0"/>
              <a:t> </a:t>
            </a:r>
            <a:r>
              <a:rPr lang="en-US" sz="1600" dirty="0" err="1"/>
              <a:t>mình</a:t>
            </a:r>
            <a:r>
              <a:rPr lang="en-US" sz="1600" dirty="0"/>
              <a:t>) </a:t>
            </a:r>
            <a:r>
              <a:rPr lang="en-US" dirty="0"/>
              <a:t>being a good BA.</a:t>
            </a:r>
          </a:p>
        </p:txBody>
      </p:sp>
      <p:sp>
        <p:nvSpPr>
          <p:cNvPr id="2" name="Title 1"/>
          <p:cNvSpPr>
            <a:spLocks noGrp="1"/>
          </p:cNvSpPr>
          <p:nvPr>
            <p:ph type="title"/>
          </p:nvPr>
        </p:nvSpPr>
        <p:spPr>
          <a:xfrm>
            <a:off x="2667000" y="0"/>
            <a:ext cx="6477000" cy="1052161"/>
          </a:xfrm>
        </p:spPr>
        <p:txBody>
          <a:bodyPr/>
          <a:lstStyle/>
          <a:p>
            <a:r>
              <a:rPr lang="en-US" sz="3200" dirty="0"/>
              <a:t>The making of a business analyst</a:t>
            </a:r>
          </a:p>
        </p:txBody>
      </p:sp>
      <p:sp>
        <p:nvSpPr>
          <p:cNvPr id="4" name="Footer Placeholder 3"/>
          <p:cNvSpPr>
            <a:spLocks noGrp="1"/>
          </p:cNvSpPr>
          <p:nvPr>
            <p:ph type="ftr" sz="quarter" idx="10"/>
          </p:nvPr>
        </p:nvSpPr>
        <p:spPr/>
        <p:txBody>
          <a:bodyPr/>
          <a:lstStyle/>
          <a:p>
            <a:pPr>
              <a:defRPr/>
            </a:pPr>
            <a:r>
              <a:rPr lang="en-US" dirty="0"/>
              <a:t>Chapter 4: The business analyst - </a:t>
            </a:r>
            <a:r>
              <a:rPr lang="en-US" dirty="0" err="1"/>
              <a:t>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830436377"/>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3" y="1175657"/>
            <a:ext cx="8731152" cy="5164818"/>
          </a:xfrm>
        </p:spPr>
        <p:txBody>
          <a:bodyPr>
            <a:normAutofit fontScale="92500" lnSpcReduction="10000"/>
          </a:bodyPr>
          <a:lstStyle/>
          <a:p>
            <a:pPr algn="just"/>
            <a:r>
              <a:rPr lang="en-US" dirty="0"/>
              <a:t>The former (or concurrent) project manager:</a:t>
            </a:r>
          </a:p>
          <a:p>
            <a:pPr lvl="1" algn="just"/>
            <a:r>
              <a:rPr lang="en-US" dirty="0"/>
              <a:t>PMs are sometimes asked to also fill the role of BA, probably because they have some of the same skills and domain knowledge required.</a:t>
            </a:r>
          </a:p>
          <a:p>
            <a:pPr lvl="1" algn="just"/>
            <a:r>
              <a:rPr lang="en-US" dirty="0"/>
              <a:t>However, they will have to learn more about requirements engineering practices. They must learn to focus on understanding the biz needs and prioritizing those within existing project schedules, rather than focusing on timelines, resources, and budget constraints.</a:t>
            </a:r>
          </a:p>
          <a:p>
            <a:pPr algn="just"/>
            <a:r>
              <a:rPr lang="en-US" dirty="0"/>
              <a:t>The subject matter expert (SME):</a:t>
            </a:r>
          </a:p>
          <a:p>
            <a:pPr lvl="1" algn="just"/>
            <a:r>
              <a:rPr lang="en-US" dirty="0"/>
              <a:t>The business analyst </a:t>
            </a:r>
            <a:r>
              <a:rPr lang="en-US" sz="1900" dirty="0"/>
              <a:t>(from SME) </a:t>
            </a:r>
            <a:r>
              <a:rPr lang="en-US" dirty="0"/>
              <a:t>who is a domain expert might specify the system’s requirements to suit his own preferences, rather than addressing the legitimate needs </a:t>
            </a:r>
            <a:r>
              <a:rPr lang="en-US" sz="1700" dirty="0"/>
              <a:t>(</a:t>
            </a:r>
            <a:r>
              <a:rPr lang="en-US" sz="1700" dirty="0" err="1"/>
              <a:t>nhu</a:t>
            </a:r>
            <a:r>
              <a:rPr lang="en-US" sz="1700" dirty="0"/>
              <a:t> </a:t>
            </a:r>
            <a:r>
              <a:rPr lang="en-US" sz="1700" dirty="0" err="1"/>
              <a:t>cầu</a:t>
            </a:r>
            <a:r>
              <a:rPr lang="en-US" sz="1700" dirty="0"/>
              <a:t> </a:t>
            </a:r>
            <a:r>
              <a:rPr lang="en-US" sz="1700" dirty="0" err="1"/>
              <a:t>hợp</a:t>
            </a:r>
            <a:r>
              <a:rPr lang="en-US" sz="1700" dirty="0"/>
              <a:t> </a:t>
            </a:r>
            <a:r>
              <a:rPr lang="en-US" sz="1700" dirty="0" err="1"/>
              <a:t>pháp</a:t>
            </a:r>
            <a:r>
              <a:rPr lang="en-US" sz="1700" dirty="0"/>
              <a:t>)</a:t>
            </a:r>
            <a:r>
              <a:rPr lang="en-US" dirty="0"/>
              <a:t> of the various user classes.</a:t>
            </a:r>
          </a:p>
          <a:p>
            <a:pPr lvl="1" algn="just"/>
            <a:r>
              <a:rPr lang="en-US" dirty="0"/>
              <a:t>The SMEs are expert in their understanding of the “as-is” system, but they are sometimes difficult to imagine the “to-be” system.</a:t>
            </a:r>
          </a:p>
        </p:txBody>
      </p:sp>
      <p:sp>
        <p:nvSpPr>
          <p:cNvPr id="2" name="Title 1"/>
          <p:cNvSpPr>
            <a:spLocks noGrp="1"/>
          </p:cNvSpPr>
          <p:nvPr>
            <p:ph type="title"/>
          </p:nvPr>
        </p:nvSpPr>
        <p:spPr>
          <a:xfrm>
            <a:off x="2667000" y="0"/>
            <a:ext cx="6477000" cy="1052161"/>
          </a:xfrm>
        </p:spPr>
        <p:txBody>
          <a:bodyPr/>
          <a:lstStyle/>
          <a:p>
            <a:r>
              <a:rPr lang="en-US" sz="3200" dirty="0"/>
              <a:t>The making of a business analyst</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887347618"/>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3" y="1175657"/>
            <a:ext cx="8731152" cy="5164818"/>
          </a:xfrm>
        </p:spPr>
        <p:txBody>
          <a:bodyPr>
            <a:normAutofit/>
          </a:bodyPr>
          <a:lstStyle/>
          <a:p>
            <a:pPr algn="just"/>
            <a:r>
              <a:rPr lang="en-US" dirty="0"/>
              <a:t>The rookie </a:t>
            </a:r>
            <a:r>
              <a:rPr lang="en-US" sz="1800" dirty="0"/>
              <a:t>(</a:t>
            </a:r>
            <a:r>
              <a:rPr lang="en-US" sz="1800" dirty="0" err="1"/>
              <a:t>tân</a:t>
            </a:r>
            <a:r>
              <a:rPr lang="en-US" sz="1800" dirty="0"/>
              <a:t> </a:t>
            </a:r>
            <a:r>
              <a:rPr lang="en-US" sz="1800" dirty="0" err="1"/>
              <a:t>binh</a:t>
            </a:r>
            <a:r>
              <a:rPr lang="en-US" sz="1800" dirty="0"/>
              <a:t>)</a:t>
            </a:r>
            <a:r>
              <a:rPr lang="en-US" dirty="0"/>
              <a:t>:</a:t>
            </a:r>
          </a:p>
          <a:p>
            <a:pPr lvl="1" algn="just"/>
            <a:r>
              <a:rPr lang="en-US" dirty="0"/>
              <a:t>The new graduate will have little relevant experience or knowledge. The advantage of hiring a novice </a:t>
            </a:r>
            <a:r>
              <a:rPr lang="en-US" sz="1600" dirty="0"/>
              <a:t>(</a:t>
            </a:r>
            <a:r>
              <a:rPr lang="en-US" sz="1600" dirty="0" err="1"/>
              <a:t>người</a:t>
            </a:r>
            <a:r>
              <a:rPr lang="en-US" sz="1600" dirty="0"/>
              <a:t> </a:t>
            </a:r>
            <a:r>
              <a:rPr lang="en-US" sz="1600" dirty="0" err="1"/>
              <a:t>mới</a:t>
            </a:r>
            <a:r>
              <a:rPr lang="en-US" sz="1600" dirty="0"/>
              <a:t> </a:t>
            </a:r>
            <a:r>
              <a:rPr lang="en-US" sz="1600" dirty="0" err="1"/>
              <a:t>vào</a:t>
            </a:r>
            <a:r>
              <a:rPr lang="en-US" sz="1600" dirty="0"/>
              <a:t> </a:t>
            </a:r>
            <a:r>
              <a:rPr lang="en-US" sz="1600" dirty="0" err="1"/>
              <a:t>nghề</a:t>
            </a:r>
            <a:r>
              <a:rPr lang="en-US" sz="1600" dirty="0"/>
              <a:t>) </a:t>
            </a:r>
            <a:r>
              <a:rPr lang="en-US" dirty="0"/>
              <a:t>as a BA is that he will have few preconceived notions about requirements processes should work.</a:t>
            </a:r>
          </a:p>
          <a:p>
            <a:pPr lvl="1" algn="just"/>
            <a:r>
              <a:rPr lang="en-US" dirty="0"/>
              <a:t>Because he lacks related experience and knowledge, a new graduate will have much to learn about how to execute the BA tasks and the intricacies of the practices</a:t>
            </a:r>
            <a:r>
              <a:rPr lang="en-US" sz="1600" dirty="0"/>
              <a:t> (</a:t>
            </a:r>
            <a:r>
              <a:rPr lang="en-US" sz="1600" dirty="0" err="1"/>
              <a:t>tính</a:t>
            </a:r>
            <a:r>
              <a:rPr lang="en-US" sz="1600" dirty="0"/>
              <a:t> </a:t>
            </a:r>
            <a:r>
              <a:rPr lang="en-US" sz="1600" dirty="0" err="1"/>
              <a:t>phức</a:t>
            </a:r>
            <a:r>
              <a:rPr lang="en-US" sz="1600" dirty="0"/>
              <a:t> </a:t>
            </a:r>
            <a:r>
              <a:rPr lang="en-US" sz="1600" dirty="0" err="1"/>
              <a:t>tạp</a:t>
            </a:r>
            <a:r>
              <a:rPr lang="en-US" sz="1600" dirty="0"/>
              <a:t> </a:t>
            </a:r>
            <a:r>
              <a:rPr lang="en-US" sz="1600" dirty="0" err="1"/>
              <a:t>của</a:t>
            </a:r>
            <a:r>
              <a:rPr lang="en-US" sz="1600" dirty="0"/>
              <a:t> </a:t>
            </a:r>
            <a:r>
              <a:rPr lang="en-US" sz="1600" dirty="0" err="1"/>
              <a:t>thực</a:t>
            </a:r>
            <a:r>
              <a:rPr lang="en-US" sz="1600" dirty="0"/>
              <a:t> </a:t>
            </a:r>
            <a:r>
              <a:rPr lang="en-US" sz="1600" dirty="0" err="1"/>
              <a:t>tiễn</a:t>
            </a:r>
            <a:r>
              <a:rPr lang="en-US" sz="1600" dirty="0"/>
              <a:t>)</a:t>
            </a:r>
            <a:r>
              <a:rPr lang="en-US" dirty="0"/>
              <a:t>.</a:t>
            </a:r>
          </a:p>
          <a:p>
            <a:pPr lvl="1"/>
            <a:r>
              <a:rPr lang="en-US" dirty="0"/>
              <a:t>The new BA needs to learn so much.</a:t>
            </a:r>
            <a:br>
              <a:rPr lang="en-US" dirty="0"/>
            </a:br>
            <a:r>
              <a:rPr lang="en-US" dirty="0"/>
              <a:t>Mentoring can reduce the learning curve</a:t>
            </a:r>
            <a:br>
              <a:rPr lang="en-US" dirty="0"/>
            </a:br>
            <a:r>
              <a:rPr lang="en-US" dirty="0"/>
              <a:t>for a novice BA and instill </a:t>
            </a:r>
            <a:r>
              <a:rPr lang="en-US" sz="1600" dirty="0"/>
              <a:t>(</a:t>
            </a:r>
            <a:r>
              <a:rPr lang="en-US" sz="1600" dirty="0" err="1"/>
              <a:t>thấm</a:t>
            </a:r>
            <a:r>
              <a:rPr lang="en-US" sz="1600" dirty="0"/>
              <a:t> </a:t>
            </a:r>
            <a:r>
              <a:rPr lang="en-US" sz="1600" dirty="0" err="1"/>
              <a:t>nhuần</a:t>
            </a:r>
            <a:r>
              <a:rPr lang="en-US" sz="1600" dirty="0"/>
              <a:t>)</a:t>
            </a:r>
            <a:r>
              <a:rPr lang="en-US" dirty="0"/>
              <a:t> good</a:t>
            </a:r>
            <a:br>
              <a:rPr lang="en-US" dirty="0"/>
            </a:br>
            <a:r>
              <a:rPr lang="en-US" dirty="0"/>
              <a:t>habits from the outset </a:t>
            </a:r>
            <a:r>
              <a:rPr lang="en-US" sz="1600" dirty="0"/>
              <a:t>(</a:t>
            </a:r>
            <a:r>
              <a:rPr lang="en-US" sz="1600" dirty="0" err="1"/>
              <a:t>từ</a:t>
            </a:r>
            <a:r>
              <a:rPr lang="en-US" sz="1600" dirty="0"/>
              <a:t> </a:t>
            </a:r>
            <a:r>
              <a:rPr lang="en-US" sz="1600" dirty="0" err="1"/>
              <a:t>đầu</a:t>
            </a:r>
            <a:r>
              <a:rPr lang="en-US" sz="1600" dirty="0"/>
              <a:t>)</a:t>
            </a:r>
            <a:r>
              <a:rPr lang="en-US" dirty="0"/>
              <a:t>.</a:t>
            </a:r>
          </a:p>
        </p:txBody>
      </p:sp>
      <p:sp>
        <p:nvSpPr>
          <p:cNvPr id="2" name="Title 1"/>
          <p:cNvSpPr>
            <a:spLocks noGrp="1"/>
          </p:cNvSpPr>
          <p:nvPr>
            <p:ph type="title"/>
          </p:nvPr>
        </p:nvSpPr>
        <p:spPr>
          <a:xfrm>
            <a:off x="2667000" y="0"/>
            <a:ext cx="6477000" cy="1052161"/>
          </a:xfrm>
        </p:spPr>
        <p:txBody>
          <a:bodyPr/>
          <a:lstStyle/>
          <a:p>
            <a:r>
              <a:rPr lang="en-US" sz="3200" dirty="0"/>
              <a:t>The making of a business analyst</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pic>
        <p:nvPicPr>
          <p:cNvPr id="6" name="Picture 5"/>
          <p:cNvPicPr>
            <a:picLocks noChangeAspect="1"/>
          </p:cNvPicPr>
          <p:nvPr/>
        </p:nvPicPr>
        <p:blipFill>
          <a:blip r:embed="rId3"/>
          <a:stretch>
            <a:fillRect/>
          </a:stretch>
        </p:blipFill>
        <p:spPr>
          <a:xfrm>
            <a:off x="6116320" y="4314084"/>
            <a:ext cx="3027680" cy="2018453"/>
          </a:xfrm>
          <a:prstGeom prst="rect">
            <a:avLst/>
          </a:prstGeom>
        </p:spPr>
      </p:pic>
    </p:spTree>
    <p:extLst>
      <p:ext uri="{BB962C8B-B14F-4D97-AF65-F5344CB8AC3E}">
        <p14:creationId xmlns:p14="http://schemas.microsoft.com/office/powerpoint/2010/main" val="398429586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58875"/>
            <a:ext cx="8720034" cy="5181600"/>
          </a:xfrm>
        </p:spPr>
        <p:txBody>
          <a:bodyPr>
            <a:normAutofit fontScale="92500" lnSpcReduction="20000"/>
          </a:bodyPr>
          <a:lstStyle/>
          <a:p>
            <a:pPr marL="0" indent="0" algn="just">
              <a:spcBef>
                <a:spcPts val="0"/>
              </a:spcBef>
              <a:buNone/>
            </a:pPr>
            <a:r>
              <a:rPr lang="en-US" dirty="0"/>
              <a:t>Following are a few suggestions for a BA to apply her/his skills on an agile project:</a:t>
            </a:r>
          </a:p>
          <a:p>
            <a:pPr algn="just">
              <a:spcBef>
                <a:spcPts val="0"/>
              </a:spcBef>
            </a:pPr>
            <a:r>
              <a:rPr lang="en-US" sz="2400" dirty="0"/>
              <a:t>Define a lightweight, flexible requirements process and adapt it as the project warrants </a:t>
            </a:r>
            <a:r>
              <a:rPr lang="en-US" sz="1800" dirty="0"/>
              <a:t>(qui </a:t>
            </a:r>
            <a:r>
              <a:rPr lang="en-US" sz="1800" dirty="0" err="1"/>
              <a:t>định</a:t>
            </a:r>
            <a:r>
              <a:rPr lang="en-US" sz="1800" dirty="0"/>
              <a:t>)</a:t>
            </a:r>
            <a:r>
              <a:rPr lang="en-US" sz="2400" dirty="0"/>
              <a:t>. </a:t>
            </a:r>
          </a:p>
          <a:p>
            <a:pPr algn="just">
              <a:spcBef>
                <a:spcPts val="0"/>
              </a:spcBef>
            </a:pPr>
            <a:r>
              <a:rPr lang="en-US" sz="2400" dirty="0"/>
              <a:t>Ensure that requirements documentation is at the right level: not too little and not too much.</a:t>
            </a:r>
          </a:p>
          <a:p>
            <a:pPr algn="just">
              <a:spcBef>
                <a:spcPts val="0"/>
              </a:spcBef>
            </a:pPr>
            <a:r>
              <a:rPr lang="en-US" sz="2400" dirty="0"/>
              <a:t>Help determine the best approach to document the backlog, including whether story cards or more formal tools are most appropriate. </a:t>
            </a:r>
          </a:p>
          <a:p>
            <a:pPr algn="just">
              <a:spcBef>
                <a:spcPts val="0"/>
              </a:spcBef>
            </a:pPr>
            <a:r>
              <a:rPr lang="en-US" sz="2400" dirty="0"/>
              <a:t>Apply facilitation and leadership skills to ensure that stakeholders are talking to one another frequently about requirements needs, questions, and concerns. </a:t>
            </a:r>
          </a:p>
          <a:p>
            <a:pPr algn="just">
              <a:spcBef>
                <a:spcPts val="0"/>
              </a:spcBef>
            </a:pPr>
            <a:r>
              <a:rPr lang="en-US" sz="2400" dirty="0"/>
              <a:t>Help validate that customer needs are accurately represented in the product backlog, and facilitate backlog prioritization.</a:t>
            </a:r>
          </a:p>
          <a:p>
            <a:pPr algn="just">
              <a:spcBef>
                <a:spcPts val="0"/>
              </a:spcBef>
            </a:pPr>
            <a:r>
              <a:rPr lang="en-US" sz="2400" dirty="0"/>
              <a:t>Work with customers when they change their minds about requirements and priorities, and help record those changes.</a:t>
            </a:r>
          </a:p>
          <a:p>
            <a:pPr algn="just">
              <a:spcBef>
                <a:spcPts val="0"/>
              </a:spcBef>
            </a:pPr>
            <a:r>
              <a:rPr lang="en-US" sz="2400" dirty="0"/>
              <a:t>Work with the rest of the team to determine the impact of changes on iteration contents and release plans.</a:t>
            </a:r>
          </a:p>
        </p:txBody>
      </p:sp>
      <p:sp>
        <p:nvSpPr>
          <p:cNvPr id="2" name="Title 1"/>
          <p:cNvSpPr>
            <a:spLocks noGrp="1"/>
          </p:cNvSpPr>
          <p:nvPr>
            <p:ph type="title"/>
          </p:nvPr>
        </p:nvSpPr>
        <p:spPr>
          <a:xfrm>
            <a:off x="2558143" y="0"/>
            <a:ext cx="6585857" cy="1052161"/>
          </a:xfrm>
        </p:spPr>
        <p:txBody>
          <a:bodyPr>
            <a:normAutofit/>
          </a:bodyPr>
          <a:lstStyle/>
          <a:p>
            <a:r>
              <a:rPr lang="en-US" sz="3200" dirty="0"/>
              <a:t>The analyst role on agile projects</a:t>
            </a:r>
          </a:p>
        </p:txBody>
      </p:sp>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705049404"/>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4</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1437135"/>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C21E24-B5C2-5F4A-BAED-453F19B7AD21}"/>
              </a:ext>
            </a:extLst>
          </p:cNvPr>
          <p:cNvSpPr>
            <a:spLocks noGrp="1"/>
          </p:cNvSpPr>
          <p:nvPr>
            <p:ph idx="1"/>
          </p:nvPr>
        </p:nvSpPr>
        <p:spPr/>
        <p:txBody>
          <a:bodyPr/>
          <a:lstStyle/>
          <a:p>
            <a:r>
              <a:rPr lang="en-US" dirty="0"/>
              <a:t>https://</a:t>
            </a:r>
            <a:r>
              <a:rPr lang="en-US" dirty="0" err="1"/>
              <a:t>coggle.it</a:t>
            </a:r>
            <a:r>
              <a:rPr lang="en-US" dirty="0"/>
              <a:t>/diagram/XEcsfdoD5ySdKJ8V/t/chapter-4-the-business-analyst</a:t>
            </a:r>
            <a:endParaRPr lang="en-KR" dirty="0"/>
          </a:p>
        </p:txBody>
      </p:sp>
      <p:sp>
        <p:nvSpPr>
          <p:cNvPr id="3" name="Title 2">
            <a:extLst>
              <a:ext uri="{FF2B5EF4-FFF2-40B4-BE49-F238E27FC236}">
                <a16:creationId xmlns:a16="http://schemas.microsoft.com/office/drawing/2014/main" id="{1B89ADDB-86B8-B84F-BF17-B2514FA7F0BF}"/>
              </a:ext>
            </a:extLst>
          </p:cNvPr>
          <p:cNvSpPr>
            <a:spLocks noGrp="1"/>
          </p:cNvSpPr>
          <p:nvPr>
            <p:ph type="title"/>
          </p:nvPr>
        </p:nvSpPr>
        <p:spPr/>
        <p:txBody>
          <a:bodyPr/>
          <a:lstStyle/>
          <a:p>
            <a:endParaRPr lang="en-KR"/>
          </a:p>
        </p:txBody>
      </p:sp>
      <p:sp>
        <p:nvSpPr>
          <p:cNvPr id="4" name="Footer Placeholder 3">
            <a:extLst>
              <a:ext uri="{FF2B5EF4-FFF2-40B4-BE49-F238E27FC236}">
                <a16:creationId xmlns:a16="http://schemas.microsoft.com/office/drawing/2014/main" id="{32CB7F42-40CA-6140-BBB4-2540FF8E3F64}"/>
              </a:ext>
            </a:extLst>
          </p:cNvPr>
          <p:cNvSpPr>
            <a:spLocks noGrp="1"/>
          </p:cNvSpPr>
          <p:nvPr>
            <p:ph type="ftr" sz="quarter" idx="10"/>
          </p:nvPr>
        </p:nvSpPr>
        <p:spPr/>
        <p:txBody>
          <a:bodyPr/>
          <a:lstStyle/>
          <a:p>
            <a:pPr>
              <a:defRPr/>
            </a:pPr>
            <a:r>
              <a:rPr lang="en-US"/>
              <a:t>Chapter 4: The business analyst - BayHV</a:t>
            </a:r>
          </a:p>
        </p:txBody>
      </p:sp>
      <p:sp>
        <p:nvSpPr>
          <p:cNvPr id="5" name="Slide Number Placeholder 4">
            <a:extLst>
              <a:ext uri="{FF2B5EF4-FFF2-40B4-BE49-F238E27FC236}">
                <a16:creationId xmlns:a16="http://schemas.microsoft.com/office/drawing/2014/main" id="{A75E0D8C-1213-4945-ABCE-2323BB27C5E9}"/>
              </a:ext>
            </a:extLst>
          </p:cNvPr>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1672707112"/>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4062403337"/>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1110</TotalTime>
  <Words>2631</Words>
  <Application>Microsoft Macintosh PowerPoint</Application>
  <PresentationFormat>On-screen Show (4:3)</PresentationFormat>
  <Paragraphs>240</Paragraphs>
  <Slides>20</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Tahoma</vt:lpstr>
      <vt:lpstr>1_template</vt:lpstr>
      <vt:lpstr>CHAPTER 4  The business analyst</vt:lpstr>
      <vt:lpstr>Review chapter 3</vt:lpstr>
      <vt:lpstr>Objectives</vt:lpstr>
      <vt:lpstr> Contents </vt:lpstr>
      <vt:lpstr>The business analyst role</vt:lpstr>
      <vt:lpstr>The business analyst role</vt:lpstr>
      <vt:lpstr>The business analyst’s tasks</vt:lpstr>
      <vt:lpstr>The business analyst’s tasks</vt:lpstr>
      <vt:lpstr>The business analyst’s tasks</vt:lpstr>
      <vt:lpstr>The business analyst’s tasks</vt:lpstr>
      <vt:lpstr>Essential analyst skills</vt:lpstr>
      <vt:lpstr>Essential analyst knowledge</vt:lpstr>
      <vt:lpstr>Essential analyst knowledge</vt:lpstr>
      <vt:lpstr>The making of a business analyst</vt:lpstr>
      <vt:lpstr>The making of a business analyst</vt:lpstr>
      <vt:lpstr>The making of a business analyst</vt:lpstr>
      <vt:lpstr>The analyst role on agile projects</vt:lpstr>
      <vt:lpstr>Review chapter 4</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Nguyen Dinh Vinh (FE FPTU CT)</cp:lastModifiedBy>
  <cp:revision>81</cp:revision>
  <dcterms:created xsi:type="dcterms:W3CDTF">2018-04-24T06:03:41Z</dcterms:created>
  <dcterms:modified xsi:type="dcterms:W3CDTF">2021-05-20T12:45:09Z</dcterms:modified>
</cp:coreProperties>
</file>