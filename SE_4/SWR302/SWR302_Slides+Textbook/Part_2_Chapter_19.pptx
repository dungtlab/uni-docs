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18"/>
  </p:notes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9" r:id="rId12"/>
    <p:sldId id="270" r:id="rId13"/>
    <p:sldId id="267" r:id="rId14"/>
    <p:sldId id="271" r:id="rId15"/>
    <p:sldId id="272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49BA42E-C87E-49F7-A0AE-2BED15F07CB3}">
          <p14:sldIdLst>
            <p14:sldId id="257"/>
            <p14:sldId id="264"/>
            <p14:sldId id="258"/>
            <p14:sldId id="259"/>
            <p14:sldId id="260"/>
            <p14:sldId id="261"/>
            <p14:sldId id="262"/>
            <p14:sldId id="263"/>
            <p14:sldId id="266"/>
            <p14:sldId id="268"/>
            <p14:sldId id="269"/>
            <p14:sldId id="270"/>
            <p14:sldId id="267"/>
            <p14:sldId id="271"/>
            <p14:sldId id="27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26" autoAdjust="0"/>
  </p:normalViewPr>
  <p:slideViewPr>
    <p:cSldViewPr snapToGrid="0">
      <p:cViewPr varScale="1">
        <p:scale>
          <a:sx n="64" d="100"/>
          <a:sy n="64" d="100"/>
        </p:scale>
        <p:origin x="15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65A4D7-7720-45CB-8279-86EBD3407E97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6404DC-1053-49D6-95EE-599A97C88DD3}">
      <dgm:prSet phldrT="[Text]" custT="1"/>
      <dgm:spPr/>
      <dgm:t>
        <a:bodyPr/>
        <a:lstStyle/>
        <a:p>
          <a:r>
            <a:rPr lang="en-US" sz="1600" dirty="0" smtClean="0"/>
            <a:t>Chapter 18 – Requirements reuse</a:t>
          </a:r>
          <a:endParaRPr lang="en-US" sz="1600" dirty="0"/>
        </a:p>
      </dgm:t>
    </dgm:pt>
    <dgm:pt modelId="{541DED35-EA1D-4B2B-8573-F418430E3EF8}" type="parTrans" cxnId="{4CA9C32A-C8CD-40F1-AFCB-D726CB5C7F3F}">
      <dgm:prSet/>
      <dgm:spPr/>
      <dgm:t>
        <a:bodyPr/>
        <a:lstStyle/>
        <a:p>
          <a:endParaRPr lang="en-US"/>
        </a:p>
      </dgm:t>
    </dgm:pt>
    <dgm:pt modelId="{8EA0B31F-0422-4926-B862-5636855C8DF2}" type="sibTrans" cxnId="{4CA9C32A-C8CD-40F1-AFCB-D726CB5C7F3F}">
      <dgm:prSet/>
      <dgm:spPr/>
      <dgm:t>
        <a:bodyPr/>
        <a:lstStyle/>
        <a:p>
          <a:endParaRPr lang="en-US"/>
        </a:p>
      </dgm:t>
    </dgm:pt>
    <dgm:pt modelId="{620DD3EC-BDCD-468B-B566-7FE2B848507E}">
      <dgm:prSet phldrT="[Text]" custT="1"/>
      <dgm:spPr/>
      <dgm:t>
        <a:bodyPr/>
        <a:lstStyle/>
        <a:p>
          <a:r>
            <a:rPr lang="en-US" sz="1200" smtClean="0"/>
            <a:t>Common reuse scenarios</a:t>
          </a:r>
          <a:endParaRPr lang="en-US" sz="1200" dirty="0"/>
        </a:p>
      </dgm:t>
    </dgm:pt>
    <dgm:pt modelId="{F0764DAA-254D-4C3C-9708-669D5BF5A337}" type="parTrans" cxnId="{55322DC1-D5BB-4947-91D3-C49D83A86839}">
      <dgm:prSet/>
      <dgm:spPr/>
      <dgm:t>
        <a:bodyPr/>
        <a:lstStyle/>
        <a:p>
          <a:endParaRPr lang="en-US"/>
        </a:p>
      </dgm:t>
    </dgm:pt>
    <dgm:pt modelId="{61B96E30-C56F-4FDE-AA00-908E8835534F}" type="sibTrans" cxnId="{55322DC1-D5BB-4947-91D3-C49D83A86839}">
      <dgm:prSet/>
      <dgm:spPr/>
      <dgm:t>
        <a:bodyPr/>
        <a:lstStyle/>
        <a:p>
          <a:endParaRPr lang="en-US"/>
        </a:p>
      </dgm:t>
    </dgm:pt>
    <dgm:pt modelId="{9286A5EC-F2A9-487D-8BF1-B96EEEFD636B}">
      <dgm:prSet phldrT="[Text]" custT="1"/>
      <dgm:spPr/>
      <dgm:t>
        <a:bodyPr/>
        <a:lstStyle/>
        <a:p>
          <a:r>
            <a:rPr lang="en-US" sz="1200" dirty="0" smtClean="0"/>
            <a:t>Requirements reuse.</a:t>
          </a:r>
          <a:endParaRPr lang="en-US" sz="1200" dirty="0"/>
        </a:p>
      </dgm:t>
    </dgm:pt>
    <dgm:pt modelId="{D6357A36-116B-440B-A9E1-8EDB3A4D1B88}" type="sibTrans" cxnId="{3371D227-869E-4636-B9B0-BA373BCE5AD6}">
      <dgm:prSet/>
      <dgm:spPr/>
      <dgm:t>
        <a:bodyPr/>
        <a:lstStyle/>
        <a:p>
          <a:endParaRPr lang="en-US"/>
        </a:p>
      </dgm:t>
    </dgm:pt>
    <dgm:pt modelId="{8CE2CE9A-EBD7-445E-BD99-21666869C1D4}" type="parTrans" cxnId="{3371D227-869E-4636-B9B0-BA373BCE5AD6}">
      <dgm:prSet/>
      <dgm:spPr/>
      <dgm:t>
        <a:bodyPr/>
        <a:lstStyle/>
        <a:p>
          <a:endParaRPr lang="en-US"/>
        </a:p>
      </dgm:t>
    </dgm:pt>
    <dgm:pt modelId="{552219B0-29E3-4A6C-90E3-BE0B83069EBC}">
      <dgm:prSet phldrT="[Text]" custT="1"/>
      <dgm:spPr/>
      <dgm:t>
        <a:bodyPr/>
        <a:lstStyle/>
        <a:p>
          <a:r>
            <a:rPr lang="en-US" sz="1200" dirty="0" smtClean="0"/>
            <a:t>SW product lines</a:t>
          </a:r>
          <a:endParaRPr lang="en-US" sz="1200" dirty="0"/>
        </a:p>
      </dgm:t>
    </dgm:pt>
    <dgm:pt modelId="{D723B879-676C-4614-8859-D09DEFF2A3B3}" type="parTrans" cxnId="{81ECBBE0-B641-4AE9-A53F-16A71BDFB9C1}">
      <dgm:prSet/>
      <dgm:spPr/>
      <dgm:t>
        <a:bodyPr/>
        <a:lstStyle/>
        <a:p>
          <a:endParaRPr lang="en-US"/>
        </a:p>
      </dgm:t>
    </dgm:pt>
    <dgm:pt modelId="{3AAC379C-C229-429B-B8C5-9157680B919C}" type="sibTrans" cxnId="{81ECBBE0-B641-4AE9-A53F-16A71BDFB9C1}">
      <dgm:prSet/>
      <dgm:spPr/>
      <dgm:t>
        <a:bodyPr/>
        <a:lstStyle/>
        <a:p>
          <a:endParaRPr lang="en-US"/>
        </a:p>
      </dgm:t>
    </dgm:pt>
    <dgm:pt modelId="{1F903EBE-540A-403B-AE13-6A09126352BD}">
      <dgm:prSet phldrT="[Text]" custT="1"/>
      <dgm:spPr/>
      <dgm:t>
        <a:bodyPr/>
        <a:lstStyle/>
        <a:p>
          <a:r>
            <a:rPr lang="en-US" sz="1200" dirty="0" smtClean="0"/>
            <a:t>Requirement patterns</a:t>
          </a:r>
          <a:endParaRPr lang="en-US" sz="1200" dirty="0"/>
        </a:p>
      </dgm:t>
    </dgm:pt>
    <dgm:pt modelId="{248E9311-DF61-4B0E-BD57-16AE2D707A60}" type="parTrans" cxnId="{3AA2732E-E1F3-4BD5-9990-5D30D82B08ED}">
      <dgm:prSet/>
      <dgm:spPr/>
      <dgm:t>
        <a:bodyPr/>
        <a:lstStyle/>
        <a:p>
          <a:endParaRPr lang="en-US"/>
        </a:p>
      </dgm:t>
    </dgm:pt>
    <dgm:pt modelId="{BB52F0E9-3899-452E-BFB9-D8344A4C6147}" type="sibTrans" cxnId="{3AA2732E-E1F3-4BD5-9990-5D30D82B08ED}">
      <dgm:prSet/>
      <dgm:spPr/>
      <dgm:t>
        <a:bodyPr/>
        <a:lstStyle/>
        <a:p>
          <a:endParaRPr lang="en-US"/>
        </a:p>
      </dgm:t>
    </dgm:pt>
    <dgm:pt modelId="{F142DEDA-3202-4A6E-A872-744A36211997}">
      <dgm:prSet phldrT="[Text]" custT="1"/>
      <dgm:spPr/>
      <dgm:t>
        <a:bodyPr/>
        <a:lstStyle/>
        <a:p>
          <a:r>
            <a:rPr lang="en-US" sz="1200" dirty="0" smtClean="0"/>
            <a:t>Why reuse </a:t>
          </a:r>
          <a:r>
            <a:rPr lang="en-US" sz="1200" dirty="0" err="1" smtClean="0"/>
            <a:t>reqs</a:t>
          </a:r>
          <a:r>
            <a:rPr lang="en-US" sz="1200" dirty="0" smtClean="0"/>
            <a:t>.?</a:t>
          </a:r>
          <a:endParaRPr lang="en-US" sz="1200" dirty="0"/>
        </a:p>
      </dgm:t>
    </dgm:pt>
    <dgm:pt modelId="{588037F0-0B1A-4D72-81EB-CAFA026AEFB7}" type="parTrans" cxnId="{EEDD1D35-51A4-4EFC-BEC5-0B8F238E57D2}">
      <dgm:prSet/>
      <dgm:spPr/>
      <dgm:t>
        <a:bodyPr/>
        <a:lstStyle/>
        <a:p>
          <a:endParaRPr lang="en-US"/>
        </a:p>
      </dgm:t>
    </dgm:pt>
    <dgm:pt modelId="{90D5C085-E7FD-409C-B728-A036C61691D1}" type="sibTrans" cxnId="{EEDD1D35-51A4-4EFC-BEC5-0B8F238E57D2}">
      <dgm:prSet/>
      <dgm:spPr/>
      <dgm:t>
        <a:bodyPr/>
        <a:lstStyle/>
        <a:p>
          <a:endParaRPr lang="en-US"/>
        </a:p>
      </dgm:t>
    </dgm:pt>
    <dgm:pt modelId="{1947618A-5736-4E7D-A7B1-0535566E666C}">
      <dgm:prSet phldrT="[Text]" custT="1"/>
      <dgm:spPr/>
      <dgm:t>
        <a:bodyPr/>
        <a:lstStyle/>
        <a:p>
          <a:r>
            <a:rPr lang="en-US" sz="1200" dirty="0" smtClean="0"/>
            <a:t>Dimension of </a:t>
          </a:r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3C73C88C-ADAC-4E8D-8259-4FBC3819D296}" type="parTrans" cxnId="{48FB7E41-4DCE-49A7-8A59-30799E27CFF1}">
      <dgm:prSet/>
      <dgm:spPr/>
      <dgm:t>
        <a:bodyPr/>
        <a:lstStyle/>
        <a:p>
          <a:endParaRPr lang="en-US"/>
        </a:p>
      </dgm:t>
    </dgm:pt>
    <dgm:pt modelId="{4AA8505F-D096-4A68-B858-481E0AB908C1}" type="sibTrans" cxnId="{48FB7E41-4DCE-49A7-8A59-30799E27CFF1}">
      <dgm:prSet/>
      <dgm:spPr/>
      <dgm:t>
        <a:bodyPr/>
        <a:lstStyle/>
        <a:p>
          <a:endParaRPr lang="en-US"/>
        </a:p>
      </dgm:t>
    </dgm:pt>
    <dgm:pt modelId="{AEC44668-A4C2-4E1B-B39E-CB2888B9DE8D}">
      <dgm:prSet phldrT="[Text]" custT="1"/>
      <dgm:spPr/>
      <dgm:t>
        <a:bodyPr/>
        <a:lstStyle/>
        <a:p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FD58BE62-9C5A-475A-8FC1-794FCC27A5B8}" type="parTrans" cxnId="{F0E261ED-88BB-4FDF-A410-3711D4F68B41}">
      <dgm:prSet/>
      <dgm:spPr/>
      <dgm:t>
        <a:bodyPr/>
        <a:lstStyle/>
        <a:p>
          <a:endParaRPr lang="en-US"/>
        </a:p>
      </dgm:t>
    </dgm:pt>
    <dgm:pt modelId="{A87416F6-CAF3-4F24-8E79-E769B7818015}" type="sibTrans" cxnId="{F0E261ED-88BB-4FDF-A410-3711D4F68B41}">
      <dgm:prSet/>
      <dgm:spPr/>
      <dgm:t>
        <a:bodyPr/>
        <a:lstStyle/>
        <a:p>
          <a:endParaRPr lang="en-US"/>
        </a:p>
      </dgm:t>
    </dgm:pt>
    <dgm:pt modelId="{C6E4FEDD-12A9-48D1-836A-71DF2EBCFFAD}">
      <dgm:prSet phldrT="[Text]" custT="1"/>
      <dgm:spPr/>
      <dgm:t>
        <a:bodyPr/>
        <a:lstStyle/>
        <a:p>
          <a:r>
            <a:rPr lang="en-US" sz="1200" dirty="0" smtClean="0"/>
            <a:t>Types of </a:t>
          </a:r>
          <a:r>
            <a:rPr lang="en-US" sz="1200" dirty="0" err="1" smtClean="0"/>
            <a:t>reqs</a:t>
          </a:r>
          <a:r>
            <a:rPr lang="en-US" sz="1200" dirty="0" smtClean="0"/>
            <a:t>. Reuse</a:t>
          </a:r>
          <a:endParaRPr lang="en-US" sz="1200" dirty="0"/>
        </a:p>
      </dgm:t>
    </dgm:pt>
    <dgm:pt modelId="{A2275AAE-D67F-4B48-809F-43E648A9868F}" type="parTrans" cxnId="{4CF36AB0-83A9-4CD1-9F6C-54F7A6E3A79C}">
      <dgm:prSet/>
      <dgm:spPr/>
      <dgm:t>
        <a:bodyPr/>
        <a:lstStyle/>
        <a:p>
          <a:endParaRPr lang="en-US"/>
        </a:p>
      </dgm:t>
    </dgm:pt>
    <dgm:pt modelId="{795C140E-55F9-45B3-A3C9-9055A88BB7F4}" type="sibTrans" cxnId="{4CF36AB0-83A9-4CD1-9F6C-54F7A6E3A79C}">
      <dgm:prSet/>
      <dgm:spPr/>
      <dgm:t>
        <a:bodyPr/>
        <a:lstStyle/>
        <a:p>
          <a:endParaRPr lang="en-US"/>
        </a:p>
      </dgm:t>
    </dgm:pt>
    <dgm:pt modelId="{ED538FBE-6130-45A2-A1D0-5DEB03E796E8}">
      <dgm:prSet phldrT="[Text]" custT="1"/>
      <dgm:spPr/>
      <dgm:t>
        <a:bodyPr/>
        <a:lstStyle/>
        <a:p>
          <a:r>
            <a:rPr lang="en-US" sz="1200" dirty="0" smtClean="0"/>
            <a:t>Reengineered and replacement systems</a:t>
          </a:r>
          <a:endParaRPr lang="en-US" sz="1200" dirty="0"/>
        </a:p>
      </dgm:t>
    </dgm:pt>
    <dgm:pt modelId="{8BEDDD51-476B-4EA3-BB0E-02C6B68708C7}" type="parTrans" cxnId="{76FE0A3B-1FB2-47AB-A803-192EED8CF4A6}">
      <dgm:prSet/>
      <dgm:spPr/>
      <dgm:t>
        <a:bodyPr/>
        <a:lstStyle/>
        <a:p>
          <a:endParaRPr lang="en-US"/>
        </a:p>
      </dgm:t>
    </dgm:pt>
    <dgm:pt modelId="{35D97104-0716-450A-B2F9-D53D45C2A7A7}" type="sibTrans" cxnId="{76FE0A3B-1FB2-47AB-A803-192EED8CF4A6}">
      <dgm:prSet/>
      <dgm:spPr/>
      <dgm:t>
        <a:bodyPr/>
        <a:lstStyle/>
        <a:p>
          <a:endParaRPr lang="en-US"/>
        </a:p>
      </dgm:t>
    </dgm:pt>
    <dgm:pt modelId="{CC7928C2-579C-44D0-AB38-88BC756CAA0E}">
      <dgm:prSet phldrT="[Text]" custT="1"/>
      <dgm:spPr/>
      <dgm:t>
        <a:bodyPr/>
        <a:lstStyle/>
        <a:p>
          <a:r>
            <a:rPr lang="en-US" sz="1200" smtClean="0"/>
            <a:t>Other likely reuse opportunities</a:t>
          </a:r>
          <a:endParaRPr lang="en-US" sz="1200" dirty="0"/>
        </a:p>
      </dgm:t>
    </dgm:pt>
    <dgm:pt modelId="{35F2611B-0442-443A-B647-B82B7382EA23}" type="parTrans" cxnId="{2D45FC77-4AED-4DE6-8379-E523C1F99EFC}">
      <dgm:prSet/>
      <dgm:spPr/>
      <dgm:t>
        <a:bodyPr/>
        <a:lstStyle/>
        <a:p>
          <a:endParaRPr lang="en-US"/>
        </a:p>
      </dgm:t>
    </dgm:pt>
    <dgm:pt modelId="{A433C3AB-C870-42AA-B57A-E43B2BF3718E}" type="sibTrans" cxnId="{2D45FC77-4AED-4DE6-8379-E523C1F99EFC}">
      <dgm:prSet/>
      <dgm:spPr/>
      <dgm:t>
        <a:bodyPr/>
        <a:lstStyle/>
        <a:p>
          <a:endParaRPr lang="en-US"/>
        </a:p>
      </dgm:t>
    </dgm:pt>
    <dgm:pt modelId="{68F0BB4A-4CA0-4481-8397-108E86A12DA4}">
      <dgm:prSet phldrT="[Text]" custT="1"/>
      <dgm:spPr/>
      <dgm:t>
        <a:bodyPr/>
        <a:lstStyle/>
        <a:p>
          <a:r>
            <a:rPr lang="en-US" sz="1200" smtClean="0"/>
            <a:t>Guidance</a:t>
          </a:r>
          <a:endParaRPr lang="en-US" sz="1200" dirty="0"/>
        </a:p>
      </dgm:t>
    </dgm:pt>
    <dgm:pt modelId="{ED5ECDE6-7B87-4768-B1AE-20C55CA1EA8F}" type="parTrans" cxnId="{4C35333B-E2CE-49B4-8E8B-065145550125}">
      <dgm:prSet/>
      <dgm:spPr/>
      <dgm:t>
        <a:bodyPr/>
        <a:lstStyle/>
        <a:p>
          <a:endParaRPr lang="en-US"/>
        </a:p>
      </dgm:t>
    </dgm:pt>
    <dgm:pt modelId="{A0B2EC27-08AF-4A70-911E-D73503EF8DD4}" type="sibTrans" cxnId="{4C35333B-E2CE-49B4-8E8B-065145550125}">
      <dgm:prSet/>
      <dgm:spPr/>
      <dgm:t>
        <a:bodyPr/>
        <a:lstStyle/>
        <a:p>
          <a:endParaRPr lang="en-US"/>
        </a:p>
      </dgm:t>
    </dgm:pt>
    <dgm:pt modelId="{E9C886F1-1EBC-4EBC-BB4B-24DF341523A6}">
      <dgm:prSet phldrT="[Text]" custT="1"/>
      <dgm:spPr/>
      <dgm:t>
        <a:bodyPr/>
        <a:lstStyle/>
        <a:p>
          <a:r>
            <a:rPr lang="en-US" sz="1200" dirty="0" smtClean="0"/>
            <a:t>Content</a:t>
          </a:r>
          <a:endParaRPr lang="en-US" sz="1200" dirty="0"/>
        </a:p>
      </dgm:t>
    </dgm:pt>
    <dgm:pt modelId="{5E8DD444-C688-4780-A5F0-D4A4181FBDCC}" type="parTrans" cxnId="{B6ED6959-D36F-40C1-BB7A-D25AABCCA5A0}">
      <dgm:prSet/>
      <dgm:spPr/>
      <dgm:t>
        <a:bodyPr/>
        <a:lstStyle/>
        <a:p>
          <a:endParaRPr lang="en-US"/>
        </a:p>
      </dgm:t>
    </dgm:pt>
    <dgm:pt modelId="{677365F0-85D2-4516-9D4D-C1E5444A6324}" type="sibTrans" cxnId="{B6ED6959-D36F-40C1-BB7A-D25AABCCA5A0}">
      <dgm:prSet/>
      <dgm:spPr/>
      <dgm:t>
        <a:bodyPr/>
        <a:lstStyle/>
        <a:p>
          <a:endParaRPr lang="en-US"/>
        </a:p>
      </dgm:t>
    </dgm:pt>
    <dgm:pt modelId="{2EA5620F-A953-4641-A9F7-FF6474899C89}">
      <dgm:prSet phldrT="[Text]" custT="1"/>
      <dgm:spPr/>
      <dgm:t>
        <a:bodyPr/>
        <a:lstStyle/>
        <a:p>
          <a:r>
            <a:rPr lang="en-US" sz="1200" dirty="0" smtClean="0"/>
            <a:t>Template</a:t>
          </a:r>
          <a:endParaRPr lang="en-US" sz="1200" dirty="0"/>
        </a:p>
      </dgm:t>
    </dgm:pt>
    <dgm:pt modelId="{5D54CE41-C375-40B2-A52F-A4D5244B4F6B}" type="parTrans" cxnId="{6E33D0D5-87BC-4AF4-9FFF-BA2468C620CA}">
      <dgm:prSet/>
      <dgm:spPr/>
      <dgm:t>
        <a:bodyPr/>
        <a:lstStyle/>
        <a:p>
          <a:endParaRPr lang="en-US"/>
        </a:p>
      </dgm:t>
    </dgm:pt>
    <dgm:pt modelId="{EC911C88-B43C-4ADA-AC79-C106AB283D2F}" type="sibTrans" cxnId="{6E33D0D5-87BC-4AF4-9FFF-BA2468C620CA}">
      <dgm:prSet/>
      <dgm:spPr/>
      <dgm:t>
        <a:bodyPr/>
        <a:lstStyle/>
        <a:p>
          <a:endParaRPr lang="en-US"/>
        </a:p>
      </dgm:t>
    </dgm:pt>
    <dgm:pt modelId="{58071AFA-4B9B-45FE-8D29-BD33AD1AE5F0}">
      <dgm:prSet phldrT="[Text]" custT="1"/>
      <dgm:spPr/>
      <dgm:t>
        <a:bodyPr/>
        <a:lstStyle/>
        <a:p>
          <a:r>
            <a:rPr lang="en-US" sz="1200" dirty="0" smtClean="0"/>
            <a:t>Examples</a:t>
          </a:r>
          <a:endParaRPr lang="en-US" sz="1200" dirty="0"/>
        </a:p>
      </dgm:t>
    </dgm:pt>
    <dgm:pt modelId="{BFB1E75C-DD68-4F5F-8C40-4F4C36AC6BEA}" type="parTrans" cxnId="{3E834A22-B4D9-4FB8-A0CF-60BD401E9F77}">
      <dgm:prSet/>
      <dgm:spPr/>
      <dgm:t>
        <a:bodyPr/>
        <a:lstStyle/>
        <a:p>
          <a:endParaRPr lang="en-US"/>
        </a:p>
      </dgm:t>
    </dgm:pt>
    <dgm:pt modelId="{E37F1C88-1AF1-48F6-AAEF-12C017B78A04}" type="sibTrans" cxnId="{3E834A22-B4D9-4FB8-A0CF-60BD401E9F77}">
      <dgm:prSet/>
      <dgm:spPr/>
      <dgm:t>
        <a:bodyPr/>
        <a:lstStyle/>
        <a:p>
          <a:endParaRPr lang="en-US"/>
        </a:p>
      </dgm:t>
    </dgm:pt>
    <dgm:pt modelId="{C23EE67C-7F77-47BA-A8B3-6493565ADACA}">
      <dgm:prSet phldrT="[Text]" custT="1"/>
      <dgm:spPr/>
      <dgm:t>
        <a:bodyPr/>
        <a:lstStyle/>
        <a:p>
          <a:r>
            <a:rPr lang="en-US" sz="1200" dirty="0" smtClean="0"/>
            <a:t>Extra </a:t>
          </a:r>
          <a:r>
            <a:rPr lang="en-US" sz="1200" dirty="0" err="1" smtClean="0"/>
            <a:t>reqs</a:t>
          </a:r>
          <a:r>
            <a:rPr lang="en-US" sz="1200" dirty="0" smtClean="0"/>
            <a:t>.</a:t>
          </a:r>
          <a:endParaRPr lang="en-US" sz="1200" dirty="0"/>
        </a:p>
      </dgm:t>
    </dgm:pt>
    <dgm:pt modelId="{97ECD7F0-AF08-4202-8F6B-6035FCFA351C}" type="parTrans" cxnId="{1EC82FDF-DEB7-4D50-9C29-27BC7BD7F60F}">
      <dgm:prSet/>
      <dgm:spPr/>
      <dgm:t>
        <a:bodyPr/>
        <a:lstStyle/>
        <a:p>
          <a:endParaRPr lang="en-US"/>
        </a:p>
      </dgm:t>
    </dgm:pt>
    <dgm:pt modelId="{81688764-0848-43B4-A2D6-8E904026A524}" type="sibTrans" cxnId="{1EC82FDF-DEB7-4D50-9C29-27BC7BD7F60F}">
      <dgm:prSet/>
      <dgm:spPr/>
      <dgm:t>
        <a:bodyPr/>
        <a:lstStyle/>
        <a:p>
          <a:endParaRPr lang="en-US"/>
        </a:p>
      </dgm:t>
    </dgm:pt>
    <dgm:pt modelId="{71A87117-79C4-4853-87C0-EA73BD2BB07E}">
      <dgm:prSet phldrT="[Text]" custT="1"/>
      <dgm:spPr/>
      <dgm:t>
        <a:bodyPr/>
        <a:lstStyle/>
        <a:p>
          <a:r>
            <a:rPr lang="en-US" sz="1200" dirty="0" smtClean="0"/>
            <a:t>Barriers factors</a:t>
          </a:r>
          <a:endParaRPr lang="en-US" sz="1200" dirty="0"/>
        </a:p>
      </dgm:t>
    </dgm:pt>
    <dgm:pt modelId="{37777025-6084-49B6-8F43-C5FFA95ABB75}" type="parTrans" cxnId="{1604376D-5C72-45EB-8CD2-AFD2D4B26B29}">
      <dgm:prSet/>
      <dgm:spPr/>
      <dgm:t>
        <a:bodyPr/>
        <a:lstStyle/>
        <a:p>
          <a:endParaRPr lang="en-US"/>
        </a:p>
      </dgm:t>
    </dgm:pt>
    <dgm:pt modelId="{6E88D8D5-C851-4296-8F3F-47D71B78C5A6}" type="sibTrans" cxnId="{1604376D-5C72-45EB-8CD2-AFD2D4B26B29}">
      <dgm:prSet/>
      <dgm:spPr/>
      <dgm:t>
        <a:bodyPr/>
        <a:lstStyle/>
        <a:p>
          <a:endParaRPr lang="en-US"/>
        </a:p>
      </dgm:t>
    </dgm:pt>
    <dgm:pt modelId="{F91A8AB5-9278-4D4E-BC56-21224700D286}">
      <dgm:prSet phldrT="[Text]" custT="1"/>
      <dgm:spPr/>
      <dgm:t>
        <a:bodyPr/>
        <a:lstStyle/>
        <a:p>
          <a:r>
            <a:rPr lang="en-US" sz="1200" dirty="0" smtClean="0"/>
            <a:t>Success factors</a:t>
          </a:r>
          <a:endParaRPr lang="en-US" sz="1200" dirty="0"/>
        </a:p>
      </dgm:t>
    </dgm:pt>
    <dgm:pt modelId="{502D84B5-6040-4F8C-8C70-AC9E8C7A7931}" type="parTrans" cxnId="{3E3F33A1-764D-455F-9609-979B7487620C}">
      <dgm:prSet/>
      <dgm:spPr/>
      <dgm:t>
        <a:bodyPr/>
        <a:lstStyle/>
        <a:p>
          <a:endParaRPr lang="en-US"/>
        </a:p>
      </dgm:t>
    </dgm:pt>
    <dgm:pt modelId="{C61FB986-3367-414D-9CC8-14FAE1051217}" type="sibTrans" cxnId="{3E3F33A1-764D-455F-9609-979B7487620C}">
      <dgm:prSet/>
      <dgm:spPr/>
      <dgm:t>
        <a:bodyPr/>
        <a:lstStyle/>
        <a:p>
          <a:endParaRPr lang="en-US"/>
        </a:p>
      </dgm:t>
    </dgm:pt>
    <dgm:pt modelId="{556E8FD8-40F6-455A-835F-025608B7D422}">
      <dgm:prSet phldrT="[Text]" custT="1"/>
      <dgm:spPr/>
      <dgm:t>
        <a:bodyPr/>
        <a:lstStyle/>
        <a:p>
          <a:r>
            <a:rPr lang="en-US" sz="1200" dirty="0" smtClean="0"/>
            <a:t>Extent of reuse</a:t>
          </a:r>
          <a:endParaRPr lang="en-US" sz="1200" dirty="0"/>
        </a:p>
      </dgm:t>
    </dgm:pt>
    <dgm:pt modelId="{E67C53B2-E892-4C0F-A08A-88A3ED9B61F7}" type="parTrans" cxnId="{A109B709-4C51-42E1-B8B3-EE694934A335}">
      <dgm:prSet/>
      <dgm:spPr/>
      <dgm:t>
        <a:bodyPr/>
        <a:lstStyle/>
        <a:p>
          <a:endParaRPr lang="en-US"/>
        </a:p>
      </dgm:t>
    </dgm:pt>
    <dgm:pt modelId="{E7544627-CF2D-48DA-8B7F-1F39195C4840}" type="sibTrans" cxnId="{A109B709-4C51-42E1-B8B3-EE694934A335}">
      <dgm:prSet/>
      <dgm:spPr/>
      <dgm:t>
        <a:bodyPr/>
        <a:lstStyle/>
        <a:p>
          <a:endParaRPr lang="en-US"/>
        </a:p>
      </dgm:t>
    </dgm:pt>
    <dgm:pt modelId="{98CFC344-9304-4EC6-B9BC-E8A0A24F49F8}">
      <dgm:prSet phldrT="[Text]" custT="1"/>
      <dgm:spPr/>
      <dgm:t>
        <a:bodyPr/>
        <a:lstStyle/>
        <a:p>
          <a:r>
            <a:rPr lang="en-US" sz="1200" dirty="0" smtClean="0"/>
            <a:t>Extent of </a:t>
          </a:r>
          <a:r>
            <a:rPr lang="en-US" sz="1200" dirty="0" err="1" smtClean="0"/>
            <a:t>modi</a:t>
          </a:r>
          <a:r>
            <a:rPr lang="en-US" sz="1200" dirty="0" smtClean="0"/>
            <a:t>.</a:t>
          </a:r>
          <a:endParaRPr lang="en-US" sz="1200" dirty="0"/>
        </a:p>
      </dgm:t>
    </dgm:pt>
    <dgm:pt modelId="{C261E12B-9CC3-4861-845D-9128B169CF9B}" type="parTrans" cxnId="{E1693E6E-D569-4F2B-8348-0AA7E4140BE6}">
      <dgm:prSet/>
      <dgm:spPr/>
      <dgm:t>
        <a:bodyPr/>
        <a:lstStyle/>
        <a:p>
          <a:endParaRPr lang="en-US"/>
        </a:p>
      </dgm:t>
    </dgm:pt>
    <dgm:pt modelId="{25975C59-E6F0-40BC-AC98-16866442FF31}" type="sibTrans" cxnId="{E1693E6E-D569-4F2B-8348-0AA7E4140BE6}">
      <dgm:prSet/>
      <dgm:spPr/>
      <dgm:t>
        <a:bodyPr/>
        <a:lstStyle/>
        <a:p>
          <a:endParaRPr lang="en-US"/>
        </a:p>
      </dgm:t>
    </dgm:pt>
    <dgm:pt modelId="{1EED062B-8F19-4777-9982-C169436E891C}">
      <dgm:prSet phldrT="[Text]" custT="1"/>
      <dgm:spPr/>
      <dgm:t>
        <a:bodyPr/>
        <a:lstStyle/>
        <a:p>
          <a:r>
            <a:rPr lang="en-US" sz="1200" dirty="0" smtClean="0"/>
            <a:t>Reuse mechanism</a:t>
          </a:r>
          <a:endParaRPr lang="en-US" sz="1200" dirty="0"/>
        </a:p>
      </dgm:t>
    </dgm:pt>
    <dgm:pt modelId="{E23F665C-87A1-4AE3-97A2-35DD5DD59927}" type="parTrans" cxnId="{DFABDEEE-A240-4EC9-97BA-95D30F3F29D5}">
      <dgm:prSet/>
      <dgm:spPr/>
      <dgm:t>
        <a:bodyPr/>
        <a:lstStyle/>
        <a:p>
          <a:endParaRPr lang="en-US"/>
        </a:p>
      </dgm:t>
    </dgm:pt>
    <dgm:pt modelId="{5F196C6C-6D57-46B2-B88F-666645662E91}" type="sibTrans" cxnId="{DFABDEEE-A240-4EC9-97BA-95D30F3F29D5}">
      <dgm:prSet/>
      <dgm:spPr/>
      <dgm:t>
        <a:bodyPr/>
        <a:lstStyle/>
        <a:p>
          <a:endParaRPr lang="en-US"/>
        </a:p>
      </dgm:t>
    </dgm:pt>
    <dgm:pt modelId="{F88CED9D-CB32-45D4-A470-43245E18FCB3}">
      <dgm:prSet phldrT="[Text]" custT="1"/>
      <dgm:spPr/>
      <dgm:t>
        <a:bodyPr/>
        <a:lstStyle/>
        <a:p>
          <a:r>
            <a:rPr lang="en-US" sz="1200" dirty="0" smtClean="0"/>
            <a:t>Within a product</a:t>
          </a:r>
          <a:endParaRPr lang="en-US" sz="1200" dirty="0"/>
        </a:p>
      </dgm:t>
    </dgm:pt>
    <dgm:pt modelId="{EDC0CFFA-ED12-4115-8BE2-0F3535696B0D}" type="parTrans" cxnId="{3E791538-C657-4F76-AC66-85F053D2401A}">
      <dgm:prSet/>
      <dgm:spPr/>
      <dgm:t>
        <a:bodyPr/>
        <a:lstStyle/>
        <a:p>
          <a:endParaRPr lang="en-US"/>
        </a:p>
      </dgm:t>
    </dgm:pt>
    <dgm:pt modelId="{4AA24FA2-F46B-4E9C-B6BE-9004FCF0C09D}" type="sibTrans" cxnId="{3E791538-C657-4F76-AC66-85F053D2401A}">
      <dgm:prSet/>
      <dgm:spPr/>
      <dgm:t>
        <a:bodyPr/>
        <a:lstStyle/>
        <a:p>
          <a:endParaRPr lang="en-US"/>
        </a:p>
      </dgm:t>
    </dgm:pt>
    <dgm:pt modelId="{3EF3A6E7-C292-47CC-B270-3E3EBE607D52}">
      <dgm:prSet phldrT="[Text]" custT="1"/>
      <dgm:spPr/>
      <dgm:t>
        <a:bodyPr/>
        <a:lstStyle/>
        <a:p>
          <a:r>
            <a:rPr lang="en-US" sz="1200" dirty="0" smtClean="0"/>
            <a:t>Across a product lines</a:t>
          </a:r>
          <a:endParaRPr lang="en-US" sz="1200" dirty="0"/>
        </a:p>
      </dgm:t>
    </dgm:pt>
    <dgm:pt modelId="{D481CA47-B5D5-4D96-BC79-BE9AAABF9466}" type="parTrans" cxnId="{4B0E9FDE-7A83-4153-8254-343BFFC6A15D}">
      <dgm:prSet/>
      <dgm:spPr/>
      <dgm:t>
        <a:bodyPr/>
        <a:lstStyle/>
        <a:p>
          <a:endParaRPr lang="en-US"/>
        </a:p>
      </dgm:t>
    </dgm:pt>
    <dgm:pt modelId="{D3C9781C-99F9-4FFB-85A6-AC0ABAA41395}" type="sibTrans" cxnId="{4B0E9FDE-7A83-4153-8254-343BFFC6A15D}">
      <dgm:prSet/>
      <dgm:spPr/>
      <dgm:t>
        <a:bodyPr/>
        <a:lstStyle/>
        <a:p>
          <a:endParaRPr lang="en-US"/>
        </a:p>
      </dgm:t>
    </dgm:pt>
    <dgm:pt modelId="{8FBC9412-DE73-4430-ABD4-170D2B2D5B40}">
      <dgm:prSet phldrT="[Text]" custT="1"/>
      <dgm:spPr/>
      <dgm:t>
        <a:bodyPr/>
        <a:lstStyle/>
        <a:p>
          <a:r>
            <a:rPr lang="en-US" sz="1200" dirty="0" smtClean="0"/>
            <a:t>Across a biz domain</a:t>
          </a:r>
          <a:endParaRPr lang="en-US" sz="1200" dirty="0"/>
        </a:p>
      </dgm:t>
    </dgm:pt>
    <dgm:pt modelId="{DE033789-4671-4B2D-80A6-DE47FDE133A9}" type="parTrans" cxnId="{9B5B3F46-E2B6-4B9A-9AFA-0605BD385EA0}">
      <dgm:prSet/>
      <dgm:spPr/>
      <dgm:t>
        <a:bodyPr/>
        <a:lstStyle/>
        <a:p>
          <a:endParaRPr lang="en-US"/>
        </a:p>
      </dgm:t>
    </dgm:pt>
    <dgm:pt modelId="{3FFF4DB3-76E7-4FCF-8DEB-5223A465A98F}" type="sibTrans" cxnId="{9B5B3F46-E2B6-4B9A-9AFA-0605BD385EA0}">
      <dgm:prSet/>
      <dgm:spPr/>
      <dgm:t>
        <a:bodyPr/>
        <a:lstStyle/>
        <a:p>
          <a:endParaRPr lang="en-US"/>
        </a:p>
      </dgm:t>
    </dgm:pt>
    <dgm:pt modelId="{8989D7C3-0377-4FA4-BDEF-0125186F1434}">
      <dgm:prSet phldrT="[Text]" custT="1"/>
      <dgm:spPr/>
      <dgm:t>
        <a:bodyPr/>
        <a:lstStyle/>
        <a:p>
          <a:r>
            <a:rPr lang="en-US" sz="1200" dirty="0" smtClean="0"/>
            <a:t>Within a platform</a:t>
          </a:r>
          <a:endParaRPr lang="en-US" sz="1200" dirty="0"/>
        </a:p>
      </dgm:t>
    </dgm:pt>
    <dgm:pt modelId="{9D210C6E-CF8C-4AD9-BC0C-1A9414145BC2}" type="parTrans" cxnId="{90FB866F-8CB1-4FCF-B39F-10C4BFCDC239}">
      <dgm:prSet/>
      <dgm:spPr/>
      <dgm:t>
        <a:bodyPr/>
        <a:lstStyle/>
        <a:p>
          <a:endParaRPr lang="en-US"/>
        </a:p>
      </dgm:t>
    </dgm:pt>
    <dgm:pt modelId="{B6B77A4B-D689-4396-B5C5-E87546531706}" type="sibTrans" cxnId="{90FB866F-8CB1-4FCF-B39F-10C4BFCDC239}">
      <dgm:prSet/>
      <dgm:spPr/>
      <dgm:t>
        <a:bodyPr/>
        <a:lstStyle/>
        <a:p>
          <a:endParaRPr lang="en-US"/>
        </a:p>
      </dgm:t>
    </dgm:pt>
    <dgm:pt modelId="{11077618-9302-474C-8482-1BBB83E3AEF1}" type="pres">
      <dgm:prSet presAssocID="{1A65A4D7-7720-45CB-8279-86EBD3407E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ED7B2E-63E5-438D-91CD-EFA6DE9BBF61}" type="pres">
      <dgm:prSet presAssocID="{9E6404DC-1053-49D6-95EE-599A97C88DD3}" presName="hierRoot1" presStyleCnt="0">
        <dgm:presLayoutVars>
          <dgm:hierBranch val="init"/>
        </dgm:presLayoutVars>
      </dgm:prSet>
      <dgm:spPr/>
    </dgm:pt>
    <dgm:pt modelId="{ADCB6C6D-2F95-4AD5-B3EB-BEA9A3239732}" type="pres">
      <dgm:prSet presAssocID="{9E6404DC-1053-49D6-95EE-599A97C88DD3}" presName="rootComposite1" presStyleCnt="0"/>
      <dgm:spPr/>
    </dgm:pt>
    <dgm:pt modelId="{0F3C8968-31FF-46A5-BCB3-A2E771257413}" type="pres">
      <dgm:prSet presAssocID="{9E6404DC-1053-49D6-95EE-599A97C88DD3}" presName="rootText1" presStyleLbl="node0" presStyleIdx="0" presStyleCnt="1" custScaleX="379549" custScaleY="153424" custLinFactNeighborX="-4584" custLinFactNeighborY="-385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C73746-D1E9-45A4-A4B2-4DB251C0CC5A}" type="pres">
      <dgm:prSet presAssocID="{9E6404DC-1053-49D6-95EE-599A97C88DD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D53A4B1-01E7-41E8-9724-31F3910545A4}" type="pres">
      <dgm:prSet presAssocID="{9E6404DC-1053-49D6-95EE-599A97C88DD3}" presName="hierChild2" presStyleCnt="0"/>
      <dgm:spPr/>
    </dgm:pt>
    <dgm:pt modelId="{7B4371B5-9FE0-4A41-B872-D27DD755166A}" type="pres">
      <dgm:prSet presAssocID="{8CE2CE9A-EBD7-445E-BD99-21666869C1D4}" presName="Name37" presStyleLbl="parChTrans1D2" presStyleIdx="0" presStyleCnt="4"/>
      <dgm:spPr/>
      <dgm:t>
        <a:bodyPr/>
        <a:lstStyle/>
        <a:p>
          <a:endParaRPr lang="en-US"/>
        </a:p>
      </dgm:t>
    </dgm:pt>
    <dgm:pt modelId="{ED726A71-3CEE-43E5-B36E-E99BBF451E5B}" type="pres">
      <dgm:prSet presAssocID="{9286A5EC-F2A9-487D-8BF1-B96EEEFD636B}" presName="hierRoot2" presStyleCnt="0">
        <dgm:presLayoutVars>
          <dgm:hierBranch val="init"/>
        </dgm:presLayoutVars>
      </dgm:prSet>
      <dgm:spPr/>
    </dgm:pt>
    <dgm:pt modelId="{82B2FC70-3C15-48D4-B101-71C09EFE19F9}" type="pres">
      <dgm:prSet presAssocID="{9286A5EC-F2A9-487D-8BF1-B96EEEFD636B}" presName="rootComposite" presStyleCnt="0"/>
      <dgm:spPr/>
    </dgm:pt>
    <dgm:pt modelId="{C9422C4E-2B02-4D33-A16B-EF7B187ECAB7}" type="pres">
      <dgm:prSet presAssocID="{9286A5EC-F2A9-487D-8BF1-B96EEEFD636B}" presName="rootText" presStyleLbl="node2" presStyleIdx="0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0B8E6A-AEE1-4C2B-8634-C515AEDBA0E5}" type="pres">
      <dgm:prSet presAssocID="{9286A5EC-F2A9-487D-8BF1-B96EEEFD636B}" presName="rootConnector" presStyleLbl="node2" presStyleIdx="0" presStyleCnt="4"/>
      <dgm:spPr/>
      <dgm:t>
        <a:bodyPr/>
        <a:lstStyle/>
        <a:p>
          <a:endParaRPr lang="en-US"/>
        </a:p>
      </dgm:t>
    </dgm:pt>
    <dgm:pt modelId="{C9264EDA-91B6-4FAE-AFE6-AFC29BE66386}" type="pres">
      <dgm:prSet presAssocID="{9286A5EC-F2A9-487D-8BF1-B96EEEFD636B}" presName="hierChild4" presStyleCnt="0"/>
      <dgm:spPr/>
    </dgm:pt>
    <dgm:pt modelId="{06A5B176-3147-4D45-9EF8-CF91B612166F}" type="pres">
      <dgm:prSet presAssocID="{588037F0-0B1A-4D72-81EB-CAFA026AEFB7}" presName="Name37" presStyleLbl="parChTrans1D3" presStyleIdx="0" presStyleCnt="13"/>
      <dgm:spPr/>
      <dgm:t>
        <a:bodyPr/>
        <a:lstStyle/>
        <a:p>
          <a:endParaRPr lang="en-US"/>
        </a:p>
      </dgm:t>
    </dgm:pt>
    <dgm:pt modelId="{A1823CA7-FCBA-4115-A337-66BE02B03547}" type="pres">
      <dgm:prSet presAssocID="{F142DEDA-3202-4A6E-A872-744A36211997}" presName="hierRoot2" presStyleCnt="0">
        <dgm:presLayoutVars>
          <dgm:hierBranch val="init"/>
        </dgm:presLayoutVars>
      </dgm:prSet>
      <dgm:spPr/>
    </dgm:pt>
    <dgm:pt modelId="{80E2B167-EDC3-4945-9077-5283EEF70EE4}" type="pres">
      <dgm:prSet presAssocID="{F142DEDA-3202-4A6E-A872-744A36211997}" presName="rootComposite" presStyleCnt="0"/>
      <dgm:spPr/>
    </dgm:pt>
    <dgm:pt modelId="{28A90088-1D74-4647-BC3B-F17F2E584608}" type="pres">
      <dgm:prSet presAssocID="{F142DEDA-3202-4A6E-A872-744A36211997}" presName="rootText" presStyleLbl="node3" presStyleIdx="0" presStyleCnt="13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2CADF8-24AE-4E16-B362-DFB8C42A8D00}" type="pres">
      <dgm:prSet presAssocID="{F142DEDA-3202-4A6E-A872-744A36211997}" presName="rootConnector" presStyleLbl="node3" presStyleIdx="0" presStyleCnt="13"/>
      <dgm:spPr/>
      <dgm:t>
        <a:bodyPr/>
        <a:lstStyle/>
        <a:p>
          <a:endParaRPr lang="en-US"/>
        </a:p>
      </dgm:t>
    </dgm:pt>
    <dgm:pt modelId="{D2D25354-BC15-441D-9C43-4E22F84DF7E3}" type="pres">
      <dgm:prSet presAssocID="{F142DEDA-3202-4A6E-A872-744A36211997}" presName="hierChild4" presStyleCnt="0"/>
      <dgm:spPr/>
    </dgm:pt>
    <dgm:pt modelId="{42C6C630-1192-4F5E-B919-40B53C299E86}" type="pres">
      <dgm:prSet presAssocID="{F142DEDA-3202-4A6E-A872-744A36211997}" presName="hierChild5" presStyleCnt="0"/>
      <dgm:spPr/>
    </dgm:pt>
    <dgm:pt modelId="{22A06763-7CD0-41E0-8047-44C9999C84AA}" type="pres">
      <dgm:prSet presAssocID="{3C73C88C-ADAC-4E8D-8259-4FBC3819D296}" presName="Name37" presStyleLbl="parChTrans1D3" presStyleIdx="1" presStyleCnt="13"/>
      <dgm:spPr/>
      <dgm:t>
        <a:bodyPr/>
        <a:lstStyle/>
        <a:p>
          <a:endParaRPr lang="en-US"/>
        </a:p>
      </dgm:t>
    </dgm:pt>
    <dgm:pt modelId="{EBCD387B-99F5-420E-AC68-BB5DDA55274F}" type="pres">
      <dgm:prSet presAssocID="{1947618A-5736-4E7D-A7B1-0535566E666C}" presName="hierRoot2" presStyleCnt="0">
        <dgm:presLayoutVars>
          <dgm:hierBranch val="init"/>
        </dgm:presLayoutVars>
      </dgm:prSet>
      <dgm:spPr/>
    </dgm:pt>
    <dgm:pt modelId="{1FCE71FC-8197-4D43-AEA9-42AE00FBE624}" type="pres">
      <dgm:prSet presAssocID="{1947618A-5736-4E7D-A7B1-0535566E666C}" presName="rootComposite" presStyleCnt="0"/>
      <dgm:spPr/>
    </dgm:pt>
    <dgm:pt modelId="{EF3A83E1-5846-4AE9-8B47-6582C37CA326}" type="pres">
      <dgm:prSet presAssocID="{1947618A-5736-4E7D-A7B1-0535566E666C}" presName="rootText" presStyleLbl="node3" presStyleIdx="1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ADC6AF-5D4B-418A-9301-DABA5E048E22}" type="pres">
      <dgm:prSet presAssocID="{1947618A-5736-4E7D-A7B1-0535566E666C}" presName="rootConnector" presStyleLbl="node3" presStyleIdx="1" presStyleCnt="13"/>
      <dgm:spPr/>
      <dgm:t>
        <a:bodyPr/>
        <a:lstStyle/>
        <a:p>
          <a:endParaRPr lang="en-US"/>
        </a:p>
      </dgm:t>
    </dgm:pt>
    <dgm:pt modelId="{AC56E703-D854-4DBA-8A21-3B81398E67CB}" type="pres">
      <dgm:prSet presAssocID="{1947618A-5736-4E7D-A7B1-0535566E666C}" presName="hierChild4" presStyleCnt="0"/>
      <dgm:spPr/>
    </dgm:pt>
    <dgm:pt modelId="{DCC2EF45-5701-4801-8E88-5D72204795B1}" type="pres">
      <dgm:prSet presAssocID="{E67C53B2-E892-4C0F-A08A-88A3ED9B61F7}" presName="Name37" presStyleLbl="parChTrans1D4" presStyleIdx="0" presStyleCnt="7"/>
      <dgm:spPr/>
      <dgm:t>
        <a:bodyPr/>
        <a:lstStyle/>
        <a:p>
          <a:endParaRPr lang="en-US"/>
        </a:p>
      </dgm:t>
    </dgm:pt>
    <dgm:pt modelId="{63F7F8E5-BA54-4A6B-86A7-794678E2BC40}" type="pres">
      <dgm:prSet presAssocID="{556E8FD8-40F6-455A-835F-025608B7D422}" presName="hierRoot2" presStyleCnt="0">
        <dgm:presLayoutVars>
          <dgm:hierBranch val="init"/>
        </dgm:presLayoutVars>
      </dgm:prSet>
      <dgm:spPr/>
    </dgm:pt>
    <dgm:pt modelId="{8B88C2AD-E635-4B46-80EB-C3010C0221AE}" type="pres">
      <dgm:prSet presAssocID="{556E8FD8-40F6-455A-835F-025608B7D422}" presName="rootComposite" presStyleCnt="0"/>
      <dgm:spPr/>
    </dgm:pt>
    <dgm:pt modelId="{6089E11F-BF5E-4711-A0AB-4B535BBD87AC}" type="pres">
      <dgm:prSet presAssocID="{556E8FD8-40F6-455A-835F-025608B7D422}" presName="rootText" presStyleLbl="node4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3082DD-A6E3-42FD-AD37-C680B5855FF5}" type="pres">
      <dgm:prSet presAssocID="{556E8FD8-40F6-455A-835F-025608B7D422}" presName="rootConnector" presStyleLbl="node4" presStyleIdx="0" presStyleCnt="7"/>
      <dgm:spPr/>
      <dgm:t>
        <a:bodyPr/>
        <a:lstStyle/>
        <a:p>
          <a:endParaRPr lang="en-US"/>
        </a:p>
      </dgm:t>
    </dgm:pt>
    <dgm:pt modelId="{BA5B5316-61F2-4AB6-B29E-9CB917E1057F}" type="pres">
      <dgm:prSet presAssocID="{556E8FD8-40F6-455A-835F-025608B7D422}" presName="hierChild4" presStyleCnt="0"/>
      <dgm:spPr/>
    </dgm:pt>
    <dgm:pt modelId="{4398927E-8A4F-4C30-9733-E4E324CE78CB}" type="pres">
      <dgm:prSet presAssocID="{556E8FD8-40F6-455A-835F-025608B7D422}" presName="hierChild5" presStyleCnt="0"/>
      <dgm:spPr/>
    </dgm:pt>
    <dgm:pt modelId="{21139279-D34B-4DA9-B9A1-7062C0827E6D}" type="pres">
      <dgm:prSet presAssocID="{C261E12B-9CC3-4861-845D-9128B169CF9B}" presName="Name37" presStyleLbl="parChTrans1D4" presStyleIdx="1" presStyleCnt="7"/>
      <dgm:spPr/>
      <dgm:t>
        <a:bodyPr/>
        <a:lstStyle/>
        <a:p>
          <a:endParaRPr lang="en-US"/>
        </a:p>
      </dgm:t>
    </dgm:pt>
    <dgm:pt modelId="{03C59C1B-1326-4494-A13C-A2C629147FF9}" type="pres">
      <dgm:prSet presAssocID="{98CFC344-9304-4EC6-B9BC-E8A0A24F49F8}" presName="hierRoot2" presStyleCnt="0">
        <dgm:presLayoutVars>
          <dgm:hierBranch val="init"/>
        </dgm:presLayoutVars>
      </dgm:prSet>
      <dgm:spPr/>
    </dgm:pt>
    <dgm:pt modelId="{EB710595-8867-4218-A308-700366FE1C23}" type="pres">
      <dgm:prSet presAssocID="{98CFC344-9304-4EC6-B9BC-E8A0A24F49F8}" presName="rootComposite" presStyleCnt="0"/>
      <dgm:spPr/>
    </dgm:pt>
    <dgm:pt modelId="{61355184-721D-460C-9831-1A874659A4FE}" type="pres">
      <dgm:prSet presAssocID="{98CFC344-9304-4EC6-B9BC-E8A0A24F49F8}" presName="rootText" presStyleLbl="node4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0CB441-3257-44E1-9F6B-74D0537D7B12}" type="pres">
      <dgm:prSet presAssocID="{98CFC344-9304-4EC6-B9BC-E8A0A24F49F8}" presName="rootConnector" presStyleLbl="node4" presStyleIdx="1" presStyleCnt="7"/>
      <dgm:spPr/>
      <dgm:t>
        <a:bodyPr/>
        <a:lstStyle/>
        <a:p>
          <a:endParaRPr lang="en-US"/>
        </a:p>
      </dgm:t>
    </dgm:pt>
    <dgm:pt modelId="{B1185E55-BFB2-45A2-BB87-C21808CCF7D0}" type="pres">
      <dgm:prSet presAssocID="{98CFC344-9304-4EC6-B9BC-E8A0A24F49F8}" presName="hierChild4" presStyleCnt="0"/>
      <dgm:spPr/>
    </dgm:pt>
    <dgm:pt modelId="{6F0F78C8-1C79-439D-8A2B-46DE0345207B}" type="pres">
      <dgm:prSet presAssocID="{98CFC344-9304-4EC6-B9BC-E8A0A24F49F8}" presName="hierChild5" presStyleCnt="0"/>
      <dgm:spPr/>
    </dgm:pt>
    <dgm:pt modelId="{726D82ED-3983-40DD-8F27-7B09C006F0AB}" type="pres">
      <dgm:prSet presAssocID="{E23F665C-87A1-4AE3-97A2-35DD5DD59927}" presName="Name37" presStyleLbl="parChTrans1D4" presStyleIdx="2" presStyleCnt="7"/>
      <dgm:spPr/>
      <dgm:t>
        <a:bodyPr/>
        <a:lstStyle/>
        <a:p>
          <a:endParaRPr lang="en-US"/>
        </a:p>
      </dgm:t>
    </dgm:pt>
    <dgm:pt modelId="{1B8AAF55-46F6-4A36-95BA-4F088C2304CA}" type="pres">
      <dgm:prSet presAssocID="{1EED062B-8F19-4777-9982-C169436E891C}" presName="hierRoot2" presStyleCnt="0">
        <dgm:presLayoutVars>
          <dgm:hierBranch val="init"/>
        </dgm:presLayoutVars>
      </dgm:prSet>
      <dgm:spPr/>
    </dgm:pt>
    <dgm:pt modelId="{EC4353BF-6582-4EF3-8547-CE945FACB3CD}" type="pres">
      <dgm:prSet presAssocID="{1EED062B-8F19-4777-9982-C169436E891C}" presName="rootComposite" presStyleCnt="0"/>
      <dgm:spPr/>
    </dgm:pt>
    <dgm:pt modelId="{2D40033F-C0EB-436E-B48B-D4F7F12D24D6}" type="pres">
      <dgm:prSet presAssocID="{1EED062B-8F19-4777-9982-C169436E891C}" presName="rootText" presStyleLbl="node4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BB55D6-AD48-419D-89FD-19A7856B8200}" type="pres">
      <dgm:prSet presAssocID="{1EED062B-8F19-4777-9982-C169436E891C}" presName="rootConnector" presStyleLbl="node4" presStyleIdx="2" presStyleCnt="7"/>
      <dgm:spPr/>
      <dgm:t>
        <a:bodyPr/>
        <a:lstStyle/>
        <a:p>
          <a:endParaRPr lang="en-US"/>
        </a:p>
      </dgm:t>
    </dgm:pt>
    <dgm:pt modelId="{382CABBB-1292-4608-ADCB-6673F1001E05}" type="pres">
      <dgm:prSet presAssocID="{1EED062B-8F19-4777-9982-C169436E891C}" presName="hierChild4" presStyleCnt="0"/>
      <dgm:spPr/>
    </dgm:pt>
    <dgm:pt modelId="{1B6A479D-3AED-4DF6-B31F-2833414C163D}" type="pres">
      <dgm:prSet presAssocID="{1EED062B-8F19-4777-9982-C169436E891C}" presName="hierChild5" presStyleCnt="0"/>
      <dgm:spPr/>
    </dgm:pt>
    <dgm:pt modelId="{578E88AA-3D50-4523-B7AE-4BD9067055A6}" type="pres">
      <dgm:prSet presAssocID="{1947618A-5736-4E7D-A7B1-0535566E666C}" presName="hierChild5" presStyleCnt="0"/>
      <dgm:spPr/>
    </dgm:pt>
    <dgm:pt modelId="{DB2B6368-5A8B-4732-8055-E965E07397C0}" type="pres">
      <dgm:prSet presAssocID="{A2275AAE-D67F-4B48-809F-43E648A9868F}" presName="Name37" presStyleLbl="parChTrans1D3" presStyleIdx="2" presStyleCnt="13"/>
      <dgm:spPr/>
      <dgm:t>
        <a:bodyPr/>
        <a:lstStyle/>
        <a:p>
          <a:endParaRPr lang="en-US"/>
        </a:p>
      </dgm:t>
    </dgm:pt>
    <dgm:pt modelId="{10ED47C6-871B-4007-A5DC-62A5247B2425}" type="pres">
      <dgm:prSet presAssocID="{C6E4FEDD-12A9-48D1-836A-71DF2EBCFFAD}" presName="hierRoot2" presStyleCnt="0">
        <dgm:presLayoutVars>
          <dgm:hierBranch val="init"/>
        </dgm:presLayoutVars>
      </dgm:prSet>
      <dgm:spPr/>
    </dgm:pt>
    <dgm:pt modelId="{C4E59A2D-46A6-472A-A135-9FD96DE9094E}" type="pres">
      <dgm:prSet presAssocID="{C6E4FEDD-12A9-48D1-836A-71DF2EBCFFAD}" presName="rootComposite" presStyleCnt="0"/>
      <dgm:spPr/>
    </dgm:pt>
    <dgm:pt modelId="{A792E48B-E59F-426E-B59E-25883EE0DF31}" type="pres">
      <dgm:prSet presAssocID="{C6E4FEDD-12A9-48D1-836A-71DF2EBCFFAD}" presName="rootText" presStyleLbl="node3" presStyleIdx="2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D0AE31-2183-4883-A49E-5AC8784C4DC1}" type="pres">
      <dgm:prSet presAssocID="{C6E4FEDD-12A9-48D1-836A-71DF2EBCFFAD}" presName="rootConnector" presStyleLbl="node3" presStyleIdx="2" presStyleCnt="13"/>
      <dgm:spPr/>
      <dgm:t>
        <a:bodyPr/>
        <a:lstStyle/>
        <a:p>
          <a:endParaRPr lang="en-US"/>
        </a:p>
      </dgm:t>
    </dgm:pt>
    <dgm:pt modelId="{30D38FA1-1E02-48DD-B1AA-A55491320D4D}" type="pres">
      <dgm:prSet presAssocID="{C6E4FEDD-12A9-48D1-836A-71DF2EBCFFAD}" presName="hierChild4" presStyleCnt="0"/>
      <dgm:spPr/>
    </dgm:pt>
    <dgm:pt modelId="{EAD93886-1693-47A7-AD7C-67AC19E49A2D}" type="pres">
      <dgm:prSet presAssocID="{EDC0CFFA-ED12-4115-8BE2-0F3535696B0D}" presName="Name37" presStyleLbl="parChTrans1D4" presStyleIdx="3" presStyleCnt="7"/>
      <dgm:spPr/>
      <dgm:t>
        <a:bodyPr/>
        <a:lstStyle/>
        <a:p>
          <a:endParaRPr lang="en-US"/>
        </a:p>
      </dgm:t>
    </dgm:pt>
    <dgm:pt modelId="{81F516DF-F136-473C-849F-572A44E6CB58}" type="pres">
      <dgm:prSet presAssocID="{F88CED9D-CB32-45D4-A470-43245E18FCB3}" presName="hierRoot2" presStyleCnt="0">
        <dgm:presLayoutVars>
          <dgm:hierBranch val="init"/>
        </dgm:presLayoutVars>
      </dgm:prSet>
      <dgm:spPr/>
    </dgm:pt>
    <dgm:pt modelId="{1E303468-46E0-44E0-8B77-DC190B30C67F}" type="pres">
      <dgm:prSet presAssocID="{F88CED9D-CB32-45D4-A470-43245E18FCB3}" presName="rootComposite" presStyleCnt="0"/>
      <dgm:spPr/>
    </dgm:pt>
    <dgm:pt modelId="{233CC64B-B3D0-422F-9F57-FFF7A5ACA7B1}" type="pres">
      <dgm:prSet presAssocID="{F88CED9D-CB32-45D4-A470-43245E18FCB3}" presName="rootText" presStyleLbl="node4" presStyleIdx="3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A0C29D-3FD5-461C-8147-ADB2CA78F75F}" type="pres">
      <dgm:prSet presAssocID="{F88CED9D-CB32-45D4-A470-43245E18FCB3}" presName="rootConnector" presStyleLbl="node4" presStyleIdx="3" presStyleCnt="7"/>
      <dgm:spPr/>
      <dgm:t>
        <a:bodyPr/>
        <a:lstStyle/>
        <a:p>
          <a:endParaRPr lang="en-US"/>
        </a:p>
      </dgm:t>
    </dgm:pt>
    <dgm:pt modelId="{2BF9FA45-CAA5-4EF6-B727-6FC54976EB31}" type="pres">
      <dgm:prSet presAssocID="{F88CED9D-CB32-45D4-A470-43245E18FCB3}" presName="hierChild4" presStyleCnt="0"/>
      <dgm:spPr/>
    </dgm:pt>
    <dgm:pt modelId="{19EE313C-6C3F-4133-A1D4-457ED0BCD705}" type="pres">
      <dgm:prSet presAssocID="{F88CED9D-CB32-45D4-A470-43245E18FCB3}" presName="hierChild5" presStyleCnt="0"/>
      <dgm:spPr/>
    </dgm:pt>
    <dgm:pt modelId="{B555BD93-CF04-46C8-BBE8-95BFDBEC971B}" type="pres">
      <dgm:prSet presAssocID="{D481CA47-B5D5-4D96-BC79-BE9AAABF9466}" presName="Name37" presStyleLbl="parChTrans1D4" presStyleIdx="4" presStyleCnt="7"/>
      <dgm:spPr/>
      <dgm:t>
        <a:bodyPr/>
        <a:lstStyle/>
        <a:p>
          <a:endParaRPr lang="en-US"/>
        </a:p>
      </dgm:t>
    </dgm:pt>
    <dgm:pt modelId="{2A56625A-F822-43C0-A81B-FB4CB1E91456}" type="pres">
      <dgm:prSet presAssocID="{3EF3A6E7-C292-47CC-B270-3E3EBE607D52}" presName="hierRoot2" presStyleCnt="0">
        <dgm:presLayoutVars>
          <dgm:hierBranch val="init"/>
        </dgm:presLayoutVars>
      </dgm:prSet>
      <dgm:spPr/>
    </dgm:pt>
    <dgm:pt modelId="{0648F4B5-57CB-4250-B731-7AA566518A74}" type="pres">
      <dgm:prSet presAssocID="{3EF3A6E7-C292-47CC-B270-3E3EBE607D52}" presName="rootComposite" presStyleCnt="0"/>
      <dgm:spPr/>
    </dgm:pt>
    <dgm:pt modelId="{143DE19C-7D84-4338-B392-FD35CE1BC79B}" type="pres">
      <dgm:prSet presAssocID="{3EF3A6E7-C292-47CC-B270-3E3EBE607D52}" presName="rootText" presStyleLbl="node4" presStyleIdx="4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29C3B41-DBE1-4323-9C4E-2DB26CA89DA4}" type="pres">
      <dgm:prSet presAssocID="{3EF3A6E7-C292-47CC-B270-3E3EBE607D52}" presName="rootConnector" presStyleLbl="node4" presStyleIdx="4" presStyleCnt="7"/>
      <dgm:spPr/>
      <dgm:t>
        <a:bodyPr/>
        <a:lstStyle/>
        <a:p>
          <a:endParaRPr lang="en-US"/>
        </a:p>
      </dgm:t>
    </dgm:pt>
    <dgm:pt modelId="{FFA6CFCF-166C-4CE7-86CF-D76856145A4A}" type="pres">
      <dgm:prSet presAssocID="{3EF3A6E7-C292-47CC-B270-3E3EBE607D52}" presName="hierChild4" presStyleCnt="0"/>
      <dgm:spPr/>
    </dgm:pt>
    <dgm:pt modelId="{D948A2E8-C17F-4F25-9A4E-D74ED2216B69}" type="pres">
      <dgm:prSet presAssocID="{3EF3A6E7-C292-47CC-B270-3E3EBE607D52}" presName="hierChild5" presStyleCnt="0"/>
      <dgm:spPr/>
    </dgm:pt>
    <dgm:pt modelId="{2BE4E89E-3BB1-40E0-B6E7-E52B12A6BE8D}" type="pres">
      <dgm:prSet presAssocID="{DE033789-4671-4B2D-80A6-DE47FDE133A9}" presName="Name37" presStyleLbl="parChTrans1D4" presStyleIdx="5" presStyleCnt="7"/>
      <dgm:spPr/>
      <dgm:t>
        <a:bodyPr/>
        <a:lstStyle/>
        <a:p>
          <a:endParaRPr lang="en-US"/>
        </a:p>
      </dgm:t>
    </dgm:pt>
    <dgm:pt modelId="{2000AA60-D9F7-4564-A4FC-C34C61D2F862}" type="pres">
      <dgm:prSet presAssocID="{8FBC9412-DE73-4430-ABD4-170D2B2D5B40}" presName="hierRoot2" presStyleCnt="0">
        <dgm:presLayoutVars>
          <dgm:hierBranch val="init"/>
        </dgm:presLayoutVars>
      </dgm:prSet>
      <dgm:spPr/>
    </dgm:pt>
    <dgm:pt modelId="{5525E883-437A-486A-BC06-B1AF161FF9A4}" type="pres">
      <dgm:prSet presAssocID="{8FBC9412-DE73-4430-ABD4-170D2B2D5B40}" presName="rootComposite" presStyleCnt="0"/>
      <dgm:spPr/>
    </dgm:pt>
    <dgm:pt modelId="{2C57B994-79A8-41A5-8FD7-0E043D593367}" type="pres">
      <dgm:prSet presAssocID="{8FBC9412-DE73-4430-ABD4-170D2B2D5B40}" presName="rootText" presStyleLbl="node4" presStyleIdx="5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F942A-71A3-4EEB-97B9-3F94D75DAE0F}" type="pres">
      <dgm:prSet presAssocID="{8FBC9412-DE73-4430-ABD4-170D2B2D5B40}" presName="rootConnector" presStyleLbl="node4" presStyleIdx="5" presStyleCnt="7"/>
      <dgm:spPr/>
      <dgm:t>
        <a:bodyPr/>
        <a:lstStyle/>
        <a:p>
          <a:endParaRPr lang="en-US"/>
        </a:p>
      </dgm:t>
    </dgm:pt>
    <dgm:pt modelId="{F06F0FDC-2F9F-467C-AE4C-33A6E91223F9}" type="pres">
      <dgm:prSet presAssocID="{8FBC9412-DE73-4430-ABD4-170D2B2D5B40}" presName="hierChild4" presStyleCnt="0"/>
      <dgm:spPr/>
    </dgm:pt>
    <dgm:pt modelId="{2879BD5A-1110-4353-B9D9-672220364BA3}" type="pres">
      <dgm:prSet presAssocID="{8FBC9412-DE73-4430-ABD4-170D2B2D5B40}" presName="hierChild5" presStyleCnt="0"/>
      <dgm:spPr/>
    </dgm:pt>
    <dgm:pt modelId="{1E512966-A9A8-4A1A-A761-762F172F3796}" type="pres">
      <dgm:prSet presAssocID="{9D210C6E-CF8C-4AD9-BC0C-1A9414145BC2}" presName="Name37" presStyleLbl="parChTrans1D4" presStyleIdx="6" presStyleCnt="7"/>
      <dgm:spPr/>
      <dgm:t>
        <a:bodyPr/>
        <a:lstStyle/>
        <a:p>
          <a:endParaRPr lang="en-US"/>
        </a:p>
      </dgm:t>
    </dgm:pt>
    <dgm:pt modelId="{A34477A6-A24C-4D44-B99E-8DF33009CA58}" type="pres">
      <dgm:prSet presAssocID="{8989D7C3-0377-4FA4-BDEF-0125186F1434}" presName="hierRoot2" presStyleCnt="0">
        <dgm:presLayoutVars>
          <dgm:hierBranch val="init"/>
        </dgm:presLayoutVars>
      </dgm:prSet>
      <dgm:spPr/>
    </dgm:pt>
    <dgm:pt modelId="{B7235664-685E-4AF2-B4A2-AE17A9EFD331}" type="pres">
      <dgm:prSet presAssocID="{8989D7C3-0377-4FA4-BDEF-0125186F1434}" presName="rootComposite" presStyleCnt="0"/>
      <dgm:spPr/>
    </dgm:pt>
    <dgm:pt modelId="{68532205-FE94-453F-8FB3-79E73AE47C4E}" type="pres">
      <dgm:prSet presAssocID="{8989D7C3-0377-4FA4-BDEF-0125186F1434}" presName="rootText" presStyleLbl="node4" presStyleIdx="6" presStyleCnt="7" custScaleX="986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5598BF-8E06-431D-B15E-91AB3A31C0C6}" type="pres">
      <dgm:prSet presAssocID="{8989D7C3-0377-4FA4-BDEF-0125186F1434}" presName="rootConnector" presStyleLbl="node4" presStyleIdx="6" presStyleCnt="7"/>
      <dgm:spPr/>
      <dgm:t>
        <a:bodyPr/>
        <a:lstStyle/>
        <a:p>
          <a:endParaRPr lang="en-US"/>
        </a:p>
      </dgm:t>
    </dgm:pt>
    <dgm:pt modelId="{C41A070F-CCEB-41B4-AAAE-273DA2B27922}" type="pres">
      <dgm:prSet presAssocID="{8989D7C3-0377-4FA4-BDEF-0125186F1434}" presName="hierChild4" presStyleCnt="0"/>
      <dgm:spPr/>
    </dgm:pt>
    <dgm:pt modelId="{F9813FEC-52E2-4D64-909C-1E16F1E74D23}" type="pres">
      <dgm:prSet presAssocID="{8989D7C3-0377-4FA4-BDEF-0125186F1434}" presName="hierChild5" presStyleCnt="0"/>
      <dgm:spPr/>
    </dgm:pt>
    <dgm:pt modelId="{8C57470D-AF64-46DA-A3D7-6AD4BB371FAF}" type="pres">
      <dgm:prSet presAssocID="{C6E4FEDD-12A9-48D1-836A-71DF2EBCFFAD}" presName="hierChild5" presStyleCnt="0"/>
      <dgm:spPr/>
    </dgm:pt>
    <dgm:pt modelId="{C5C54053-3A12-46C3-BAAB-BDE4C3102748}" type="pres">
      <dgm:prSet presAssocID="{9286A5EC-F2A9-487D-8BF1-B96EEEFD636B}" presName="hierChild5" presStyleCnt="0"/>
      <dgm:spPr/>
    </dgm:pt>
    <dgm:pt modelId="{0146BAA9-2B9D-4F2A-B565-A2DCB6505964}" type="pres">
      <dgm:prSet presAssocID="{F0764DAA-254D-4C3C-9708-669D5BF5A337}" presName="Name37" presStyleLbl="parChTrans1D2" presStyleIdx="1" presStyleCnt="4"/>
      <dgm:spPr/>
      <dgm:t>
        <a:bodyPr/>
        <a:lstStyle/>
        <a:p>
          <a:endParaRPr lang="en-US"/>
        </a:p>
      </dgm:t>
    </dgm:pt>
    <dgm:pt modelId="{E84706B5-084F-4950-8554-35690A57F381}" type="pres">
      <dgm:prSet presAssocID="{620DD3EC-BDCD-468B-B566-7FE2B848507E}" presName="hierRoot2" presStyleCnt="0">
        <dgm:presLayoutVars>
          <dgm:hierBranch val="init"/>
        </dgm:presLayoutVars>
      </dgm:prSet>
      <dgm:spPr/>
    </dgm:pt>
    <dgm:pt modelId="{2A614826-E838-4B9F-9FD7-136F010E7C46}" type="pres">
      <dgm:prSet presAssocID="{620DD3EC-BDCD-468B-B566-7FE2B848507E}" presName="rootComposite" presStyleCnt="0"/>
      <dgm:spPr/>
    </dgm:pt>
    <dgm:pt modelId="{02B28F85-DE51-42FF-859E-1DD3A478F426}" type="pres">
      <dgm:prSet presAssocID="{620DD3EC-BDCD-468B-B566-7FE2B848507E}" presName="rootText" presStyleLbl="node2" presStyleIdx="1" presStyleCnt="4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99F93D-C5E3-4B58-A38A-C971B5C1871B}" type="pres">
      <dgm:prSet presAssocID="{620DD3EC-BDCD-468B-B566-7FE2B848507E}" presName="rootConnector" presStyleLbl="node2" presStyleIdx="1" presStyleCnt="4"/>
      <dgm:spPr/>
      <dgm:t>
        <a:bodyPr/>
        <a:lstStyle/>
        <a:p>
          <a:endParaRPr lang="en-US"/>
        </a:p>
      </dgm:t>
    </dgm:pt>
    <dgm:pt modelId="{4C592C92-3156-443C-BB98-9204DFF01F72}" type="pres">
      <dgm:prSet presAssocID="{620DD3EC-BDCD-468B-B566-7FE2B848507E}" presName="hierChild4" presStyleCnt="0"/>
      <dgm:spPr/>
    </dgm:pt>
    <dgm:pt modelId="{8BF33A23-B9E7-4732-917C-5D66B726362F}" type="pres">
      <dgm:prSet presAssocID="{D723B879-676C-4614-8859-D09DEFF2A3B3}" presName="Name37" presStyleLbl="parChTrans1D3" presStyleIdx="3" presStyleCnt="13"/>
      <dgm:spPr/>
      <dgm:t>
        <a:bodyPr/>
        <a:lstStyle/>
        <a:p>
          <a:endParaRPr lang="en-US"/>
        </a:p>
      </dgm:t>
    </dgm:pt>
    <dgm:pt modelId="{20C774D7-4094-42B3-BC8F-AB5D0586E671}" type="pres">
      <dgm:prSet presAssocID="{552219B0-29E3-4A6C-90E3-BE0B83069EBC}" presName="hierRoot2" presStyleCnt="0">
        <dgm:presLayoutVars>
          <dgm:hierBranch val="init"/>
        </dgm:presLayoutVars>
      </dgm:prSet>
      <dgm:spPr/>
    </dgm:pt>
    <dgm:pt modelId="{B158E239-C176-4132-B1BA-6C1E7461F09C}" type="pres">
      <dgm:prSet presAssocID="{552219B0-29E3-4A6C-90E3-BE0B83069EBC}" presName="rootComposite" presStyleCnt="0"/>
      <dgm:spPr/>
    </dgm:pt>
    <dgm:pt modelId="{9449DAAE-E410-44C5-A07D-A0445C0B7E6B}" type="pres">
      <dgm:prSet presAssocID="{552219B0-29E3-4A6C-90E3-BE0B83069EBC}" presName="rootText" presStyleLbl="node3" presStyleIdx="3" presStyleCnt="13" custScaleX="130026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F89C81-6EDD-4313-B033-6AFE4A6B1597}" type="pres">
      <dgm:prSet presAssocID="{552219B0-29E3-4A6C-90E3-BE0B83069EBC}" presName="rootConnector" presStyleLbl="node3" presStyleIdx="3" presStyleCnt="13"/>
      <dgm:spPr/>
      <dgm:t>
        <a:bodyPr/>
        <a:lstStyle/>
        <a:p>
          <a:endParaRPr lang="en-US"/>
        </a:p>
      </dgm:t>
    </dgm:pt>
    <dgm:pt modelId="{131D6045-90D5-4A9B-AF7A-E47E958A6183}" type="pres">
      <dgm:prSet presAssocID="{552219B0-29E3-4A6C-90E3-BE0B83069EBC}" presName="hierChild4" presStyleCnt="0"/>
      <dgm:spPr/>
    </dgm:pt>
    <dgm:pt modelId="{61412022-130F-4D56-8A65-CD43AA487E99}" type="pres">
      <dgm:prSet presAssocID="{552219B0-29E3-4A6C-90E3-BE0B83069EBC}" presName="hierChild5" presStyleCnt="0"/>
      <dgm:spPr/>
    </dgm:pt>
    <dgm:pt modelId="{F406B8EB-44F2-47F3-AF73-B274E07D3437}" type="pres">
      <dgm:prSet presAssocID="{8BEDDD51-476B-4EA3-BB0E-02C6B68708C7}" presName="Name37" presStyleLbl="parChTrans1D3" presStyleIdx="4" presStyleCnt="13"/>
      <dgm:spPr/>
      <dgm:t>
        <a:bodyPr/>
        <a:lstStyle/>
        <a:p>
          <a:endParaRPr lang="en-US"/>
        </a:p>
      </dgm:t>
    </dgm:pt>
    <dgm:pt modelId="{08BDD783-C5F3-4CB7-BB56-E729433DE263}" type="pres">
      <dgm:prSet presAssocID="{ED538FBE-6130-45A2-A1D0-5DEB03E796E8}" presName="hierRoot2" presStyleCnt="0">
        <dgm:presLayoutVars>
          <dgm:hierBranch val="init"/>
        </dgm:presLayoutVars>
      </dgm:prSet>
      <dgm:spPr/>
    </dgm:pt>
    <dgm:pt modelId="{5F70EC70-64BB-4DD2-B0EC-31D41F7591A3}" type="pres">
      <dgm:prSet presAssocID="{ED538FBE-6130-45A2-A1D0-5DEB03E796E8}" presName="rootComposite" presStyleCnt="0"/>
      <dgm:spPr/>
    </dgm:pt>
    <dgm:pt modelId="{83491CF3-E0A8-41F0-8748-5B85D6C90040}" type="pres">
      <dgm:prSet presAssocID="{ED538FBE-6130-45A2-A1D0-5DEB03E796E8}" presName="rootText" presStyleLbl="node3" presStyleIdx="4" presStyleCnt="13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88ED23-194C-42E1-88AB-8E72A53BDC23}" type="pres">
      <dgm:prSet presAssocID="{ED538FBE-6130-45A2-A1D0-5DEB03E796E8}" presName="rootConnector" presStyleLbl="node3" presStyleIdx="4" presStyleCnt="13"/>
      <dgm:spPr/>
      <dgm:t>
        <a:bodyPr/>
        <a:lstStyle/>
        <a:p>
          <a:endParaRPr lang="en-US"/>
        </a:p>
      </dgm:t>
    </dgm:pt>
    <dgm:pt modelId="{F8F28EB4-408C-45EE-8233-336763641D69}" type="pres">
      <dgm:prSet presAssocID="{ED538FBE-6130-45A2-A1D0-5DEB03E796E8}" presName="hierChild4" presStyleCnt="0"/>
      <dgm:spPr/>
    </dgm:pt>
    <dgm:pt modelId="{E76F7B36-D6B2-4275-AEF1-36D762A6E6C9}" type="pres">
      <dgm:prSet presAssocID="{ED538FBE-6130-45A2-A1D0-5DEB03E796E8}" presName="hierChild5" presStyleCnt="0"/>
      <dgm:spPr/>
    </dgm:pt>
    <dgm:pt modelId="{8C7C57BC-0E68-4E25-9D4A-D3542769DA95}" type="pres">
      <dgm:prSet presAssocID="{35F2611B-0442-443A-B647-B82B7382EA23}" presName="Name37" presStyleLbl="parChTrans1D3" presStyleIdx="5" presStyleCnt="13"/>
      <dgm:spPr/>
      <dgm:t>
        <a:bodyPr/>
        <a:lstStyle/>
        <a:p>
          <a:endParaRPr lang="en-US"/>
        </a:p>
      </dgm:t>
    </dgm:pt>
    <dgm:pt modelId="{6D81E017-68DC-482B-90D5-4DBBAB78FA97}" type="pres">
      <dgm:prSet presAssocID="{CC7928C2-579C-44D0-AB38-88BC756CAA0E}" presName="hierRoot2" presStyleCnt="0">
        <dgm:presLayoutVars>
          <dgm:hierBranch val="init"/>
        </dgm:presLayoutVars>
      </dgm:prSet>
      <dgm:spPr/>
    </dgm:pt>
    <dgm:pt modelId="{12D646AF-6E30-4BAD-8CD4-760AFEC82E05}" type="pres">
      <dgm:prSet presAssocID="{CC7928C2-579C-44D0-AB38-88BC756CAA0E}" presName="rootComposite" presStyleCnt="0"/>
      <dgm:spPr/>
    </dgm:pt>
    <dgm:pt modelId="{4140A25E-4F9D-44DB-85AB-432AE99FA579}" type="pres">
      <dgm:prSet presAssocID="{CC7928C2-579C-44D0-AB38-88BC756CAA0E}" presName="rootText" presStyleLbl="node3" presStyleIdx="5" presStyleCnt="13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B4BF43-9ACD-420F-8CEE-B70EB4712527}" type="pres">
      <dgm:prSet presAssocID="{CC7928C2-579C-44D0-AB38-88BC756CAA0E}" presName="rootConnector" presStyleLbl="node3" presStyleIdx="5" presStyleCnt="13"/>
      <dgm:spPr/>
      <dgm:t>
        <a:bodyPr/>
        <a:lstStyle/>
        <a:p>
          <a:endParaRPr lang="en-US"/>
        </a:p>
      </dgm:t>
    </dgm:pt>
    <dgm:pt modelId="{A1829268-35DF-474E-8AAB-49FA6D7346DF}" type="pres">
      <dgm:prSet presAssocID="{CC7928C2-579C-44D0-AB38-88BC756CAA0E}" presName="hierChild4" presStyleCnt="0"/>
      <dgm:spPr/>
    </dgm:pt>
    <dgm:pt modelId="{0615CE0C-F2F5-475C-8AF9-FB8440C79C62}" type="pres">
      <dgm:prSet presAssocID="{CC7928C2-579C-44D0-AB38-88BC756CAA0E}" presName="hierChild5" presStyleCnt="0"/>
      <dgm:spPr/>
    </dgm:pt>
    <dgm:pt modelId="{3E362709-8DF5-4ED1-BE78-2D67C7F6CD59}" type="pres">
      <dgm:prSet presAssocID="{620DD3EC-BDCD-468B-B566-7FE2B848507E}" presName="hierChild5" presStyleCnt="0"/>
      <dgm:spPr/>
    </dgm:pt>
    <dgm:pt modelId="{76E33A9D-9480-40FB-A4DF-EE1E2E7E401E}" type="pres">
      <dgm:prSet presAssocID="{248E9311-DF61-4B0E-BD57-16AE2D707A60}" presName="Name37" presStyleLbl="parChTrans1D2" presStyleIdx="2" presStyleCnt="4"/>
      <dgm:spPr/>
      <dgm:t>
        <a:bodyPr/>
        <a:lstStyle/>
        <a:p>
          <a:endParaRPr lang="en-US"/>
        </a:p>
      </dgm:t>
    </dgm:pt>
    <dgm:pt modelId="{04B8EA4A-11CB-4AF7-85D7-32F9AD439CB7}" type="pres">
      <dgm:prSet presAssocID="{1F903EBE-540A-403B-AE13-6A09126352BD}" presName="hierRoot2" presStyleCnt="0">
        <dgm:presLayoutVars>
          <dgm:hierBranch val="init"/>
        </dgm:presLayoutVars>
      </dgm:prSet>
      <dgm:spPr/>
    </dgm:pt>
    <dgm:pt modelId="{D50DA092-4409-4311-BEA8-2E2A816EFE92}" type="pres">
      <dgm:prSet presAssocID="{1F903EBE-540A-403B-AE13-6A09126352BD}" presName="rootComposite" presStyleCnt="0"/>
      <dgm:spPr/>
    </dgm:pt>
    <dgm:pt modelId="{B4DA07B5-29B3-4442-A69E-055EEC652BE8}" type="pres">
      <dgm:prSet presAssocID="{1F903EBE-540A-403B-AE13-6A09126352BD}" presName="rootText" presStyleLbl="node2" presStyleIdx="2" presStyleCnt="4" custScaleX="144470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6FE1B3-37E8-4050-B0B7-5668D5D7D118}" type="pres">
      <dgm:prSet presAssocID="{1F903EBE-540A-403B-AE13-6A09126352BD}" presName="rootConnector" presStyleLbl="node2" presStyleIdx="2" presStyleCnt="4"/>
      <dgm:spPr/>
      <dgm:t>
        <a:bodyPr/>
        <a:lstStyle/>
        <a:p>
          <a:endParaRPr lang="en-US"/>
        </a:p>
      </dgm:t>
    </dgm:pt>
    <dgm:pt modelId="{CA531930-87B7-4E2B-AA93-B0ECAA52CC09}" type="pres">
      <dgm:prSet presAssocID="{1F903EBE-540A-403B-AE13-6A09126352BD}" presName="hierChild4" presStyleCnt="0"/>
      <dgm:spPr/>
    </dgm:pt>
    <dgm:pt modelId="{0207D2DC-D98D-48DB-A444-1B3BB3C111EF}" type="pres">
      <dgm:prSet presAssocID="{ED5ECDE6-7B87-4768-B1AE-20C55CA1EA8F}" presName="Name37" presStyleLbl="parChTrans1D3" presStyleIdx="6" presStyleCnt="13"/>
      <dgm:spPr/>
      <dgm:t>
        <a:bodyPr/>
        <a:lstStyle/>
        <a:p>
          <a:endParaRPr lang="en-US"/>
        </a:p>
      </dgm:t>
    </dgm:pt>
    <dgm:pt modelId="{BBE3DE01-9991-4932-A682-9EC9E0F8B3A7}" type="pres">
      <dgm:prSet presAssocID="{68F0BB4A-4CA0-4481-8397-108E86A12DA4}" presName="hierRoot2" presStyleCnt="0">
        <dgm:presLayoutVars>
          <dgm:hierBranch val="init"/>
        </dgm:presLayoutVars>
      </dgm:prSet>
      <dgm:spPr/>
    </dgm:pt>
    <dgm:pt modelId="{5E3199D1-526C-4B6E-923B-A4820FFCC213}" type="pres">
      <dgm:prSet presAssocID="{68F0BB4A-4CA0-4481-8397-108E86A12DA4}" presName="rootComposite" presStyleCnt="0"/>
      <dgm:spPr/>
    </dgm:pt>
    <dgm:pt modelId="{B3DA1D68-D7FF-4520-90A3-C4A2EA0D76C0}" type="pres">
      <dgm:prSet presAssocID="{68F0BB4A-4CA0-4481-8397-108E86A12DA4}" presName="rootText" presStyleLbl="node3" presStyleIdx="6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721C6D-93AC-4B26-927C-A61DADEBA9AA}" type="pres">
      <dgm:prSet presAssocID="{68F0BB4A-4CA0-4481-8397-108E86A12DA4}" presName="rootConnector" presStyleLbl="node3" presStyleIdx="6" presStyleCnt="13"/>
      <dgm:spPr/>
      <dgm:t>
        <a:bodyPr/>
        <a:lstStyle/>
        <a:p>
          <a:endParaRPr lang="en-US"/>
        </a:p>
      </dgm:t>
    </dgm:pt>
    <dgm:pt modelId="{0334F3E5-204D-4D93-AC17-5BC4150447BF}" type="pres">
      <dgm:prSet presAssocID="{68F0BB4A-4CA0-4481-8397-108E86A12DA4}" presName="hierChild4" presStyleCnt="0"/>
      <dgm:spPr/>
    </dgm:pt>
    <dgm:pt modelId="{5E7EC9AB-EEE2-4013-9B1F-D917B34504FA}" type="pres">
      <dgm:prSet presAssocID="{68F0BB4A-4CA0-4481-8397-108E86A12DA4}" presName="hierChild5" presStyleCnt="0"/>
      <dgm:spPr/>
    </dgm:pt>
    <dgm:pt modelId="{EDAAD592-AB88-4251-977A-23D417AF9F0E}" type="pres">
      <dgm:prSet presAssocID="{5E8DD444-C688-4780-A5F0-D4A4181FBDCC}" presName="Name37" presStyleLbl="parChTrans1D3" presStyleIdx="7" presStyleCnt="13"/>
      <dgm:spPr/>
      <dgm:t>
        <a:bodyPr/>
        <a:lstStyle/>
        <a:p>
          <a:endParaRPr lang="en-US"/>
        </a:p>
      </dgm:t>
    </dgm:pt>
    <dgm:pt modelId="{1A3A2D6A-2A62-4E35-A4D8-D6A8AABA3D80}" type="pres">
      <dgm:prSet presAssocID="{E9C886F1-1EBC-4EBC-BB4B-24DF341523A6}" presName="hierRoot2" presStyleCnt="0">
        <dgm:presLayoutVars>
          <dgm:hierBranch val="init"/>
        </dgm:presLayoutVars>
      </dgm:prSet>
      <dgm:spPr/>
    </dgm:pt>
    <dgm:pt modelId="{552B4967-EF45-40E5-B271-25699085E0C5}" type="pres">
      <dgm:prSet presAssocID="{E9C886F1-1EBC-4EBC-BB4B-24DF341523A6}" presName="rootComposite" presStyleCnt="0"/>
      <dgm:spPr/>
    </dgm:pt>
    <dgm:pt modelId="{F734AC47-D381-46DB-B2D4-DC1F52ACEE63}" type="pres">
      <dgm:prSet presAssocID="{E9C886F1-1EBC-4EBC-BB4B-24DF341523A6}" presName="rootText" presStyleLbl="node3" presStyleIdx="7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311FDB-5969-4C7C-819C-7A85F8D1C126}" type="pres">
      <dgm:prSet presAssocID="{E9C886F1-1EBC-4EBC-BB4B-24DF341523A6}" presName="rootConnector" presStyleLbl="node3" presStyleIdx="7" presStyleCnt="13"/>
      <dgm:spPr/>
      <dgm:t>
        <a:bodyPr/>
        <a:lstStyle/>
        <a:p>
          <a:endParaRPr lang="en-US"/>
        </a:p>
      </dgm:t>
    </dgm:pt>
    <dgm:pt modelId="{A3085D37-5876-46A2-87CB-EA55640A6156}" type="pres">
      <dgm:prSet presAssocID="{E9C886F1-1EBC-4EBC-BB4B-24DF341523A6}" presName="hierChild4" presStyleCnt="0"/>
      <dgm:spPr/>
    </dgm:pt>
    <dgm:pt modelId="{4AA1DDC2-8165-4D78-A713-7772206A1808}" type="pres">
      <dgm:prSet presAssocID="{E9C886F1-1EBC-4EBC-BB4B-24DF341523A6}" presName="hierChild5" presStyleCnt="0"/>
      <dgm:spPr/>
    </dgm:pt>
    <dgm:pt modelId="{AA794585-893E-4AD1-AB0F-E658D0B464B9}" type="pres">
      <dgm:prSet presAssocID="{5D54CE41-C375-40B2-A52F-A4D5244B4F6B}" presName="Name37" presStyleLbl="parChTrans1D3" presStyleIdx="8" presStyleCnt="13"/>
      <dgm:spPr/>
      <dgm:t>
        <a:bodyPr/>
        <a:lstStyle/>
        <a:p>
          <a:endParaRPr lang="en-US"/>
        </a:p>
      </dgm:t>
    </dgm:pt>
    <dgm:pt modelId="{025ED628-70AD-4F43-91A2-F5A305F6733F}" type="pres">
      <dgm:prSet presAssocID="{2EA5620F-A953-4641-A9F7-FF6474899C89}" presName="hierRoot2" presStyleCnt="0">
        <dgm:presLayoutVars>
          <dgm:hierBranch val="init"/>
        </dgm:presLayoutVars>
      </dgm:prSet>
      <dgm:spPr/>
    </dgm:pt>
    <dgm:pt modelId="{E7372B7B-0684-462C-918F-CF2C5255CC9F}" type="pres">
      <dgm:prSet presAssocID="{2EA5620F-A953-4641-A9F7-FF6474899C89}" presName="rootComposite" presStyleCnt="0"/>
      <dgm:spPr/>
    </dgm:pt>
    <dgm:pt modelId="{E192499E-D6C9-4477-9E52-000FB12127F3}" type="pres">
      <dgm:prSet presAssocID="{2EA5620F-A953-4641-A9F7-FF6474899C89}" presName="rootText" presStyleLbl="node3" presStyleIdx="8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1D7087-EF20-4E54-950D-5D78C9230C8B}" type="pres">
      <dgm:prSet presAssocID="{2EA5620F-A953-4641-A9F7-FF6474899C89}" presName="rootConnector" presStyleLbl="node3" presStyleIdx="8" presStyleCnt="13"/>
      <dgm:spPr/>
      <dgm:t>
        <a:bodyPr/>
        <a:lstStyle/>
        <a:p>
          <a:endParaRPr lang="en-US"/>
        </a:p>
      </dgm:t>
    </dgm:pt>
    <dgm:pt modelId="{1B278A06-E6A5-432B-81D9-04E888A4FF2A}" type="pres">
      <dgm:prSet presAssocID="{2EA5620F-A953-4641-A9F7-FF6474899C89}" presName="hierChild4" presStyleCnt="0"/>
      <dgm:spPr/>
    </dgm:pt>
    <dgm:pt modelId="{5A0ECC8C-521B-4502-AF6D-E98B361EF41C}" type="pres">
      <dgm:prSet presAssocID="{2EA5620F-A953-4641-A9F7-FF6474899C89}" presName="hierChild5" presStyleCnt="0"/>
      <dgm:spPr/>
    </dgm:pt>
    <dgm:pt modelId="{FB824164-8B1D-4B85-B22A-CDFEF2E04F59}" type="pres">
      <dgm:prSet presAssocID="{BFB1E75C-DD68-4F5F-8C40-4F4C36AC6BEA}" presName="Name37" presStyleLbl="parChTrans1D3" presStyleIdx="9" presStyleCnt="13"/>
      <dgm:spPr/>
      <dgm:t>
        <a:bodyPr/>
        <a:lstStyle/>
        <a:p>
          <a:endParaRPr lang="en-US"/>
        </a:p>
      </dgm:t>
    </dgm:pt>
    <dgm:pt modelId="{C1B3B80E-EF8A-4425-89D7-676D3C6DD324}" type="pres">
      <dgm:prSet presAssocID="{58071AFA-4B9B-45FE-8D29-BD33AD1AE5F0}" presName="hierRoot2" presStyleCnt="0">
        <dgm:presLayoutVars>
          <dgm:hierBranch val="init"/>
        </dgm:presLayoutVars>
      </dgm:prSet>
      <dgm:spPr/>
    </dgm:pt>
    <dgm:pt modelId="{E64B72EB-2F7F-4E0F-BC64-2B053C05CF15}" type="pres">
      <dgm:prSet presAssocID="{58071AFA-4B9B-45FE-8D29-BD33AD1AE5F0}" presName="rootComposite" presStyleCnt="0"/>
      <dgm:spPr/>
    </dgm:pt>
    <dgm:pt modelId="{57AFD1CE-DC32-43B5-9BC3-E8114FE21F3D}" type="pres">
      <dgm:prSet presAssocID="{58071AFA-4B9B-45FE-8D29-BD33AD1AE5F0}" presName="rootText" presStyleLbl="node3" presStyleIdx="9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D8F8FB-D9CA-4C02-A407-6AF2F4291AE4}" type="pres">
      <dgm:prSet presAssocID="{58071AFA-4B9B-45FE-8D29-BD33AD1AE5F0}" presName="rootConnector" presStyleLbl="node3" presStyleIdx="9" presStyleCnt="13"/>
      <dgm:spPr/>
      <dgm:t>
        <a:bodyPr/>
        <a:lstStyle/>
        <a:p>
          <a:endParaRPr lang="en-US"/>
        </a:p>
      </dgm:t>
    </dgm:pt>
    <dgm:pt modelId="{55C7B617-5BAD-46F4-BD69-5B0CCE0B1D93}" type="pres">
      <dgm:prSet presAssocID="{58071AFA-4B9B-45FE-8D29-BD33AD1AE5F0}" presName="hierChild4" presStyleCnt="0"/>
      <dgm:spPr/>
    </dgm:pt>
    <dgm:pt modelId="{4397B66A-6703-433A-98A6-CB1BF2D47E74}" type="pres">
      <dgm:prSet presAssocID="{58071AFA-4B9B-45FE-8D29-BD33AD1AE5F0}" presName="hierChild5" presStyleCnt="0"/>
      <dgm:spPr/>
    </dgm:pt>
    <dgm:pt modelId="{E176ACEC-BD58-4170-B91A-1AA1D1DF77F0}" type="pres">
      <dgm:prSet presAssocID="{97ECD7F0-AF08-4202-8F6B-6035FCFA351C}" presName="Name37" presStyleLbl="parChTrans1D3" presStyleIdx="10" presStyleCnt="13"/>
      <dgm:spPr/>
      <dgm:t>
        <a:bodyPr/>
        <a:lstStyle/>
        <a:p>
          <a:endParaRPr lang="en-US"/>
        </a:p>
      </dgm:t>
    </dgm:pt>
    <dgm:pt modelId="{ECD4CC19-881A-44A6-9474-785CC0C059F4}" type="pres">
      <dgm:prSet presAssocID="{C23EE67C-7F77-47BA-A8B3-6493565ADACA}" presName="hierRoot2" presStyleCnt="0">
        <dgm:presLayoutVars>
          <dgm:hierBranch val="init"/>
        </dgm:presLayoutVars>
      </dgm:prSet>
      <dgm:spPr/>
    </dgm:pt>
    <dgm:pt modelId="{D3FBA0E9-F095-447B-899D-12FE1ACDB26A}" type="pres">
      <dgm:prSet presAssocID="{C23EE67C-7F77-47BA-A8B3-6493565ADACA}" presName="rootComposite" presStyleCnt="0"/>
      <dgm:spPr/>
    </dgm:pt>
    <dgm:pt modelId="{606E0F95-4779-4D9A-B606-9ABA993A565C}" type="pres">
      <dgm:prSet presAssocID="{C23EE67C-7F77-47BA-A8B3-6493565ADACA}" presName="rootText" presStyleLbl="node3" presStyleIdx="10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44AF87-ADF0-487B-AC77-4BAD17472D87}" type="pres">
      <dgm:prSet presAssocID="{C23EE67C-7F77-47BA-A8B3-6493565ADACA}" presName="rootConnector" presStyleLbl="node3" presStyleIdx="10" presStyleCnt="13"/>
      <dgm:spPr/>
      <dgm:t>
        <a:bodyPr/>
        <a:lstStyle/>
        <a:p>
          <a:endParaRPr lang="en-US"/>
        </a:p>
      </dgm:t>
    </dgm:pt>
    <dgm:pt modelId="{E8843230-B658-467E-ABDF-26AE593B8491}" type="pres">
      <dgm:prSet presAssocID="{C23EE67C-7F77-47BA-A8B3-6493565ADACA}" presName="hierChild4" presStyleCnt="0"/>
      <dgm:spPr/>
    </dgm:pt>
    <dgm:pt modelId="{328AA022-D844-486A-A579-E33311A2ACB8}" type="pres">
      <dgm:prSet presAssocID="{C23EE67C-7F77-47BA-A8B3-6493565ADACA}" presName="hierChild5" presStyleCnt="0"/>
      <dgm:spPr/>
    </dgm:pt>
    <dgm:pt modelId="{E9A486E8-3FB6-41A6-BD46-32EB689AD74B}" type="pres">
      <dgm:prSet presAssocID="{1F903EBE-540A-403B-AE13-6A09126352BD}" presName="hierChild5" presStyleCnt="0"/>
      <dgm:spPr/>
    </dgm:pt>
    <dgm:pt modelId="{E8D8F91E-F1A5-4F8D-ACE9-9A373AB4F602}" type="pres">
      <dgm:prSet presAssocID="{FD58BE62-9C5A-475A-8FC1-794FCC27A5B8}" presName="Name37" presStyleLbl="parChTrans1D2" presStyleIdx="3" presStyleCnt="4"/>
      <dgm:spPr/>
      <dgm:t>
        <a:bodyPr/>
        <a:lstStyle/>
        <a:p>
          <a:endParaRPr lang="en-US"/>
        </a:p>
      </dgm:t>
    </dgm:pt>
    <dgm:pt modelId="{58FFB421-4A0C-4CF3-B422-54FD25A55D00}" type="pres">
      <dgm:prSet presAssocID="{AEC44668-A4C2-4E1B-B39E-CB2888B9DE8D}" presName="hierRoot2" presStyleCnt="0">
        <dgm:presLayoutVars>
          <dgm:hierBranch val="init"/>
        </dgm:presLayoutVars>
      </dgm:prSet>
      <dgm:spPr/>
    </dgm:pt>
    <dgm:pt modelId="{491B2114-EC20-4333-BCD6-3D1DF446B531}" type="pres">
      <dgm:prSet presAssocID="{AEC44668-A4C2-4E1B-B39E-CB2888B9DE8D}" presName="rootComposite" presStyleCnt="0"/>
      <dgm:spPr/>
    </dgm:pt>
    <dgm:pt modelId="{6B6FF532-E374-4C3C-9AE6-B33C87D175C6}" type="pres">
      <dgm:prSet presAssocID="{AEC44668-A4C2-4E1B-B39E-CB2888B9DE8D}" presName="rootText" presStyleLbl="node2" presStyleIdx="3" presStyleCnt="4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3EA3FF-AA33-4D7D-846D-D982629E13C8}" type="pres">
      <dgm:prSet presAssocID="{AEC44668-A4C2-4E1B-B39E-CB2888B9DE8D}" presName="rootConnector" presStyleLbl="node2" presStyleIdx="3" presStyleCnt="4"/>
      <dgm:spPr/>
      <dgm:t>
        <a:bodyPr/>
        <a:lstStyle/>
        <a:p>
          <a:endParaRPr lang="en-US"/>
        </a:p>
      </dgm:t>
    </dgm:pt>
    <dgm:pt modelId="{E1C00461-91F5-4376-B9B2-4E15AA192F5E}" type="pres">
      <dgm:prSet presAssocID="{AEC44668-A4C2-4E1B-B39E-CB2888B9DE8D}" presName="hierChild4" presStyleCnt="0"/>
      <dgm:spPr/>
    </dgm:pt>
    <dgm:pt modelId="{2EEBC9EF-9E31-4483-9497-098605836E2F}" type="pres">
      <dgm:prSet presAssocID="{37777025-6084-49B6-8F43-C5FFA95ABB75}" presName="Name37" presStyleLbl="parChTrans1D3" presStyleIdx="11" presStyleCnt="13"/>
      <dgm:spPr/>
      <dgm:t>
        <a:bodyPr/>
        <a:lstStyle/>
        <a:p>
          <a:endParaRPr lang="en-US"/>
        </a:p>
      </dgm:t>
    </dgm:pt>
    <dgm:pt modelId="{DC38B855-E1D8-425A-961A-D65A0BE77D2E}" type="pres">
      <dgm:prSet presAssocID="{71A87117-79C4-4853-87C0-EA73BD2BB07E}" presName="hierRoot2" presStyleCnt="0">
        <dgm:presLayoutVars>
          <dgm:hierBranch val="init"/>
        </dgm:presLayoutVars>
      </dgm:prSet>
      <dgm:spPr/>
    </dgm:pt>
    <dgm:pt modelId="{1670756C-7178-4693-BDF0-CE2F15828DC0}" type="pres">
      <dgm:prSet presAssocID="{71A87117-79C4-4853-87C0-EA73BD2BB07E}" presName="rootComposite" presStyleCnt="0"/>
      <dgm:spPr/>
    </dgm:pt>
    <dgm:pt modelId="{227A08CA-BFBC-4122-A1D1-26AA79400F13}" type="pres">
      <dgm:prSet presAssocID="{71A87117-79C4-4853-87C0-EA73BD2BB07E}" presName="rootText" presStyleLbl="node3" presStyleIdx="11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C443D9-6D0D-4803-A3A0-A088FC67AFB8}" type="pres">
      <dgm:prSet presAssocID="{71A87117-79C4-4853-87C0-EA73BD2BB07E}" presName="rootConnector" presStyleLbl="node3" presStyleIdx="11" presStyleCnt="13"/>
      <dgm:spPr/>
      <dgm:t>
        <a:bodyPr/>
        <a:lstStyle/>
        <a:p>
          <a:endParaRPr lang="en-US"/>
        </a:p>
      </dgm:t>
    </dgm:pt>
    <dgm:pt modelId="{ED47A06E-A770-4EA4-87C5-43455EA436AB}" type="pres">
      <dgm:prSet presAssocID="{71A87117-79C4-4853-87C0-EA73BD2BB07E}" presName="hierChild4" presStyleCnt="0"/>
      <dgm:spPr/>
    </dgm:pt>
    <dgm:pt modelId="{8B0C0516-B86B-4CBF-828D-7EDFFD62AE9D}" type="pres">
      <dgm:prSet presAssocID="{71A87117-79C4-4853-87C0-EA73BD2BB07E}" presName="hierChild5" presStyleCnt="0"/>
      <dgm:spPr/>
    </dgm:pt>
    <dgm:pt modelId="{F0CBB063-4818-4B89-A2DA-2C77A22E32C5}" type="pres">
      <dgm:prSet presAssocID="{502D84B5-6040-4F8C-8C70-AC9E8C7A7931}" presName="Name37" presStyleLbl="parChTrans1D3" presStyleIdx="12" presStyleCnt="13"/>
      <dgm:spPr/>
      <dgm:t>
        <a:bodyPr/>
        <a:lstStyle/>
        <a:p>
          <a:endParaRPr lang="en-US"/>
        </a:p>
      </dgm:t>
    </dgm:pt>
    <dgm:pt modelId="{E11C0B84-297E-4695-9139-A6C2C1F00D1F}" type="pres">
      <dgm:prSet presAssocID="{F91A8AB5-9278-4D4E-BC56-21224700D286}" presName="hierRoot2" presStyleCnt="0">
        <dgm:presLayoutVars>
          <dgm:hierBranch val="init"/>
        </dgm:presLayoutVars>
      </dgm:prSet>
      <dgm:spPr/>
    </dgm:pt>
    <dgm:pt modelId="{80703F0E-7211-4980-844D-F80F79727633}" type="pres">
      <dgm:prSet presAssocID="{F91A8AB5-9278-4D4E-BC56-21224700D286}" presName="rootComposite" presStyleCnt="0"/>
      <dgm:spPr/>
    </dgm:pt>
    <dgm:pt modelId="{589131A9-2313-485B-AD88-1EFA955AFF10}" type="pres">
      <dgm:prSet presAssocID="{F91A8AB5-9278-4D4E-BC56-21224700D286}" presName="rootText" presStyleLbl="node3" presStyleIdx="12" presStyleCnt="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7A4E4D-0C2B-425D-AE71-CE174C32FA2C}" type="pres">
      <dgm:prSet presAssocID="{F91A8AB5-9278-4D4E-BC56-21224700D286}" presName="rootConnector" presStyleLbl="node3" presStyleIdx="12" presStyleCnt="13"/>
      <dgm:spPr/>
      <dgm:t>
        <a:bodyPr/>
        <a:lstStyle/>
        <a:p>
          <a:endParaRPr lang="en-US"/>
        </a:p>
      </dgm:t>
    </dgm:pt>
    <dgm:pt modelId="{28198C0B-FFA8-41D8-991D-CF90D0028632}" type="pres">
      <dgm:prSet presAssocID="{F91A8AB5-9278-4D4E-BC56-21224700D286}" presName="hierChild4" presStyleCnt="0"/>
      <dgm:spPr/>
    </dgm:pt>
    <dgm:pt modelId="{FAB852C7-6CD9-4039-BEC9-A36896AF3024}" type="pres">
      <dgm:prSet presAssocID="{F91A8AB5-9278-4D4E-BC56-21224700D286}" presName="hierChild5" presStyleCnt="0"/>
      <dgm:spPr/>
    </dgm:pt>
    <dgm:pt modelId="{E28894B6-1AAF-4B15-95C4-963C07257423}" type="pres">
      <dgm:prSet presAssocID="{AEC44668-A4C2-4E1B-B39E-CB2888B9DE8D}" presName="hierChild5" presStyleCnt="0"/>
      <dgm:spPr/>
    </dgm:pt>
    <dgm:pt modelId="{96DEF822-DC52-4FFC-82DA-389CD5B29657}" type="pres">
      <dgm:prSet presAssocID="{9E6404DC-1053-49D6-95EE-599A97C88DD3}" presName="hierChild3" presStyleCnt="0"/>
      <dgm:spPr/>
    </dgm:pt>
  </dgm:ptLst>
  <dgm:cxnLst>
    <dgm:cxn modelId="{F83BB6A7-9516-4C1D-8798-50865EBB342D}" type="presOf" srcId="{5E8DD444-C688-4780-A5F0-D4A4181FBDCC}" destId="{EDAAD592-AB88-4251-977A-23D417AF9F0E}" srcOrd="0" destOrd="0" presId="urn:microsoft.com/office/officeart/2005/8/layout/orgChart1"/>
    <dgm:cxn modelId="{7FDC4CFD-9E01-4BBC-AA58-BE0322CCEEB9}" type="presOf" srcId="{FD58BE62-9C5A-475A-8FC1-794FCC27A5B8}" destId="{E8D8F91E-F1A5-4F8D-ACE9-9A373AB4F602}" srcOrd="0" destOrd="0" presId="urn:microsoft.com/office/officeart/2005/8/layout/orgChart1"/>
    <dgm:cxn modelId="{F29C2B4A-4A32-488D-B3C6-F39504D2CFE6}" type="presOf" srcId="{552219B0-29E3-4A6C-90E3-BE0B83069EBC}" destId="{44F89C81-6EDD-4313-B033-6AFE4A6B1597}" srcOrd="1" destOrd="0" presId="urn:microsoft.com/office/officeart/2005/8/layout/orgChart1"/>
    <dgm:cxn modelId="{7359E945-01BA-4E16-B972-28F6D00360AA}" type="presOf" srcId="{68F0BB4A-4CA0-4481-8397-108E86A12DA4}" destId="{D0721C6D-93AC-4B26-927C-A61DADEBA9AA}" srcOrd="1" destOrd="0" presId="urn:microsoft.com/office/officeart/2005/8/layout/orgChart1"/>
    <dgm:cxn modelId="{F191A5D4-8D34-4FB2-99D2-3A10F99DA06C}" type="presOf" srcId="{2EA5620F-A953-4641-A9F7-FF6474899C89}" destId="{E192499E-D6C9-4477-9E52-000FB12127F3}" srcOrd="0" destOrd="0" presId="urn:microsoft.com/office/officeart/2005/8/layout/orgChart1"/>
    <dgm:cxn modelId="{C7C78122-FF83-4DEB-A379-FC79FF3B3A2A}" type="presOf" srcId="{8CE2CE9A-EBD7-445E-BD99-21666869C1D4}" destId="{7B4371B5-9FE0-4A41-B872-D27DD755166A}" srcOrd="0" destOrd="0" presId="urn:microsoft.com/office/officeart/2005/8/layout/orgChart1"/>
    <dgm:cxn modelId="{185EC451-8065-4888-884F-860B300ED0B7}" type="presOf" srcId="{58071AFA-4B9B-45FE-8D29-BD33AD1AE5F0}" destId="{57AFD1CE-DC32-43B5-9BC3-E8114FE21F3D}" srcOrd="0" destOrd="0" presId="urn:microsoft.com/office/officeart/2005/8/layout/orgChart1"/>
    <dgm:cxn modelId="{EEDD1D35-51A4-4EFC-BEC5-0B8F238E57D2}" srcId="{9286A5EC-F2A9-487D-8BF1-B96EEEFD636B}" destId="{F142DEDA-3202-4A6E-A872-744A36211997}" srcOrd="0" destOrd="0" parTransId="{588037F0-0B1A-4D72-81EB-CAFA026AEFB7}" sibTransId="{90D5C085-E7FD-409C-B728-A036C61691D1}"/>
    <dgm:cxn modelId="{B3964686-7246-480F-B742-156EDDDDBA56}" type="presOf" srcId="{C23EE67C-7F77-47BA-A8B3-6493565ADACA}" destId="{D644AF87-ADF0-487B-AC77-4BAD17472D87}" srcOrd="1" destOrd="0" presId="urn:microsoft.com/office/officeart/2005/8/layout/orgChart1"/>
    <dgm:cxn modelId="{9FF29D1A-47D9-4007-822E-C9C3B6A0E6BC}" type="presOf" srcId="{C23EE67C-7F77-47BA-A8B3-6493565ADACA}" destId="{606E0F95-4779-4D9A-B606-9ABA993A565C}" srcOrd="0" destOrd="0" presId="urn:microsoft.com/office/officeart/2005/8/layout/orgChart1"/>
    <dgm:cxn modelId="{3E791538-C657-4F76-AC66-85F053D2401A}" srcId="{C6E4FEDD-12A9-48D1-836A-71DF2EBCFFAD}" destId="{F88CED9D-CB32-45D4-A470-43245E18FCB3}" srcOrd="0" destOrd="0" parTransId="{EDC0CFFA-ED12-4115-8BE2-0F3535696B0D}" sibTransId="{4AA24FA2-F46B-4E9C-B6BE-9004FCF0C09D}"/>
    <dgm:cxn modelId="{0B3BBB72-B6E0-4D55-B3C6-69C50EC751CB}" type="presOf" srcId="{C6E4FEDD-12A9-48D1-836A-71DF2EBCFFAD}" destId="{A792E48B-E59F-426E-B59E-25883EE0DF31}" srcOrd="0" destOrd="0" presId="urn:microsoft.com/office/officeart/2005/8/layout/orgChart1"/>
    <dgm:cxn modelId="{2AA24D5C-C570-46DE-A92C-65CA8AC90A51}" type="presOf" srcId="{E9C886F1-1EBC-4EBC-BB4B-24DF341523A6}" destId="{6D311FDB-5969-4C7C-819C-7A85F8D1C126}" srcOrd="1" destOrd="0" presId="urn:microsoft.com/office/officeart/2005/8/layout/orgChart1"/>
    <dgm:cxn modelId="{0157826D-31FA-4076-A211-2AA8034AFEDC}" type="presOf" srcId="{AEC44668-A4C2-4E1B-B39E-CB2888B9DE8D}" destId="{6B6FF532-E374-4C3C-9AE6-B33C87D175C6}" srcOrd="0" destOrd="0" presId="urn:microsoft.com/office/officeart/2005/8/layout/orgChart1"/>
    <dgm:cxn modelId="{D0A5C4B2-885D-488E-B082-4F1A6012C227}" type="presOf" srcId="{E9C886F1-1EBC-4EBC-BB4B-24DF341523A6}" destId="{F734AC47-D381-46DB-B2D4-DC1F52ACEE63}" srcOrd="0" destOrd="0" presId="urn:microsoft.com/office/officeart/2005/8/layout/orgChart1"/>
    <dgm:cxn modelId="{9752C8B1-4851-486E-8BD3-4D299AC170C5}" type="presOf" srcId="{620DD3EC-BDCD-468B-B566-7FE2B848507E}" destId="{02B28F85-DE51-42FF-859E-1DD3A478F426}" srcOrd="0" destOrd="0" presId="urn:microsoft.com/office/officeart/2005/8/layout/orgChart1"/>
    <dgm:cxn modelId="{3BCE58DC-03CD-4C62-812C-EF86B11C4512}" type="presOf" srcId="{502D84B5-6040-4F8C-8C70-AC9E8C7A7931}" destId="{F0CBB063-4818-4B89-A2DA-2C77A22E32C5}" srcOrd="0" destOrd="0" presId="urn:microsoft.com/office/officeart/2005/8/layout/orgChart1"/>
    <dgm:cxn modelId="{2D45FC77-4AED-4DE6-8379-E523C1F99EFC}" srcId="{620DD3EC-BDCD-468B-B566-7FE2B848507E}" destId="{CC7928C2-579C-44D0-AB38-88BC756CAA0E}" srcOrd="2" destOrd="0" parTransId="{35F2611B-0442-443A-B647-B82B7382EA23}" sibTransId="{A433C3AB-C870-42AA-B57A-E43B2BF3718E}"/>
    <dgm:cxn modelId="{F1A438AD-C79C-4464-91CB-04011678E6E8}" type="presOf" srcId="{556E8FD8-40F6-455A-835F-025608B7D422}" destId="{3C3082DD-A6E3-42FD-AD37-C680B5855FF5}" srcOrd="1" destOrd="0" presId="urn:microsoft.com/office/officeart/2005/8/layout/orgChart1"/>
    <dgm:cxn modelId="{20317605-2F4C-4762-BF51-023522EEE476}" type="presOf" srcId="{F91A8AB5-9278-4D4E-BC56-21224700D286}" destId="{1B7A4E4D-0C2B-425D-AE71-CE174C32FA2C}" srcOrd="1" destOrd="0" presId="urn:microsoft.com/office/officeart/2005/8/layout/orgChart1"/>
    <dgm:cxn modelId="{AE14CFFB-847C-47C2-AD81-3283D1816372}" type="presOf" srcId="{8BEDDD51-476B-4EA3-BB0E-02C6B68708C7}" destId="{F406B8EB-44F2-47F3-AF73-B274E07D3437}" srcOrd="0" destOrd="0" presId="urn:microsoft.com/office/officeart/2005/8/layout/orgChart1"/>
    <dgm:cxn modelId="{4C35333B-E2CE-49B4-8E8B-065145550125}" srcId="{1F903EBE-540A-403B-AE13-6A09126352BD}" destId="{68F0BB4A-4CA0-4481-8397-108E86A12DA4}" srcOrd="0" destOrd="0" parTransId="{ED5ECDE6-7B87-4768-B1AE-20C55CA1EA8F}" sibTransId="{A0B2EC27-08AF-4A70-911E-D73503EF8DD4}"/>
    <dgm:cxn modelId="{3D390A4D-96AD-4158-82E7-F96777D4B835}" type="presOf" srcId="{71A87117-79C4-4853-87C0-EA73BD2BB07E}" destId="{227A08CA-BFBC-4122-A1D1-26AA79400F13}" srcOrd="0" destOrd="0" presId="urn:microsoft.com/office/officeart/2005/8/layout/orgChart1"/>
    <dgm:cxn modelId="{3C1F9A6B-5DE0-4811-9DFD-8D18785016DF}" type="presOf" srcId="{F88CED9D-CB32-45D4-A470-43245E18FCB3}" destId="{233CC64B-B3D0-422F-9F57-FFF7A5ACA7B1}" srcOrd="0" destOrd="0" presId="urn:microsoft.com/office/officeart/2005/8/layout/orgChart1"/>
    <dgm:cxn modelId="{FC936D7F-2EA8-4AD4-83B3-49CDE7D128C3}" type="presOf" srcId="{D481CA47-B5D5-4D96-BC79-BE9AAABF9466}" destId="{B555BD93-CF04-46C8-BBE8-95BFDBEC971B}" srcOrd="0" destOrd="0" presId="urn:microsoft.com/office/officeart/2005/8/layout/orgChart1"/>
    <dgm:cxn modelId="{3AA2732E-E1F3-4BD5-9990-5D30D82B08ED}" srcId="{9E6404DC-1053-49D6-95EE-599A97C88DD3}" destId="{1F903EBE-540A-403B-AE13-6A09126352BD}" srcOrd="2" destOrd="0" parTransId="{248E9311-DF61-4B0E-BD57-16AE2D707A60}" sibTransId="{BB52F0E9-3899-452E-BFB9-D8344A4C6147}"/>
    <dgm:cxn modelId="{01FAF066-6697-4A16-A34C-B61F6B7DAE7C}" type="presOf" srcId="{552219B0-29E3-4A6C-90E3-BE0B83069EBC}" destId="{9449DAAE-E410-44C5-A07D-A0445C0B7E6B}" srcOrd="0" destOrd="0" presId="urn:microsoft.com/office/officeart/2005/8/layout/orgChart1"/>
    <dgm:cxn modelId="{974F6090-0FCB-4039-8E59-0E782D7DB69E}" type="presOf" srcId="{98CFC344-9304-4EC6-B9BC-E8A0A24F49F8}" destId="{61355184-721D-460C-9831-1A874659A4FE}" srcOrd="0" destOrd="0" presId="urn:microsoft.com/office/officeart/2005/8/layout/orgChart1"/>
    <dgm:cxn modelId="{48FB7E41-4DCE-49A7-8A59-30799E27CFF1}" srcId="{9286A5EC-F2A9-487D-8BF1-B96EEEFD636B}" destId="{1947618A-5736-4E7D-A7B1-0535566E666C}" srcOrd="1" destOrd="0" parTransId="{3C73C88C-ADAC-4E8D-8259-4FBC3819D296}" sibTransId="{4AA8505F-D096-4A68-B858-481E0AB908C1}"/>
    <dgm:cxn modelId="{EC784541-9543-429B-96E9-D4C7608BD5BD}" type="presOf" srcId="{CC7928C2-579C-44D0-AB38-88BC756CAA0E}" destId="{4140A25E-4F9D-44DB-85AB-432AE99FA579}" srcOrd="0" destOrd="0" presId="urn:microsoft.com/office/officeart/2005/8/layout/orgChart1"/>
    <dgm:cxn modelId="{FBC12E2C-619E-4599-B915-B968A89A0229}" type="presOf" srcId="{ED538FBE-6130-45A2-A1D0-5DEB03E796E8}" destId="{5988ED23-194C-42E1-88AB-8E72A53BDC23}" srcOrd="1" destOrd="0" presId="urn:microsoft.com/office/officeart/2005/8/layout/orgChart1"/>
    <dgm:cxn modelId="{EDD8B8E8-5ADA-4CCB-9D31-33C2C59EDA48}" type="presOf" srcId="{5D54CE41-C375-40B2-A52F-A4D5244B4F6B}" destId="{AA794585-893E-4AD1-AB0F-E658D0B464B9}" srcOrd="0" destOrd="0" presId="urn:microsoft.com/office/officeart/2005/8/layout/orgChart1"/>
    <dgm:cxn modelId="{5A17CC76-62E1-445F-BF72-7A0524056A22}" type="presOf" srcId="{2EA5620F-A953-4641-A9F7-FF6474899C89}" destId="{D31D7087-EF20-4E54-950D-5D78C9230C8B}" srcOrd="1" destOrd="0" presId="urn:microsoft.com/office/officeart/2005/8/layout/orgChart1"/>
    <dgm:cxn modelId="{D5051094-61BC-42D3-BB85-5E5FB0D22CFE}" type="presOf" srcId="{1F903EBE-540A-403B-AE13-6A09126352BD}" destId="{746FE1B3-37E8-4050-B0B7-5668D5D7D118}" srcOrd="1" destOrd="0" presId="urn:microsoft.com/office/officeart/2005/8/layout/orgChart1"/>
    <dgm:cxn modelId="{DFABDEEE-A240-4EC9-97BA-95D30F3F29D5}" srcId="{1947618A-5736-4E7D-A7B1-0535566E666C}" destId="{1EED062B-8F19-4777-9982-C169436E891C}" srcOrd="2" destOrd="0" parTransId="{E23F665C-87A1-4AE3-97A2-35DD5DD59927}" sibTransId="{5F196C6C-6D57-46B2-B88F-666645662E91}"/>
    <dgm:cxn modelId="{7A9A9211-DD27-4357-8253-30DA9D3D79AA}" type="presOf" srcId="{1EED062B-8F19-4777-9982-C169436E891C}" destId="{2D40033F-C0EB-436E-B48B-D4F7F12D24D6}" srcOrd="0" destOrd="0" presId="urn:microsoft.com/office/officeart/2005/8/layout/orgChart1"/>
    <dgm:cxn modelId="{AE809AE6-4B42-4DD5-A766-3E57926AC105}" type="presOf" srcId="{3EF3A6E7-C292-47CC-B270-3E3EBE607D52}" destId="{B29C3B41-DBE1-4323-9C4E-2DB26CA89DA4}" srcOrd="1" destOrd="0" presId="urn:microsoft.com/office/officeart/2005/8/layout/orgChart1"/>
    <dgm:cxn modelId="{71671B7A-3677-4336-9103-572B984B2DBC}" type="presOf" srcId="{8FBC9412-DE73-4430-ABD4-170D2B2D5B40}" destId="{90BF942A-71A3-4EEB-97B9-3F94D75DAE0F}" srcOrd="1" destOrd="0" presId="urn:microsoft.com/office/officeart/2005/8/layout/orgChart1"/>
    <dgm:cxn modelId="{0889C6DA-DE3D-4EEE-8208-B33A7D302002}" type="presOf" srcId="{3C73C88C-ADAC-4E8D-8259-4FBC3819D296}" destId="{22A06763-7CD0-41E0-8047-44C9999C84AA}" srcOrd="0" destOrd="0" presId="urn:microsoft.com/office/officeart/2005/8/layout/orgChart1"/>
    <dgm:cxn modelId="{8749021B-2268-44B1-AD84-B0921B253255}" type="presOf" srcId="{9286A5EC-F2A9-487D-8BF1-B96EEEFD636B}" destId="{C9422C4E-2B02-4D33-A16B-EF7B187ECAB7}" srcOrd="0" destOrd="0" presId="urn:microsoft.com/office/officeart/2005/8/layout/orgChart1"/>
    <dgm:cxn modelId="{C6049956-7336-4081-81A6-7DCD9A0A0EF0}" type="presOf" srcId="{1947618A-5736-4E7D-A7B1-0535566E666C}" destId="{3FADC6AF-5D4B-418A-9301-DABA5E048E22}" srcOrd="1" destOrd="0" presId="urn:microsoft.com/office/officeart/2005/8/layout/orgChart1"/>
    <dgm:cxn modelId="{81ECBBE0-B641-4AE9-A53F-16A71BDFB9C1}" srcId="{620DD3EC-BDCD-468B-B566-7FE2B848507E}" destId="{552219B0-29E3-4A6C-90E3-BE0B83069EBC}" srcOrd="0" destOrd="0" parTransId="{D723B879-676C-4614-8859-D09DEFF2A3B3}" sibTransId="{3AAC379C-C229-429B-B8C5-9157680B919C}"/>
    <dgm:cxn modelId="{D59A8D55-C251-4DE9-9063-FC32AC73FD00}" type="presOf" srcId="{E67C53B2-E892-4C0F-A08A-88A3ED9B61F7}" destId="{DCC2EF45-5701-4801-8E88-5D72204795B1}" srcOrd="0" destOrd="0" presId="urn:microsoft.com/office/officeart/2005/8/layout/orgChart1"/>
    <dgm:cxn modelId="{6E33D0D5-87BC-4AF4-9FFF-BA2468C620CA}" srcId="{1F903EBE-540A-403B-AE13-6A09126352BD}" destId="{2EA5620F-A953-4641-A9F7-FF6474899C89}" srcOrd="2" destOrd="0" parTransId="{5D54CE41-C375-40B2-A52F-A4D5244B4F6B}" sibTransId="{EC911C88-B43C-4ADA-AC79-C106AB283D2F}"/>
    <dgm:cxn modelId="{951A2031-AB8B-4B32-AFE8-798A1065B0A3}" type="presOf" srcId="{35F2611B-0442-443A-B647-B82B7382EA23}" destId="{8C7C57BC-0E68-4E25-9D4A-D3542769DA95}" srcOrd="0" destOrd="0" presId="urn:microsoft.com/office/officeart/2005/8/layout/orgChart1"/>
    <dgm:cxn modelId="{FB87CBE7-A783-49FA-9FDC-C388EA88CADE}" type="presOf" srcId="{F142DEDA-3202-4A6E-A872-744A36211997}" destId="{D62CADF8-24AE-4E16-B362-DFB8C42A8D00}" srcOrd="1" destOrd="0" presId="urn:microsoft.com/office/officeart/2005/8/layout/orgChart1"/>
    <dgm:cxn modelId="{76FE0A3B-1FB2-47AB-A803-192EED8CF4A6}" srcId="{620DD3EC-BDCD-468B-B566-7FE2B848507E}" destId="{ED538FBE-6130-45A2-A1D0-5DEB03E796E8}" srcOrd="1" destOrd="0" parTransId="{8BEDDD51-476B-4EA3-BB0E-02C6B68708C7}" sibTransId="{35D97104-0716-450A-B2F9-D53D45C2A7A7}"/>
    <dgm:cxn modelId="{95A075D2-4850-404E-8411-C822C74F0F4C}" type="presOf" srcId="{C261E12B-9CC3-4861-845D-9128B169CF9B}" destId="{21139279-D34B-4DA9-B9A1-7062C0827E6D}" srcOrd="0" destOrd="0" presId="urn:microsoft.com/office/officeart/2005/8/layout/orgChart1"/>
    <dgm:cxn modelId="{208BCFAA-7D79-4D3B-946B-FA6136A6B507}" type="presOf" srcId="{8989D7C3-0377-4FA4-BDEF-0125186F1434}" destId="{68532205-FE94-453F-8FB3-79E73AE47C4E}" srcOrd="0" destOrd="0" presId="urn:microsoft.com/office/officeart/2005/8/layout/orgChart1"/>
    <dgm:cxn modelId="{0F5A5FD9-3747-4E51-BA65-9975B98C6A58}" type="presOf" srcId="{1EED062B-8F19-4777-9982-C169436E891C}" destId="{C6BB55D6-AD48-419D-89FD-19A7856B8200}" srcOrd="1" destOrd="0" presId="urn:microsoft.com/office/officeart/2005/8/layout/orgChart1"/>
    <dgm:cxn modelId="{F0E261ED-88BB-4FDF-A410-3711D4F68B41}" srcId="{9E6404DC-1053-49D6-95EE-599A97C88DD3}" destId="{AEC44668-A4C2-4E1B-B39E-CB2888B9DE8D}" srcOrd="3" destOrd="0" parTransId="{FD58BE62-9C5A-475A-8FC1-794FCC27A5B8}" sibTransId="{A87416F6-CAF3-4F24-8E79-E769B7818015}"/>
    <dgm:cxn modelId="{2A7A2E8B-4E91-4769-93B9-65EF55884A61}" type="presOf" srcId="{1947618A-5736-4E7D-A7B1-0535566E666C}" destId="{EF3A83E1-5846-4AE9-8B47-6582C37CA326}" srcOrd="0" destOrd="0" presId="urn:microsoft.com/office/officeart/2005/8/layout/orgChart1"/>
    <dgm:cxn modelId="{5F7DB5C3-B355-4F57-8A7E-F3CD6853FA97}" type="presOf" srcId="{ED5ECDE6-7B87-4768-B1AE-20C55CA1EA8F}" destId="{0207D2DC-D98D-48DB-A444-1B3BB3C111EF}" srcOrd="0" destOrd="0" presId="urn:microsoft.com/office/officeart/2005/8/layout/orgChart1"/>
    <dgm:cxn modelId="{1FC3E477-0368-4874-B43B-8667D6433F65}" type="presOf" srcId="{DE033789-4671-4B2D-80A6-DE47FDE133A9}" destId="{2BE4E89E-3BB1-40E0-B6E7-E52B12A6BE8D}" srcOrd="0" destOrd="0" presId="urn:microsoft.com/office/officeart/2005/8/layout/orgChart1"/>
    <dgm:cxn modelId="{4CF36AB0-83A9-4CD1-9F6C-54F7A6E3A79C}" srcId="{9286A5EC-F2A9-487D-8BF1-B96EEEFD636B}" destId="{C6E4FEDD-12A9-48D1-836A-71DF2EBCFFAD}" srcOrd="2" destOrd="0" parTransId="{A2275AAE-D67F-4B48-809F-43E648A9868F}" sibTransId="{795C140E-55F9-45B3-A3C9-9055A88BB7F4}"/>
    <dgm:cxn modelId="{F7EBFBCF-F59C-4BE1-9661-E7D0E9B3F603}" type="presOf" srcId="{ED538FBE-6130-45A2-A1D0-5DEB03E796E8}" destId="{83491CF3-E0A8-41F0-8748-5B85D6C90040}" srcOrd="0" destOrd="0" presId="urn:microsoft.com/office/officeart/2005/8/layout/orgChart1"/>
    <dgm:cxn modelId="{4CA9C32A-C8CD-40F1-AFCB-D726CB5C7F3F}" srcId="{1A65A4D7-7720-45CB-8279-86EBD3407E97}" destId="{9E6404DC-1053-49D6-95EE-599A97C88DD3}" srcOrd="0" destOrd="0" parTransId="{541DED35-EA1D-4B2B-8573-F418430E3EF8}" sibTransId="{8EA0B31F-0422-4926-B862-5636855C8DF2}"/>
    <dgm:cxn modelId="{4207DC96-F0A6-4BA6-A56E-A1B3A7D58C07}" type="presOf" srcId="{620DD3EC-BDCD-468B-B566-7FE2B848507E}" destId="{1999F93D-C5E3-4B58-A38A-C971B5C1871B}" srcOrd="1" destOrd="0" presId="urn:microsoft.com/office/officeart/2005/8/layout/orgChart1"/>
    <dgm:cxn modelId="{E1693E6E-D569-4F2B-8348-0AA7E4140BE6}" srcId="{1947618A-5736-4E7D-A7B1-0535566E666C}" destId="{98CFC344-9304-4EC6-B9BC-E8A0A24F49F8}" srcOrd="1" destOrd="0" parTransId="{C261E12B-9CC3-4861-845D-9128B169CF9B}" sibTransId="{25975C59-E6F0-40BC-AC98-16866442FF31}"/>
    <dgm:cxn modelId="{E40E21D4-0293-4D84-9C2B-99E9DD9CBA54}" type="presOf" srcId="{97ECD7F0-AF08-4202-8F6B-6035FCFA351C}" destId="{E176ACEC-BD58-4170-B91A-1AA1D1DF77F0}" srcOrd="0" destOrd="0" presId="urn:microsoft.com/office/officeart/2005/8/layout/orgChart1"/>
    <dgm:cxn modelId="{FF4EB8F8-F2ED-44E4-B5D4-D0C1588ECF98}" type="presOf" srcId="{E23F665C-87A1-4AE3-97A2-35DD5DD59927}" destId="{726D82ED-3983-40DD-8F27-7B09C006F0AB}" srcOrd="0" destOrd="0" presId="urn:microsoft.com/office/officeart/2005/8/layout/orgChart1"/>
    <dgm:cxn modelId="{86007437-EC7F-4722-91E9-B02DC12FD8DB}" type="presOf" srcId="{37777025-6084-49B6-8F43-C5FFA95ABB75}" destId="{2EEBC9EF-9E31-4483-9497-098605836E2F}" srcOrd="0" destOrd="0" presId="urn:microsoft.com/office/officeart/2005/8/layout/orgChart1"/>
    <dgm:cxn modelId="{1EC82FDF-DEB7-4D50-9C29-27BC7BD7F60F}" srcId="{1F903EBE-540A-403B-AE13-6A09126352BD}" destId="{C23EE67C-7F77-47BA-A8B3-6493565ADACA}" srcOrd="4" destOrd="0" parTransId="{97ECD7F0-AF08-4202-8F6B-6035FCFA351C}" sibTransId="{81688764-0848-43B4-A2D6-8E904026A524}"/>
    <dgm:cxn modelId="{3371D227-869E-4636-B9B0-BA373BCE5AD6}" srcId="{9E6404DC-1053-49D6-95EE-599A97C88DD3}" destId="{9286A5EC-F2A9-487D-8BF1-B96EEEFD636B}" srcOrd="0" destOrd="0" parTransId="{8CE2CE9A-EBD7-445E-BD99-21666869C1D4}" sibTransId="{D6357A36-116B-440B-A9E1-8EDB3A4D1B88}"/>
    <dgm:cxn modelId="{0A3906DC-ADAC-436D-9259-1B9731AAF371}" type="presOf" srcId="{556E8FD8-40F6-455A-835F-025608B7D422}" destId="{6089E11F-BF5E-4711-A0AB-4B535BBD87AC}" srcOrd="0" destOrd="0" presId="urn:microsoft.com/office/officeart/2005/8/layout/orgChart1"/>
    <dgm:cxn modelId="{3E3F33A1-764D-455F-9609-979B7487620C}" srcId="{AEC44668-A4C2-4E1B-B39E-CB2888B9DE8D}" destId="{F91A8AB5-9278-4D4E-BC56-21224700D286}" srcOrd="1" destOrd="0" parTransId="{502D84B5-6040-4F8C-8C70-AC9E8C7A7931}" sibTransId="{C61FB986-3367-414D-9CC8-14FAE1051217}"/>
    <dgm:cxn modelId="{B04258CD-B584-4686-8726-F88ED24E1E52}" type="presOf" srcId="{71A87117-79C4-4853-87C0-EA73BD2BB07E}" destId="{66C443D9-6D0D-4803-A3A0-A088FC67AFB8}" srcOrd="1" destOrd="0" presId="urn:microsoft.com/office/officeart/2005/8/layout/orgChart1"/>
    <dgm:cxn modelId="{1604376D-5C72-45EB-8CD2-AFD2D4B26B29}" srcId="{AEC44668-A4C2-4E1B-B39E-CB2888B9DE8D}" destId="{71A87117-79C4-4853-87C0-EA73BD2BB07E}" srcOrd="0" destOrd="0" parTransId="{37777025-6084-49B6-8F43-C5FFA95ABB75}" sibTransId="{6E88D8D5-C851-4296-8F3F-47D71B78C5A6}"/>
    <dgm:cxn modelId="{884C4DEA-A29D-4416-9103-F85108CE2F55}" type="presOf" srcId="{68F0BB4A-4CA0-4481-8397-108E86A12DA4}" destId="{B3DA1D68-D7FF-4520-90A3-C4A2EA0D76C0}" srcOrd="0" destOrd="0" presId="urn:microsoft.com/office/officeart/2005/8/layout/orgChart1"/>
    <dgm:cxn modelId="{1EAD89EE-11AC-458E-AFDE-D65B78D7EF55}" type="presOf" srcId="{9286A5EC-F2A9-487D-8BF1-B96EEEFD636B}" destId="{A10B8E6A-AEE1-4C2B-8634-C515AEDBA0E5}" srcOrd="1" destOrd="0" presId="urn:microsoft.com/office/officeart/2005/8/layout/orgChart1"/>
    <dgm:cxn modelId="{4A854940-C26F-4A7C-97CD-7848FD9F2C0B}" type="presOf" srcId="{98CFC344-9304-4EC6-B9BC-E8A0A24F49F8}" destId="{550CB441-3257-44E1-9F6B-74D0537D7B12}" srcOrd="1" destOrd="0" presId="urn:microsoft.com/office/officeart/2005/8/layout/orgChart1"/>
    <dgm:cxn modelId="{B6ED6959-D36F-40C1-BB7A-D25AABCCA5A0}" srcId="{1F903EBE-540A-403B-AE13-6A09126352BD}" destId="{E9C886F1-1EBC-4EBC-BB4B-24DF341523A6}" srcOrd="1" destOrd="0" parTransId="{5E8DD444-C688-4780-A5F0-D4A4181FBDCC}" sibTransId="{677365F0-85D2-4516-9D4D-C1E5444A6324}"/>
    <dgm:cxn modelId="{19AF4068-3DE4-490A-9264-0F12B60591B8}" type="presOf" srcId="{F0764DAA-254D-4C3C-9708-669D5BF5A337}" destId="{0146BAA9-2B9D-4F2A-B565-A2DCB6505964}" srcOrd="0" destOrd="0" presId="urn:microsoft.com/office/officeart/2005/8/layout/orgChart1"/>
    <dgm:cxn modelId="{F51330D8-D40A-4035-8355-16B6D86E067B}" type="presOf" srcId="{58071AFA-4B9B-45FE-8D29-BD33AD1AE5F0}" destId="{75D8F8FB-D9CA-4C02-A407-6AF2F4291AE4}" srcOrd="1" destOrd="0" presId="urn:microsoft.com/office/officeart/2005/8/layout/orgChart1"/>
    <dgm:cxn modelId="{CE16E825-809E-47D7-B83B-325AB0A94320}" type="presOf" srcId="{3EF3A6E7-C292-47CC-B270-3E3EBE607D52}" destId="{143DE19C-7D84-4338-B392-FD35CE1BC79B}" srcOrd="0" destOrd="0" presId="urn:microsoft.com/office/officeart/2005/8/layout/orgChart1"/>
    <dgm:cxn modelId="{9B5B3F46-E2B6-4B9A-9AFA-0605BD385EA0}" srcId="{C6E4FEDD-12A9-48D1-836A-71DF2EBCFFAD}" destId="{8FBC9412-DE73-4430-ABD4-170D2B2D5B40}" srcOrd="2" destOrd="0" parTransId="{DE033789-4671-4B2D-80A6-DE47FDE133A9}" sibTransId="{3FFF4DB3-76E7-4FCF-8DEB-5223A465A98F}"/>
    <dgm:cxn modelId="{3E834A22-B4D9-4FB8-A0CF-60BD401E9F77}" srcId="{1F903EBE-540A-403B-AE13-6A09126352BD}" destId="{58071AFA-4B9B-45FE-8D29-BD33AD1AE5F0}" srcOrd="3" destOrd="0" parTransId="{BFB1E75C-DD68-4F5F-8C40-4F4C36AC6BEA}" sibTransId="{E37F1C88-1AF1-48F6-AAEF-12C017B78A04}"/>
    <dgm:cxn modelId="{2D62DD86-A52E-49A9-8D7A-EF65F5EF100B}" type="presOf" srcId="{EDC0CFFA-ED12-4115-8BE2-0F3535696B0D}" destId="{EAD93886-1693-47A7-AD7C-67AC19E49A2D}" srcOrd="0" destOrd="0" presId="urn:microsoft.com/office/officeart/2005/8/layout/orgChart1"/>
    <dgm:cxn modelId="{5E7B5BD3-D5C7-4329-8C95-CB1074033A3D}" type="presOf" srcId="{1F903EBE-540A-403B-AE13-6A09126352BD}" destId="{B4DA07B5-29B3-4442-A69E-055EEC652BE8}" srcOrd="0" destOrd="0" presId="urn:microsoft.com/office/officeart/2005/8/layout/orgChart1"/>
    <dgm:cxn modelId="{07AB8472-A651-48C8-9CF2-00815F444309}" type="presOf" srcId="{9E6404DC-1053-49D6-95EE-599A97C88DD3}" destId="{0F3C8968-31FF-46A5-BCB3-A2E771257413}" srcOrd="0" destOrd="0" presId="urn:microsoft.com/office/officeart/2005/8/layout/orgChart1"/>
    <dgm:cxn modelId="{572A1CFE-1A3F-4917-A6DE-76F28E4C7735}" type="presOf" srcId="{8989D7C3-0377-4FA4-BDEF-0125186F1434}" destId="{D45598BF-8E06-431D-B15E-91AB3A31C0C6}" srcOrd="1" destOrd="0" presId="urn:microsoft.com/office/officeart/2005/8/layout/orgChart1"/>
    <dgm:cxn modelId="{FBB98B3F-ED66-4687-A46A-93F481E2DB82}" type="presOf" srcId="{BFB1E75C-DD68-4F5F-8C40-4F4C36AC6BEA}" destId="{FB824164-8B1D-4B85-B22A-CDFEF2E04F59}" srcOrd="0" destOrd="0" presId="urn:microsoft.com/office/officeart/2005/8/layout/orgChart1"/>
    <dgm:cxn modelId="{AC39F653-00D5-4219-8557-1E633AAA0D11}" type="presOf" srcId="{9E6404DC-1053-49D6-95EE-599A97C88DD3}" destId="{C8C73746-D1E9-45A4-A4B2-4DB251C0CC5A}" srcOrd="1" destOrd="0" presId="urn:microsoft.com/office/officeart/2005/8/layout/orgChart1"/>
    <dgm:cxn modelId="{B0911044-8F6E-4BC6-A815-4D5369F405ED}" type="presOf" srcId="{A2275AAE-D67F-4B48-809F-43E648A9868F}" destId="{DB2B6368-5A8B-4732-8055-E965E07397C0}" srcOrd="0" destOrd="0" presId="urn:microsoft.com/office/officeart/2005/8/layout/orgChart1"/>
    <dgm:cxn modelId="{EAAC35E9-0535-4EA5-8240-2E0A827D3209}" type="presOf" srcId="{8FBC9412-DE73-4430-ABD4-170D2B2D5B40}" destId="{2C57B994-79A8-41A5-8FD7-0E043D593367}" srcOrd="0" destOrd="0" presId="urn:microsoft.com/office/officeart/2005/8/layout/orgChart1"/>
    <dgm:cxn modelId="{7D80E8BF-FA66-4950-BD3A-5A918CD9831D}" type="presOf" srcId="{AEC44668-A4C2-4E1B-B39E-CB2888B9DE8D}" destId="{433EA3FF-AA33-4D7D-846D-D982629E13C8}" srcOrd="1" destOrd="0" presId="urn:microsoft.com/office/officeart/2005/8/layout/orgChart1"/>
    <dgm:cxn modelId="{35BA6A19-C82C-4D32-8D6F-0E90A0267519}" type="presOf" srcId="{F142DEDA-3202-4A6E-A872-744A36211997}" destId="{28A90088-1D74-4647-BC3B-F17F2E584608}" srcOrd="0" destOrd="0" presId="urn:microsoft.com/office/officeart/2005/8/layout/orgChart1"/>
    <dgm:cxn modelId="{90FB866F-8CB1-4FCF-B39F-10C4BFCDC239}" srcId="{C6E4FEDD-12A9-48D1-836A-71DF2EBCFFAD}" destId="{8989D7C3-0377-4FA4-BDEF-0125186F1434}" srcOrd="3" destOrd="0" parTransId="{9D210C6E-CF8C-4AD9-BC0C-1A9414145BC2}" sibTransId="{B6B77A4B-D689-4396-B5C5-E87546531706}"/>
    <dgm:cxn modelId="{ABC5C86C-3A73-437E-B189-F9951B32D966}" type="presOf" srcId="{F88CED9D-CB32-45D4-A470-43245E18FCB3}" destId="{E5A0C29D-3FD5-461C-8147-ADB2CA78F75F}" srcOrd="1" destOrd="0" presId="urn:microsoft.com/office/officeart/2005/8/layout/orgChart1"/>
    <dgm:cxn modelId="{CB68B546-D650-4DCA-9255-1CB1A0FF4B7C}" type="presOf" srcId="{C6E4FEDD-12A9-48D1-836A-71DF2EBCFFAD}" destId="{DAD0AE31-2183-4883-A49E-5AC8784C4DC1}" srcOrd="1" destOrd="0" presId="urn:microsoft.com/office/officeart/2005/8/layout/orgChart1"/>
    <dgm:cxn modelId="{5317F623-2ED8-4710-AC15-800675E39B10}" type="presOf" srcId="{248E9311-DF61-4B0E-BD57-16AE2D707A60}" destId="{76E33A9D-9480-40FB-A4DF-EE1E2E7E401E}" srcOrd="0" destOrd="0" presId="urn:microsoft.com/office/officeart/2005/8/layout/orgChart1"/>
    <dgm:cxn modelId="{1F54BB72-5E2C-4192-90B9-C1973A2EEC11}" type="presOf" srcId="{F91A8AB5-9278-4D4E-BC56-21224700D286}" destId="{589131A9-2313-485B-AD88-1EFA955AFF10}" srcOrd="0" destOrd="0" presId="urn:microsoft.com/office/officeart/2005/8/layout/orgChart1"/>
    <dgm:cxn modelId="{7506067E-541A-4A3A-B687-F79671A6EB44}" type="presOf" srcId="{D723B879-676C-4614-8859-D09DEFF2A3B3}" destId="{8BF33A23-B9E7-4732-917C-5D66B726362F}" srcOrd="0" destOrd="0" presId="urn:microsoft.com/office/officeart/2005/8/layout/orgChart1"/>
    <dgm:cxn modelId="{D58A6A88-4760-4BEC-8A98-05B8C39BBD3D}" type="presOf" srcId="{1A65A4D7-7720-45CB-8279-86EBD3407E97}" destId="{11077618-9302-474C-8482-1BBB83E3AEF1}" srcOrd="0" destOrd="0" presId="urn:microsoft.com/office/officeart/2005/8/layout/orgChart1"/>
    <dgm:cxn modelId="{A109B709-4C51-42E1-B8B3-EE694934A335}" srcId="{1947618A-5736-4E7D-A7B1-0535566E666C}" destId="{556E8FD8-40F6-455A-835F-025608B7D422}" srcOrd="0" destOrd="0" parTransId="{E67C53B2-E892-4C0F-A08A-88A3ED9B61F7}" sibTransId="{E7544627-CF2D-48DA-8B7F-1F39195C4840}"/>
    <dgm:cxn modelId="{55322DC1-D5BB-4947-91D3-C49D83A86839}" srcId="{9E6404DC-1053-49D6-95EE-599A97C88DD3}" destId="{620DD3EC-BDCD-468B-B566-7FE2B848507E}" srcOrd="1" destOrd="0" parTransId="{F0764DAA-254D-4C3C-9708-669D5BF5A337}" sibTransId="{61B96E30-C56F-4FDE-AA00-908E8835534F}"/>
    <dgm:cxn modelId="{1486D8BE-4305-4E22-A20F-C56F1D289556}" type="presOf" srcId="{CC7928C2-579C-44D0-AB38-88BC756CAA0E}" destId="{2AB4BF43-9ACD-420F-8CEE-B70EB4712527}" srcOrd="1" destOrd="0" presId="urn:microsoft.com/office/officeart/2005/8/layout/orgChart1"/>
    <dgm:cxn modelId="{E02EA1F9-1612-4512-A3FC-DB19B79AC42C}" type="presOf" srcId="{588037F0-0B1A-4D72-81EB-CAFA026AEFB7}" destId="{06A5B176-3147-4D45-9EF8-CF91B612166F}" srcOrd="0" destOrd="0" presId="urn:microsoft.com/office/officeart/2005/8/layout/orgChart1"/>
    <dgm:cxn modelId="{4B0E9FDE-7A83-4153-8254-343BFFC6A15D}" srcId="{C6E4FEDD-12A9-48D1-836A-71DF2EBCFFAD}" destId="{3EF3A6E7-C292-47CC-B270-3E3EBE607D52}" srcOrd="1" destOrd="0" parTransId="{D481CA47-B5D5-4D96-BC79-BE9AAABF9466}" sibTransId="{D3C9781C-99F9-4FFB-85A6-AC0ABAA41395}"/>
    <dgm:cxn modelId="{120D2882-7F82-4DCE-8DD2-DE34F2F3718C}" type="presOf" srcId="{9D210C6E-CF8C-4AD9-BC0C-1A9414145BC2}" destId="{1E512966-A9A8-4A1A-A761-762F172F3796}" srcOrd="0" destOrd="0" presId="urn:microsoft.com/office/officeart/2005/8/layout/orgChart1"/>
    <dgm:cxn modelId="{0DB79881-AAFB-4207-A84A-6BD63F0812CA}" type="presParOf" srcId="{11077618-9302-474C-8482-1BBB83E3AEF1}" destId="{38ED7B2E-63E5-438D-91CD-EFA6DE9BBF61}" srcOrd="0" destOrd="0" presId="urn:microsoft.com/office/officeart/2005/8/layout/orgChart1"/>
    <dgm:cxn modelId="{5ED087B4-1F16-47F0-8EDF-6DE9E5DDE0ED}" type="presParOf" srcId="{38ED7B2E-63E5-438D-91CD-EFA6DE9BBF61}" destId="{ADCB6C6D-2F95-4AD5-B3EB-BEA9A3239732}" srcOrd="0" destOrd="0" presId="urn:microsoft.com/office/officeart/2005/8/layout/orgChart1"/>
    <dgm:cxn modelId="{38D93D17-E2F6-430A-BA0A-892F5F5DA1C8}" type="presParOf" srcId="{ADCB6C6D-2F95-4AD5-B3EB-BEA9A3239732}" destId="{0F3C8968-31FF-46A5-BCB3-A2E771257413}" srcOrd="0" destOrd="0" presId="urn:microsoft.com/office/officeart/2005/8/layout/orgChart1"/>
    <dgm:cxn modelId="{D0C9B760-9B41-40FA-837D-7DC64C5D98B6}" type="presParOf" srcId="{ADCB6C6D-2F95-4AD5-B3EB-BEA9A3239732}" destId="{C8C73746-D1E9-45A4-A4B2-4DB251C0CC5A}" srcOrd="1" destOrd="0" presId="urn:microsoft.com/office/officeart/2005/8/layout/orgChart1"/>
    <dgm:cxn modelId="{903973C5-4475-4E16-BB20-98C6713D6A7C}" type="presParOf" srcId="{38ED7B2E-63E5-438D-91CD-EFA6DE9BBF61}" destId="{AD53A4B1-01E7-41E8-9724-31F3910545A4}" srcOrd="1" destOrd="0" presId="urn:microsoft.com/office/officeart/2005/8/layout/orgChart1"/>
    <dgm:cxn modelId="{FD0D6115-7002-46BE-B6C7-37AF4D0756E1}" type="presParOf" srcId="{AD53A4B1-01E7-41E8-9724-31F3910545A4}" destId="{7B4371B5-9FE0-4A41-B872-D27DD755166A}" srcOrd="0" destOrd="0" presId="urn:microsoft.com/office/officeart/2005/8/layout/orgChart1"/>
    <dgm:cxn modelId="{C21C9606-5954-48DD-8BEA-B260DD6B6E14}" type="presParOf" srcId="{AD53A4B1-01E7-41E8-9724-31F3910545A4}" destId="{ED726A71-3CEE-43E5-B36E-E99BBF451E5B}" srcOrd="1" destOrd="0" presId="urn:microsoft.com/office/officeart/2005/8/layout/orgChart1"/>
    <dgm:cxn modelId="{9624EA68-142D-4F73-A240-6EDF415B7752}" type="presParOf" srcId="{ED726A71-3CEE-43E5-B36E-E99BBF451E5B}" destId="{82B2FC70-3C15-48D4-B101-71C09EFE19F9}" srcOrd="0" destOrd="0" presId="urn:microsoft.com/office/officeart/2005/8/layout/orgChart1"/>
    <dgm:cxn modelId="{196EE497-26E4-4E8E-BD39-4CB1915C3778}" type="presParOf" srcId="{82B2FC70-3C15-48D4-B101-71C09EFE19F9}" destId="{C9422C4E-2B02-4D33-A16B-EF7B187ECAB7}" srcOrd="0" destOrd="0" presId="urn:microsoft.com/office/officeart/2005/8/layout/orgChart1"/>
    <dgm:cxn modelId="{9C0A3F0D-C56E-46C5-B0BA-DC9109042609}" type="presParOf" srcId="{82B2FC70-3C15-48D4-B101-71C09EFE19F9}" destId="{A10B8E6A-AEE1-4C2B-8634-C515AEDBA0E5}" srcOrd="1" destOrd="0" presId="urn:microsoft.com/office/officeart/2005/8/layout/orgChart1"/>
    <dgm:cxn modelId="{5AFAFB96-E814-4DAC-B9A1-F9EFA64BA8C5}" type="presParOf" srcId="{ED726A71-3CEE-43E5-B36E-E99BBF451E5B}" destId="{C9264EDA-91B6-4FAE-AFE6-AFC29BE66386}" srcOrd="1" destOrd="0" presId="urn:microsoft.com/office/officeart/2005/8/layout/orgChart1"/>
    <dgm:cxn modelId="{67495CB3-FF0D-437B-A75F-D818BF677556}" type="presParOf" srcId="{C9264EDA-91B6-4FAE-AFE6-AFC29BE66386}" destId="{06A5B176-3147-4D45-9EF8-CF91B612166F}" srcOrd="0" destOrd="0" presId="urn:microsoft.com/office/officeart/2005/8/layout/orgChart1"/>
    <dgm:cxn modelId="{41338C89-1E6D-49CB-AA27-377383737EC7}" type="presParOf" srcId="{C9264EDA-91B6-4FAE-AFE6-AFC29BE66386}" destId="{A1823CA7-FCBA-4115-A337-66BE02B03547}" srcOrd="1" destOrd="0" presId="urn:microsoft.com/office/officeart/2005/8/layout/orgChart1"/>
    <dgm:cxn modelId="{CA65C1DA-4730-4949-B129-ECBC45F854A2}" type="presParOf" srcId="{A1823CA7-FCBA-4115-A337-66BE02B03547}" destId="{80E2B167-EDC3-4945-9077-5283EEF70EE4}" srcOrd="0" destOrd="0" presId="urn:microsoft.com/office/officeart/2005/8/layout/orgChart1"/>
    <dgm:cxn modelId="{04FAEB99-2DE4-4EA9-A7A2-78ABF19A7527}" type="presParOf" srcId="{80E2B167-EDC3-4945-9077-5283EEF70EE4}" destId="{28A90088-1D74-4647-BC3B-F17F2E584608}" srcOrd="0" destOrd="0" presId="urn:microsoft.com/office/officeart/2005/8/layout/orgChart1"/>
    <dgm:cxn modelId="{A4952F88-F6B7-489A-9049-87D4F65F9DBC}" type="presParOf" srcId="{80E2B167-EDC3-4945-9077-5283EEF70EE4}" destId="{D62CADF8-24AE-4E16-B362-DFB8C42A8D00}" srcOrd="1" destOrd="0" presId="urn:microsoft.com/office/officeart/2005/8/layout/orgChart1"/>
    <dgm:cxn modelId="{9143A6CF-7648-4C1D-9813-A5ACFD9FA4A5}" type="presParOf" srcId="{A1823CA7-FCBA-4115-A337-66BE02B03547}" destId="{D2D25354-BC15-441D-9C43-4E22F84DF7E3}" srcOrd="1" destOrd="0" presId="urn:microsoft.com/office/officeart/2005/8/layout/orgChart1"/>
    <dgm:cxn modelId="{70289677-024D-4C85-A511-A5EEA95E9AE4}" type="presParOf" srcId="{A1823CA7-FCBA-4115-A337-66BE02B03547}" destId="{42C6C630-1192-4F5E-B919-40B53C299E86}" srcOrd="2" destOrd="0" presId="urn:microsoft.com/office/officeart/2005/8/layout/orgChart1"/>
    <dgm:cxn modelId="{0213BD88-CC4A-423F-B2CA-EC0EB11F5F5E}" type="presParOf" srcId="{C9264EDA-91B6-4FAE-AFE6-AFC29BE66386}" destId="{22A06763-7CD0-41E0-8047-44C9999C84AA}" srcOrd="2" destOrd="0" presId="urn:microsoft.com/office/officeart/2005/8/layout/orgChart1"/>
    <dgm:cxn modelId="{AAFCFB26-61CE-45AA-8DA7-BE3C44890855}" type="presParOf" srcId="{C9264EDA-91B6-4FAE-AFE6-AFC29BE66386}" destId="{EBCD387B-99F5-420E-AC68-BB5DDA55274F}" srcOrd="3" destOrd="0" presId="urn:microsoft.com/office/officeart/2005/8/layout/orgChart1"/>
    <dgm:cxn modelId="{4B7EA589-DE0F-4FF9-A09D-C14F9966DCC3}" type="presParOf" srcId="{EBCD387B-99F5-420E-AC68-BB5DDA55274F}" destId="{1FCE71FC-8197-4D43-AEA9-42AE00FBE624}" srcOrd="0" destOrd="0" presId="urn:microsoft.com/office/officeart/2005/8/layout/orgChart1"/>
    <dgm:cxn modelId="{5EBD661D-FFB5-4F13-8C2A-B9576821D9D8}" type="presParOf" srcId="{1FCE71FC-8197-4D43-AEA9-42AE00FBE624}" destId="{EF3A83E1-5846-4AE9-8B47-6582C37CA326}" srcOrd="0" destOrd="0" presId="urn:microsoft.com/office/officeart/2005/8/layout/orgChart1"/>
    <dgm:cxn modelId="{BC151465-B34A-4D30-9F19-902583914513}" type="presParOf" srcId="{1FCE71FC-8197-4D43-AEA9-42AE00FBE624}" destId="{3FADC6AF-5D4B-418A-9301-DABA5E048E22}" srcOrd="1" destOrd="0" presId="urn:microsoft.com/office/officeart/2005/8/layout/orgChart1"/>
    <dgm:cxn modelId="{E0E7DC59-395E-46D7-986C-9986C927AB0B}" type="presParOf" srcId="{EBCD387B-99F5-420E-AC68-BB5DDA55274F}" destId="{AC56E703-D854-4DBA-8A21-3B81398E67CB}" srcOrd="1" destOrd="0" presId="urn:microsoft.com/office/officeart/2005/8/layout/orgChart1"/>
    <dgm:cxn modelId="{5459792F-EFC3-45DE-B9D8-F5604B6563A4}" type="presParOf" srcId="{AC56E703-D854-4DBA-8A21-3B81398E67CB}" destId="{DCC2EF45-5701-4801-8E88-5D72204795B1}" srcOrd="0" destOrd="0" presId="urn:microsoft.com/office/officeart/2005/8/layout/orgChart1"/>
    <dgm:cxn modelId="{8029E4A8-C6CD-4755-8BB2-BAAE49D6C519}" type="presParOf" srcId="{AC56E703-D854-4DBA-8A21-3B81398E67CB}" destId="{63F7F8E5-BA54-4A6B-86A7-794678E2BC40}" srcOrd="1" destOrd="0" presId="urn:microsoft.com/office/officeart/2005/8/layout/orgChart1"/>
    <dgm:cxn modelId="{94501F81-7918-427C-8F34-265C5265D0E9}" type="presParOf" srcId="{63F7F8E5-BA54-4A6B-86A7-794678E2BC40}" destId="{8B88C2AD-E635-4B46-80EB-C3010C0221AE}" srcOrd="0" destOrd="0" presId="urn:microsoft.com/office/officeart/2005/8/layout/orgChart1"/>
    <dgm:cxn modelId="{2DC28956-6992-4FCE-A472-DFA782AD6571}" type="presParOf" srcId="{8B88C2AD-E635-4B46-80EB-C3010C0221AE}" destId="{6089E11F-BF5E-4711-A0AB-4B535BBD87AC}" srcOrd="0" destOrd="0" presId="urn:microsoft.com/office/officeart/2005/8/layout/orgChart1"/>
    <dgm:cxn modelId="{03A536CC-8F18-4222-88A0-822006449BC1}" type="presParOf" srcId="{8B88C2AD-E635-4B46-80EB-C3010C0221AE}" destId="{3C3082DD-A6E3-42FD-AD37-C680B5855FF5}" srcOrd="1" destOrd="0" presId="urn:microsoft.com/office/officeart/2005/8/layout/orgChart1"/>
    <dgm:cxn modelId="{396CCE86-B28F-4B76-A0AD-176598324DE8}" type="presParOf" srcId="{63F7F8E5-BA54-4A6B-86A7-794678E2BC40}" destId="{BA5B5316-61F2-4AB6-B29E-9CB917E1057F}" srcOrd="1" destOrd="0" presId="urn:microsoft.com/office/officeart/2005/8/layout/orgChart1"/>
    <dgm:cxn modelId="{00CC6A2D-47B2-48B3-9B56-B488B88BE849}" type="presParOf" srcId="{63F7F8E5-BA54-4A6B-86A7-794678E2BC40}" destId="{4398927E-8A4F-4C30-9733-E4E324CE78CB}" srcOrd="2" destOrd="0" presId="urn:microsoft.com/office/officeart/2005/8/layout/orgChart1"/>
    <dgm:cxn modelId="{FF529FB9-5B6F-4B35-A2B3-1AA02EB4BC1C}" type="presParOf" srcId="{AC56E703-D854-4DBA-8A21-3B81398E67CB}" destId="{21139279-D34B-4DA9-B9A1-7062C0827E6D}" srcOrd="2" destOrd="0" presId="urn:microsoft.com/office/officeart/2005/8/layout/orgChart1"/>
    <dgm:cxn modelId="{06147920-EFD5-407A-80BA-5C50BAF96A21}" type="presParOf" srcId="{AC56E703-D854-4DBA-8A21-3B81398E67CB}" destId="{03C59C1B-1326-4494-A13C-A2C629147FF9}" srcOrd="3" destOrd="0" presId="urn:microsoft.com/office/officeart/2005/8/layout/orgChart1"/>
    <dgm:cxn modelId="{DC858098-52D7-4CD7-BBF6-C8D39519FBED}" type="presParOf" srcId="{03C59C1B-1326-4494-A13C-A2C629147FF9}" destId="{EB710595-8867-4218-A308-700366FE1C23}" srcOrd="0" destOrd="0" presId="urn:microsoft.com/office/officeart/2005/8/layout/orgChart1"/>
    <dgm:cxn modelId="{25C194FE-ADBA-4F10-8887-1D4856780A36}" type="presParOf" srcId="{EB710595-8867-4218-A308-700366FE1C23}" destId="{61355184-721D-460C-9831-1A874659A4FE}" srcOrd="0" destOrd="0" presId="urn:microsoft.com/office/officeart/2005/8/layout/orgChart1"/>
    <dgm:cxn modelId="{F180CB68-B948-4CD6-89BC-69ED4AA15E8F}" type="presParOf" srcId="{EB710595-8867-4218-A308-700366FE1C23}" destId="{550CB441-3257-44E1-9F6B-74D0537D7B12}" srcOrd="1" destOrd="0" presId="urn:microsoft.com/office/officeart/2005/8/layout/orgChart1"/>
    <dgm:cxn modelId="{BD03F980-E83E-4A67-A551-3173479E1C28}" type="presParOf" srcId="{03C59C1B-1326-4494-A13C-A2C629147FF9}" destId="{B1185E55-BFB2-45A2-BB87-C21808CCF7D0}" srcOrd="1" destOrd="0" presId="urn:microsoft.com/office/officeart/2005/8/layout/orgChart1"/>
    <dgm:cxn modelId="{54AE7735-1723-4016-94DB-E252006F3EED}" type="presParOf" srcId="{03C59C1B-1326-4494-A13C-A2C629147FF9}" destId="{6F0F78C8-1C79-439D-8A2B-46DE0345207B}" srcOrd="2" destOrd="0" presId="urn:microsoft.com/office/officeart/2005/8/layout/orgChart1"/>
    <dgm:cxn modelId="{98B87F1B-8444-431A-8111-6C9794223B2E}" type="presParOf" srcId="{AC56E703-D854-4DBA-8A21-3B81398E67CB}" destId="{726D82ED-3983-40DD-8F27-7B09C006F0AB}" srcOrd="4" destOrd="0" presId="urn:microsoft.com/office/officeart/2005/8/layout/orgChart1"/>
    <dgm:cxn modelId="{4BFE0F49-6BAC-4B30-ADF2-A2157533F38C}" type="presParOf" srcId="{AC56E703-D854-4DBA-8A21-3B81398E67CB}" destId="{1B8AAF55-46F6-4A36-95BA-4F088C2304CA}" srcOrd="5" destOrd="0" presId="urn:microsoft.com/office/officeart/2005/8/layout/orgChart1"/>
    <dgm:cxn modelId="{526E5058-5903-4973-AA84-8757E2A16088}" type="presParOf" srcId="{1B8AAF55-46F6-4A36-95BA-4F088C2304CA}" destId="{EC4353BF-6582-4EF3-8547-CE945FACB3CD}" srcOrd="0" destOrd="0" presId="urn:microsoft.com/office/officeart/2005/8/layout/orgChart1"/>
    <dgm:cxn modelId="{AD4E070A-1F59-44A5-8862-D668C1A2FDF3}" type="presParOf" srcId="{EC4353BF-6582-4EF3-8547-CE945FACB3CD}" destId="{2D40033F-C0EB-436E-B48B-D4F7F12D24D6}" srcOrd="0" destOrd="0" presId="urn:microsoft.com/office/officeart/2005/8/layout/orgChart1"/>
    <dgm:cxn modelId="{ECCE2D61-45C7-4246-A4C6-ABA904932792}" type="presParOf" srcId="{EC4353BF-6582-4EF3-8547-CE945FACB3CD}" destId="{C6BB55D6-AD48-419D-89FD-19A7856B8200}" srcOrd="1" destOrd="0" presId="urn:microsoft.com/office/officeart/2005/8/layout/orgChart1"/>
    <dgm:cxn modelId="{A2845952-F6FA-43C5-A4E7-6626DA95E0BF}" type="presParOf" srcId="{1B8AAF55-46F6-4A36-95BA-4F088C2304CA}" destId="{382CABBB-1292-4608-ADCB-6673F1001E05}" srcOrd="1" destOrd="0" presId="urn:microsoft.com/office/officeart/2005/8/layout/orgChart1"/>
    <dgm:cxn modelId="{D9298F2E-2245-47F3-A763-6F9019689EAE}" type="presParOf" srcId="{1B8AAF55-46F6-4A36-95BA-4F088C2304CA}" destId="{1B6A479D-3AED-4DF6-B31F-2833414C163D}" srcOrd="2" destOrd="0" presId="urn:microsoft.com/office/officeart/2005/8/layout/orgChart1"/>
    <dgm:cxn modelId="{EF9B5A66-E7F9-4885-95D7-3B62711ABF10}" type="presParOf" srcId="{EBCD387B-99F5-420E-AC68-BB5DDA55274F}" destId="{578E88AA-3D50-4523-B7AE-4BD9067055A6}" srcOrd="2" destOrd="0" presId="urn:microsoft.com/office/officeart/2005/8/layout/orgChart1"/>
    <dgm:cxn modelId="{D30ECCA2-F811-4DC7-B28C-2FA0FC0AD80E}" type="presParOf" srcId="{C9264EDA-91B6-4FAE-AFE6-AFC29BE66386}" destId="{DB2B6368-5A8B-4732-8055-E965E07397C0}" srcOrd="4" destOrd="0" presId="urn:microsoft.com/office/officeart/2005/8/layout/orgChart1"/>
    <dgm:cxn modelId="{EC428D3C-2588-495F-9B7A-DA89A9EEFEA4}" type="presParOf" srcId="{C9264EDA-91B6-4FAE-AFE6-AFC29BE66386}" destId="{10ED47C6-871B-4007-A5DC-62A5247B2425}" srcOrd="5" destOrd="0" presId="urn:microsoft.com/office/officeart/2005/8/layout/orgChart1"/>
    <dgm:cxn modelId="{9D3CB415-D6A7-43B3-8566-87AAD0D15B4F}" type="presParOf" srcId="{10ED47C6-871B-4007-A5DC-62A5247B2425}" destId="{C4E59A2D-46A6-472A-A135-9FD96DE9094E}" srcOrd="0" destOrd="0" presId="urn:microsoft.com/office/officeart/2005/8/layout/orgChart1"/>
    <dgm:cxn modelId="{3D48A76E-938C-434B-87D6-42B057EA6664}" type="presParOf" srcId="{C4E59A2D-46A6-472A-A135-9FD96DE9094E}" destId="{A792E48B-E59F-426E-B59E-25883EE0DF31}" srcOrd="0" destOrd="0" presId="urn:microsoft.com/office/officeart/2005/8/layout/orgChart1"/>
    <dgm:cxn modelId="{04C2AF53-0DBD-4190-9D1B-F528CB7CB658}" type="presParOf" srcId="{C4E59A2D-46A6-472A-A135-9FD96DE9094E}" destId="{DAD0AE31-2183-4883-A49E-5AC8784C4DC1}" srcOrd="1" destOrd="0" presId="urn:microsoft.com/office/officeart/2005/8/layout/orgChart1"/>
    <dgm:cxn modelId="{0463A7B3-25D7-475E-9ABB-6BB13345CBA6}" type="presParOf" srcId="{10ED47C6-871B-4007-A5DC-62A5247B2425}" destId="{30D38FA1-1E02-48DD-B1AA-A55491320D4D}" srcOrd="1" destOrd="0" presId="urn:microsoft.com/office/officeart/2005/8/layout/orgChart1"/>
    <dgm:cxn modelId="{7E3A0145-F637-46A5-9EFA-AA200134983D}" type="presParOf" srcId="{30D38FA1-1E02-48DD-B1AA-A55491320D4D}" destId="{EAD93886-1693-47A7-AD7C-67AC19E49A2D}" srcOrd="0" destOrd="0" presId="urn:microsoft.com/office/officeart/2005/8/layout/orgChart1"/>
    <dgm:cxn modelId="{8E623AC2-C986-4E64-A661-569284E2ABAD}" type="presParOf" srcId="{30D38FA1-1E02-48DD-B1AA-A55491320D4D}" destId="{81F516DF-F136-473C-849F-572A44E6CB58}" srcOrd="1" destOrd="0" presId="urn:microsoft.com/office/officeart/2005/8/layout/orgChart1"/>
    <dgm:cxn modelId="{309FA403-D793-48B1-833B-094619E9E7B3}" type="presParOf" srcId="{81F516DF-F136-473C-849F-572A44E6CB58}" destId="{1E303468-46E0-44E0-8B77-DC190B30C67F}" srcOrd="0" destOrd="0" presId="urn:microsoft.com/office/officeart/2005/8/layout/orgChart1"/>
    <dgm:cxn modelId="{E2987D8E-0B7B-4F37-B20B-B40ACF896E5F}" type="presParOf" srcId="{1E303468-46E0-44E0-8B77-DC190B30C67F}" destId="{233CC64B-B3D0-422F-9F57-FFF7A5ACA7B1}" srcOrd="0" destOrd="0" presId="urn:microsoft.com/office/officeart/2005/8/layout/orgChart1"/>
    <dgm:cxn modelId="{E3FA7332-8564-458E-87D5-ADC70FF3926E}" type="presParOf" srcId="{1E303468-46E0-44E0-8B77-DC190B30C67F}" destId="{E5A0C29D-3FD5-461C-8147-ADB2CA78F75F}" srcOrd="1" destOrd="0" presId="urn:microsoft.com/office/officeart/2005/8/layout/orgChart1"/>
    <dgm:cxn modelId="{266FE410-5288-4576-9DCD-69FFE0BB4899}" type="presParOf" srcId="{81F516DF-F136-473C-849F-572A44E6CB58}" destId="{2BF9FA45-CAA5-4EF6-B727-6FC54976EB31}" srcOrd="1" destOrd="0" presId="urn:microsoft.com/office/officeart/2005/8/layout/orgChart1"/>
    <dgm:cxn modelId="{6F6ADCB4-C8AF-433D-83E6-B2B3CB13B75A}" type="presParOf" srcId="{81F516DF-F136-473C-849F-572A44E6CB58}" destId="{19EE313C-6C3F-4133-A1D4-457ED0BCD705}" srcOrd="2" destOrd="0" presId="urn:microsoft.com/office/officeart/2005/8/layout/orgChart1"/>
    <dgm:cxn modelId="{2A0CD6E4-BE75-4379-B886-E0083FF2ADF9}" type="presParOf" srcId="{30D38FA1-1E02-48DD-B1AA-A55491320D4D}" destId="{B555BD93-CF04-46C8-BBE8-95BFDBEC971B}" srcOrd="2" destOrd="0" presId="urn:microsoft.com/office/officeart/2005/8/layout/orgChart1"/>
    <dgm:cxn modelId="{278286CB-5D3E-4959-9279-B64F48BDEB6E}" type="presParOf" srcId="{30D38FA1-1E02-48DD-B1AA-A55491320D4D}" destId="{2A56625A-F822-43C0-A81B-FB4CB1E91456}" srcOrd="3" destOrd="0" presId="urn:microsoft.com/office/officeart/2005/8/layout/orgChart1"/>
    <dgm:cxn modelId="{E2052A01-8EAB-4E6E-951E-7BD5800DC3AE}" type="presParOf" srcId="{2A56625A-F822-43C0-A81B-FB4CB1E91456}" destId="{0648F4B5-57CB-4250-B731-7AA566518A74}" srcOrd="0" destOrd="0" presId="urn:microsoft.com/office/officeart/2005/8/layout/orgChart1"/>
    <dgm:cxn modelId="{0F58635B-8AE2-4776-9251-DF5173C7AC95}" type="presParOf" srcId="{0648F4B5-57CB-4250-B731-7AA566518A74}" destId="{143DE19C-7D84-4338-B392-FD35CE1BC79B}" srcOrd="0" destOrd="0" presId="urn:microsoft.com/office/officeart/2005/8/layout/orgChart1"/>
    <dgm:cxn modelId="{6D6BACBA-C118-42D3-921D-DE1C09AA7AED}" type="presParOf" srcId="{0648F4B5-57CB-4250-B731-7AA566518A74}" destId="{B29C3B41-DBE1-4323-9C4E-2DB26CA89DA4}" srcOrd="1" destOrd="0" presId="urn:microsoft.com/office/officeart/2005/8/layout/orgChart1"/>
    <dgm:cxn modelId="{916BC346-B3C9-4A30-916A-F32A94E8F24E}" type="presParOf" srcId="{2A56625A-F822-43C0-A81B-FB4CB1E91456}" destId="{FFA6CFCF-166C-4CE7-86CF-D76856145A4A}" srcOrd="1" destOrd="0" presId="urn:microsoft.com/office/officeart/2005/8/layout/orgChart1"/>
    <dgm:cxn modelId="{C33B46E2-6702-4B11-845E-85E73DC34809}" type="presParOf" srcId="{2A56625A-F822-43C0-A81B-FB4CB1E91456}" destId="{D948A2E8-C17F-4F25-9A4E-D74ED2216B69}" srcOrd="2" destOrd="0" presId="urn:microsoft.com/office/officeart/2005/8/layout/orgChart1"/>
    <dgm:cxn modelId="{4814BCBC-1F26-4367-A5B6-1E968CC599F6}" type="presParOf" srcId="{30D38FA1-1E02-48DD-B1AA-A55491320D4D}" destId="{2BE4E89E-3BB1-40E0-B6E7-E52B12A6BE8D}" srcOrd="4" destOrd="0" presId="urn:microsoft.com/office/officeart/2005/8/layout/orgChart1"/>
    <dgm:cxn modelId="{C5CDD83F-095E-4EE6-8CDC-7EE0A855AD4D}" type="presParOf" srcId="{30D38FA1-1E02-48DD-B1AA-A55491320D4D}" destId="{2000AA60-D9F7-4564-A4FC-C34C61D2F862}" srcOrd="5" destOrd="0" presId="urn:microsoft.com/office/officeart/2005/8/layout/orgChart1"/>
    <dgm:cxn modelId="{1003D9DA-9A25-448E-9C0E-072F568189A7}" type="presParOf" srcId="{2000AA60-D9F7-4564-A4FC-C34C61D2F862}" destId="{5525E883-437A-486A-BC06-B1AF161FF9A4}" srcOrd="0" destOrd="0" presId="urn:microsoft.com/office/officeart/2005/8/layout/orgChart1"/>
    <dgm:cxn modelId="{3FEAB54E-EC2A-49EF-B35B-33F19F43E388}" type="presParOf" srcId="{5525E883-437A-486A-BC06-B1AF161FF9A4}" destId="{2C57B994-79A8-41A5-8FD7-0E043D593367}" srcOrd="0" destOrd="0" presId="urn:microsoft.com/office/officeart/2005/8/layout/orgChart1"/>
    <dgm:cxn modelId="{C35C1120-F95C-42D7-A67C-7A1E37F3F82E}" type="presParOf" srcId="{5525E883-437A-486A-BC06-B1AF161FF9A4}" destId="{90BF942A-71A3-4EEB-97B9-3F94D75DAE0F}" srcOrd="1" destOrd="0" presId="urn:microsoft.com/office/officeart/2005/8/layout/orgChart1"/>
    <dgm:cxn modelId="{C0E813B4-DC48-4E66-878E-8C3F66AE4418}" type="presParOf" srcId="{2000AA60-D9F7-4564-A4FC-C34C61D2F862}" destId="{F06F0FDC-2F9F-467C-AE4C-33A6E91223F9}" srcOrd="1" destOrd="0" presId="urn:microsoft.com/office/officeart/2005/8/layout/orgChart1"/>
    <dgm:cxn modelId="{7E65B860-53D5-42AB-94EF-64F7D782A9AE}" type="presParOf" srcId="{2000AA60-D9F7-4564-A4FC-C34C61D2F862}" destId="{2879BD5A-1110-4353-B9D9-672220364BA3}" srcOrd="2" destOrd="0" presId="urn:microsoft.com/office/officeart/2005/8/layout/orgChart1"/>
    <dgm:cxn modelId="{392D4B46-B451-4385-AE23-8E6025255470}" type="presParOf" srcId="{30D38FA1-1E02-48DD-B1AA-A55491320D4D}" destId="{1E512966-A9A8-4A1A-A761-762F172F3796}" srcOrd="6" destOrd="0" presId="urn:microsoft.com/office/officeart/2005/8/layout/orgChart1"/>
    <dgm:cxn modelId="{A753C89A-C605-4196-8098-B8BE629CE54A}" type="presParOf" srcId="{30D38FA1-1E02-48DD-B1AA-A55491320D4D}" destId="{A34477A6-A24C-4D44-B99E-8DF33009CA58}" srcOrd="7" destOrd="0" presId="urn:microsoft.com/office/officeart/2005/8/layout/orgChart1"/>
    <dgm:cxn modelId="{01D4764C-F6FF-4291-9697-596A9C912E4A}" type="presParOf" srcId="{A34477A6-A24C-4D44-B99E-8DF33009CA58}" destId="{B7235664-685E-4AF2-B4A2-AE17A9EFD331}" srcOrd="0" destOrd="0" presId="urn:microsoft.com/office/officeart/2005/8/layout/orgChart1"/>
    <dgm:cxn modelId="{242A7A4B-4697-4423-B69E-9B61E204E72C}" type="presParOf" srcId="{B7235664-685E-4AF2-B4A2-AE17A9EFD331}" destId="{68532205-FE94-453F-8FB3-79E73AE47C4E}" srcOrd="0" destOrd="0" presId="urn:microsoft.com/office/officeart/2005/8/layout/orgChart1"/>
    <dgm:cxn modelId="{D7752F4A-5B6D-4345-B7C4-D39E822A573B}" type="presParOf" srcId="{B7235664-685E-4AF2-B4A2-AE17A9EFD331}" destId="{D45598BF-8E06-431D-B15E-91AB3A31C0C6}" srcOrd="1" destOrd="0" presId="urn:microsoft.com/office/officeart/2005/8/layout/orgChart1"/>
    <dgm:cxn modelId="{4AD09B9F-E36D-4B47-8BD5-EAA47A25D47D}" type="presParOf" srcId="{A34477A6-A24C-4D44-B99E-8DF33009CA58}" destId="{C41A070F-CCEB-41B4-AAAE-273DA2B27922}" srcOrd="1" destOrd="0" presId="urn:microsoft.com/office/officeart/2005/8/layout/orgChart1"/>
    <dgm:cxn modelId="{A0B54C1F-1310-4EC9-8205-0F2AF150C0D8}" type="presParOf" srcId="{A34477A6-A24C-4D44-B99E-8DF33009CA58}" destId="{F9813FEC-52E2-4D64-909C-1E16F1E74D23}" srcOrd="2" destOrd="0" presId="urn:microsoft.com/office/officeart/2005/8/layout/orgChart1"/>
    <dgm:cxn modelId="{67B14FAD-4522-44B7-8F26-974A59E00A25}" type="presParOf" srcId="{10ED47C6-871B-4007-A5DC-62A5247B2425}" destId="{8C57470D-AF64-46DA-A3D7-6AD4BB371FAF}" srcOrd="2" destOrd="0" presId="urn:microsoft.com/office/officeart/2005/8/layout/orgChart1"/>
    <dgm:cxn modelId="{B9F5CA4B-AF97-4CD2-9B9B-3EFF81ECBC22}" type="presParOf" srcId="{ED726A71-3CEE-43E5-B36E-E99BBF451E5B}" destId="{C5C54053-3A12-46C3-BAAB-BDE4C3102748}" srcOrd="2" destOrd="0" presId="urn:microsoft.com/office/officeart/2005/8/layout/orgChart1"/>
    <dgm:cxn modelId="{3F2C3658-81AB-4BA9-A625-FBC33B734FD4}" type="presParOf" srcId="{AD53A4B1-01E7-41E8-9724-31F3910545A4}" destId="{0146BAA9-2B9D-4F2A-B565-A2DCB6505964}" srcOrd="2" destOrd="0" presId="urn:microsoft.com/office/officeart/2005/8/layout/orgChart1"/>
    <dgm:cxn modelId="{E893D35D-56D7-4A59-9EBD-CED4C36C61B9}" type="presParOf" srcId="{AD53A4B1-01E7-41E8-9724-31F3910545A4}" destId="{E84706B5-084F-4950-8554-35690A57F381}" srcOrd="3" destOrd="0" presId="urn:microsoft.com/office/officeart/2005/8/layout/orgChart1"/>
    <dgm:cxn modelId="{CCE16C19-31E1-478E-9ACE-F24E95F9271E}" type="presParOf" srcId="{E84706B5-084F-4950-8554-35690A57F381}" destId="{2A614826-E838-4B9F-9FD7-136F010E7C46}" srcOrd="0" destOrd="0" presId="urn:microsoft.com/office/officeart/2005/8/layout/orgChart1"/>
    <dgm:cxn modelId="{A33C81FF-C9DD-402D-90E2-22229A9FE729}" type="presParOf" srcId="{2A614826-E838-4B9F-9FD7-136F010E7C46}" destId="{02B28F85-DE51-42FF-859E-1DD3A478F426}" srcOrd="0" destOrd="0" presId="urn:microsoft.com/office/officeart/2005/8/layout/orgChart1"/>
    <dgm:cxn modelId="{801C5F19-FE7F-435A-A0F9-9F0CD8B65EFD}" type="presParOf" srcId="{2A614826-E838-4B9F-9FD7-136F010E7C46}" destId="{1999F93D-C5E3-4B58-A38A-C971B5C1871B}" srcOrd="1" destOrd="0" presId="urn:microsoft.com/office/officeart/2005/8/layout/orgChart1"/>
    <dgm:cxn modelId="{64770BB0-7A01-475B-9DB8-B7AB4C0CA657}" type="presParOf" srcId="{E84706B5-084F-4950-8554-35690A57F381}" destId="{4C592C92-3156-443C-BB98-9204DFF01F72}" srcOrd="1" destOrd="0" presId="urn:microsoft.com/office/officeart/2005/8/layout/orgChart1"/>
    <dgm:cxn modelId="{BD5FE90A-5A76-4746-A0E6-6E5DCD06734D}" type="presParOf" srcId="{4C592C92-3156-443C-BB98-9204DFF01F72}" destId="{8BF33A23-B9E7-4732-917C-5D66B726362F}" srcOrd="0" destOrd="0" presId="urn:microsoft.com/office/officeart/2005/8/layout/orgChart1"/>
    <dgm:cxn modelId="{DDD2DA3D-5A91-4E8F-B0C3-FC2CB0352C2C}" type="presParOf" srcId="{4C592C92-3156-443C-BB98-9204DFF01F72}" destId="{20C774D7-4094-42B3-BC8F-AB5D0586E671}" srcOrd="1" destOrd="0" presId="urn:microsoft.com/office/officeart/2005/8/layout/orgChart1"/>
    <dgm:cxn modelId="{ABA6A3AD-A1B1-40A5-BE8D-12862AB27A08}" type="presParOf" srcId="{20C774D7-4094-42B3-BC8F-AB5D0586E671}" destId="{B158E239-C176-4132-B1BA-6C1E7461F09C}" srcOrd="0" destOrd="0" presId="urn:microsoft.com/office/officeart/2005/8/layout/orgChart1"/>
    <dgm:cxn modelId="{882CDF62-AD7B-4F87-B134-424062227C48}" type="presParOf" srcId="{B158E239-C176-4132-B1BA-6C1E7461F09C}" destId="{9449DAAE-E410-44C5-A07D-A0445C0B7E6B}" srcOrd="0" destOrd="0" presId="urn:microsoft.com/office/officeart/2005/8/layout/orgChart1"/>
    <dgm:cxn modelId="{EA654119-2C8F-4500-9717-999EDB31627C}" type="presParOf" srcId="{B158E239-C176-4132-B1BA-6C1E7461F09C}" destId="{44F89C81-6EDD-4313-B033-6AFE4A6B1597}" srcOrd="1" destOrd="0" presId="urn:microsoft.com/office/officeart/2005/8/layout/orgChart1"/>
    <dgm:cxn modelId="{23504326-4C99-4969-926C-16EDD405C94A}" type="presParOf" srcId="{20C774D7-4094-42B3-BC8F-AB5D0586E671}" destId="{131D6045-90D5-4A9B-AF7A-E47E958A6183}" srcOrd="1" destOrd="0" presId="urn:microsoft.com/office/officeart/2005/8/layout/orgChart1"/>
    <dgm:cxn modelId="{3589BF7E-629D-432D-B0CA-9280AF8AD34B}" type="presParOf" srcId="{20C774D7-4094-42B3-BC8F-AB5D0586E671}" destId="{61412022-130F-4D56-8A65-CD43AA487E99}" srcOrd="2" destOrd="0" presId="urn:microsoft.com/office/officeart/2005/8/layout/orgChart1"/>
    <dgm:cxn modelId="{F7165D72-C397-49FF-AA57-F1053CC21428}" type="presParOf" srcId="{4C592C92-3156-443C-BB98-9204DFF01F72}" destId="{F406B8EB-44F2-47F3-AF73-B274E07D3437}" srcOrd="2" destOrd="0" presId="urn:microsoft.com/office/officeart/2005/8/layout/orgChart1"/>
    <dgm:cxn modelId="{D8C6607F-B09C-4018-B817-865CEA59403E}" type="presParOf" srcId="{4C592C92-3156-443C-BB98-9204DFF01F72}" destId="{08BDD783-C5F3-4CB7-BB56-E729433DE263}" srcOrd="3" destOrd="0" presId="urn:microsoft.com/office/officeart/2005/8/layout/orgChart1"/>
    <dgm:cxn modelId="{049F9D1B-7437-4921-B1B6-76843CD25A7C}" type="presParOf" srcId="{08BDD783-C5F3-4CB7-BB56-E729433DE263}" destId="{5F70EC70-64BB-4DD2-B0EC-31D41F7591A3}" srcOrd="0" destOrd="0" presId="urn:microsoft.com/office/officeart/2005/8/layout/orgChart1"/>
    <dgm:cxn modelId="{D2F6CE0A-8620-4CF7-9616-58B1DB43A503}" type="presParOf" srcId="{5F70EC70-64BB-4DD2-B0EC-31D41F7591A3}" destId="{83491CF3-E0A8-41F0-8748-5B85D6C90040}" srcOrd="0" destOrd="0" presId="urn:microsoft.com/office/officeart/2005/8/layout/orgChart1"/>
    <dgm:cxn modelId="{A767A3E5-080F-4BB9-A243-7611B0FF43D8}" type="presParOf" srcId="{5F70EC70-64BB-4DD2-B0EC-31D41F7591A3}" destId="{5988ED23-194C-42E1-88AB-8E72A53BDC23}" srcOrd="1" destOrd="0" presId="urn:microsoft.com/office/officeart/2005/8/layout/orgChart1"/>
    <dgm:cxn modelId="{6492C467-7345-49DC-8095-BE071A523E28}" type="presParOf" srcId="{08BDD783-C5F3-4CB7-BB56-E729433DE263}" destId="{F8F28EB4-408C-45EE-8233-336763641D69}" srcOrd="1" destOrd="0" presId="urn:microsoft.com/office/officeart/2005/8/layout/orgChart1"/>
    <dgm:cxn modelId="{CB4B4A7F-B4DB-4D29-9DD5-059459DDCBBE}" type="presParOf" srcId="{08BDD783-C5F3-4CB7-BB56-E729433DE263}" destId="{E76F7B36-D6B2-4275-AEF1-36D762A6E6C9}" srcOrd="2" destOrd="0" presId="urn:microsoft.com/office/officeart/2005/8/layout/orgChart1"/>
    <dgm:cxn modelId="{10D76BF5-4E61-42EC-AAEF-393253F21692}" type="presParOf" srcId="{4C592C92-3156-443C-BB98-9204DFF01F72}" destId="{8C7C57BC-0E68-4E25-9D4A-D3542769DA95}" srcOrd="4" destOrd="0" presId="urn:microsoft.com/office/officeart/2005/8/layout/orgChart1"/>
    <dgm:cxn modelId="{79B3C94F-98E6-4EA6-BAAC-D1A14257F0B2}" type="presParOf" srcId="{4C592C92-3156-443C-BB98-9204DFF01F72}" destId="{6D81E017-68DC-482B-90D5-4DBBAB78FA97}" srcOrd="5" destOrd="0" presId="urn:microsoft.com/office/officeart/2005/8/layout/orgChart1"/>
    <dgm:cxn modelId="{5372211C-874C-40B0-BF78-F701C8908C40}" type="presParOf" srcId="{6D81E017-68DC-482B-90D5-4DBBAB78FA97}" destId="{12D646AF-6E30-4BAD-8CD4-760AFEC82E05}" srcOrd="0" destOrd="0" presId="urn:microsoft.com/office/officeart/2005/8/layout/orgChart1"/>
    <dgm:cxn modelId="{A1C790A1-32AB-4B0F-A0A2-6D31216E7419}" type="presParOf" srcId="{12D646AF-6E30-4BAD-8CD4-760AFEC82E05}" destId="{4140A25E-4F9D-44DB-85AB-432AE99FA579}" srcOrd="0" destOrd="0" presId="urn:microsoft.com/office/officeart/2005/8/layout/orgChart1"/>
    <dgm:cxn modelId="{F702DDD1-4236-4277-ABD7-CA1E5E502078}" type="presParOf" srcId="{12D646AF-6E30-4BAD-8CD4-760AFEC82E05}" destId="{2AB4BF43-9ACD-420F-8CEE-B70EB4712527}" srcOrd="1" destOrd="0" presId="urn:microsoft.com/office/officeart/2005/8/layout/orgChart1"/>
    <dgm:cxn modelId="{492B5E75-761A-43AA-A123-ED5ADC82CCC0}" type="presParOf" srcId="{6D81E017-68DC-482B-90D5-4DBBAB78FA97}" destId="{A1829268-35DF-474E-8AAB-49FA6D7346DF}" srcOrd="1" destOrd="0" presId="urn:microsoft.com/office/officeart/2005/8/layout/orgChart1"/>
    <dgm:cxn modelId="{674BEF7D-94AE-4086-A90B-E225D8E0368C}" type="presParOf" srcId="{6D81E017-68DC-482B-90D5-4DBBAB78FA97}" destId="{0615CE0C-F2F5-475C-8AF9-FB8440C79C62}" srcOrd="2" destOrd="0" presId="urn:microsoft.com/office/officeart/2005/8/layout/orgChart1"/>
    <dgm:cxn modelId="{B1BE96F7-2337-44FA-BD34-76B245EE353D}" type="presParOf" srcId="{E84706B5-084F-4950-8554-35690A57F381}" destId="{3E362709-8DF5-4ED1-BE78-2D67C7F6CD59}" srcOrd="2" destOrd="0" presId="urn:microsoft.com/office/officeart/2005/8/layout/orgChart1"/>
    <dgm:cxn modelId="{6CC3BE2E-6341-4D85-8C50-DB6F4AE9054F}" type="presParOf" srcId="{AD53A4B1-01E7-41E8-9724-31F3910545A4}" destId="{76E33A9D-9480-40FB-A4DF-EE1E2E7E401E}" srcOrd="4" destOrd="0" presId="urn:microsoft.com/office/officeart/2005/8/layout/orgChart1"/>
    <dgm:cxn modelId="{585DBA3C-ACC4-45C1-9FB2-8B105C53EE23}" type="presParOf" srcId="{AD53A4B1-01E7-41E8-9724-31F3910545A4}" destId="{04B8EA4A-11CB-4AF7-85D7-32F9AD439CB7}" srcOrd="5" destOrd="0" presId="urn:microsoft.com/office/officeart/2005/8/layout/orgChart1"/>
    <dgm:cxn modelId="{03078144-71FF-41AF-B2F5-D9170C4727C6}" type="presParOf" srcId="{04B8EA4A-11CB-4AF7-85D7-32F9AD439CB7}" destId="{D50DA092-4409-4311-BEA8-2E2A816EFE92}" srcOrd="0" destOrd="0" presId="urn:microsoft.com/office/officeart/2005/8/layout/orgChart1"/>
    <dgm:cxn modelId="{D9059D2A-13BB-4731-9A4E-33395DE86C02}" type="presParOf" srcId="{D50DA092-4409-4311-BEA8-2E2A816EFE92}" destId="{B4DA07B5-29B3-4442-A69E-055EEC652BE8}" srcOrd="0" destOrd="0" presId="urn:microsoft.com/office/officeart/2005/8/layout/orgChart1"/>
    <dgm:cxn modelId="{B4283941-C237-4A2C-B7F5-0E103A041C53}" type="presParOf" srcId="{D50DA092-4409-4311-BEA8-2E2A816EFE92}" destId="{746FE1B3-37E8-4050-B0B7-5668D5D7D118}" srcOrd="1" destOrd="0" presId="urn:microsoft.com/office/officeart/2005/8/layout/orgChart1"/>
    <dgm:cxn modelId="{2FE68761-EDC8-4060-8254-1CB626B40AE7}" type="presParOf" srcId="{04B8EA4A-11CB-4AF7-85D7-32F9AD439CB7}" destId="{CA531930-87B7-4E2B-AA93-B0ECAA52CC09}" srcOrd="1" destOrd="0" presId="urn:microsoft.com/office/officeart/2005/8/layout/orgChart1"/>
    <dgm:cxn modelId="{CF4BB83F-FE9B-48E2-A8D8-090B5557435A}" type="presParOf" srcId="{CA531930-87B7-4E2B-AA93-B0ECAA52CC09}" destId="{0207D2DC-D98D-48DB-A444-1B3BB3C111EF}" srcOrd="0" destOrd="0" presId="urn:microsoft.com/office/officeart/2005/8/layout/orgChart1"/>
    <dgm:cxn modelId="{3F396A0E-75CE-46FA-BD3C-C0DF6FC54A5D}" type="presParOf" srcId="{CA531930-87B7-4E2B-AA93-B0ECAA52CC09}" destId="{BBE3DE01-9991-4932-A682-9EC9E0F8B3A7}" srcOrd="1" destOrd="0" presId="urn:microsoft.com/office/officeart/2005/8/layout/orgChart1"/>
    <dgm:cxn modelId="{F5AE0C0C-4802-47F6-9498-ADA8C8F80482}" type="presParOf" srcId="{BBE3DE01-9991-4932-A682-9EC9E0F8B3A7}" destId="{5E3199D1-526C-4B6E-923B-A4820FFCC213}" srcOrd="0" destOrd="0" presId="urn:microsoft.com/office/officeart/2005/8/layout/orgChart1"/>
    <dgm:cxn modelId="{0ADAAE34-7EF2-49A2-8901-63D33FCF8D05}" type="presParOf" srcId="{5E3199D1-526C-4B6E-923B-A4820FFCC213}" destId="{B3DA1D68-D7FF-4520-90A3-C4A2EA0D76C0}" srcOrd="0" destOrd="0" presId="urn:microsoft.com/office/officeart/2005/8/layout/orgChart1"/>
    <dgm:cxn modelId="{A9655755-3253-4208-93B4-1CDFA1DCC4D8}" type="presParOf" srcId="{5E3199D1-526C-4B6E-923B-A4820FFCC213}" destId="{D0721C6D-93AC-4B26-927C-A61DADEBA9AA}" srcOrd="1" destOrd="0" presId="urn:microsoft.com/office/officeart/2005/8/layout/orgChart1"/>
    <dgm:cxn modelId="{7FDBC081-3838-498A-A2D4-4CE8D0A14470}" type="presParOf" srcId="{BBE3DE01-9991-4932-A682-9EC9E0F8B3A7}" destId="{0334F3E5-204D-4D93-AC17-5BC4150447BF}" srcOrd="1" destOrd="0" presId="urn:microsoft.com/office/officeart/2005/8/layout/orgChart1"/>
    <dgm:cxn modelId="{D30AE842-4FF6-49E6-AD3B-6BC329FF5B6C}" type="presParOf" srcId="{BBE3DE01-9991-4932-A682-9EC9E0F8B3A7}" destId="{5E7EC9AB-EEE2-4013-9B1F-D917B34504FA}" srcOrd="2" destOrd="0" presId="urn:microsoft.com/office/officeart/2005/8/layout/orgChart1"/>
    <dgm:cxn modelId="{416F0E51-0986-45C6-8061-8F1014C89F0E}" type="presParOf" srcId="{CA531930-87B7-4E2B-AA93-B0ECAA52CC09}" destId="{EDAAD592-AB88-4251-977A-23D417AF9F0E}" srcOrd="2" destOrd="0" presId="urn:microsoft.com/office/officeart/2005/8/layout/orgChart1"/>
    <dgm:cxn modelId="{502127B5-94B7-4F63-8A67-A0E4DC1EA990}" type="presParOf" srcId="{CA531930-87B7-4E2B-AA93-B0ECAA52CC09}" destId="{1A3A2D6A-2A62-4E35-A4D8-D6A8AABA3D80}" srcOrd="3" destOrd="0" presId="urn:microsoft.com/office/officeart/2005/8/layout/orgChart1"/>
    <dgm:cxn modelId="{ABCC9CC4-18CA-4ADE-9C4A-E9A9E2C873AD}" type="presParOf" srcId="{1A3A2D6A-2A62-4E35-A4D8-D6A8AABA3D80}" destId="{552B4967-EF45-40E5-B271-25699085E0C5}" srcOrd="0" destOrd="0" presId="urn:microsoft.com/office/officeart/2005/8/layout/orgChart1"/>
    <dgm:cxn modelId="{47AA393F-8367-4843-A76B-5709448760A0}" type="presParOf" srcId="{552B4967-EF45-40E5-B271-25699085E0C5}" destId="{F734AC47-D381-46DB-B2D4-DC1F52ACEE63}" srcOrd="0" destOrd="0" presId="urn:microsoft.com/office/officeart/2005/8/layout/orgChart1"/>
    <dgm:cxn modelId="{65B051E7-854D-470D-B7E5-560A484CFEAB}" type="presParOf" srcId="{552B4967-EF45-40E5-B271-25699085E0C5}" destId="{6D311FDB-5969-4C7C-819C-7A85F8D1C126}" srcOrd="1" destOrd="0" presId="urn:microsoft.com/office/officeart/2005/8/layout/orgChart1"/>
    <dgm:cxn modelId="{07479368-4727-4D4F-888F-6AE49C4B5942}" type="presParOf" srcId="{1A3A2D6A-2A62-4E35-A4D8-D6A8AABA3D80}" destId="{A3085D37-5876-46A2-87CB-EA55640A6156}" srcOrd="1" destOrd="0" presId="urn:microsoft.com/office/officeart/2005/8/layout/orgChart1"/>
    <dgm:cxn modelId="{1413DF94-3F59-44C2-8A6D-297DC6BD074A}" type="presParOf" srcId="{1A3A2D6A-2A62-4E35-A4D8-D6A8AABA3D80}" destId="{4AA1DDC2-8165-4D78-A713-7772206A1808}" srcOrd="2" destOrd="0" presId="urn:microsoft.com/office/officeart/2005/8/layout/orgChart1"/>
    <dgm:cxn modelId="{542E864A-6FF8-48E9-A00A-66367A739D06}" type="presParOf" srcId="{CA531930-87B7-4E2B-AA93-B0ECAA52CC09}" destId="{AA794585-893E-4AD1-AB0F-E658D0B464B9}" srcOrd="4" destOrd="0" presId="urn:microsoft.com/office/officeart/2005/8/layout/orgChart1"/>
    <dgm:cxn modelId="{E3B530FE-9C8B-4D1B-9ACC-68A237A5A05A}" type="presParOf" srcId="{CA531930-87B7-4E2B-AA93-B0ECAA52CC09}" destId="{025ED628-70AD-4F43-91A2-F5A305F6733F}" srcOrd="5" destOrd="0" presId="urn:microsoft.com/office/officeart/2005/8/layout/orgChart1"/>
    <dgm:cxn modelId="{60860687-E608-4E7C-94D2-631811E9D86C}" type="presParOf" srcId="{025ED628-70AD-4F43-91A2-F5A305F6733F}" destId="{E7372B7B-0684-462C-918F-CF2C5255CC9F}" srcOrd="0" destOrd="0" presId="urn:microsoft.com/office/officeart/2005/8/layout/orgChart1"/>
    <dgm:cxn modelId="{7A0897ED-B476-4493-B19C-80DA6716C651}" type="presParOf" srcId="{E7372B7B-0684-462C-918F-CF2C5255CC9F}" destId="{E192499E-D6C9-4477-9E52-000FB12127F3}" srcOrd="0" destOrd="0" presId="urn:microsoft.com/office/officeart/2005/8/layout/orgChart1"/>
    <dgm:cxn modelId="{3A3371AE-9585-4995-B4DA-DCA8AE37B13A}" type="presParOf" srcId="{E7372B7B-0684-462C-918F-CF2C5255CC9F}" destId="{D31D7087-EF20-4E54-950D-5D78C9230C8B}" srcOrd="1" destOrd="0" presId="urn:microsoft.com/office/officeart/2005/8/layout/orgChart1"/>
    <dgm:cxn modelId="{B3CE1C89-ED51-4204-A794-3700592CA683}" type="presParOf" srcId="{025ED628-70AD-4F43-91A2-F5A305F6733F}" destId="{1B278A06-E6A5-432B-81D9-04E888A4FF2A}" srcOrd="1" destOrd="0" presId="urn:microsoft.com/office/officeart/2005/8/layout/orgChart1"/>
    <dgm:cxn modelId="{94FABCE5-A57E-4DBA-A8E6-DF478413CF2F}" type="presParOf" srcId="{025ED628-70AD-4F43-91A2-F5A305F6733F}" destId="{5A0ECC8C-521B-4502-AF6D-E98B361EF41C}" srcOrd="2" destOrd="0" presId="urn:microsoft.com/office/officeart/2005/8/layout/orgChart1"/>
    <dgm:cxn modelId="{4BA45BA3-F6E9-4788-A131-926756840E1D}" type="presParOf" srcId="{CA531930-87B7-4E2B-AA93-B0ECAA52CC09}" destId="{FB824164-8B1D-4B85-B22A-CDFEF2E04F59}" srcOrd="6" destOrd="0" presId="urn:microsoft.com/office/officeart/2005/8/layout/orgChart1"/>
    <dgm:cxn modelId="{6D84A005-66CF-42EB-99CC-FA84E1D920F0}" type="presParOf" srcId="{CA531930-87B7-4E2B-AA93-B0ECAA52CC09}" destId="{C1B3B80E-EF8A-4425-89D7-676D3C6DD324}" srcOrd="7" destOrd="0" presId="urn:microsoft.com/office/officeart/2005/8/layout/orgChart1"/>
    <dgm:cxn modelId="{07D310F9-9B0E-4015-9721-A27E9BDC51F0}" type="presParOf" srcId="{C1B3B80E-EF8A-4425-89D7-676D3C6DD324}" destId="{E64B72EB-2F7F-4E0F-BC64-2B053C05CF15}" srcOrd="0" destOrd="0" presId="urn:microsoft.com/office/officeart/2005/8/layout/orgChart1"/>
    <dgm:cxn modelId="{16EA568E-A317-4853-B5E5-2E4DBFA3156D}" type="presParOf" srcId="{E64B72EB-2F7F-4E0F-BC64-2B053C05CF15}" destId="{57AFD1CE-DC32-43B5-9BC3-E8114FE21F3D}" srcOrd="0" destOrd="0" presId="urn:microsoft.com/office/officeart/2005/8/layout/orgChart1"/>
    <dgm:cxn modelId="{086A634A-D7ED-4B29-9BEE-D2AE72BA16CF}" type="presParOf" srcId="{E64B72EB-2F7F-4E0F-BC64-2B053C05CF15}" destId="{75D8F8FB-D9CA-4C02-A407-6AF2F4291AE4}" srcOrd="1" destOrd="0" presId="urn:microsoft.com/office/officeart/2005/8/layout/orgChart1"/>
    <dgm:cxn modelId="{8C4EE4DE-A938-4973-A110-DDFC2DB4503A}" type="presParOf" srcId="{C1B3B80E-EF8A-4425-89D7-676D3C6DD324}" destId="{55C7B617-5BAD-46F4-BD69-5B0CCE0B1D93}" srcOrd="1" destOrd="0" presId="urn:microsoft.com/office/officeart/2005/8/layout/orgChart1"/>
    <dgm:cxn modelId="{27CAFCF2-2A88-4FC6-BB79-077752A3DAA1}" type="presParOf" srcId="{C1B3B80E-EF8A-4425-89D7-676D3C6DD324}" destId="{4397B66A-6703-433A-98A6-CB1BF2D47E74}" srcOrd="2" destOrd="0" presId="urn:microsoft.com/office/officeart/2005/8/layout/orgChart1"/>
    <dgm:cxn modelId="{FBD276BE-8402-4A8C-96DD-518AA2ADDD13}" type="presParOf" srcId="{CA531930-87B7-4E2B-AA93-B0ECAA52CC09}" destId="{E176ACEC-BD58-4170-B91A-1AA1D1DF77F0}" srcOrd="8" destOrd="0" presId="urn:microsoft.com/office/officeart/2005/8/layout/orgChart1"/>
    <dgm:cxn modelId="{1077AE61-C00D-49AF-9D61-3FDA87EB14F2}" type="presParOf" srcId="{CA531930-87B7-4E2B-AA93-B0ECAA52CC09}" destId="{ECD4CC19-881A-44A6-9474-785CC0C059F4}" srcOrd="9" destOrd="0" presId="urn:microsoft.com/office/officeart/2005/8/layout/orgChart1"/>
    <dgm:cxn modelId="{6321A841-5500-4ABD-A22E-C92CB9E0BDD8}" type="presParOf" srcId="{ECD4CC19-881A-44A6-9474-785CC0C059F4}" destId="{D3FBA0E9-F095-447B-899D-12FE1ACDB26A}" srcOrd="0" destOrd="0" presId="urn:microsoft.com/office/officeart/2005/8/layout/orgChart1"/>
    <dgm:cxn modelId="{B44D5605-6E01-47F1-B4D4-2ACA052092F3}" type="presParOf" srcId="{D3FBA0E9-F095-447B-899D-12FE1ACDB26A}" destId="{606E0F95-4779-4D9A-B606-9ABA993A565C}" srcOrd="0" destOrd="0" presId="urn:microsoft.com/office/officeart/2005/8/layout/orgChart1"/>
    <dgm:cxn modelId="{B6842B2C-7057-47E2-A75A-70C69B9268F5}" type="presParOf" srcId="{D3FBA0E9-F095-447B-899D-12FE1ACDB26A}" destId="{D644AF87-ADF0-487B-AC77-4BAD17472D87}" srcOrd="1" destOrd="0" presId="urn:microsoft.com/office/officeart/2005/8/layout/orgChart1"/>
    <dgm:cxn modelId="{7E7DEB5D-EC6A-4CB6-AA9E-7F63DF97CBF0}" type="presParOf" srcId="{ECD4CC19-881A-44A6-9474-785CC0C059F4}" destId="{E8843230-B658-467E-ABDF-26AE593B8491}" srcOrd="1" destOrd="0" presId="urn:microsoft.com/office/officeart/2005/8/layout/orgChart1"/>
    <dgm:cxn modelId="{447D1B9B-52C5-4A15-924A-0AB781203CBF}" type="presParOf" srcId="{ECD4CC19-881A-44A6-9474-785CC0C059F4}" destId="{328AA022-D844-486A-A579-E33311A2ACB8}" srcOrd="2" destOrd="0" presId="urn:microsoft.com/office/officeart/2005/8/layout/orgChart1"/>
    <dgm:cxn modelId="{795949FC-8F07-4E46-B32F-80D968212F71}" type="presParOf" srcId="{04B8EA4A-11CB-4AF7-85D7-32F9AD439CB7}" destId="{E9A486E8-3FB6-41A6-BD46-32EB689AD74B}" srcOrd="2" destOrd="0" presId="urn:microsoft.com/office/officeart/2005/8/layout/orgChart1"/>
    <dgm:cxn modelId="{EC38B40A-A6B9-4B79-A2D0-559587DC3EE5}" type="presParOf" srcId="{AD53A4B1-01E7-41E8-9724-31F3910545A4}" destId="{E8D8F91E-F1A5-4F8D-ACE9-9A373AB4F602}" srcOrd="6" destOrd="0" presId="urn:microsoft.com/office/officeart/2005/8/layout/orgChart1"/>
    <dgm:cxn modelId="{17B4BA62-E1BA-4C21-886B-C55A3127E593}" type="presParOf" srcId="{AD53A4B1-01E7-41E8-9724-31F3910545A4}" destId="{58FFB421-4A0C-4CF3-B422-54FD25A55D00}" srcOrd="7" destOrd="0" presId="urn:microsoft.com/office/officeart/2005/8/layout/orgChart1"/>
    <dgm:cxn modelId="{7ED780D7-1802-4AB2-BB8B-D2B7A046C723}" type="presParOf" srcId="{58FFB421-4A0C-4CF3-B422-54FD25A55D00}" destId="{491B2114-EC20-4333-BCD6-3D1DF446B531}" srcOrd="0" destOrd="0" presId="urn:microsoft.com/office/officeart/2005/8/layout/orgChart1"/>
    <dgm:cxn modelId="{AD9ADBC4-15DE-4CBE-A1E7-B3CEB8B72CFF}" type="presParOf" srcId="{491B2114-EC20-4333-BCD6-3D1DF446B531}" destId="{6B6FF532-E374-4C3C-9AE6-B33C87D175C6}" srcOrd="0" destOrd="0" presId="urn:microsoft.com/office/officeart/2005/8/layout/orgChart1"/>
    <dgm:cxn modelId="{35D3F3C3-EF6B-43A2-8326-DDC5C58D51F5}" type="presParOf" srcId="{491B2114-EC20-4333-BCD6-3D1DF446B531}" destId="{433EA3FF-AA33-4D7D-846D-D982629E13C8}" srcOrd="1" destOrd="0" presId="urn:microsoft.com/office/officeart/2005/8/layout/orgChart1"/>
    <dgm:cxn modelId="{64E917E6-F3E9-471C-96E6-60ED5F7C83F5}" type="presParOf" srcId="{58FFB421-4A0C-4CF3-B422-54FD25A55D00}" destId="{E1C00461-91F5-4376-B9B2-4E15AA192F5E}" srcOrd="1" destOrd="0" presId="urn:microsoft.com/office/officeart/2005/8/layout/orgChart1"/>
    <dgm:cxn modelId="{972EB2F9-1E4A-44AD-8B10-3ECC0D85715B}" type="presParOf" srcId="{E1C00461-91F5-4376-B9B2-4E15AA192F5E}" destId="{2EEBC9EF-9E31-4483-9497-098605836E2F}" srcOrd="0" destOrd="0" presId="urn:microsoft.com/office/officeart/2005/8/layout/orgChart1"/>
    <dgm:cxn modelId="{7B789D0D-01F9-4B0E-9BAE-0ABE92E98B25}" type="presParOf" srcId="{E1C00461-91F5-4376-B9B2-4E15AA192F5E}" destId="{DC38B855-E1D8-425A-961A-D65A0BE77D2E}" srcOrd="1" destOrd="0" presId="urn:microsoft.com/office/officeart/2005/8/layout/orgChart1"/>
    <dgm:cxn modelId="{4574899D-0B64-4780-8358-E3569E211CEB}" type="presParOf" srcId="{DC38B855-E1D8-425A-961A-D65A0BE77D2E}" destId="{1670756C-7178-4693-BDF0-CE2F15828DC0}" srcOrd="0" destOrd="0" presId="urn:microsoft.com/office/officeart/2005/8/layout/orgChart1"/>
    <dgm:cxn modelId="{517470AE-1C01-4CE9-A705-6EFBE217BEA6}" type="presParOf" srcId="{1670756C-7178-4693-BDF0-CE2F15828DC0}" destId="{227A08CA-BFBC-4122-A1D1-26AA79400F13}" srcOrd="0" destOrd="0" presId="urn:microsoft.com/office/officeart/2005/8/layout/orgChart1"/>
    <dgm:cxn modelId="{65EE5B5B-73FC-4991-BC9B-033146516DAF}" type="presParOf" srcId="{1670756C-7178-4693-BDF0-CE2F15828DC0}" destId="{66C443D9-6D0D-4803-A3A0-A088FC67AFB8}" srcOrd="1" destOrd="0" presId="urn:microsoft.com/office/officeart/2005/8/layout/orgChart1"/>
    <dgm:cxn modelId="{882E0A80-DCAC-4A1F-8157-02314669B9A8}" type="presParOf" srcId="{DC38B855-E1D8-425A-961A-D65A0BE77D2E}" destId="{ED47A06E-A770-4EA4-87C5-43455EA436AB}" srcOrd="1" destOrd="0" presId="urn:microsoft.com/office/officeart/2005/8/layout/orgChart1"/>
    <dgm:cxn modelId="{52CCBBD1-3ED8-4442-8EF4-C26526519564}" type="presParOf" srcId="{DC38B855-E1D8-425A-961A-D65A0BE77D2E}" destId="{8B0C0516-B86B-4CBF-828D-7EDFFD62AE9D}" srcOrd="2" destOrd="0" presId="urn:microsoft.com/office/officeart/2005/8/layout/orgChart1"/>
    <dgm:cxn modelId="{67AF8068-0442-430C-9BBD-19C90652A33B}" type="presParOf" srcId="{E1C00461-91F5-4376-B9B2-4E15AA192F5E}" destId="{F0CBB063-4818-4B89-A2DA-2C77A22E32C5}" srcOrd="2" destOrd="0" presId="urn:microsoft.com/office/officeart/2005/8/layout/orgChart1"/>
    <dgm:cxn modelId="{15DE2328-08D3-45BB-A2F4-D6999BD59094}" type="presParOf" srcId="{E1C00461-91F5-4376-B9B2-4E15AA192F5E}" destId="{E11C0B84-297E-4695-9139-A6C2C1F00D1F}" srcOrd="3" destOrd="0" presId="urn:microsoft.com/office/officeart/2005/8/layout/orgChart1"/>
    <dgm:cxn modelId="{3A0FF0B6-D221-4766-A33E-4F378007A608}" type="presParOf" srcId="{E11C0B84-297E-4695-9139-A6C2C1F00D1F}" destId="{80703F0E-7211-4980-844D-F80F79727633}" srcOrd="0" destOrd="0" presId="urn:microsoft.com/office/officeart/2005/8/layout/orgChart1"/>
    <dgm:cxn modelId="{6556E920-47F2-4AF1-A20E-C2AD7B389277}" type="presParOf" srcId="{80703F0E-7211-4980-844D-F80F79727633}" destId="{589131A9-2313-485B-AD88-1EFA955AFF10}" srcOrd="0" destOrd="0" presId="urn:microsoft.com/office/officeart/2005/8/layout/orgChart1"/>
    <dgm:cxn modelId="{5914E3CE-24D0-4908-8332-FB0EDF253451}" type="presParOf" srcId="{80703F0E-7211-4980-844D-F80F79727633}" destId="{1B7A4E4D-0C2B-425D-AE71-CE174C32FA2C}" srcOrd="1" destOrd="0" presId="urn:microsoft.com/office/officeart/2005/8/layout/orgChart1"/>
    <dgm:cxn modelId="{EE4343CA-7DA1-4AB6-96CD-54FB8CE9D6F5}" type="presParOf" srcId="{E11C0B84-297E-4695-9139-A6C2C1F00D1F}" destId="{28198C0B-FFA8-41D8-991D-CF90D0028632}" srcOrd="1" destOrd="0" presId="urn:microsoft.com/office/officeart/2005/8/layout/orgChart1"/>
    <dgm:cxn modelId="{67B59C51-6F3B-45FB-AA81-E778A99B3B2B}" type="presParOf" srcId="{E11C0B84-297E-4695-9139-A6C2C1F00D1F}" destId="{FAB852C7-6CD9-4039-BEC9-A36896AF3024}" srcOrd="2" destOrd="0" presId="urn:microsoft.com/office/officeart/2005/8/layout/orgChart1"/>
    <dgm:cxn modelId="{F54E2188-8A3B-4CF4-A2C9-9C6695640308}" type="presParOf" srcId="{58FFB421-4A0C-4CF3-B422-54FD25A55D00}" destId="{E28894B6-1AAF-4B15-95C4-963C07257423}" srcOrd="2" destOrd="0" presId="urn:microsoft.com/office/officeart/2005/8/layout/orgChart1"/>
    <dgm:cxn modelId="{9D973967-C180-4DA1-9783-801A28437A84}" type="presParOf" srcId="{38ED7B2E-63E5-438D-91CD-EFA6DE9BBF61}" destId="{96DEF822-DC52-4FFC-82DA-389CD5B296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65A4D7-7720-45CB-8279-86EBD3407E97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6404DC-1053-49D6-95EE-599A97C88DD3}">
      <dgm:prSet phldrT="[Text]" custT="1"/>
      <dgm:spPr/>
      <dgm:t>
        <a:bodyPr/>
        <a:lstStyle/>
        <a:p>
          <a:r>
            <a:rPr lang="en-US" sz="1600" dirty="0" smtClean="0"/>
            <a:t>Chapter 19 – Beyond requirements development</a:t>
          </a:r>
          <a:endParaRPr lang="en-US" sz="1600" dirty="0"/>
        </a:p>
      </dgm:t>
    </dgm:pt>
    <dgm:pt modelId="{541DED35-EA1D-4B2B-8573-F418430E3EF8}" type="parTrans" cxnId="{4CA9C32A-C8CD-40F1-AFCB-D726CB5C7F3F}">
      <dgm:prSet/>
      <dgm:spPr/>
      <dgm:t>
        <a:bodyPr/>
        <a:lstStyle/>
        <a:p>
          <a:endParaRPr lang="en-US"/>
        </a:p>
      </dgm:t>
    </dgm:pt>
    <dgm:pt modelId="{8EA0B31F-0422-4926-B862-5636855C8DF2}" type="sibTrans" cxnId="{4CA9C32A-C8CD-40F1-AFCB-D726CB5C7F3F}">
      <dgm:prSet/>
      <dgm:spPr/>
      <dgm:t>
        <a:bodyPr/>
        <a:lstStyle/>
        <a:p>
          <a:endParaRPr lang="en-US"/>
        </a:p>
      </dgm:t>
    </dgm:pt>
    <dgm:pt modelId="{620DD3EC-BDCD-468B-B566-7FE2B848507E}">
      <dgm:prSet phldrT="[Text]" custT="1"/>
      <dgm:spPr/>
      <dgm:t>
        <a:bodyPr/>
        <a:lstStyle/>
        <a:p>
          <a:r>
            <a:rPr lang="en-US" sz="1200" dirty="0" smtClean="0"/>
            <a:t>Estimating </a:t>
          </a:r>
          <a:r>
            <a:rPr lang="en-US" sz="1200" dirty="0" err="1" smtClean="0"/>
            <a:t>reqs</a:t>
          </a:r>
          <a:r>
            <a:rPr lang="en-US" sz="1200" dirty="0" smtClean="0"/>
            <a:t>. effort</a:t>
          </a:r>
          <a:endParaRPr lang="en-US" sz="1200" dirty="0"/>
        </a:p>
      </dgm:t>
    </dgm:pt>
    <dgm:pt modelId="{F0764DAA-254D-4C3C-9708-669D5BF5A337}" type="parTrans" cxnId="{55322DC1-D5BB-4947-91D3-C49D83A86839}">
      <dgm:prSet/>
      <dgm:spPr/>
      <dgm:t>
        <a:bodyPr/>
        <a:lstStyle/>
        <a:p>
          <a:endParaRPr lang="en-US"/>
        </a:p>
      </dgm:t>
    </dgm:pt>
    <dgm:pt modelId="{61B96E30-C56F-4FDE-AA00-908E8835534F}" type="sibTrans" cxnId="{55322DC1-D5BB-4947-91D3-C49D83A86839}">
      <dgm:prSet/>
      <dgm:spPr/>
      <dgm:t>
        <a:bodyPr/>
        <a:lstStyle/>
        <a:p>
          <a:endParaRPr lang="en-US"/>
        </a:p>
      </dgm:t>
    </dgm:pt>
    <dgm:pt modelId="{9286A5EC-F2A9-487D-8BF1-B96EEEFD636B}">
      <dgm:prSet phldrT="[Text]" custT="1"/>
      <dgm:spPr/>
      <dgm:t>
        <a:bodyPr/>
        <a:lstStyle/>
        <a:p>
          <a:r>
            <a:rPr lang="en-US" sz="1200" dirty="0" smtClean="0"/>
            <a:t>The effects of </a:t>
          </a:r>
          <a:r>
            <a:rPr lang="en-US" sz="1200" dirty="0" err="1" smtClean="0"/>
            <a:t>reqs</a:t>
          </a:r>
          <a:r>
            <a:rPr lang="en-US" sz="1200" dirty="0" smtClean="0"/>
            <a:t>. on </a:t>
          </a:r>
          <a:br>
            <a:rPr lang="en-US" sz="1200" dirty="0" smtClean="0"/>
          </a:br>
          <a:r>
            <a:rPr lang="en-US" sz="1200" dirty="0" smtClean="0"/>
            <a:t>SW dev.</a:t>
          </a:r>
          <a:endParaRPr lang="en-US" sz="1200" dirty="0"/>
        </a:p>
      </dgm:t>
    </dgm:pt>
    <dgm:pt modelId="{D6357A36-116B-440B-A9E1-8EDB3A4D1B88}" type="sibTrans" cxnId="{3371D227-869E-4636-B9B0-BA373BCE5AD6}">
      <dgm:prSet/>
      <dgm:spPr/>
      <dgm:t>
        <a:bodyPr/>
        <a:lstStyle/>
        <a:p>
          <a:endParaRPr lang="en-US"/>
        </a:p>
      </dgm:t>
    </dgm:pt>
    <dgm:pt modelId="{8CE2CE9A-EBD7-445E-BD99-21666869C1D4}" type="parTrans" cxnId="{3371D227-869E-4636-B9B0-BA373BCE5AD6}">
      <dgm:prSet/>
      <dgm:spPr/>
      <dgm:t>
        <a:bodyPr/>
        <a:lstStyle/>
        <a:p>
          <a:endParaRPr lang="en-US"/>
        </a:p>
      </dgm:t>
    </dgm:pt>
    <dgm:pt modelId="{552219B0-29E3-4A6C-90E3-BE0B83069EBC}">
      <dgm:prSet phldrT="[Text]" custT="1"/>
      <dgm:spPr/>
      <dgm:t>
        <a:bodyPr/>
        <a:lstStyle/>
        <a:p>
          <a:r>
            <a:rPr lang="en-US" sz="1200" dirty="0" smtClean="0"/>
            <a:t>Time/Schedule estimation</a:t>
          </a:r>
          <a:endParaRPr lang="en-US" sz="1200" dirty="0"/>
        </a:p>
      </dgm:t>
    </dgm:pt>
    <dgm:pt modelId="{D723B879-676C-4614-8859-D09DEFF2A3B3}" type="parTrans" cxnId="{81ECBBE0-B641-4AE9-A53F-16A71BDFB9C1}">
      <dgm:prSet/>
      <dgm:spPr/>
      <dgm:t>
        <a:bodyPr/>
        <a:lstStyle/>
        <a:p>
          <a:endParaRPr lang="en-US"/>
        </a:p>
      </dgm:t>
    </dgm:pt>
    <dgm:pt modelId="{3AAC379C-C229-429B-B8C5-9157680B919C}" type="sibTrans" cxnId="{81ECBBE0-B641-4AE9-A53F-16A71BDFB9C1}">
      <dgm:prSet/>
      <dgm:spPr/>
      <dgm:t>
        <a:bodyPr/>
        <a:lstStyle/>
        <a:p>
          <a:endParaRPr lang="en-US"/>
        </a:p>
      </dgm:t>
    </dgm:pt>
    <dgm:pt modelId="{1F903EBE-540A-403B-AE13-6A09126352BD}">
      <dgm:prSet phldrT="[Text]" custT="1"/>
      <dgm:spPr/>
      <dgm:t>
        <a:bodyPr/>
        <a:lstStyle/>
        <a:p>
          <a:r>
            <a:rPr lang="en-US" sz="1200" dirty="0" smtClean="0"/>
            <a:t>From </a:t>
          </a:r>
          <a:r>
            <a:rPr lang="en-US" sz="1200" dirty="0" err="1" smtClean="0"/>
            <a:t>reqs</a:t>
          </a:r>
          <a:r>
            <a:rPr lang="en-US" sz="1200" dirty="0" smtClean="0"/>
            <a:t>. to</a:t>
          </a:r>
          <a:br>
            <a:rPr lang="en-US" sz="1200" dirty="0" smtClean="0"/>
          </a:br>
          <a:r>
            <a:rPr lang="en-US" sz="1200" dirty="0" smtClean="0"/>
            <a:t> project plans</a:t>
          </a:r>
          <a:endParaRPr lang="en-US" sz="1200" dirty="0"/>
        </a:p>
      </dgm:t>
    </dgm:pt>
    <dgm:pt modelId="{248E9311-DF61-4B0E-BD57-16AE2D707A60}" type="parTrans" cxnId="{3AA2732E-E1F3-4BD5-9990-5D30D82B08ED}">
      <dgm:prSet/>
      <dgm:spPr/>
      <dgm:t>
        <a:bodyPr/>
        <a:lstStyle/>
        <a:p>
          <a:endParaRPr lang="en-US"/>
        </a:p>
      </dgm:t>
    </dgm:pt>
    <dgm:pt modelId="{BB52F0E9-3899-452E-BFB9-D8344A4C6147}" type="sibTrans" cxnId="{3AA2732E-E1F3-4BD5-9990-5D30D82B08ED}">
      <dgm:prSet/>
      <dgm:spPr/>
      <dgm:t>
        <a:bodyPr/>
        <a:lstStyle/>
        <a:p>
          <a:endParaRPr lang="en-US"/>
        </a:p>
      </dgm:t>
    </dgm:pt>
    <dgm:pt modelId="{F142DEDA-3202-4A6E-A872-744A36211997}">
      <dgm:prSet phldrT="[Text]" custT="1"/>
      <dgm:spPr/>
      <dgm:t>
        <a:bodyPr/>
        <a:lstStyle/>
        <a:p>
          <a:r>
            <a:rPr lang="en-US" sz="1200" dirty="0" smtClean="0"/>
            <a:t>Project plans</a:t>
          </a:r>
          <a:endParaRPr lang="en-US" sz="1200" dirty="0"/>
        </a:p>
      </dgm:t>
    </dgm:pt>
    <dgm:pt modelId="{588037F0-0B1A-4D72-81EB-CAFA026AEFB7}" type="parTrans" cxnId="{EEDD1D35-51A4-4EFC-BEC5-0B8F238E57D2}">
      <dgm:prSet/>
      <dgm:spPr/>
      <dgm:t>
        <a:bodyPr/>
        <a:lstStyle/>
        <a:p>
          <a:endParaRPr lang="en-US"/>
        </a:p>
      </dgm:t>
    </dgm:pt>
    <dgm:pt modelId="{90D5C085-E7FD-409C-B728-A036C61691D1}" type="sibTrans" cxnId="{EEDD1D35-51A4-4EFC-BEC5-0B8F238E57D2}">
      <dgm:prSet/>
      <dgm:spPr/>
      <dgm:t>
        <a:bodyPr/>
        <a:lstStyle/>
        <a:p>
          <a:endParaRPr lang="en-US"/>
        </a:p>
      </dgm:t>
    </dgm:pt>
    <dgm:pt modelId="{1947618A-5736-4E7D-A7B1-0535566E666C}">
      <dgm:prSet phldrT="[Text]" custT="1"/>
      <dgm:spPr/>
      <dgm:t>
        <a:bodyPr/>
        <a:lstStyle/>
        <a:p>
          <a:r>
            <a:rPr lang="en-US" sz="1200" dirty="0" smtClean="0"/>
            <a:t>Designs &amp; code</a:t>
          </a:r>
          <a:endParaRPr lang="en-US" sz="1200" dirty="0"/>
        </a:p>
      </dgm:t>
    </dgm:pt>
    <dgm:pt modelId="{3C73C88C-ADAC-4E8D-8259-4FBC3819D296}" type="parTrans" cxnId="{48FB7E41-4DCE-49A7-8A59-30799E27CFF1}">
      <dgm:prSet/>
      <dgm:spPr/>
      <dgm:t>
        <a:bodyPr/>
        <a:lstStyle/>
        <a:p>
          <a:endParaRPr lang="en-US"/>
        </a:p>
      </dgm:t>
    </dgm:pt>
    <dgm:pt modelId="{4AA8505F-D096-4A68-B858-481E0AB908C1}" type="sibTrans" cxnId="{48FB7E41-4DCE-49A7-8A59-30799E27CFF1}">
      <dgm:prSet/>
      <dgm:spPr/>
      <dgm:t>
        <a:bodyPr/>
        <a:lstStyle/>
        <a:p>
          <a:endParaRPr lang="en-US"/>
        </a:p>
      </dgm:t>
    </dgm:pt>
    <dgm:pt modelId="{C6E4FEDD-12A9-48D1-836A-71DF2EBCFFAD}">
      <dgm:prSet phldrT="[Text]" custT="1"/>
      <dgm:spPr/>
      <dgm:t>
        <a:bodyPr/>
        <a:lstStyle/>
        <a:p>
          <a:r>
            <a:rPr lang="en-US" sz="1200" dirty="0" smtClean="0"/>
            <a:t>Tests</a:t>
          </a:r>
          <a:endParaRPr lang="en-US" sz="1200" dirty="0"/>
        </a:p>
      </dgm:t>
    </dgm:pt>
    <dgm:pt modelId="{A2275AAE-D67F-4B48-809F-43E648A9868F}" type="parTrans" cxnId="{4CF36AB0-83A9-4CD1-9F6C-54F7A6E3A79C}">
      <dgm:prSet/>
      <dgm:spPr/>
      <dgm:t>
        <a:bodyPr/>
        <a:lstStyle/>
        <a:p>
          <a:endParaRPr lang="en-US"/>
        </a:p>
      </dgm:t>
    </dgm:pt>
    <dgm:pt modelId="{795C140E-55F9-45B3-A3C9-9055A88BB7F4}" type="sibTrans" cxnId="{4CF36AB0-83A9-4CD1-9F6C-54F7A6E3A79C}">
      <dgm:prSet/>
      <dgm:spPr/>
      <dgm:t>
        <a:bodyPr/>
        <a:lstStyle/>
        <a:p>
          <a:endParaRPr lang="en-US"/>
        </a:p>
      </dgm:t>
    </dgm:pt>
    <dgm:pt modelId="{ED538FBE-6130-45A2-A1D0-5DEB03E796E8}">
      <dgm:prSet phldrT="[Text]" custT="1"/>
      <dgm:spPr/>
      <dgm:t>
        <a:bodyPr/>
        <a:lstStyle/>
        <a:p>
          <a:r>
            <a:rPr lang="en-US" sz="1200" dirty="0" smtClean="0"/>
            <a:t>Effort estimation</a:t>
          </a:r>
          <a:endParaRPr lang="en-US" sz="1200" dirty="0"/>
        </a:p>
      </dgm:t>
    </dgm:pt>
    <dgm:pt modelId="{8BEDDD51-476B-4EA3-BB0E-02C6B68708C7}" type="parTrans" cxnId="{76FE0A3B-1FB2-47AB-A803-192EED8CF4A6}">
      <dgm:prSet/>
      <dgm:spPr/>
      <dgm:t>
        <a:bodyPr/>
        <a:lstStyle/>
        <a:p>
          <a:endParaRPr lang="en-US"/>
        </a:p>
      </dgm:t>
    </dgm:pt>
    <dgm:pt modelId="{35D97104-0716-450A-B2F9-D53D45C2A7A7}" type="sibTrans" cxnId="{76FE0A3B-1FB2-47AB-A803-192EED8CF4A6}">
      <dgm:prSet/>
      <dgm:spPr/>
      <dgm:t>
        <a:bodyPr/>
        <a:lstStyle/>
        <a:p>
          <a:endParaRPr lang="en-US"/>
        </a:p>
      </dgm:t>
    </dgm:pt>
    <dgm:pt modelId="{CC7928C2-579C-44D0-AB38-88BC756CAA0E}">
      <dgm:prSet phldrT="[Text]" custT="1"/>
      <dgm:spPr/>
      <dgm:t>
        <a:bodyPr/>
        <a:lstStyle/>
        <a:p>
          <a:r>
            <a:rPr lang="en-US" sz="1200" dirty="0" smtClean="0">
              <a:solidFill>
                <a:srgbClr val="FF0000"/>
              </a:solidFill>
            </a:rPr>
            <a:t>15 to 18 </a:t>
          </a:r>
          <a:r>
            <a:rPr lang="en-US" sz="1200" dirty="0" smtClean="0"/>
            <a:t>percent of their total effort</a:t>
          </a:r>
          <a:endParaRPr lang="en-US" sz="1200" dirty="0"/>
        </a:p>
      </dgm:t>
    </dgm:pt>
    <dgm:pt modelId="{35F2611B-0442-443A-B647-B82B7382EA23}" type="parTrans" cxnId="{2D45FC77-4AED-4DE6-8379-E523C1F99EFC}">
      <dgm:prSet/>
      <dgm:spPr/>
      <dgm:t>
        <a:bodyPr/>
        <a:lstStyle/>
        <a:p>
          <a:endParaRPr lang="en-US"/>
        </a:p>
      </dgm:t>
    </dgm:pt>
    <dgm:pt modelId="{A433C3AB-C870-42AA-B57A-E43B2BF3718E}" type="sibTrans" cxnId="{2D45FC77-4AED-4DE6-8379-E523C1F99EFC}">
      <dgm:prSet/>
      <dgm:spPr/>
      <dgm:t>
        <a:bodyPr/>
        <a:lstStyle/>
        <a:p>
          <a:endParaRPr lang="en-US"/>
        </a:p>
      </dgm:t>
    </dgm:pt>
    <dgm:pt modelId="{68F0BB4A-4CA0-4481-8397-108E86A12DA4}">
      <dgm:prSet phldrT="[Text]" custT="1"/>
      <dgm:spPr/>
      <dgm:t>
        <a:bodyPr/>
        <a:lstStyle/>
        <a:p>
          <a:r>
            <a:rPr lang="en-US" sz="1200" dirty="0" smtClean="0"/>
            <a:t>Estimating project size and effort</a:t>
          </a:r>
          <a:endParaRPr lang="en-US" sz="1200" dirty="0"/>
        </a:p>
      </dgm:t>
    </dgm:pt>
    <dgm:pt modelId="{ED5ECDE6-7B87-4768-B1AE-20C55CA1EA8F}" type="parTrans" cxnId="{4C35333B-E2CE-49B4-8E8B-065145550125}">
      <dgm:prSet/>
      <dgm:spPr/>
      <dgm:t>
        <a:bodyPr/>
        <a:lstStyle/>
        <a:p>
          <a:endParaRPr lang="en-US"/>
        </a:p>
      </dgm:t>
    </dgm:pt>
    <dgm:pt modelId="{A0B2EC27-08AF-4A70-911E-D73503EF8DD4}" type="sibTrans" cxnId="{4C35333B-E2CE-49B4-8E8B-065145550125}">
      <dgm:prSet/>
      <dgm:spPr/>
      <dgm:t>
        <a:bodyPr/>
        <a:lstStyle/>
        <a:p>
          <a:endParaRPr lang="en-US"/>
        </a:p>
      </dgm:t>
    </dgm:pt>
    <dgm:pt modelId="{E9C886F1-1EBC-4EBC-BB4B-24DF341523A6}">
      <dgm:prSet phldrT="[Text]" custT="1"/>
      <dgm:spPr/>
      <dgm:t>
        <a:bodyPr/>
        <a:lstStyle/>
        <a:p>
          <a:r>
            <a:rPr lang="en-US" sz="1200" dirty="0" smtClean="0"/>
            <a:t>Requirements and scheduling</a:t>
          </a:r>
          <a:endParaRPr lang="en-US" sz="1200" dirty="0"/>
        </a:p>
      </dgm:t>
    </dgm:pt>
    <dgm:pt modelId="{5E8DD444-C688-4780-A5F0-D4A4181FBDCC}" type="parTrans" cxnId="{B6ED6959-D36F-40C1-BB7A-D25AABCCA5A0}">
      <dgm:prSet/>
      <dgm:spPr/>
      <dgm:t>
        <a:bodyPr/>
        <a:lstStyle/>
        <a:p>
          <a:endParaRPr lang="en-US"/>
        </a:p>
      </dgm:t>
    </dgm:pt>
    <dgm:pt modelId="{677365F0-85D2-4516-9D4D-C1E5444A6324}" type="sibTrans" cxnId="{B6ED6959-D36F-40C1-BB7A-D25AABCCA5A0}">
      <dgm:prSet/>
      <dgm:spPr/>
      <dgm:t>
        <a:bodyPr/>
        <a:lstStyle/>
        <a:p>
          <a:endParaRPr lang="en-US"/>
        </a:p>
      </dgm:t>
    </dgm:pt>
    <dgm:pt modelId="{C23EE67C-7F77-47BA-A8B3-6493565ADACA}">
      <dgm:prSet phldrT="[Text]" custT="1"/>
      <dgm:spPr/>
      <dgm:t>
        <a:bodyPr/>
        <a:lstStyle/>
        <a:p>
          <a:r>
            <a:rPr lang="en-US" sz="1200" dirty="0" smtClean="0"/>
            <a:t>From </a:t>
          </a:r>
          <a:r>
            <a:rPr lang="en-US" sz="1200" dirty="0" err="1" smtClean="0"/>
            <a:t>reqs</a:t>
          </a:r>
          <a:r>
            <a:rPr lang="en-US" sz="1200" dirty="0" smtClean="0"/>
            <a:t>. to </a:t>
          </a:r>
          <a:br>
            <a:rPr lang="en-US" sz="1200" dirty="0" smtClean="0"/>
          </a:br>
          <a:r>
            <a:rPr lang="en-US" sz="1200" dirty="0" smtClean="0"/>
            <a:t>designs and code</a:t>
          </a:r>
          <a:endParaRPr lang="en-US" sz="1200" dirty="0"/>
        </a:p>
      </dgm:t>
    </dgm:pt>
    <dgm:pt modelId="{97ECD7F0-AF08-4202-8F6B-6035FCFA351C}" type="parTrans" cxnId="{1EC82FDF-DEB7-4D50-9C29-27BC7BD7F60F}">
      <dgm:prSet/>
      <dgm:spPr/>
      <dgm:t>
        <a:bodyPr/>
        <a:lstStyle/>
        <a:p>
          <a:endParaRPr lang="en-US"/>
        </a:p>
      </dgm:t>
    </dgm:pt>
    <dgm:pt modelId="{81688764-0848-43B4-A2D6-8E904026A524}" type="sibTrans" cxnId="{1EC82FDF-DEB7-4D50-9C29-27BC7BD7F60F}">
      <dgm:prSet/>
      <dgm:spPr/>
      <dgm:t>
        <a:bodyPr/>
        <a:lstStyle/>
        <a:p>
          <a:endParaRPr lang="en-US"/>
        </a:p>
      </dgm:t>
    </dgm:pt>
    <dgm:pt modelId="{F91A8AB5-9278-4D4E-BC56-21224700D286}">
      <dgm:prSet phldrT="[Text]" custT="1"/>
      <dgm:spPr/>
      <dgm:t>
        <a:bodyPr/>
        <a:lstStyle/>
        <a:p>
          <a:r>
            <a:rPr lang="en-US" sz="1200" dirty="0" smtClean="0"/>
            <a:t>Architecture and allocation</a:t>
          </a:r>
          <a:endParaRPr lang="en-US" sz="1200" dirty="0"/>
        </a:p>
      </dgm:t>
    </dgm:pt>
    <dgm:pt modelId="{502D84B5-6040-4F8C-8C70-AC9E8C7A7931}" type="parTrans" cxnId="{3E3F33A1-764D-455F-9609-979B7487620C}">
      <dgm:prSet/>
      <dgm:spPr/>
      <dgm:t>
        <a:bodyPr/>
        <a:lstStyle/>
        <a:p>
          <a:endParaRPr lang="en-US"/>
        </a:p>
      </dgm:t>
    </dgm:pt>
    <dgm:pt modelId="{C61FB986-3367-414D-9CC8-14FAE1051217}" type="sibTrans" cxnId="{3E3F33A1-764D-455F-9609-979B7487620C}">
      <dgm:prSet/>
      <dgm:spPr/>
      <dgm:t>
        <a:bodyPr/>
        <a:lstStyle/>
        <a:p>
          <a:endParaRPr lang="en-US"/>
        </a:p>
      </dgm:t>
    </dgm:pt>
    <dgm:pt modelId="{603F71C3-6FEE-4F81-BBB2-3E56B9C1B8C6}">
      <dgm:prSet phldrT="[Text]" custT="1"/>
      <dgm:spPr/>
      <dgm:t>
        <a:bodyPr/>
        <a:lstStyle/>
        <a:p>
          <a:r>
            <a:rPr lang="en-US" sz="1200" dirty="0" smtClean="0"/>
            <a:t>Software design</a:t>
          </a:r>
          <a:endParaRPr lang="en-US" sz="1200" dirty="0"/>
        </a:p>
      </dgm:t>
    </dgm:pt>
    <dgm:pt modelId="{C34353E4-6D85-432E-8598-D84D08F10FF3}" type="parTrans" cxnId="{DC9410EB-8615-48F6-9ACC-8373C9B6F482}">
      <dgm:prSet/>
      <dgm:spPr/>
      <dgm:t>
        <a:bodyPr/>
        <a:lstStyle/>
        <a:p>
          <a:endParaRPr lang="en-US"/>
        </a:p>
      </dgm:t>
    </dgm:pt>
    <dgm:pt modelId="{00323A89-6F09-4DB2-8DED-E07B1733E206}" type="sibTrans" cxnId="{DC9410EB-8615-48F6-9ACC-8373C9B6F482}">
      <dgm:prSet/>
      <dgm:spPr/>
      <dgm:t>
        <a:bodyPr/>
        <a:lstStyle/>
        <a:p>
          <a:endParaRPr lang="en-US"/>
        </a:p>
      </dgm:t>
    </dgm:pt>
    <dgm:pt modelId="{92CE8BCE-B12F-4E63-A659-352FC0A5B747}">
      <dgm:prSet phldrT="[Text]" custT="1"/>
      <dgm:spPr/>
      <dgm:t>
        <a:bodyPr/>
        <a:lstStyle/>
        <a:p>
          <a:r>
            <a:rPr lang="en-US" sz="1200" dirty="0" smtClean="0"/>
            <a:t>User interface design</a:t>
          </a:r>
          <a:endParaRPr lang="en-US" sz="1200" dirty="0"/>
        </a:p>
      </dgm:t>
    </dgm:pt>
    <dgm:pt modelId="{B65E2D1D-2B43-413F-892F-C4BB50A14535}" type="parTrans" cxnId="{1D31BE61-2795-4DBB-8146-1A29C28901B2}">
      <dgm:prSet/>
      <dgm:spPr/>
      <dgm:t>
        <a:bodyPr/>
        <a:lstStyle/>
        <a:p>
          <a:endParaRPr lang="en-US"/>
        </a:p>
      </dgm:t>
    </dgm:pt>
    <dgm:pt modelId="{C2C41857-6FA4-466A-847D-5896E7EA0477}" type="sibTrans" cxnId="{1D31BE61-2795-4DBB-8146-1A29C28901B2}">
      <dgm:prSet/>
      <dgm:spPr/>
      <dgm:t>
        <a:bodyPr/>
        <a:lstStyle/>
        <a:p>
          <a:endParaRPr lang="en-US"/>
        </a:p>
      </dgm:t>
    </dgm:pt>
    <dgm:pt modelId="{3841B98A-69FF-412C-BFAF-ED8F7103B9DD}">
      <dgm:prSet phldrT="[Text]" custT="1"/>
      <dgm:spPr/>
      <dgm:t>
        <a:bodyPr/>
        <a:lstStyle/>
        <a:p>
          <a:r>
            <a:rPr lang="en-US" sz="1200" dirty="0" smtClean="0"/>
            <a:t>From </a:t>
          </a:r>
          <a:r>
            <a:rPr lang="en-US" sz="1200" dirty="0" err="1" smtClean="0"/>
            <a:t>reqs</a:t>
          </a:r>
          <a:r>
            <a:rPr lang="en-US" sz="1200" dirty="0" smtClean="0"/>
            <a:t>. to </a:t>
          </a:r>
          <a:br>
            <a:rPr lang="en-US" sz="1200" dirty="0" smtClean="0"/>
          </a:br>
          <a:r>
            <a:rPr lang="en-US" sz="1200" dirty="0" smtClean="0"/>
            <a:t>tests</a:t>
          </a:r>
          <a:endParaRPr lang="en-US" sz="1200" dirty="0"/>
        </a:p>
      </dgm:t>
    </dgm:pt>
    <dgm:pt modelId="{65C71068-FAE0-4AAE-8F3B-D0C36FC50F23}" type="parTrans" cxnId="{4922413B-1C86-4F73-9EBB-19FBB84799CA}">
      <dgm:prSet/>
      <dgm:spPr/>
      <dgm:t>
        <a:bodyPr/>
        <a:lstStyle/>
        <a:p>
          <a:endParaRPr lang="en-US"/>
        </a:p>
      </dgm:t>
    </dgm:pt>
    <dgm:pt modelId="{91681580-C23A-4A99-AA1A-CBAE1563C96C}" type="sibTrans" cxnId="{4922413B-1C86-4F73-9EBB-19FBB84799CA}">
      <dgm:prSet/>
      <dgm:spPr/>
      <dgm:t>
        <a:bodyPr/>
        <a:lstStyle/>
        <a:p>
          <a:endParaRPr lang="en-US"/>
        </a:p>
      </dgm:t>
    </dgm:pt>
    <dgm:pt modelId="{1D09BD55-84AF-44C1-BD3A-BB2537756463}">
      <dgm:prSet phldrT="[Text]" custT="1"/>
      <dgm:spPr/>
      <dgm:t>
        <a:bodyPr/>
        <a:lstStyle/>
        <a:p>
          <a:r>
            <a:rPr lang="en-US" sz="1200" dirty="0" smtClean="0"/>
            <a:t>From </a:t>
          </a:r>
          <a:r>
            <a:rPr lang="en-US" sz="1200" dirty="0" err="1" smtClean="0"/>
            <a:t>reqs</a:t>
          </a:r>
          <a:r>
            <a:rPr lang="en-US" sz="1200" dirty="0" smtClean="0"/>
            <a:t>. to </a:t>
          </a:r>
          <a:br>
            <a:rPr lang="en-US" sz="1200" dirty="0" smtClean="0"/>
          </a:br>
          <a:r>
            <a:rPr lang="en-US" sz="1200" dirty="0" smtClean="0"/>
            <a:t>success</a:t>
          </a:r>
          <a:endParaRPr lang="en-US" sz="1200" dirty="0"/>
        </a:p>
      </dgm:t>
    </dgm:pt>
    <dgm:pt modelId="{FDEB10CD-8ED3-48D7-BD6D-0C2DE19C8DFB}" type="parTrans" cxnId="{ECFB9B50-3EBB-404D-905E-3B46C1B77D32}">
      <dgm:prSet/>
      <dgm:spPr/>
      <dgm:t>
        <a:bodyPr/>
        <a:lstStyle/>
        <a:p>
          <a:endParaRPr lang="en-US"/>
        </a:p>
      </dgm:t>
    </dgm:pt>
    <dgm:pt modelId="{FFEE6636-5084-4095-A363-B7CE0DFDC12E}" type="sibTrans" cxnId="{ECFB9B50-3EBB-404D-905E-3B46C1B77D32}">
      <dgm:prSet/>
      <dgm:spPr/>
      <dgm:t>
        <a:bodyPr/>
        <a:lstStyle/>
        <a:p>
          <a:endParaRPr lang="en-US"/>
        </a:p>
      </dgm:t>
    </dgm:pt>
    <dgm:pt modelId="{11077618-9302-474C-8482-1BBB83E3AEF1}" type="pres">
      <dgm:prSet presAssocID="{1A65A4D7-7720-45CB-8279-86EBD3407E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ED7B2E-63E5-438D-91CD-EFA6DE9BBF61}" type="pres">
      <dgm:prSet presAssocID="{9E6404DC-1053-49D6-95EE-599A97C88DD3}" presName="hierRoot1" presStyleCnt="0">
        <dgm:presLayoutVars>
          <dgm:hierBranch val="init"/>
        </dgm:presLayoutVars>
      </dgm:prSet>
      <dgm:spPr/>
    </dgm:pt>
    <dgm:pt modelId="{ADCB6C6D-2F95-4AD5-B3EB-BEA9A3239732}" type="pres">
      <dgm:prSet presAssocID="{9E6404DC-1053-49D6-95EE-599A97C88DD3}" presName="rootComposite1" presStyleCnt="0"/>
      <dgm:spPr/>
    </dgm:pt>
    <dgm:pt modelId="{0F3C8968-31FF-46A5-BCB3-A2E771257413}" type="pres">
      <dgm:prSet presAssocID="{9E6404DC-1053-49D6-95EE-599A97C88DD3}" presName="rootText1" presStyleLbl="node0" presStyleIdx="0" presStyleCnt="1" custScaleX="379549" custScaleY="153424" custLinFactNeighborX="-4584" custLinFactNeighborY="-385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C73746-D1E9-45A4-A4B2-4DB251C0CC5A}" type="pres">
      <dgm:prSet presAssocID="{9E6404DC-1053-49D6-95EE-599A97C88DD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D53A4B1-01E7-41E8-9724-31F3910545A4}" type="pres">
      <dgm:prSet presAssocID="{9E6404DC-1053-49D6-95EE-599A97C88DD3}" presName="hierChild2" presStyleCnt="0"/>
      <dgm:spPr/>
    </dgm:pt>
    <dgm:pt modelId="{7B4371B5-9FE0-4A41-B872-D27DD755166A}" type="pres">
      <dgm:prSet presAssocID="{8CE2CE9A-EBD7-445E-BD99-21666869C1D4}" presName="Name37" presStyleLbl="parChTrans1D2" presStyleIdx="0" presStyleCnt="6"/>
      <dgm:spPr/>
      <dgm:t>
        <a:bodyPr/>
        <a:lstStyle/>
        <a:p>
          <a:endParaRPr lang="en-US"/>
        </a:p>
      </dgm:t>
    </dgm:pt>
    <dgm:pt modelId="{ED726A71-3CEE-43E5-B36E-E99BBF451E5B}" type="pres">
      <dgm:prSet presAssocID="{9286A5EC-F2A9-487D-8BF1-B96EEEFD636B}" presName="hierRoot2" presStyleCnt="0">
        <dgm:presLayoutVars>
          <dgm:hierBranch val="init"/>
        </dgm:presLayoutVars>
      </dgm:prSet>
      <dgm:spPr/>
    </dgm:pt>
    <dgm:pt modelId="{82B2FC70-3C15-48D4-B101-71C09EFE19F9}" type="pres">
      <dgm:prSet presAssocID="{9286A5EC-F2A9-487D-8BF1-B96EEEFD636B}" presName="rootComposite" presStyleCnt="0"/>
      <dgm:spPr/>
    </dgm:pt>
    <dgm:pt modelId="{C9422C4E-2B02-4D33-A16B-EF7B187ECAB7}" type="pres">
      <dgm:prSet presAssocID="{9286A5EC-F2A9-487D-8BF1-B96EEEFD636B}" presName="rootText" presStyleLbl="node2" presStyleIdx="0" presStyleCnt="6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0B8E6A-AEE1-4C2B-8634-C515AEDBA0E5}" type="pres">
      <dgm:prSet presAssocID="{9286A5EC-F2A9-487D-8BF1-B96EEEFD636B}" presName="rootConnector" presStyleLbl="node2" presStyleIdx="0" presStyleCnt="6"/>
      <dgm:spPr/>
      <dgm:t>
        <a:bodyPr/>
        <a:lstStyle/>
        <a:p>
          <a:endParaRPr lang="en-US"/>
        </a:p>
      </dgm:t>
    </dgm:pt>
    <dgm:pt modelId="{C9264EDA-91B6-4FAE-AFE6-AFC29BE66386}" type="pres">
      <dgm:prSet presAssocID="{9286A5EC-F2A9-487D-8BF1-B96EEEFD636B}" presName="hierChild4" presStyleCnt="0"/>
      <dgm:spPr/>
    </dgm:pt>
    <dgm:pt modelId="{06A5B176-3147-4D45-9EF8-CF91B612166F}" type="pres">
      <dgm:prSet presAssocID="{588037F0-0B1A-4D72-81EB-CAFA026AEFB7}" presName="Name37" presStyleLbl="parChTrans1D3" presStyleIdx="0" presStyleCnt="11"/>
      <dgm:spPr/>
      <dgm:t>
        <a:bodyPr/>
        <a:lstStyle/>
        <a:p>
          <a:endParaRPr lang="en-US"/>
        </a:p>
      </dgm:t>
    </dgm:pt>
    <dgm:pt modelId="{A1823CA7-FCBA-4115-A337-66BE02B03547}" type="pres">
      <dgm:prSet presAssocID="{F142DEDA-3202-4A6E-A872-744A36211997}" presName="hierRoot2" presStyleCnt="0">
        <dgm:presLayoutVars>
          <dgm:hierBranch val="init"/>
        </dgm:presLayoutVars>
      </dgm:prSet>
      <dgm:spPr/>
    </dgm:pt>
    <dgm:pt modelId="{80E2B167-EDC3-4945-9077-5283EEF70EE4}" type="pres">
      <dgm:prSet presAssocID="{F142DEDA-3202-4A6E-A872-744A36211997}" presName="rootComposite" presStyleCnt="0"/>
      <dgm:spPr/>
    </dgm:pt>
    <dgm:pt modelId="{28A90088-1D74-4647-BC3B-F17F2E584608}" type="pres">
      <dgm:prSet presAssocID="{F142DEDA-3202-4A6E-A872-744A36211997}" presName="rootText" presStyleLbl="node3" presStyleIdx="0" presStyleCnt="11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2CADF8-24AE-4E16-B362-DFB8C42A8D00}" type="pres">
      <dgm:prSet presAssocID="{F142DEDA-3202-4A6E-A872-744A36211997}" presName="rootConnector" presStyleLbl="node3" presStyleIdx="0" presStyleCnt="11"/>
      <dgm:spPr/>
      <dgm:t>
        <a:bodyPr/>
        <a:lstStyle/>
        <a:p>
          <a:endParaRPr lang="en-US"/>
        </a:p>
      </dgm:t>
    </dgm:pt>
    <dgm:pt modelId="{D2D25354-BC15-441D-9C43-4E22F84DF7E3}" type="pres">
      <dgm:prSet presAssocID="{F142DEDA-3202-4A6E-A872-744A36211997}" presName="hierChild4" presStyleCnt="0"/>
      <dgm:spPr/>
    </dgm:pt>
    <dgm:pt modelId="{42C6C630-1192-4F5E-B919-40B53C299E86}" type="pres">
      <dgm:prSet presAssocID="{F142DEDA-3202-4A6E-A872-744A36211997}" presName="hierChild5" presStyleCnt="0"/>
      <dgm:spPr/>
    </dgm:pt>
    <dgm:pt modelId="{22A06763-7CD0-41E0-8047-44C9999C84AA}" type="pres">
      <dgm:prSet presAssocID="{3C73C88C-ADAC-4E8D-8259-4FBC3819D296}" presName="Name37" presStyleLbl="parChTrans1D3" presStyleIdx="1" presStyleCnt="11"/>
      <dgm:spPr/>
      <dgm:t>
        <a:bodyPr/>
        <a:lstStyle/>
        <a:p>
          <a:endParaRPr lang="en-US"/>
        </a:p>
      </dgm:t>
    </dgm:pt>
    <dgm:pt modelId="{EBCD387B-99F5-420E-AC68-BB5DDA55274F}" type="pres">
      <dgm:prSet presAssocID="{1947618A-5736-4E7D-A7B1-0535566E666C}" presName="hierRoot2" presStyleCnt="0">
        <dgm:presLayoutVars>
          <dgm:hierBranch val="init"/>
        </dgm:presLayoutVars>
      </dgm:prSet>
      <dgm:spPr/>
    </dgm:pt>
    <dgm:pt modelId="{1FCE71FC-8197-4D43-AEA9-42AE00FBE624}" type="pres">
      <dgm:prSet presAssocID="{1947618A-5736-4E7D-A7B1-0535566E666C}" presName="rootComposite" presStyleCnt="0"/>
      <dgm:spPr/>
    </dgm:pt>
    <dgm:pt modelId="{EF3A83E1-5846-4AE9-8B47-6582C37CA326}" type="pres">
      <dgm:prSet presAssocID="{1947618A-5736-4E7D-A7B1-0535566E666C}" presName="rootText" presStyleLbl="node3" presStyleIdx="1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ADC6AF-5D4B-418A-9301-DABA5E048E22}" type="pres">
      <dgm:prSet presAssocID="{1947618A-5736-4E7D-A7B1-0535566E666C}" presName="rootConnector" presStyleLbl="node3" presStyleIdx="1" presStyleCnt="11"/>
      <dgm:spPr/>
      <dgm:t>
        <a:bodyPr/>
        <a:lstStyle/>
        <a:p>
          <a:endParaRPr lang="en-US"/>
        </a:p>
      </dgm:t>
    </dgm:pt>
    <dgm:pt modelId="{AC56E703-D854-4DBA-8A21-3B81398E67CB}" type="pres">
      <dgm:prSet presAssocID="{1947618A-5736-4E7D-A7B1-0535566E666C}" presName="hierChild4" presStyleCnt="0"/>
      <dgm:spPr/>
    </dgm:pt>
    <dgm:pt modelId="{578E88AA-3D50-4523-B7AE-4BD9067055A6}" type="pres">
      <dgm:prSet presAssocID="{1947618A-5736-4E7D-A7B1-0535566E666C}" presName="hierChild5" presStyleCnt="0"/>
      <dgm:spPr/>
    </dgm:pt>
    <dgm:pt modelId="{DB2B6368-5A8B-4732-8055-E965E07397C0}" type="pres">
      <dgm:prSet presAssocID="{A2275AAE-D67F-4B48-809F-43E648A9868F}" presName="Name37" presStyleLbl="parChTrans1D3" presStyleIdx="2" presStyleCnt="11"/>
      <dgm:spPr/>
      <dgm:t>
        <a:bodyPr/>
        <a:lstStyle/>
        <a:p>
          <a:endParaRPr lang="en-US"/>
        </a:p>
      </dgm:t>
    </dgm:pt>
    <dgm:pt modelId="{10ED47C6-871B-4007-A5DC-62A5247B2425}" type="pres">
      <dgm:prSet presAssocID="{C6E4FEDD-12A9-48D1-836A-71DF2EBCFFAD}" presName="hierRoot2" presStyleCnt="0">
        <dgm:presLayoutVars>
          <dgm:hierBranch val="init"/>
        </dgm:presLayoutVars>
      </dgm:prSet>
      <dgm:spPr/>
    </dgm:pt>
    <dgm:pt modelId="{C4E59A2D-46A6-472A-A135-9FD96DE9094E}" type="pres">
      <dgm:prSet presAssocID="{C6E4FEDD-12A9-48D1-836A-71DF2EBCFFAD}" presName="rootComposite" presStyleCnt="0"/>
      <dgm:spPr/>
    </dgm:pt>
    <dgm:pt modelId="{A792E48B-E59F-426E-B59E-25883EE0DF31}" type="pres">
      <dgm:prSet presAssocID="{C6E4FEDD-12A9-48D1-836A-71DF2EBCFFAD}" presName="rootText" presStyleLbl="node3" presStyleIdx="2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D0AE31-2183-4883-A49E-5AC8784C4DC1}" type="pres">
      <dgm:prSet presAssocID="{C6E4FEDD-12A9-48D1-836A-71DF2EBCFFAD}" presName="rootConnector" presStyleLbl="node3" presStyleIdx="2" presStyleCnt="11"/>
      <dgm:spPr/>
      <dgm:t>
        <a:bodyPr/>
        <a:lstStyle/>
        <a:p>
          <a:endParaRPr lang="en-US"/>
        </a:p>
      </dgm:t>
    </dgm:pt>
    <dgm:pt modelId="{30D38FA1-1E02-48DD-B1AA-A55491320D4D}" type="pres">
      <dgm:prSet presAssocID="{C6E4FEDD-12A9-48D1-836A-71DF2EBCFFAD}" presName="hierChild4" presStyleCnt="0"/>
      <dgm:spPr/>
    </dgm:pt>
    <dgm:pt modelId="{8C57470D-AF64-46DA-A3D7-6AD4BB371FAF}" type="pres">
      <dgm:prSet presAssocID="{C6E4FEDD-12A9-48D1-836A-71DF2EBCFFAD}" presName="hierChild5" presStyleCnt="0"/>
      <dgm:spPr/>
    </dgm:pt>
    <dgm:pt modelId="{C5C54053-3A12-46C3-BAAB-BDE4C3102748}" type="pres">
      <dgm:prSet presAssocID="{9286A5EC-F2A9-487D-8BF1-B96EEEFD636B}" presName="hierChild5" presStyleCnt="0"/>
      <dgm:spPr/>
    </dgm:pt>
    <dgm:pt modelId="{0146BAA9-2B9D-4F2A-B565-A2DCB6505964}" type="pres">
      <dgm:prSet presAssocID="{F0764DAA-254D-4C3C-9708-669D5BF5A337}" presName="Name37" presStyleLbl="parChTrans1D2" presStyleIdx="1" presStyleCnt="6"/>
      <dgm:spPr/>
      <dgm:t>
        <a:bodyPr/>
        <a:lstStyle/>
        <a:p>
          <a:endParaRPr lang="en-US"/>
        </a:p>
      </dgm:t>
    </dgm:pt>
    <dgm:pt modelId="{E84706B5-084F-4950-8554-35690A57F381}" type="pres">
      <dgm:prSet presAssocID="{620DD3EC-BDCD-468B-B566-7FE2B848507E}" presName="hierRoot2" presStyleCnt="0">
        <dgm:presLayoutVars>
          <dgm:hierBranch val="init"/>
        </dgm:presLayoutVars>
      </dgm:prSet>
      <dgm:spPr/>
    </dgm:pt>
    <dgm:pt modelId="{2A614826-E838-4B9F-9FD7-136F010E7C46}" type="pres">
      <dgm:prSet presAssocID="{620DD3EC-BDCD-468B-B566-7FE2B848507E}" presName="rootComposite" presStyleCnt="0"/>
      <dgm:spPr/>
    </dgm:pt>
    <dgm:pt modelId="{02B28F85-DE51-42FF-859E-1DD3A478F426}" type="pres">
      <dgm:prSet presAssocID="{620DD3EC-BDCD-468B-B566-7FE2B848507E}" presName="rootText" presStyleLbl="node2" presStyleIdx="1" presStyleCnt="6" custScaleX="166646" custScaleY="107464" custLinFactNeighborX="4006" custLinFactNeighborY="108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99F93D-C5E3-4B58-A38A-C971B5C1871B}" type="pres">
      <dgm:prSet presAssocID="{620DD3EC-BDCD-468B-B566-7FE2B848507E}" presName="rootConnector" presStyleLbl="node2" presStyleIdx="1" presStyleCnt="6"/>
      <dgm:spPr/>
      <dgm:t>
        <a:bodyPr/>
        <a:lstStyle/>
        <a:p>
          <a:endParaRPr lang="en-US"/>
        </a:p>
      </dgm:t>
    </dgm:pt>
    <dgm:pt modelId="{4C592C92-3156-443C-BB98-9204DFF01F72}" type="pres">
      <dgm:prSet presAssocID="{620DD3EC-BDCD-468B-B566-7FE2B848507E}" presName="hierChild4" presStyleCnt="0"/>
      <dgm:spPr/>
    </dgm:pt>
    <dgm:pt modelId="{8BF33A23-B9E7-4732-917C-5D66B726362F}" type="pres">
      <dgm:prSet presAssocID="{D723B879-676C-4614-8859-D09DEFF2A3B3}" presName="Name37" presStyleLbl="parChTrans1D3" presStyleIdx="3" presStyleCnt="11"/>
      <dgm:spPr/>
      <dgm:t>
        <a:bodyPr/>
        <a:lstStyle/>
        <a:p>
          <a:endParaRPr lang="en-US"/>
        </a:p>
      </dgm:t>
    </dgm:pt>
    <dgm:pt modelId="{20C774D7-4094-42B3-BC8F-AB5D0586E671}" type="pres">
      <dgm:prSet presAssocID="{552219B0-29E3-4A6C-90E3-BE0B83069EBC}" presName="hierRoot2" presStyleCnt="0">
        <dgm:presLayoutVars>
          <dgm:hierBranch val="init"/>
        </dgm:presLayoutVars>
      </dgm:prSet>
      <dgm:spPr/>
    </dgm:pt>
    <dgm:pt modelId="{B158E239-C176-4132-B1BA-6C1E7461F09C}" type="pres">
      <dgm:prSet presAssocID="{552219B0-29E3-4A6C-90E3-BE0B83069EBC}" presName="rootComposite" presStyleCnt="0"/>
      <dgm:spPr/>
    </dgm:pt>
    <dgm:pt modelId="{9449DAAE-E410-44C5-A07D-A0445C0B7E6B}" type="pres">
      <dgm:prSet presAssocID="{552219B0-29E3-4A6C-90E3-BE0B83069EBC}" presName="rootText" presStyleLbl="node3" presStyleIdx="3" presStyleCnt="11" custScaleX="130026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F89C81-6EDD-4313-B033-6AFE4A6B1597}" type="pres">
      <dgm:prSet presAssocID="{552219B0-29E3-4A6C-90E3-BE0B83069EBC}" presName="rootConnector" presStyleLbl="node3" presStyleIdx="3" presStyleCnt="11"/>
      <dgm:spPr/>
      <dgm:t>
        <a:bodyPr/>
        <a:lstStyle/>
        <a:p>
          <a:endParaRPr lang="en-US"/>
        </a:p>
      </dgm:t>
    </dgm:pt>
    <dgm:pt modelId="{131D6045-90D5-4A9B-AF7A-E47E958A6183}" type="pres">
      <dgm:prSet presAssocID="{552219B0-29E3-4A6C-90E3-BE0B83069EBC}" presName="hierChild4" presStyleCnt="0"/>
      <dgm:spPr/>
    </dgm:pt>
    <dgm:pt modelId="{61412022-130F-4D56-8A65-CD43AA487E99}" type="pres">
      <dgm:prSet presAssocID="{552219B0-29E3-4A6C-90E3-BE0B83069EBC}" presName="hierChild5" presStyleCnt="0"/>
      <dgm:spPr/>
    </dgm:pt>
    <dgm:pt modelId="{F406B8EB-44F2-47F3-AF73-B274E07D3437}" type="pres">
      <dgm:prSet presAssocID="{8BEDDD51-476B-4EA3-BB0E-02C6B68708C7}" presName="Name37" presStyleLbl="parChTrans1D3" presStyleIdx="4" presStyleCnt="11"/>
      <dgm:spPr/>
      <dgm:t>
        <a:bodyPr/>
        <a:lstStyle/>
        <a:p>
          <a:endParaRPr lang="en-US"/>
        </a:p>
      </dgm:t>
    </dgm:pt>
    <dgm:pt modelId="{08BDD783-C5F3-4CB7-BB56-E729433DE263}" type="pres">
      <dgm:prSet presAssocID="{ED538FBE-6130-45A2-A1D0-5DEB03E796E8}" presName="hierRoot2" presStyleCnt="0">
        <dgm:presLayoutVars>
          <dgm:hierBranch val="init"/>
        </dgm:presLayoutVars>
      </dgm:prSet>
      <dgm:spPr/>
    </dgm:pt>
    <dgm:pt modelId="{5F70EC70-64BB-4DD2-B0EC-31D41F7591A3}" type="pres">
      <dgm:prSet presAssocID="{ED538FBE-6130-45A2-A1D0-5DEB03E796E8}" presName="rootComposite" presStyleCnt="0"/>
      <dgm:spPr/>
    </dgm:pt>
    <dgm:pt modelId="{83491CF3-E0A8-41F0-8748-5B85D6C90040}" type="pres">
      <dgm:prSet presAssocID="{ED538FBE-6130-45A2-A1D0-5DEB03E796E8}" presName="rootText" presStyleLbl="node3" presStyleIdx="4" presStyleCnt="11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88ED23-194C-42E1-88AB-8E72A53BDC23}" type="pres">
      <dgm:prSet presAssocID="{ED538FBE-6130-45A2-A1D0-5DEB03E796E8}" presName="rootConnector" presStyleLbl="node3" presStyleIdx="4" presStyleCnt="11"/>
      <dgm:spPr/>
      <dgm:t>
        <a:bodyPr/>
        <a:lstStyle/>
        <a:p>
          <a:endParaRPr lang="en-US"/>
        </a:p>
      </dgm:t>
    </dgm:pt>
    <dgm:pt modelId="{F8F28EB4-408C-45EE-8233-336763641D69}" type="pres">
      <dgm:prSet presAssocID="{ED538FBE-6130-45A2-A1D0-5DEB03E796E8}" presName="hierChild4" presStyleCnt="0"/>
      <dgm:spPr/>
    </dgm:pt>
    <dgm:pt modelId="{E76F7B36-D6B2-4275-AEF1-36D762A6E6C9}" type="pres">
      <dgm:prSet presAssocID="{ED538FBE-6130-45A2-A1D0-5DEB03E796E8}" presName="hierChild5" presStyleCnt="0"/>
      <dgm:spPr/>
    </dgm:pt>
    <dgm:pt modelId="{8C7C57BC-0E68-4E25-9D4A-D3542769DA95}" type="pres">
      <dgm:prSet presAssocID="{35F2611B-0442-443A-B647-B82B7382EA23}" presName="Name37" presStyleLbl="parChTrans1D3" presStyleIdx="5" presStyleCnt="11"/>
      <dgm:spPr/>
      <dgm:t>
        <a:bodyPr/>
        <a:lstStyle/>
        <a:p>
          <a:endParaRPr lang="en-US"/>
        </a:p>
      </dgm:t>
    </dgm:pt>
    <dgm:pt modelId="{6D81E017-68DC-482B-90D5-4DBBAB78FA97}" type="pres">
      <dgm:prSet presAssocID="{CC7928C2-579C-44D0-AB38-88BC756CAA0E}" presName="hierRoot2" presStyleCnt="0">
        <dgm:presLayoutVars>
          <dgm:hierBranch val="init"/>
        </dgm:presLayoutVars>
      </dgm:prSet>
      <dgm:spPr/>
    </dgm:pt>
    <dgm:pt modelId="{12D646AF-6E30-4BAD-8CD4-760AFEC82E05}" type="pres">
      <dgm:prSet presAssocID="{CC7928C2-579C-44D0-AB38-88BC756CAA0E}" presName="rootComposite" presStyleCnt="0"/>
      <dgm:spPr/>
    </dgm:pt>
    <dgm:pt modelId="{4140A25E-4F9D-44DB-85AB-432AE99FA579}" type="pres">
      <dgm:prSet presAssocID="{CC7928C2-579C-44D0-AB38-88BC756CAA0E}" presName="rootText" presStyleLbl="node3" presStyleIdx="5" presStyleCnt="11" custScaleX="12808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B4BF43-9ACD-420F-8CEE-B70EB4712527}" type="pres">
      <dgm:prSet presAssocID="{CC7928C2-579C-44D0-AB38-88BC756CAA0E}" presName="rootConnector" presStyleLbl="node3" presStyleIdx="5" presStyleCnt="11"/>
      <dgm:spPr/>
      <dgm:t>
        <a:bodyPr/>
        <a:lstStyle/>
        <a:p>
          <a:endParaRPr lang="en-US"/>
        </a:p>
      </dgm:t>
    </dgm:pt>
    <dgm:pt modelId="{A1829268-35DF-474E-8AAB-49FA6D7346DF}" type="pres">
      <dgm:prSet presAssocID="{CC7928C2-579C-44D0-AB38-88BC756CAA0E}" presName="hierChild4" presStyleCnt="0"/>
      <dgm:spPr/>
    </dgm:pt>
    <dgm:pt modelId="{0615CE0C-F2F5-475C-8AF9-FB8440C79C62}" type="pres">
      <dgm:prSet presAssocID="{CC7928C2-579C-44D0-AB38-88BC756CAA0E}" presName="hierChild5" presStyleCnt="0"/>
      <dgm:spPr/>
    </dgm:pt>
    <dgm:pt modelId="{3E362709-8DF5-4ED1-BE78-2D67C7F6CD59}" type="pres">
      <dgm:prSet presAssocID="{620DD3EC-BDCD-468B-B566-7FE2B848507E}" presName="hierChild5" presStyleCnt="0"/>
      <dgm:spPr/>
    </dgm:pt>
    <dgm:pt modelId="{76E33A9D-9480-40FB-A4DF-EE1E2E7E401E}" type="pres">
      <dgm:prSet presAssocID="{248E9311-DF61-4B0E-BD57-16AE2D707A60}" presName="Name37" presStyleLbl="parChTrans1D2" presStyleIdx="2" presStyleCnt="6"/>
      <dgm:spPr/>
      <dgm:t>
        <a:bodyPr/>
        <a:lstStyle/>
        <a:p>
          <a:endParaRPr lang="en-US"/>
        </a:p>
      </dgm:t>
    </dgm:pt>
    <dgm:pt modelId="{04B8EA4A-11CB-4AF7-85D7-32F9AD439CB7}" type="pres">
      <dgm:prSet presAssocID="{1F903EBE-540A-403B-AE13-6A09126352BD}" presName="hierRoot2" presStyleCnt="0">
        <dgm:presLayoutVars>
          <dgm:hierBranch val="init"/>
        </dgm:presLayoutVars>
      </dgm:prSet>
      <dgm:spPr/>
    </dgm:pt>
    <dgm:pt modelId="{D50DA092-4409-4311-BEA8-2E2A816EFE92}" type="pres">
      <dgm:prSet presAssocID="{1F903EBE-540A-403B-AE13-6A09126352BD}" presName="rootComposite" presStyleCnt="0"/>
      <dgm:spPr/>
    </dgm:pt>
    <dgm:pt modelId="{B4DA07B5-29B3-4442-A69E-055EEC652BE8}" type="pres">
      <dgm:prSet presAssocID="{1F903EBE-540A-403B-AE13-6A09126352BD}" presName="rootText" presStyleLbl="node2" presStyleIdx="2" presStyleCnt="6" custScaleX="144470" custScaleY="90830" custLinFactNeighborY="3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6FE1B3-37E8-4050-B0B7-5668D5D7D118}" type="pres">
      <dgm:prSet presAssocID="{1F903EBE-540A-403B-AE13-6A09126352BD}" presName="rootConnector" presStyleLbl="node2" presStyleIdx="2" presStyleCnt="6"/>
      <dgm:spPr/>
      <dgm:t>
        <a:bodyPr/>
        <a:lstStyle/>
        <a:p>
          <a:endParaRPr lang="en-US"/>
        </a:p>
      </dgm:t>
    </dgm:pt>
    <dgm:pt modelId="{CA531930-87B7-4E2B-AA93-B0ECAA52CC09}" type="pres">
      <dgm:prSet presAssocID="{1F903EBE-540A-403B-AE13-6A09126352BD}" presName="hierChild4" presStyleCnt="0"/>
      <dgm:spPr/>
    </dgm:pt>
    <dgm:pt modelId="{0207D2DC-D98D-48DB-A444-1B3BB3C111EF}" type="pres">
      <dgm:prSet presAssocID="{ED5ECDE6-7B87-4768-B1AE-20C55CA1EA8F}" presName="Name37" presStyleLbl="parChTrans1D3" presStyleIdx="6" presStyleCnt="11"/>
      <dgm:spPr/>
      <dgm:t>
        <a:bodyPr/>
        <a:lstStyle/>
        <a:p>
          <a:endParaRPr lang="en-US"/>
        </a:p>
      </dgm:t>
    </dgm:pt>
    <dgm:pt modelId="{BBE3DE01-9991-4932-A682-9EC9E0F8B3A7}" type="pres">
      <dgm:prSet presAssocID="{68F0BB4A-4CA0-4481-8397-108E86A12DA4}" presName="hierRoot2" presStyleCnt="0">
        <dgm:presLayoutVars>
          <dgm:hierBranch val="init"/>
        </dgm:presLayoutVars>
      </dgm:prSet>
      <dgm:spPr/>
    </dgm:pt>
    <dgm:pt modelId="{5E3199D1-526C-4B6E-923B-A4820FFCC213}" type="pres">
      <dgm:prSet presAssocID="{68F0BB4A-4CA0-4481-8397-108E86A12DA4}" presName="rootComposite" presStyleCnt="0"/>
      <dgm:spPr/>
    </dgm:pt>
    <dgm:pt modelId="{B3DA1D68-D7FF-4520-90A3-C4A2EA0D76C0}" type="pres">
      <dgm:prSet presAssocID="{68F0BB4A-4CA0-4481-8397-108E86A12DA4}" presName="rootText" presStyleLbl="node3" presStyleIdx="6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721C6D-93AC-4B26-927C-A61DADEBA9AA}" type="pres">
      <dgm:prSet presAssocID="{68F0BB4A-4CA0-4481-8397-108E86A12DA4}" presName="rootConnector" presStyleLbl="node3" presStyleIdx="6" presStyleCnt="11"/>
      <dgm:spPr/>
      <dgm:t>
        <a:bodyPr/>
        <a:lstStyle/>
        <a:p>
          <a:endParaRPr lang="en-US"/>
        </a:p>
      </dgm:t>
    </dgm:pt>
    <dgm:pt modelId="{0334F3E5-204D-4D93-AC17-5BC4150447BF}" type="pres">
      <dgm:prSet presAssocID="{68F0BB4A-4CA0-4481-8397-108E86A12DA4}" presName="hierChild4" presStyleCnt="0"/>
      <dgm:spPr/>
    </dgm:pt>
    <dgm:pt modelId="{5E7EC9AB-EEE2-4013-9B1F-D917B34504FA}" type="pres">
      <dgm:prSet presAssocID="{68F0BB4A-4CA0-4481-8397-108E86A12DA4}" presName="hierChild5" presStyleCnt="0"/>
      <dgm:spPr/>
    </dgm:pt>
    <dgm:pt modelId="{EDAAD592-AB88-4251-977A-23D417AF9F0E}" type="pres">
      <dgm:prSet presAssocID="{5E8DD444-C688-4780-A5F0-D4A4181FBDCC}" presName="Name37" presStyleLbl="parChTrans1D3" presStyleIdx="7" presStyleCnt="11"/>
      <dgm:spPr/>
      <dgm:t>
        <a:bodyPr/>
        <a:lstStyle/>
        <a:p>
          <a:endParaRPr lang="en-US"/>
        </a:p>
      </dgm:t>
    </dgm:pt>
    <dgm:pt modelId="{1A3A2D6A-2A62-4E35-A4D8-D6A8AABA3D80}" type="pres">
      <dgm:prSet presAssocID="{E9C886F1-1EBC-4EBC-BB4B-24DF341523A6}" presName="hierRoot2" presStyleCnt="0">
        <dgm:presLayoutVars>
          <dgm:hierBranch val="init"/>
        </dgm:presLayoutVars>
      </dgm:prSet>
      <dgm:spPr/>
    </dgm:pt>
    <dgm:pt modelId="{552B4967-EF45-40E5-B271-25699085E0C5}" type="pres">
      <dgm:prSet presAssocID="{E9C886F1-1EBC-4EBC-BB4B-24DF341523A6}" presName="rootComposite" presStyleCnt="0"/>
      <dgm:spPr/>
    </dgm:pt>
    <dgm:pt modelId="{F734AC47-D381-46DB-B2D4-DC1F52ACEE63}" type="pres">
      <dgm:prSet presAssocID="{E9C886F1-1EBC-4EBC-BB4B-24DF341523A6}" presName="rootText" presStyleLbl="node3" presStyleIdx="7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311FDB-5969-4C7C-819C-7A85F8D1C126}" type="pres">
      <dgm:prSet presAssocID="{E9C886F1-1EBC-4EBC-BB4B-24DF341523A6}" presName="rootConnector" presStyleLbl="node3" presStyleIdx="7" presStyleCnt="11"/>
      <dgm:spPr/>
      <dgm:t>
        <a:bodyPr/>
        <a:lstStyle/>
        <a:p>
          <a:endParaRPr lang="en-US"/>
        </a:p>
      </dgm:t>
    </dgm:pt>
    <dgm:pt modelId="{A3085D37-5876-46A2-87CB-EA55640A6156}" type="pres">
      <dgm:prSet presAssocID="{E9C886F1-1EBC-4EBC-BB4B-24DF341523A6}" presName="hierChild4" presStyleCnt="0"/>
      <dgm:spPr/>
    </dgm:pt>
    <dgm:pt modelId="{4AA1DDC2-8165-4D78-A713-7772206A1808}" type="pres">
      <dgm:prSet presAssocID="{E9C886F1-1EBC-4EBC-BB4B-24DF341523A6}" presName="hierChild5" presStyleCnt="0"/>
      <dgm:spPr/>
    </dgm:pt>
    <dgm:pt modelId="{E9A486E8-3FB6-41A6-BD46-32EB689AD74B}" type="pres">
      <dgm:prSet presAssocID="{1F903EBE-540A-403B-AE13-6A09126352BD}" presName="hierChild5" presStyleCnt="0"/>
      <dgm:spPr/>
    </dgm:pt>
    <dgm:pt modelId="{E176ACEC-BD58-4170-B91A-1AA1D1DF77F0}" type="pres">
      <dgm:prSet presAssocID="{97ECD7F0-AF08-4202-8F6B-6035FCFA351C}" presName="Name37" presStyleLbl="parChTrans1D2" presStyleIdx="3" presStyleCnt="6"/>
      <dgm:spPr/>
      <dgm:t>
        <a:bodyPr/>
        <a:lstStyle/>
        <a:p>
          <a:endParaRPr lang="en-US"/>
        </a:p>
      </dgm:t>
    </dgm:pt>
    <dgm:pt modelId="{ECD4CC19-881A-44A6-9474-785CC0C059F4}" type="pres">
      <dgm:prSet presAssocID="{C23EE67C-7F77-47BA-A8B3-6493565ADACA}" presName="hierRoot2" presStyleCnt="0">
        <dgm:presLayoutVars>
          <dgm:hierBranch val="init"/>
        </dgm:presLayoutVars>
      </dgm:prSet>
      <dgm:spPr/>
    </dgm:pt>
    <dgm:pt modelId="{D3FBA0E9-F095-447B-899D-12FE1ACDB26A}" type="pres">
      <dgm:prSet presAssocID="{C23EE67C-7F77-47BA-A8B3-6493565ADACA}" presName="rootComposite" presStyleCnt="0"/>
      <dgm:spPr/>
    </dgm:pt>
    <dgm:pt modelId="{606E0F95-4779-4D9A-B606-9ABA993A565C}" type="pres">
      <dgm:prSet presAssocID="{C23EE67C-7F77-47BA-A8B3-6493565ADACA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44AF87-ADF0-487B-AC77-4BAD17472D87}" type="pres">
      <dgm:prSet presAssocID="{C23EE67C-7F77-47BA-A8B3-6493565ADACA}" presName="rootConnector" presStyleLbl="node2" presStyleIdx="3" presStyleCnt="6"/>
      <dgm:spPr/>
      <dgm:t>
        <a:bodyPr/>
        <a:lstStyle/>
        <a:p>
          <a:endParaRPr lang="en-US"/>
        </a:p>
      </dgm:t>
    </dgm:pt>
    <dgm:pt modelId="{E8843230-B658-467E-ABDF-26AE593B8491}" type="pres">
      <dgm:prSet presAssocID="{C23EE67C-7F77-47BA-A8B3-6493565ADACA}" presName="hierChild4" presStyleCnt="0"/>
      <dgm:spPr/>
    </dgm:pt>
    <dgm:pt modelId="{F0CBB063-4818-4B89-A2DA-2C77A22E32C5}" type="pres">
      <dgm:prSet presAssocID="{502D84B5-6040-4F8C-8C70-AC9E8C7A7931}" presName="Name37" presStyleLbl="parChTrans1D3" presStyleIdx="8" presStyleCnt="11"/>
      <dgm:spPr/>
      <dgm:t>
        <a:bodyPr/>
        <a:lstStyle/>
        <a:p>
          <a:endParaRPr lang="en-US"/>
        </a:p>
      </dgm:t>
    </dgm:pt>
    <dgm:pt modelId="{E11C0B84-297E-4695-9139-A6C2C1F00D1F}" type="pres">
      <dgm:prSet presAssocID="{F91A8AB5-9278-4D4E-BC56-21224700D286}" presName="hierRoot2" presStyleCnt="0">
        <dgm:presLayoutVars>
          <dgm:hierBranch val="init"/>
        </dgm:presLayoutVars>
      </dgm:prSet>
      <dgm:spPr/>
    </dgm:pt>
    <dgm:pt modelId="{80703F0E-7211-4980-844D-F80F79727633}" type="pres">
      <dgm:prSet presAssocID="{F91A8AB5-9278-4D4E-BC56-21224700D286}" presName="rootComposite" presStyleCnt="0"/>
      <dgm:spPr/>
    </dgm:pt>
    <dgm:pt modelId="{589131A9-2313-485B-AD88-1EFA955AFF10}" type="pres">
      <dgm:prSet presAssocID="{F91A8AB5-9278-4D4E-BC56-21224700D286}" presName="rootText" presStyleLbl="node3" presStyleIdx="8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7A4E4D-0C2B-425D-AE71-CE174C32FA2C}" type="pres">
      <dgm:prSet presAssocID="{F91A8AB5-9278-4D4E-BC56-21224700D286}" presName="rootConnector" presStyleLbl="node3" presStyleIdx="8" presStyleCnt="11"/>
      <dgm:spPr/>
      <dgm:t>
        <a:bodyPr/>
        <a:lstStyle/>
        <a:p>
          <a:endParaRPr lang="en-US"/>
        </a:p>
      </dgm:t>
    </dgm:pt>
    <dgm:pt modelId="{28198C0B-FFA8-41D8-991D-CF90D0028632}" type="pres">
      <dgm:prSet presAssocID="{F91A8AB5-9278-4D4E-BC56-21224700D286}" presName="hierChild4" presStyleCnt="0"/>
      <dgm:spPr/>
    </dgm:pt>
    <dgm:pt modelId="{FAB852C7-6CD9-4039-BEC9-A36896AF3024}" type="pres">
      <dgm:prSet presAssocID="{F91A8AB5-9278-4D4E-BC56-21224700D286}" presName="hierChild5" presStyleCnt="0"/>
      <dgm:spPr/>
    </dgm:pt>
    <dgm:pt modelId="{11539635-C2FD-4939-BAB8-AFBF5C69DBC9}" type="pres">
      <dgm:prSet presAssocID="{C34353E4-6D85-432E-8598-D84D08F10FF3}" presName="Name37" presStyleLbl="parChTrans1D3" presStyleIdx="9" presStyleCnt="11"/>
      <dgm:spPr/>
      <dgm:t>
        <a:bodyPr/>
        <a:lstStyle/>
        <a:p>
          <a:endParaRPr lang="en-US"/>
        </a:p>
      </dgm:t>
    </dgm:pt>
    <dgm:pt modelId="{F0E61764-CCEE-4597-BD1E-AF31D73D097B}" type="pres">
      <dgm:prSet presAssocID="{603F71C3-6FEE-4F81-BBB2-3E56B9C1B8C6}" presName="hierRoot2" presStyleCnt="0">
        <dgm:presLayoutVars>
          <dgm:hierBranch val="init"/>
        </dgm:presLayoutVars>
      </dgm:prSet>
      <dgm:spPr/>
    </dgm:pt>
    <dgm:pt modelId="{7B53BAB6-75D5-49BB-838B-90F660D6457B}" type="pres">
      <dgm:prSet presAssocID="{603F71C3-6FEE-4F81-BBB2-3E56B9C1B8C6}" presName="rootComposite" presStyleCnt="0"/>
      <dgm:spPr/>
    </dgm:pt>
    <dgm:pt modelId="{74E4A70D-5810-4D9C-A3D2-65C791309DA0}" type="pres">
      <dgm:prSet presAssocID="{603F71C3-6FEE-4F81-BBB2-3E56B9C1B8C6}" presName="rootText" presStyleLbl="node3" presStyleIdx="9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636B452-2E68-44F3-A0D2-76D7F5634BF3}" type="pres">
      <dgm:prSet presAssocID="{603F71C3-6FEE-4F81-BBB2-3E56B9C1B8C6}" presName="rootConnector" presStyleLbl="node3" presStyleIdx="9" presStyleCnt="11"/>
      <dgm:spPr/>
      <dgm:t>
        <a:bodyPr/>
        <a:lstStyle/>
        <a:p>
          <a:endParaRPr lang="en-US"/>
        </a:p>
      </dgm:t>
    </dgm:pt>
    <dgm:pt modelId="{1000FEE6-D031-49B5-B860-6F02F125D7AB}" type="pres">
      <dgm:prSet presAssocID="{603F71C3-6FEE-4F81-BBB2-3E56B9C1B8C6}" presName="hierChild4" presStyleCnt="0"/>
      <dgm:spPr/>
    </dgm:pt>
    <dgm:pt modelId="{7C09FE33-094E-44D0-BE47-D025F5B598C9}" type="pres">
      <dgm:prSet presAssocID="{603F71C3-6FEE-4F81-BBB2-3E56B9C1B8C6}" presName="hierChild5" presStyleCnt="0"/>
      <dgm:spPr/>
    </dgm:pt>
    <dgm:pt modelId="{78BA4532-F8E7-4798-9780-2CBF03640715}" type="pres">
      <dgm:prSet presAssocID="{B65E2D1D-2B43-413F-892F-C4BB50A14535}" presName="Name37" presStyleLbl="parChTrans1D3" presStyleIdx="10" presStyleCnt="11"/>
      <dgm:spPr/>
      <dgm:t>
        <a:bodyPr/>
        <a:lstStyle/>
        <a:p>
          <a:endParaRPr lang="en-US"/>
        </a:p>
      </dgm:t>
    </dgm:pt>
    <dgm:pt modelId="{03E2BADB-E786-460E-9266-24DD48BD6164}" type="pres">
      <dgm:prSet presAssocID="{92CE8BCE-B12F-4E63-A659-352FC0A5B747}" presName="hierRoot2" presStyleCnt="0">
        <dgm:presLayoutVars>
          <dgm:hierBranch val="init"/>
        </dgm:presLayoutVars>
      </dgm:prSet>
      <dgm:spPr/>
    </dgm:pt>
    <dgm:pt modelId="{A1EC6017-3AB3-476B-BFA7-F562D56B938B}" type="pres">
      <dgm:prSet presAssocID="{92CE8BCE-B12F-4E63-A659-352FC0A5B747}" presName="rootComposite" presStyleCnt="0"/>
      <dgm:spPr/>
    </dgm:pt>
    <dgm:pt modelId="{C549B331-5CE4-4056-AB3B-62EF9C6CA40C}" type="pres">
      <dgm:prSet presAssocID="{92CE8BCE-B12F-4E63-A659-352FC0A5B747}" presName="rootText" presStyleLbl="node3" presStyleIdx="10" presStyleCnt="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A6B913-D376-4AA6-A8B8-29BCE09B4A1D}" type="pres">
      <dgm:prSet presAssocID="{92CE8BCE-B12F-4E63-A659-352FC0A5B747}" presName="rootConnector" presStyleLbl="node3" presStyleIdx="10" presStyleCnt="11"/>
      <dgm:spPr/>
      <dgm:t>
        <a:bodyPr/>
        <a:lstStyle/>
        <a:p>
          <a:endParaRPr lang="en-US"/>
        </a:p>
      </dgm:t>
    </dgm:pt>
    <dgm:pt modelId="{18DA5505-1751-4FAA-BC21-1A78CCB80FA6}" type="pres">
      <dgm:prSet presAssocID="{92CE8BCE-B12F-4E63-A659-352FC0A5B747}" presName="hierChild4" presStyleCnt="0"/>
      <dgm:spPr/>
    </dgm:pt>
    <dgm:pt modelId="{4C6093A8-C943-4D78-B8E8-47B53EE6A2D3}" type="pres">
      <dgm:prSet presAssocID="{92CE8BCE-B12F-4E63-A659-352FC0A5B747}" presName="hierChild5" presStyleCnt="0"/>
      <dgm:spPr/>
    </dgm:pt>
    <dgm:pt modelId="{328AA022-D844-486A-A579-E33311A2ACB8}" type="pres">
      <dgm:prSet presAssocID="{C23EE67C-7F77-47BA-A8B3-6493565ADACA}" presName="hierChild5" presStyleCnt="0"/>
      <dgm:spPr/>
    </dgm:pt>
    <dgm:pt modelId="{E3A058C1-40FD-4BF4-B325-DDBF7F95D6CE}" type="pres">
      <dgm:prSet presAssocID="{65C71068-FAE0-4AAE-8F3B-D0C36FC50F23}" presName="Name37" presStyleLbl="parChTrans1D2" presStyleIdx="4" presStyleCnt="6"/>
      <dgm:spPr/>
      <dgm:t>
        <a:bodyPr/>
        <a:lstStyle/>
        <a:p>
          <a:endParaRPr lang="en-US"/>
        </a:p>
      </dgm:t>
    </dgm:pt>
    <dgm:pt modelId="{8D3985DB-761C-4B58-9B40-2B5975AD7972}" type="pres">
      <dgm:prSet presAssocID="{3841B98A-69FF-412C-BFAF-ED8F7103B9DD}" presName="hierRoot2" presStyleCnt="0">
        <dgm:presLayoutVars>
          <dgm:hierBranch val="init"/>
        </dgm:presLayoutVars>
      </dgm:prSet>
      <dgm:spPr/>
    </dgm:pt>
    <dgm:pt modelId="{DDEFCECD-0341-4FFF-B3CF-6B8D07D52A91}" type="pres">
      <dgm:prSet presAssocID="{3841B98A-69FF-412C-BFAF-ED8F7103B9DD}" presName="rootComposite" presStyleCnt="0"/>
      <dgm:spPr/>
    </dgm:pt>
    <dgm:pt modelId="{3F52AB9C-5CC4-4A12-957C-C11412B38A0E}" type="pres">
      <dgm:prSet presAssocID="{3841B98A-69FF-412C-BFAF-ED8F7103B9DD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285C40-9FEC-4BDA-8182-C17FB609BC27}" type="pres">
      <dgm:prSet presAssocID="{3841B98A-69FF-412C-BFAF-ED8F7103B9DD}" presName="rootConnector" presStyleLbl="node2" presStyleIdx="4" presStyleCnt="6"/>
      <dgm:spPr/>
      <dgm:t>
        <a:bodyPr/>
        <a:lstStyle/>
        <a:p>
          <a:endParaRPr lang="en-US"/>
        </a:p>
      </dgm:t>
    </dgm:pt>
    <dgm:pt modelId="{18790D98-A597-4333-9A85-DE7FB1B39392}" type="pres">
      <dgm:prSet presAssocID="{3841B98A-69FF-412C-BFAF-ED8F7103B9DD}" presName="hierChild4" presStyleCnt="0"/>
      <dgm:spPr/>
    </dgm:pt>
    <dgm:pt modelId="{3636C333-6CCE-438D-85AB-CD5A92341B44}" type="pres">
      <dgm:prSet presAssocID="{3841B98A-69FF-412C-BFAF-ED8F7103B9DD}" presName="hierChild5" presStyleCnt="0"/>
      <dgm:spPr/>
    </dgm:pt>
    <dgm:pt modelId="{705DF9D5-45C9-489E-B678-5E07A2FF46E4}" type="pres">
      <dgm:prSet presAssocID="{FDEB10CD-8ED3-48D7-BD6D-0C2DE19C8DFB}" presName="Name37" presStyleLbl="parChTrans1D2" presStyleIdx="5" presStyleCnt="6"/>
      <dgm:spPr/>
      <dgm:t>
        <a:bodyPr/>
        <a:lstStyle/>
        <a:p>
          <a:endParaRPr lang="en-US"/>
        </a:p>
      </dgm:t>
    </dgm:pt>
    <dgm:pt modelId="{3F5A6822-F4B7-43E2-98C4-0091A357F478}" type="pres">
      <dgm:prSet presAssocID="{1D09BD55-84AF-44C1-BD3A-BB2537756463}" presName="hierRoot2" presStyleCnt="0">
        <dgm:presLayoutVars>
          <dgm:hierBranch val="init"/>
        </dgm:presLayoutVars>
      </dgm:prSet>
      <dgm:spPr/>
    </dgm:pt>
    <dgm:pt modelId="{36EDB531-BA17-4D5B-83C8-6F0F322452E8}" type="pres">
      <dgm:prSet presAssocID="{1D09BD55-84AF-44C1-BD3A-BB2537756463}" presName="rootComposite" presStyleCnt="0"/>
      <dgm:spPr/>
    </dgm:pt>
    <dgm:pt modelId="{A39B83F5-9742-45F5-A549-633AE255A1CF}" type="pres">
      <dgm:prSet presAssocID="{1D09BD55-84AF-44C1-BD3A-BB2537756463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690341-A710-4E22-848D-13140B4CB356}" type="pres">
      <dgm:prSet presAssocID="{1D09BD55-84AF-44C1-BD3A-BB2537756463}" presName="rootConnector" presStyleLbl="node2" presStyleIdx="5" presStyleCnt="6"/>
      <dgm:spPr/>
      <dgm:t>
        <a:bodyPr/>
        <a:lstStyle/>
        <a:p>
          <a:endParaRPr lang="en-US"/>
        </a:p>
      </dgm:t>
    </dgm:pt>
    <dgm:pt modelId="{C2EA672D-0DC9-41E9-8FB1-924160A19CD9}" type="pres">
      <dgm:prSet presAssocID="{1D09BD55-84AF-44C1-BD3A-BB2537756463}" presName="hierChild4" presStyleCnt="0"/>
      <dgm:spPr/>
    </dgm:pt>
    <dgm:pt modelId="{98B8998B-E3FF-4517-8EBB-A67419BF2AF0}" type="pres">
      <dgm:prSet presAssocID="{1D09BD55-84AF-44C1-BD3A-BB2537756463}" presName="hierChild5" presStyleCnt="0"/>
      <dgm:spPr/>
    </dgm:pt>
    <dgm:pt modelId="{96DEF822-DC52-4FFC-82DA-389CD5B29657}" type="pres">
      <dgm:prSet presAssocID="{9E6404DC-1053-49D6-95EE-599A97C88DD3}" presName="hierChild3" presStyleCnt="0"/>
      <dgm:spPr/>
    </dgm:pt>
  </dgm:ptLst>
  <dgm:cxnLst>
    <dgm:cxn modelId="{951A2031-AB8B-4B32-AFE8-798A1065B0A3}" type="presOf" srcId="{35F2611B-0442-443A-B647-B82B7382EA23}" destId="{8C7C57BC-0E68-4E25-9D4A-D3542769DA95}" srcOrd="0" destOrd="0" presId="urn:microsoft.com/office/officeart/2005/8/layout/orgChart1"/>
    <dgm:cxn modelId="{4922413B-1C86-4F73-9EBB-19FBB84799CA}" srcId="{9E6404DC-1053-49D6-95EE-599A97C88DD3}" destId="{3841B98A-69FF-412C-BFAF-ED8F7103B9DD}" srcOrd="4" destOrd="0" parTransId="{65C71068-FAE0-4AAE-8F3B-D0C36FC50F23}" sibTransId="{91681580-C23A-4A99-AA1A-CBAE1563C96C}"/>
    <dgm:cxn modelId="{4CF36AB0-83A9-4CD1-9F6C-54F7A6E3A79C}" srcId="{9286A5EC-F2A9-487D-8BF1-B96EEEFD636B}" destId="{C6E4FEDD-12A9-48D1-836A-71DF2EBCFFAD}" srcOrd="2" destOrd="0" parTransId="{A2275AAE-D67F-4B48-809F-43E648A9868F}" sibTransId="{795C140E-55F9-45B3-A3C9-9055A88BB7F4}"/>
    <dgm:cxn modelId="{E5108BE0-A678-4AE3-B82B-88B30557FC72}" type="presOf" srcId="{C34353E4-6D85-432E-8598-D84D08F10FF3}" destId="{11539635-C2FD-4939-BAB8-AFBF5C69DBC9}" srcOrd="0" destOrd="0" presId="urn:microsoft.com/office/officeart/2005/8/layout/orgChart1"/>
    <dgm:cxn modelId="{4C35333B-E2CE-49B4-8E8B-065145550125}" srcId="{1F903EBE-540A-403B-AE13-6A09126352BD}" destId="{68F0BB4A-4CA0-4481-8397-108E86A12DA4}" srcOrd="0" destOrd="0" parTransId="{ED5ECDE6-7B87-4768-B1AE-20C55CA1EA8F}" sibTransId="{A0B2EC27-08AF-4A70-911E-D73503EF8DD4}"/>
    <dgm:cxn modelId="{6FAC2E4C-9E11-4005-871D-82C92962FA60}" type="presOf" srcId="{3841B98A-69FF-412C-BFAF-ED8F7103B9DD}" destId="{DD285C40-9FEC-4BDA-8182-C17FB609BC27}" srcOrd="1" destOrd="0" presId="urn:microsoft.com/office/officeart/2005/8/layout/orgChart1"/>
    <dgm:cxn modelId="{1EAD89EE-11AC-458E-AFDE-D65B78D7EF55}" type="presOf" srcId="{9286A5EC-F2A9-487D-8BF1-B96EEEFD636B}" destId="{A10B8E6A-AEE1-4C2B-8634-C515AEDBA0E5}" srcOrd="1" destOrd="0" presId="urn:microsoft.com/office/officeart/2005/8/layout/orgChart1"/>
    <dgm:cxn modelId="{E02EA1F9-1612-4512-A3FC-DB19B79AC42C}" type="presOf" srcId="{588037F0-0B1A-4D72-81EB-CAFA026AEFB7}" destId="{06A5B176-3147-4D45-9EF8-CF91B612166F}" srcOrd="0" destOrd="0" presId="urn:microsoft.com/office/officeart/2005/8/layout/orgChart1"/>
    <dgm:cxn modelId="{76FE0A3B-1FB2-47AB-A803-192EED8CF4A6}" srcId="{620DD3EC-BDCD-468B-B566-7FE2B848507E}" destId="{ED538FBE-6130-45A2-A1D0-5DEB03E796E8}" srcOrd="1" destOrd="0" parTransId="{8BEDDD51-476B-4EA3-BB0E-02C6B68708C7}" sibTransId="{35D97104-0716-450A-B2F9-D53D45C2A7A7}"/>
    <dgm:cxn modelId="{3371D227-869E-4636-B9B0-BA373BCE5AD6}" srcId="{9E6404DC-1053-49D6-95EE-599A97C88DD3}" destId="{9286A5EC-F2A9-487D-8BF1-B96EEEFD636B}" srcOrd="0" destOrd="0" parTransId="{8CE2CE9A-EBD7-445E-BD99-21666869C1D4}" sibTransId="{D6357A36-116B-440B-A9E1-8EDB3A4D1B88}"/>
    <dgm:cxn modelId="{F14FD57E-607A-46B2-B745-327A6C07B008}" type="presOf" srcId="{92CE8BCE-B12F-4E63-A659-352FC0A5B747}" destId="{C549B331-5CE4-4056-AB3B-62EF9C6CA40C}" srcOrd="0" destOrd="0" presId="urn:microsoft.com/office/officeart/2005/8/layout/orgChart1"/>
    <dgm:cxn modelId="{78FC78BE-B8DD-4DCA-8BF8-4C7BF58C3633}" type="presOf" srcId="{FDEB10CD-8ED3-48D7-BD6D-0C2DE19C8DFB}" destId="{705DF9D5-45C9-489E-B678-5E07A2FF46E4}" srcOrd="0" destOrd="0" presId="urn:microsoft.com/office/officeart/2005/8/layout/orgChart1"/>
    <dgm:cxn modelId="{2D45FC77-4AED-4DE6-8379-E523C1F99EFC}" srcId="{620DD3EC-BDCD-468B-B566-7FE2B848507E}" destId="{CC7928C2-579C-44D0-AB38-88BC756CAA0E}" srcOrd="2" destOrd="0" parTransId="{35F2611B-0442-443A-B647-B82B7382EA23}" sibTransId="{A433C3AB-C870-42AA-B57A-E43B2BF3718E}"/>
    <dgm:cxn modelId="{19AF4068-3DE4-490A-9264-0F12B60591B8}" type="presOf" srcId="{F0764DAA-254D-4C3C-9708-669D5BF5A337}" destId="{0146BAA9-2B9D-4F2A-B565-A2DCB6505964}" srcOrd="0" destOrd="0" presId="urn:microsoft.com/office/officeart/2005/8/layout/orgChart1"/>
    <dgm:cxn modelId="{C7C78122-FF83-4DEB-A379-FC79FF3B3A2A}" type="presOf" srcId="{8CE2CE9A-EBD7-445E-BD99-21666869C1D4}" destId="{7B4371B5-9FE0-4A41-B872-D27DD755166A}" srcOrd="0" destOrd="0" presId="urn:microsoft.com/office/officeart/2005/8/layout/orgChart1"/>
    <dgm:cxn modelId="{4C1F0643-B559-417C-9FAE-7E44070ECD26}" type="presOf" srcId="{502D84B5-6040-4F8C-8C70-AC9E8C7A7931}" destId="{F0CBB063-4818-4B89-A2DA-2C77A22E32C5}" srcOrd="0" destOrd="0" presId="urn:microsoft.com/office/officeart/2005/8/layout/orgChart1"/>
    <dgm:cxn modelId="{AC39F653-00D5-4219-8557-1E633AAA0D11}" type="presOf" srcId="{9E6404DC-1053-49D6-95EE-599A97C88DD3}" destId="{C8C73746-D1E9-45A4-A4B2-4DB251C0CC5A}" srcOrd="1" destOrd="0" presId="urn:microsoft.com/office/officeart/2005/8/layout/orgChart1"/>
    <dgm:cxn modelId="{0B3BBB72-B6E0-4D55-B3C6-69C50EC751CB}" type="presOf" srcId="{C6E4FEDD-12A9-48D1-836A-71DF2EBCFFAD}" destId="{A792E48B-E59F-426E-B59E-25883EE0DF31}" srcOrd="0" destOrd="0" presId="urn:microsoft.com/office/officeart/2005/8/layout/orgChart1"/>
    <dgm:cxn modelId="{F7EBFBCF-F59C-4BE1-9661-E7D0E9B3F603}" type="presOf" srcId="{ED538FBE-6130-45A2-A1D0-5DEB03E796E8}" destId="{83491CF3-E0A8-41F0-8748-5B85D6C90040}" srcOrd="0" destOrd="0" presId="urn:microsoft.com/office/officeart/2005/8/layout/orgChart1"/>
    <dgm:cxn modelId="{5F7DB5C3-B355-4F57-8A7E-F3CD6853FA97}" type="presOf" srcId="{ED5ECDE6-7B87-4768-B1AE-20C55CA1EA8F}" destId="{0207D2DC-D98D-48DB-A444-1B3BB3C111EF}" srcOrd="0" destOrd="0" presId="urn:microsoft.com/office/officeart/2005/8/layout/orgChart1"/>
    <dgm:cxn modelId="{298C9595-1FFE-4916-A3F9-B793CAE28779}" type="presOf" srcId="{603F71C3-6FEE-4F81-BBB2-3E56B9C1B8C6}" destId="{1636B452-2E68-44F3-A0D2-76D7F5634BF3}" srcOrd="1" destOrd="0" presId="urn:microsoft.com/office/officeart/2005/8/layout/orgChart1"/>
    <dgm:cxn modelId="{1486D8BE-4305-4E22-A20F-C56F1D289556}" type="presOf" srcId="{CC7928C2-579C-44D0-AB38-88BC756CAA0E}" destId="{2AB4BF43-9ACD-420F-8CEE-B70EB4712527}" srcOrd="1" destOrd="0" presId="urn:microsoft.com/office/officeart/2005/8/layout/orgChart1"/>
    <dgm:cxn modelId="{D58A6A88-4760-4BEC-8A98-05B8C39BBD3D}" type="presOf" srcId="{1A65A4D7-7720-45CB-8279-86EBD3407E97}" destId="{11077618-9302-474C-8482-1BBB83E3AEF1}" srcOrd="0" destOrd="0" presId="urn:microsoft.com/office/officeart/2005/8/layout/orgChart1"/>
    <dgm:cxn modelId="{55322DC1-D5BB-4947-91D3-C49D83A86839}" srcId="{9E6404DC-1053-49D6-95EE-599A97C88DD3}" destId="{620DD3EC-BDCD-468B-B566-7FE2B848507E}" srcOrd="1" destOrd="0" parTransId="{F0764DAA-254D-4C3C-9708-669D5BF5A337}" sibTransId="{61B96E30-C56F-4FDE-AA00-908E8835534F}"/>
    <dgm:cxn modelId="{ECFB9B50-3EBB-404D-905E-3B46C1B77D32}" srcId="{9E6404DC-1053-49D6-95EE-599A97C88DD3}" destId="{1D09BD55-84AF-44C1-BD3A-BB2537756463}" srcOrd="5" destOrd="0" parTransId="{FDEB10CD-8ED3-48D7-BD6D-0C2DE19C8DFB}" sibTransId="{FFEE6636-5084-4095-A363-B7CE0DFDC12E}"/>
    <dgm:cxn modelId="{2AA24D5C-C570-46DE-A92C-65CA8AC90A51}" type="presOf" srcId="{E9C886F1-1EBC-4EBC-BB4B-24DF341523A6}" destId="{6D311FDB-5969-4C7C-819C-7A85F8D1C126}" srcOrd="1" destOrd="0" presId="urn:microsoft.com/office/officeart/2005/8/layout/orgChart1"/>
    <dgm:cxn modelId="{C6049956-7336-4081-81A6-7DCD9A0A0EF0}" type="presOf" srcId="{1947618A-5736-4E7D-A7B1-0535566E666C}" destId="{3FADC6AF-5D4B-418A-9301-DABA5E048E22}" srcOrd="1" destOrd="0" presId="urn:microsoft.com/office/officeart/2005/8/layout/orgChart1"/>
    <dgm:cxn modelId="{1D31BE61-2795-4DBB-8146-1A29C28901B2}" srcId="{C23EE67C-7F77-47BA-A8B3-6493565ADACA}" destId="{92CE8BCE-B12F-4E63-A659-352FC0A5B747}" srcOrd="2" destOrd="0" parTransId="{B65E2D1D-2B43-413F-892F-C4BB50A14535}" sibTransId="{C2C41857-6FA4-466A-847D-5896E7EA0477}"/>
    <dgm:cxn modelId="{3E3F33A1-764D-455F-9609-979B7487620C}" srcId="{C23EE67C-7F77-47BA-A8B3-6493565ADACA}" destId="{F91A8AB5-9278-4D4E-BC56-21224700D286}" srcOrd="0" destOrd="0" parTransId="{502D84B5-6040-4F8C-8C70-AC9E8C7A7931}" sibTransId="{C61FB986-3367-414D-9CC8-14FAE1051217}"/>
    <dgm:cxn modelId="{8749021B-2268-44B1-AD84-B0921B253255}" type="presOf" srcId="{9286A5EC-F2A9-487D-8BF1-B96EEEFD636B}" destId="{C9422C4E-2B02-4D33-A16B-EF7B187ECAB7}" srcOrd="0" destOrd="0" presId="urn:microsoft.com/office/officeart/2005/8/layout/orgChart1"/>
    <dgm:cxn modelId="{F83BB6A7-9516-4C1D-8798-50865EBB342D}" type="presOf" srcId="{5E8DD444-C688-4780-A5F0-D4A4181FBDCC}" destId="{EDAAD592-AB88-4251-977A-23D417AF9F0E}" srcOrd="0" destOrd="0" presId="urn:microsoft.com/office/officeart/2005/8/layout/orgChart1"/>
    <dgm:cxn modelId="{5E7B5BD3-D5C7-4329-8C95-CB1074033A3D}" type="presOf" srcId="{1F903EBE-540A-403B-AE13-6A09126352BD}" destId="{B4DA07B5-29B3-4442-A69E-055EEC652BE8}" srcOrd="0" destOrd="0" presId="urn:microsoft.com/office/officeart/2005/8/layout/orgChart1"/>
    <dgm:cxn modelId="{CB68B546-D650-4DCA-9255-1CB1A0FF4B7C}" type="presOf" srcId="{C6E4FEDD-12A9-48D1-836A-71DF2EBCFFAD}" destId="{DAD0AE31-2183-4883-A49E-5AC8784C4DC1}" srcOrd="1" destOrd="0" presId="urn:microsoft.com/office/officeart/2005/8/layout/orgChart1"/>
    <dgm:cxn modelId="{7359E945-01BA-4E16-B972-28F6D00360AA}" type="presOf" srcId="{68F0BB4A-4CA0-4481-8397-108E86A12DA4}" destId="{D0721C6D-93AC-4B26-927C-A61DADEBA9AA}" srcOrd="1" destOrd="0" presId="urn:microsoft.com/office/officeart/2005/8/layout/orgChart1"/>
    <dgm:cxn modelId="{4207DC96-F0A6-4BA6-A56E-A1B3A7D58C07}" type="presOf" srcId="{620DD3EC-BDCD-468B-B566-7FE2B848507E}" destId="{1999F93D-C5E3-4B58-A38A-C971B5C1871B}" srcOrd="1" destOrd="0" presId="urn:microsoft.com/office/officeart/2005/8/layout/orgChart1"/>
    <dgm:cxn modelId="{D5051094-61BC-42D3-BB85-5E5FB0D22CFE}" type="presOf" srcId="{1F903EBE-540A-403B-AE13-6A09126352BD}" destId="{746FE1B3-37E8-4050-B0B7-5668D5D7D118}" srcOrd="1" destOrd="0" presId="urn:microsoft.com/office/officeart/2005/8/layout/orgChart1"/>
    <dgm:cxn modelId="{01FAF066-6697-4A16-A34C-B61F6B7DAE7C}" type="presOf" srcId="{552219B0-29E3-4A6C-90E3-BE0B83069EBC}" destId="{9449DAAE-E410-44C5-A07D-A0445C0B7E6B}" srcOrd="0" destOrd="0" presId="urn:microsoft.com/office/officeart/2005/8/layout/orgChart1"/>
    <dgm:cxn modelId="{3AA2732E-E1F3-4BD5-9990-5D30D82B08ED}" srcId="{9E6404DC-1053-49D6-95EE-599A97C88DD3}" destId="{1F903EBE-540A-403B-AE13-6A09126352BD}" srcOrd="2" destOrd="0" parTransId="{248E9311-DF61-4B0E-BD57-16AE2D707A60}" sibTransId="{BB52F0E9-3899-452E-BFB9-D8344A4C6147}"/>
    <dgm:cxn modelId="{B8E5222C-DCED-48D0-BAA8-950F084BCDAB}" type="presOf" srcId="{97ECD7F0-AF08-4202-8F6B-6035FCFA351C}" destId="{E176ACEC-BD58-4170-B91A-1AA1D1DF77F0}" srcOrd="0" destOrd="0" presId="urn:microsoft.com/office/officeart/2005/8/layout/orgChart1"/>
    <dgm:cxn modelId="{F29C2B4A-4A32-488D-B3C6-F39504D2CFE6}" type="presOf" srcId="{552219B0-29E3-4A6C-90E3-BE0B83069EBC}" destId="{44F89C81-6EDD-4313-B033-6AFE4A6B1597}" srcOrd="1" destOrd="0" presId="urn:microsoft.com/office/officeart/2005/8/layout/orgChart1"/>
    <dgm:cxn modelId="{48FB7E41-4DCE-49A7-8A59-30799E27CFF1}" srcId="{9286A5EC-F2A9-487D-8BF1-B96EEEFD636B}" destId="{1947618A-5736-4E7D-A7B1-0535566E666C}" srcOrd="1" destOrd="0" parTransId="{3C73C88C-ADAC-4E8D-8259-4FBC3819D296}" sibTransId="{4AA8505F-D096-4A68-B858-481E0AB908C1}"/>
    <dgm:cxn modelId="{D0050084-AD31-4570-8097-17238B3F9829}" type="presOf" srcId="{603F71C3-6FEE-4F81-BBB2-3E56B9C1B8C6}" destId="{74E4A70D-5810-4D9C-A3D2-65C791309DA0}" srcOrd="0" destOrd="0" presId="urn:microsoft.com/office/officeart/2005/8/layout/orgChart1"/>
    <dgm:cxn modelId="{656B742A-48DA-4573-9D33-33F97480A7AE}" type="presOf" srcId="{F91A8AB5-9278-4D4E-BC56-21224700D286}" destId="{1B7A4E4D-0C2B-425D-AE71-CE174C32FA2C}" srcOrd="1" destOrd="0" presId="urn:microsoft.com/office/officeart/2005/8/layout/orgChart1"/>
    <dgm:cxn modelId="{B0911044-8F6E-4BC6-A815-4D5369F405ED}" type="presOf" srcId="{A2275AAE-D67F-4B48-809F-43E648A9868F}" destId="{DB2B6368-5A8B-4732-8055-E965E07397C0}" srcOrd="0" destOrd="0" presId="urn:microsoft.com/office/officeart/2005/8/layout/orgChart1"/>
    <dgm:cxn modelId="{AE14CFFB-847C-47C2-AD81-3283D1816372}" type="presOf" srcId="{8BEDDD51-476B-4EA3-BB0E-02C6B68708C7}" destId="{F406B8EB-44F2-47F3-AF73-B274E07D3437}" srcOrd="0" destOrd="0" presId="urn:microsoft.com/office/officeart/2005/8/layout/orgChart1"/>
    <dgm:cxn modelId="{FBC12E2C-619E-4599-B915-B968A89A0229}" type="presOf" srcId="{ED538FBE-6130-45A2-A1D0-5DEB03E796E8}" destId="{5988ED23-194C-42E1-88AB-8E72A53BDC23}" srcOrd="1" destOrd="0" presId="urn:microsoft.com/office/officeart/2005/8/layout/orgChart1"/>
    <dgm:cxn modelId="{07AB8472-A651-48C8-9CF2-00815F444309}" type="presOf" srcId="{9E6404DC-1053-49D6-95EE-599A97C88DD3}" destId="{0F3C8968-31FF-46A5-BCB3-A2E771257413}" srcOrd="0" destOrd="0" presId="urn:microsoft.com/office/officeart/2005/8/layout/orgChart1"/>
    <dgm:cxn modelId="{D0A5C4B2-885D-488E-B082-4F1A6012C227}" type="presOf" srcId="{E9C886F1-1EBC-4EBC-BB4B-24DF341523A6}" destId="{F734AC47-D381-46DB-B2D4-DC1F52ACEE63}" srcOrd="0" destOrd="0" presId="urn:microsoft.com/office/officeart/2005/8/layout/orgChart1"/>
    <dgm:cxn modelId="{35BA6A19-C82C-4D32-8D6F-0E90A0267519}" type="presOf" srcId="{F142DEDA-3202-4A6E-A872-744A36211997}" destId="{28A90088-1D74-4647-BC3B-F17F2E584608}" srcOrd="0" destOrd="0" presId="urn:microsoft.com/office/officeart/2005/8/layout/orgChart1"/>
    <dgm:cxn modelId="{DC9410EB-8615-48F6-9ACC-8373C9B6F482}" srcId="{C23EE67C-7F77-47BA-A8B3-6493565ADACA}" destId="{603F71C3-6FEE-4F81-BBB2-3E56B9C1B8C6}" srcOrd="1" destOrd="0" parTransId="{C34353E4-6D85-432E-8598-D84D08F10FF3}" sibTransId="{00323A89-6F09-4DB2-8DED-E07B1733E206}"/>
    <dgm:cxn modelId="{EC784541-9543-429B-96E9-D4C7608BD5BD}" type="presOf" srcId="{CC7928C2-579C-44D0-AB38-88BC756CAA0E}" destId="{4140A25E-4F9D-44DB-85AB-432AE99FA579}" srcOrd="0" destOrd="0" presId="urn:microsoft.com/office/officeart/2005/8/layout/orgChart1"/>
    <dgm:cxn modelId="{43EB67DB-6FCB-4F50-AD1A-857F45528D17}" type="presOf" srcId="{3841B98A-69FF-412C-BFAF-ED8F7103B9DD}" destId="{3F52AB9C-5CC4-4A12-957C-C11412B38A0E}" srcOrd="0" destOrd="0" presId="urn:microsoft.com/office/officeart/2005/8/layout/orgChart1"/>
    <dgm:cxn modelId="{FB87CBE7-A783-49FA-9FDC-C388EA88CADE}" type="presOf" srcId="{F142DEDA-3202-4A6E-A872-744A36211997}" destId="{D62CADF8-24AE-4E16-B362-DFB8C42A8D00}" srcOrd="1" destOrd="0" presId="urn:microsoft.com/office/officeart/2005/8/layout/orgChart1"/>
    <dgm:cxn modelId="{2A7A2E8B-4E91-4769-93B9-65EF55884A61}" type="presOf" srcId="{1947618A-5736-4E7D-A7B1-0535566E666C}" destId="{EF3A83E1-5846-4AE9-8B47-6582C37CA326}" srcOrd="0" destOrd="0" presId="urn:microsoft.com/office/officeart/2005/8/layout/orgChart1"/>
    <dgm:cxn modelId="{1EC82FDF-DEB7-4D50-9C29-27BC7BD7F60F}" srcId="{9E6404DC-1053-49D6-95EE-599A97C88DD3}" destId="{C23EE67C-7F77-47BA-A8B3-6493565ADACA}" srcOrd="3" destOrd="0" parTransId="{97ECD7F0-AF08-4202-8F6B-6035FCFA351C}" sibTransId="{81688764-0848-43B4-A2D6-8E904026A524}"/>
    <dgm:cxn modelId="{8EC2A9D1-3DF1-4895-BBD2-94732DC9E3D1}" type="presOf" srcId="{C23EE67C-7F77-47BA-A8B3-6493565ADACA}" destId="{D644AF87-ADF0-487B-AC77-4BAD17472D87}" srcOrd="1" destOrd="0" presId="urn:microsoft.com/office/officeart/2005/8/layout/orgChart1"/>
    <dgm:cxn modelId="{B6ED6959-D36F-40C1-BB7A-D25AABCCA5A0}" srcId="{1F903EBE-540A-403B-AE13-6A09126352BD}" destId="{E9C886F1-1EBC-4EBC-BB4B-24DF341523A6}" srcOrd="1" destOrd="0" parTransId="{5E8DD444-C688-4780-A5F0-D4A4181FBDCC}" sibTransId="{677365F0-85D2-4516-9D4D-C1E5444A6324}"/>
    <dgm:cxn modelId="{81ECBBE0-B641-4AE9-A53F-16A71BDFB9C1}" srcId="{620DD3EC-BDCD-468B-B566-7FE2B848507E}" destId="{552219B0-29E3-4A6C-90E3-BE0B83069EBC}" srcOrd="0" destOrd="0" parTransId="{D723B879-676C-4614-8859-D09DEFF2A3B3}" sibTransId="{3AAC379C-C229-429B-B8C5-9157680B919C}"/>
    <dgm:cxn modelId="{9752C8B1-4851-486E-8BD3-4D299AC170C5}" type="presOf" srcId="{620DD3EC-BDCD-468B-B566-7FE2B848507E}" destId="{02B28F85-DE51-42FF-859E-1DD3A478F426}" srcOrd="0" destOrd="0" presId="urn:microsoft.com/office/officeart/2005/8/layout/orgChart1"/>
    <dgm:cxn modelId="{EEDD1D35-51A4-4EFC-BEC5-0B8F238E57D2}" srcId="{9286A5EC-F2A9-487D-8BF1-B96EEEFD636B}" destId="{F142DEDA-3202-4A6E-A872-744A36211997}" srcOrd="0" destOrd="0" parTransId="{588037F0-0B1A-4D72-81EB-CAFA026AEFB7}" sibTransId="{90D5C085-E7FD-409C-B728-A036C61691D1}"/>
    <dgm:cxn modelId="{5317F623-2ED8-4710-AC15-800675E39B10}" type="presOf" srcId="{248E9311-DF61-4B0E-BD57-16AE2D707A60}" destId="{76E33A9D-9480-40FB-A4DF-EE1E2E7E401E}" srcOrd="0" destOrd="0" presId="urn:microsoft.com/office/officeart/2005/8/layout/orgChart1"/>
    <dgm:cxn modelId="{0889C6DA-DE3D-4EEE-8208-B33A7D302002}" type="presOf" srcId="{3C73C88C-ADAC-4E8D-8259-4FBC3819D296}" destId="{22A06763-7CD0-41E0-8047-44C9999C84AA}" srcOrd="0" destOrd="0" presId="urn:microsoft.com/office/officeart/2005/8/layout/orgChart1"/>
    <dgm:cxn modelId="{A9AF266B-611F-42D1-B9EE-B8988AFE6025}" type="presOf" srcId="{1D09BD55-84AF-44C1-BD3A-BB2537756463}" destId="{5B690341-A710-4E22-848D-13140B4CB356}" srcOrd="1" destOrd="0" presId="urn:microsoft.com/office/officeart/2005/8/layout/orgChart1"/>
    <dgm:cxn modelId="{FFB953CE-3417-4117-BABE-7C5F37D04719}" type="presOf" srcId="{B65E2D1D-2B43-413F-892F-C4BB50A14535}" destId="{78BA4532-F8E7-4798-9780-2CBF03640715}" srcOrd="0" destOrd="0" presId="urn:microsoft.com/office/officeart/2005/8/layout/orgChart1"/>
    <dgm:cxn modelId="{6642CCA2-4878-44B3-8B07-8E7CD09647F0}" type="presOf" srcId="{C23EE67C-7F77-47BA-A8B3-6493565ADACA}" destId="{606E0F95-4779-4D9A-B606-9ABA993A565C}" srcOrd="0" destOrd="0" presId="urn:microsoft.com/office/officeart/2005/8/layout/orgChart1"/>
    <dgm:cxn modelId="{627F9B4D-3A25-4F1D-BE53-8BE10F5403E4}" type="presOf" srcId="{92CE8BCE-B12F-4E63-A659-352FC0A5B747}" destId="{3EA6B913-D376-4AA6-A8B8-29BCE09B4A1D}" srcOrd="1" destOrd="0" presId="urn:microsoft.com/office/officeart/2005/8/layout/orgChart1"/>
    <dgm:cxn modelId="{4CA9C32A-C8CD-40F1-AFCB-D726CB5C7F3F}" srcId="{1A65A4D7-7720-45CB-8279-86EBD3407E97}" destId="{9E6404DC-1053-49D6-95EE-599A97C88DD3}" srcOrd="0" destOrd="0" parTransId="{541DED35-EA1D-4B2B-8573-F418430E3EF8}" sibTransId="{8EA0B31F-0422-4926-B862-5636855C8DF2}"/>
    <dgm:cxn modelId="{24E1B73B-E3E4-4D9F-B984-F0504524FE6A}" type="presOf" srcId="{F91A8AB5-9278-4D4E-BC56-21224700D286}" destId="{589131A9-2313-485B-AD88-1EFA955AFF10}" srcOrd="0" destOrd="0" presId="urn:microsoft.com/office/officeart/2005/8/layout/orgChart1"/>
    <dgm:cxn modelId="{3977DB1B-6542-47A7-AB6D-0A296708E16D}" type="presOf" srcId="{1D09BD55-84AF-44C1-BD3A-BB2537756463}" destId="{A39B83F5-9742-45F5-A549-633AE255A1CF}" srcOrd="0" destOrd="0" presId="urn:microsoft.com/office/officeart/2005/8/layout/orgChart1"/>
    <dgm:cxn modelId="{884C4DEA-A29D-4416-9103-F85108CE2F55}" type="presOf" srcId="{68F0BB4A-4CA0-4481-8397-108E86A12DA4}" destId="{B3DA1D68-D7FF-4520-90A3-C4A2EA0D76C0}" srcOrd="0" destOrd="0" presId="urn:microsoft.com/office/officeart/2005/8/layout/orgChart1"/>
    <dgm:cxn modelId="{A0CD6FB7-DA2F-4061-BB7C-201E89727EF3}" type="presOf" srcId="{65C71068-FAE0-4AAE-8F3B-D0C36FC50F23}" destId="{E3A058C1-40FD-4BF4-B325-DDBF7F95D6CE}" srcOrd="0" destOrd="0" presId="urn:microsoft.com/office/officeart/2005/8/layout/orgChart1"/>
    <dgm:cxn modelId="{7506067E-541A-4A3A-B687-F79671A6EB44}" type="presOf" srcId="{D723B879-676C-4614-8859-D09DEFF2A3B3}" destId="{8BF33A23-B9E7-4732-917C-5D66B726362F}" srcOrd="0" destOrd="0" presId="urn:microsoft.com/office/officeart/2005/8/layout/orgChart1"/>
    <dgm:cxn modelId="{0DB79881-AAFB-4207-A84A-6BD63F0812CA}" type="presParOf" srcId="{11077618-9302-474C-8482-1BBB83E3AEF1}" destId="{38ED7B2E-63E5-438D-91CD-EFA6DE9BBF61}" srcOrd="0" destOrd="0" presId="urn:microsoft.com/office/officeart/2005/8/layout/orgChart1"/>
    <dgm:cxn modelId="{5ED087B4-1F16-47F0-8EDF-6DE9E5DDE0ED}" type="presParOf" srcId="{38ED7B2E-63E5-438D-91CD-EFA6DE9BBF61}" destId="{ADCB6C6D-2F95-4AD5-B3EB-BEA9A3239732}" srcOrd="0" destOrd="0" presId="urn:microsoft.com/office/officeart/2005/8/layout/orgChart1"/>
    <dgm:cxn modelId="{38D93D17-E2F6-430A-BA0A-892F5F5DA1C8}" type="presParOf" srcId="{ADCB6C6D-2F95-4AD5-B3EB-BEA9A3239732}" destId="{0F3C8968-31FF-46A5-BCB3-A2E771257413}" srcOrd="0" destOrd="0" presId="urn:microsoft.com/office/officeart/2005/8/layout/orgChart1"/>
    <dgm:cxn modelId="{D0C9B760-9B41-40FA-837D-7DC64C5D98B6}" type="presParOf" srcId="{ADCB6C6D-2F95-4AD5-B3EB-BEA9A3239732}" destId="{C8C73746-D1E9-45A4-A4B2-4DB251C0CC5A}" srcOrd="1" destOrd="0" presId="urn:microsoft.com/office/officeart/2005/8/layout/orgChart1"/>
    <dgm:cxn modelId="{903973C5-4475-4E16-BB20-98C6713D6A7C}" type="presParOf" srcId="{38ED7B2E-63E5-438D-91CD-EFA6DE9BBF61}" destId="{AD53A4B1-01E7-41E8-9724-31F3910545A4}" srcOrd="1" destOrd="0" presId="urn:microsoft.com/office/officeart/2005/8/layout/orgChart1"/>
    <dgm:cxn modelId="{FD0D6115-7002-46BE-B6C7-37AF4D0756E1}" type="presParOf" srcId="{AD53A4B1-01E7-41E8-9724-31F3910545A4}" destId="{7B4371B5-9FE0-4A41-B872-D27DD755166A}" srcOrd="0" destOrd="0" presId="urn:microsoft.com/office/officeart/2005/8/layout/orgChart1"/>
    <dgm:cxn modelId="{C21C9606-5954-48DD-8BEA-B260DD6B6E14}" type="presParOf" srcId="{AD53A4B1-01E7-41E8-9724-31F3910545A4}" destId="{ED726A71-3CEE-43E5-B36E-E99BBF451E5B}" srcOrd="1" destOrd="0" presId="urn:microsoft.com/office/officeart/2005/8/layout/orgChart1"/>
    <dgm:cxn modelId="{9624EA68-142D-4F73-A240-6EDF415B7752}" type="presParOf" srcId="{ED726A71-3CEE-43E5-B36E-E99BBF451E5B}" destId="{82B2FC70-3C15-48D4-B101-71C09EFE19F9}" srcOrd="0" destOrd="0" presId="urn:microsoft.com/office/officeart/2005/8/layout/orgChart1"/>
    <dgm:cxn modelId="{196EE497-26E4-4E8E-BD39-4CB1915C3778}" type="presParOf" srcId="{82B2FC70-3C15-48D4-B101-71C09EFE19F9}" destId="{C9422C4E-2B02-4D33-A16B-EF7B187ECAB7}" srcOrd="0" destOrd="0" presId="urn:microsoft.com/office/officeart/2005/8/layout/orgChart1"/>
    <dgm:cxn modelId="{9C0A3F0D-C56E-46C5-B0BA-DC9109042609}" type="presParOf" srcId="{82B2FC70-3C15-48D4-B101-71C09EFE19F9}" destId="{A10B8E6A-AEE1-4C2B-8634-C515AEDBA0E5}" srcOrd="1" destOrd="0" presId="urn:microsoft.com/office/officeart/2005/8/layout/orgChart1"/>
    <dgm:cxn modelId="{5AFAFB96-E814-4DAC-B9A1-F9EFA64BA8C5}" type="presParOf" srcId="{ED726A71-3CEE-43E5-B36E-E99BBF451E5B}" destId="{C9264EDA-91B6-4FAE-AFE6-AFC29BE66386}" srcOrd="1" destOrd="0" presId="urn:microsoft.com/office/officeart/2005/8/layout/orgChart1"/>
    <dgm:cxn modelId="{67495CB3-FF0D-437B-A75F-D818BF677556}" type="presParOf" srcId="{C9264EDA-91B6-4FAE-AFE6-AFC29BE66386}" destId="{06A5B176-3147-4D45-9EF8-CF91B612166F}" srcOrd="0" destOrd="0" presId="urn:microsoft.com/office/officeart/2005/8/layout/orgChart1"/>
    <dgm:cxn modelId="{41338C89-1E6D-49CB-AA27-377383737EC7}" type="presParOf" srcId="{C9264EDA-91B6-4FAE-AFE6-AFC29BE66386}" destId="{A1823CA7-FCBA-4115-A337-66BE02B03547}" srcOrd="1" destOrd="0" presId="urn:microsoft.com/office/officeart/2005/8/layout/orgChart1"/>
    <dgm:cxn modelId="{CA65C1DA-4730-4949-B129-ECBC45F854A2}" type="presParOf" srcId="{A1823CA7-FCBA-4115-A337-66BE02B03547}" destId="{80E2B167-EDC3-4945-9077-5283EEF70EE4}" srcOrd="0" destOrd="0" presId="urn:microsoft.com/office/officeart/2005/8/layout/orgChart1"/>
    <dgm:cxn modelId="{04FAEB99-2DE4-4EA9-A7A2-78ABF19A7527}" type="presParOf" srcId="{80E2B167-EDC3-4945-9077-5283EEF70EE4}" destId="{28A90088-1D74-4647-BC3B-F17F2E584608}" srcOrd="0" destOrd="0" presId="urn:microsoft.com/office/officeart/2005/8/layout/orgChart1"/>
    <dgm:cxn modelId="{A4952F88-F6B7-489A-9049-87D4F65F9DBC}" type="presParOf" srcId="{80E2B167-EDC3-4945-9077-5283EEF70EE4}" destId="{D62CADF8-24AE-4E16-B362-DFB8C42A8D00}" srcOrd="1" destOrd="0" presId="urn:microsoft.com/office/officeart/2005/8/layout/orgChart1"/>
    <dgm:cxn modelId="{9143A6CF-7648-4C1D-9813-A5ACFD9FA4A5}" type="presParOf" srcId="{A1823CA7-FCBA-4115-A337-66BE02B03547}" destId="{D2D25354-BC15-441D-9C43-4E22F84DF7E3}" srcOrd="1" destOrd="0" presId="urn:microsoft.com/office/officeart/2005/8/layout/orgChart1"/>
    <dgm:cxn modelId="{70289677-024D-4C85-A511-A5EEA95E9AE4}" type="presParOf" srcId="{A1823CA7-FCBA-4115-A337-66BE02B03547}" destId="{42C6C630-1192-4F5E-B919-40B53C299E86}" srcOrd="2" destOrd="0" presId="urn:microsoft.com/office/officeart/2005/8/layout/orgChart1"/>
    <dgm:cxn modelId="{0213BD88-CC4A-423F-B2CA-EC0EB11F5F5E}" type="presParOf" srcId="{C9264EDA-91B6-4FAE-AFE6-AFC29BE66386}" destId="{22A06763-7CD0-41E0-8047-44C9999C84AA}" srcOrd="2" destOrd="0" presId="urn:microsoft.com/office/officeart/2005/8/layout/orgChart1"/>
    <dgm:cxn modelId="{AAFCFB26-61CE-45AA-8DA7-BE3C44890855}" type="presParOf" srcId="{C9264EDA-91B6-4FAE-AFE6-AFC29BE66386}" destId="{EBCD387B-99F5-420E-AC68-BB5DDA55274F}" srcOrd="3" destOrd="0" presId="urn:microsoft.com/office/officeart/2005/8/layout/orgChart1"/>
    <dgm:cxn modelId="{4B7EA589-DE0F-4FF9-A09D-C14F9966DCC3}" type="presParOf" srcId="{EBCD387B-99F5-420E-AC68-BB5DDA55274F}" destId="{1FCE71FC-8197-4D43-AEA9-42AE00FBE624}" srcOrd="0" destOrd="0" presId="urn:microsoft.com/office/officeart/2005/8/layout/orgChart1"/>
    <dgm:cxn modelId="{5EBD661D-FFB5-4F13-8C2A-B9576821D9D8}" type="presParOf" srcId="{1FCE71FC-8197-4D43-AEA9-42AE00FBE624}" destId="{EF3A83E1-5846-4AE9-8B47-6582C37CA326}" srcOrd="0" destOrd="0" presId="urn:microsoft.com/office/officeart/2005/8/layout/orgChart1"/>
    <dgm:cxn modelId="{BC151465-B34A-4D30-9F19-902583914513}" type="presParOf" srcId="{1FCE71FC-8197-4D43-AEA9-42AE00FBE624}" destId="{3FADC6AF-5D4B-418A-9301-DABA5E048E22}" srcOrd="1" destOrd="0" presId="urn:microsoft.com/office/officeart/2005/8/layout/orgChart1"/>
    <dgm:cxn modelId="{E0E7DC59-395E-46D7-986C-9986C927AB0B}" type="presParOf" srcId="{EBCD387B-99F5-420E-AC68-BB5DDA55274F}" destId="{AC56E703-D854-4DBA-8A21-3B81398E67CB}" srcOrd="1" destOrd="0" presId="urn:microsoft.com/office/officeart/2005/8/layout/orgChart1"/>
    <dgm:cxn modelId="{EF9B5A66-E7F9-4885-95D7-3B62711ABF10}" type="presParOf" srcId="{EBCD387B-99F5-420E-AC68-BB5DDA55274F}" destId="{578E88AA-3D50-4523-B7AE-4BD9067055A6}" srcOrd="2" destOrd="0" presId="urn:microsoft.com/office/officeart/2005/8/layout/orgChart1"/>
    <dgm:cxn modelId="{D30ECCA2-F811-4DC7-B28C-2FA0FC0AD80E}" type="presParOf" srcId="{C9264EDA-91B6-4FAE-AFE6-AFC29BE66386}" destId="{DB2B6368-5A8B-4732-8055-E965E07397C0}" srcOrd="4" destOrd="0" presId="urn:microsoft.com/office/officeart/2005/8/layout/orgChart1"/>
    <dgm:cxn modelId="{EC428D3C-2588-495F-9B7A-DA89A9EEFEA4}" type="presParOf" srcId="{C9264EDA-91B6-4FAE-AFE6-AFC29BE66386}" destId="{10ED47C6-871B-4007-A5DC-62A5247B2425}" srcOrd="5" destOrd="0" presId="urn:microsoft.com/office/officeart/2005/8/layout/orgChart1"/>
    <dgm:cxn modelId="{9D3CB415-D6A7-43B3-8566-87AAD0D15B4F}" type="presParOf" srcId="{10ED47C6-871B-4007-A5DC-62A5247B2425}" destId="{C4E59A2D-46A6-472A-A135-9FD96DE9094E}" srcOrd="0" destOrd="0" presId="urn:microsoft.com/office/officeart/2005/8/layout/orgChart1"/>
    <dgm:cxn modelId="{3D48A76E-938C-434B-87D6-42B057EA6664}" type="presParOf" srcId="{C4E59A2D-46A6-472A-A135-9FD96DE9094E}" destId="{A792E48B-E59F-426E-B59E-25883EE0DF31}" srcOrd="0" destOrd="0" presId="urn:microsoft.com/office/officeart/2005/8/layout/orgChart1"/>
    <dgm:cxn modelId="{04C2AF53-0DBD-4190-9D1B-F528CB7CB658}" type="presParOf" srcId="{C4E59A2D-46A6-472A-A135-9FD96DE9094E}" destId="{DAD0AE31-2183-4883-A49E-5AC8784C4DC1}" srcOrd="1" destOrd="0" presId="urn:microsoft.com/office/officeart/2005/8/layout/orgChart1"/>
    <dgm:cxn modelId="{0463A7B3-25D7-475E-9ABB-6BB13345CBA6}" type="presParOf" srcId="{10ED47C6-871B-4007-A5DC-62A5247B2425}" destId="{30D38FA1-1E02-48DD-B1AA-A55491320D4D}" srcOrd="1" destOrd="0" presId="urn:microsoft.com/office/officeart/2005/8/layout/orgChart1"/>
    <dgm:cxn modelId="{67B14FAD-4522-44B7-8F26-974A59E00A25}" type="presParOf" srcId="{10ED47C6-871B-4007-A5DC-62A5247B2425}" destId="{8C57470D-AF64-46DA-A3D7-6AD4BB371FAF}" srcOrd="2" destOrd="0" presId="urn:microsoft.com/office/officeart/2005/8/layout/orgChart1"/>
    <dgm:cxn modelId="{B9F5CA4B-AF97-4CD2-9B9B-3EFF81ECBC22}" type="presParOf" srcId="{ED726A71-3CEE-43E5-B36E-E99BBF451E5B}" destId="{C5C54053-3A12-46C3-BAAB-BDE4C3102748}" srcOrd="2" destOrd="0" presId="urn:microsoft.com/office/officeart/2005/8/layout/orgChart1"/>
    <dgm:cxn modelId="{3F2C3658-81AB-4BA9-A625-FBC33B734FD4}" type="presParOf" srcId="{AD53A4B1-01E7-41E8-9724-31F3910545A4}" destId="{0146BAA9-2B9D-4F2A-B565-A2DCB6505964}" srcOrd="2" destOrd="0" presId="urn:microsoft.com/office/officeart/2005/8/layout/orgChart1"/>
    <dgm:cxn modelId="{E893D35D-56D7-4A59-9EBD-CED4C36C61B9}" type="presParOf" srcId="{AD53A4B1-01E7-41E8-9724-31F3910545A4}" destId="{E84706B5-084F-4950-8554-35690A57F381}" srcOrd="3" destOrd="0" presId="urn:microsoft.com/office/officeart/2005/8/layout/orgChart1"/>
    <dgm:cxn modelId="{CCE16C19-31E1-478E-9ACE-F24E95F9271E}" type="presParOf" srcId="{E84706B5-084F-4950-8554-35690A57F381}" destId="{2A614826-E838-4B9F-9FD7-136F010E7C46}" srcOrd="0" destOrd="0" presId="urn:microsoft.com/office/officeart/2005/8/layout/orgChart1"/>
    <dgm:cxn modelId="{A33C81FF-C9DD-402D-90E2-22229A9FE729}" type="presParOf" srcId="{2A614826-E838-4B9F-9FD7-136F010E7C46}" destId="{02B28F85-DE51-42FF-859E-1DD3A478F426}" srcOrd="0" destOrd="0" presId="urn:microsoft.com/office/officeart/2005/8/layout/orgChart1"/>
    <dgm:cxn modelId="{801C5F19-FE7F-435A-A0F9-9F0CD8B65EFD}" type="presParOf" srcId="{2A614826-E838-4B9F-9FD7-136F010E7C46}" destId="{1999F93D-C5E3-4B58-A38A-C971B5C1871B}" srcOrd="1" destOrd="0" presId="urn:microsoft.com/office/officeart/2005/8/layout/orgChart1"/>
    <dgm:cxn modelId="{64770BB0-7A01-475B-9DB8-B7AB4C0CA657}" type="presParOf" srcId="{E84706B5-084F-4950-8554-35690A57F381}" destId="{4C592C92-3156-443C-BB98-9204DFF01F72}" srcOrd="1" destOrd="0" presId="urn:microsoft.com/office/officeart/2005/8/layout/orgChart1"/>
    <dgm:cxn modelId="{BD5FE90A-5A76-4746-A0E6-6E5DCD06734D}" type="presParOf" srcId="{4C592C92-3156-443C-BB98-9204DFF01F72}" destId="{8BF33A23-B9E7-4732-917C-5D66B726362F}" srcOrd="0" destOrd="0" presId="urn:microsoft.com/office/officeart/2005/8/layout/orgChart1"/>
    <dgm:cxn modelId="{DDD2DA3D-5A91-4E8F-B0C3-FC2CB0352C2C}" type="presParOf" srcId="{4C592C92-3156-443C-BB98-9204DFF01F72}" destId="{20C774D7-4094-42B3-BC8F-AB5D0586E671}" srcOrd="1" destOrd="0" presId="urn:microsoft.com/office/officeart/2005/8/layout/orgChart1"/>
    <dgm:cxn modelId="{ABA6A3AD-A1B1-40A5-BE8D-12862AB27A08}" type="presParOf" srcId="{20C774D7-4094-42B3-BC8F-AB5D0586E671}" destId="{B158E239-C176-4132-B1BA-6C1E7461F09C}" srcOrd="0" destOrd="0" presId="urn:microsoft.com/office/officeart/2005/8/layout/orgChart1"/>
    <dgm:cxn modelId="{882CDF62-AD7B-4F87-B134-424062227C48}" type="presParOf" srcId="{B158E239-C176-4132-B1BA-6C1E7461F09C}" destId="{9449DAAE-E410-44C5-A07D-A0445C0B7E6B}" srcOrd="0" destOrd="0" presId="urn:microsoft.com/office/officeart/2005/8/layout/orgChart1"/>
    <dgm:cxn modelId="{EA654119-2C8F-4500-9717-999EDB31627C}" type="presParOf" srcId="{B158E239-C176-4132-B1BA-6C1E7461F09C}" destId="{44F89C81-6EDD-4313-B033-6AFE4A6B1597}" srcOrd="1" destOrd="0" presId="urn:microsoft.com/office/officeart/2005/8/layout/orgChart1"/>
    <dgm:cxn modelId="{23504326-4C99-4969-926C-16EDD405C94A}" type="presParOf" srcId="{20C774D7-4094-42B3-BC8F-AB5D0586E671}" destId="{131D6045-90D5-4A9B-AF7A-E47E958A6183}" srcOrd="1" destOrd="0" presId="urn:microsoft.com/office/officeart/2005/8/layout/orgChart1"/>
    <dgm:cxn modelId="{3589BF7E-629D-432D-B0CA-9280AF8AD34B}" type="presParOf" srcId="{20C774D7-4094-42B3-BC8F-AB5D0586E671}" destId="{61412022-130F-4D56-8A65-CD43AA487E99}" srcOrd="2" destOrd="0" presId="urn:microsoft.com/office/officeart/2005/8/layout/orgChart1"/>
    <dgm:cxn modelId="{F7165D72-C397-49FF-AA57-F1053CC21428}" type="presParOf" srcId="{4C592C92-3156-443C-BB98-9204DFF01F72}" destId="{F406B8EB-44F2-47F3-AF73-B274E07D3437}" srcOrd="2" destOrd="0" presId="urn:microsoft.com/office/officeart/2005/8/layout/orgChart1"/>
    <dgm:cxn modelId="{D8C6607F-B09C-4018-B817-865CEA59403E}" type="presParOf" srcId="{4C592C92-3156-443C-BB98-9204DFF01F72}" destId="{08BDD783-C5F3-4CB7-BB56-E729433DE263}" srcOrd="3" destOrd="0" presId="urn:microsoft.com/office/officeart/2005/8/layout/orgChart1"/>
    <dgm:cxn modelId="{049F9D1B-7437-4921-B1B6-76843CD25A7C}" type="presParOf" srcId="{08BDD783-C5F3-4CB7-BB56-E729433DE263}" destId="{5F70EC70-64BB-4DD2-B0EC-31D41F7591A3}" srcOrd="0" destOrd="0" presId="urn:microsoft.com/office/officeart/2005/8/layout/orgChart1"/>
    <dgm:cxn modelId="{D2F6CE0A-8620-4CF7-9616-58B1DB43A503}" type="presParOf" srcId="{5F70EC70-64BB-4DD2-B0EC-31D41F7591A3}" destId="{83491CF3-E0A8-41F0-8748-5B85D6C90040}" srcOrd="0" destOrd="0" presId="urn:microsoft.com/office/officeart/2005/8/layout/orgChart1"/>
    <dgm:cxn modelId="{A767A3E5-080F-4BB9-A243-7611B0FF43D8}" type="presParOf" srcId="{5F70EC70-64BB-4DD2-B0EC-31D41F7591A3}" destId="{5988ED23-194C-42E1-88AB-8E72A53BDC23}" srcOrd="1" destOrd="0" presId="urn:microsoft.com/office/officeart/2005/8/layout/orgChart1"/>
    <dgm:cxn modelId="{6492C467-7345-49DC-8095-BE071A523E28}" type="presParOf" srcId="{08BDD783-C5F3-4CB7-BB56-E729433DE263}" destId="{F8F28EB4-408C-45EE-8233-336763641D69}" srcOrd="1" destOrd="0" presId="urn:microsoft.com/office/officeart/2005/8/layout/orgChart1"/>
    <dgm:cxn modelId="{CB4B4A7F-B4DB-4D29-9DD5-059459DDCBBE}" type="presParOf" srcId="{08BDD783-C5F3-4CB7-BB56-E729433DE263}" destId="{E76F7B36-D6B2-4275-AEF1-36D762A6E6C9}" srcOrd="2" destOrd="0" presId="urn:microsoft.com/office/officeart/2005/8/layout/orgChart1"/>
    <dgm:cxn modelId="{10D76BF5-4E61-42EC-AAEF-393253F21692}" type="presParOf" srcId="{4C592C92-3156-443C-BB98-9204DFF01F72}" destId="{8C7C57BC-0E68-4E25-9D4A-D3542769DA95}" srcOrd="4" destOrd="0" presId="urn:microsoft.com/office/officeart/2005/8/layout/orgChart1"/>
    <dgm:cxn modelId="{79B3C94F-98E6-4EA6-BAAC-D1A14257F0B2}" type="presParOf" srcId="{4C592C92-3156-443C-BB98-9204DFF01F72}" destId="{6D81E017-68DC-482B-90D5-4DBBAB78FA97}" srcOrd="5" destOrd="0" presId="urn:microsoft.com/office/officeart/2005/8/layout/orgChart1"/>
    <dgm:cxn modelId="{5372211C-874C-40B0-BF78-F701C8908C40}" type="presParOf" srcId="{6D81E017-68DC-482B-90D5-4DBBAB78FA97}" destId="{12D646AF-6E30-4BAD-8CD4-760AFEC82E05}" srcOrd="0" destOrd="0" presId="urn:microsoft.com/office/officeart/2005/8/layout/orgChart1"/>
    <dgm:cxn modelId="{A1C790A1-32AB-4B0F-A0A2-6D31216E7419}" type="presParOf" srcId="{12D646AF-6E30-4BAD-8CD4-760AFEC82E05}" destId="{4140A25E-4F9D-44DB-85AB-432AE99FA579}" srcOrd="0" destOrd="0" presId="urn:microsoft.com/office/officeart/2005/8/layout/orgChart1"/>
    <dgm:cxn modelId="{F702DDD1-4236-4277-ABD7-CA1E5E502078}" type="presParOf" srcId="{12D646AF-6E30-4BAD-8CD4-760AFEC82E05}" destId="{2AB4BF43-9ACD-420F-8CEE-B70EB4712527}" srcOrd="1" destOrd="0" presId="urn:microsoft.com/office/officeart/2005/8/layout/orgChart1"/>
    <dgm:cxn modelId="{492B5E75-761A-43AA-A123-ED5ADC82CCC0}" type="presParOf" srcId="{6D81E017-68DC-482B-90D5-4DBBAB78FA97}" destId="{A1829268-35DF-474E-8AAB-49FA6D7346DF}" srcOrd="1" destOrd="0" presId="urn:microsoft.com/office/officeart/2005/8/layout/orgChart1"/>
    <dgm:cxn modelId="{674BEF7D-94AE-4086-A90B-E225D8E0368C}" type="presParOf" srcId="{6D81E017-68DC-482B-90D5-4DBBAB78FA97}" destId="{0615CE0C-F2F5-475C-8AF9-FB8440C79C62}" srcOrd="2" destOrd="0" presId="urn:microsoft.com/office/officeart/2005/8/layout/orgChart1"/>
    <dgm:cxn modelId="{B1BE96F7-2337-44FA-BD34-76B245EE353D}" type="presParOf" srcId="{E84706B5-084F-4950-8554-35690A57F381}" destId="{3E362709-8DF5-4ED1-BE78-2D67C7F6CD59}" srcOrd="2" destOrd="0" presId="urn:microsoft.com/office/officeart/2005/8/layout/orgChart1"/>
    <dgm:cxn modelId="{6CC3BE2E-6341-4D85-8C50-DB6F4AE9054F}" type="presParOf" srcId="{AD53A4B1-01E7-41E8-9724-31F3910545A4}" destId="{76E33A9D-9480-40FB-A4DF-EE1E2E7E401E}" srcOrd="4" destOrd="0" presId="urn:microsoft.com/office/officeart/2005/8/layout/orgChart1"/>
    <dgm:cxn modelId="{585DBA3C-ACC4-45C1-9FB2-8B105C53EE23}" type="presParOf" srcId="{AD53A4B1-01E7-41E8-9724-31F3910545A4}" destId="{04B8EA4A-11CB-4AF7-85D7-32F9AD439CB7}" srcOrd="5" destOrd="0" presId="urn:microsoft.com/office/officeart/2005/8/layout/orgChart1"/>
    <dgm:cxn modelId="{03078144-71FF-41AF-B2F5-D9170C4727C6}" type="presParOf" srcId="{04B8EA4A-11CB-4AF7-85D7-32F9AD439CB7}" destId="{D50DA092-4409-4311-BEA8-2E2A816EFE92}" srcOrd="0" destOrd="0" presId="urn:microsoft.com/office/officeart/2005/8/layout/orgChart1"/>
    <dgm:cxn modelId="{D9059D2A-13BB-4731-9A4E-33395DE86C02}" type="presParOf" srcId="{D50DA092-4409-4311-BEA8-2E2A816EFE92}" destId="{B4DA07B5-29B3-4442-A69E-055EEC652BE8}" srcOrd="0" destOrd="0" presId="urn:microsoft.com/office/officeart/2005/8/layout/orgChart1"/>
    <dgm:cxn modelId="{B4283941-C237-4A2C-B7F5-0E103A041C53}" type="presParOf" srcId="{D50DA092-4409-4311-BEA8-2E2A816EFE92}" destId="{746FE1B3-37E8-4050-B0B7-5668D5D7D118}" srcOrd="1" destOrd="0" presId="urn:microsoft.com/office/officeart/2005/8/layout/orgChart1"/>
    <dgm:cxn modelId="{2FE68761-EDC8-4060-8254-1CB626B40AE7}" type="presParOf" srcId="{04B8EA4A-11CB-4AF7-85D7-32F9AD439CB7}" destId="{CA531930-87B7-4E2B-AA93-B0ECAA52CC09}" srcOrd="1" destOrd="0" presId="urn:microsoft.com/office/officeart/2005/8/layout/orgChart1"/>
    <dgm:cxn modelId="{CF4BB83F-FE9B-48E2-A8D8-090B5557435A}" type="presParOf" srcId="{CA531930-87B7-4E2B-AA93-B0ECAA52CC09}" destId="{0207D2DC-D98D-48DB-A444-1B3BB3C111EF}" srcOrd="0" destOrd="0" presId="urn:microsoft.com/office/officeart/2005/8/layout/orgChart1"/>
    <dgm:cxn modelId="{3F396A0E-75CE-46FA-BD3C-C0DF6FC54A5D}" type="presParOf" srcId="{CA531930-87B7-4E2B-AA93-B0ECAA52CC09}" destId="{BBE3DE01-9991-4932-A682-9EC9E0F8B3A7}" srcOrd="1" destOrd="0" presId="urn:microsoft.com/office/officeart/2005/8/layout/orgChart1"/>
    <dgm:cxn modelId="{F5AE0C0C-4802-47F6-9498-ADA8C8F80482}" type="presParOf" srcId="{BBE3DE01-9991-4932-A682-9EC9E0F8B3A7}" destId="{5E3199D1-526C-4B6E-923B-A4820FFCC213}" srcOrd="0" destOrd="0" presId="urn:microsoft.com/office/officeart/2005/8/layout/orgChart1"/>
    <dgm:cxn modelId="{0ADAAE34-7EF2-49A2-8901-63D33FCF8D05}" type="presParOf" srcId="{5E3199D1-526C-4B6E-923B-A4820FFCC213}" destId="{B3DA1D68-D7FF-4520-90A3-C4A2EA0D76C0}" srcOrd="0" destOrd="0" presId="urn:microsoft.com/office/officeart/2005/8/layout/orgChart1"/>
    <dgm:cxn modelId="{A9655755-3253-4208-93B4-1CDFA1DCC4D8}" type="presParOf" srcId="{5E3199D1-526C-4B6E-923B-A4820FFCC213}" destId="{D0721C6D-93AC-4B26-927C-A61DADEBA9AA}" srcOrd="1" destOrd="0" presId="urn:microsoft.com/office/officeart/2005/8/layout/orgChart1"/>
    <dgm:cxn modelId="{7FDBC081-3838-498A-A2D4-4CE8D0A14470}" type="presParOf" srcId="{BBE3DE01-9991-4932-A682-9EC9E0F8B3A7}" destId="{0334F3E5-204D-4D93-AC17-5BC4150447BF}" srcOrd="1" destOrd="0" presId="urn:microsoft.com/office/officeart/2005/8/layout/orgChart1"/>
    <dgm:cxn modelId="{D30AE842-4FF6-49E6-AD3B-6BC329FF5B6C}" type="presParOf" srcId="{BBE3DE01-9991-4932-A682-9EC9E0F8B3A7}" destId="{5E7EC9AB-EEE2-4013-9B1F-D917B34504FA}" srcOrd="2" destOrd="0" presId="urn:microsoft.com/office/officeart/2005/8/layout/orgChart1"/>
    <dgm:cxn modelId="{416F0E51-0986-45C6-8061-8F1014C89F0E}" type="presParOf" srcId="{CA531930-87B7-4E2B-AA93-B0ECAA52CC09}" destId="{EDAAD592-AB88-4251-977A-23D417AF9F0E}" srcOrd="2" destOrd="0" presId="urn:microsoft.com/office/officeart/2005/8/layout/orgChart1"/>
    <dgm:cxn modelId="{502127B5-94B7-4F63-8A67-A0E4DC1EA990}" type="presParOf" srcId="{CA531930-87B7-4E2B-AA93-B0ECAA52CC09}" destId="{1A3A2D6A-2A62-4E35-A4D8-D6A8AABA3D80}" srcOrd="3" destOrd="0" presId="urn:microsoft.com/office/officeart/2005/8/layout/orgChart1"/>
    <dgm:cxn modelId="{ABCC9CC4-18CA-4ADE-9C4A-E9A9E2C873AD}" type="presParOf" srcId="{1A3A2D6A-2A62-4E35-A4D8-D6A8AABA3D80}" destId="{552B4967-EF45-40E5-B271-25699085E0C5}" srcOrd="0" destOrd="0" presId="urn:microsoft.com/office/officeart/2005/8/layout/orgChart1"/>
    <dgm:cxn modelId="{47AA393F-8367-4843-A76B-5709448760A0}" type="presParOf" srcId="{552B4967-EF45-40E5-B271-25699085E0C5}" destId="{F734AC47-D381-46DB-B2D4-DC1F52ACEE63}" srcOrd="0" destOrd="0" presId="urn:microsoft.com/office/officeart/2005/8/layout/orgChart1"/>
    <dgm:cxn modelId="{65B051E7-854D-470D-B7E5-560A484CFEAB}" type="presParOf" srcId="{552B4967-EF45-40E5-B271-25699085E0C5}" destId="{6D311FDB-5969-4C7C-819C-7A85F8D1C126}" srcOrd="1" destOrd="0" presId="urn:microsoft.com/office/officeart/2005/8/layout/orgChart1"/>
    <dgm:cxn modelId="{07479368-4727-4D4F-888F-6AE49C4B5942}" type="presParOf" srcId="{1A3A2D6A-2A62-4E35-A4D8-D6A8AABA3D80}" destId="{A3085D37-5876-46A2-87CB-EA55640A6156}" srcOrd="1" destOrd="0" presId="urn:microsoft.com/office/officeart/2005/8/layout/orgChart1"/>
    <dgm:cxn modelId="{1413DF94-3F59-44C2-8A6D-297DC6BD074A}" type="presParOf" srcId="{1A3A2D6A-2A62-4E35-A4D8-D6A8AABA3D80}" destId="{4AA1DDC2-8165-4D78-A713-7772206A1808}" srcOrd="2" destOrd="0" presId="urn:microsoft.com/office/officeart/2005/8/layout/orgChart1"/>
    <dgm:cxn modelId="{795949FC-8F07-4E46-B32F-80D968212F71}" type="presParOf" srcId="{04B8EA4A-11CB-4AF7-85D7-32F9AD439CB7}" destId="{E9A486E8-3FB6-41A6-BD46-32EB689AD74B}" srcOrd="2" destOrd="0" presId="urn:microsoft.com/office/officeart/2005/8/layout/orgChart1"/>
    <dgm:cxn modelId="{27CEEFC8-CEF7-4804-B31D-9B2AA5B35413}" type="presParOf" srcId="{AD53A4B1-01E7-41E8-9724-31F3910545A4}" destId="{E176ACEC-BD58-4170-B91A-1AA1D1DF77F0}" srcOrd="6" destOrd="0" presId="urn:microsoft.com/office/officeart/2005/8/layout/orgChart1"/>
    <dgm:cxn modelId="{148F40BC-DB25-4622-BF13-45E4D08006B7}" type="presParOf" srcId="{AD53A4B1-01E7-41E8-9724-31F3910545A4}" destId="{ECD4CC19-881A-44A6-9474-785CC0C059F4}" srcOrd="7" destOrd="0" presId="urn:microsoft.com/office/officeart/2005/8/layout/orgChart1"/>
    <dgm:cxn modelId="{E4ED6127-47B4-4152-AD14-BD7D3932A91E}" type="presParOf" srcId="{ECD4CC19-881A-44A6-9474-785CC0C059F4}" destId="{D3FBA0E9-F095-447B-899D-12FE1ACDB26A}" srcOrd="0" destOrd="0" presId="urn:microsoft.com/office/officeart/2005/8/layout/orgChart1"/>
    <dgm:cxn modelId="{A77409DC-A981-44A0-856C-292F7368969C}" type="presParOf" srcId="{D3FBA0E9-F095-447B-899D-12FE1ACDB26A}" destId="{606E0F95-4779-4D9A-B606-9ABA993A565C}" srcOrd="0" destOrd="0" presId="urn:microsoft.com/office/officeart/2005/8/layout/orgChart1"/>
    <dgm:cxn modelId="{AFA928B5-B87F-41AC-AE5B-0BE0E8AF035A}" type="presParOf" srcId="{D3FBA0E9-F095-447B-899D-12FE1ACDB26A}" destId="{D644AF87-ADF0-487B-AC77-4BAD17472D87}" srcOrd="1" destOrd="0" presId="urn:microsoft.com/office/officeart/2005/8/layout/orgChart1"/>
    <dgm:cxn modelId="{6578C414-91AA-40DD-9F8F-F94FFA4D5D03}" type="presParOf" srcId="{ECD4CC19-881A-44A6-9474-785CC0C059F4}" destId="{E8843230-B658-467E-ABDF-26AE593B8491}" srcOrd="1" destOrd="0" presId="urn:microsoft.com/office/officeart/2005/8/layout/orgChart1"/>
    <dgm:cxn modelId="{EEBF32C9-BE6D-4B37-B65B-BA96F63048C4}" type="presParOf" srcId="{E8843230-B658-467E-ABDF-26AE593B8491}" destId="{F0CBB063-4818-4B89-A2DA-2C77A22E32C5}" srcOrd="0" destOrd="0" presId="urn:microsoft.com/office/officeart/2005/8/layout/orgChart1"/>
    <dgm:cxn modelId="{4F0F49C1-DAD7-4CFD-A13D-94571FE055E4}" type="presParOf" srcId="{E8843230-B658-467E-ABDF-26AE593B8491}" destId="{E11C0B84-297E-4695-9139-A6C2C1F00D1F}" srcOrd="1" destOrd="0" presId="urn:microsoft.com/office/officeart/2005/8/layout/orgChart1"/>
    <dgm:cxn modelId="{5316C83C-1E76-40FE-9C0D-CAD2D109D507}" type="presParOf" srcId="{E11C0B84-297E-4695-9139-A6C2C1F00D1F}" destId="{80703F0E-7211-4980-844D-F80F79727633}" srcOrd="0" destOrd="0" presId="urn:microsoft.com/office/officeart/2005/8/layout/orgChart1"/>
    <dgm:cxn modelId="{FE7789CA-046A-40BB-B792-04A71DA51605}" type="presParOf" srcId="{80703F0E-7211-4980-844D-F80F79727633}" destId="{589131A9-2313-485B-AD88-1EFA955AFF10}" srcOrd="0" destOrd="0" presId="urn:microsoft.com/office/officeart/2005/8/layout/orgChart1"/>
    <dgm:cxn modelId="{26B8CAE9-0A29-4522-93FD-F7F48CE66BC9}" type="presParOf" srcId="{80703F0E-7211-4980-844D-F80F79727633}" destId="{1B7A4E4D-0C2B-425D-AE71-CE174C32FA2C}" srcOrd="1" destOrd="0" presId="urn:microsoft.com/office/officeart/2005/8/layout/orgChart1"/>
    <dgm:cxn modelId="{B666ADD0-A324-44C8-8DA7-47548608E742}" type="presParOf" srcId="{E11C0B84-297E-4695-9139-A6C2C1F00D1F}" destId="{28198C0B-FFA8-41D8-991D-CF90D0028632}" srcOrd="1" destOrd="0" presId="urn:microsoft.com/office/officeart/2005/8/layout/orgChart1"/>
    <dgm:cxn modelId="{7705516F-EB75-4415-B12D-095134AF08D3}" type="presParOf" srcId="{E11C0B84-297E-4695-9139-A6C2C1F00D1F}" destId="{FAB852C7-6CD9-4039-BEC9-A36896AF3024}" srcOrd="2" destOrd="0" presId="urn:microsoft.com/office/officeart/2005/8/layout/orgChart1"/>
    <dgm:cxn modelId="{1D6EB158-D6AA-4147-9873-EB96115376B3}" type="presParOf" srcId="{E8843230-B658-467E-ABDF-26AE593B8491}" destId="{11539635-C2FD-4939-BAB8-AFBF5C69DBC9}" srcOrd="2" destOrd="0" presId="urn:microsoft.com/office/officeart/2005/8/layout/orgChart1"/>
    <dgm:cxn modelId="{F3AD39B8-3B97-4467-95FB-B9E6EF707895}" type="presParOf" srcId="{E8843230-B658-467E-ABDF-26AE593B8491}" destId="{F0E61764-CCEE-4597-BD1E-AF31D73D097B}" srcOrd="3" destOrd="0" presId="urn:microsoft.com/office/officeart/2005/8/layout/orgChart1"/>
    <dgm:cxn modelId="{C96236F5-73A6-4660-AC51-37020AB2A657}" type="presParOf" srcId="{F0E61764-CCEE-4597-BD1E-AF31D73D097B}" destId="{7B53BAB6-75D5-49BB-838B-90F660D6457B}" srcOrd="0" destOrd="0" presId="urn:microsoft.com/office/officeart/2005/8/layout/orgChart1"/>
    <dgm:cxn modelId="{1E901353-D740-4269-9067-635E0DE48E52}" type="presParOf" srcId="{7B53BAB6-75D5-49BB-838B-90F660D6457B}" destId="{74E4A70D-5810-4D9C-A3D2-65C791309DA0}" srcOrd="0" destOrd="0" presId="urn:microsoft.com/office/officeart/2005/8/layout/orgChart1"/>
    <dgm:cxn modelId="{8D7FFB74-5037-45D9-A8F0-98347DD5931C}" type="presParOf" srcId="{7B53BAB6-75D5-49BB-838B-90F660D6457B}" destId="{1636B452-2E68-44F3-A0D2-76D7F5634BF3}" srcOrd="1" destOrd="0" presId="urn:microsoft.com/office/officeart/2005/8/layout/orgChart1"/>
    <dgm:cxn modelId="{892B40C4-1955-47A8-A57A-428937F117E0}" type="presParOf" srcId="{F0E61764-CCEE-4597-BD1E-AF31D73D097B}" destId="{1000FEE6-D031-49B5-B860-6F02F125D7AB}" srcOrd="1" destOrd="0" presId="urn:microsoft.com/office/officeart/2005/8/layout/orgChart1"/>
    <dgm:cxn modelId="{EE274187-90F4-491F-BB82-B7970FEB7082}" type="presParOf" srcId="{F0E61764-CCEE-4597-BD1E-AF31D73D097B}" destId="{7C09FE33-094E-44D0-BE47-D025F5B598C9}" srcOrd="2" destOrd="0" presId="urn:microsoft.com/office/officeart/2005/8/layout/orgChart1"/>
    <dgm:cxn modelId="{6CE32442-9EA5-4DE7-ACE7-6774BE0AA85D}" type="presParOf" srcId="{E8843230-B658-467E-ABDF-26AE593B8491}" destId="{78BA4532-F8E7-4798-9780-2CBF03640715}" srcOrd="4" destOrd="0" presId="urn:microsoft.com/office/officeart/2005/8/layout/orgChart1"/>
    <dgm:cxn modelId="{BF629402-AC65-4533-8EAA-FD9A1F329C74}" type="presParOf" srcId="{E8843230-B658-467E-ABDF-26AE593B8491}" destId="{03E2BADB-E786-460E-9266-24DD48BD6164}" srcOrd="5" destOrd="0" presId="urn:microsoft.com/office/officeart/2005/8/layout/orgChart1"/>
    <dgm:cxn modelId="{4C39A791-3CDD-45CE-B4BC-DCEAE6FA77DB}" type="presParOf" srcId="{03E2BADB-E786-460E-9266-24DD48BD6164}" destId="{A1EC6017-3AB3-476B-BFA7-F562D56B938B}" srcOrd="0" destOrd="0" presId="urn:microsoft.com/office/officeart/2005/8/layout/orgChart1"/>
    <dgm:cxn modelId="{9CDBAACF-950F-48EA-A9EB-05A9E55C6719}" type="presParOf" srcId="{A1EC6017-3AB3-476B-BFA7-F562D56B938B}" destId="{C549B331-5CE4-4056-AB3B-62EF9C6CA40C}" srcOrd="0" destOrd="0" presId="urn:microsoft.com/office/officeart/2005/8/layout/orgChart1"/>
    <dgm:cxn modelId="{C366C8E7-5150-42A7-B39F-FE62336E89BA}" type="presParOf" srcId="{A1EC6017-3AB3-476B-BFA7-F562D56B938B}" destId="{3EA6B913-D376-4AA6-A8B8-29BCE09B4A1D}" srcOrd="1" destOrd="0" presId="urn:microsoft.com/office/officeart/2005/8/layout/orgChart1"/>
    <dgm:cxn modelId="{CCC41A84-8DFD-4828-B39F-D61D6439E497}" type="presParOf" srcId="{03E2BADB-E786-460E-9266-24DD48BD6164}" destId="{18DA5505-1751-4FAA-BC21-1A78CCB80FA6}" srcOrd="1" destOrd="0" presId="urn:microsoft.com/office/officeart/2005/8/layout/orgChart1"/>
    <dgm:cxn modelId="{163156EF-3D9A-4438-9A67-E6A1E9D97048}" type="presParOf" srcId="{03E2BADB-E786-460E-9266-24DD48BD6164}" destId="{4C6093A8-C943-4D78-B8E8-47B53EE6A2D3}" srcOrd="2" destOrd="0" presId="urn:microsoft.com/office/officeart/2005/8/layout/orgChart1"/>
    <dgm:cxn modelId="{977AA8EB-59FA-44CF-8F96-9B3DB32153E9}" type="presParOf" srcId="{ECD4CC19-881A-44A6-9474-785CC0C059F4}" destId="{328AA022-D844-486A-A579-E33311A2ACB8}" srcOrd="2" destOrd="0" presId="urn:microsoft.com/office/officeart/2005/8/layout/orgChart1"/>
    <dgm:cxn modelId="{95CE7333-316D-465A-8CF7-0592293A7EDF}" type="presParOf" srcId="{AD53A4B1-01E7-41E8-9724-31F3910545A4}" destId="{E3A058C1-40FD-4BF4-B325-DDBF7F95D6CE}" srcOrd="8" destOrd="0" presId="urn:microsoft.com/office/officeart/2005/8/layout/orgChart1"/>
    <dgm:cxn modelId="{5B895FDD-3F11-4142-8B26-4B731E08AA06}" type="presParOf" srcId="{AD53A4B1-01E7-41E8-9724-31F3910545A4}" destId="{8D3985DB-761C-4B58-9B40-2B5975AD7972}" srcOrd="9" destOrd="0" presId="urn:microsoft.com/office/officeart/2005/8/layout/orgChart1"/>
    <dgm:cxn modelId="{1C9AC6E7-2B70-4524-9AFB-67FBA6AA00C2}" type="presParOf" srcId="{8D3985DB-761C-4B58-9B40-2B5975AD7972}" destId="{DDEFCECD-0341-4FFF-B3CF-6B8D07D52A91}" srcOrd="0" destOrd="0" presId="urn:microsoft.com/office/officeart/2005/8/layout/orgChart1"/>
    <dgm:cxn modelId="{012264F8-5A75-4D49-AFEF-0E2A8815D01A}" type="presParOf" srcId="{DDEFCECD-0341-4FFF-B3CF-6B8D07D52A91}" destId="{3F52AB9C-5CC4-4A12-957C-C11412B38A0E}" srcOrd="0" destOrd="0" presId="urn:microsoft.com/office/officeart/2005/8/layout/orgChart1"/>
    <dgm:cxn modelId="{2174F7A0-EE08-47A5-8E7C-88FE49435C94}" type="presParOf" srcId="{DDEFCECD-0341-4FFF-B3CF-6B8D07D52A91}" destId="{DD285C40-9FEC-4BDA-8182-C17FB609BC27}" srcOrd="1" destOrd="0" presId="urn:microsoft.com/office/officeart/2005/8/layout/orgChart1"/>
    <dgm:cxn modelId="{6EB42D0B-1301-44C3-838E-E4CB481752E6}" type="presParOf" srcId="{8D3985DB-761C-4B58-9B40-2B5975AD7972}" destId="{18790D98-A597-4333-9A85-DE7FB1B39392}" srcOrd="1" destOrd="0" presId="urn:microsoft.com/office/officeart/2005/8/layout/orgChart1"/>
    <dgm:cxn modelId="{4F204A7E-7386-4B4B-8ADA-C64E93BA6030}" type="presParOf" srcId="{8D3985DB-761C-4B58-9B40-2B5975AD7972}" destId="{3636C333-6CCE-438D-85AB-CD5A92341B44}" srcOrd="2" destOrd="0" presId="urn:microsoft.com/office/officeart/2005/8/layout/orgChart1"/>
    <dgm:cxn modelId="{3F3ADF5A-D255-47F0-BF12-A7B48B7F03A9}" type="presParOf" srcId="{AD53A4B1-01E7-41E8-9724-31F3910545A4}" destId="{705DF9D5-45C9-489E-B678-5E07A2FF46E4}" srcOrd="10" destOrd="0" presId="urn:microsoft.com/office/officeart/2005/8/layout/orgChart1"/>
    <dgm:cxn modelId="{2D6CA19E-049B-4F27-B54C-74CFDFFB71A9}" type="presParOf" srcId="{AD53A4B1-01E7-41E8-9724-31F3910545A4}" destId="{3F5A6822-F4B7-43E2-98C4-0091A357F478}" srcOrd="11" destOrd="0" presId="urn:microsoft.com/office/officeart/2005/8/layout/orgChart1"/>
    <dgm:cxn modelId="{E3BFDADA-85FA-495B-8F30-FDEB234043E3}" type="presParOf" srcId="{3F5A6822-F4B7-43E2-98C4-0091A357F478}" destId="{36EDB531-BA17-4D5B-83C8-6F0F322452E8}" srcOrd="0" destOrd="0" presId="urn:microsoft.com/office/officeart/2005/8/layout/orgChart1"/>
    <dgm:cxn modelId="{780C4788-F478-4B79-89FC-BBD4126F579A}" type="presParOf" srcId="{36EDB531-BA17-4D5B-83C8-6F0F322452E8}" destId="{A39B83F5-9742-45F5-A549-633AE255A1CF}" srcOrd="0" destOrd="0" presId="urn:microsoft.com/office/officeart/2005/8/layout/orgChart1"/>
    <dgm:cxn modelId="{BCA60E12-C73D-4C2B-AE5C-7A03B8C0F431}" type="presParOf" srcId="{36EDB531-BA17-4D5B-83C8-6F0F322452E8}" destId="{5B690341-A710-4E22-848D-13140B4CB356}" srcOrd="1" destOrd="0" presId="urn:microsoft.com/office/officeart/2005/8/layout/orgChart1"/>
    <dgm:cxn modelId="{26A99957-7398-43F8-8D78-EFDEB1F03551}" type="presParOf" srcId="{3F5A6822-F4B7-43E2-98C4-0091A357F478}" destId="{C2EA672D-0DC9-41E9-8FB1-924160A19CD9}" srcOrd="1" destOrd="0" presId="urn:microsoft.com/office/officeart/2005/8/layout/orgChart1"/>
    <dgm:cxn modelId="{CCD71640-75C2-4A46-87ED-F87175CF4E9B}" type="presParOf" srcId="{3F5A6822-F4B7-43E2-98C4-0091A357F478}" destId="{98B8998B-E3FF-4517-8EBB-A67419BF2AF0}" srcOrd="2" destOrd="0" presId="urn:microsoft.com/office/officeart/2005/8/layout/orgChart1"/>
    <dgm:cxn modelId="{9D973967-C180-4DA1-9783-801A28437A84}" type="presParOf" srcId="{38ED7B2E-63E5-438D-91CD-EFA6DE9BBF61}" destId="{96DEF822-DC52-4FFC-82DA-389CD5B296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BB063-4818-4B89-A2DA-2C77A22E32C5}">
      <dsp:nvSpPr>
        <dsp:cNvPr id="0" name=""/>
        <dsp:cNvSpPr/>
      </dsp:nvSpPr>
      <dsp:spPr>
        <a:xfrm>
          <a:off x="7385717" y="1534029"/>
          <a:ext cx="153890" cy="118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587"/>
              </a:lnTo>
              <a:lnTo>
                <a:pt x="153890" y="118258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BC9EF-9E31-4483-9497-098605836E2F}">
      <dsp:nvSpPr>
        <dsp:cNvPr id="0" name=""/>
        <dsp:cNvSpPr/>
      </dsp:nvSpPr>
      <dsp:spPr>
        <a:xfrm>
          <a:off x="7385717" y="1534029"/>
          <a:ext cx="153890" cy="454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172"/>
              </a:lnTo>
              <a:lnTo>
                <a:pt x="153890" y="45417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8F91E-F1A5-4F8D-ACE9-9A373AB4F602}">
      <dsp:nvSpPr>
        <dsp:cNvPr id="0" name=""/>
        <dsp:cNvSpPr/>
      </dsp:nvSpPr>
      <dsp:spPr>
        <a:xfrm>
          <a:off x="4617884" y="787017"/>
          <a:ext cx="3178207" cy="234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320"/>
              </a:lnTo>
              <a:lnTo>
                <a:pt x="3178207" y="126320"/>
              </a:lnTo>
              <a:lnTo>
                <a:pt x="3178207" y="2340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6ACEC-BD58-4170-B91A-1AA1D1DF77F0}">
      <dsp:nvSpPr>
        <dsp:cNvPr id="0" name=""/>
        <dsp:cNvSpPr/>
      </dsp:nvSpPr>
      <dsp:spPr>
        <a:xfrm>
          <a:off x="5733722" y="1486990"/>
          <a:ext cx="222325" cy="3367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7834"/>
              </a:lnTo>
              <a:lnTo>
                <a:pt x="222325" y="336783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24164-8B1D-4B85-B22A-CDFEF2E04F59}">
      <dsp:nvSpPr>
        <dsp:cNvPr id="0" name=""/>
        <dsp:cNvSpPr/>
      </dsp:nvSpPr>
      <dsp:spPr>
        <a:xfrm>
          <a:off x="5733722" y="1486990"/>
          <a:ext cx="222325" cy="2639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9418"/>
              </a:lnTo>
              <a:lnTo>
                <a:pt x="222325" y="263941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94585-893E-4AD1-AB0F-E658D0B464B9}">
      <dsp:nvSpPr>
        <dsp:cNvPr id="0" name=""/>
        <dsp:cNvSpPr/>
      </dsp:nvSpPr>
      <dsp:spPr>
        <a:xfrm>
          <a:off x="5733722" y="1486990"/>
          <a:ext cx="222325" cy="19110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1003"/>
              </a:lnTo>
              <a:lnTo>
                <a:pt x="222325" y="191100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AD592-AB88-4251-977A-23D417AF9F0E}">
      <dsp:nvSpPr>
        <dsp:cNvPr id="0" name=""/>
        <dsp:cNvSpPr/>
      </dsp:nvSpPr>
      <dsp:spPr>
        <a:xfrm>
          <a:off x="5733722" y="1486990"/>
          <a:ext cx="222325" cy="118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587"/>
              </a:lnTo>
              <a:lnTo>
                <a:pt x="222325" y="118258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7D2DC-D98D-48DB-A444-1B3BB3C111EF}">
      <dsp:nvSpPr>
        <dsp:cNvPr id="0" name=""/>
        <dsp:cNvSpPr/>
      </dsp:nvSpPr>
      <dsp:spPr>
        <a:xfrm>
          <a:off x="5733722" y="1486990"/>
          <a:ext cx="222325" cy="454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172"/>
              </a:lnTo>
              <a:lnTo>
                <a:pt x="222325" y="45417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33A9D-9480-40FB-A4DF-EE1E2E7E401E}">
      <dsp:nvSpPr>
        <dsp:cNvPr id="0" name=""/>
        <dsp:cNvSpPr/>
      </dsp:nvSpPr>
      <dsp:spPr>
        <a:xfrm>
          <a:off x="4617884" y="787017"/>
          <a:ext cx="1708706" cy="234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320"/>
              </a:lnTo>
              <a:lnTo>
                <a:pt x="1708706" y="126320"/>
              </a:lnTo>
              <a:lnTo>
                <a:pt x="1708706" y="2340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7C57BC-0E68-4E25-9D4A-D3542769DA95}">
      <dsp:nvSpPr>
        <dsp:cNvPr id="0" name=""/>
        <dsp:cNvSpPr/>
      </dsp:nvSpPr>
      <dsp:spPr>
        <a:xfrm>
          <a:off x="3872441" y="1610026"/>
          <a:ext cx="215353" cy="1826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6255"/>
              </a:lnTo>
              <a:lnTo>
                <a:pt x="215353" y="182625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6B8EB-44F2-47F3-AF73-B274E07D3437}">
      <dsp:nvSpPr>
        <dsp:cNvPr id="0" name=""/>
        <dsp:cNvSpPr/>
      </dsp:nvSpPr>
      <dsp:spPr>
        <a:xfrm>
          <a:off x="3872441" y="1610026"/>
          <a:ext cx="215353" cy="1097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840"/>
              </a:lnTo>
              <a:lnTo>
                <a:pt x="215353" y="109784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33A23-B9E7-4732-917C-5D66B726362F}">
      <dsp:nvSpPr>
        <dsp:cNvPr id="0" name=""/>
        <dsp:cNvSpPr/>
      </dsp:nvSpPr>
      <dsp:spPr>
        <a:xfrm>
          <a:off x="3872441" y="1610026"/>
          <a:ext cx="215353" cy="410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703"/>
              </a:lnTo>
              <a:lnTo>
                <a:pt x="215353" y="41070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6BAA9-2B9D-4F2A-B565-A2DCB6505964}">
      <dsp:nvSpPr>
        <dsp:cNvPr id="0" name=""/>
        <dsp:cNvSpPr/>
      </dsp:nvSpPr>
      <dsp:spPr>
        <a:xfrm>
          <a:off x="4510595" y="787017"/>
          <a:ext cx="91440" cy="271752"/>
        </a:xfrm>
        <a:custGeom>
          <a:avLst/>
          <a:gdLst/>
          <a:ahLst/>
          <a:cxnLst/>
          <a:rect l="0" t="0" r="0" b="0"/>
          <a:pathLst>
            <a:path>
              <a:moveTo>
                <a:pt x="107289" y="0"/>
              </a:moveTo>
              <a:lnTo>
                <a:pt x="107289" y="164029"/>
              </a:lnTo>
              <a:lnTo>
                <a:pt x="45720" y="164029"/>
              </a:lnTo>
              <a:lnTo>
                <a:pt x="45720" y="27175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12966-A9A8-4A1A-A761-762F172F3796}">
      <dsp:nvSpPr>
        <dsp:cNvPr id="0" name=""/>
        <dsp:cNvSpPr/>
      </dsp:nvSpPr>
      <dsp:spPr>
        <a:xfrm>
          <a:off x="2706616" y="2282974"/>
          <a:ext cx="153890" cy="26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7177"/>
              </a:lnTo>
              <a:lnTo>
                <a:pt x="153890" y="265717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4E89E-3BB1-40E0-B6E7-E52B12A6BE8D}">
      <dsp:nvSpPr>
        <dsp:cNvPr id="0" name=""/>
        <dsp:cNvSpPr/>
      </dsp:nvSpPr>
      <dsp:spPr>
        <a:xfrm>
          <a:off x="2706616" y="2282974"/>
          <a:ext cx="153890" cy="1928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762"/>
              </a:lnTo>
              <a:lnTo>
                <a:pt x="153890" y="19287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55BD93-CF04-46C8-BBE8-95BFDBEC971B}">
      <dsp:nvSpPr>
        <dsp:cNvPr id="0" name=""/>
        <dsp:cNvSpPr/>
      </dsp:nvSpPr>
      <dsp:spPr>
        <a:xfrm>
          <a:off x="2706616" y="2282974"/>
          <a:ext cx="153890" cy="1200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0346"/>
              </a:lnTo>
              <a:lnTo>
                <a:pt x="153890" y="12003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D93886-1693-47A7-AD7C-67AC19E49A2D}">
      <dsp:nvSpPr>
        <dsp:cNvPr id="0" name=""/>
        <dsp:cNvSpPr/>
      </dsp:nvSpPr>
      <dsp:spPr>
        <a:xfrm>
          <a:off x="2706616" y="2282974"/>
          <a:ext cx="153890" cy="4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931"/>
              </a:lnTo>
              <a:lnTo>
                <a:pt x="153890" y="47193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B6368-5A8B-4732-8055-E965E07397C0}">
      <dsp:nvSpPr>
        <dsp:cNvPr id="0" name=""/>
        <dsp:cNvSpPr/>
      </dsp:nvSpPr>
      <dsp:spPr>
        <a:xfrm>
          <a:off x="1916706" y="1610026"/>
          <a:ext cx="1200285" cy="159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56"/>
              </a:lnTo>
              <a:lnTo>
                <a:pt x="1200285" y="52256"/>
              </a:lnTo>
              <a:lnTo>
                <a:pt x="1200285" y="15997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D82ED-3983-40DD-8F27-7B09C006F0AB}">
      <dsp:nvSpPr>
        <dsp:cNvPr id="0" name=""/>
        <dsp:cNvSpPr/>
      </dsp:nvSpPr>
      <dsp:spPr>
        <a:xfrm>
          <a:off x="1465232" y="2282974"/>
          <a:ext cx="153890" cy="1928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762"/>
              </a:lnTo>
              <a:lnTo>
                <a:pt x="153890" y="19287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39279-D34B-4DA9-B9A1-7062C0827E6D}">
      <dsp:nvSpPr>
        <dsp:cNvPr id="0" name=""/>
        <dsp:cNvSpPr/>
      </dsp:nvSpPr>
      <dsp:spPr>
        <a:xfrm>
          <a:off x="1465232" y="2282974"/>
          <a:ext cx="153890" cy="1200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0346"/>
              </a:lnTo>
              <a:lnTo>
                <a:pt x="153890" y="12003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C2EF45-5701-4801-8E88-5D72204795B1}">
      <dsp:nvSpPr>
        <dsp:cNvPr id="0" name=""/>
        <dsp:cNvSpPr/>
      </dsp:nvSpPr>
      <dsp:spPr>
        <a:xfrm>
          <a:off x="1465232" y="2282974"/>
          <a:ext cx="153890" cy="4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931"/>
              </a:lnTo>
              <a:lnTo>
                <a:pt x="153890" y="47193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06763-7CD0-41E0-8047-44C9999C84AA}">
      <dsp:nvSpPr>
        <dsp:cNvPr id="0" name=""/>
        <dsp:cNvSpPr/>
      </dsp:nvSpPr>
      <dsp:spPr>
        <a:xfrm>
          <a:off x="1829887" y="1610026"/>
          <a:ext cx="91440" cy="159979"/>
        </a:xfrm>
        <a:custGeom>
          <a:avLst/>
          <a:gdLst/>
          <a:ahLst/>
          <a:cxnLst/>
          <a:rect l="0" t="0" r="0" b="0"/>
          <a:pathLst>
            <a:path>
              <a:moveTo>
                <a:pt x="86819" y="0"/>
              </a:moveTo>
              <a:lnTo>
                <a:pt x="86819" y="52256"/>
              </a:lnTo>
              <a:lnTo>
                <a:pt x="45720" y="52256"/>
              </a:lnTo>
              <a:lnTo>
                <a:pt x="45720" y="15997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5B176-3147-4D45-9EF8-CF91B612166F}">
      <dsp:nvSpPr>
        <dsp:cNvPr id="0" name=""/>
        <dsp:cNvSpPr/>
      </dsp:nvSpPr>
      <dsp:spPr>
        <a:xfrm>
          <a:off x="634223" y="1610026"/>
          <a:ext cx="1282483" cy="177738"/>
        </a:xfrm>
        <a:custGeom>
          <a:avLst/>
          <a:gdLst/>
          <a:ahLst/>
          <a:cxnLst/>
          <a:rect l="0" t="0" r="0" b="0"/>
          <a:pathLst>
            <a:path>
              <a:moveTo>
                <a:pt x="1282483" y="0"/>
              </a:moveTo>
              <a:lnTo>
                <a:pt x="1282483" y="70015"/>
              </a:lnTo>
              <a:lnTo>
                <a:pt x="0" y="70015"/>
              </a:lnTo>
              <a:lnTo>
                <a:pt x="0" y="17773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371B5-9FE0-4A41-B872-D27DD755166A}">
      <dsp:nvSpPr>
        <dsp:cNvPr id="0" name=""/>
        <dsp:cNvSpPr/>
      </dsp:nvSpPr>
      <dsp:spPr>
        <a:xfrm>
          <a:off x="1916706" y="787017"/>
          <a:ext cx="2701177" cy="271752"/>
        </a:xfrm>
        <a:custGeom>
          <a:avLst/>
          <a:gdLst/>
          <a:ahLst/>
          <a:cxnLst/>
          <a:rect l="0" t="0" r="0" b="0"/>
          <a:pathLst>
            <a:path>
              <a:moveTo>
                <a:pt x="2701177" y="0"/>
              </a:moveTo>
              <a:lnTo>
                <a:pt x="2701177" y="164029"/>
              </a:lnTo>
              <a:lnTo>
                <a:pt x="0" y="164029"/>
              </a:lnTo>
              <a:lnTo>
                <a:pt x="0" y="27175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3C8968-31FF-46A5-BCB3-A2E771257413}">
      <dsp:nvSpPr>
        <dsp:cNvPr id="0" name=""/>
        <dsp:cNvSpPr/>
      </dsp:nvSpPr>
      <dsp:spPr>
        <a:xfrm>
          <a:off x="2670916" y="0"/>
          <a:ext cx="3893935" cy="7870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Chapter 18 – Requirements reuse</a:t>
          </a:r>
          <a:endParaRPr lang="en-US" sz="1600" kern="1200" dirty="0"/>
        </a:p>
      </dsp:txBody>
      <dsp:txXfrm>
        <a:off x="2670916" y="0"/>
        <a:ext cx="3893935" cy="787017"/>
      </dsp:txXfrm>
    </dsp:sp>
    <dsp:sp modelId="{C9422C4E-2B02-4D33-A16B-EF7B187ECAB7}">
      <dsp:nvSpPr>
        <dsp:cNvPr id="0" name=""/>
        <dsp:cNvSpPr/>
      </dsp:nvSpPr>
      <dsp:spPr>
        <a:xfrm>
          <a:off x="1061864" y="1058769"/>
          <a:ext cx="1709683" cy="55125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Requirements reuse.</a:t>
          </a:r>
          <a:endParaRPr lang="en-US" sz="1200" kern="1200" dirty="0"/>
        </a:p>
      </dsp:txBody>
      <dsp:txXfrm>
        <a:off x="1061864" y="1058769"/>
        <a:ext cx="1709683" cy="551256"/>
      </dsp:txXfrm>
    </dsp:sp>
    <dsp:sp modelId="{28A90088-1D74-4647-BC3B-F17F2E584608}">
      <dsp:nvSpPr>
        <dsp:cNvPr id="0" name=""/>
        <dsp:cNvSpPr/>
      </dsp:nvSpPr>
      <dsp:spPr>
        <a:xfrm>
          <a:off x="121254" y="1787764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Why reuse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.?</a:t>
          </a:r>
          <a:endParaRPr lang="en-US" sz="1200" kern="1200" dirty="0"/>
        </a:p>
      </dsp:txBody>
      <dsp:txXfrm>
        <a:off x="121254" y="1787764"/>
        <a:ext cx="1025937" cy="512968"/>
      </dsp:txXfrm>
    </dsp:sp>
    <dsp:sp modelId="{EF3A83E1-5846-4AE9-8B47-6582C37CA326}">
      <dsp:nvSpPr>
        <dsp:cNvPr id="0" name=""/>
        <dsp:cNvSpPr/>
      </dsp:nvSpPr>
      <dsp:spPr>
        <a:xfrm>
          <a:off x="1362638" y="177000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Dimension of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1362638" y="1770005"/>
        <a:ext cx="1025937" cy="512968"/>
      </dsp:txXfrm>
    </dsp:sp>
    <dsp:sp modelId="{6089E11F-BF5E-4711-A0AB-4B535BBD87AC}">
      <dsp:nvSpPr>
        <dsp:cNvPr id="0" name=""/>
        <dsp:cNvSpPr/>
      </dsp:nvSpPr>
      <dsp:spPr>
        <a:xfrm>
          <a:off x="1619123" y="2498421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Extent of reuse</a:t>
          </a:r>
          <a:endParaRPr lang="en-US" sz="1200" kern="1200" dirty="0"/>
        </a:p>
      </dsp:txBody>
      <dsp:txXfrm>
        <a:off x="1619123" y="2498421"/>
        <a:ext cx="1025937" cy="512968"/>
      </dsp:txXfrm>
    </dsp:sp>
    <dsp:sp modelId="{61355184-721D-460C-9831-1A874659A4FE}">
      <dsp:nvSpPr>
        <dsp:cNvPr id="0" name=""/>
        <dsp:cNvSpPr/>
      </dsp:nvSpPr>
      <dsp:spPr>
        <a:xfrm>
          <a:off x="1619123" y="3226836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Extent of </a:t>
          </a:r>
          <a:r>
            <a:rPr lang="en-US" sz="1200" kern="1200" dirty="0" err="1" smtClean="0"/>
            <a:t>modi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1619123" y="3226836"/>
        <a:ext cx="1025937" cy="512968"/>
      </dsp:txXfrm>
    </dsp:sp>
    <dsp:sp modelId="{2D40033F-C0EB-436E-B48B-D4F7F12D24D6}">
      <dsp:nvSpPr>
        <dsp:cNvPr id="0" name=""/>
        <dsp:cNvSpPr/>
      </dsp:nvSpPr>
      <dsp:spPr>
        <a:xfrm>
          <a:off x="1619123" y="3955252"/>
          <a:ext cx="1025937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Reuse mechanism</a:t>
          </a:r>
          <a:endParaRPr lang="en-US" sz="1200" kern="1200" dirty="0"/>
        </a:p>
      </dsp:txBody>
      <dsp:txXfrm>
        <a:off x="1619123" y="3955252"/>
        <a:ext cx="1025937" cy="512968"/>
      </dsp:txXfrm>
    </dsp:sp>
    <dsp:sp modelId="{A792E48B-E59F-426E-B59E-25883EE0DF31}">
      <dsp:nvSpPr>
        <dsp:cNvPr id="0" name=""/>
        <dsp:cNvSpPr/>
      </dsp:nvSpPr>
      <dsp:spPr>
        <a:xfrm>
          <a:off x="2604023" y="177000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Types of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2604023" y="1770005"/>
        <a:ext cx="1025937" cy="512968"/>
      </dsp:txXfrm>
    </dsp:sp>
    <dsp:sp modelId="{233CC64B-B3D0-422F-9F57-FFF7A5ACA7B1}">
      <dsp:nvSpPr>
        <dsp:cNvPr id="0" name=""/>
        <dsp:cNvSpPr/>
      </dsp:nvSpPr>
      <dsp:spPr>
        <a:xfrm>
          <a:off x="2860507" y="2498421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Within a product</a:t>
          </a:r>
          <a:endParaRPr lang="en-US" sz="1200" kern="1200" dirty="0"/>
        </a:p>
      </dsp:txBody>
      <dsp:txXfrm>
        <a:off x="2860507" y="2498421"/>
        <a:ext cx="1011840" cy="512968"/>
      </dsp:txXfrm>
    </dsp:sp>
    <dsp:sp modelId="{143DE19C-7D84-4338-B392-FD35CE1BC79B}">
      <dsp:nvSpPr>
        <dsp:cNvPr id="0" name=""/>
        <dsp:cNvSpPr/>
      </dsp:nvSpPr>
      <dsp:spPr>
        <a:xfrm>
          <a:off x="2860507" y="3226836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Across a product lines</a:t>
          </a:r>
          <a:endParaRPr lang="en-US" sz="1200" kern="1200" dirty="0"/>
        </a:p>
      </dsp:txBody>
      <dsp:txXfrm>
        <a:off x="2860507" y="3226836"/>
        <a:ext cx="1011840" cy="512968"/>
      </dsp:txXfrm>
    </dsp:sp>
    <dsp:sp modelId="{2C57B994-79A8-41A5-8FD7-0E043D593367}">
      <dsp:nvSpPr>
        <dsp:cNvPr id="0" name=""/>
        <dsp:cNvSpPr/>
      </dsp:nvSpPr>
      <dsp:spPr>
        <a:xfrm>
          <a:off x="2860507" y="3955252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Across a biz domain</a:t>
          </a:r>
          <a:endParaRPr lang="en-US" sz="1200" kern="1200" dirty="0"/>
        </a:p>
      </dsp:txBody>
      <dsp:txXfrm>
        <a:off x="2860507" y="3955252"/>
        <a:ext cx="1011840" cy="512968"/>
      </dsp:txXfrm>
    </dsp:sp>
    <dsp:sp modelId="{68532205-FE94-453F-8FB3-79E73AE47C4E}">
      <dsp:nvSpPr>
        <dsp:cNvPr id="0" name=""/>
        <dsp:cNvSpPr/>
      </dsp:nvSpPr>
      <dsp:spPr>
        <a:xfrm>
          <a:off x="2860507" y="4683667"/>
          <a:ext cx="1011840" cy="51296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Within a platform</a:t>
          </a:r>
          <a:endParaRPr lang="en-US" sz="1200" kern="1200" dirty="0"/>
        </a:p>
      </dsp:txBody>
      <dsp:txXfrm>
        <a:off x="2860507" y="4683667"/>
        <a:ext cx="1011840" cy="512968"/>
      </dsp:txXfrm>
    </dsp:sp>
    <dsp:sp modelId="{02B28F85-DE51-42FF-859E-1DD3A478F426}">
      <dsp:nvSpPr>
        <dsp:cNvPr id="0" name=""/>
        <dsp:cNvSpPr/>
      </dsp:nvSpPr>
      <dsp:spPr>
        <a:xfrm>
          <a:off x="3701473" y="1058769"/>
          <a:ext cx="1709683" cy="55125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Common reuse scenarios</a:t>
          </a:r>
          <a:endParaRPr lang="en-US" sz="1200" kern="1200" dirty="0"/>
        </a:p>
      </dsp:txBody>
      <dsp:txXfrm>
        <a:off x="3701473" y="1058769"/>
        <a:ext cx="1709683" cy="551256"/>
      </dsp:txXfrm>
    </dsp:sp>
    <dsp:sp modelId="{9449DAAE-E410-44C5-A07D-A0445C0B7E6B}">
      <dsp:nvSpPr>
        <dsp:cNvPr id="0" name=""/>
        <dsp:cNvSpPr/>
      </dsp:nvSpPr>
      <dsp:spPr>
        <a:xfrm>
          <a:off x="4087795" y="1787764"/>
          <a:ext cx="1333985" cy="4659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SW product lines</a:t>
          </a:r>
          <a:endParaRPr lang="en-US" sz="1200" kern="1200" dirty="0"/>
        </a:p>
      </dsp:txBody>
      <dsp:txXfrm>
        <a:off x="4087795" y="1787764"/>
        <a:ext cx="1333985" cy="465929"/>
      </dsp:txXfrm>
    </dsp:sp>
    <dsp:sp modelId="{83491CF3-E0A8-41F0-8748-5B85D6C90040}">
      <dsp:nvSpPr>
        <dsp:cNvPr id="0" name=""/>
        <dsp:cNvSpPr/>
      </dsp:nvSpPr>
      <dsp:spPr>
        <a:xfrm>
          <a:off x="4087795" y="2451382"/>
          <a:ext cx="1314071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Reengineered and replacement systems</a:t>
          </a:r>
          <a:endParaRPr lang="en-US" sz="1200" kern="1200" dirty="0"/>
        </a:p>
      </dsp:txBody>
      <dsp:txXfrm>
        <a:off x="4087795" y="2451382"/>
        <a:ext cx="1314071" cy="512968"/>
      </dsp:txXfrm>
    </dsp:sp>
    <dsp:sp modelId="{4140A25E-4F9D-44DB-85AB-432AE99FA579}">
      <dsp:nvSpPr>
        <dsp:cNvPr id="0" name=""/>
        <dsp:cNvSpPr/>
      </dsp:nvSpPr>
      <dsp:spPr>
        <a:xfrm>
          <a:off x="4087795" y="3179797"/>
          <a:ext cx="1314071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Other likely reuse opportunities</a:t>
          </a:r>
          <a:endParaRPr lang="en-US" sz="1200" kern="1200" dirty="0"/>
        </a:p>
      </dsp:txBody>
      <dsp:txXfrm>
        <a:off x="4087795" y="3179797"/>
        <a:ext cx="1314071" cy="512968"/>
      </dsp:txXfrm>
    </dsp:sp>
    <dsp:sp modelId="{B4DA07B5-29B3-4442-A69E-055EEC652BE8}">
      <dsp:nvSpPr>
        <dsp:cNvPr id="0" name=""/>
        <dsp:cNvSpPr/>
      </dsp:nvSpPr>
      <dsp:spPr>
        <a:xfrm>
          <a:off x="5585504" y="1021061"/>
          <a:ext cx="1482171" cy="46592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Requirement patterns</a:t>
          </a:r>
          <a:endParaRPr lang="en-US" sz="1200" kern="1200" dirty="0"/>
        </a:p>
      </dsp:txBody>
      <dsp:txXfrm>
        <a:off x="5585504" y="1021061"/>
        <a:ext cx="1482171" cy="465929"/>
      </dsp:txXfrm>
    </dsp:sp>
    <dsp:sp modelId="{B3DA1D68-D7FF-4520-90A3-C4A2EA0D76C0}">
      <dsp:nvSpPr>
        <dsp:cNvPr id="0" name=""/>
        <dsp:cNvSpPr/>
      </dsp:nvSpPr>
      <dsp:spPr>
        <a:xfrm>
          <a:off x="5956047" y="1684678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Guidance</a:t>
          </a:r>
          <a:endParaRPr lang="en-US" sz="1200" kern="1200" dirty="0"/>
        </a:p>
      </dsp:txBody>
      <dsp:txXfrm>
        <a:off x="5956047" y="1684678"/>
        <a:ext cx="1025937" cy="512968"/>
      </dsp:txXfrm>
    </dsp:sp>
    <dsp:sp modelId="{F734AC47-D381-46DB-B2D4-DC1F52ACEE63}">
      <dsp:nvSpPr>
        <dsp:cNvPr id="0" name=""/>
        <dsp:cNvSpPr/>
      </dsp:nvSpPr>
      <dsp:spPr>
        <a:xfrm>
          <a:off x="5956047" y="2413094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Content</a:t>
          </a:r>
          <a:endParaRPr lang="en-US" sz="1200" kern="1200" dirty="0"/>
        </a:p>
      </dsp:txBody>
      <dsp:txXfrm>
        <a:off x="5956047" y="2413094"/>
        <a:ext cx="1025937" cy="512968"/>
      </dsp:txXfrm>
    </dsp:sp>
    <dsp:sp modelId="{E192499E-D6C9-4477-9E52-000FB12127F3}">
      <dsp:nvSpPr>
        <dsp:cNvPr id="0" name=""/>
        <dsp:cNvSpPr/>
      </dsp:nvSpPr>
      <dsp:spPr>
        <a:xfrm>
          <a:off x="5956047" y="3141509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Template</a:t>
          </a:r>
          <a:endParaRPr lang="en-US" sz="1200" kern="1200" dirty="0"/>
        </a:p>
      </dsp:txBody>
      <dsp:txXfrm>
        <a:off x="5956047" y="3141509"/>
        <a:ext cx="1025937" cy="512968"/>
      </dsp:txXfrm>
    </dsp:sp>
    <dsp:sp modelId="{57AFD1CE-DC32-43B5-9BC3-E8114FE21F3D}">
      <dsp:nvSpPr>
        <dsp:cNvPr id="0" name=""/>
        <dsp:cNvSpPr/>
      </dsp:nvSpPr>
      <dsp:spPr>
        <a:xfrm>
          <a:off x="5956047" y="3869925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Examples</a:t>
          </a:r>
          <a:endParaRPr lang="en-US" sz="1200" kern="1200" dirty="0"/>
        </a:p>
      </dsp:txBody>
      <dsp:txXfrm>
        <a:off x="5956047" y="3869925"/>
        <a:ext cx="1025937" cy="512968"/>
      </dsp:txXfrm>
    </dsp:sp>
    <dsp:sp modelId="{606E0F95-4779-4D9A-B606-9ABA993A565C}">
      <dsp:nvSpPr>
        <dsp:cNvPr id="0" name=""/>
        <dsp:cNvSpPr/>
      </dsp:nvSpPr>
      <dsp:spPr>
        <a:xfrm>
          <a:off x="5956047" y="4598340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Extra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</a:t>
          </a:r>
          <a:endParaRPr lang="en-US" sz="1200" kern="1200" dirty="0"/>
        </a:p>
      </dsp:txBody>
      <dsp:txXfrm>
        <a:off x="5956047" y="4598340"/>
        <a:ext cx="1025937" cy="512968"/>
      </dsp:txXfrm>
    </dsp:sp>
    <dsp:sp modelId="{6B6FF532-E374-4C3C-9AE6-B33C87D175C6}">
      <dsp:nvSpPr>
        <dsp:cNvPr id="0" name=""/>
        <dsp:cNvSpPr/>
      </dsp:nvSpPr>
      <dsp:spPr>
        <a:xfrm>
          <a:off x="7283123" y="1021061"/>
          <a:ext cx="1025937" cy="51296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Reqs</a:t>
          </a:r>
          <a:r>
            <a:rPr lang="en-US" sz="1200" kern="1200" dirty="0" smtClean="0"/>
            <a:t>. Reuse</a:t>
          </a:r>
          <a:endParaRPr lang="en-US" sz="1200" kern="1200" dirty="0"/>
        </a:p>
      </dsp:txBody>
      <dsp:txXfrm>
        <a:off x="7283123" y="1021061"/>
        <a:ext cx="1025937" cy="512968"/>
      </dsp:txXfrm>
    </dsp:sp>
    <dsp:sp modelId="{227A08CA-BFBC-4122-A1D1-26AA79400F13}">
      <dsp:nvSpPr>
        <dsp:cNvPr id="0" name=""/>
        <dsp:cNvSpPr/>
      </dsp:nvSpPr>
      <dsp:spPr>
        <a:xfrm>
          <a:off x="7539607" y="1731717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Barriers factors</a:t>
          </a:r>
          <a:endParaRPr lang="en-US" sz="1200" kern="1200" dirty="0"/>
        </a:p>
      </dsp:txBody>
      <dsp:txXfrm>
        <a:off x="7539607" y="1731717"/>
        <a:ext cx="1025937" cy="512968"/>
      </dsp:txXfrm>
    </dsp:sp>
    <dsp:sp modelId="{589131A9-2313-485B-AD88-1EFA955AFF10}">
      <dsp:nvSpPr>
        <dsp:cNvPr id="0" name=""/>
        <dsp:cNvSpPr/>
      </dsp:nvSpPr>
      <dsp:spPr>
        <a:xfrm>
          <a:off x="7539607" y="2460133"/>
          <a:ext cx="1025937" cy="51296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Success factors</a:t>
          </a:r>
          <a:endParaRPr lang="en-US" sz="1200" kern="1200" dirty="0"/>
        </a:p>
      </dsp:txBody>
      <dsp:txXfrm>
        <a:off x="7539607" y="2460133"/>
        <a:ext cx="1025937" cy="512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DF9D5-45C9-489E-B678-5E07A2FF46E4}">
      <dsp:nvSpPr>
        <dsp:cNvPr id="0" name=""/>
        <dsp:cNvSpPr/>
      </dsp:nvSpPr>
      <dsp:spPr>
        <a:xfrm>
          <a:off x="4298315" y="1371651"/>
          <a:ext cx="3894400" cy="3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641"/>
              </a:lnTo>
              <a:lnTo>
                <a:pt x="3894400" y="292641"/>
              </a:lnTo>
              <a:lnTo>
                <a:pt x="3894400" y="39591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058C1-40FD-4BF4-B325-DDBF7F95D6CE}">
      <dsp:nvSpPr>
        <dsp:cNvPr id="0" name=""/>
        <dsp:cNvSpPr/>
      </dsp:nvSpPr>
      <dsp:spPr>
        <a:xfrm>
          <a:off x="4298315" y="1371651"/>
          <a:ext cx="2704339" cy="3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641"/>
              </a:lnTo>
              <a:lnTo>
                <a:pt x="2704339" y="292641"/>
              </a:lnTo>
              <a:lnTo>
                <a:pt x="2704339" y="39591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BA4532-F8E7-4798-9780-2CBF03640715}">
      <dsp:nvSpPr>
        <dsp:cNvPr id="0" name=""/>
        <dsp:cNvSpPr/>
      </dsp:nvSpPr>
      <dsp:spPr>
        <a:xfrm>
          <a:off x="5419185" y="2259324"/>
          <a:ext cx="147528" cy="184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020"/>
              </a:lnTo>
              <a:lnTo>
                <a:pt x="147528" y="184902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539635-C2FD-4939-BAB8-AFBF5C69DBC9}">
      <dsp:nvSpPr>
        <dsp:cNvPr id="0" name=""/>
        <dsp:cNvSpPr/>
      </dsp:nvSpPr>
      <dsp:spPr>
        <a:xfrm>
          <a:off x="5419185" y="2259324"/>
          <a:ext cx="147528" cy="1150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0719"/>
              </a:lnTo>
              <a:lnTo>
                <a:pt x="147528" y="115071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CBB063-4818-4B89-A2DA-2C77A22E32C5}">
      <dsp:nvSpPr>
        <dsp:cNvPr id="0" name=""/>
        <dsp:cNvSpPr/>
      </dsp:nvSpPr>
      <dsp:spPr>
        <a:xfrm>
          <a:off x="5419185" y="2259324"/>
          <a:ext cx="147528" cy="4524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2419"/>
              </a:lnTo>
              <a:lnTo>
                <a:pt x="147528" y="45241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6ACEC-BD58-4170-B91A-1AA1D1DF77F0}">
      <dsp:nvSpPr>
        <dsp:cNvPr id="0" name=""/>
        <dsp:cNvSpPr/>
      </dsp:nvSpPr>
      <dsp:spPr>
        <a:xfrm>
          <a:off x="4298315" y="1371651"/>
          <a:ext cx="1514278" cy="3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641"/>
              </a:lnTo>
              <a:lnTo>
                <a:pt x="1514278" y="292641"/>
              </a:lnTo>
              <a:lnTo>
                <a:pt x="1514278" y="39591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AD592-AB88-4251-977A-23D417AF9F0E}">
      <dsp:nvSpPr>
        <dsp:cNvPr id="0" name=""/>
        <dsp:cNvSpPr/>
      </dsp:nvSpPr>
      <dsp:spPr>
        <a:xfrm>
          <a:off x="3835489" y="2231254"/>
          <a:ext cx="213133" cy="1133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3695"/>
              </a:lnTo>
              <a:lnTo>
                <a:pt x="213133" y="113369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7D2DC-D98D-48DB-A444-1B3BB3C111EF}">
      <dsp:nvSpPr>
        <dsp:cNvPr id="0" name=""/>
        <dsp:cNvSpPr/>
      </dsp:nvSpPr>
      <dsp:spPr>
        <a:xfrm>
          <a:off x="3835489" y="2231254"/>
          <a:ext cx="213133" cy="435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395"/>
              </a:lnTo>
              <a:lnTo>
                <a:pt x="213133" y="43539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33A9D-9480-40FB-A4DF-EE1E2E7E401E}">
      <dsp:nvSpPr>
        <dsp:cNvPr id="0" name=""/>
        <dsp:cNvSpPr/>
      </dsp:nvSpPr>
      <dsp:spPr>
        <a:xfrm>
          <a:off x="4298315" y="1371651"/>
          <a:ext cx="105531" cy="4129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666"/>
              </a:lnTo>
              <a:lnTo>
                <a:pt x="105531" y="309666"/>
              </a:lnTo>
              <a:lnTo>
                <a:pt x="105531" y="41293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7C57BC-0E68-4E25-9D4A-D3542769DA95}">
      <dsp:nvSpPr>
        <dsp:cNvPr id="0" name=""/>
        <dsp:cNvSpPr/>
      </dsp:nvSpPr>
      <dsp:spPr>
        <a:xfrm>
          <a:off x="2051161" y="2349203"/>
          <a:ext cx="206449" cy="1750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0751"/>
              </a:lnTo>
              <a:lnTo>
                <a:pt x="206449" y="175075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6B8EB-44F2-47F3-AF73-B274E07D3437}">
      <dsp:nvSpPr>
        <dsp:cNvPr id="0" name=""/>
        <dsp:cNvSpPr/>
      </dsp:nvSpPr>
      <dsp:spPr>
        <a:xfrm>
          <a:off x="2051161" y="2349203"/>
          <a:ext cx="206449" cy="1052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451"/>
              </a:lnTo>
              <a:lnTo>
                <a:pt x="206449" y="105245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33A23-B9E7-4732-917C-5D66B726362F}">
      <dsp:nvSpPr>
        <dsp:cNvPr id="0" name=""/>
        <dsp:cNvSpPr/>
      </dsp:nvSpPr>
      <dsp:spPr>
        <a:xfrm>
          <a:off x="2051161" y="2349203"/>
          <a:ext cx="206449" cy="3937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723"/>
              </a:lnTo>
              <a:lnTo>
                <a:pt x="206449" y="3937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6BAA9-2B9D-4F2A-B565-A2DCB6505964}">
      <dsp:nvSpPr>
        <dsp:cNvPr id="0" name=""/>
        <dsp:cNvSpPr/>
      </dsp:nvSpPr>
      <dsp:spPr>
        <a:xfrm>
          <a:off x="2706761" y="1371651"/>
          <a:ext cx="1591553" cy="449085"/>
        </a:xfrm>
        <a:custGeom>
          <a:avLst/>
          <a:gdLst/>
          <a:ahLst/>
          <a:cxnLst/>
          <a:rect l="0" t="0" r="0" b="0"/>
          <a:pathLst>
            <a:path>
              <a:moveTo>
                <a:pt x="1591553" y="0"/>
              </a:moveTo>
              <a:lnTo>
                <a:pt x="1591553" y="345815"/>
              </a:lnTo>
              <a:lnTo>
                <a:pt x="0" y="345815"/>
              </a:lnTo>
              <a:lnTo>
                <a:pt x="0" y="4490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B6368-5A8B-4732-8055-E965E07397C0}">
      <dsp:nvSpPr>
        <dsp:cNvPr id="0" name=""/>
        <dsp:cNvSpPr/>
      </dsp:nvSpPr>
      <dsp:spPr>
        <a:xfrm>
          <a:off x="205623" y="2349203"/>
          <a:ext cx="206449" cy="17958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846"/>
              </a:lnTo>
              <a:lnTo>
                <a:pt x="206449" y="179584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06763-7CD0-41E0-8047-44C9999C84AA}">
      <dsp:nvSpPr>
        <dsp:cNvPr id="0" name=""/>
        <dsp:cNvSpPr/>
      </dsp:nvSpPr>
      <dsp:spPr>
        <a:xfrm>
          <a:off x="205623" y="2349203"/>
          <a:ext cx="206449" cy="1097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545"/>
              </a:lnTo>
              <a:lnTo>
                <a:pt x="206449" y="10975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5B176-3147-4D45-9EF8-CF91B612166F}">
      <dsp:nvSpPr>
        <dsp:cNvPr id="0" name=""/>
        <dsp:cNvSpPr/>
      </dsp:nvSpPr>
      <dsp:spPr>
        <a:xfrm>
          <a:off x="205623" y="2349203"/>
          <a:ext cx="206449" cy="416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6270"/>
              </a:lnTo>
              <a:lnTo>
                <a:pt x="206449" y="416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371B5-9FE0-4A41-B872-D27DD755166A}">
      <dsp:nvSpPr>
        <dsp:cNvPr id="0" name=""/>
        <dsp:cNvSpPr/>
      </dsp:nvSpPr>
      <dsp:spPr>
        <a:xfrm>
          <a:off x="861222" y="1371651"/>
          <a:ext cx="3437092" cy="449085"/>
        </a:xfrm>
        <a:custGeom>
          <a:avLst/>
          <a:gdLst/>
          <a:ahLst/>
          <a:cxnLst/>
          <a:rect l="0" t="0" r="0" b="0"/>
          <a:pathLst>
            <a:path>
              <a:moveTo>
                <a:pt x="3437092" y="0"/>
              </a:moveTo>
              <a:lnTo>
                <a:pt x="3437092" y="345815"/>
              </a:lnTo>
              <a:lnTo>
                <a:pt x="0" y="345815"/>
              </a:lnTo>
              <a:lnTo>
                <a:pt x="0" y="4490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3C8968-31FF-46A5-BCB3-A2E771257413}">
      <dsp:nvSpPr>
        <dsp:cNvPr id="0" name=""/>
        <dsp:cNvSpPr/>
      </dsp:nvSpPr>
      <dsp:spPr>
        <a:xfrm>
          <a:off x="2431842" y="617173"/>
          <a:ext cx="3732945" cy="75447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Chapter 19 – Beyond requirements development</a:t>
          </a:r>
          <a:endParaRPr lang="en-US" sz="1600" kern="1200" dirty="0"/>
        </a:p>
      </dsp:txBody>
      <dsp:txXfrm>
        <a:off x="2431842" y="617173"/>
        <a:ext cx="3732945" cy="754478"/>
      </dsp:txXfrm>
    </dsp:sp>
    <dsp:sp modelId="{C9422C4E-2B02-4D33-A16B-EF7B187ECAB7}">
      <dsp:nvSpPr>
        <dsp:cNvPr id="0" name=""/>
        <dsp:cNvSpPr/>
      </dsp:nvSpPr>
      <dsp:spPr>
        <a:xfrm>
          <a:off x="41723" y="1820737"/>
          <a:ext cx="1638999" cy="52846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The effects of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on </a:t>
          </a:r>
          <a:br>
            <a:rPr lang="en-US" sz="1200" kern="1200" dirty="0" smtClean="0"/>
          </a:br>
          <a:r>
            <a:rPr lang="en-US" sz="1200" kern="1200" dirty="0" smtClean="0"/>
            <a:t>SW dev.</a:t>
          </a:r>
          <a:endParaRPr lang="en-US" sz="1200" kern="1200" dirty="0"/>
        </a:p>
      </dsp:txBody>
      <dsp:txXfrm>
        <a:off x="41723" y="1820737"/>
        <a:ext cx="1638999" cy="528465"/>
      </dsp:txXfrm>
    </dsp:sp>
    <dsp:sp modelId="{28A90088-1D74-4647-BC3B-F17F2E584608}">
      <dsp:nvSpPr>
        <dsp:cNvPr id="0" name=""/>
        <dsp:cNvSpPr/>
      </dsp:nvSpPr>
      <dsp:spPr>
        <a:xfrm>
          <a:off x="412073" y="2519593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Project plans</a:t>
          </a:r>
          <a:endParaRPr lang="en-US" sz="1200" kern="1200" dirty="0"/>
        </a:p>
      </dsp:txBody>
      <dsp:txXfrm>
        <a:off x="412073" y="2519593"/>
        <a:ext cx="983521" cy="491760"/>
      </dsp:txXfrm>
    </dsp:sp>
    <dsp:sp modelId="{EF3A83E1-5846-4AE9-8B47-6582C37CA326}">
      <dsp:nvSpPr>
        <dsp:cNvPr id="0" name=""/>
        <dsp:cNvSpPr/>
      </dsp:nvSpPr>
      <dsp:spPr>
        <a:xfrm>
          <a:off x="412073" y="3200868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Designs &amp; code</a:t>
          </a:r>
          <a:endParaRPr lang="en-US" sz="1200" kern="1200" dirty="0"/>
        </a:p>
      </dsp:txBody>
      <dsp:txXfrm>
        <a:off x="412073" y="3200868"/>
        <a:ext cx="983521" cy="491760"/>
      </dsp:txXfrm>
    </dsp:sp>
    <dsp:sp modelId="{A792E48B-E59F-426E-B59E-25883EE0DF31}">
      <dsp:nvSpPr>
        <dsp:cNvPr id="0" name=""/>
        <dsp:cNvSpPr/>
      </dsp:nvSpPr>
      <dsp:spPr>
        <a:xfrm>
          <a:off x="412073" y="3899169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Tests</a:t>
          </a:r>
          <a:endParaRPr lang="en-US" sz="1200" kern="1200" dirty="0"/>
        </a:p>
      </dsp:txBody>
      <dsp:txXfrm>
        <a:off x="412073" y="3899169"/>
        <a:ext cx="983521" cy="491760"/>
      </dsp:txXfrm>
    </dsp:sp>
    <dsp:sp modelId="{02B28F85-DE51-42FF-859E-1DD3A478F426}">
      <dsp:nvSpPr>
        <dsp:cNvPr id="0" name=""/>
        <dsp:cNvSpPr/>
      </dsp:nvSpPr>
      <dsp:spPr>
        <a:xfrm>
          <a:off x="1887261" y="1820737"/>
          <a:ext cx="1638999" cy="52846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Estimating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effort</a:t>
          </a:r>
          <a:endParaRPr lang="en-US" sz="1200" kern="1200" dirty="0"/>
        </a:p>
      </dsp:txBody>
      <dsp:txXfrm>
        <a:off x="1887261" y="1820737"/>
        <a:ext cx="1638999" cy="528465"/>
      </dsp:txXfrm>
    </dsp:sp>
    <dsp:sp modelId="{9449DAAE-E410-44C5-A07D-A0445C0B7E6B}">
      <dsp:nvSpPr>
        <dsp:cNvPr id="0" name=""/>
        <dsp:cNvSpPr/>
      </dsp:nvSpPr>
      <dsp:spPr>
        <a:xfrm>
          <a:off x="2257611" y="2519593"/>
          <a:ext cx="1278833" cy="44666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Time/Schedule estimation</a:t>
          </a:r>
          <a:endParaRPr lang="en-US" sz="1200" kern="1200" dirty="0"/>
        </a:p>
      </dsp:txBody>
      <dsp:txXfrm>
        <a:off x="2257611" y="2519593"/>
        <a:ext cx="1278833" cy="446666"/>
      </dsp:txXfrm>
    </dsp:sp>
    <dsp:sp modelId="{83491CF3-E0A8-41F0-8748-5B85D6C90040}">
      <dsp:nvSpPr>
        <dsp:cNvPr id="0" name=""/>
        <dsp:cNvSpPr/>
      </dsp:nvSpPr>
      <dsp:spPr>
        <a:xfrm>
          <a:off x="2257611" y="3155774"/>
          <a:ext cx="1259743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Effort estimation</a:t>
          </a:r>
          <a:endParaRPr lang="en-US" sz="1200" kern="1200" dirty="0"/>
        </a:p>
      </dsp:txBody>
      <dsp:txXfrm>
        <a:off x="2257611" y="3155774"/>
        <a:ext cx="1259743" cy="491760"/>
      </dsp:txXfrm>
    </dsp:sp>
    <dsp:sp modelId="{4140A25E-4F9D-44DB-85AB-432AE99FA579}">
      <dsp:nvSpPr>
        <dsp:cNvPr id="0" name=""/>
        <dsp:cNvSpPr/>
      </dsp:nvSpPr>
      <dsp:spPr>
        <a:xfrm>
          <a:off x="2257611" y="3854074"/>
          <a:ext cx="1259743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solidFill>
                <a:srgbClr val="FF0000"/>
              </a:solidFill>
            </a:rPr>
            <a:t>15 to 18 </a:t>
          </a:r>
          <a:r>
            <a:rPr lang="en-US" sz="1200" kern="1200" dirty="0" smtClean="0"/>
            <a:t>percent of their total effort</a:t>
          </a:r>
          <a:endParaRPr lang="en-US" sz="1200" kern="1200" dirty="0"/>
        </a:p>
      </dsp:txBody>
      <dsp:txXfrm>
        <a:off x="2257611" y="3854074"/>
        <a:ext cx="1259743" cy="491760"/>
      </dsp:txXfrm>
    </dsp:sp>
    <dsp:sp modelId="{B4DA07B5-29B3-4442-A69E-055EEC652BE8}">
      <dsp:nvSpPr>
        <dsp:cNvPr id="0" name=""/>
        <dsp:cNvSpPr/>
      </dsp:nvSpPr>
      <dsp:spPr>
        <a:xfrm>
          <a:off x="3693400" y="1784588"/>
          <a:ext cx="1420893" cy="44666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From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to</a:t>
          </a:r>
          <a:br>
            <a:rPr lang="en-US" sz="1200" kern="1200" dirty="0" smtClean="0"/>
          </a:br>
          <a:r>
            <a:rPr lang="en-US" sz="1200" kern="1200" dirty="0" smtClean="0"/>
            <a:t> project plans</a:t>
          </a:r>
          <a:endParaRPr lang="en-US" sz="1200" kern="1200" dirty="0"/>
        </a:p>
      </dsp:txBody>
      <dsp:txXfrm>
        <a:off x="3693400" y="1784588"/>
        <a:ext cx="1420893" cy="446666"/>
      </dsp:txXfrm>
    </dsp:sp>
    <dsp:sp modelId="{B3DA1D68-D7FF-4520-90A3-C4A2EA0D76C0}">
      <dsp:nvSpPr>
        <dsp:cNvPr id="0" name=""/>
        <dsp:cNvSpPr/>
      </dsp:nvSpPr>
      <dsp:spPr>
        <a:xfrm>
          <a:off x="4048623" y="2420769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Estimating project size and effort</a:t>
          </a:r>
          <a:endParaRPr lang="en-US" sz="1200" kern="1200" dirty="0"/>
        </a:p>
      </dsp:txBody>
      <dsp:txXfrm>
        <a:off x="4048623" y="2420769"/>
        <a:ext cx="983521" cy="491760"/>
      </dsp:txXfrm>
    </dsp:sp>
    <dsp:sp modelId="{F734AC47-D381-46DB-B2D4-DC1F52ACEE63}">
      <dsp:nvSpPr>
        <dsp:cNvPr id="0" name=""/>
        <dsp:cNvSpPr/>
      </dsp:nvSpPr>
      <dsp:spPr>
        <a:xfrm>
          <a:off x="4048623" y="3119069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Requirements and scheduling</a:t>
          </a:r>
          <a:endParaRPr lang="en-US" sz="1200" kern="1200" dirty="0"/>
        </a:p>
      </dsp:txBody>
      <dsp:txXfrm>
        <a:off x="4048623" y="3119069"/>
        <a:ext cx="983521" cy="491760"/>
      </dsp:txXfrm>
    </dsp:sp>
    <dsp:sp modelId="{606E0F95-4779-4D9A-B606-9ABA993A565C}">
      <dsp:nvSpPr>
        <dsp:cNvPr id="0" name=""/>
        <dsp:cNvSpPr/>
      </dsp:nvSpPr>
      <dsp:spPr>
        <a:xfrm>
          <a:off x="5320833" y="1767563"/>
          <a:ext cx="983521" cy="49176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From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to </a:t>
          </a:r>
          <a:br>
            <a:rPr lang="en-US" sz="1200" kern="1200" dirty="0" smtClean="0"/>
          </a:br>
          <a:r>
            <a:rPr lang="en-US" sz="1200" kern="1200" dirty="0" smtClean="0"/>
            <a:t>designs and code</a:t>
          </a:r>
          <a:endParaRPr lang="en-US" sz="1200" kern="1200" dirty="0"/>
        </a:p>
      </dsp:txBody>
      <dsp:txXfrm>
        <a:off x="5320833" y="1767563"/>
        <a:ext cx="983521" cy="491760"/>
      </dsp:txXfrm>
    </dsp:sp>
    <dsp:sp modelId="{589131A9-2313-485B-AD88-1EFA955AFF10}">
      <dsp:nvSpPr>
        <dsp:cNvPr id="0" name=""/>
        <dsp:cNvSpPr/>
      </dsp:nvSpPr>
      <dsp:spPr>
        <a:xfrm>
          <a:off x="5566713" y="2465863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Architecture and allocation</a:t>
          </a:r>
          <a:endParaRPr lang="en-US" sz="1200" kern="1200" dirty="0"/>
        </a:p>
      </dsp:txBody>
      <dsp:txXfrm>
        <a:off x="5566713" y="2465863"/>
        <a:ext cx="983521" cy="491760"/>
      </dsp:txXfrm>
    </dsp:sp>
    <dsp:sp modelId="{74E4A70D-5810-4D9C-A3D2-65C791309DA0}">
      <dsp:nvSpPr>
        <dsp:cNvPr id="0" name=""/>
        <dsp:cNvSpPr/>
      </dsp:nvSpPr>
      <dsp:spPr>
        <a:xfrm>
          <a:off x="5566713" y="3164163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Software design</a:t>
          </a:r>
          <a:endParaRPr lang="en-US" sz="1200" kern="1200" dirty="0"/>
        </a:p>
      </dsp:txBody>
      <dsp:txXfrm>
        <a:off x="5566713" y="3164163"/>
        <a:ext cx="983521" cy="491760"/>
      </dsp:txXfrm>
    </dsp:sp>
    <dsp:sp modelId="{C549B331-5CE4-4056-AB3B-62EF9C6CA40C}">
      <dsp:nvSpPr>
        <dsp:cNvPr id="0" name=""/>
        <dsp:cNvSpPr/>
      </dsp:nvSpPr>
      <dsp:spPr>
        <a:xfrm>
          <a:off x="5566713" y="3862464"/>
          <a:ext cx="983521" cy="491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User interface design</a:t>
          </a:r>
          <a:endParaRPr lang="en-US" sz="1200" kern="1200" dirty="0"/>
        </a:p>
      </dsp:txBody>
      <dsp:txXfrm>
        <a:off x="5566713" y="3862464"/>
        <a:ext cx="983521" cy="491760"/>
      </dsp:txXfrm>
    </dsp:sp>
    <dsp:sp modelId="{3F52AB9C-5CC4-4A12-957C-C11412B38A0E}">
      <dsp:nvSpPr>
        <dsp:cNvPr id="0" name=""/>
        <dsp:cNvSpPr/>
      </dsp:nvSpPr>
      <dsp:spPr>
        <a:xfrm>
          <a:off x="6510894" y="1767563"/>
          <a:ext cx="983521" cy="49176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From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to </a:t>
          </a:r>
          <a:br>
            <a:rPr lang="en-US" sz="1200" kern="1200" dirty="0" smtClean="0"/>
          </a:br>
          <a:r>
            <a:rPr lang="en-US" sz="1200" kern="1200" dirty="0" smtClean="0"/>
            <a:t>tests</a:t>
          </a:r>
          <a:endParaRPr lang="en-US" sz="1200" kern="1200" dirty="0"/>
        </a:p>
      </dsp:txBody>
      <dsp:txXfrm>
        <a:off x="6510894" y="1767563"/>
        <a:ext cx="983521" cy="491760"/>
      </dsp:txXfrm>
    </dsp:sp>
    <dsp:sp modelId="{A39B83F5-9742-45F5-A549-633AE255A1CF}">
      <dsp:nvSpPr>
        <dsp:cNvPr id="0" name=""/>
        <dsp:cNvSpPr/>
      </dsp:nvSpPr>
      <dsp:spPr>
        <a:xfrm>
          <a:off x="7700955" y="1767563"/>
          <a:ext cx="983521" cy="49176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From </a:t>
          </a:r>
          <a:r>
            <a:rPr lang="en-US" sz="1200" kern="1200" dirty="0" err="1" smtClean="0"/>
            <a:t>reqs</a:t>
          </a:r>
          <a:r>
            <a:rPr lang="en-US" sz="1200" kern="1200" dirty="0" smtClean="0"/>
            <a:t>. to </a:t>
          </a:r>
          <a:br>
            <a:rPr lang="en-US" sz="1200" kern="1200" dirty="0" smtClean="0"/>
          </a:br>
          <a:r>
            <a:rPr lang="en-US" sz="1200" kern="1200" dirty="0" smtClean="0"/>
            <a:t>success</a:t>
          </a:r>
          <a:endParaRPr lang="en-US" sz="1200" kern="1200" dirty="0"/>
        </a:p>
      </dsp:txBody>
      <dsp:txXfrm>
        <a:off x="7700955" y="1767563"/>
        <a:ext cx="983521" cy="491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41A6C-926A-4262-B3A1-C342610AC578}" type="datetimeFigureOut">
              <a:rPr lang="en-US" smtClean="0"/>
              <a:t>04/04/2020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D738F-3260-44D4-900B-495492947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59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Reasonably stable requirements, at least for the forthcoming development iteration: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lý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, </a:t>
            </a:r>
            <a:r>
              <a:rPr lang="en-US" dirty="0" err="1" smtClean="0"/>
              <a:t>ít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.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smtClean="0"/>
              <a:t>Experience, which helps the project manager adjust for intangible factors and the unique aspects of each project.:</a:t>
            </a:r>
            <a:r>
              <a:rPr lang="en-US" baseline="0" dirty="0" smtClean="0"/>
              <a:t> </a:t>
            </a:r>
            <a:r>
              <a:rPr lang="vi-VN" baseline="0" dirty="0" smtClean="0"/>
              <a:t>Kinh nghiệm, giúp người quản lý dự án điều chỉnh các yếu tố vô hình và các khía cạnh độc đáo của mỗi dự án.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D738F-3260-44D4-900B-4954929472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24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2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pay-off (n): chi </a:t>
            </a:r>
            <a:r>
              <a:rPr lang="en-US" dirty="0" err="1" smtClean="0"/>
              <a:t>trả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28F83-BFBF-48E5-9812-FA471493D5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7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"/>
            <a:ext cx="91440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Title 7"/>
          <p:cNvSpPr>
            <a:spLocks noGrp="1"/>
          </p:cNvSpPr>
          <p:nvPr>
            <p:ph type="ctrTitle"/>
          </p:nvPr>
        </p:nvSpPr>
        <p:spPr>
          <a:xfrm>
            <a:off x="685800" y="3276600"/>
            <a:ext cx="7772400" cy="1048773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4343400" y="196840"/>
            <a:ext cx="40466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+mn-lt"/>
              </a:rPr>
              <a:t>ĐẠI</a:t>
            </a:r>
            <a:r>
              <a:rPr lang="en-US" sz="3200" b="1" baseline="0" dirty="0" smtClean="0">
                <a:solidFill>
                  <a:srgbClr val="0000FF"/>
                </a:solidFill>
                <a:latin typeface="+mn-lt"/>
              </a:rPr>
              <a:t> HỌC FPT CẦN THƠ</a:t>
            </a:r>
            <a:endParaRPr lang="en-US" sz="3200" b="1" dirty="0">
              <a:solidFill>
                <a:srgbClr val="0000FF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561011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buFontTx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buFontTx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819400" y="27105"/>
            <a:ext cx="6324600" cy="914399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 dirty="0"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38F81FAE-D748-4BFC-A8B0-D2E750E889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1859929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722" y="19222"/>
            <a:ext cx="6096002" cy="990600"/>
          </a:xfrm>
        </p:spPr>
        <p:txBody>
          <a:bodyPr/>
          <a:lstStyle>
            <a:lvl1pPr algn="r">
              <a:defRPr sz="2800" b="1" i="0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269FD7F-F1B9-4EBE-8876-2DA927AD43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009204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986" y="13967"/>
            <a:ext cx="6400800" cy="990600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ACBE273D-A5B0-43E9-B55F-D261AD9B2B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9595980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6108" y="0"/>
            <a:ext cx="6248402" cy="914400"/>
          </a:xfrm>
        </p:spPr>
        <p:txBody>
          <a:bodyPr/>
          <a:lstStyle>
            <a:lvl1pPr algn="r">
              <a:defRPr sz="28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+mn-lt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+mn-lt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+mn-lt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7200" y="6340475"/>
            <a:ext cx="6096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629400" y="6356350"/>
            <a:ext cx="21336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31B4AE-D66A-4FED-AD35-BAB7214338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6200" y="0"/>
            <a:ext cx="1447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820908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gi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559370" y="0"/>
            <a:ext cx="658463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686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  Click to edit Master text styles</a:t>
            </a:r>
          </a:p>
          <a:p>
            <a:pPr lvl="1"/>
            <a:r>
              <a:rPr lang="en-US" dirty="0" smtClean="0"/>
              <a:t>  Second level</a:t>
            </a:r>
          </a:p>
          <a:p>
            <a:pPr lvl="2"/>
            <a:r>
              <a:rPr lang="en-US" dirty="0" smtClean="0"/>
              <a:t> 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F7AF65-4B18-4BB1-B100-2EF3CDE7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22"/>
            <a:ext cx="2559370" cy="7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 userDrawn="1"/>
        </p:nvCxnSpPr>
        <p:spPr>
          <a:xfrm>
            <a:off x="0" y="10668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4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>
    <p:split orient="vert"/>
  </p:transition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000FF"/>
          </a:solidFill>
          <a:latin typeface="+mn-lt"/>
          <a:ea typeface="+mj-ea"/>
          <a:cs typeface="Tahoma" pitchFamily="34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Blip>
          <a:blip r:embed="rId9"/>
        </a:buBlip>
        <a:defRPr sz="2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Blip>
          <a:blip r:embed="rId10"/>
        </a:buBlip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0255" y="4475018"/>
            <a:ext cx="6805834" cy="1136073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CHAPTER 19</a:t>
            </a:r>
            <a:br>
              <a:rPr lang="en-US" sz="2400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Beyond </a:t>
            </a:r>
            <a:r>
              <a:rPr lang="en-US" dirty="0"/>
              <a:t>requirements development</a:t>
            </a:r>
          </a:p>
        </p:txBody>
      </p:sp>
    </p:spTree>
    <p:extLst>
      <p:ext uri="{BB962C8B-B14F-4D97-AF65-F5344CB8AC3E}">
        <p14:creationId xmlns:p14="http://schemas.microsoft.com/office/powerpoint/2010/main" val="2472853593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0"/>
            <a:ext cx="6482080" cy="1052161"/>
          </a:xfrm>
        </p:spPr>
        <p:txBody>
          <a:bodyPr>
            <a:noAutofit/>
          </a:bodyPr>
          <a:lstStyle/>
          <a:p>
            <a:r>
              <a:rPr lang="en-US" sz="3200" dirty="0" smtClean="0"/>
              <a:t>Review chapter 18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2: Requirements from customer's perspective _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554877"/>
              </p:ext>
            </p:extLst>
          </p:nvPr>
        </p:nvGraphicFramePr>
        <p:xfrm>
          <a:off x="228600" y="1142999"/>
          <a:ext cx="86868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2158591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5346"/>
            <a:ext cx="8305800" cy="4585854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Exploring some approaches </a:t>
            </a:r>
            <a:r>
              <a:rPr lang="en-US" sz="3200" dirty="0"/>
              <a:t>for </a:t>
            </a:r>
            <a:r>
              <a:rPr lang="en-US" sz="3200" dirty="0" smtClean="0"/>
              <a:t>bridging </a:t>
            </a:r>
            <a:r>
              <a:rPr lang="en-US" sz="2000" dirty="0" smtClean="0"/>
              <a:t>(</a:t>
            </a:r>
            <a:r>
              <a:rPr lang="en-US" sz="2000" dirty="0" err="1" smtClean="0"/>
              <a:t>thu</a:t>
            </a:r>
            <a:r>
              <a:rPr lang="en-US" sz="2000" dirty="0" smtClean="0"/>
              <a:t> </a:t>
            </a:r>
            <a:r>
              <a:rPr lang="en-US" sz="2000" dirty="0" err="1" smtClean="0"/>
              <a:t>hẹp</a:t>
            </a:r>
            <a:r>
              <a:rPr lang="en-US" sz="2000" dirty="0" smtClean="0"/>
              <a:t>) </a:t>
            </a:r>
            <a:r>
              <a:rPr lang="en-US" sz="3200" dirty="0"/>
              <a:t>the gap between requirements development and a successful product </a:t>
            </a:r>
            <a:r>
              <a:rPr lang="en-US" sz="3200" dirty="0" smtClean="0"/>
              <a:t>release.</a:t>
            </a:r>
          </a:p>
          <a:p>
            <a:r>
              <a:rPr lang="en-US" sz="3200" dirty="0" smtClean="0"/>
              <a:t>Student should understand the </a:t>
            </a:r>
            <a:r>
              <a:rPr lang="en-US" sz="3200" dirty="0"/>
              <a:t>influence </a:t>
            </a:r>
            <a:r>
              <a:rPr lang="en-US" sz="3200" dirty="0" smtClean="0"/>
              <a:t>of requirements on project </a:t>
            </a:r>
            <a:r>
              <a:rPr lang="en-US" sz="3200" dirty="0"/>
              <a:t>plans, designs, code, and </a:t>
            </a:r>
            <a:r>
              <a:rPr lang="en-US" sz="3200" dirty="0" smtClean="0"/>
              <a:t>test.</a:t>
            </a:r>
          </a:p>
          <a:p>
            <a:endParaRPr lang="en-US" sz="32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9009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945" y="1257300"/>
            <a:ext cx="8645237" cy="472439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 smtClean="0"/>
              <a:t>The effects of requirements on software development.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/>
              <a:t>Estimating </a:t>
            </a:r>
            <a:r>
              <a:rPr lang="en-US" sz="3200" dirty="0"/>
              <a:t>requirements </a:t>
            </a:r>
            <a:r>
              <a:rPr lang="en-US" sz="3200" dirty="0" smtClean="0"/>
              <a:t>effort.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From requirements to project </a:t>
            </a:r>
            <a:r>
              <a:rPr lang="en-US" sz="3200" dirty="0" smtClean="0"/>
              <a:t>plans.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From requirements to designs and </a:t>
            </a:r>
            <a:r>
              <a:rPr lang="en-US" sz="3200" dirty="0" smtClean="0"/>
              <a:t>code.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From requirements to </a:t>
            </a:r>
            <a:r>
              <a:rPr lang="en-US" sz="3200" dirty="0" smtClean="0"/>
              <a:t>tests.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From requirements to </a:t>
            </a:r>
            <a:r>
              <a:rPr lang="en-US" sz="3200" dirty="0" smtClean="0"/>
              <a:t>success.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114" y="45852"/>
            <a:ext cx="5290886" cy="1032060"/>
          </a:xfrm>
        </p:spPr>
        <p:txBody>
          <a:bodyPr>
            <a:noAutofit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Contents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320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0"/>
            <a:ext cx="6324600" cy="1066800"/>
          </a:xfrm>
        </p:spPr>
        <p:txBody>
          <a:bodyPr>
            <a:normAutofit/>
          </a:bodyPr>
          <a:lstStyle/>
          <a:p>
            <a:r>
              <a:rPr lang="en-US" sz="3200" dirty="0"/>
              <a:t>The effects of requirements on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software </a:t>
            </a:r>
            <a:r>
              <a:rPr lang="en-US" sz="3200" dirty="0"/>
              <a:t>development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19" y="2272145"/>
            <a:ext cx="8601364" cy="385002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49382" y="1205346"/>
            <a:ext cx="8686800" cy="1066799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 </a:t>
            </a:r>
            <a:r>
              <a:rPr lang="en-US" dirty="0"/>
              <a:t>We’ll look at several ways in which requirements influence project plans, designs, code, and tests, as shown in Figure 19-1. </a:t>
            </a:r>
            <a:endParaRPr lang="en-US" sz="3200" dirty="0" smtClean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0087104"/>
      </p:ext>
    </p:extLst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1974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One of the earliest project planning activities is to judge how much of the project’s schedule and effort should be devoted to requirements </a:t>
            </a:r>
            <a:r>
              <a:rPr lang="en-US" dirty="0" smtClean="0"/>
              <a:t>activities.</a:t>
            </a:r>
          </a:p>
          <a:p>
            <a:r>
              <a:rPr lang="en-US" dirty="0" smtClean="0"/>
              <a:t>Requirements </a:t>
            </a:r>
            <a:r>
              <a:rPr lang="en-US" dirty="0"/>
              <a:t>engineering activity is distributed throughout the project in different ways,  depending on whether the project is following a sequential (waterfall), iterative, or incremental development life </a:t>
            </a:r>
            <a:r>
              <a:rPr lang="en-US" dirty="0" smtClean="0"/>
              <a:t>cycle (Agile projects).</a:t>
            </a:r>
          </a:p>
          <a:p>
            <a:r>
              <a:rPr lang="en-US" dirty="0"/>
              <a:t>Small projects typically spend </a:t>
            </a:r>
            <a:r>
              <a:rPr lang="en-US" dirty="0">
                <a:solidFill>
                  <a:srgbClr val="FF0000"/>
                </a:solidFill>
              </a:rPr>
              <a:t>15 to 18 </a:t>
            </a:r>
            <a:r>
              <a:rPr lang="en-US" dirty="0"/>
              <a:t>percent of their total effort on requirements work (</a:t>
            </a:r>
            <a:r>
              <a:rPr lang="en-US" dirty="0" err="1"/>
              <a:t>Wiegers</a:t>
            </a:r>
            <a:r>
              <a:rPr lang="en-US" dirty="0"/>
              <a:t> 1996), but the appropriate percentage depends on the size and complexity of the </a:t>
            </a:r>
            <a:r>
              <a:rPr lang="en-US" dirty="0" smtClean="0"/>
              <a:t>project.</a:t>
            </a:r>
          </a:p>
          <a:p>
            <a:r>
              <a:rPr lang="en-US" dirty="0"/>
              <a:t>Despite the fear </a:t>
            </a:r>
            <a:r>
              <a:rPr lang="en-US" sz="1900" dirty="0" smtClean="0"/>
              <a:t>(</a:t>
            </a:r>
            <a:r>
              <a:rPr lang="en-US" sz="1900" dirty="0" err="1" smtClean="0"/>
              <a:t>mặc</a:t>
            </a:r>
            <a:r>
              <a:rPr lang="en-US" sz="1900" dirty="0" smtClean="0"/>
              <a:t> </a:t>
            </a:r>
            <a:r>
              <a:rPr lang="en-US" sz="1900" dirty="0" err="1" smtClean="0"/>
              <a:t>dù</a:t>
            </a:r>
            <a:r>
              <a:rPr lang="en-US" sz="1900" dirty="0" smtClean="0"/>
              <a:t> lo </a:t>
            </a:r>
            <a:r>
              <a:rPr lang="en-US" sz="1900" dirty="0" err="1" smtClean="0"/>
              <a:t>sợ</a:t>
            </a:r>
            <a:r>
              <a:rPr lang="en-US" sz="1900" dirty="0" smtClean="0"/>
              <a:t>) </a:t>
            </a:r>
            <a:r>
              <a:rPr lang="en-US" dirty="0" smtClean="0"/>
              <a:t>that </a:t>
            </a:r>
            <a:r>
              <a:rPr lang="en-US" dirty="0"/>
              <a:t>exploring requirements will slow down a project, considerable evidence shows that taking time to understand the requirements actually accelerates </a:t>
            </a:r>
            <a:r>
              <a:rPr lang="en-US" dirty="0" smtClean="0"/>
              <a:t>development.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6"/>
            <a:ext cx="6324600" cy="947620"/>
          </a:xfrm>
        </p:spPr>
        <p:txBody>
          <a:bodyPr>
            <a:normAutofit/>
          </a:bodyPr>
          <a:lstStyle/>
          <a:p>
            <a:r>
              <a:rPr lang="en-US" sz="3200" dirty="0"/>
              <a:t>Estimating requirements </a:t>
            </a:r>
            <a:r>
              <a:rPr lang="en-US" sz="3200" dirty="0" smtClean="0"/>
              <a:t>effort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460856"/>
      </p:ext>
    </p:extLst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1062660"/>
            <a:ext cx="8912841" cy="54628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Because requirements are the foundation for the project’s intended work, you should </a:t>
            </a:r>
            <a:r>
              <a:rPr lang="en-US" dirty="0" smtClean="0"/>
              <a:t>base </a:t>
            </a:r>
            <a:r>
              <a:rPr lang="en-US" sz="2000" dirty="0" smtClean="0"/>
              <a:t>(</a:t>
            </a:r>
            <a:r>
              <a:rPr lang="en-US" sz="2000" dirty="0" err="1" smtClean="0"/>
              <a:t>bố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estimates, project plans, and schedules on those requirements. Remember, the most important project outcome is a system that meets its business </a:t>
            </a:r>
            <a:r>
              <a:rPr lang="en-US" dirty="0" smtClean="0"/>
              <a:t>objectives. </a:t>
            </a:r>
          </a:p>
          <a:p>
            <a:r>
              <a:rPr lang="en-US" dirty="0" smtClean="0"/>
              <a:t>Estimating </a:t>
            </a:r>
            <a:r>
              <a:rPr lang="en-US" dirty="0"/>
              <a:t>project size and effort from </a:t>
            </a:r>
            <a:r>
              <a:rPr lang="en-US" dirty="0" smtClean="0"/>
              <a:t>requirements: </a:t>
            </a:r>
            <a:r>
              <a:rPr lang="en-US" sz="2600" dirty="0"/>
              <a:t>some frequently used </a:t>
            </a:r>
            <a:r>
              <a:rPr lang="en-US" sz="2600" dirty="0" smtClean="0"/>
              <a:t>metrics as follows:</a:t>
            </a:r>
            <a:endParaRPr lang="en-US" dirty="0" smtClean="0"/>
          </a:p>
          <a:p>
            <a:pPr lvl="1">
              <a:spcBef>
                <a:spcPts val="0"/>
              </a:spcBef>
            </a:pPr>
            <a:r>
              <a:rPr lang="en-US" dirty="0"/>
              <a:t> The number of individually testable requirements (Wilson 1995</a:t>
            </a:r>
            <a:r>
              <a:rPr lang="en-US" dirty="0" smtClean="0"/>
              <a:t>)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 Function </a:t>
            </a:r>
            <a:r>
              <a:rPr lang="en-US" dirty="0"/>
              <a:t>points (Jones 1996b; IFPUG 2010</a:t>
            </a:r>
            <a:r>
              <a:rPr lang="en-US" dirty="0" smtClean="0"/>
              <a:t>)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 Story </a:t>
            </a:r>
            <a:r>
              <a:rPr lang="en-US" dirty="0"/>
              <a:t>points (Cohn 2005; McConnell 2006) or use case points (</a:t>
            </a:r>
            <a:r>
              <a:rPr lang="en-US" dirty="0" err="1"/>
              <a:t>Wiegers</a:t>
            </a:r>
            <a:r>
              <a:rPr lang="en-US" dirty="0"/>
              <a:t> 2006</a:t>
            </a:r>
            <a:r>
              <a:rPr lang="en-US" dirty="0" smtClean="0"/>
              <a:t>)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 The </a:t>
            </a:r>
            <a:r>
              <a:rPr lang="en-US" dirty="0"/>
              <a:t>number, type, and complexity of user interface </a:t>
            </a:r>
            <a:r>
              <a:rPr lang="en-US" dirty="0" smtClean="0"/>
              <a:t>elements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 Estimated </a:t>
            </a:r>
            <a:r>
              <a:rPr lang="en-US" dirty="0"/>
              <a:t>lines of code needed to implement specific requirements </a:t>
            </a:r>
            <a:endParaRPr lang="en-US" dirty="0" smtClean="0"/>
          </a:p>
          <a:p>
            <a:r>
              <a:rPr lang="en-US" dirty="0"/>
              <a:t>Requirements and </a:t>
            </a:r>
            <a:r>
              <a:rPr lang="en-US" dirty="0" smtClean="0"/>
              <a:t>scheduling: </a:t>
            </a:r>
            <a:r>
              <a:rPr lang="en-US" sz="2600" dirty="0"/>
              <a:t>Effective project scheduling requires the following </a:t>
            </a:r>
            <a:r>
              <a:rPr lang="en-US" sz="2600" dirty="0" smtClean="0"/>
              <a:t>elements: 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Estimated </a:t>
            </a:r>
            <a:r>
              <a:rPr lang="en-US" dirty="0"/>
              <a:t>product </a:t>
            </a:r>
            <a:r>
              <a:rPr lang="en-US" dirty="0" smtClean="0"/>
              <a:t>size.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Known </a:t>
            </a:r>
            <a:r>
              <a:rPr lang="en-US" dirty="0"/>
              <a:t>productivity of the development team, based on historical </a:t>
            </a:r>
            <a:r>
              <a:rPr lang="en-US" dirty="0" smtClean="0"/>
              <a:t>performance.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A </a:t>
            </a:r>
            <a:r>
              <a:rPr lang="en-US" dirty="0"/>
              <a:t>list of the tasks needed to completely implement and verify a feature or use </a:t>
            </a:r>
            <a:r>
              <a:rPr lang="en-US" dirty="0" smtClean="0"/>
              <a:t>case.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Reasonably </a:t>
            </a:r>
            <a:r>
              <a:rPr lang="en-US" dirty="0"/>
              <a:t>stable requirements, at least for the </a:t>
            </a:r>
            <a:r>
              <a:rPr lang="en-US" dirty="0" smtClean="0"/>
              <a:t>forthcoming </a:t>
            </a:r>
            <a:r>
              <a:rPr lang="en-US" sz="1800" dirty="0" smtClean="0"/>
              <a:t>(</a:t>
            </a:r>
            <a:r>
              <a:rPr lang="en-US" sz="1800" dirty="0" err="1" smtClean="0"/>
              <a:t>sắp</a:t>
            </a:r>
            <a:r>
              <a:rPr lang="en-US" sz="1800" dirty="0" smtClean="0"/>
              <a:t> </a:t>
            </a:r>
            <a:r>
              <a:rPr lang="en-US" sz="1800" dirty="0" err="1" smtClean="0"/>
              <a:t>tới</a:t>
            </a:r>
            <a:r>
              <a:rPr lang="en-US" sz="18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development </a:t>
            </a:r>
            <a:r>
              <a:rPr lang="en-US" dirty="0" smtClean="0"/>
              <a:t>iteration.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Experience</a:t>
            </a:r>
            <a:r>
              <a:rPr lang="en-US" dirty="0"/>
              <a:t>, which helps the project manager adjust for intangible </a:t>
            </a:r>
            <a:r>
              <a:rPr lang="en-US" dirty="0" smtClean="0"/>
              <a:t>factors </a:t>
            </a:r>
            <a:r>
              <a:rPr lang="en-US" sz="1800" dirty="0" smtClean="0"/>
              <a:t>(</a:t>
            </a:r>
            <a:r>
              <a:rPr lang="en-US" sz="1800" dirty="0" err="1" smtClean="0"/>
              <a:t>các</a:t>
            </a:r>
            <a:r>
              <a:rPr lang="en-US" sz="1800" dirty="0" smtClean="0"/>
              <a:t> </a:t>
            </a:r>
            <a:r>
              <a:rPr lang="en-US" sz="1800" dirty="0" err="1" smtClean="0"/>
              <a:t>yếu</a:t>
            </a:r>
            <a:r>
              <a:rPr lang="en-US" sz="1800" dirty="0" smtClean="0"/>
              <a:t> </a:t>
            </a:r>
            <a:r>
              <a:rPr lang="en-US" sz="1800" dirty="0" err="1" smtClean="0"/>
              <a:t>tố</a:t>
            </a:r>
            <a:r>
              <a:rPr lang="en-US" sz="1800" dirty="0" smtClean="0"/>
              <a:t> </a:t>
            </a:r>
            <a:r>
              <a:rPr lang="en-US" sz="1800" dirty="0" err="1" smtClean="0"/>
              <a:t>vô</a:t>
            </a:r>
            <a:r>
              <a:rPr lang="en-US" sz="1800" dirty="0" smtClean="0"/>
              <a:t> </a:t>
            </a:r>
            <a:r>
              <a:rPr lang="en-US" sz="1800" dirty="0" err="1" smtClean="0"/>
              <a:t>hình</a:t>
            </a:r>
            <a:r>
              <a:rPr lang="en-US" sz="18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and the unique </a:t>
            </a:r>
            <a:r>
              <a:rPr lang="en-US" dirty="0" smtClean="0"/>
              <a:t>aspects </a:t>
            </a:r>
            <a:r>
              <a:rPr lang="en-US" sz="1800" dirty="0" smtClean="0"/>
              <a:t>(</a:t>
            </a:r>
            <a:r>
              <a:rPr lang="en-US" sz="1800" dirty="0" err="1" smtClean="0"/>
              <a:t>khía</a:t>
            </a:r>
            <a:r>
              <a:rPr lang="en-US" sz="1800" dirty="0" smtClean="0"/>
              <a:t> </a:t>
            </a:r>
            <a:r>
              <a:rPr lang="en-US" sz="1800" dirty="0" err="1" smtClean="0"/>
              <a:t>cạnh</a:t>
            </a:r>
            <a:r>
              <a:rPr lang="en-US" sz="1800" dirty="0" smtClean="0"/>
              <a:t> </a:t>
            </a:r>
            <a:r>
              <a:rPr lang="en-US" sz="1800" dirty="0" err="1" smtClean="0"/>
              <a:t>độc</a:t>
            </a:r>
            <a:r>
              <a:rPr lang="en-US" sz="1800" dirty="0" smtClean="0"/>
              <a:t> </a:t>
            </a:r>
            <a:r>
              <a:rPr lang="en-US" sz="1800" dirty="0" err="1" smtClean="0"/>
              <a:t>đáo</a:t>
            </a:r>
            <a:r>
              <a:rPr lang="en-US" sz="1800" dirty="0" smtClean="0"/>
              <a:t>) </a:t>
            </a:r>
            <a:r>
              <a:rPr lang="en-US" dirty="0"/>
              <a:t>of each </a:t>
            </a:r>
            <a:r>
              <a:rPr lang="en-US" dirty="0" smtClean="0"/>
              <a:t>project.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"/>
            <a:ext cx="6324600" cy="1062660"/>
          </a:xfrm>
        </p:spPr>
        <p:txBody>
          <a:bodyPr>
            <a:noAutofit/>
          </a:bodyPr>
          <a:lstStyle/>
          <a:p>
            <a:r>
              <a:rPr lang="en-US" sz="3200" dirty="0"/>
              <a:t>From requirements </a:t>
            </a:r>
            <a:r>
              <a:rPr lang="en-US" sz="3200" dirty="0" smtClean="0"/>
              <a:t>to project plans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21080"/>
      </p:ext>
    </p:extLst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3270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boundary between requirements and design is not a sharp </a:t>
            </a:r>
            <a:r>
              <a:rPr lang="en-US" dirty="0" smtClean="0"/>
              <a:t>line </a:t>
            </a:r>
            <a:r>
              <a:rPr lang="en-US" sz="1800" dirty="0" smtClean="0"/>
              <a:t>(</a:t>
            </a:r>
            <a:r>
              <a:rPr lang="en-US" sz="1800" dirty="0" err="1" smtClean="0"/>
              <a:t>sắc</a:t>
            </a:r>
            <a:r>
              <a:rPr lang="en-US" sz="1800" dirty="0" smtClean="0"/>
              <a:t> </a:t>
            </a:r>
            <a:r>
              <a:rPr lang="en-US" sz="1800" dirty="0" err="1" smtClean="0"/>
              <a:t>nét</a:t>
            </a:r>
            <a:r>
              <a:rPr lang="en-US" sz="18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but a gray, fuzzy </a:t>
            </a:r>
            <a:r>
              <a:rPr lang="en-US" dirty="0" smtClean="0"/>
              <a:t>area. </a:t>
            </a:r>
            <a:r>
              <a:rPr lang="en-US" dirty="0"/>
              <a:t>Try to avoid </a:t>
            </a:r>
            <a:r>
              <a:rPr lang="en-US" i="1" dirty="0" smtClean="0"/>
              <a:t>inadvertent </a:t>
            </a:r>
            <a:r>
              <a:rPr lang="en-US" sz="1800" i="1" dirty="0" smtClean="0"/>
              <a:t>(</a:t>
            </a:r>
            <a:r>
              <a:rPr lang="en-US" sz="1800" i="1" dirty="0" err="1" smtClean="0"/>
              <a:t>cẩu</a:t>
            </a:r>
            <a:r>
              <a:rPr lang="en-US" sz="1800" i="1" dirty="0" smtClean="0"/>
              <a:t> </a:t>
            </a:r>
            <a:r>
              <a:rPr lang="en-US" sz="1800" i="1" dirty="0" err="1" smtClean="0"/>
              <a:t>thả</a:t>
            </a:r>
            <a:r>
              <a:rPr lang="en-US" sz="1800" i="1" dirty="0" smtClean="0"/>
              <a:t>)</a:t>
            </a:r>
            <a:r>
              <a:rPr lang="en-US" i="1" dirty="0" smtClean="0"/>
              <a:t> </a:t>
            </a:r>
            <a:r>
              <a:rPr lang="en-US" dirty="0"/>
              <a:t>design, </a:t>
            </a:r>
            <a:r>
              <a:rPr lang="en-US" dirty="0" smtClean="0"/>
              <a:t>needless </a:t>
            </a:r>
            <a:r>
              <a:rPr lang="en-US" sz="1800" dirty="0" smtClean="0"/>
              <a:t>(</a:t>
            </a:r>
            <a:r>
              <a:rPr lang="en-US" sz="1800" dirty="0" err="1" smtClean="0"/>
              <a:t>vô</a:t>
            </a:r>
            <a:r>
              <a:rPr lang="en-US" sz="1800" dirty="0" smtClean="0"/>
              <a:t> </a:t>
            </a:r>
            <a:r>
              <a:rPr lang="en-US" sz="1800" dirty="0" err="1" smtClean="0"/>
              <a:t>ích</a:t>
            </a:r>
            <a:r>
              <a:rPr lang="en-US" sz="18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or unintended restrictions on the design. Include designers in requirements reviews to make sure the requirements can serve as a solid foundation for design.</a:t>
            </a:r>
            <a:endParaRPr lang="en-US" dirty="0" smtClean="0"/>
          </a:p>
          <a:p>
            <a:r>
              <a:rPr lang="en-US" dirty="0" smtClean="0"/>
              <a:t>Architecture </a:t>
            </a:r>
            <a:r>
              <a:rPr lang="en-US" dirty="0"/>
              <a:t>and </a:t>
            </a:r>
            <a:r>
              <a:rPr lang="en-US" dirty="0" smtClean="0"/>
              <a:t>allocation:</a:t>
            </a:r>
          </a:p>
          <a:p>
            <a:pPr lvl="1"/>
            <a:r>
              <a:rPr lang="en-US" dirty="0"/>
              <a:t>Architecture is especially critical for systems that include both software and hardware components and for complex software-only systems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An essential step is to allocate the high-level system requirements to the various subsystems and components. An analyst, system engineer, or architect decomposes the system requirements into functional requirements for both software and hardware subsystems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Allocation of system capabilities to subsystems and components must be done from the top </a:t>
            </a:r>
            <a:r>
              <a:rPr lang="en-US" dirty="0" smtClean="0"/>
              <a:t>down.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200" dirty="0"/>
              <a:t>From requirements </a:t>
            </a:r>
            <a:r>
              <a:rPr lang="en-US" sz="3200" dirty="0" smtClean="0"/>
              <a:t>to designs </a:t>
            </a:r>
            <a:r>
              <a:rPr lang="en-US" sz="3200" dirty="0"/>
              <a:t>and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38513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1974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Software design:</a:t>
            </a:r>
          </a:p>
          <a:p>
            <a:pPr lvl="1"/>
            <a:r>
              <a:rPr lang="en-US" dirty="0"/>
              <a:t>A variety of software designs will satisfy most products’ requirements. These designs will vary </a:t>
            </a:r>
            <a:r>
              <a:rPr lang="en-US" dirty="0" smtClean="0"/>
              <a:t>in </a:t>
            </a:r>
            <a:r>
              <a:rPr lang="en-US" sz="1600" dirty="0" smtClean="0"/>
              <a:t>(</a:t>
            </a:r>
            <a:r>
              <a:rPr lang="en-US" sz="1600" dirty="0" err="1" smtClean="0"/>
              <a:t>khác</a:t>
            </a:r>
            <a:r>
              <a:rPr lang="en-US" sz="1600" dirty="0" smtClean="0"/>
              <a:t> </a:t>
            </a:r>
            <a:r>
              <a:rPr lang="en-US" sz="1600" dirty="0" err="1" smtClean="0"/>
              <a:t>nhau</a:t>
            </a:r>
            <a:r>
              <a:rPr lang="en-US" sz="1600" dirty="0" smtClean="0"/>
              <a:t> </a:t>
            </a:r>
            <a:r>
              <a:rPr lang="en-US" sz="1600" dirty="0" err="1" smtClean="0"/>
              <a:t>về</a:t>
            </a:r>
            <a:r>
              <a:rPr lang="en-US" sz="1600" dirty="0" smtClean="0"/>
              <a:t>)</a:t>
            </a:r>
            <a:r>
              <a:rPr lang="en-US" dirty="0" smtClean="0"/>
              <a:t> </a:t>
            </a:r>
            <a:r>
              <a:rPr lang="en-US" dirty="0"/>
              <a:t>their performance, efficiency, robustness, and the technical methods employed. If you leap directly from requirements into code, you’re essentially designing the software mentally and on the </a:t>
            </a:r>
            <a:r>
              <a:rPr lang="en-US" dirty="0" smtClean="0"/>
              <a:t>fly </a:t>
            </a:r>
            <a:r>
              <a:rPr lang="en-US" sz="1600" dirty="0" smtClean="0"/>
              <a:t>(</a:t>
            </a:r>
            <a:r>
              <a:rPr lang="en-US" sz="1600" dirty="0" err="1" smtClean="0"/>
              <a:t>chủ</a:t>
            </a:r>
            <a:r>
              <a:rPr lang="en-US" sz="1600" dirty="0" smtClean="0"/>
              <a:t> </a:t>
            </a:r>
            <a:r>
              <a:rPr lang="en-US" sz="1600" dirty="0" err="1" smtClean="0"/>
              <a:t>quan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nhanh</a:t>
            </a:r>
            <a:r>
              <a:rPr lang="en-US" sz="1600" dirty="0" smtClean="0"/>
              <a:t> </a:t>
            </a:r>
            <a:r>
              <a:rPr lang="en-US" sz="1600" dirty="0" err="1" smtClean="0"/>
              <a:t>chóng</a:t>
            </a:r>
            <a:r>
              <a:rPr lang="en-US" sz="1600" dirty="0" smtClean="0"/>
              <a:t> </a:t>
            </a:r>
            <a:r>
              <a:rPr lang="en-US" sz="1600" dirty="0" err="1" smtClean="0"/>
              <a:t>hời</a:t>
            </a:r>
            <a:r>
              <a:rPr lang="en-US" sz="1600" dirty="0" smtClean="0"/>
              <a:t> </a:t>
            </a:r>
            <a:r>
              <a:rPr lang="en-US" sz="1600" dirty="0" err="1" smtClean="0"/>
              <a:t>hợt</a:t>
            </a:r>
            <a:r>
              <a:rPr lang="en-US" sz="1600" dirty="0" smtClean="0"/>
              <a:t>)</a:t>
            </a:r>
            <a:r>
              <a:rPr lang="en-US" dirty="0" smtClean="0"/>
              <a:t>. </a:t>
            </a:r>
          </a:p>
          <a:p>
            <a:pPr lvl="1"/>
            <a:r>
              <a:rPr lang="en-US" dirty="0"/>
              <a:t>The time you spend translating requirements into designs is an excellent investment in building high-quality, robust products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You needn’t develop a complete, detailed design for the entire product before you begin implementation, but you should design each component before you code it.</a:t>
            </a:r>
            <a:endParaRPr lang="en-US" dirty="0" smtClean="0"/>
          </a:p>
          <a:p>
            <a:r>
              <a:rPr lang="en-US" dirty="0"/>
              <a:t>User interface </a:t>
            </a:r>
            <a:r>
              <a:rPr lang="en-US" dirty="0" smtClean="0"/>
              <a:t>design:</a:t>
            </a:r>
          </a:p>
          <a:p>
            <a:pPr lvl="1"/>
            <a:r>
              <a:rPr lang="en-US" dirty="0"/>
              <a:t>User interface design is an extensively studied domain that goes well beyond the scope of this book. </a:t>
            </a:r>
          </a:p>
          <a:p>
            <a:pPr lvl="1"/>
            <a:r>
              <a:rPr lang="en-US" dirty="0"/>
              <a:t>A display-action-response (DAR) model is a useful tool for documenting the UI elements that appear in screens and how the system responds to user </a:t>
            </a:r>
            <a:r>
              <a:rPr lang="en-US" dirty="0" smtClean="0"/>
              <a:t>actions.</a:t>
            </a:r>
          </a:p>
          <a:p>
            <a:pPr lvl="1"/>
            <a:r>
              <a:rPr lang="en-US" dirty="0" smtClean="0"/>
              <a:t>Example in the next slide.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designs </a:t>
            </a:r>
            <a:r>
              <a:rPr lang="en-US" sz="3600" dirty="0"/>
              <a:t>and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0291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73" y="5484822"/>
            <a:ext cx="1711036" cy="7204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i="1" dirty="0" smtClean="0"/>
              <a:t>FIGURE </a:t>
            </a:r>
            <a:r>
              <a:rPr lang="en-US" sz="1400" b="1" i="1" dirty="0"/>
              <a:t>19-4 </a:t>
            </a:r>
            <a:r>
              <a:rPr lang="en-US" sz="1400" i="1" dirty="0"/>
              <a:t>High-fidelity webpage design.</a:t>
            </a:r>
            <a:endParaRPr lang="en-US" sz="1400" i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designs </a:t>
            </a:r>
            <a:r>
              <a:rPr lang="en-US" sz="3600" dirty="0"/>
              <a:t>and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160" y="1158875"/>
            <a:ext cx="7029840" cy="504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69723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designs </a:t>
            </a:r>
            <a:r>
              <a:rPr lang="en-US" sz="3600" dirty="0"/>
              <a:t>and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2999"/>
            <a:ext cx="8139545" cy="52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852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designs </a:t>
            </a:r>
            <a:r>
              <a:rPr lang="en-US" sz="3600" dirty="0"/>
              <a:t>and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2999"/>
            <a:ext cx="8626780" cy="46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1844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1974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From </a:t>
            </a:r>
            <a:r>
              <a:rPr lang="en-US" dirty="0"/>
              <a:t>requirements to </a:t>
            </a:r>
            <a:r>
              <a:rPr lang="en-US" dirty="0" smtClean="0"/>
              <a:t>tests:</a:t>
            </a:r>
          </a:p>
          <a:p>
            <a:pPr lvl="1"/>
            <a:r>
              <a:rPr lang="en-US" dirty="0"/>
              <a:t>Requirements analysis and testing fit together </a:t>
            </a:r>
            <a:r>
              <a:rPr lang="en-US" dirty="0" smtClean="0"/>
              <a:t>beautifully.</a:t>
            </a:r>
          </a:p>
          <a:p>
            <a:pPr lvl="1"/>
            <a:r>
              <a:rPr lang="en-US" dirty="0"/>
              <a:t>As consultant Dorothy Graham (2002) points out, “Good requirements engineering produces better tests; good test analysis produces better requirements</a:t>
            </a:r>
            <a:r>
              <a:rPr lang="en-US" dirty="0" smtClean="0"/>
              <a:t>.”</a:t>
            </a:r>
          </a:p>
          <a:p>
            <a:pPr lvl="1"/>
            <a:r>
              <a:rPr lang="en-US" dirty="0"/>
              <a:t>Agile development teams typically write acceptance tests in lieu of </a:t>
            </a:r>
            <a:r>
              <a:rPr lang="en-US" sz="1600" dirty="0" smtClean="0"/>
              <a:t>(</a:t>
            </a:r>
            <a:r>
              <a:rPr lang="en-US" sz="1600" dirty="0" err="1" smtClean="0"/>
              <a:t>thay</a:t>
            </a:r>
            <a:r>
              <a:rPr lang="en-US" sz="1600" dirty="0" smtClean="0"/>
              <a:t> </a:t>
            </a:r>
            <a:r>
              <a:rPr lang="en-US" sz="1600" dirty="0" err="1" smtClean="0"/>
              <a:t>cho</a:t>
            </a:r>
            <a:r>
              <a:rPr lang="en-US" sz="1600" dirty="0" smtClean="0"/>
              <a:t>) </a:t>
            </a:r>
            <a:r>
              <a:rPr lang="en-US" dirty="0" smtClean="0"/>
              <a:t>precise </a:t>
            </a:r>
            <a:r>
              <a:rPr lang="en-US" dirty="0"/>
              <a:t>requirements (Cohn 2004</a:t>
            </a:r>
            <a:r>
              <a:rPr lang="en-US" dirty="0" smtClean="0"/>
              <a:t>).</a:t>
            </a:r>
          </a:p>
          <a:p>
            <a:pPr lvl="1"/>
            <a:r>
              <a:rPr lang="en-US" dirty="0"/>
              <a:t>The testers or quality assurance staff should determine how they’d verify the implementation of each requirement. Possible methods </a:t>
            </a:r>
            <a:r>
              <a:rPr lang="en-US" dirty="0" smtClean="0"/>
              <a:t>include:</a:t>
            </a:r>
          </a:p>
          <a:p>
            <a:pPr lvl="2"/>
            <a:r>
              <a:rPr lang="en-US" sz="2200" dirty="0" smtClean="0"/>
              <a:t>Testing </a:t>
            </a:r>
            <a:r>
              <a:rPr lang="en-US" sz="2200" dirty="0"/>
              <a:t>(executing the software to look for </a:t>
            </a:r>
            <a:r>
              <a:rPr lang="en-US" sz="2200" dirty="0" smtClean="0"/>
              <a:t>defects).</a:t>
            </a:r>
          </a:p>
          <a:p>
            <a:pPr lvl="2"/>
            <a:r>
              <a:rPr lang="en-US" sz="2200" dirty="0" smtClean="0"/>
              <a:t>Inspection </a:t>
            </a:r>
            <a:r>
              <a:rPr lang="en-US" sz="2200" dirty="0"/>
              <a:t>(examining the code to ensure that it satisfies the </a:t>
            </a:r>
            <a:r>
              <a:rPr lang="en-US" sz="2200" dirty="0" smtClean="0"/>
              <a:t>requirements).</a:t>
            </a:r>
          </a:p>
          <a:p>
            <a:pPr lvl="2"/>
            <a:r>
              <a:rPr lang="en-US" sz="2200" dirty="0" smtClean="0"/>
              <a:t>Demonstration </a:t>
            </a:r>
            <a:r>
              <a:rPr lang="en-US" sz="2200" dirty="0"/>
              <a:t>(showing that the product works as </a:t>
            </a:r>
            <a:r>
              <a:rPr lang="en-US" sz="2200" dirty="0" smtClean="0"/>
              <a:t>expected).</a:t>
            </a:r>
          </a:p>
          <a:p>
            <a:pPr lvl="2"/>
            <a:r>
              <a:rPr lang="en-US" sz="2200" dirty="0" smtClean="0"/>
              <a:t>Analysis </a:t>
            </a:r>
            <a:r>
              <a:rPr lang="en-US" sz="2200" dirty="0"/>
              <a:t>(reasoning </a:t>
            </a:r>
            <a:r>
              <a:rPr lang="en-US" sz="2200" dirty="0" smtClean="0"/>
              <a:t>through </a:t>
            </a:r>
            <a:r>
              <a:rPr lang="en-US" sz="1700" dirty="0" smtClean="0"/>
              <a:t>(</a:t>
            </a:r>
            <a:r>
              <a:rPr lang="en-US" sz="1700" dirty="0" err="1" smtClean="0"/>
              <a:t>lập</a:t>
            </a:r>
            <a:r>
              <a:rPr lang="en-US" sz="1700" dirty="0" smtClean="0"/>
              <a:t> </a:t>
            </a:r>
            <a:r>
              <a:rPr lang="en-US" sz="1700" dirty="0" err="1" smtClean="0"/>
              <a:t>luận</a:t>
            </a:r>
            <a:r>
              <a:rPr lang="en-US" sz="1700" dirty="0" smtClean="0"/>
              <a:t> </a:t>
            </a:r>
            <a:r>
              <a:rPr lang="en-US" sz="1700" dirty="0" err="1" smtClean="0"/>
              <a:t>thông</a:t>
            </a:r>
            <a:r>
              <a:rPr lang="en-US" sz="1700" dirty="0" smtClean="0"/>
              <a:t> qua)</a:t>
            </a:r>
            <a:r>
              <a:rPr lang="en-US" sz="2200" dirty="0" smtClean="0"/>
              <a:t> </a:t>
            </a:r>
            <a:r>
              <a:rPr lang="en-US" sz="2200" dirty="0"/>
              <a:t>how the system should work under certain circumstances</a:t>
            </a:r>
            <a:r>
              <a:rPr lang="en-US" sz="2200" dirty="0" smtClean="0"/>
              <a:t>).</a:t>
            </a:r>
            <a:endParaRPr lang="en-US" sz="2200" dirty="0"/>
          </a:p>
          <a:p>
            <a:pPr lvl="2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tests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8100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2999"/>
            <a:ext cx="8686800" cy="51974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From </a:t>
            </a:r>
            <a:r>
              <a:rPr lang="en-US" dirty="0"/>
              <a:t>requirements to </a:t>
            </a:r>
            <a:r>
              <a:rPr lang="en-US" dirty="0" smtClean="0"/>
              <a:t>success:</a:t>
            </a:r>
          </a:p>
          <a:p>
            <a:pPr lvl="1"/>
            <a:r>
              <a:rPr lang="en-US" dirty="0"/>
              <a:t>A more successful team had a practice of listing all the requirements that were planned for a specific release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project’s quality assurance group evaluated each release by executing the tests for those requirements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 requirement that didn’t satisfy its test criteria was counted as a defect.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QA group rejected the release if more than a predetermined number of requirements weren’t met or if specific high-impact requirements weren’t satisfied.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project was successful largely because it used its documented requirements to decide when a release was </a:t>
            </a:r>
            <a:r>
              <a:rPr lang="en-US" dirty="0" smtClean="0"/>
              <a:t>shippable </a:t>
            </a:r>
            <a:r>
              <a:rPr lang="en-US" sz="1600" dirty="0" smtClean="0"/>
              <a:t>(</a:t>
            </a:r>
            <a:r>
              <a:rPr lang="en-US" sz="1600" dirty="0" err="1" smtClean="0"/>
              <a:t>sẵn</a:t>
            </a:r>
            <a:r>
              <a:rPr lang="en-US" sz="1600" dirty="0" smtClean="0"/>
              <a:t> </a:t>
            </a:r>
            <a:r>
              <a:rPr lang="en-US" sz="1600" dirty="0" err="1" smtClean="0"/>
              <a:t>sàng</a:t>
            </a:r>
            <a:r>
              <a:rPr lang="en-US" sz="1600" dirty="0" smtClean="0"/>
              <a:t> </a:t>
            </a:r>
            <a:r>
              <a:rPr lang="en-US" sz="1600" dirty="0" err="1" smtClean="0"/>
              <a:t>bàn</a:t>
            </a:r>
            <a:r>
              <a:rPr lang="en-US" sz="1600" dirty="0" smtClean="0"/>
              <a:t> </a:t>
            </a:r>
            <a:r>
              <a:rPr lang="en-US" sz="1600" dirty="0" err="1" smtClean="0"/>
              <a:t>giao</a:t>
            </a:r>
            <a:r>
              <a:rPr lang="en-US" sz="1600" dirty="0" smtClean="0"/>
              <a:t>)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ultimate deliverable from a software development project is a solution that meets the customers’ needs and expectations. </a:t>
            </a:r>
            <a:endParaRPr lang="en-US" dirty="0" smtClean="0"/>
          </a:p>
          <a:p>
            <a:pPr lvl="1"/>
            <a:r>
              <a:rPr lang="en-US" dirty="0" smtClean="0"/>
              <a:t>Requirements </a:t>
            </a:r>
            <a:r>
              <a:rPr lang="en-US" dirty="0"/>
              <a:t>are an essential step on the path from business need to satisfied customers.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104"/>
            <a:ext cx="6324600" cy="1115895"/>
          </a:xfrm>
        </p:spPr>
        <p:txBody>
          <a:bodyPr>
            <a:noAutofit/>
          </a:bodyPr>
          <a:lstStyle/>
          <a:p>
            <a:r>
              <a:rPr lang="en-US" sz="3600" dirty="0"/>
              <a:t>From requirements to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success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19: Beyond requirements development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1347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0"/>
            <a:ext cx="6482080" cy="1052161"/>
          </a:xfrm>
        </p:spPr>
        <p:txBody>
          <a:bodyPr>
            <a:noAutofit/>
          </a:bodyPr>
          <a:lstStyle/>
          <a:p>
            <a:r>
              <a:rPr lang="en-US" sz="3200" dirty="0" smtClean="0"/>
              <a:t>Review chapter 19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2: Requirements from customer's perspective _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228600" y="1142999"/>
          <a:ext cx="86868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82340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4: The business analyst - BayHV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81FAE-D748-4BFC-A8B0-D2E750E8899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661"/>
            <a:ext cx="9160372" cy="515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21179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1255</TotalTime>
  <Words>1410</Words>
  <Application>Microsoft Office PowerPoint</Application>
  <PresentationFormat>On-screen Show (4:3)</PresentationFormat>
  <Paragraphs>152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Tahoma</vt:lpstr>
      <vt:lpstr>1_template</vt:lpstr>
      <vt:lpstr>CHAPTER 19  Beyond requirements development</vt:lpstr>
      <vt:lpstr>Review chapter 18</vt:lpstr>
      <vt:lpstr>Objectives</vt:lpstr>
      <vt:lpstr> Contents </vt:lpstr>
      <vt:lpstr>The effects of requirements on  software development </vt:lpstr>
      <vt:lpstr>Estimating requirements effort</vt:lpstr>
      <vt:lpstr>From requirements to project plans</vt:lpstr>
      <vt:lpstr>From requirements to designs and code</vt:lpstr>
      <vt:lpstr>From requirements to  designs and code</vt:lpstr>
      <vt:lpstr>From requirements to  designs and code</vt:lpstr>
      <vt:lpstr>From requirements to  designs and code</vt:lpstr>
      <vt:lpstr>From requirements to  designs and code</vt:lpstr>
      <vt:lpstr>From requirements to  tests</vt:lpstr>
      <vt:lpstr>From requirements to  success</vt:lpstr>
      <vt:lpstr>Review chapter 19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 Beyond requirements development</dc:title>
  <dc:creator>Huong</dc:creator>
  <cp:lastModifiedBy>Bay Huynh Van (FE FPTU CT)</cp:lastModifiedBy>
  <cp:revision>40</cp:revision>
  <dcterms:created xsi:type="dcterms:W3CDTF">2018-04-24T07:06:56Z</dcterms:created>
  <dcterms:modified xsi:type="dcterms:W3CDTF">2020-04-04T08:06:18Z</dcterms:modified>
</cp:coreProperties>
</file>