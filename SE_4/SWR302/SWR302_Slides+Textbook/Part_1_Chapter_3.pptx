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7" r:id="rId1"/>
  </p:sldMasterIdLst>
  <p:notesMasterIdLst>
    <p:notesMasterId r:id="rId33"/>
  </p:notesMasterIdLst>
  <p:sldIdLst>
    <p:sldId id="257" r:id="rId2"/>
    <p:sldId id="286" r:id="rId3"/>
    <p:sldId id="258" r:id="rId4"/>
    <p:sldId id="259" r:id="rId5"/>
    <p:sldId id="271" r:id="rId6"/>
    <p:sldId id="260" r:id="rId7"/>
    <p:sldId id="261" r:id="rId8"/>
    <p:sldId id="262" r:id="rId9"/>
    <p:sldId id="263" r:id="rId10"/>
    <p:sldId id="272" r:id="rId11"/>
    <p:sldId id="273" r:id="rId12"/>
    <p:sldId id="274" r:id="rId13"/>
    <p:sldId id="264" r:id="rId14"/>
    <p:sldId id="275" r:id="rId15"/>
    <p:sldId id="276" r:id="rId16"/>
    <p:sldId id="277" r:id="rId17"/>
    <p:sldId id="265" r:id="rId18"/>
    <p:sldId id="278" r:id="rId19"/>
    <p:sldId id="266" r:id="rId20"/>
    <p:sldId id="279" r:id="rId21"/>
    <p:sldId id="267" r:id="rId22"/>
    <p:sldId id="280" r:id="rId23"/>
    <p:sldId id="281" r:id="rId24"/>
    <p:sldId id="282" r:id="rId25"/>
    <p:sldId id="268" r:id="rId26"/>
    <p:sldId id="283" r:id="rId27"/>
    <p:sldId id="269" r:id="rId28"/>
    <p:sldId id="284" r:id="rId29"/>
    <p:sldId id="285" r:id="rId30"/>
    <p:sldId id="287" r:id="rId31"/>
    <p:sldId id="270"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23FEE8E-1CBA-4163-91C4-E492BFBA1A30}">
          <p14:sldIdLst>
            <p14:sldId id="257"/>
            <p14:sldId id="286"/>
            <p14:sldId id="258"/>
            <p14:sldId id="259"/>
            <p14:sldId id="271"/>
            <p14:sldId id="260"/>
            <p14:sldId id="261"/>
            <p14:sldId id="262"/>
            <p14:sldId id="263"/>
            <p14:sldId id="272"/>
            <p14:sldId id="273"/>
            <p14:sldId id="274"/>
            <p14:sldId id="264"/>
            <p14:sldId id="275"/>
            <p14:sldId id="276"/>
            <p14:sldId id="277"/>
            <p14:sldId id="265"/>
            <p14:sldId id="278"/>
            <p14:sldId id="266"/>
            <p14:sldId id="279"/>
            <p14:sldId id="267"/>
            <p14:sldId id="280"/>
            <p14:sldId id="281"/>
            <p14:sldId id="282"/>
            <p14:sldId id="268"/>
            <p14:sldId id="283"/>
            <p14:sldId id="269"/>
            <p14:sldId id="284"/>
            <p14:sldId id="285"/>
            <p14:sldId id="287"/>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3" autoAdjust="0"/>
    <p:restoredTop sz="85864" autoAdjust="0"/>
  </p:normalViewPr>
  <p:slideViewPr>
    <p:cSldViewPr snapToGrid="0">
      <p:cViewPr varScale="1">
        <p:scale>
          <a:sx n="63" d="100"/>
          <a:sy n="63" d="100"/>
        </p:scale>
        <p:origin x="157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2</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smtClean="0"/>
            <a:t>Who is stakeholders</a:t>
          </a:r>
          <a:endParaRPr lang="en-US" sz="16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1FDE73C1-1773-4DFF-80D8-CE538843B8D6}">
      <dgm:prSet phldrT="[Text]" custT="1"/>
      <dgm:spPr/>
      <dgm:t>
        <a:bodyPr/>
        <a:lstStyle/>
        <a:p>
          <a:r>
            <a:rPr lang="en-US" sz="1600" dirty="0" smtClean="0"/>
            <a:t>Customer-Development partnership</a:t>
          </a:r>
          <a:endParaRPr lang="en-US" sz="1600" dirty="0"/>
        </a:p>
      </dgm:t>
    </dgm:pt>
    <dgm:pt modelId="{9BFD04D4-D27E-47FD-B17A-0660BE35F1CF}" type="parTrans" cxnId="{5D8E00E0-9552-4EAC-9DC8-D6AAED642315}">
      <dgm:prSet/>
      <dgm:spPr/>
      <dgm:t>
        <a:bodyPr/>
        <a:lstStyle/>
        <a:p>
          <a:endParaRPr lang="en-US"/>
        </a:p>
      </dgm:t>
    </dgm:pt>
    <dgm:pt modelId="{43EBF1FA-1DAE-4CFF-8F77-984B40970F7F}" type="sibTrans" cxnId="{5D8E00E0-9552-4EAC-9DC8-D6AAED642315}">
      <dgm:prSet/>
      <dgm:spPr/>
      <dgm:t>
        <a:bodyPr/>
        <a:lstStyle/>
        <a:p>
          <a:endParaRPr lang="en-US"/>
        </a:p>
      </dgm:t>
    </dgm:pt>
    <dgm:pt modelId="{9286A5EC-F2A9-487D-8BF1-B96EEEFD636B}">
      <dgm:prSet phldrT="[Text]" custT="1"/>
      <dgm:spPr/>
      <dgm:t>
        <a:bodyPr/>
        <a:lstStyle/>
        <a:p>
          <a:r>
            <a:rPr lang="en-US" sz="1600" dirty="0" smtClean="0"/>
            <a:t>The expectation gap</a:t>
          </a:r>
          <a:endParaRPr lang="en-US" sz="16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8A74C719-C0B0-45E7-A044-8F3E3BDD14B1}">
      <dgm:prSet phldrT="[Text]" custT="1"/>
      <dgm:spPr/>
      <dgm:t>
        <a:bodyPr/>
        <a:lstStyle/>
        <a:p>
          <a:r>
            <a:rPr lang="en-US" sz="1600" dirty="0" smtClean="0"/>
            <a:t>Customers</a:t>
          </a:r>
          <a:endParaRPr lang="en-US" sz="1600" dirty="0"/>
        </a:p>
      </dgm:t>
    </dgm:pt>
    <dgm:pt modelId="{59E3059B-1485-4ECC-BBBF-7CA3E640F38D}" type="parTrans" cxnId="{E78715C6-6B3E-4015-AF89-6E5215265BF1}">
      <dgm:prSet/>
      <dgm:spPr/>
      <dgm:t>
        <a:bodyPr/>
        <a:lstStyle/>
        <a:p>
          <a:endParaRPr lang="en-US"/>
        </a:p>
      </dgm:t>
    </dgm:pt>
    <dgm:pt modelId="{E492CAAE-7760-4A53-A4A2-E6FDF4DA8978}" type="sibTrans" cxnId="{E78715C6-6B3E-4015-AF89-6E5215265BF1}">
      <dgm:prSet/>
      <dgm:spPr/>
      <dgm:t>
        <a:bodyPr/>
        <a:lstStyle/>
        <a:p>
          <a:endParaRPr lang="en-US"/>
        </a:p>
      </dgm:t>
    </dgm:pt>
    <dgm:pt modelId="{AFA08882-8DB8-4E0D-B287-05DB0C752DF9}">
      <dgm:prSet phldrT="[Text]" custT="1"/>
      <dgm:spPr/>
      <dgm:t>
        <a:bodyPr/>
        <a:lstStyle/>
        <a:p>
          <a:r>
            <a:rPr lang="en-US" sz="1600" dirty="0" smtClean="0"/>
            <a:t>End-users</a:t>
          </a:r>
          <a:endParaRPr lang="en-US" sz="1600" dirty="0"/>
        </a:p>
      </dgm:t>
    </dgm:pt>
    <dgm:pt modelId="{60C1FE0A-110A-4E56-99E0-F8424E1EE4D8}" type="parTrans" cxnId="{4E84C3B0-496A-4375-AF14-155DA4E16D9E}">
      <dgm:prSet/>
      <dgm:spPr/>
      <dgm:t>
        <a:bodyPr/>
        <a:lstStyle/>
        <a:p>
          <a:endParaRPr lang="en-US"/>
        </a:p>
      </dgm:t>
    </dgm:pt>
    <dgm:pt modelId="{83A1036A-8F0D-443E-BB6B-DF1EAD64A9FB}" type="sibTrans" cxnId="{4E84C3B0-496A-4375-AF14-155DA4E16D9E}">
      <dgm:prSet/>
      <dgm:spPr/>
      <dgm:t>
        <a:bodyPr/>
        <a:lstStyle/>
        <a:p>
          <a:endParaRPr lang="en-US"/>
        </a:p>
      </dgm:t>
    </dgm:pt>
    <dgm:pt modelId="{8B93368D-220F-4F51-922B-E3D40AEF4871}">
      <dgm:prSet phldrT="[Text]" custT="1"/>
      <dgm:spPr/>
      <dgm:t>
        <a:bodyPr/>
        <a:lstStyle/>
        <a:p>
          <a:r>
            <a:rPr lang="en-US" sz="1600" dirty="0" smtClean="0"/>
            <a:t>10 rights of customers</a:t>
          </a:r>
          <a:endParaRPr lang="en-US" sz="1600" dirty="0"/>
        </a:p>
      </dgm:t>
    </dgm:pt>
    <dgm:pt modelId="{FD8FE40B-879F-4F4E-B1C0-B05B7EF61B85}" type="parTrans" cxnId="{8D8C3FA4-9174-40CF-A8BD-7F932B2D0964}">
      <dgm:prSet/>
      <dgm:spPr/>
      <dgm:t>
        <a:bodyPr/>
        <a:lstStyle/>
        <a:p>
          <a:endParaRPr lang="en-US"/>
        </a:p>
      </dgm:t>
    </dgm:pt>
    <dgm:pt modelId="{DEC3EE81-7009-4889-8EA1-20032230294E}" type="sibTrans" cxnId="{8D8C3FA4-9174-40CF-A8BD-7F932B2D0964}">
      <dgm:prSet/>
      <dgm:spPr/>
      <dgm:t>
        <a:bodyPr/>
        <a:lstStyle/>
        <a:p>
          <a:endParaRPr lang="en-US"/>
        </a:p>
      </dgm:t>
    </dgm:pt>
    <dgm:pt modelId="{9B07B92F-D011-43BE-9016-AD65C1E9D3BA}">
      <dgm:prSet phldrT="[Text]" custT="1"/>
      <dgm:spPr/>
      <dgm:t>
        <a:bodyPr/>
        <a:lstStyle/>
        <a:p>
          <a:r>
            <a:rPr lang="en-US" sz="1600" dirty="0" smtClean="0"/>
            <a:t>10 responsibilities of customers</a:t>
          </a:r>
          <a:endParaRPr lang="en-US" sz="1600" dirty="0"/>
        </a:p>
      </dgm:t>
    </dgm:pt>
    <dgm:pt modelId="{0C240288-5121-414F-BB78-622F00302DB0}" type="parTrans" cxnId="{FFA75F06-B36C-46DF-9C39-5CE5EB64B1D3}">
      <dgm:prSet/>
      <dgm:spPr/>
      <dgm:t>
        <a:bodyPr/>
        <a:lstStyle/>
        <a:p>
          <a:endParaRPr lang="en-US"/>
        </a:p>
      </dgm:t>
    </dgm:pt>
    <dgm:pt modelId="{898DE083-E0E1-4C2B-8DE5-2D5A3089EA28}" type="sibTrans" cxnId="{FFA75F06-B36C-46DF-9C39-5CE5EB64B1D3}">
      <dgm:prSet/>
      <dgm:spPr/>
      <dgm:t>
        <a:bodyPr/>
        <a:lstStyle/>
        <a:p>
          <a:endParaRPr lang="en-US"/>
        </a:p>
      </dgm:t>
    </dgm:pt>
    <dgm:pt modelId="{A1A03C13-4BED-4BB7-8AFB-BDB236A519FA}">
      <dgm:prSet phldrT="[Text]" custT="1"/>
      <dgm:spPr/>
      <dgm:t>
        <a:bodyPr/>
        <a:lstStyle/>
        <a:p>
          <a:r>
            <a:rPr lang="en-US" sz="1600" dirty="0" smtClean="0"/>
            <a:t>Req. baseline</a:t>
          </a:r>
          <a:endParaRPr lang="en-US" sz="1600" dirty="0"/>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1330D8AE-5AD3-4971-83B6-44EEB3DE664B}">
      <dgm:prSet phldrT="[Text]"/>
      <dgm:spPr/>
      <dgm:t>
        <a:bodyPr/>
        <a:lstStyle/>
        <a:p>
          <a:r>
            <a:rPr lang="en-US" dirty="0" smtClean="0"/>
            <a:t>a set of requirements that has been reviewed and agreed upon and serves as the basis for further development</a:t>
          </a:r>
          <a:endParaRPr lang="en-US" dirty="0"/>
        </a:p>
      </dgm:t>
    </dgm:pt>
    <dgm:pt modelId="{BFCBBE67-AD4B-44C6-B3A5-16361CC3B65A}" type="parTrans" cxnId="{089C4DD0-1424-46E7-B581-D6A32F1BB069}">
      <dgm:prSet/>
      <dgm:spPr/>
      <dgm:t>
        <a:bodyPr/>
        <a:lstStyle/>
        <a:p>
          <a:endParaRPr lang="en-US"/>
        </a:p>
      </dgm:t>
    </dgm:pt>
    <dgm:pt modelId="{81EE5860-B977-4474-AA46-CCB203BB9FFA}" type="sibTrans" cxnId="{089C4DD0-1424-46E7-B581-D6A32F1BB069}">
      <dgm:prSet/>
      <dgm:spPr/>
      <dgm:t>
        <a:bodyPr/>
        <a:lstStyle/>
        <a:p>
          <a:endParaRPr lang="en-US"/>
        </a:p>
      </dgm:t>
    </dgm:pt>
    <dgm:pt modelId="{AD364B6B-599B-471E-B57A-D1AC5D89F0BB}">
      <dgm:prSet phldrT="[Text]" custT="1"/>
      <dgm:spPr/>
      <dgm:t>
        <a:bodyPr/>
        <a:lstStyle/>
        <a:p>
          <a:r>
            <a:rPr lang="en-US" sz="1400" dirty="0" smtClean="0"/>
            <a:t>Agile Projects</a:t>
          </a:r>
          <a:endParaRPr lang="en-US" sz="1400" dirty="0"/>
        </a:p>
      </dgm:t>
    </dgm:pt>
    <dgm:pt modelId="{050B7652-B2ED-404E-AA57-5A9109C9C4AD}" type="parTrans" cxnId="{61A9FD26-C8C7-44E2-8540-E0644D82B833}">
      <dgm:prSet/>
      <dgm:spPr/>
      <dgm:t>
        <a:bodyPr/>
        <a:lstStyle/>
        <a:p>
          <a:endParaRPr lang="en-US"/>
        </a:p>
      </dgm:t>
    </dgm:pt>
    <dgm:pt modelId="{07904351-DCD9-4880-84F3-DBF42C6506B5}" type="sibTrans" cxnId="{61A9FD26-C8C7-44E2-8540-E0644D82B833}">
      <dgm:prSet/>
      <dgm:spPr/>
      <dgm:t>
        <a:bodyPr/>
        <a:lstStyle/>
        <a:p>
          <a:endParaRPr lang="en-US"/>
        </a:p>
      </dgm:t>
    </dgm:pt>
    <dgm:pt modelId="{0B181462-773E-45A0-AA41-E62C928C5B72}">
      <dgm:prSet phldrT="[Text]" custT="1"/>
      <dgm:spPr/>
      <dgm:t>
        <a:bodyPr/>
        <a:lstStyle/>
        <a:p>
          <a:r>
            <a:rPr lang="en-US" sz="1600" dirty="0" smtClean="0"/>
            <a:t>User stories</a:t>
          </a:r>
          <a:endParaRPr lang="en-US" sz="1600" dirty="0"/>
        </a:p>
      </dgm:t>
    </dgm:pt>
    <dgm:pt modelId="{2DC13F08-B77A-4202-A5DE-2375DD98011A}" type="parTrans" cxnId="{06667F4D-7094-4DBD-950A-D69BE27A5C04}">
      <dgm:prSet/>
      <dgm:spPr/>
      <dgm:t>
        <a:bodyPr/>
        <a:lstStyle/>
        <a:p>
          <a:endParaRPr lang="en-US"/>
        </a:p>
      </dgm:t>
    </dgm:pt>
    <dgm:pt modelId="{ED6BD826-6365-40B0-9CE8-886BAB0FA6AD}" type="sibTrans" cxnId="{06667F4D-7094-4DBD-950A-D69BE27A5C04}">
      <dgm:prSet/>
      <dgm:spPr/>
      <dgm:t>
        <a:bodyPr/>
        <a:lstStyle/>
        <a:p>
          <a:endParaRPr lang="en-US"/>
        </a:p>
      </dgm:t>
    </dgm:pt>
    <dgm:pt modelId="{A0EFB5DA-CEB8-4144-BA84-0BB8D09F8E00}">
      <dgm:prSet phldrT="[Text]" custT="1"/>
      <dgm:spPr/>
      <dgm:t>
        <a:bodyPr/>
        <a:lstStyle/>
        <a:p>
          <a:r>
            <a:rPr lang="en-US" sz="1600" dirty="0" smtClean="0"/>
            <a:t>Product backlog</a:t>
          </a:r>
          <a:endParaRPr lang="en-US" sz="1600" dirty="0"/>
        </a:p>
      </dgm:t>
    </dgm:pt>
    <dgm:pt modelId="{B845BFD3-9C3E-4612-A703-4B1852AFD30D}" type="parTrans" cxnId="{0AFDFBFF-0B0E-47F1-B650-0A4B5FF3F25F}">
      <dgm:prSet/>
      <dgm:spPr/>
      <dgm:t>
        <a:bodyPr/>
        <a:lstStyle/>
        <a:p>
          <a:endParaRPr lang="en-US"/>
        </a:p>
      </dgm:t>
    </dgm:pt>
    <dgm:pt modelId="{249B321D-6C87-4CC5-8878-800462E6DA35}" type="sibTrans" cxnId="{0AFDFBFF-0B0E-47F1-B650-0A4B5FF3F25F}">
      <dgm:prSet/>
      <dgm:spPr/>
      <dgm:t>
        <a:bodyPr/>
        <a:lstStyle/>
        <a:p>
          <a:endParaRPr lang="en-US"/>
        </a:p>
      </dgm:t>
    </dgm:pt>
    <dgm:pt modelId="{1E627F9E-CE3B-4A85-BB78-8DDB86A78DDE}">
      <dgm:prSet phldrT="[Text]" custT="1"/>
      <dgm:spPr/>
      <dgm:t>
        <a:bodyPr/>
        <a:lstStyle/>
        <a:p>
          <a:r>
            <a:rPr lang="en-US" sz="1400" smtClean="0"/>
            <a:t>best way to minimize the expectation gap </a:t>
          </a:r>
          <a:endParaRPr lang="en-US" sz="1400" dirty="0"/>
        </a:p>
      </dgm:t>
    </dgm:pt>
    <dgm:pt modelId="{9D28DB69-DDB3-4999-9A0B-8D007976E69E}" type="parTrans" cxnId="{97E4A6DE-8713-4676-BBF8-2B93F08AF837}">
      <dgm:prSet/>
      <dgm:spPr/>
      <dgm:t>
        <a:bodyPr/>
        <a:lstStyle/>
        <a:p>
          <a:endParaRPr lang="en-US"/>
        </a:p>
      </dgm:t>
    </dgm:pt>
    <dgm:pt modelId="{CC71E985-969E-423D-B820-177A0337B408}" type="sibTrans" cxnId="{97E4A6DE-8713-4676-BBF8-2B93F08AF837}">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5"/>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5">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5"/>
      <dgm:spPr/>
      <dgm:t>
        <a:bodyPr/>
        <a:lstStyle/>
        <a:p>
          <a:endParaRPr lang="en-US"/>
        </a:p>
      </dgm:t>
    </dgm:pt>
    <dgm:pt modelId="{C9264EDA-91B6-4FAE-AFE6-AFC29BE66386}" type="pres">
      <dgm:prSet presAssocID="{9286A5EC-F2A9-487D-8BF1-B96EEEFD636B}" presName="hierChild4" presStyleCnt="0"/>
      <dgm:spPr/>
    </dgm:pt>
    <dgm:pt modelId="{DE7F276F-E57B-4251-A70B-2917BAF50B6F}" type="pres">
      <dgm:prSet presAssocID="{9D28DB69-DDB3-4999-9A0B-8D007976E69E}" presName="Name37" presStyleLbl="parChTrans1D3" presStyleIdx="0" presStyleCnt="7"/>
      <dgm:spPr/>
      <dgm:t>
        <a:bodyPr/>
        <a:lstStyle/>
        <a:p>
          <a:endParaRPr lang="en-US"/>
        </a:p>
      </dgm:t>
    </dgm:pt>
    <dgm:pt modelId="{7971AF45-BEF4-409C-A7A2-334F0F0C01E6}" type="pres">
      <dgm:prSet presAssocID="{1E627F9E-CE3B-4A85-BB78-8DDB86A78DDE}" presName="hierRoot2" presStyleCnt="0">
        <dgm:presLayoutVars>
          <dgm:hierBranch val="init"/>
        </dgm:presLayoutVars>
      </dgm:prSet>
      <dgm:spPr/>
    </dgm:pt>
    <dgm:pt modelId="{C98C32C5-9758-4590-94EE-C277C6DF6AF8}" type="pres">
      <dgm:prSet presAssocID="{1E627F9E-CE3B-4A85-BB78-8DDB86A78DDE}" presName="rootComposite" presStyleCnt="0"/>
      <dgm:spPr/>
    </dgm:pt>
    <dgm:pt modelId="{31C29986-52F5-42D4-A9FC-3B32B3F35DB2}" type="pres">
      <dgm:prSet presAssocID="{1E627F9E-CE3B-4A85-BB78-8DDB86A78DDE}" presName="rootText" presStyleLbl="node3" presStyleIdx="0" presStyleCnt="7">
        <dgm:presLayoutVars>
          <dgm:chPref val="3"/>
        </dgm:presLayoutVars>
      </dgm:prSet>
      <dgm:spPr/>
      <dgm:t>
        <a:bodyPr/>
        <a:lstStyle/>
        <a:p>
          <a:endParaRPr lang="en-US"/>
        </a:p>
      </dgm:t>
    </dgm:pt>
    <dgm:pt modelId="{BFFD6F86-AD10-4340-B993-09FE9B342F4C}" type="pres">
      <dgm:prSet presAssocID="{1E627F9E-CE3B-4A85-BB78-8DDB86A78DDE}" presName="rootConnector" presStyleLbl="node3" presStyleIdx="0" presStyleCnt="7"/>
      <dgm:spPr/>
      <dgm:t>
        <a:bodyPr/>
        <a:lstStyle/>
        <a:p>
          <a:endParaRPr lang="en-US"/>
        </a:p>
      </dgm:t>
    </dgm:pt>
    <dgm:pt modelId="{4318A7A7-34AB-44EA-9D09-5217CEE301A7}" type="pres">
      <dgm:prSet presAssocID="{1E627F9E-CE3B-4A85-BB78-8DDB86A78DDE}" presName="hierChild4" presStyleCnt="0"/>
      <dgm:spPr/>
    </dgm:pt>
    <dgm:pt modelId="{B26D372B-AEC3-47D7-AF9D-A4B9E1D506C5}" type="pres">
      <dgm:prSet presAssocID="{1E627F9E-CE3B-4A85-BB78-8DDB86A78DDE}"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5"/>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5">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5"/>
      <dgm:spPr/>
      <dgm:t>
        <a:bodyPr/>
        <a:lstStyle/>
        <a:p>
          <a:endParaRPr lang="en-US"/>
        </a:p>
      </dgm:t>
    </dgm:pt>
    <dgm:pt modelId="{4C592C92-3156-443C-BB98-9204DFF01F72}" type="pres">
      <dgm:prSet presAssocID="{620DD3EC-BDCD-468B-B566-7FE2B848507E}" presName="hierChild4" presStyleCnt="0"/>
      <dgm:spPr/>
    </dgm:pt>
    <dgm:pt modelId="{A2A41425-2A6B-472C-AF7D-497B8D8C6C0F}" type="pres">
      <dgm:prSet presAssocID="{59E3059B-1485-4ECC-BBBF-7CA3E640F38D}" presName="Name37" presStyleLbl="parChTrans1D3" presStyleIdx="1" presStyleCnt="7"/>
      <dgm:spPr/>
      <dgm:t>
        <a:bodyPr/>
        <a:lstStyle/>
        <a:p>
          <a:endParaRPr lang="en-US"/>
        </a:p>
      </dgm:t>
    </dgm:pt>
    <dgm:pt modelId="{BE767F2E-FC2C-4DE4-8EFA-413AB654DE72}" type="pres">
      <dgm:prSet presAssocID="{8A74C719-C0B0-45E7-A044-8F3E3BDD14B1}" presName="hierRoot2" presStyleCnt="0">
        <dgm:presLayoutVars>
          <dgm:hierBranch val="init"/>
        </dgm:presLayoutVars>
      </dgm:prSet>
      <dgm:spPr/>
    </dgm:pt>
    <dgm:pt modelId="{A45A4C96-4AF4-4A85-8F9C-F552E800F221}" type="pres">
      <dgm:prSet presAssocID="{8A74C719-C0B0-45E7-A044-8F3E3BDD14B1}" presName="rootComposite" presStyleCnt="0"/>
      <dgm:spPr/>
    </dgm:pt>
    <dgm:pt modelId="{BB71A1EC-99D4-46DC-BDFC-1D7F327564B8}" type="pres">
      <dgm:prSet presAssocID="{8A74C719-C0B0-45E7-A044-8F3E3BDD14B1}" presName="rootText" presStyleLbl="node3" presStyleIdx="1" presStyleCnt="7">
        <dgm:presLayoutVars>
          <dgm:chPref val="3"/>
        </dgm:presLayoutVars>
      </dgm:prSet>
      <dgm:spPr/>
      <dgm:t>
        <a:bodyPr/>
        <a:lstStyle/>
        <a:p>
          <a:endParaRPr lang="en-US"/>
        </a:p>
      </dgm:t>
    </dgm:pt>
    <dgm:pt modelId="{43458361-CDBC-43AE-84A2-56ACA0035337}" type="pres">
      <dgm:prSet presAssocID="{8A74C719-C0B0-45E7-A044-8F3E3BDD14B1}" presName="rootConnector" presStyleLbl="node3" presStyleIdx="1" presStyleCnt="7"/>
      <dgm:spPr/>
      <dgm:t>
        <a:bodyPr/>
        <a:lstStyle/>
        <a:p>
          <a:endParaRPr lang="en-US"/>
        </a:p>
      </dgm:t>
    </dgm:pt>
    <dgm:pt modelId="{42C73B18-A616-4116-9F73-6AADE64304BA}" type="pres">
      <dgm:prSet presAssocID="{8A74C719-C0B0-45E7-A044-8F3E3BDD14B1}" presName="hierChild4" presStyleCnt="0"/>
      <dgm:spPr/>
    </dgm:pt>
    <dgm:pt modelId="{ACFEAFB9-1AF4-484E-B255-0473015BB9DC}" type="pres">
      <dgm:prSet presAssocID="{60C1FE0A-110A-4E56-99E0-F8424E1EE4D8}" presName="Name37" presStyleLbl="parChTrans1D4" presStyleIdx="0" presStyleCnt="1"/>
      <dgm:spPr/>
      <dgm:t>
        <a:bodyPr/>
        <a:lstStyle/>
        <a:p>
          <a:endParaRPr lang="en-US"/>
        </a:p>
      </dgm:t>
    </dgm:pt>
    <dgm:pt modelId="{36629166-BB10-49D2-978D-C61633DC95F6}" type="pres">
      <dgm:prSet presAssocID="{AFA08882-8DB8-4E0D-B287-05DB0C752DF9}" presName="hierRoot2" presStyleCnt="0">
        <dgm:presLayoutVars>
          <dgm:hierBranch val="init"/>
        </dgm:presLayoutVars>
      </dgm:prSet>
      <dgm:spPr/>
    </dgm:pt>
    <dgm:pt modelId="{9ACE0BC1-F92B-4925-9F26-34888DF9F5C8}" type="pres">
      <dgm:prSet presAssocID="{AFA08882-8DB8-4E0D-B287-05DB0C752DF9}" presName="rootComposite" presStyleCnt="0"/>
      <dgm:spPr/>
    </dgm:pt>
    <dgm:pt modelId="{5487298C-5DF2-4AE0-AD6D-3E1DEBCFB02C}" type="pres">
      <dgm:prSet presAssocID="{AFA08882-8DB8-4E0D-B287-05DB0C752DF9}" presName="rootText" presStyleLbl="node4" presStyleIdx="0" presStyleCnt="1">
        <dgm:presLayoutVars>
          <dgm:chPref val="3"/>
        </dgm:presLayoutVars>
      </dgm:prSet>
      <dgm:spPr/>
      <dgm:t>
        <a:bodyPr/>
        <a:lstStyle/>
        <a:p>
          <a:endParaRPr lang="en-US"/>
        </a:p>
      </dgm:t>
    </dgm:pt>
    <dgm:pt modelId="{01C5386B-6CBD-4353-B3F4-913B6E33D86C}" type="pres">
      <dgm:prSet presAssocID="{AFA08882-8DB8-4E0D-B287-05DB0C752DF9}" presName="rootConnector" presStyleLbl="node4" presStyleIdx="0" presStyleCnt="1"/>
      <dgm:spPr/>
      <dgm:t>
        <a:bodyPr/>
        <a:lstStyle/>
        <a:p>
          <a:endParaRPr lang="en-US"/>
        </a:p>
      </dgm:t>
    </dgm:pt>
    <dgm:pt modelId="{A386B690-72A2-4169-9370-CFF439AE696F}" type="pres">
      <dgm:prSet presAssocID="{AFA08882-8DB8-4E0D-B287-05DB0C752DF9}" presName="hierChild4" presStyleCnt="0"/>
      <dgm:spPr/>
    </dgm:pt>
    <dgm:pt modelId="{D441AF52-F7A1-4C96-90AC-3A1305B5E8B4}" type="pres">
      <dgm:prSet presAssocID="{AFA08882-8DB8-4E0D-B287-05DB0C752DF9}" presName="hierChild5" presStyleCnt="0"/>
      <dgm:spPr/>
    </dgm:pt>
    <dgm:pt modelId="{69852274-0F2C-4714-965E-6E6ABA270E10}" type="pres">
      <dgm:prSet presAssocID="{8A74C719-C0B0-45E7-A044-8F3E3BDD14B1}" presName="hierChild5" presStyleCnt="0"/>
      <dgm:spPr/>
    </dgm:pt>
    <dgm:pt modelId="{3E362709-8DF5-4ED1-BE78-2D67C7F6CD59}" type="pres">
      <dgm:prSet presAssocID="{620DD3EC-BDCD-468B-B566-7FE2B848507E}" presName="hierChild5" presStyleCnt="0"/>
      <dgm:spPr/>
    </dgm:pt>
    <dgm:pt modelId="{0E020EB3-B687-49B5-864A-7775365865BE}" type="pres">
      <dgm:prSet presAssocID="{9BFD04D4-D27E-47FD-B17A-0660BE35F1CF}" presName="Name37" presStyleLbl="parChTrans1D2" presStyleIdx="2" presStyleCnt="5"/>
      <dgm:spPr/>
      <dgm:t>
        <a:bodyPr/>
        <a:lstStyle/>
        <a:p>
          <a:endParaRPr lang="en-US"/>
        </a:p>
      </dgm:t>
    </dgm:pt>
    <dgm:pt modelId="{BBAFE3D2-3A5A-4490-A81A-2A8E15028CC9}" type="pres">
      <dgm:prSet presAssocID="{1FDE73C1-1773-4DFF-80D8-CE538843B8D6}" presName="hierRoot2" presStyleCnt="0">
        <dgm:presLayoutVars>
          <dgm:hierBranch val="init"/>
        </dgm:presLayoutVars>
      </dgm:prSet>
      <dgm:spPr/>
    </dgm:pt>
    <dgm:pt modelId="{5D13AC61-CB0D-439C-A3B7-8B75673646F3}" type="pres">
      <dgm:prSet presAssocID="{1FDE73C1-1773-4DFF-80D8-CE538843B8D6}" presName="rootComposite" presStyleCnt="0"/>
      <dgm:spPr/>
    </dgm:pt>
    <dgm:pt modelId="{03758FE5-334A-46EC-AD76-4289659832B6}" type="pres">
      <dgm:prSet presAssocID="{1FDE73C1-1773-4DFF-80D8-CE538843B8D6}" presName="rootText" presStyleLbl="node2" presStyleIdx="2" presStyleCnt="5">
        <dgm:presLayoutVars>
          <dgm:chPref val="3"/>
        </dgm:presLayoutVars>
      </dgm:prSet>
      <dgm:spPr/>
      <dgm:t>
        <a:bodyPr/>
        <a:lstStyle/>
        <a:p>
          <a:endParaRPr lang="en-US"/>
        </a:p>
      </dgm:t>
    </dgm:pt>
    <dgm:pt modelId="{2B09EB8B-ED69-45F5-BA37-36CF2B0643CF}" type="pres">
      <dgm:prSet presAssocID="{1FDE73C1-1773-4DFF-80D8-CE538843B8D6}" presName="rootConnector" presStyleLbl="node2" presStyleIdx="2" presStyleCnt="5"/>
      <dgm:spPr/>
      <dgm:t>
        <a:bodyPr/>
        <a:lstStyle/>
        <a:p>
          <a:endParaRPr lang="en-US"/>
        </a:p>
      </dgm:t>
    </dgm:pt>
    <dgm:pt modelId="{1DE9D2D5-FD8E-457B-8509-AF1B11F236B3}" type="pres">
      <dgm:prSet presAssocID="{1FDE73C1-1773-4DFF-80D8-CE538843B8D6}" presName="hierChild4" presStyleCnt="0"/>
      <dgm:spPr/>
    </dgm:pt>
    <dgm:pt modelId="{B24AC9E0-962C-4E78-A693-CB404F97964B}" type="pres">
      <dgm:prSet presAssocID="{FD8FE40B-879F-4F4E-B1C0-B05B7EF61B85}" presName="Name37" presStyleLbl="parChTrans1D3" presStyleIdx="2" presStyleCnt="7"/>
      <dgm:spPr/>
      <dgm:t>
        <a:bodyPr/>
        <a:lstStyle/>
        <a:p>
          <a:endParaRPr lang="en-US"/>
        </a:p>
      </dgm:t>
    </dgm:pt>
    <dgm:pt modelId="{14081BD0-0331-49D1-9132-48E38CC72506}" type="pres">
      <dgm:prSet presAssocID="{8B93368D-220F-4F51-922B-E3D40AEF4871}" presName="hierRoot2" presStyleCnt="0">
        <dgm:presLayoutVars>
          <dgm:hierBranch val="init"/>
        </dgm:presLayoutVars>
      </dgm:prSet>
      <dgm:spPr/>
    </dgm:pt>
    <dgm:pt modelId="{CD57EBD1-6290-48D5-B876-F6B8F3E71B1C}" type="pres">
      <dgm:prSet presAssocID="{8B93368D-220F-4F51-922B-E3D40AEF4871}" presName="rootComposite" presStyleCnt="0"/>
      <dgm:spPr/>
    </dgm:pt>
    <dgm:pt modelId="{AF41A196-D073-444E-BDCD-FC763BCB5F43}" type="pres">
      <dgm:prSet presAssocID="{8B93368D-220F-4F51-922B-E3D40AEF4871}" presName="rootText" presStyleLbl="node3" presStyleIdx="2" presStyleCnt="7">
        <dgm:presLayoutVars>
          <dgm:chPref val="3"/>
        </dgm:presLayoutVars>
      </dgm:prSet>
      <dgm:spPr/>
      <dgm:t>
        <a:bodyPr/>
        <a:lstStyle/>
        <a:p>
          <a:endParaRPr lang="en-US"/>
        </a:p>
      </dgm:t>
    </dgm:pt>
    <dgm:pt modelId="{D2461159-78CB-4A23-999D-2C7EB906725F}" type="pres">
      <dgm:prSet presAssocID="{8B93368D-220F-4F51-922B-E3D40AEF4871}" presName="rootConnector" presStyleLbl="node3" presStyleIdx="2" presStyleCnt="7"/>
      <dgm:spPr/>
      <dgm:t>
        <a:bodyPr/>
        <a:lstStyle/>
        <a:p>
          <a:endParaRPr lang="en-US"/>
        </a:p>
      </dgm:t>
    </dgm:pt>
    <dgm:pt modelId="{B7419B15-5138-497F-9E6A-0A8D19A45473}" type="pres">
      <dgm:prSet presAssocID="{8B93368D-220F-4F51-922B-E3D40AEF4871}" presName="hierChild4" presStyleCnt="0"/>
      <dgm:spPr/>
    </dgm:pt>
    <dgm:pt modelId="{913DBA18-54C7-4B85-987E-75AE9FC67706}" type="pres">
      <dgm:prSet presAssocID="{8B93368D-220F-4F51-922B-E3D40AEF4871}" presName="hierChild5" presStyleCnt="0"/>
      <dgm:spPr/>
    </dgm:pt>
    <dgm:pt modelId="{91438FCC-53E8-4CBE-9E34-2132871188CC}" type="pres">
      <dgm:prSet presAssocID="{0C240288-5121-414F-BB78-622F00302DB0}" presName="Name37" presStyleLbl="parChTrans1D3" presStyleIdx="3" presStyleCnt="7"/>
      <dgm:spPr/>
      <dgm:t>
        <a:bodyPr/>
        <a:lstStyle/>
        <a:p>
          <a:endParaRPr lang="en-US"/>
        </a:p>
      </dgm:t>
    </dgm:pt>
    <dgm:pt modelId="{67578119-EB65-4563-B4C6-2086301E4CE2}" type="pres">
      <dgm:prSet presAssocID="{9B07B92F-D011-43BE-9016-AD65C1E9D3BA}" presName="hierRoot2" presStyleCnt="0">
        <dgm:presLayoutVars>
          <dgm:hierBranch val="init"/>
        </dgm:presLayoutVars>
      </dgm:prSet>
      <dgm:spPr/>
    </dgm:pt>
    <dgm:pt modelId="{21548661-BC88-4440-A64F-6B49E201950B}" type="pres">
      <dgm:prSet presAssocID="{9B07B92F-D011-43BE-9016-AD65C1E9D3BA}" presName="rootComposite" presStyleCnt="0"/>
      <dgm:spPr/>
    </dgm:pt>
    <dgm:pt modelId="{EB9DD715-B78F-4025-BC3C-DDF41A6D4038}" type="pres">
      <dgm:prSet presAssocID="{9B07B92F-D011-43BE-9016-AD65C1E9D3BA}" presName="rootText" presStyleLbl="node3" presStyleIdx="3" presStyleCnt="7">
        <dgm:presLayoutVars>
          <dgm:chPref val="3"/>
        </dgm:presLayoutVars>
      </dgm:prSet>
      <dgm:spPr/>
      <dgm:t>
        <a:bodyPr/>
        <a:lstStyle/>
        <a:p>
          <a:endParaRPr lang="en-US"/>
        </a:p>
      </dgm:t>
    </dgm:pt>
    <dgm:pt modelId="{EDE49AC7-8F61-4EB6-A896-2328F5842EE3}" type="pres">
      <dgm:prSet presAssocID="{9B07B92F-D011-43BE-9016-AD65C1E9D3BA}" presName="rootConnector" presStyleLbl="node3" presStyleIdx="3" presStyleCnt="7"/>
      <dgm:spPr/>
      <dgm:t>
        <a:bodyPr/>
        <a:lstStyle/>
        <a:p>
          <a:endParaRPr lang="en-US"/>
        </a:p>
      </dgm:t>
    </dgm:pt>
    <dgm:pt modelId="{E0649B45-2015-492E-997F-DE5971114E11}" type="pres">
      <dgm:prSet presAssocID="{9B07B92F-D011-43BE-9016-AD65C1E9D3BA}" presName="hierChild4" presStyleCnt="0"/>
      <dgm:spPr/>
    </dgm:pt>
    <dgm:pt modelId="{33CE48C6-D59A-4AF0-B40B-260B79C5A4A6}" type="pres">
      <dgm:prSet presAssocID="{9B07B92F-D011-43BE-9016-AD65C1E9D3BA}" presName="hierChild5" presStyleCnt="0"/>
      <dgm:spPr/>
    </dgm:pt>
    <dgm:pt modelId="{D835F695-B50D-418C-A907-0CB512CD6F3C}" type="pres">
      <dgm:prSet presAssocID="{1FDE73C1-1773-4DFF-80D8-CE538843B8D6}" presName="hierChild5" presStyleCnt="0"/>
      <dgm:spPr/>
    </dgm:pt>
    <dgm:pt modelId="{62821369-B757-43AF-BF6D-02B9EF83A7FF}" type="pres">
      <dgm:prSet presAssocID="{9E18C130-4D81-4BDD-8DE6-22CF9F45E19E}" presName="Name37" presStyleLbl="parChTrans1D2" presStyleIdx="3" presStyleCnt="5"/>
      <dgm:spPr/>
      <dgm:t>
        <a:bodyPr/>
        <a:lstStyle/>
        <a:p>
          <a:endParaRPr lang="en-US"/>
        </a:p>
      </dgm:t>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3" presStyleCnt="5">
        <dgm:presLayoutVars>
          <dgm:chPref val="3"/>
        </dgm:presLayoutVars>
      </dgm:prSet>
      <dgm:spPr/>
      <dgm:t>
        <a:bodyPr/>
        <a:lstStyle/>
        <a:p>
          <a:endParaRPr lang="en-US"/>
        </a:p>
      </dgm:t>
    </dgm:pt>
    <dgm:pt modelId="{0FE7A504-1A99-42A4-92D2-369E93728B6E}" type="pres">
      <dgm:prSet presAssocID="{A1A03C13-4BED-4BB7-8AFB-BDB236A519FA}" presName="rootConnector" presStyleLbl="node2" presStyleIdx="3" presStyleCnt="5"/>
      <dgm:spPr/>
      <dgm:t>
        <a:bodyPr/>
        <a:lstStyle/>
        <a:p>
          <a:endParaRPr lang="en-US"/>
        </a:p>
      </dgm:t>
    </dgm:pt>
    <dgm:pt modelId="{5C832EA0-92EB-4018-A238-AAD0380D7AE1}" type="pres">
      <dgm:prSet presAssocID="{A1A03C13-4BED-4BB7-8AFB-BDB236A519FA}" presName="hierChild4" presStyleCnt="0"/>
      <dgm:spPr/>
    </dgm:pt>
    <dgm:pt modelId="{BAB65234-BEF3-44F6-8238-22DD5F2B3ECA}" type="pres">
      <dgm:prSet presAssocID="{BFCBBE67-AD4B-44C6-B3A5-16361CC3B65A}" presName="Name37" presStyleLbl="parChTrans1D3" presStyleIdx="4" presStyleCnt="7"/>
      <dgm:spPr/>
      <dgm:t>
        <a:bodyPr/>
        <a:lstStyle/>
        <a:p>
          <a:endParaRPr lang="en-US"/>
        </a:p>
      </dgm:t>
    </dgm:pt>
    <dgm:pt modelId="{29FA4EA6-6D60-4928-8665-B8DDBADB42EA}" type="pres">
      <dgm:prSet presAssocID="{1330D8AE-5AD3-4971-83B6-44EEB3DE664B}" presName="hierRoot2" presStyleCnt="0">
        <dgm:presLayoutVars>
          <dgm:hierBranch val="init"/>
        </dgm:presLayoutVars>
      </dgm:prSet>
      <dgm:spPr/>
    </dgm:pt>
    <dgm:pt modelId="{7F641F00-E60B-44DA-946A-53E40B4D0E7E}" type="pres">
      <dgm:prSet presAssocID="{1330D8AE-5AD3-4971-83B6-44EEB3DE664B}" presName="rootComposite" presStyleCnt="0"/>
      <dgm:spPr/>
    </dgm:pt>
    <dgm:pt modelId="{B386D850-18E4-4553-BFA3-F5B91F42AF1A}" type="pres">
      <dgm:prSet presAssocID="{1330D8AE-5AD3-4971-83B6-44EEB3DE664B}" presName="rootText" presStyleLbl="node3" presStyleIdx="4" presStyleCnt="7" custScaleY="190515">
        <dgm:presLayoutVars>
          <dgm:chPref val="3"/>
        </dgm:presLayoutVars>
      </dgm:prSet>
      <dgm:spPr/>
      <dgm:t>
        <a:bodyPr/>
        <a:lstStyle/>
        <a:p>
          <a:endParaRPr lang="en-US"/>
        </a:p>
      </dgm:t>
    </dgm:pt>
    <dgm:pt modelId="{53427F1E-64F3-46FE-9189-9127962FB517}" type="pres">
      <dgm:prSet presAssocID="{1330D8AE-5AD3-4971-83B6-44EEB3DE664B}" presName="rootConnector" presStyleLbl="node3" presStyleIdx="4" presStyleCnt="7"/>
      <dgm:spPr/>
      <dgm:t>
        <a:bodyPr/>
        <a:lstStyle/>
        <a:p>
          <a:endParaRPr lang="en-US"/>
        </a:p>
      </dgm:t>
    </dgm:pt>
    <dgm:pt modelId="{F5B8FA18-8901-4F6D-ADDE-DC8E2F4BC5B8}" type="pres">
      <dgm:prSet presAssocID="{1330D8AE-5AD3-4971-83B6-44EEB3DE664B}" presName="hierChild4" presStyleCnt="0"/>
      <dgm:spPr/>
    </dgm:pt>
    <dgm:pt modelId="{3FA4EA24-FFBA-4E19-BBC4-DE547B68789C}" type="pres">
      <dgm:prSet presAssocID="{1330D8AE-5AD3-4971-83B6-44EEB3DE664B}" presName="hierChild5" presStyleCnt="0"/>
      <dgm:spPr/>
    </dgm:pt>
    <dgm:pt modelId="{AFF152E2-0280-4325-8B01-B43435B7724D}" type="pres">
      <dgm:prSet presAssocID="{A1A03C13-4BED-4BB7-8AFB-BDB236A519FA}" presName="hierChild5" presStyleCnt="0"/>
      <dgm:spPr/>
    </dgm:pt>
    <dgm:pt modelId="{1C6780BE-0BFA-452E-B23B-840ADD2F1082}" type="pres">
      <dgm:prSet presAssocID="{050B7652-B2ED-404E-AA57-5A9109C9C4AD}" presName="Name37" presStyleLbl="parChTrans1D2" presStyleIdx="4" presStyleCnt="5"/>
      <dgm:spPr/>
      <dgm:t>
        <a:bodyPr/>
        <a:lstStyle/>
        <a:p>
          <a:endParaRPr lang="en-US"/>
        </a:p>
      </dgm:t>
    </dgm:pt>
    <dgm:pt modelId="{91542984-1884-4075-85FF-10D3512C3511}" type="pres">
      <dgm:prSet presAssocID="{AD364B6B-599B-471E-B57A-D1AC5D89F0BB}" presName="hierRoot2" presStyleCnt="0">
        <dgm:presLayoutVars>
          <dgm:hierBranch val="init"/>
        </dgm:presLayoutVars>
      </dgm:prSet>
      <dgm:spPr/>
    </dgm:pt>
    <dgm:pt modelId="{2197488C-9BB4-4FE6-913F-95BF99328D53}" type="pres">
      <dgm:prSet presAssocID="{AD364B6B-599B-471E-B57A-D1AC5D89F0BB}" presName="rootComposite" presStyleCnt="0"/>
      <dgm:spPr/>
    </dgm:pt>
    <dgm:pt modelId="{9BB5FF79-6973-4054-99B9-A54F1965A453}" type="pres">
      <dgm:prSet presAssocID="{AD364B6B-599B-471E-B57A-D1AC5D89F0BB}" presName="rootText" presStyleLbl="node2" presStyleIdx="4" presStyleCnt="5">
        <dgm:presLayoutVars>
          <dgm:chPref val="3"/>
        </dgm:presLayoutVars>
      </dgm:prSet>
      <dgm:spPr/>
      <dgm:t>
        <a:bodyPr/>
        <a:lstStyle/>
        <a:p>
          <a:endParaRPr lang="en-US"/>
        </a:p>
      </dgm:t>
    </dgm:pt>
    <dgm:pt modelId="{B78A35CA-8616-4084-9244-9BF0A5A39633}" type="pres">
      <dgm:prSet presAssocID="{AD364B6B-599B-471E-B57A-D1AC5D89F0BB}" presName="rootConnector" presStyleLbl="node2" presStyleIdx="4" presStyleCnt="5"/>
      <dgm:spPr/>
      <dgm:t>
        <a:bodyPr/>
        <a:lstStyle/>
        <a:p>
          <a:endParaRPr lang="en-US"/>
        </a:p>
      </dgm:t>
    </dgm:pt>
    <dgm:pt modelId="{F4B924C5-04CD-43B1-A77B-46828D59C785}" type="pres">
      <dgm:prSet presAssocID="{AD364B6B-599B-471E-B57A-D1AC5D89F0BB}" presName="hierChild4" presStyleCnt="0"/>
      <dgm:spPr/>
    </dgm:pt>
    <dgm:pt modelId="{BE153F20-5FEF-4C8F-8351-47167BEE47A5}" type="pres">
      <dgm:prSet presAssocID="{2DC13F08-B77A-4202-A5DE-2375DD98011A}" presName="Name37" presStyleLbl="parChTrans1D3" presStyleIdx="5" presStyleCnt="7"/>
      <dgm:spPr/>
      <dgm:t>
        <a:bodyPr/>
        <a:lstStyle/>
        <a:p>
          <a:endParaRPr lang="en-US"/>
        </a:p>
      </dgm:t>
    </dgm:pt>
    <dgm:pt modelId="{C5639E7E-A397-40A2-8FFF-DAE417C9821F}" type="pres">
      <dgm:prSet presAssocID="{0B181462-773E-45A0-AA41-E62C928C5B72}" presName="hierRoot2" presStyleCnt="0">
        <dgm:presLayoutVars>
          <dgm:hierBranch val="init"/>
        </dgm:presLayoutVars>
      </dgm:prSet>
      <dgm:spPr/>
    </dgm:pt>
    <dgm:pt modelId="{06EB2686-EFFA-46D6-B21C-592848EC4C35}" type="pres">
      <dgm:prSet presAssocID="{0B181462-773E-45A0-AA41-E62C928C5B72}" presName="rootComposite" presStyleCnt="0"/>
      <dgm:spPr/>
    </dgm:pt>
    <dgm:pt modelId="{5419A9F9-1304-4927-89DA-0098410B4A6C}" type="pres">
      <dgm:prSet presAssocID="{0B181462-773E-45A0-AA41-E62C928C5B72}" presName="rootText" presStyleLbl="node3" presStyleIdx="5" presStyleCnt="7">
        <dgm:presLayoutVars>
          <dgm:chPref val="3"/>
        </dgm:presLayoutVars>
      </dgm:prSet>
      <dgm:spPr/>
      <dgm:t>
        <a:bodyPr/>
        <a:lstStyle/>
        <a:p>
          <a:endParaRPr lang="en-US"/>
        </a:p>
      </dgm:t>
    </dgm:pt>
    <dgm:pt modelId="{40A99885-4390-4099-9352-3F567619A649}" type="pres">
      <dgm:prSet presAssocID="{0B181462-773E-45A0-AA41-E62C928C5B72}" presName="rootConnector" presStyleLbl="node3" presStyleIdx="5" presStyleCnt="7"/>
      <dgm:spPr/>
      <dgm:t>
        <a:bodyPr/>
        <a:lstStyle/>
        <a:p>
          <a:endParaRPr lang="en-US"/>
        </a:p>
      </dgm:t>
    </dgm:pt>
    <dgm:pt modelId="{F250274B-3D10-46AD-88CD-D4E9A3E5DEF8}" type="pres">
      <dgm:prSet presAssocID="{0B181462-773E-45A0-AA41-E62C928C5B72}" presName="hierChild4" presStyleCnt="0"/>
      <dgm:spPr/>
    </dgm:pt>
    <dgm:pt modelId="{31FD230F-1C64-450D-B334-68A6F2147CC3}" type="pres">
      <dgm:prSet presAssocID="{0B181462-773E-45A0-AA41-E62C928C5B72}" presName="hierChild5" presStyleCnt="0"/>
      <dgm:spPr/>
    </dgm:pt>
    <dgm:pt modelId="{267CDB28-B66E-42AF-ABAB-A71DB0C8AA81}" type="pres">
      <dgm:prSet presAssocID="{B845BFD3-9C3E-4612-A703-4B1852AFD30D}" presName="Name37" presStyleLbl="parChTrans1D3" presStyleIdx="6" presStyleCnt="7"/>
      <dgm:spPr/>
      <dgm:t>
        <a:bodyPr/>
        <a:lstStyle/>
        <a:p>
          <a:endParaRPr lang="en-US"/>
        </a:p>
      </dgm:t>
    </dgm:pt>
    <dgm:pt modelId="{A41BDCFF-B3AE-4137-8A2E-DBA1CCDF99F8}" type="pres">
      <dgm:prSet presAssocID="{A0EFB5DA-CEB8-4144-BA84-0BB8D09F8E00}" presName="hierRoot2" presStyleCnt="0">
        <dgm:presLayoutVars>
          <dgm:hierBranch val="init"/>
        </dgm:presLayoutVars>
      </dgm:prSet>
      <dgm:spPr/>
    </dgm:pt>
    <dgm:pt modelId="{03DAC784-53E5-49DB-8AB7-BEAB213A1142}" type="pres">
      <dgm:prSet presAssocID="{A0EFB5DA-CEB8-4144-BA84-0BB8D09F8E00}" presName="rootComposite" presStyleCnt="0"/>
      <dgm:spPr/>
    </dgm:pt>
    <dgm:pt modelId="{83291EA2-E836-484B-AE4C-8D0D6D755106}" type="pres">
      <dgm:prSet presAssocID="{A0EFB5DA-CEB8-4144-BA84-0BB8D09F8E00}" presName="rootText" presStyleLbl="node3" presStyleIdx="6" presStyleCnt="7">
        <dgm:presLayoutVars>
          <dgm:chPref val="3"/>
        </dgm:presLayoutVars>
      </dgm:prSet>
      <dgm:spPr/>
      <dgm:t>
        <a:bodyPr/>
        <a:lstStyle/>
        <a:p>
          <a:endParaRPr lang="en-US"/>
        </a:p>
      </dgm:t>
    </dgm:pt>
    <dgm:pt modelId="{C640BE60-D054-403D-A97A-A2B88B8C6467}" type="pres">
      <dgm:prSet presAssocID="{A0EFB5DA-CEB8-4144-BA84-0BB8D09F8E00}" presName="rootConnector" presStyleLbl="node3" presStyleIdx="6" presStyleCnt="7"/>
      <dgm:spPr/>
      <dgm:t>
        <a:bodyPr/>
        <a:lstStyle/>
        <a:p>
          <a:endParaRPr lang="en-US"/>
        </a:p>
      </dgm:t>
    </dgm:pt>
    <dgm:pt modelId="{7CB38D2D-F6FB-4354-8404-B94A0C3D15DC}" type="pres">
      <dgm:prSet presAssocID="{A0EFB5DA-CEB8-4144-BA84-0BB8D09F8E00}" presName="hierChild4" presStyleCnt="0"/>
      <dgm:spPr/>
    </dgm:pt>
    <dgm:pt modelId="{B50D8943-B39B-49CE-8755-DA4732EF35F5}" type="pres">
      <dgm:prSet presAssocID="{A0EFB5DA-CEB8-4144-BA84-0BB8D09F8E00}" presName="hierChild5" presStyleCnt="0"/>
      <dgm:spPr/>
    </dgm:pt>
    <dgm:pt modelId="{0FF70A95-51AF-418C-8B0E-B269569EF317}" type="pres">
      <dgm:prSet presAssocID="{AD364B6B-599B-471E-B57A-D1AC5D89F0BB}" presName="hierChild5" presStyleCnt="0"/>
      <dgm:spPr/>
    </dgm:pt>
    <dgm:pt modelId="{96DEF822-DC52-4FFC-82DA-389CD5B29657}" type="pres">
      <dgm:prSet presAssocID="{9E6404DC-1053-49D6-95EE-599A97C88DD3}" presName="hierChild3" presStyleCnt="0"/>
      <dgm:spPr/>
    </dgm:pt>
  </dgm:ptLst>
  <dgm:cxnLst>
    <dgm:cxn modelId="{97E4A6DE-8713-4676-BBF8-2B93F08AF837}" srcId="{9286A5EC-F2A9-487D-8BF1-B96EEEFD636B}" destId="{1E627F9E-CE3B-4A85-BB78-8DDB86A78DDE}" srcOrd="0" destOrd="0" parTransId="{9D28DB69-DDB3-4999-9A0B-8D007976E69E}" sibTransId="{CC71E985-969E-423D-B820-177A0337B408}"/>
    <dgm:cxn modelId="{C4213F9B-3742-4A87-AC59-B23F2D5C4DE7}" type="presOf" srcId="{0B181462-773E-45A0-AA41-E62C928C5B72}" destId="{5419A9F9-1304-4927-89DA-0098410B4A6C}" srcOrd="0" destOrd="0" presId="urn:microsoft.com/office/officeart/2005/8/layout/orgChart1"/>
    <dgm:cxn modelId="{97A6EAB1-DF25-4EA5-B806-EDD1B50240A8}" type="presOf" srcId="{A1A03C13-4BED-4BB7-8AFB-BDB236A519FA}" destId="{0FE7A504-1A99-42A4-92D2-369E93728B6E}" srcOrd="1" destOrd="0" presId="urn:microsoft.com/office/officeart/2005/8/layout/orgChart1"/>
    <dgm:cxn modelId="{4E84C3B0-496A-4375-AF14-155DA4E16D9E}" srcId="{8A74C719-C0B0-45E7-A044-8F3E3BDD14B1}" destId="{AFA08882-8DB8-4E0D-B287-05DB0C752DF9}" srcOrd="0" destOrd="0" parTransId="{60C1FE0A-110A-4E56-99E0-F8424E1EE4D8}" sibTransId="{83A1036A-8F0D-443E-BB6B-DF1EAD64A9FB}"/>
    <dgm:cxn modelId="{06667F4D-7094-4DBD-950A-D69BE27A5C04}" srcId="{AD364B6B-599B-471E-B57A-D1AC5D89F0BB}" destId="{0B181462-773E-45A0-AA41-E62C928C5B72}" srcOrd="0" destOrd="0" parTransId="{2DC13F08-B77A-4202-A5DE-2375DD98011A}" sibTransId="{ED6BD826-6365-40B0-9CE8-886BAB0FA6AD}"/>
    <dgm:cxn modelId="{07AB8472-A651-48C8-9CF2-00815F444309}" type="presOf" srcId="{9E6404DC-1053-49D6-95EE-599A97C88DD3}" destId="{0F3C8968-31FF-46A5-BCB3-A2E771257413}" srcOrd="0" destOrd="0" presId="urn:microsoft.com/office/officeart/2005/8/layout/orgChart1"/>
    <dgm:cxn modelId="{7C7485FC-4CFA-45FF-817B-B38DD356F0B5}" srcId="{9E6404DC-1053-49D6-95EE-599A97C88DD3}" destId="{A1A03C13-4BED-4BB7-8AFB-BDB236A519FA}" srcOrd="3" destOrd="0" parTransId="{9E18C130-4D81-4BDD-8DE6-22CF9F45E19E}" sibTransId="{CF4AE597-246B-4D28-8B3B-D3E59AB05BD8}"/>
    <dgm:cxn modelId="{52EB1184-B3E8-40BE-9C1D-6D71847E0910}" type="presOf" srcId="{2DC13F08-B77A-4202-A5DE-2375DD98011A}" destId="{BE153F20-5FEF-4C8F-8351-47167BEE47A5}" srcOrd="0" destOrd="0" presId="urn:microsoft.com/office/officeart/2005/8/layout/orgChart1"/>
    <dgm:cxn modelId="{D81F8373-1B10-4441-8C78-E863FA6DCCBA}" type="presOf" srcId="{AFA08882-8DB8-4E0D-B287-05DB0C752DF9}" destId="{01C5386B-6CBD-4353-B3F4-913B6E33D86C}" srcOrd="1" destOrd="0" presId="urn:microsoft.com/office/officeart/2005/8/layout/orgChart1"/>
    <dgm:cxn modelId="{8D8C3FA4-9174-40CF-A8BD-7F932B2D0964}" srcId="{1FDE73C1-1773-4DFF-80D8-CE538843B8D6}" destId="{8B93368D-220F-4F51-922B-E3D40AEF4871}" srcOrd="0" destOrd="0" parTransId="{FD8FE40B-879F-4F4E-B1C0-B05B7EF61B85}" sibTransId="{DEC3EE81-7009-4889-8EA1-20032230294E}"/>
    <dgm:cxn modelId="{ED154638-981D-4681-9264-D07F731CF093}" type="presOf" srcId="{B845BFD3-9C3E-4612-A703-4B1852AFD30D}" destId="{267CDB28-B66E-42AF-ABAB-A71DB0C8AA81}" srcOrd="0" destOrd="0" presId="urn:microsoft.com/office/officeart/2005/8/layout/orgChart1"/>
    <dgm:cxn modelId="{0AFDFBFF-0B0E-47F1-B650-0A4B5FF3F25F}" srcId="{AD364B6B-599B-471E-B57A-D1AC5D89F0BB}" destId="{A0EFB5DA-CEB8-4144-BA84-0BB8D09F8E00}" srcOrd="1" destOrd="0" parTransId="{B845BFD3-9C3E-4612-A703-4B1852AFD30D}" sibTransId="{249B321D-6C87-4CC5-8878-800462E6DA35}"/>
    <dgm:cxn modelId="{112E9CE3-D075-4D61-972E-CB15D1C43D03}" type="presOf" srcId="{8A74C719-C0B0-45E7-A044-8F3E3BDD14B1}" destId="{43458361-CDBC-43AE-84A2-56ACA0035337}" srcOrd="1" destOrd="0" presId="urn:microsoft.com/office/officeart/2005/8/layout/orgChart1"/>
    <dgm:cxn modelId="{020E18F7-7CAC-4792-B20C-F314BE023283}" type="presOf" srcId="{AD364B6B-599B-471E-B57A-D1AC5D89F0BB}" destId="{9BB5FF79-6973-4054-99B9-A54F1965A453}" srcOrd="0"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089C4DD0-1424-46E7-B581-D6A32F1BB069}" srcId="{A1A03C13-4BED-4BB7-8AFB-BDB236A519FA}" destId="{1330D8AE-5AD3-4971-83B6-44EEB3DE664B}" srcOrd="0" destOrd="0" parTransId="{BFCBBE67-AD4B-44C6-B3A5-16361CC3B65A}" sibTransId="{81EE5860-B977-4474-AA46-CCB203BB9FFA}"/>
    <dgm:cxn modelId="{C7C78122-FF83-4DEB-A379-FC79FF3B3A2A}" type="presOf" srcId="{8CE2CE9A-EBD7-445E-BD99-21666869C1D4}" destId="{7B4371B5-9FE0-4A41-B872-D27DD755166A}" srcOrd="0" destOrd="0" presId="urn:microsoft.com/office/officeart/2005/8/layout/orgChart1"/>
    <dgm:cxn modelId="{73C9670A-0D27-4AAF-B447-A7AD46679F7E}" type="presOf" srcId="{A1A03C13-4BED-4BB7-8AFB-BDB236A519FA}" destId="{E2CE8193-46AF-44C0-B4A1-4402C2A6388E}" srcOrd="0" destOrd="0" presId="urn:microsoft.com/office/officeart/2005/8/layout/orgChart1"/>
    <dgm:cxn modelId="{43EC1E3C-0CC0-4D73-B027-CE8F737026F0}" type="presOf" srcId="{AFA08882-8DB8-4E0D-B287-05DB0C752DF9}" destId="{5487298C-5DF2-4AE0-AD6D-3E1DEBCFB02C}" srcOrd="0" destOrd="0" presId="urn:microsoft.com/office/officeart/2005/8/layout/orgChart1"/>
    <dgm:cxn modelId="{86C0796D-E0B6-445C-A4B4-80D5BA43F72D}" type="presOf" srcId="{1FDE73C1-1773-4DFF-80D8-CE538843B8D6}" destId="{2B09EB8B-ED69-45F5-BA37-36CF2B0643CF}" srcOrd="1" destOrd="0" presId="urn:microsoft.com/office/officeart/2005/8/layout/orgChart1"/>
    <dgm:cxn modelId="{FD1749A9-3FB9-485B-A796-0D8CBD84DF1B}" type="presOf" srcId="{60C1FE0A-110A-4E56-99E0-F8424E1EE4D8}" destId="{ACFEAFB9-1AF4-484E-B255-0473015BB9DC}" srcOrd="0" destOrd="0" presId="urn:microsoft.com/office/officeart/2005/8/layout/orgChart1"/>
    <dgm:cxn modelId="{0D482E10-95BA-4DD2-BB00-C25067C7554E}" type="presOf" srcId="{1330D8AE-5AD3-4971-83B6-44EEB3DE664B}" destId="{B386D850-18E4-4553-BFA3-F5B91F42AF1A}"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E78715C6-6B3E-4015-AF89-6E5215265BF1}" srcId="{620DD3EC-BDCD-468B-B566-7FE2B848507E}" destId="{8A74C719-C0B0-45E7-A044-8F3E3BDD14B1}" srcOrd="0" destOrd="0" parTransId="{59E3059B-1485-4ECC-BBBF-7CA3E640F38D}" sibTransId="{E492CAAE-7760-4A53-A4A2-E6FDF4DA8978}"/>
    <dgm:cxn modelId="{8749021B-2268-44B1-AD84-B0921B253255}" type="presOf" srcId="{9286A5EC-F2A9-487D-8BF1-B96EEEFD636B}" destId="{C9422C4E-2B02-4D33-A16B-EF7B187ECAB7}" srcOrd="0" destOrd="0" presId="urn:microsoft.com/office/officeart/2005/8/layout/orgChart1"/>
    <dgm:cxn modelId="{FFA75F06-B36C-46DF-9C39-5CE5EB64B1D3}" srcId="{1FDE73C1-1773-4DFF-80D8-CE538843B8D6}" destId="{9B07B92F-D011-43BE-9016-AD65C1E9D3BA}" srcOrd="1" destOrd="0" parTransId="{0C240288-5121-414F-BB78-622F00302DB0}" sibTransId="{898DE083-E0E1-4C2B-8DE5-2D5A3089EA28}"/>
    <dgm:cxn modelId="{A4979EA3-BF2A-418C-8E6F-6CED958F8454}" type="presOf" srcId="{9B07B92F-D011-43BE-9016-AD65C1E9D3BA}" destId="{EB9DD715-B78F-4025-BC3C-DDF41A6D4038}" srcOrd="0" destOrd="0" presId="urn:microsoft.com/office/officeart/2005/8/layout/orgChart1"/>
    <dgm:cxn modelId="{05EFAFAA-DA5A-4F0C-94E3-4EBEE38C2853}" type="presOf" srcId="{8A74C719-C0B0-45E7-A044-8F3E3BDD14B1}" destId="{BB71A1EC-99D4-46DC-BDFC-1D7F327564B8}" srcOrd="0" destOrd="0" presId="urn:microsoft.com/office/officeart/2005/8/layout/orgChart1"/>
    <dgm:cxn modelId="{DF2A62D8-EF4F-4867-BE53-9BC6815F112C}" type="presOf" srcId="{9E18C130-4D81-4BDD-8DE6-22CF9F45E19E}" destId="{62821369-B757-43AF-BF6D-02B9EF83A7FF}" srcOrd="0" destOrd="0" presId="urn:microsoft.com/office/officeart/2005/8/layout/orgChart1"/>
    <dgm:cxn modelId="{B5EE9AD3-6BE3-42E6-8C26-4A628CA9600B}" type="presOf" srcId="{9D28DB69-DDB3-4999-9A0B-8D007976E69E}" destId="{DE7F276F-E57B-4251-A70B-2917BAF50B6F}" srcOrd="0" destOrd="0" presId="urn:microsoft.com/office/officeart/2005/8/layout/orgChart1"/>
    <dgm:cxn modelId="{FB30DFCD-3188-4EE3-8371-E8A137CAEA7F}" type="presOf" srcId="{BFCBBE67-AD4B-44C6-B3A5-16361CC3B65A}" destId="{BAB65234-BEF3-44F6-8238-22DD5F2B3ECA}" srcOrd="0" destOrd="0" presId="urn:microsoft.com/office/officeart/2005/8/layout/orgChart1"/>
    <dgm:cxn modelId="{A6162019-8CD4-4A12-BF91-47DE9FC3623A}" type="presOf" srcId="{FD8FE40B-879F-4F4E-B1C0-B05B7EF61B85}" destId="{B24AC9E0-962C-4E78-A693-CB404F97964B}" srcOrd="0" destOrd="0" presId="urn:microsoft.com/office/officeart/2005/8/layout/orgChart1"/>
    <dgm:cxn modelId="{5D8E00E0-9552-4EAC-9DC8-D6AAED642315}" srcId="{9E6404DC-1053-49D6-95EE-599A97C88DD3}" destId="{1FDE73C1-1773-4DFF-80D8-CE538843B8D6}" srcOrd="2" destOrd="0" parTransId="{9BFD04D4-D27E-47FD-B17A-0660BE35F1CF}" sibTransId="{43EBF1FA-1DAE-4CFF-8F77-984B40970F7F}"/>
    <dgm:cxn modelId="{55322DC1-D5BB-4947-91D3-C49D83A86839}" srcId="{9E6404DC-1053-49D6-95EE-599A97C88DD3}" destId="{620DD3EC-BDCD-468B-B566-7FE2B848507E}" srcOrd="1" destOrd="0" parTransId="{F0764DAA-254D-4C3C-9708-669D5BF5A337}" sibTransId="{61B96E30-C56F-4FDE-AA00-908E8835534F}"/>
    <dgm:cxn modelId="{7EF9AB26-564C-45F6-B97E-2E558AF4D106}" type="presOf" srcId="{A0EFB5DA-CEB8-4144-BA84-0BB8D09F8E00}" destId="{C640BE60-D054-403D-A97A-A2B88B8C6467}" srcOrd="1" destOrd="0" presId="urn:microsoft.com/office/officeart/2005/8/layout/orgChart1"/>
    <dgm:cxn modelId="{F0CF5909-719F-42C5-AA61-EA4592BEB843}" type="presOf" srcId="{AD364B6B-599B-471E-B57A-D1AC5D89F0BB}" destId="{B78A35CA-8616-4084-9244-9BF0A5A39633}" srcOrd="1" destOrd="0" presId="urn:microsoft.com/office/officeart/2005/8/layout/orgChart1"/>
    <dgm:cxn modelId="{6D38E9F6-99FB-412C-9471-9D2CDCEB9671}" type="presOf" srcId="{1E627F9E-CE3B-4A85-BB78-8DDB86A78DDE}" destId="{31C29986-52F5-42D4-A9FC-3B32B3F35DB2}"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61A9FD26-C8C7-44E2-8540-E0644D82B833}" srcId="{9E6404DC-1053-49D6-95EE-599A97C88DD3}" destId="{AD364B6B-599B-471E-B57A-D1AC5D89F0BB}" srcOrd="4" destOrd="0" parTransId="{050B7652-B2ED-404E-AA57-5A9109C9C4AD}" sibTransId="{07904351-DCD9-4880-84F3-DBF42C6506B5}"/>
    <dgm:cxn modelId="{D907E203-978E-4AE6-AB6F-7F19D05309BA}" type="presOf" srcId="{59E3059B-1485-4ECC-BBBF-7CA3E640F38D}" destId="{A2A41425-2A6B-472C-AF7D-497B8D8C6C0F}" srcOrd="0" destOrd="0" presId="urn:microsoft.com/office/officeart/2005/8/layout/orgChart1"/>
    <dgm:cxn modelId="{19770271-32B9-4F41-862D-BCDAB9D44191}" type="presOf" srcId="{1E627F9E-CE3B-4A85-BB78-8DDB86A78DDE}" destId="{BFFD6F86-AD10-4340-B993-09FE9B342F4C}"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D8E4569A-9F5A-4A7D-90B3-78C858627165}" type="presOf" srcId="{0C240288-5121-414F-BB78-622F00302DB0}" destId="{91438FCC-53E8-4CBE-9E34-2132871188CC}" srcOrd="0" destOrd="0" presId="urn:microsoft.com/office/officeart/2005/8/layout/orgChart1"/>
    <dgm:cxn modelId="{F4A795E2-EC5F-44B3-804A-E1C38BC465E0}" type="presOf" srcId="{1330D8AE-5AD3-4971-83B6-44EEB3DE664B}" destId="{53427F1E-64F3-46FE-9189-9127962FB517}" srcOrd="1" destOrd="0" presId="urn:microsoft.com/office/officeart/2005/8/layout/orgChart1"/>
    <dgm:cxn modelId="{D1436F4C-2028-43B6-83A4-DB0C35992E10}" type="presOf" srcId="{A0EFB5DA-CEB8-4144-BA84-0BB8D09F8E00}" destId="{83291EA2-E836-484B-AE4C-8D0D6D755106}" srcOrd="0"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1A46CE7F-A917-4FBF-8C99-90283829C0A5}" type="presOf" srcId="{1FDE73C1-1773-4DFF-80D8-CE538843B8D6}" destId="{03758FE5-334A-46EC-AD76-4289659832B6}" srcOrd="0" destOrd="0" presId="urn:microsoft.com/office/officeart/2005/8/layout/orgChart1"/>
    <dgm:cxn modelId="{CE8FC09F-B2B1-498F-AC05-6F6BC9EBDFAD}" type="presOf" srcId="{9B07B92F-D011-43BE-9016-AD65C1E9D3BA}" destId="{EDE49AC7-8F61-4EB6-A896-2328F5842EE3}" srcOrd="1"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B0B35FCC-1C3A-4340-9E27-84C3598A9888}" type="presOf" srcId="{0B181462-773E-45A0-AA41-E62C928C5B72}" destId="{40A99885-4390-4099-9352-3F567619A649}" srcOrd="1" destOrd="0" presId="urn:microsoft.com/office/officeart/2005/8/layout/orgChart1"/>
    <dgm:cxn modelId="{286E9828-A3BB-444D-A998-B27837355EDF}" type="presOf" srcId="{8B93368D-220F-4F51-922B-E3D40AEF4871}" destId="{AF41A196-D073-444E-BDCD-FC763BCB5F43}" srcOrd="0" destOrd="0" presId="urn:microsoft.com/office/officeart/2005/8/layout/orgChart1"/>
    <dgm:cxn modelId="{7EAB966C-D9D5-41D0-93B2-6E7A94027603}" type="presOf" srcId="{8B93368D-220F-4F51-922B-E3D40AEF4871}" destId="{D2461159-78CB-4A23-999D-2C7EB906725F}" srcOrd="1" destOrd="0" presId="urn:microsoft.com/office/officeart/2005/8/layout/orgChart1"/>
    <dgm:cxn modelId="{85E9F129-FD3C-4B37-8237-A38F3A756CE5}" type="presOf" srcId="{050B7652-B2ED-404E-AA57-5A9109C9C4AD}" destId="{1C6780BE-0BFA-452E-B23B-840ADD2F1082}" srcOrd="0" destOrd="0" presId="urn:microsoft.com/office/officeart/2005/8/layout/orgChart1"/>
    <dgm:cxn modelId="{CC4B7466-B981-44E3-8FF7-C492034F99C8}" type="presOf" srcId="{9BFD04D4-D27E-47FD-B17A-0660BE35F1CF}" destId="{0E020EB3-B687-49B5-864A-7775365865BE}"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8A45290C-EDBF-4D75-BDC7-D1CBCEB8A928}" type="presParOf" srcId="{C9264EDA-91B6-4FAE-AFE6-AFC29BE66386}" destId="{DE7F276F-E57B-4251-A70B-2917BAF50B6F}" srcOrd="0" destOrd="0" presId="urn:microsoft.com/office/officeart/2005/8/layout/orgChart1"/>
    <dgm:cxn modelId="{9C65B861-0736-42AB-B746-85382BBAD957}" type="presParOf" srcId="{C9264EDA-91B6-4FAE-AFE6-AFC29BE66386}" destId="{7971AF45-BEF4-409C-A7A2-334F0F0C01E6}" srcOrd="1" destOrd="0" presId="urn:microsoft.com/office/officeart/2005/8/layout/orgChart1"/>
    <dgm:cxn modelId="{CEA0DD7E-4EFB-4FB0-B6D6-4DF7144234B0}" type="presParOf" srcId="{7971AF45-BEF4-409C-A7A2-334F0F0C01E6}" destId="{C98C32C5-9758-4590-94EE-C277C6DF6AF8}" srcOrd="0" destOrd="0" presId="urn:microsoft.com/office/officeart/2005/8/layout/orgChart1"/>
    <dgm:cxn modelId="{F14A9CE3-2048-40D1-8FE0-DE756EC357C9}" type="presParOf" srcId="{C98C32C5-9758-4590-94EE-C277C6DF6AF8}" destId="{31C29986-52F5-42D4-A9FC-3B32B3F35DB2}" srcOrd="0" destOrd="0" presId="urn:microsoft.com/office/officeart/2005/8/layout/orgChart1"/>
    <dgm:cxn modelId="{E7BE4426-A23E-4C9D-95B9-C7044C8D581C}" type="presParOf" srcId="{C98C32C5-9758-4590-94EE-C277C6DF6AF8}" destId="{BFFD6F86-AD10-4340-B993-09FE9B342F4C}" srcOrd="1" destOrd="0" presId="urn:microsoft.com/office/officeart/2005/8/layout/orgChart1"/>
    <dgm:cxn modelId="{3953C30A-3247-4D7B-8EBD-F5A4E7F9ECBA}" type="presParOf" srcId="{7971AF45-BEF4-409C-A7A2-334F0F0C01E6}" destId="{4318A7A7-34AB-44EA-9D09-5217CEE301A7}" srcOrd="1" destOrd="0" presId="urn:microsoft.com/office/officeart/2005/8/layout/orgChart1"/>
    <dgm:cxn modelId="{CA71E97F-41A6-43AD-AD19-135A9EB88176}" type="presParOf" srcId="{7971AF45-BEF4-409C-A7A2-334F0F0C01E6}" destId="{B26D372B-AEC3-47D7-AF9D-A4B9E1D506C5}"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8D3A997C-EBD1-4476-AB3F-F3EF40945D83}" type="presParOf" srcId="{4C592C92-3156-443C-BB98-9204DFF01F72}" destId="{A2A41425-2A6B-472C-AF7D-497B8D8C6C0F}" srcOrd="0" destOrd="0" presId="urn:microsoft.com/office/officeart/2005/8/layout/orgChart1"/>
    <dgm:cxn modelId="{AFC00D3E-14EB-47EE-B9A4-B404EA44EEF9}" type="presParOf" srcId="{4C592C92-3156-443C-BB98-9204DFF01F72}" destId="{BE767F2E-FC2C-4DE4-8EFA-413AB654DE72}" srcOrd="1" destOrd="0" presId="urn:microsoft.com/office/officeart/2005/8/layout/orgChart1"/>
    <dgm:cxn modelId="{ED6C12AD-DCEE-4336-B38C-F7EB95B78676}" type="presParOf" srcId="{BE767F2E-FC2C-4DE4-8EFA-413AB654DE72}" destId="{A45A4C96-4AF4-4A85-8F9C-F552E800F221}" srcOrd="0" destOrd="0" presId="urn:microsoft.com/office/officeart/2005/8/layout/orgChart1"/>
    <dgm:cxn modelId="{2DBF344F-3564-4667-80B3-E3B67955A116}" type="presParOf" srcId="{A45A4C96-4AF4-4A85-8F9C-F552E800F221}" destId="{BB71A1EC-99D4-46DC-BDFC-1D7F327564B8}" srcOrd="0" destOrd="0" presId="urn:microsoft.com/office/officeart/2005/8/layout/orgChart1"/>
    <dgm:cxn modelId="{CA704114-CAFA-4B58-9692-6D6D916BEBD5}" type="presParOf" srcId="{A45A4C96-4AF4-4A85-8F9C-F552E800F221}" destId="{43458361-CDBC-43AE-84A2-56ACA0035337}" srcOrd="1" destOrd="0" presId="urn:microsoft.com/office/officeart/2005/8/layout/orgChart1"/>
    <dgm:cxn modelId="{BC42F3FE-662E-493D-8B07-89736CA5C62D}" type="presParOf" srcId="{BE767F2E-FC2C-4DE4-8EFA-413AB654DE72}" destId="{42C73B18-A616-4116-9F73-6AADE64304BA}" srcOrd="1" destOrd="0" presId="urn:microsoft.com/office/officeart/2005/8/layout/orgChart1"/>
    <dgm:cxn modelId="{2E164E75-5111-4338-8DB7-3B841F8AF012}" type="presParOf" srcId="{42C73B18-A616-4116-9F73-6AADE64304BA}" destId="{ACFEAFB9-1AF4-484E-B255-0473015BB9DC}" srcOrd="0" destOrd="0" presId="urn:microsoft.com/office/officeart/2005/8/layout/orgChart1"/>
    <dgm:cxn modelId="{CAEC903D-5A66-4349-BAB3-191A2E3DBBF8}" type="presParOf" srcId="{42C73B18-A616-4116-9F73-6AADE64304BA}" destId="{36629166-BB10-49D2-978D-C61633DC95F6}" srcOrd="1" destOrd="0" presId="urn:microsoft.com/office/officeart/2005/8/layout/orgChart1"/>
    <dgm:cxn modelId="{4A85E451-1632-4757-8FE0-07BAC87239A0}" type="presParOf" srcId="{36629166-BB10-49D2-978D-C61633DC95F6}" destId="{9ACE0BC1-F92B-4925-9F26-34888DF9F5C8}" srcOrd="0" destOrd="0" presId="urn:microsoft.com/office/officeart/2005/8/layout/orgChart1"/>
    <dgm:cxn modelId="{59D346CF-EBF7-4278-BD2A-7EED2E9B4249}" type="presParOf" srcId="{9ACE0BC1-F92B-4925-9F26-34888DF9F5C8}" destId="{5487298C-5DF2-4AE0-AD6D-3E1DEBCFB02C}" srcOrd="0" destOrd="0" presId="urn:microsoft.com/office/officeart/2005/8/layout/orgChart1"/>
    <dgm:cxn modelId="{5EA8E222-C723-4D17-91D9-C5A7C6C8AC3C}" type="presParOf" srcId="{9ACE0BC1-F92B-4925-9F26-34888DF9F5C8}" destId="{01C5386B-6CBD-4353-B3F4-913B6E33D86C}" srcOrd="1" destOrd="0" presId="urn:microsoft.com/office/officeart/2005/8/layout/orgChart1"/>
    <dgm:cxn modelId="{D845B21F-275D-4D98-9CBF-C01FAE6E9131}" type="presParOf" srcId="{36629166-BB10-49D2-978D-C61633DC95F6}" destId="{A386B690-72A2-4169-9370-CFF439AE696F}" srcOrd="1" destOrd="0" presId="urn:microsoft.com/office/officeart/2005/8/layout/orgChart1"/>
    <dgm:cxn modelId="{BCF20D74-830E-48BA-A51B-560508340F47}" type="presParOf" srcId="{36629166-BB10-49D2-978D-C61633DC95F6}" destId="{D441AF52-F7A1-4C96-90AC-3A1305B5E8B4}" srcOrd="2" destOrd="0" presId="urn:microsoft.com/office/officeart/2005/8/layout/orgChart1"/>
    <dgm:cxn modelId="{DB6A9098-4373-46A2-A656-171655A91185}" type="presParOf" srcId="{BE767F2E-FC2C-4DE4-8EFA-413AB654DE72}" destId="{69852274-0F2C-4714-965E-6E6ABA270E10}"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94B74EC5-0238-48C2-B95F-43CA8159DF69}" type="presParOf" srcId="{AD53A4B1-01E7-41E8-9724-31F3910545A4}" destId="{0E020EB3-B687-49B5-864A-7775365865BE}" srcOrd="4" destOrd="0" presId="urn:microsoft.com/office/officeart/2005/8/layout/orgChart1"/>
    <dgm:cxn modelId="{D0B549FF-5801-4E1A-89E7-24344A5EB9AD}" type="presParOf" srcId="{AD53A4B1-01E7-41E8-9724-31F3910545A4}" destId="{BBAFE3D2-3A5A-4490-A81A-2A8E15028CC9}" srcOrd="5" destOrd="0" presId="urn:microsoft.com/office/officeart/2005/8/layout/orgChart1"/>
    <dgm:cxn modelId="{1CB230E5-C9E8-4D9C-A489-0E3F05701E3A}" type="presParOf" srcId="{BBAFE3D2-3A5A-4490-A81A-2A8E15028CC9}" destId="{5D13AC61-CB0D-439C-A3B7-8B75673646F3}" srcOrd="0" destOrd="0" presId="urn:microsoft.com/office/officeart/2005/8/layout/orgChart1"/>
    <dgm:cxn modelId="{81B880D2-9FD4-4A89-97F5-87A39B9AEFA7}" type="presParOf" srcId="{5D13AC61-CB0D-439C-A3B7-8B75673646F3}" destId="{03758FE5-334A-46EC-AD76-4289659832B6}" srcOrd="0" destOrd="0" presId="urn:microsoft.com/office/officeart/2005/8/layout/orgChart1"/>
    <dgm:cxn modelId="{9BD8690F-C487-4C6A-B1D7-5BB23558C4DB}" type="presParOf" srcId="{5D13AC61-CB0D-439C-A3B7-8B75673646F3}" destId="{2B09EB8B-ED69-45F5-BA37-36CF2B0643CF}" srcOrd="1" destOrd="0" presId="urn:microsoft.com/office/officeart/2005/8/layout/orgChart1"/>
    <dgm:cxn modelId="{6A79E406-27FB-4D79-B620-B01551AA34E8}" type="presParOf" srcId="{BBAFE3D2-3A5A-4490-A81A-2A8E15028CC9}" destId="{1DE9D2D5-FD8E-457B-8509-AF1B11F236B3}" srcOrd="1" destOrd="0" presId="urn:microsoft.com/office/officeart/2005/8/layout/orgChart1"/>
    <dgm:cxn modelId="{9AA2F6E1-BBD8-4AD7-AC38-EAD5AED2371B}" type="presParOf" srcId="{1DE9D2D5-FD8E-457B-8509-AF1B11F236B3}" destId="{B24AC9E0-962C-4E78-A693-CB404F97964B}" srcOrd="0" destOrd="0" presId="urn:microsoft.com/office/officeart/2005/8/layout/orgChart1"/>
    <dgm:cxn modelId="{DA275F05-0BFC-4A51-A3D9-3E164B3CC876}" type="presParOf" srcId="{1DE9D2D5-FD8E-457B-8509-AF1B11F236B3}" destId="{14081BD0-0331-49D1-9132-48E38CC72506}" srcOrd="1" destOrd="0" presId="urn:microsoft.com/office/officeart/2005/8/layout/orgChart1"/>
    <dgm:cxn modelId="{91894A99-937E-4250-945D-97E76F06FDEC}" type="presParOf" srcId="{14081BD0-0331-49D1-9132-48E38CC72506}" destId="{CD57EBD1-6290-48D5-B876-F6B8F3E71B1C}" srcOrd="0" destOrd="0" presId="urn:microsoft.com/office/officeart/2005/8/layout/orgChart1"/>
    <dgm:cxn modelId="{F967BDCC-0E07-438E-8A8E-6EF1FFB5C5EB}" type="presParOf" srcId="{CD57EBD1-6290-48D5-B876-F6B8F3E71B1C}" destId="{AF41A196-D073-444E-BDCD-FC763BCB5F43}" srcOrd="0" destOrd="0" presId="urn:microsoft.com/office/officeart/2005/8/layout/orgChart1"/>
    <dgm:cxn modelId="{A57F7E84-78A5-4475-B36E-47AFF3C94F24}" type="presParOf" srcId="{CD57EBD1-6290-48D5-B876-F6B8F3E71B1C}" destId="{D2461159-78CB-4A23-999D-2C7EB906725F}" srcOrd="1" destOrd="0" presId="urn:microsoft.com/office/officeart/2005/8/layout/orgChart1"/>
    <dgm:cxn modelId="{D1D95D4C-BE77-410E-86B2-9CD3BE248F9C}" type="presParOf" srcId="{14081BD0-0331-49D1-9132-48E38CC72506}" destId="{B7419B15-5138-497F-9E6A-0A8D19A45473}" srcOrd="1" destOrd="0" presId="urn:microsoft.com/office/officeart/2005/8/layout/orgChart1"/>
    <dgm:cxn modelId="{E70E52F5-7D2A-4F5B-A767-42C7F16EF50C}" type="presParOf" srcId="{14081BD0-0331-49D1-9132-48E38CC72506}" destId="{913DBA18-54C7-4B85-987E-75AE9FC67706}" srcOrd="2" destOrd="0" presId="urn:microsoft.com/office/officeart/2005/8/layout/orgChart1"/>
    <dgm:cxn modelId="{2874D5A5-5795-478F-A8D1-2EB826604300}" type="presParOf" srcId="{1DE9D2D5-FD8E-457B-8509-AF1B11F236B3}" destId="{91438FCC-53E8-4CBE-9E34-2132871188CC}" srcOrd="2" destOrd="0" presId="urn:microsoft.com/office/officeart/2005/8/layout/orgChart1"/>
    <dgm:cxn modelId="{06DAC416-CEF3-4D7C-B107-8647497BCDA7}" type="presParOf" srcId="{1DE9D2D5-FD8E-457B-8509-AF1B11F236B3}" destId="{67578119-EB65-4563-B4C6-2086301E4CE2}" srcOrd="3" destOrd="0" presId="urn:microsoft.com/office/officeart/2005/8/layout/orgChart1"/>
    <dgm:cxn modelId="{20A0FC5F-E1B7-400A-AD9A-EBA180A01B02}" type="presParOf" srcId="{67578119-EB65-4563-B4C6-2086301E4CE2}" destId="{21548661-BC88-4440-A64F-6B49E201950B}" srcOrd="0" destOrd="0" presId="urn:microsoft.com/office/officeart/2005/8/layout/orgChart1"/>
    <dgm:cxn modelId="{F81CFB17-B658-4C0B-84EB-78DE52195958}" type="presParOf" srcId="{21548661-BC88-4440-A64F-6B49E201950B}" destId="{EB9DD715-B78F-4025-BC3C-DDF41A6D4038}" srcOrd="0" destOrd="0" presId="urn:microsoft.com/office/officeart/2005/8/layout/orgChart1"/>
    <dgm:cxn modelId="{EE90822F-8635-49F1-BFF8-AE2C7433FDE4}" type="presParOf" srcId="{21548661-BC88-4440-A64F-6B49E201950B}" destId="{EDE49AC7-8F61-4EB6-A896-2328F5842EE3}" srcOrd="1" destOrd="0" presId="urn:microsoft.com/office/officeart/2005/8/layout/orgChart1"/>
    <dgm:cxn modelId="{700563BA-042C-4BE9-89EB-CD1637B69332}" type="presParOf" srcId="{67578119-EB65-4563-B4C6-2086301E4CE2}" destId="{E0649B45-2015-492E-997F-DE5971114E11}" srcOrd="1" destOrd="0" presId="urn:microsoft.com/office/officeart/2005/8/layout/orgChart1"/>
    <dgm:cxn modelId="{07CF40FD-CBCE-4EB7-AFE7-AF1DA35DAA0A}" type="presParOf" srcId="{67578119-EB65-4563-B4C6-2086301E4CE2}" destId="{33CE48C6-D59A-4AF0-B40B-260B79C5A4A6}" srcOrd="2" destOrd="0" presId="urn:microsoft.com/office/officeart/2005/8/layout/orgChart1"/>
    <dgm:cxn modelId="{6C746DDC-32FE-48E3-BA11-1095D27BC0DB}" type="presParOf" srcId="{BBAFE3D2-3A5A-4490-A81A-2A8E15028CC9}" destId="{D835F695-B50D-418C-A907-0CB512CD6F3C}" srcOrd="2" destOrd="0" presId="urn:microsoft.com/office/officeart/2005/8/layout/orgChart1"/>
    <dgm:cxn modelId="{F7EF19E1-490D-4ADB-A8EF-15E9D56C50C8}" type="presParOf" srcId="{AD53A4B1-01E7-41E8-9724-31F3910545A4}" destId="{62821369-B757-43AF-BF6D-02B9EF83A7FF}" srcOrd="6" destOrd="0" presId="urn:microsoft.com/office/officeart/2005/8/layout/orgChart1"/>
    <dgm:cxn modelId="{F7E54C5D-FDD8-4592-9E3D-49D8CC32008C}" type="presParOf" srcId="{AD53A4B1-01E7-41E8-9724-31F3910545A4}" destId="{739885B7-7422-46AE-AE38-C86EED9C22BF}" srcOrd="7" destOrd="0" presId="urn:microsoft.com/office/officeart/2005/8/layout/orgChart1"/>
    <dgm:cxn modelId="{DA35BD92-6ADF-4D4A-B853-240E7B29522C}" type="presParOf" srcId="{739885B7-7422-46AE-AE38-C86EED9C22BF}" destId="{1BDBFDD5-3230-44FF-B170-FE93CAC5A6B8}" srcOrd="0" destOrd="0" presId="urn:microsoft.com/office/officeart/2005/8/layout/orgChart1"/>
    <dgm:cxn modelId="{73F29BB4-A672-47BF-A744-DFBEDBCD5079}" type="presParOf" srcId="{1BDBFDD5-3230-44FF-B170-FE93CAC5A6B8}" destId="{E2CE8193-46AF-44C0-B4A1-4402C2A6388E}" srcOrd="0" destOrd="0" presId="urn:microsoft.com/office/officeart/2005/8/layout/orgChart1"/>
    <dgm:cxn modelId="{4B5E9D26-4CF1-41B8-A356-947AC2CC8672}" type="presParOf" srcId="{1BDBFDD5-3230-44FF-B170-FE93CAC5A6B8}" destId="{0FE7A504-1A99-42A4-92D2-369E93728B6E}" srcOrd="1" destOrd="0" presId="urn:microsoft.com/office/officeart/2005/8/layout/orgChart1"/>
    <dgm:cxn modelId="{10D27593-B3C4-4354-B9C9-552B475B285E}" type="presParOf" srcId="{739885B7-7422-46AE-AE38-C86EED9C22BF}" destId="{5C832EA0-92EB-4018-A238-AAD0380D7AE1}" srcOrd="1" destOrd="0" presId="urn:microsoft.com/office/officeart/2005/8/layout/orgChart1"/>
    <dgm:cxn modelId="{ADD56EB1-50F5-4E69-AE2C-EFD7AB1E94E4}" type="presParOf" srcId="{5C832EA0-92EB-4018-A238-AAD0380D7AE1}" destId="{BAB65234-BEF3-44F6-8238-22DD5F2B3ECA}" srcOrd="0" destOrd="0" presId="urn:microsoft.com/office/officeart/2005/8/layout/orgChart1"/>
    <dgm:cxn modelId="{A94C339C-AD2E-4EE9-8246-ABE073A125C4}" type="presParOf" srcId="{5C832EA0-92EB-4018-A238-AAD0380D7AE1}" destId="{29FA4EA6-6D60-4928-8665-B8DDBADB42EA}" srcOrd="1" destOrd="0" presId="urn:microsoft.com/office/officeart/2005/8/layout/orgChart1"/>
    <dgm:cxn modelId="{2D0BABA6-7DD3-43EA-99D7-C7B898E7CBEE}" type="presParOf" srcId="{29FA4EA6-6D60-4928-8665-B8DDBADB42EA}" destId="{7F641F00-E60B-44DA-946A-53E40B4D0E7E}" srcOrd="0" destOrd="0" presId="urn:microsoft.com/office/officeart/2005/8/layout/orgChart1"/>
    <dgm:cxn modelId="{1ECE708A-4BA5-41D5-80F5-36CB1977B562}" type="presParOf" srcId="{7F641F00-E60B-44DA-946A-53E40B4D0E7E}" destId="{B386D850-18E4-4553-BFA3-F5B91F42AF1A}" srcOrd="0" destOrd="0" presId="urn:microsoft.com/office/officeart/2005/8/layout/orgChart1"/>
    <dgm:cxn modelId="{63D651F9-90E2-4D20-A9AB-BD0F1DF22F88}" type="presParOf" srcId="{7F641F00-E60B-44DA-946A-53E40B4D0E7E}" destId="{53427F1E-64F3-46FE-9189-9127962FB517}" srcOrd="1" destOrd="0" presId="urn:microsoft.com/office/officeart/2005/8/layout/orgChart1"/>
    <dgm:cxn modelId="{C8272D3F-9123-467F-B8B7-DF3270832FB2}" type="presParOf" srcId="{29FA4EA6-6D60-4928-8665-B8DDBADB42EA}" destId="{F5B8FA18-8901-4F6D-ADDE-DC8E2F4BC5B8}" srcOrd="1" destOrd="0" presId="urn:microsoft.com/office/officeart/2005/8/layout/orgChart1"/>
    <dgm:cxn modelId="{92F31E47-4F02-4A5A-9AA8-707F6CAE5B9E}" type="presParOf" srcId="{29FA4EA6-6D60-4928-8665-B8DDBADB42EA}" destId="{3FA4EA24-FFBA-4E19-BBC4-DE547B68789C}" srcOrd="2" destOrd="0" presId="urn:microsoft.com/office/officeart/2005/8/layout/orgChart1"/>
    <dgm:cxn modelId="{6F8AF738-9217-4272-A790-814721386095}" type="presParOf" srcId="{739885B7-7422-46AE-AE38-C86EED9C22BF}" destId="{AFF152E2-0280-4325-8B01-B43435B7724D}" srcOrd="2" destOrd="0" presId="urn:microsoft.com/office/officeart/2005/8/layout/orgChart1"/>
    <dgm:cxn modelId="{67AC10A7-5C94-4AD0-83AB-1F8ECD339B07}" type="presParOf" srcId="{AD53A4B1-01E7-41E8-9724-31F3910545A4}" destId="{1C6780BE-0BFA-452E-B23B-840ADD2F1082}" srcOrd="8" destOrd="0" presId="urn:microsoft.com/office/officeart/2005/8/layout/orgChart1"/>
    <dgm:cxn modelId="{48D4F759-8BF1-4D1F-AA3B-59998FF73969}" type="presParOf" srcId="{AD53A4B1-01E7-41E8-9724-31F3910545A4}" destId="{91542984-1884-4075-85FF-10D3512C3511}" srcOrd="9" destOrd="0" presId="urn:microsoft.com/office/officeart/2005/8/layout/orgChart1"/>
    <dgm:cxn modelId="{693E8E9D-E3F9-4E73-A417-75BBB709D97E}" type="presParOf" srcId="{91542984-1884-4075-85FF-10D3512C3511}" destId="{2197488C-9BB4-4FE6-913F-95BF99328D53}" srcOrd="0" destOrd="0" presId="urn:microsoft.com/office/officeart/2005/8/layout/orgChart1"/>
    <dgm:cxn modelId="{DCBCC01F-AC96-4071-B0FD-551183F3799C}" type="presParOf" srcId="{2197488C-9BB4-4FE6-913F-95BF99328D53}" destId="{9BB5FF79-6973-4054-99B9-A54F1965A453}" srcOrd="0" destOrd="0" presId="urn:microsoft.com/office/officeart/2005/8/layout/orgChart1"/>
    <dgm:cxn modelId="{745A0598-378C-4F7C-8A26-FE5153803D59}" type="presParOf" srcId="{2197488C-9BB4-4FE6-913F-95BF99328D53}" destId="{B78A35CA-8616-4084-9244-9BF0A5A39633}" srcOrd="1" destOrd="0" presId="urn:microsoft.com/office/officeart/2005/8/layout/orgChart1"/>
    <dgm:cxn modelId="{268E1F55-B83E-4629-BEBB-656A4A7A4144}" type="presParOf" srcId="{91542984-1884-4075-85FF-10D3512C3511}" destId="{F4B924C5-04CD-43B1-A77B-46828D59C785}" srcOrd="1" destOrd="0" presId="urn:microsoft.com/office/officeart/2005/8/layout/orgChart1"/>
    <dgm:cxn modelId="{A19F9991-6852-47BF-8518-FD7CE39A665E}" type="presParOf" srcId="{F4B924C5-04CD-43B1-A77B-46828D59C785}" destId="{BE153F20-5FEF-4C8F-8351-47167BEE47A5}" srcOrd="0" destOrd="0" presId="urn:microsoft.com/office/officeart/2005/8/layout/orgChart1"/>
    <dgm:cxn modelId="{F1FE76AA-AFF5-48FC-9FCE-BE7AFC4A89DC}" type="presParOf" srcId="{F4B924C5-04CD-43B1-A77B-46828D59C785}" destId="{C5639E7E-A397-40A2-8FFF-DAE417C9821F}" srcOrd="1" destOrd="0" presId="urn:microsoft.com/office/officeart/2005/8/layout/orgChart1"/>
    <dgm:cxn modelId="{7B6E58E2-39A1-4DAD-BB89-95EA6FF382CA}" type="presParOf" srcId="{C5639E7E-A397-40A2-8FFF-DAE417C9821F}" destId="{06EB2686-EFFA-46D6-B21C-592848EC4C35}" srcOrd="0" destOrd="0" presId="urn:microsoft.com/office/officeart/2005/8/layout/orgChart1"/>
    <dgm:cxn modelId="{576001A4-25C6-470D-8B15-3C0F730C0FF3}" type="presParOf" srcId="{06EB2686-EFFA-46D6-B21C-592848EC4C35}" destId="{5419A9F9-1304-4927-89DA-0098410B4A6C}" srcOrd="0" destOrd="0" presId="urn:microsoft.com/office/officeart/2005/8/layout/orgChart1"/>
    <dgm:cxn modelId="{EB3A8889-E5AD-436F-8B57-29959E1CE594}" type="presParOf" srcId="{06EB2686-EFFA-46D6-B21C-592848EC4C35}" destId="{40A99885-4390-4099-9352-3F567619A649}" srcOrd="1" destOrd="0" presId="urn:microsoft.com/office/officeart/2005/8/layout/orgChart1"/>
    <dgm:cxn modelId="{271D2DFC-9FEE-44D8-AC83-4A50151B1CB6}" type="presParOf" srcId="{C5639E7E-A397-40A2-8FFF-DAE417C9821F}" destId="{F250274B-3D10-46AD-88CD-D4E9A3E5DEF8}" srcOrd="1" destOrd="0" presId="urn:microsoft.com/office/officeart/2005/8/layout/orgChart1"/>
    <dgm:cxn modelId="{422DD1DA-AE71-416D-8B88-1EFB4E9890D9}" type="presParOf" srcId="{C5639E7E-A397-40A2-8FFF-DAE417C9821F}" destId="{31FD230F-1C64-450D-B334-68A6F2147CC3}" srcOrd="2" destOrd="0" presId="urn:microsoft.com/office/officeart/2005/8/layout/orgChart1"/>
    <dgm:cxn modelId="{D81FBD9E-3E38-42D1-AE0F-8A7AFDCA11F6}" type="presParOf" srcId="{F4B924C5-04CD-43B1-A77B-46828D59C785}" destId="{267CDB28-B66E-42AF-ABAB-A71DB0C8AA81}" srcOrd="2" destOrd="0" presId="urn:microsoft.com/office/officeart/2005/8/layout/orgChart1"/>
    <dgm:cxn modelId="{ECBECA49-14AE-4DDE-8264-8B58FE05120A}" type="presParOf" srcId="{F4B924C5-04CD-43B1-A77B-46828D59C785}" destId="{A41BDCFF-B3AE-4137-8A2E-DBA1CCDF99F8}" srcOrd="3" destOrd="0" presId="urn:microsoft.com/office/officeart/2005/8/layout/orgChart1"/>
    <dgm:cxn modelId="{EDA9A755-25BF-4EEE-8017-35591E384EF5}" type="presParOf" srcId="{A41BDCFF-B3AE-4137-8A2E-DBA1CCDF99F8}" destId="{03DAC784-53E5-49DB-8AB7-BEAB213A1142}" srcOrd="0" destOrd="0" presId="urn:microsoft.com/office/officeart/2005/8/layout/orgChart1"/>
    <dgm:cxn modelId="{BF62FC08-37D1-4381-ABC3-7C897A5767DF}" type="presParOf" srcId="{03DAC784-53E5-49DB-8AB7-BEAB213A1142}" destId="{83291EA2-E836-484B-AE4C-8D0D6D755106}" srcOrd="0" destOrd="0" presId="urn:microsoft.com/office/officeart/2005/8/layout/orgChart1"/>
    <dgm:cxn modelId="{C3D484B3-3B42-44F3-A9E8-8FD95ED20582}" type="presParOf" srcId="{03DAC784-53E5-49DB-8AB7-BEAB213A1142}" destId="{C640BE60-D054-403D-A97A-A2B88B8C6467}" srcOrd="1" destOrd="0" presId="urn:microsoft.com/office/officeart/2005/8/layout/orgChart1"/>
    <dgm:cxn modelId="{A7CF69D3-6341-4750-A9EA-D36E525D94BC}" type="presParOf" srcId="{A41BDCFF-B3AE-4137-8A2E-DBA1CCDF99F8}" destId="{7CB38D2D-F6FB-4354-8404-B94A0C3D15DC}" srcOrd="1" destOrd="0" presId="urn:microsoft.com/office/officeart/2005/8/layout/orgChart1"/>
    <dgm:cxn modelId="{6D29422B-2BEE-440B-94ED-DD139193E102}" type="presParOf" srcId="{A41BDCFF-B3AE-4137-8A2E-DBA1CCDF99F8}" destId="{B50D8943-B39B-49CE-8755-DA4732EF35F5}" srcOrd="2" destOrd="0" presId="urn:microsoft.com/office/officeart/2005/8/layout/orgChart1"/>
    <dgm:cxn modelId="{135A823D-95EF-4046-B6B0-1338352C3C53}" type="presParOf" srcId="{91542984-1884-4075-85FF-10D3512C3511}" destId="{0FF70A95-51AF-418C-8B0E-B269569EF317}"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a:t>
          </a:r>
          <a:r>
            <a:rPr lang="en-US" sz="1600" dirty="0" smtClean="0"/>
            <a:t>3</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smtClean="0"/>
            <a:t>Req. development</a:t>
          </a:r>
          <a:endParaRPr lang="en-US" sz="16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1FDE73C1-1773-4DFF-80D8-CE538843B8D6}">
      <dgm:prSet phldrT="[Text]" custT="1"/>
      <dgm:spPr/>
      <dgm:t>
        <a:bodyPr/>
        <a:lstStyle/>
        <a:p>
          <a:r>
            <a:rPr lang="en-US" sz="1600" dirty="0" smtClean="0"/>
            <a:t>Req. management</a:t>
          </a:r>
          <a:endParaRPr lang="en-US" sz="1600" dirty="0"/>
        </a:p>
      </dgm:t>
    </dgm:pt>
    <dgm:pt modelId="{9BFD04D4-D27E-47FD-B17A-0660BE35F1CF}" type="parTrans" cxnId="{5D8E00E0-9552-4EAC-9DC8-D6AAED642315}">
      <dgm:prSet/>
      <dgm:spPr/>
      <dgm:t>
        <a:bodyPr/>
        <a:lstStyle/>
        <a:p>
          <a:endParaRPr lang="en-US"/>
        </a:p>
      </dgm:t>
    </dgm:pt>
    <dgm:pt modelId="{43EBF1FA-1DAE-4CFF-8F77-984B40970F7F}" type="sibTrans" cxnId="{5D8E00E0-9552-4EAC-9DC8-D6AAED642315}">
      <dgm:prSet/>
      <dgm:spPr/>
      <dgm:t>
        <a:bodyPr/>
        <a:lstStyle/>
        <a:p>
          <a:endParaRPr lang="en-US"/>
        </a:p>
      </dgm:t>
    </dgm:pt>
    <dgm:pt modelId="{9286A5EC-F2A9-487D-8BF1-B96EEEFD636B}">
      <dgm:prSet phldrT="[Text]" custT="1"/>
      <dgm:spPr/>
      <dgm:t>
        <a:bodyPr/>
        <a:lstStyle/>
        <a:p>
          <a:r>
            <a:rPr lang="en-US" sz="1600" dirty="0" smtClean="0"/>
            <a:t>Good practices: Req. engineering</a:t>
          </a:r>
          <a:endParaRPr lang="en-US" sz="16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8A74C719-C0B0-45E7-A044-8F3E3BDD14B1}">
      <dgm:prSet phldrT="[Text]" custT="1"/>
      <dgm:spPr/>
      <dgm:t>
        <a:bodyPr/>
        <a:lstStyle/>
        <a:p>
          <a:r>
            <a:rPr lang="en-US" sz="1600" dirty="0" smtClean="0"/>
            <a:t>Elicitation</a:t>
          </a:r>
          <a:endParaRPr lang="en-US" sz="1600" dirty="0"/>
        </a:p>
      </dgm:t>
    </dgm:pt>
    <dgm:pt modelId="{59E3059B-1485-4ECC-BBBF-7CA3E640F38D}" type="parTrans" cxnId="{E78715C6-6B3E-4015-AF89-6E5215265BF1}">
      <dgm:prSet/>
      <dgm:spPr/>
      <dgm:t>
        <a:bodyPr/>
        <a:lstStyle/>
        <a:p>
          <a:endParaRPr lang="en-US"/>
        </a:p>
      </dgm:t>
    </dgm:pt>
    <dgm:pt modelId="{E492CAAE-7760-4A53-A4A2-E6FDF4DA8978}" type="sibTrans" cxnId="{E78715C6-6B3E-4015-AF89-6E5215265BF1}">
      <dgm:prSet/>
      <dgm:spPr/>
      <dgm:t>
        <a:bodyPr/>
        <a:lstStyle/>
        <a:p>
          <a:endParaRPr lang="en-US"/>
        </a:p>
      </dgm:t>
    </dgm:pt>
    <dgm:pt modelId="{AFA08882-8DB8-4E0D-B287-05DB0C752DF9}">
      <dgm:prSet phldrT="[Text]" custT="1"/>
      <dgm:spPr/>
      <dgm:t>
        <a:bodyPr/>
        <a:lstStyle/>
        <a:p>
          <a:r>
            <a:rPr lang="en-US" sz="1600" dirty="0" smtClean="0"/>
            <a:t>Analysis</a:t>
          </a:r>
          <a:endParaRPr lang="en-US" sz="1600" dirty="0"/>
        </a:p>
      </dgm:t>
    </dgm:pt>
    <dgm:pt modelId="{60C1FE0A-110A-4E56-99E0-F8424E1EE4D8}" type="parTrans" cxnId="{4E84C3B0-496A-4375-AF14-155DA4E16D9E}">
      <dgm:prSet/>
      <dgm:spPr/>
      <dgm:t>
        <a:bodyPr/>
        <a:lstStyle/>
        <a:p>
          <a:endParaRPr lang="en-US"/>
        </a:p>
      </dgm:t>
    </dgm:pt>
    <dgm:pt modelId="{83A1036A-8F0D-443E-BB6B-DF1EAD64A9FB}" type="sibTrans" cxnId="{4E84C3B0-496A-4375-AF14-155DA4E16D9E}">
      <dgm:prSet/>
      <dgm:spPr/>
      <dgm:t>
        <a:bodyPr/>
        <a:lstStyle/>
        <a:p>
          <a:endParaRPr lang="en-US"/>
        </a:p>
      </dgm:t>
    </dgm:pt>
    <dgm:pt modelId="{8B93368D-220F-4F51-922B-E3D40AEF4871}">
      <dgm:prSet phldrT="[Text]" custT="1"/>
      <dgm:spPr/>
      <dgm:t>
        <a:bodyPr/>
        <a:lstStyle/>
        <a:p>
          <a:r>
            <a:rPr lang="en-US" sz="1600" dirty="0" smtClean="0"/>
            <a:t>Req. Baseline</a:t>
          </a:r>
          <a:endParaRPr lang="en-US" sz="1600" dirty="0"/>
        </a:p>
      </dgm:t>
    </dgm:pt>
    <dgm:pt modelId="{FD8FE40B-879F-4F4E-B1C0-B05B7EF61B85}" type="parTrans" cxnId="{8D8C3FA4-9174-40CF-A8BD-7F932B2D0964}">
      <dgm:prSet/>
      <dgm:spPr/>
      <dgm:t>
        <a:bodyPr/>
        <a:lstStyle/>
        <a:p>
          <a:endParaRPr lang="en-US"/>
        </a:p>
      </dgm:t>
    </dgm:pt>
    <dgm:pt modelId="{DEC3EE81-7009-4889-8EA1-20032230294E}" type="sibTrans" cxnId="{8D8C3FA4-9174-40CF-A8BD-7F932B2D0964}">
      <dgm:prSet/>
      <dgm:spPr/>
      <dgm:t>
        <a:bodyPr/>
        <a:lstStyle/>
        <a:p>
          <a:endParaRPr lang="en-US"/>
        </a:p>
      </dgm:t>
    </dgm:pt>
    <dgm:pt modelId="{9B07B92F-D011-43BE-9016-AD65C1E9D3BA}">
      <dgm:prSet phldrT="[Text]" custT="1"/>
      <dgm:spPr/>
      <dgm:t>
        <a:bodyPr/>
        <a:lstStyle/>
        <a:p>
          <a:r>
            <a:rPr lang="en-US" sz="1600" dirty="0" smtClean="0"/>
            <a:t>Req. changes &amp; monitor</a:t>
          </a:r>
          <a:endParaRPr lang="en-US" sz="1600" dirty="0"/>
        </a:p>
      </dgm:t>
    </dgm:pt>
    <dgm:pt modelId="{0C240288-5121-414F-BB78-622F00302DB0}" type="parTrans" cxnId="{FFA75F06-B36C-46DF-9C39-5CE5EB64B1D3}">
      <dgm:prSet/>
      <dgm:spPr/>
      <dgm:t>
        <a:bodyPr/>
        <a:lstStyle/>
        <a:p>
          <a:endParaRPr lang="en-US"/>
        </a:p>
      </dgm:t>
    </dgm:pt>
    <dgm:pt modelId="{898DE083-E0E1-4C2B-8DE5-2D5A3089EA28}" type="sibTrans" cxnId="{FFA75F06-B36C-46DF-9C39-5CE5EB64B1D3}">
      <dgm:prSet/>
      <dgm:spPr/>
      <dgm:t>
        <a:bodyPr/>
        <a:lstStyle/>
        <a:p>
          <a:endParaRPr lang="en-US"/>
        </a:p>
      </dgm:t>
    </dgm:pt>
    <dgm:pt modelId="{A1A03C13-4BED-4BB7-8AFB-BDB236A519FA}">
      <dgm:prSet phldrT="[Text]" custT="1"/>
      <dgm:spPr/>
      <dgm:t>
        <a:bodyPr/>
        <a:lstStyle/>
        <a:p>
          <a:r>
            <a:rPr lang="en-US" sz="1600" dirty="0" smtClean="0"/>
            <a:t>Knowledge about Req. Eng.</a:t>
          </a:r>
          <a:endParaRPr lang="en-US" sz="1600" dirty="0"/>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1330D8AE-5AD3-4971-83B6-44EEB3DE664B}">
      <dgm:prSet phldrT="[Text]" custT="1"/>
      <dgm:spPr/>
      <dgm:t>
        <a:bodyPr/>
        <a:lstStyle/>
        <a:p>
          <a:r>
            <a:rPr lang="en-US" sz="1600" dirty="0" smtClean="0"/>
            <a:t>Train BA</a:t>
          </a:r>
          <a:endParaRPr lang="en-US" sz="1600" dirty="0"/>
        </a:p>
      </dgm:t>
    </dgm:pt>
    <dgm:pt modelId="{BFCBBE67-AD4B-44C6-B3A5-16361CC3B65A}" type="parTrans" cxnId="{089C4DD0-1424-46E7-B581-D6A32F1BB069}">
      <dgm:prSet/>
      <dgm:spPr/>
      <dgm:t>
        <a:bodyPr/>
        <a:lstStyle/>
        <a:p>
          <a:endParaRPr lang="en-US"/>
        </a:p>
      </dgm:t>
    </dgm:pt>
    <dgm:pt modelId="{81EE5860-B977-4474-AA46-CCB203BB9FFA}" type="sibTrans" cxnId="{089C4DD0-1424-46E7-B581-D6A32F1BB069}">
      <dgm:prSet/>
      <dgm:spPr/>
      <dgm:t>
        <a:bodyPr/>
        <a:lstStyle/>
        <a:p>
          <a:endParaRPr lang="en-US"/>
        </a:p>
      </dgm:t>
    </dgm:pt>
    <dgm:pt modelId="{AD364B6B-599B-471E-B57A-D1AC5D89F0BB}">
      <dgm:prSet phldrT="[Text]" custT="1"/>
      <dgm:spPr/>
      <dgm:t>
        <a:bodyPr/>
        <a:lstStyle/>
        <a:p>
          <a:r>
            <a:rPr lang="en-US" sz="1400" dirty="0" smtClean="0"/>
            <a:t>Projects Mgt.</a:t>
          </a:r>
          <a:endParaRPr lang="en-US" sz="1400" dirty="0"/>
        </a:p>
      </dgm:t>
    </dgm:pt>
    <dgm:pt modelId="{050B7652-B2ED-404E-AA57-5A9109C9C4AD}" type="parTrans" cxnId="{61A9FD26-C8C7-44E2-8540-E0644D82B833}">
      <dgm:prSet/>
      <dgm:spPr/>
      <dgm:t>
        <a:bodyPr/>
        <a:lstStyle/>
        <a:p>
          <a:endParaRPr lang="en-US"/>
        </a:p>
      </dgm:t>
    </dgm:pt>
    <dgm:pt modelId="{07904351-DCD9-4880-84F3-DBF42C6506B5}" type="sibTrans" cxnId="{61A9FD26-C8C7-44E2-8540-E0644D82B833}">
      <dgm:prSet/>
      <dgm:spPr/>
      <dgm:t>
        <a:bodyPr/>
        <a:lstStyle/>
        <a:p>
          <a:endParaRPr lang="en-US"/>
        </a:p>
      </dgm:t>
    </dgm:pt>
    <dgm:pt modelId="{0B181462-773E-45A0-AA41-E62C928C5B72}">
      <dgm:prSet phldrT="[Text]" custT="1"/>
      <dgm:spPr/>
      <dgm:t>
        <a:bodyPr/>
        <a:lstStyle/>
        <a:p>
          <a:r>
            <a:rPr lang="en-US" sz="1600" dirty="0" smtClean="0"/>
            <a:t>Select SW dev. Life cycle</a:t>
          </a:r>
          <a:endParaRPr lang="en-US" sz="1600" dirty="0"/>
        </a:p>
      </dgm:t>
    </dgm:pt>
    <dgm:pt modelId="{2DC13F08-B77A-4202-A5DE-2375DD98011A}" type="parTrans" cxnId="{06667F4D-7094-4DBD-950A-D69BE27A5C04}">
      <dgm:prSet/>
      <dgm:spPr/>
      <dgm:t>
        <a:bodyPr/>
        <a:lstStyle/>
        <a:p>
          <a:endParaRPr lang="en-US"/>
        </a:p>
      </dgm:t>
    </dgm:pt>
    <dgm:pt modelId="{ED6BD826-6365-40B0-9CE8-886BAB0FA6AD}" type="sibTrans" cxnId="{06667F4D-7094-4DBD-950A-D69BE27A5C04}">
      <dgm:prSet/>
      <dgm:spPr/>
      <dgm:t>
        <a:bodyPr/>
        <a:lstStyle/>
        <a:p>
          <a:endParaRPr lang="en-US"/>
        </a:p>
      </dgm:t>
    </dgm:pt>
    <dgm:pt modelId="{A0EFB5DA-CEB8-4144-BA84-0BB8D09F8E00}">
      <dgm:prSet phldrT="[Text]" custT="1"/>
      <dgm:spPr/>
      <dgm:t>
        <a:bodyPr/>
        <a:lstStyle/>
        <a:p>
          <a:r>
            <a:rPr lang="en-US" sz="1600" dirty="0" smtClean="0"/>
            <a:t>Plan req. approach</a:t>
          </a:r>
          <a:endParaRPr lang="en-US" sz="1600" dirty="0"/>
        </a:p>
      </dgm:t>
    </dgm:pt>
    <dgm:pt modelId="{B845BFD3-9C3E-4612-A703-4B1852AFD30D}" type="parTrans" cxnId="{0AFDFBFF-0B0E-47F1-B650-0A4B5FF3F25F}">
      <dgm:prSet/>
      <dgm:spPr/>
      <dgm:t>
        <a:bodyPr/>
        <a:lstStyle/>
        <a:p>
          <a:endParaRPr lang="en-US"/>
        </a:p>
      </dgm:t>
    </dgm:pt>
    <dgm:pt modelId="{249B321D-6C87-4CC5-8878-800462E6DA35}" type="sibTrans" cxnId="{0AFDFBFF-0B0E-47F1-B650-0A4B5FF3F25F}">
      <dgm:prSet/>
      <dgm:spPr/>
      <dgm:t>
        <a:bodyPr/>
        <a:lstStyle/>
        <a:p>
          <a:endParaRPr lang="en-US"/>
        </a:p>
      </dgm:t>
    </dgm:pt>
    <dgm:pt modelId="{1E627F9E-CE3B-4A85-BB78-8DDB86A78DDE}">
      <dgm:prSet phldrT="[Text]" custT="1"/>
      <dgm:spPr/>
      <dgm:t>
        <a:bodyPr/>
        <a:lstStyle/>
        <a:p>
          <a:r>
            <a:rPr lang="en-US" sz="1400" dirty="0" smtClean="0"/>
            <a:t>50 practices</a:t>
          </a:r>
          <a:endParaRPr lang="en-US" sz="1400" dirty="0"/>
        </a:p>
      </dgm:t>
    </dgm:pt>
    <dgm:pt modelId="{9D28DB69-DDB3-4999-9A0B-8D007976E69E}" type="parTrans" cxnId="{97E4A6DE-8713-4676-BBF8-2B93F08AF837}">
      <dgm:prSet/>
      <dgm:spPr/>
      <dgm:t>
        <a:bodyPr/>
        <a:lstStyle/>
        <a:p>
          <a:endParaRPr lang="en-US"/>
        </a:p>
      </dgm:t>
    </dgm:pt>
    <dgm:pt modelId="{CC71E985-969E-423D-B820-177A0337B408}" type="sibTrans" cxnId="{97E4A6DE-8713-4676-BBF8-2B93F08AF837}">
      <dgm:prSet/>
      <dgm:spPr/>
      <dgm:t>
        <a:bodyPr/>
        <a:lstStyle/>
        <a:p>
          <a:endParaRPr lang="en-US"/>
        </a:p>
      </dgm:t>
    </dgm:pt>
    <dgm:pt modelId="{ADFFC400-8BBA-4CA0-97DA-A5239AD7FF83}">
      <dgm:prSet phldrT="[Text]" custT="1"/>
      <dgm:spPr/>
      <dgm:t>
        <a:bodyPr/>
        <a:lstStyle/>
        <a:p>
          <a:r>
            <a:rPr lang="en-US" sz="1400" dirty="0" smtClean="0"/>
            <a:t>7 categories</a:t>
          </a:r>
          <a:endParaRPr lang="en-US" sz="1400" dirty="0"/>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A6F1130E-C6DF-41B8-911E-8778F9129C5B}">
      <dgm:prSet phldrT="[Text]" custT="1"/>
      <dgm:spPr/>
      <dgm:t>
        <a:bodyPr/>
        <a:lstStyle/>
        <a:p>
          <a:r>
            <a:rPr lang="en-US" sz="1600" dirty="0" smtClean="0"/>
            <a:t>Specification</a:t>
          </a:r>
          <a:endParaRPr lang="en-US" sz="1600" dirty="0"/>
        </a:p>
      </dgm:t>
    </dgm:pt>
    <dgm:pt modelId="{83C514AB-FB67-484E-BA4B-BB02F826349B}" type="parTrans" cxnId="{3F27C453-2266-4728-8193-2CB94D2999D7}">
      <dgm:prSet/>
      <dgm:spPr/>
      <dgm:t>
        <a:bodyPr/>
        <a:lstStyle/>
        <a:p>
          <a:endParaRPr lang="en-US"/>
        </a:p>
      </dgm:t>
    </dgm:pt>
    <dgm:pt modelId="{11B1FD31-1450-4568-8891-C96B8722A7F5}" type="sibTrans" cxnId="{3F27C453-2266-4728-8193-2CB94D2999D7}">
      <dgm:prSet/>
      <dgm:spPr/>
      <dgm:t>
        <a:bodyPr/>
        <a:lstStyle/>
        <a:p>
          <a:endParaRPr lang="en-US"/>
        </a:p>
      </dgm:t>
    </dgm:pt>
    <dgm:pt modelId="{2BE37888-A6CC-4F54-814B-93A35E649FA8}">
      <dgm:prSet phldrT="[Text]" custT="1"/>
      <dgm:spPr/>
      <dgm:t>
        <a:bodyPr/>
        <a:lstStyle/>
        <a:p>
          <a:r>
            <a:rPr lang="en-US" sz="1600" dirty="0" smtClean="0"/>
            <a:t>Validation</a:t>
          </a:r>
          <a:endParaRPr lang="en-US" sz="1600" dirty="0"/>
        </a:p>
      </dgm:t>
    </dgm:pt>
    <dgm:pt modelId="{56B9D70E-4F45-42A0-AAE8-B23FFDEF2E11}" type="parTrans" cxnId="{9176927D-961F-41F7-A707-E60700988CCB}">
      <dgm:prSet/>
      <dgm:spPr/>
      <dgm:t>
        <a:bodyPr/>
        <a:lstStyle/>
        <a:p>
          <a:endParaRPr lang="en-US"/>
        </a:p>
      </dgm:t>
    </dgm:pt>
    <dgm:pt modelId="{5AED7569-F276-4F5A-BD72-7C20C805D3E2}" type="sibTrans" cxnId="{9176927D-961F-41F7-A707-E60700988CCB}">
      <dgm:prSet/>
      <dgm:spPr/>
      <dgm:t>
        <a:bodyPr/>
        <a:lstStyle/>
        <a:p>
          <a:endParaRPr lang="en-US"/>
        </a:p>
      </dgm:t>
    </dgm:pt>
    <dgm:pt modelId="{336C05FC-E58C-4822-B055-BD2C04207E50}">
      <dgm:prSet phldrT="[Text]" custT="1"/>
      <dgm:spPr/>
      <dgm:t>
        <a:bodyPr/>
        <a:lstStyle/>
        <a:p>
          <a:r>
            <a:rPr lang="en-US" sz="1600" dirty="0" smtClean="0"/>
            <a:t>Req. traceability</a:t>
          </a:r>
          <a:endParaRPr lang="en-US" sz="1600" dirty="0"/>
        </a:p>
      </dgm:t>
    </dgm:pt>
    <dgm:pt modelId="{40C7F6E3-663D-4009-BD92-2444870FB9F3}" type="parTrans" cxnId="{6D63AA72-B2E8-49C0-A94D-87F1CF81B126}">
      <dgm:prSet/>
      <dgm:spPr/>
      <dgm:t>
        <a:bodyPr/>
        <a:lstStyle/>
        <a:p>
          <a:endParaRPr lang="en-US"/>
        </a:p>
      </dgm:t>
    </dgm:pt>
    <dgm:pt modelId="{A0418A55-2F76-45C2-9AA6-3A0F2D2BE286}" type="sibTrans" cxnId="{6D63AA72-B2E8-49C0-A94D-87F1CF81B126}">
      <dgm:prSet/>
      <dgm:spPr/>
      <dgm:t>
        <a:bodyPr/>
        <a:lstStyle/>
        <a:p>
          <a:endParaRPr lang="en-US"/>
        </a:p>
      </dgm:t>
    </dgm:pt>
    <dgm:pt modelId="{71F63FCD-E49E-4A2E-AD4B-F799C1A3DB33}">
      <dgm:prSet phldrT="[Text]" custT="1"/>
      <dgm:spPr/>
      <dgm:t>
        <a:bodyPr/>
        <a:lstStyle/>
        <a:p>
          <a:r>
            <a:rPr lang="en-US" sz="1600" dirty="0" smtClean="0"/>
            <a:t>Req. Mgt. tools</a:t>
          </a:r>
          <a:endParaRPr lang="en-US" sz="1600" dirty="0"/>
        </a:p>
      </dgm:t>
    </dgm:pt>
    <dgm:pt modelId="{2881CD10-44FE-421B-AF38-9ECF69A7C16A}" type="parTrans" cxnId="{EC0382F1-0FE5-49B7-80B7-E5C411999F5B}">
      <dgm:prSet/>
      <dgm:spPr/>
      <dgm:t>
        <a:bodyPr/>
        <a:lstStyle/>
        <a:p>
          <a:endParaRPr lang="en-US"/>
        </a:p>
      </dgm:t>
    </dgm:pt>
    <dgm:pt modelId="{213F811D-A8A3-4F2E-8FC2-43A5FFBB152E}" type="sibTrans" cxnId="{EC0382F1-0FE5-49B7-80B7-E5C411999F5B}">
      <dgm:prSet/>
      <dgm:spPr/>
      <dgm:t>
        <a:bodyPr/>
        <a:lstStyle/>
        <a:p>
          <a:endParaRPr lang="en-US"/>
        </a:p>
      </dgm:t>
    </dgm:pt>
    <dgm:pt modelId="{4FB6BF3B-C219-4303-AEB3-994259D99A70}">
      <dgm:prSet phldrT="[Text]"/>
      <dgm:spPr/>
      <dgm:t>
        <a:bodyPr/>
        <a:lstStyle/>
        <a:p>
          <a:r>
            <a:rPr lang="en-US" dirty="0" smtClean="0"/>
            <a:t>Educate stakeholders, Dev</a:t>
          </a:r>
          <a:endParaRPr lang="en-US" dirty="0"/>
        </a:p>
      </dgm:t>
    </dgm:pt>
    <dgm:pt modelId="{7B3A9F9E-3106-4B24-BEFD-4A9665F424D0}" type="parTrans" cxnId="{76DC81BA-0E94-4E9E-AD33-7FC747EB95DF}">
      <dgm:prSet/>
      <dgm:spPr/>
      <dgm:t>
        <a:bodyPr/>
        <a:lstStyle/>
        <a:p>
          <a:endParaRPr lang="en-US"/>
        </a:p>
      </dgm:t>
    </dgm:pt>
    <dgm:pt modelId="{BB1D7A17-31AC-42E3-8687-DAF228003D93}" type="sibTrans" cxnId="{76DC81BA-0E94-4E9E-AD33-7FC747EB95DF}">
      <dgm:prSet/>
      <dgm:spPr/>
      <dgm:t>
        <a:bodyPr/>
        <a:lstStyle/>
        <a:p>
          <a:endParaRPr lang="en-US"/>
        </a:p>
      </dgm:t>
    </dgm:pt>
    <dgm:pt modelId="{34E50AA5-7D1F-4CAD-A9C4-5BD6089D922A}">
      <dgm:prSet phldrT="[Text]"/>
      <dgm:spPr/>
      <dgm:t>
        <a:bodyPr/>
        <a:lstStyle/>
        <a:p>
          <a:r>
            <a:rPr lang="en-US" dirty="0" smtClean="0"/>
            <a:t>Create req. processes</a:t>
          </a:r>
          <a:endParaRPr lang="en-US" dirty="0"/>
        </a:p>
      </dgm:t>
    </dgm:pt>
    <dgm:pt modelId="{360903BC-53AA-45C0-B6BB-495D25685027}" type="parTrans" cxnId="{4A2BB477-9143-4C5B-9A7A-061BC00825F6}">
      <dgm:prSet/>
      <dgm:spPr/>
      <dgm:t>
        <a:bodyPr/>
        <a:lstStyle/>
        <a:p>
          <a:endParaRPr lang="en-US"/>
        </a:p>
      </dgm:t>
    </dgm:pt>
    <dgm:pt modelId="{C0B24588-8D29-4A43-A7D2-F1B9BDBD65DD}" type="sibTrans" cxnId="{4A2BB477-9143-4C5B-9A7A-061BC00825F6}">
      <dgm:prSet/>
      <dgm:spPr/>
      <dgm:t>
        <a:bodyPr/>
        <a:lstStyle/>
        <a:p>
          <a:endParaRPr lang="en-US"/>
        </a:p>
      </dgm:t>
    </dgm:pt>
    <dgm:pt modelId="{2F0FD7CD-7EB5-47E8-95E1-62C1AD3CE230}">
      <dgm:prSet phldrT="[Text]"/>
      <dgm:spPr/>
      <dgm:t>
        <a:bodyPr/>
        <a:lstStyle/>
        <a:p>
          <a:r>
            <a:rPr lang="en-US" dirty="0" smtClean="0"/>
            <a:t>Define glossary</a:t>
          </a:r>
          <a:endParaRPr lang="en-US" dirty="0"/>
        </a:p>
      </dgm:t>
    </dgm:pt>
    <dgm:pt modelId="{6A959C0B-D3F3-4857-8FD6-AEFB8016B1EC}" type="parTrans" cxnId="{D0AB646E-8302-4720-B417-20AE9987BE44}">
      <dgm:prSet/>
      <dgm:spPr/>
      <dgm:t>
        <a:bodyPr/>
        <a:lstStyle/>
        <a:p>
          <a:endParaRPr lang="en-US"/>
        </a:p>
      </dgm:t>
    </dgm:pt>
    <dgm:pt modelId="{A6D87D7A-1E65-4B64-AB3C-7E464BEFD024}" type="sibTrans" cxnId="{D0AB646E-8302-4720-B417-20AE9987BE44}">
      <dgm:prSet/>
      <dgm:spPr/>
      <dgm:t>
        <a:bodyPr/>
        <a:lstStyle/>
        <a:p>
          <a:endParaRPr lang="en-US"/>
        </a:p>
      </dgm:t>
    </dgm:pt>
    <dgm:pt modelId="{ABFA3185-A270-4813-9A72-4DC576F9870C}">
      <dgm:prSet phldrT="[Text]" custT="1"/>
      <dgm:spPr/>
      <dgm:t>
        <a:bodyPr/>
        <a:lstStyle/>
        <a:p>
          <a:r>
            <a:rPr lang="en-US" sz="1600" dirty="0" smtClean="0"/>
            <a:t>Estimate efforts</a:t>
          </a:r>
          <a:endParaRPr lang="en-US" sz="1600" dirty="0"/>
        </a:p>
      </dgm:t>
    </dgm:pt>
    <dgm:pt modelId="{7149F6D3-4A91-415A-A7A6-1ED7E06AE67B}" type="parTrans" cxnId="{477ACD42-D2E1-45BF-A8E4-11D7CFD03C59}">
      <dgm:prSet/>
      <dgm:spPr/>
      <dgm:t>
        <a:bodyPr/>
        <a:lstStyle/>
        <a:p>
          <a:endParaRPr lang="en-US"/>
        </a:p>
      </dgm:t>
    </dgm:pt>
    <dgm:pt modelId="{64FB07AD-5B69-4558-AA50-D0340FDDD3BB}" type="sibTrans" cxnId="{477ACD42-D2E1-45BF-A8E4-11D7CFD03C59}">
      <dgm:prSet/>
      <dgm:spPr/>
      <dgm:t>
        <a:bodyPr/>
        <a:lstStyle/>
        <a:p>
          <a:endParaRPr lang="en-US"/>
        </a:p>
      </dgm:t>
    </dgm:pt>
    <dgm:pt modelId="{9DCF1B7B-E530-4BD8-AAC8-4C51B477A16C}">
      <dgm:prSet phldrT="[Text]" custT="1"/>
      <dgm:spPr/>
      <dgm:t>
        <a:bodyPr/>
        <a:lstStyle/>
        <a:p>
          <a:r>
            <a:rPr lang="en-US" sz="1600" dirty="0" smtClean="0"/>
            <a:t>Identify decision makers</a:t>
          </a:r>
          <a:endParaRPr lang="en-US" sz="1600" dirty="0"/>
        </a:p>
      </dgm:t>
    </dgm:pt>
    <dgm:pt modelId="{DD2BBCD3-5050-45ED-8148-D0DCF43C8309}" type="parTrans" cxnId="{20B43AFC-9822-416A-BF18-D956CAA92BBD}">
      <dgm:prSet/>
      <dgm:spPr/>
      <dgm:t>
        <a:bodyPr/>
        <a:lstStyle/>
        <a:p>
          <a:endParaRPr lang="en-US"/>
        </a:p>
      </dgm:t>
    </dgm:pt>
    <dgm:pt modelId="{0C6A7D07-E5D1-4F11-A964-DE9C3C342AF8}" type="sibTrans" cxnId="{20B43AFC-9822-416A-BF18-D956CAA92BBD}">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5"/>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5">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5"/>
      <dgm:spPr/>
      <dgm:t>
        <a:bodyPr/>
        <a:lstStyle/>
        <a:p>
          <a:endParaRPr lang="en-US"/>
        </a:p>
      </dgm:t>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18"/>
      <dgm:spPr/>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18">
        <dgm:presLayoutVars>
          <dgm:chPref val="3"/>
        </dgm:presLayoutVars>
      </dgm:prSet>
      <dgm:spPr/>
      <dgm:t>
        <a:bodyPr/>
        <a:lstStyle/>
        <a:p>
          <a:endParaRPr lang="en-US"/>
        </a:p>
      </dgm:t>
    </dgm:pt>
    <dgm:pt modelId="{7C494E9C-07EE-4809-A445-329E5D279BED}" type="pres">
      <dgm:prSet presAssocID="{ADFFC400-8BBA-4CA0-97DA-A5239AD7FF83}" presName="rootConnector" presStyleLbl="node3" presStyleIdx="0" presStyleCnt="18"/>
      <dgm:spPr/>
      <dgm:t>
        <a:bodyPr/>
        <a:lstStyle/>
        <a:p>
          <a:endParaRPr lang="en-US"/>
        </a:p>
      </dgm:t>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DE7F276F-E57B-4251-A70B-2917BAF50B6F}" type="pres">
      <dgm:prSet presAssocID="{9D28DB69-DDB3-4999-9A0B-8D007976E69E}" presName="Name37" presStyleLbl="parChTrans1D3" presStyleIdx="1" presStyleCnt="18"/>
      <dgm:spPr/>
      <dgm:t>
        <a:bodyPr/>
        <a:lstStyle/>
        <a:p>
          <a:endParaRPr lang="en-US"/>
        </a:p>
      </dgm:t>
    </dgm:pt>
    <dgm:pt modelId="{7971AF45-BEF4-409C-A7A2-334F0F0C01E6}" type="pres">
      <dgm:prSet presAssocID="{1E627F9E-CE3B-4A85-BB78-8DDB86A78DDE}" presName="hierRoot2" presStyleCnt="0">
        <dgm:presLayoutVars>
          <dgm:hierBranch val="init"/>
        </dgm:presLayoutVars>
      </dgm:prSet>
      <dgm:spPr/>
    </dgm:pt>
    <dgm:pt modelId="{C98C32C5-9758-4590-94EE-C277C6DF6AF8}" type="pres">
      <dgm:prSet presAssocID="{1E627F9E-CE3B-4A85-BB78-8DDB86A78DDE}" presName="rootComposite" presStyleCnt="0"/>
      <dgm:spPr/>
    </dgm:pt>
    <dgm:pt modelId="{31C29986-52F5-42D4-A9FC-3B32B3F35DB2}" type="pres">
      <dgm:prSet presAssocID="{1E627F9E-CE3B-4A85-BB78-8DDB86A78DDE}" presName="rootText" presStyleLbl="node3" presStyleIdx="1" presStyleCnt="18">
        <dgm:presLayoutVars>
          <dgm:chPref val="3"/>
        </dgm:presLayoutVars>
      </dgm:prSet>
      <dgm:spPr/>
      <dgm:t>
        <a:bodyPr/>
        <a:lstStyle/>
        <a:p>
          <a:endParaRPr lang="en-US"/>
        </a:p>
      </dgm:t>
    </dgm:pt>
    <dgm:pt modelId="{BFFD6F86-AD10-4340-B993-09FE9B342F4C}" type="pres">
      <dgm:prSet presAssocID="{1E627F9E-CE3B-4A85-BB78-8DDB86A78DDE}" presName="rootConnector" presStyleLbl="node3" presStyleIdx="1" presStyleCnt="18"/>
      <dgm:spPr/>
      <dgm:t>
        <a:bodyPr/>
        <a:lstStyle/>
        <a:p>
          <a:endParaRPr lang="en-US"/>
        </a:p>
      </dgm:t>
    </dgm:pt>
    <dgm:pt modelId="{4318A7A7-34AB-44EA-9D09-5217CEE301A7}" type="pres">
      <dgm:prSet presAssocID="{1E627F9E-CE3B-4A85-BB78-8DDB86A78DDE}" presName="hierChild4" presStyleCnt="0"/>
      <dgm:spPr/>
    </dgm:pt>
    <dgm:pt modelId="{B26D372B-AEC3-47D7-AF9D-A4B9E1D506C5}" type="pres">
      <dgm:prSet presAssocID="{1E627F9E-CE3B-4A85-BB78-8DDB86A78DDE}"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5"/>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5">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5"/>
      <dgm:spPr/>
      <dgm:t>
        <a:bodyPr/>
        <a:lstStyle/>
        <a:p>
          <a:endParaRPr lang="en-US"/>
        </a:p>
      </dgm:t>
    </dgm:pt>
    <dgm:pt modelId="{4C592C92-3156-443C-BB98-9204DFF01F72}" type="pres">
      <dgm:prSet presAssocID="{620DD3EC-BDCD-468B-B566-7FE2B848507E}" presName="hierChild4" presStyleCnt="0"/>
      <dgm:spPr/>
    </dgm:pt>
    <dgm:pt modelId="{A2A41425-2A6B-472C-AF7D-497B8D8C6C0F}" type="pres">
      <dgm:prSet presAssocID="{59E3059B-1485-4ECC-BBBF-7CA3E640F38D}" presName="Name37" presStyleLbl="parChTrans1D3" presStyleIdx="2" presStyleCnt="18"/>
      <dgm:spPr/>
      <dgm:t>
        <a:bodyPr/>
        <a:lstStyle/>
        <a:p>
          <a:endParaRPr lang="en-US"/>
        </a:p>
      </dgm:t>
    </dgm:pt>
    <dgm:pt modelId="{BE767F2E-FC2C-4DE4-8EFA-413AB654DE72}" type="pres">
      <dgm:prSet presAssocID="{8A74C719-C0B0-45E7-A044-8F3E3BDD14B1}" presName="hierRoot2" presStyleCnt="0">
        <dgm:presLayoutVars>
          <dgm:hierBranch val="init"/>
        </dgm:presLayoutVars>
      </dgm:prSet>
      <dgm:spPr/>
    </dgm:pt>
    <dgm:pt modelId="{A45A4C96-4AF4-4A85-8F9C-F552E800F221}" type="pres">
      <dgm:prSet presAssocID="{8A74C719-C0B0-45E7-A044-8F3E3BDD14B1}" presName="rootComposite" presStyleCnt="0"/>
      <dgm:spPr/>
    </dgm:pt>
    <dgm:pt modelId="{BB71A1EC-99D4-46DC-BDFC-1D7F327564B8}" type="pres">
      <dgm:prSet presAssocID="{8A74C719-C0B0-45E7-A044-8F3E3BDD14B1}" presName="rootText" presStyleLbl="node3" presStyleIdx="2" presStyleCnt="18">
        <dgm:presLayoutVars>
          <dgm:chPref val="3"/>
        </dgm:presLayoutVars>
      </dgm:prSet>
      <dgm:spPr/>
      <dgm:t>
        <a:bodyPr/>
        <a:lstStyle/>
        <a:p>
          <a:endParaRPr lang="en-US"/>
        </a:p>
      </dgm:t>
    </dgm:pt>
    <dgm:pt modelId="{43458361-CDBC-43AE-84A2-56ACA0035337}" type="pres">
      <dgm:prSet presAssocID="{8A74C719-C0B0-45E7-A044-8F3E3BDD14B1}" presName="rootConnector" presStyleLbl="node3" presStyleIdx="2" presStyleCnt="18"/>
      <dgm:spPr/>
      <dgm:t>
        <a:bodyPr/>
        <a:lstStyle/>
        <a:p>
          <a:endParaRPr lang="en-US"/>
        </a:p>
      </dgm:t>
    </dgm:pt>
    <dgm:pt modelId="{42C73B18-A616-4116-9F73-6AADE64304BA}" type="pres">
      <dgm:prSet presAssocID="{8A74C719-C0B0-45E7-A044-8F3E3BDD14B1}" presName="hierChild4" presStyleCnt="0"/>
      <dgm:spPr/>
    </dgm:pt>
    <dgm:pt modelId="{69852274-0F2C-4714-965E-6E6ABA270E10}" type="pres">
      <dgm:prSet presAssocID="{8A74C719-C0B0-45E7-A044-8F3E3BDD14B1}" presName="hierChild5" presStyleCnt="0"/>
      <dgm:spPr/>
    </dgm:pt>
    <dgm:pt modelId="{ACFEAFB9-1AF4-484E-B255-0473015BB9DC}" type="pres">
      <dgm:prSet presAssocID="{60C1FE0A-110A-4E56-99E0-F8424E1EE4D8}" presName="Name37" presStyleLbl="parChTrans1D3" presStyleIdx="3" presStyleCnt="18"/>
      <dgm:spPr/>
      <dgm:t>
        <a:bodyPr/>
        <a:lstStyle/>
        <a:p>
          <a:endParaRPr lang="en-US"/>
        </a:p>
      </dgm:t>
    </dgm:pt>
    <dgm:pt modelId="{36629166-BB10-49D2-978D-C61633DC95F6}" type="pres">
      <dgm:prSet presAssocID="{AFA08882-8DB8-4E0D-B287-05DB0C752DF9}" presName="hierRoot2" presStyleCnt="0">
        <dgm:presLayoutVars>
          <dgm:hierBranch val="init"/>
        </dgm:presLayoutVars>
      </dgm:prSet>
      <dgm:spPr/>
    </dgm:pt>
    <dgm:pt modelId="{9ACE0BC1-F92B-4925-9F26-34888DF9F5C8}" type="pres">
      <dgm:prSet presAssocID="{AFA08882-8DB8-4E0D-B287-05DB0C752DF9}" presName="rootComposite" presStyleCnt="0"/>
      <dgm:spPr/>
    </dgm:pt>
    <dgm:pt modelId="{5487298C-5DF2-4AE0-AD6D-3E1DEBCFB02C}" type="pres">
      <dgm:prSet presAssocID="{AFA08882-8DB8-4E0D-B287-05DB0C752DF9}" presName="rootText" presStyleLbl="node3" presStyleIdx="3" presStyleCnt="18">
        <dgm:presLayoutVars>
          <dgm:chPref val="3"/>
        </dgm:presLayoutVars>
      </dgm:prSet>
      <dgm:spPr/>
      <dgm:t>
        <a:bodyPr/>
        <a:lstStyle/>
        <a:p>
          <a:endParaRPr lang="en-US"/>
        </a:p>
      </dgm:t>
    </dgm:pt>
    <dgm:pt modelId="{01C5386B-6CBD-4353-B3F4-913B6E33D86C}" type="pres">
      <dgm:prSet presAssocID="{AFA08882-8DB8-4E0D-B287-05DB0C752DF9}" presName="rootConnector" presStyleLbl="node3" presStyleIdx="3" presStyleCnt="18"/>
      <dgm:spPr/>
      <dgm:t>
        <a:bodyPr/>
        <a:lstStyle/>
        <a:p>
          <a:endParaRPr lang="en-US"/>
        </a:p>
      </dgm:t>
    </dgm:pt>
    <dgm:pt modelId="{A386B690-72A2-4169-9370-CFF439AE696F}" type="pres">
      <dgm:prSet presAssocID="{AFA08882-8DB8-4E0D-B287-05DB0C752DF9}" presName="hierChild4" presStyleCnt="0"/>
      <dgm:spPr/>
    </dgm:pt>
    <dgm:pt modelId="{D441AF52-F7A1-4C96-90AC-3A1305B5E8B4}" type="pres">
      <dgm:prSet presAssocID="{AFA08882-8DB8-4E0D-B287-05DB0C752DF9}" presName="hierChild5" presStyleCnt="0"/>
      <dgm:spPr/>
    </dgm:pt>
    <dgm:pt modelId="{926A6640-5DB9-4472-9FA7-00826B78BDEB}" type="pres">
      <dgm:prSet presAssocID="{83C514AB-FB67-484E-BA4B-BB02F826349B}" presName="Name37" presStyleLbl="parChTrans1D3" presStyleIdx="4" presStyleCnt="18"/>
      <dgm:spPr/>
    </dgm:pt>
    <dgm:pt modelId="{FCBEE58C-F3CE-4719-AD53-E9DDE7CBBF46}" type="pres">
      <dgm:prSet presAssocID="{A6F1130E-C6DF-41B8-911E-8778F9129C5B}" presName="hierRoot2" presStyleCnt="0">
        <dgm:presLayoutVars>
          <dgm:hierBranch val="init"/>
        </dgm:presLayoutVars>
      </dgm:prSet>
      <dgm:spPr/>
    </dgm:pt>
    <dgm:pt modelId="{404C9BFD-52C0-4F00-846D-D8F977B88302}" type="pres">
      <dgm:prSet presAssocID="{A6F1130E-C6DF-41B8-911E-8778F9129C5B}" presName="rootComposite" presStyleCnt="0"/>
      <dgm:spPr/>
    </dgm:pt>
    <dgm:pt modelId="{2269AB6C-4D9B-43F4-9D73-3EE4A8D5D095}" type="pres">
      <dgm:prSet presAssocID="{A6F1130E-C6DF-41B8-911E-8778F9129C5B}" presName="rootText" presStyleLbl="node3" presStyleIdx="4" presStyleCnt="18">
        <dgm:presLayoutVars>
          <dgm:chPref val="3"/>
        </dgm:presLayoutVars>
      </dgm:prSet>
      <dgm:spPr/>
      <dgm:t>
        <a:bodyPr/>
        <a:lstStyle/>
        <a:p>
          <a:endParaRPr lang="en-US"/>
        </a:p>
      </dgm:t>
    </dgm:pt>
    <dgm:pt modelId="{A82075F1-F7B1-4877-A7A7-DA57FBE9F4C2}" type="pres">
      <dgm:prSet presAssocID="{A6F1130E-C6DF-41B8-911E-8778F9129C5B}" presName="rootConnector" presStyleLbl="node3" presStyleIdx="4" presStyleCnt="18"/>
      <dgm:spPr/>
      <dgm:t>
        <a:bodyPr/>
        <a:lstStyle/>
        <a:p>
          <a:endParaRPr lang="en-US"/>
        </a:p>
      </dgm:t>
    </dgm:pt>
    <dgm:pt modelId="{9F12645B-FA1F-4C08-8E19-7745D0313579}" type="pres">
      <dgm:prSet presAssocID="{A6F1130E-C6DF-41B8-911E-8778F9129C5B}" presName="hierChild4" presStyleCnt="0"/>
      <dgm:spPr/>
    </dgm:pt>
    <dgm:pt modelId="{5381B992-673D-4023-AD83-0A07886D2512}" type="pres">
      <dgm:prSet presAssocID="{A6F1130E-C6DF-41B8-911E-8778F9129C5B}" presName="hierChild5" presStyleCnt="0"/>
      <dgm:spPr/>
    </dgm:pt>
    <dgm:pt modelId="{226C4F77-031C-4E54-A5BA-7A69C318E44B}" type="pres">
      <dgm:prSet presAssocID="{56B9D70E-4F45-42A0-AAE8-B23FFDEF2E11}" presName="Name37" presStyleLbl="parChTrans1D3" presStyleIdx="5" presStyleCnt="18"/>
      <dgm:spPr/>
    </dgm:pt>
    <dgm:pt modelId="{2279BF7D-9074-4BA2-B1E6-C0C14079E8CF}" type="pres">
      <dgm:prSet presAssocID="{2BE37888-A6CC-4F54-814B-93A35E649FA8}" presName="hierRoot2" presStyleCnt="0">
        <dgm:presLayoutVars>
          <dgm:hierBranch val="init"/>
        </dgm:presLayoutVars>
      </dgm:prSet>
      <dgm:spPr/>
    </dgm:pt>
    <dgm:pt modelId="{43A0545B-2D2C-4E21-B1F8-33DE3A8686AB}" type="pres">
      <dgm:prSet presAssocID="{2BE37888-A6CC-4F54-814B-93A35E649FA8}" presName="rootComposite" presStyleCnt="0"/>
      <dgm:spPr/>
    </dgm:pt>
    <dgm:pt modelId="{6224F170-1575-49E3-8E06-34C2608A5F22}" type="pres">
      <dgm:prSet presAssocID="{2BE37888-A6CC-4F54-814B-93A35E649FA8}" presName="rootText" presStyleLbl="node3" presStyleIdx="5" presStyleCnt="18">
        <dgm:presLayoutVars>
          <dgm:chPref val="3"/>
        </dgm:presLayoutVars>
      </dgm:prSet>
      <dgm:spPr/>
      <dgm:t>
        <a:bodyPr/>
        <a:lstStyle/>
        <a:p>
          <a:endParaRPr lang="en-US"/>
        </a:p>
      </dgm:t>
    </dgm:pt>
    <dgm:pt modelId="{4F3439B3-772B-42FA-9A29-2832C1724555}" type="pres">
      <dgm:prSet presAssocID="{2BE37888-A6CC-4F54-814B-93A35E649FA8}" presName="rootConnector" presStyleLbl="node3" presStyleIdx="5" presStyleCnt="18"/>
      <dgm:spPr/>
      <dgm:t>
        <a:bodyPr/>
        <a:lstStyle/>
        <a:p>
          <a:endParaRPr lang="en-US"/>
        </a:p>
      </dgm:t>
    </dgm:pt>
    <dgm:pt modelId="{4C9D774C-A04B-4AC2-98FB-043F9F8B7076}" type="pres">
      <dgm:prSet presAssocID="{2BE37888-A6CC-4F54-814B-93A35E649FA8}" presName="hierChild4" presStyleCnt="0"/>
      <dgm:spPr/>
    </dgm:pt>
    <dgm:pt modelId="{72DF7907-8D00-462B-AFD7-835A9577655E}" type="pres">
      <dgm:prSet presAssocID="{2BE37888-A6CC-4F54-814B-93A35E649FA8}" presName="hierChild5" presStyleCnt="0"/>
      <dgm:spPr/>
    </dgm:pt>
    <dgm:pt modelId="{3E362709-8DF5-4ED1-BE78-2D67C7F6CD59}" type="pres">
      <dgm:prSet presAssocID="{620DD3EC-BDCD-468B-B566-7FE2B848507E}" presName="hierChild5" presStyleCnt="0"/>
      <dgm:spPr/>
    </dgm:pt>
    <dgm:pt modelId="{0E020EB3-B687-49B5-864A-7775365865BE}" type="pres">
      <dgm:prSet presAssocID="{9BFD04D4-D27E-47FD-B17A-0660BE35F1CF}" presName="Name37" presStyleLbl="parChTrans1D2" presStyleIdx="2" presStyleCnt="5"/>
      <dgm:spPr/>
      <dgm:t>
        <a:bodyPr/>
        <a:lstStyle/>
        <a:p>
          <a:endParaRPr lang="en-US"/>
        </a:p>
      </dgm:t>
    </dgm:pt>
    <dgm:pt modelId="{BBAFE3D2-3A5A-4490-A81A-2A8E15028CC9}" type="pres">
      <dgm:prSet presAssocID="{1FDE73C1-1773-4DFF-80D8-CE538843B8D6}" presName="hierRoot2" presStyleCnt="0">
        <dgm:presLayoutVars>
          <dgm:hierBranch val="init"/>
        </dgm:presLayoutVars>
      </dgm:prSet>
      <dgm:spPr/>
    </dgm:pt>
    <dgm:pt modelId="{5D13AC61-CB0D-439C-A3B7-8B75673646F3}" type="pres">
      <dgm:prSet presAssocID="{1FDE73C1-1773-4DFF-80D8-CE538843B8D6}" presName="rootComposite" presStyleCnt="0"/>
      <dgm:spPr/>
    </dgm:pt>
    <dgm:pt modelId="{03758FE5-334A-46EC-AD76-4289659832B6}" type="pres">
      <dgm:prSet presAssocID="{1FDE73C1-1773-4DFF-80D8-CE538843B8D6}" presName="rootText" presStyleLbl="node2" presStyleIdx="2" presStyleCnt="5">
        <dgm:presLayoutVars>
          <dgm:chPref val="3"/>
        </dgm:presLayoutVars>
      </dgm:prSet>
      <dgm:spPr/>
      <dgm:t>
        <a:bodyPr/>
        <a:lstStyle/>
        <a:p>
          <a:endParaRPr lang="en-US"/>
        </a:p>
      </dgm:t>
    </dgm:pt>
    <dgm:pt modelId="{2B09EB8B-ED69-45F5-BA37-36CF2B0643CF}" type="pres">
      <dgm:prSet presAssocID="{1FDE73C1-1773-4DFF-80D8-CE538843B8D6}" presName="rootConnector" presStyleLbl="node2" presStyleIdx="2" presStyleCnt="5"/>
      <dgm:spPr/>
      <dgm:t>
        <a:bodyPr/>
        <a:lstStyle/>
        <a:p>
          <a:endParaRPr lang="en-US"/>
        </a:p>
      </dgm:t>
    </dgm:pt>
    <dgm:pt modelId="{1DE9D2D5-FD8E-457B-8509-AF1B11F236B3}" type="pres">
      <dgm:prSet presAssocID="{1FDE73C1-1773-4DFF-80D8-CE538843B8D6}" presName="hierChild4" presStyleCnt="0"/>
      <dgm:spPr/>
    </dgm:pt>
    <dgm:pt modelId="{B24AC9E0-962C-4E78-A693-CB404F97964B}" type="pres">
      <dgm:prSet presAssocID="{FD8FE40B-879F-4F4E-B1C0-B05B7EF61B85}" presName="Name37" presStyleLbl="parChTrans1D3" presStyleIdx="6" presStyleCnt="18"/>
      <dgm:spPr/>
      <dgm:t>
        <a:bodyPr/>
        <a:lstStyle/>
        <a:p>
          <a:endParaRPr lang="en-US"/>
        </a:p>
      </dgm:t>
    </dgm:pt>
    <dgm:pt modelId="{14081BD0-0331-49D1-9132-48E38CC72506}" type="pres">
      <dgm:prSet presAssocID="{8B93368D-220F-4F51-922B-E3D40AEF4871}" presName="hierRoot2" presStyleCnt="0">
        <dgm:presLayoutVars>
          <dgm:hierBranch val="init"/>
        </dgm:presLayoutVars>
      </dgm:prSet>
      <dgm:spPr/>
    </dgm:pt>
    <dgm:pt modelId="{CD57EBD1-6290-48D5-B876-F6B8F3E71B1C}" type="pres">
      <dgm:prSet presAssocID="{8B93368D-220F-4F51-922B-E3D40AEF4871}" presName="rootComposite" presStyleCnt="0"/>
      <dgm:spPr/>
    </dgm:pt>
    <dgm:pt modelId="{AF41A196-D073-444E-BDCD-FC763BCB5F43}" type="pres">
      <dgm:prSet presAssocID="{8B93368D-220F-4F51-922B-E3D40AEF4871}" presName="rootText" presStyleLbl="node3" presStyleIdx="6" presStyleCnt="18">
        <dgm:presLayoutVars>
          <dgm:chPref val="3"/>
        </dgm:presLayoutVars>
      </dgm:prSet>
      <dgm:spPr/>
      <dgm:t>
        <a:bodyPr/>
        <a:lstStyle/>
        <a:p>
          <a:endParaRPr lang="en-US"/>
        </a:p>
      </dgm:t>
    </dgm:pt>
    <dgm:pt modelId="{D2461159-78CB-4A23-999D-2C7EB906725F}" type="pres">
      <dgm:prSet presAssocID="{8B93368D-220F-4F51-922B-E3D40AEF4871}" presName="rootConnector" presStyleLbl="node3" presStyleIdx="6" presStyleCnt="18"/>
      <dgm:spPr/>
      <dgm:t>
        <a:bodyPr/>
        <a:lstStyle/>
        <a:p>
          <a:endParaRPr lang="en-US"/>
        </a:p>
      </dgm:t>
    </dgm:pt>
    <dgm:pt modelId="{B7419B15-5138-497F-9E6A-0A8D19A45473}" type="pres">
      <dgm:prSet presAssocID="{8B93368D-220F-4F51-922B-E3D40AEF4871}" presName="hierChild4" presStyleCnt="0"/>
      <dgm:spPr/>
    </dgm:pt>
    <dgm:pt modelId="{913DBA18-54C7-4B85-987E-75AE9FC67706}" type="pres">
      <dgm:prSet presAssocID="{8B93368D-220F-4F51-922B-E3D40AEF4871}" presName="hierChild5" presStyleCnt="0"/>
      <dgm:spPr/>
    </dgm:pt>
    <dgm:pt modelId="{91438FCC-53E8-4CBE-9E34-2132871188CC}" type="pres">
      <dgm:prSet presAssocID="{0C240288-5121-414F-BB78-622F00302DB0}" presName="Name37" presStyleLbl="parChTrans1D3" presStyleIdx="7" presStyleCnt="18"/>
      <dgm:spPr/>
      <dgm:t>
        <a:bodyPr/>
        <a:lstStyle/>
        <a:p>
          <a:endParaRPr lang="en-US"/>
        </a:p>
      </dgm:t>
    </dgm:pt>
    <dgm:pt modelId="{67578119-EB65-4563-B4C6-2086301E4CE2}" type="pres">
      <dgm:prSet presAssocID="{9B07B92F-D011-43BE-9016-AD65C1E9D3BA}" presName="hierRoot2" presStyleCnt="0">
        <dgm:presLayoutVars>
          <dgm:hierBranch val="init"/>
        </dgm:presLayoutVars>
      </dgm:prSet>
      <dgm:spPr/>
    </dgm:pt>
    <dgm:pt modelId="{21548661-BC88-4440-A64F-6B49E201950B}" type="pres">
      <dgm:prSet presAssocID="{9B07B92F-D011-43BE-9016-AD65C1E9D3BA}" presName="rootComposite" presStyleCnt="0"/>
      <dgm:spPr/>
    </dgm:pt>
    <dgm:pt modelId="{EB9DD715-B78F-4025-BC3C-DDF41A6D4038}" type="pres">
      <dgm:prSet presAssocID="{9B07B92F-D011-43BE-9016-AD65C1E9D3BA}" presName="rootText" presStyleLbl="node3" presStyleIdx="7" presStyleCnt="18">
        <dgm:presLayoutVars>
          <dgm:chPref val="3"/>
        </dgm:presLayoutVars>
      </dgm:prSet>
      <dgm:spPr/>
      <dgm:t>
        <a:bodyPr/>
        <a:lstStyle/>
        <a:p>
          <a:endParaRPr lang="en-US"/>
        </a:p>
      </dgm:t>
    </dgm:pt>
    <dgm:pt modelId="{EDE49AC7-8F61-4EB6-A896-2328F5842EE3}" type="pres">
      <dgm:prSet presAssocID="{9B07B92F-D011-43BE-9016-AD65C1E9D3BA}" presName="rootConnector" presStyleLbl="node3" presStyleIdx="7" presStyleCnt="18"/>
      <dgm:spPr/>
      <dgm:t>
        <a:bodyPr/>
        <a:lstStyle/>
        <a:p>
          <a:endParaRPr lang="en-US"/>
        </a:p>
      </dgm:t>
    </dgm:pt>
    <dgm:pt modelId="{E0649B45-2015-492E-997F-DE5971114E11}" type="pres">
      <dgm:prSet presAssocID="{9B07B92F-D011-43BE-9016-AD65C1E9D3BA}" presName="hierChild4" presStyleCnt="0"/>
      <dgm:spPr/>
    </dgm:pt>
    <dgm:pt modelId="{33CE48C6-D59A-4AF0-B40B-260B79C5A4A6}" type="pres">
      <dgm:prSet presAssocID="{9B07B92F-D011-43BE-9016-AD65C1E9D3BA}" presName="hierChild5" presStyleCnt="0"/>
      <dgm:spPr/>
    </dgm:pt>
    <dgm:pt modelId="{52B678B9-EB7D-49ED-AFA0-474D96F7E14E}" type="pres">
      <dgm:prSet presAssocID="{40C7F6E3-663D-4009-BD92-2444870FB9F3}" presName="Name37" presStyleLbl="parChTrans1D3" presStyleIdx="8" presStyleCnt="18"/>
      <dgm:spPr/>
    </dgm:pt>
    <dgm:pt modelId="{0E4FE4B4-5351-42E2-918D-8B93C51C146A}" type="pres">
      <dgm:prSet presAssocID="{336C05FC-E58C-4822-B055-BD2C04207E50}" presName="hierRoot2" presStyleCnt="0">
        <dgm:presLayoutVars>
          <dgm:hierBranch val="init"/>
        </dgm:presLayoutVars>
      </dgm:prSet>
      <dgm:spPr/>
    </dgm:pt>
    <dgm:pt modelId="{8CA2EC87-E0CF-4BAC-8DDF-76B9A8A0780F}" type="pres">
      <dgm:prSet presAssocID="{336C05FC-E58C-4822-B055-BD2C04207E50}" presName="rootComposite" presStyleCnt="0"/>
      <dgm:spPr/>
    </dgm:pt>
    <dgm:pt modelId="{4B00E9AA-737E-4AB4-9751-51C205D5BA45}" type="pres">
      <dgm:prSet presAssocID="{336C05FC-E58C-4822-B055-BD2C04207E50}" presName="rootText" presStyleLbl="node3" presStyleIdx="8" presStyleCnt="18">
        <dgm:presLayoutVars>
          <dgm:chPref val="3"/>
        </dgm:presLayoutVars>
      </dgm:prSet>
      <dgm:spPr/>
      <dgm:t>
        <a:bodyPr/>
        <a:lstStyle/>
        <a:p>
          <a:endParaRPr lang="en-US"/>
        </a:p>
      </dgm:t>
    </dgm:pt>
    <dgm:pt modelId="{36679FA6-9C78-48A6-BAAA-D6A42FEE9CE4}" type="pres">
      <dgm:prSet presAssocID="{336C05FC-E58C-4822-B055-BD2C04207E50}" presName="rootConnector" presStyleLbl="node3" presStyleIdx="8" presStyleCnt="18"/>
      <dgm:spPr/>
      <dgm:t>
        <a:bodyPr/>
        <a:lstStyle/>
        <a:p>
          <a:endParaRPr lang="en-US"/>
        </a:p>
      </dgm:t>
    </dgm:pt>
    <dgm:pt modelId="{2E50BCA5-4FBF-4972-A94C-F24DA27B2363}" type="pres">
      <dgm:prSet presAssocID="{336C05FC-E58C-4822-B055-BD2C04207E50}" presName="hierChild4" presStyleCnt="0"/>
      <dgm:spPr/>
    </dgm:pt>
    <dgm:pt modelId="{706FF3B7-A1DD-4E19-A9F0-6AF1FA7838AD}" type="pres">
      <dgm:prSet presAssocID="{336C05FC-E58C-4822-B055-BD2C04207E50}" presName="hierChild5" presStyleCnt="0"/>
      <dgm:spPr/>
    </dgm:pt>
    <dgm:pt modelId="{90AB7802-A064-4CCF-89BD-28EB7259F237}" type="pres">
      <dgm:prSet presAssocID="{2881CD10-44FE-421B-AF38-9ECF69A7C16A}" presName="Name37" presStyleLbl="parChTrans1D3" presStyleIdx="9" presStyleCnt="18"/>
      <dgm:spPr/>
    </dgm:pt>
    <dgm:pt modelId="{743C15BB-A954-4566-B7B1-3256AF56175C}" type="pres">
      <dgm:prSet presAssocID="{71F63FCD-E49E-4A2E-AD4B-F799C1A3DB33}" presName="hierRoot2" presStyleCnt="0">
        <dgm:presLayoutVars>
          <dgm:hierBranch val="init"/>
        </dgm:presLayoutVars>
      </dgm:prSet>
      <dgm:spPr/>
    </dgm:pt>
    <dgm:pt modelId="{45F903A6-307A-4A43-974A-C22DFD2C3683}" type="pres">
      <dgm:prSet presAssocID="{71F63FCD-E49E-4A2E-AD4B-F799C1A3DB33}" presName="rootComposite" presStyleCnt="0"/>
      <dgm:spPr/>
    </dgm:pt>
    <dgm:pt modelId="{793A719D-4242-4116-984C-7E4DB947CB2C}" type="pres">
      <dgm:prSet presAssocID="{71F63FCD-E49E-4A2E-AD4B-F799C1A3DB33}" presName="rootText" presStyleLbl="node3" presStyleIdx="9" presStyleCnt="18">
        <dgm:presLayoutVars>
          <dgm:chPref val="3"/>
        </dgm:presLayoutVars>
      </dgm:prSet>
      <dgm:spPr/>
      <dgm:t>
        <a:bodyPr/>
        <a:lstStyle/>
        <a:p>
          <a:endParaRPr lang="en-US"/>
        </a:p>
      </dgm:t>
    </dgm:pt>
    <dgm:pt modelId="{FD54D111-ECE4-4684-B53D-D8140B2DED86}" type="pres">
      <dgm:prSet presAssocID="{71F63FCD-E49E-4A2E-AD4B-F799C1A3DB33}" presName="rootConnector" presStyleLbl="node3" presStyleIdx="9" presStyleCnt="18"/>
      <dgm:spPr/>
      <dgm:t>
        <a:bodyPr/>
        <a:lstStyle/>
        <a:p>
          <a:endParaRPr lang="en-US"/>
        </a:p>
      </dgm:t>
    </dgm:pt>
    <dgm:pt modelId="{0456B65D-AB5C-4159-A93A-D00DBF5D0DC2}" type="pres">
      <dgm:prSet presAssocID="{71F63FCD-E49E-4A2E-AD4B-F799C1A3DB33}" presName="hierChild4" presStyleCnt="0"/>
      <dgm:spPr/>
    </dgm:pt>
    <dgm:pt modelId="{442C91D8-B61B-4BD7-A7EA-5214D038733C}" type="pres">
      <dgm:prSet presAssocID="{71F63FCD-E49E-4A2E-AD4B-F799C1A3DB33}" presName="hierChild5" presStyleCnt="0"/>
      <dgm:spPr/>
    </dgm:pt>
    <dgm:pt modelId="{D835F695-B50D-418C-A907-0CB512CD6F3C}" type="pres">
      <dgm:prSet presAssocID="{1FDE73C1-1773-4DFF-80D8-CE538843B8D6}" presName="hierChild5" presStyleCnt="0"/>
      <dgm:spPr/>
    </dgm:pt>
    <dgm:pt modelId="{62821369-B757-43AF-BF6D-02B9EF83A7FF}" type="pres">
      <dgm:prSet presAssocID="{9E18C130-4D81-4BDD-8DE6-22CF9F45E19E}" presName="Name37" presStyleLbl="parChTrans1D2" presStyleIdx="3" presStyleCnt="5"/>
      <dgm:spPr/>
      <dgm:t>
        <a:bodyPr/>
        <a:lstStyle/>
        <a:p>
          <a:endParaRPr lang="en-US"/>
        </a:p>
      </dgm:t>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3" presStyleCnt="5">
        <dgm:presLayoutVars>
          <dgm:chPref val="3"/>
        </dgm:presLayoutVars>
      </dgm:prSet>
      <dgm:spPr/>
      <dgm:t>
        <a:bodyPr/>
        <a:lstStyle/>
        <a:p>
          <a:endParaRPr lang="en-US"/>
        </a:p>
      </dgm:t>
    </dgm:pt>
    <dgm:pt modelId="{0FE7A504-1A99-42A4-92D2-369E93728B6E}" type="pres">
      <dgm:prSet presAssocID="{A1A03C13-4BED-4BB7-8AFB-BDB236A519FA}" presName="rootConnector" presStyleLbl="node2" presStyleIdx="3" presStyleCnt="5"/>
      <dgm:spPr/>
      <dgm:t>
        <a:bodyPr/>
        <a:lstStyle/>
        <a:p>
          <a:endParaRPr lang="en-US"/>
        </a:p>
      </dgm:t>
    </dgm:pt>
    <dgm:pt modelId="{5C832EA0-92EB-4018-A238-AAD0380D7AE1}" type="pres">
      <dgm:prSet presAssocID="{A1A03C13-4BED-4BB7-8AFB-BDB236A519FA}" presName="hierChild4" presStyleCnt="0"/>
      <dgm:spPr/>
    </dgm:pt>
    <dgm:pt modelId="{BAB65234-BEF3-44F6-8238-22DD5F2B3ECA}" type="pres">
      <dgm:prSet presAssocID="{BFCBBE67-AD4B-44C6-B3A5-16361CC3B65A}" presName="Name37" presStyleLbl="parChTrans1D3" presStyleIdx="10" presStyleCnt="18"/>
      <dgm:spPr/>
      <dgm:t>
        <a:bodyPr/>
        <a:lstStyle/>
        <a:p>
          <a:endParaRPr lang="en-US"/>
        </a:p>
      </dgm:t>
    </dgm:pt>
    <dgm:pt modelId="{29FA4EA6-6D60-4928-8665-B8DDBADB42EA}" type="pres">
      <dgm:prSet presAssocID="{1330D8AE-5AD3-4971-83B6-44EEB3DE664B}" presName="hierRoot2" presStyleCnt="0">
        <dgm:presLayoutVars>
          <dgm:hierBranch val="init"/>
        </dgm:presLayoutVars>
      </dgm:prSet>
      <dgm:spPr/>
    </dgm:pt>
    <dgm:pt modelId="{7F641F00-E60B-44DA-946A-53E40B4D0E7E}" type="pres">
      <dgm:prSet presAssocID="{1330D8AE-5AD3-4971-83B6-44EEB3DE664B}" presName="rootComposite" presStyleCnt="0"/>
      <dgm:spPr/>
    </dgm:pt>
    <dgm:pt modelId="{B386D850-18E4-4553-BFA3-F5B91F42AF1A}" type="pres">
      <dgm:prSet presAssocID="{1330D8AE-5AD3-4971-83B6-44EEB3DE664B}" presName="rootText" presStyleLbl="node3" presStyleIdx="10" presStyleCnt="18" custScaleY="101273">
        <dgm:presLayoutVars>
          <dgm:chPref val="3"/>
        </dgm:presLayoutVars>
      </dgm:prSet>
      <dgm:spPr/>
      <dgm:t>
        <a:bodyPr/>
        <a:lstStyle/>
        <a:p>
          <a:endParaRPr lang="en-US"/>
        </a:p>
      </dgm:t>
    </dgm:pt>
    <dgm:pt modelId="{53427F1E-64F3-46FE-9189-9127962FB517}" type="pres">
      <dgm:prSet presAssocID="{1330D8AE-5AD3-4971-83B6-44EEB3DE664B}" presName="rootConnector" presStyleLbl="node3" presStyleIdx="10" presStyleCnt="18"/>
      <dgm:spPr/>
      <dgm:t>
        <a:bodyPr/>
        <a:lstStyle/>
        <a:p>
          <a:endParaRPr lang="en-US"/>
        </a:p>
      </dgm:t>
    </dgm:pt>
    <dgm:pt modelId="{F5B8FA18-8901-4F6D-ADDE-DC8E2F4BC5B8}" type="pres">
      <dgm:prSet presAssocID="{1330D8AE-5AD3-4971-83B6-44EEB3DE664B}" presName="hierChild4" presStyleCnt="0"/>
      <dgm:spPr/>
    </dgm:pt>
    <dgm:pt modelId="{3FA4EA24-FFBA-4E19-BBC4-DE547B68789C}" type="pres">
      <dgm:prSet presAssocID="{1330D8AE-5AD3-4971-83B6-44EEB3DE664B}" presName="hierChild5" presStyleCnt="0"/>
      <dgm:spPr/>
    </dgm:pt>
    <dgm:pt modelId="{3A1796D6-3B82-44FF-A19D-852FF4EBDC50}" type="pres">
      <dgm:prSet presAssocID="{7B3A9F9E-3106-4B24-BEFD-4A9665F424D0}" presName="Name37" presStyleLbl="parChTrans1D3" presStyleIdx="11" presStyleCnt="18"/>
      <dgm:spPr/>
    </dgm:pt>
    <dgm:pt modelId="{D36CE40E-1461-4867-A9C4-AC9DDFDE94A0}" type="pres">
      <dgm:prSet presAssocID="{4FB6BF3B-C219-4303-AEB3-994259D99A70}" presName="hierRoot2" presStyleCnt="0">
        <dgm:presLayoutVars>
          <dgm:hierBranch val="init"/>
        </dgm:presLayoutVars>
      </dgm:prSet>
      <dgm:spPr/>
    </dgm:pt>
    <dgm:pt modelId="{A85318C8-31B5-4A74-9EF5-23705642AD37}" type="pres">
      <dgm:prSet presAssocID="{4FB6BF3B-C219-4303-AEB3-994259D99A70}" presName="rootComposite" presStyleCnt="0"/>
      <dgm:spPr/>
    </dgm:pt>
    <dgm:pt modelId="{AD05E803-A7A2-4733-B015-24257F5A1699}" type="pres">
      <dgm:prSet presAssocID="{4FB6BF3B-C219-4303-AEB3-994259D99A70}" presName="rootText" presStyleLbl="node3" presStyleIdx="11" presStyleCnt="18">
        <dgm:presLayoutVars>
          <dgm:chPref val="3"/>
        </dgm:presLayoutVars>
      </dgm:prSet>
      <dgm:spPr/>
      <dgm:t>
        <a:bodyPr/>
        <a:lstStyle/>
        <a:p>
          <a:endParaRPr lang="en-US"/>
        </a:p>
      </dgm:t>
    </dgm:pt>
    <dgm:pt modelId="{1F335708-3B0E-464B-A4EF-4539A7D61EFE}" type="pres">
      <dgm:prSet presAssocID="{4FB6BF3B-C219-4303-AEB3-994259D99A70}" presName="rootConnector" presStyleLbl="node3" presStyleIdx="11" presStyleCnt="18"/>
      <dgm:spPr/>
      <dgm:t>
        <a:bodyPr/>
        <a:lstStyle/>
        <a:p>
          <a:endParaRPr lang="en-US"/>
        </a:p>
      </dgm:t>
    </dgm:pt>
    <dgm:pt modelId="{353535FA-CE7E-4F5B-882B-F6515567EC55}" type="pres">
      <dgm:prSet presAssocID="{4FB6BF3B-C219-4303-AEB3-994259D99A70}" presName="hierChild4" presStyleCnt="0"/>
      <dgm:spPr/>
    </dgm:pt>
    <dgm:pt modelId="{60C5A0F5-270E-458C-9CD5-C29918320B96}" type="pres">
      <dgm:prSet presAssocID="{4FB6BF3B-C219-4303-AEB3-994259D99A70}" presName="hierChild5" presStyleCnt="0"/>
      <dgm:spPr/>
    </dgm:pt>
    <dgm:pt modelId="{B744FFEB-D81B-4051-80A0-06CD3150278B}" type="pres">
      <dgm:prSet presAssocID="{360903BC-53AA-45C0-B6BB-495D25685027}" presName="Name37" presStyleLbl="parChTrans1D3" presStyleIdx="12" presStyleCnt="18"/>
      <dgm:spPr/>
    </dgm:pt>
    <dgm:pt modelId="{A9038F44-4B0C-414A-AF75-E1CB0A09147B}" type="pres">
      <dgm:prSet presAssocID="{34E50AA5-7D1F-4CAD-A9C4-5BD6089D922A}" presName="hierRoot2" presStyleCnt="0">
        <dgm:presLayoutVars>
          <dgm:hierBranch val="init"/>
        </dgm:presLayoutVars>
      </dgm:prSet>
      <dgm:spPr/>
    </dgm:pt>
    <dgm:pt modelId="{019A7BFF-1F61-4529-94A9-0BFF9E284C28}" type="pres">
      <dgm:prSet presAssocID="{34E50AA5-7D1F-4CAD-A9C4-5BD6089D922A}" presName="rootComposite" presStyleCnt="0"/>
      <dgm:spPr/>
    </dgm:pt>
    <dgm:pt modelId="{5AB1CE78-FFC0-4A1C-884A-EFD72EB0B55E}" type="pres">
      <dgm:prSet presAssocID="{34E50AA5-7D1F-4CAD-A9C4-5BD6089D922A}" presName="rootText" presStyleLbl="node3" presStyleIdx="12" presStyleCnt="18">
        <dgm:presLayoutVars>
          <dgm:chPref val="3"/>
        </dgm:presLayoutVars>
      </dgm:prSet>
      <dgm:spPr/>
      <dgm:t>
        <a:bodyPr/>
        <a:lstStyle/>
        <a:p>
          <a:endParaRPr lang="en-US"/>
        </a:p>
      </dgm:t>
    </dgm:pt>
    <dgm:pt modelId="{980FB6A6-EBB4-4B35-8079-C1CF2C6255DD}" type="pres">
      <dgm:prSet presAssocID="{34E50AA5-7D1F-4CAD-A9C4-5BD6089D922A}" presName="rootConnector" presStyleLbl="node3" presStyleIdx="12" presStyleCnt="18"/>
      <dgm:spPr/>
      <dgm:t>
        <a:bodyPr/>
        <a:lstStyle/>
        <a:p>
          <a:endParaRPr lang="en-US"/>
        </a:p>
      </dgm:t>
    </dgm:pt>
    <dgm:pt modelId="{77B0CE6D-30D2-4F6A-8EE6-1F895B7F2EA0}" type="pres">
      <dgm:prSet presAssocID="{34E50AA5-7D1F-4CAD-A9C4-5BD6089D922A}" presName="hierChild4" presStyleCnt="0"/>
      <dgm:spPr/>
    </dgm:pt>
    <dgm:pt modelId="{01F5FA5F-EBD9-4FE9-BC37-D85A0156FB3E}" type="pres">
      <dgm:prSet presAssocID="{34E50AA5-7D1F-4CAD-A9C4-5BD6089D922A}" presName="hierChild5" presStyleCnt="0"/>
      <dgm:spPr/>
    </dgm:pt>
    <dgm:pt modelId="{17B43C74-07FF-45EC-BF27-41123D8CE835}" type="pres">
      <dgm:prSet presAssocID="{6A959C0B-D3F3-4857-8FD6-AEFB8016B1EC}" presName="Name37" presStyleLbl="parChTrans1D3" presStyleIdx="13" presStyleCnt="18"/>
      <dgm:spPr/>
    </dgm:pt>
    <dgm:pt modelId="{4C550044-4F70-431C-B7BE-77780A3C56D3}" type="pres">
      <dgm:prSet presAssocID="{2F0FD7CD-7EB5-47E8-95E1-62C1AD3CE230}" presName="hierRoot2" presStyleCnt="0">
        <dgm:presLayoutVars>
          <dgm:hierBranch val="init"/>
        </dgm:presLayoutVars>
      </dgm:prSet>
      <dgm:spPr/>
    </dgm:pt>
    <dgm:pt modelId="{CDDC9E68-AC18-4700-A465-42A1519C69B8}" type="pres">
      <dgm:prSet presAssocID="{2F0FD7CD-7EB5-47E8-95E1-62C1AD3CE230}" presName="rootComposite" presStyleCnt="0"/>
      <dgm:spPr/>
    </dgm:pt>
    <dgm:pt modelId="{4B31A7B3-2386-4740-A97D-E425D7AA05D7}" type="pres">
      <dgm:prSet presAssocID="{2F0FD7CD-7EB5-47E8-95E1-62C1AD3CE230}" presName="rootText" presStyleLbl="node3" presStyleIdx="13" presStyleCnt="18">
        <dgm:presLayoutVars>
          <dgm:chPref val="3"/>
        </dgm:presLayoutVars>
      </dgm:prSet>
      <dgm:spPr/>
      <dgm:t>
        <a:bodyPr/>
        <a:lstStyle/>
        <a:p>
          <a:endParaRPr lang="en-US"/>
        </a:p>
      </dgm:t>
    </dgm:pt>
    <dgm:pt modelId="{28E3C220-EC50-49DE-8E00-E50484AA36CB}" type="pres">
      <dgm:prSet presAssocID="{2F0FD7CD-7EB5-47E8-95E1-62C1AD3CE230}" presName="rootConnector" presStyleLbl="node3" presStyleIdx="13" presStyleCnt="18"/>
      <dgm:spPr/>
      <dgm:t>
        <a:bodyPr/>
        <a:lstStyle/>
        <a:p>
          <a:endParaRPr lang="en-US"/>
        </a:p>
      </dgm:t>
    </dgm:pt>
    <dgm:pt modelId="{0704F99F-5AAC-4B83-8BC4-A6EFAA90F292}" type="pres">
      <dgm:prSet presAssocID="{2F0FD7CD-7EB5-47E8-95E1-62C1AD3CE230}" presName="hierChild4" presStyleCnt="0"/>
      <dgm:spPr/>
    </dgm:pt>
    <dgm:pt modelId="{9DD72F2B-8541-42D2-AAA0-EF45A6753F69}" type="pres">
      <dgm:prSet presAssocID="{2F0FD7CD-7EB5-47E8-95E1-62C1AD3CE230}" presName="hierChild5" presStyleCnt="0"/>
      <dgm:spPr/>
    </dgm:pt>
    <dgm:pt modelId="{AFF152E2-0280-4325-8B01-B43435B7724D}" type="pres">
      <dgm:prSet presAssocID="{A1A03C13-4BED-4BB7-8AFB-BDB236A519FA}" presName="hierChild5" presStyleCnt="0"/>
      <dgm:spPr/>
    </dgm:pt>
    <dgm:pt modelId="{1C6780BE-0BFA-452E-B23B-840ADD2F1082}" type="pres">
      <dgm:prSet presAssocID="{050B7652-B2ED-404E-AA57-5A9109C9C4AD}" presName="Name37" presStyleLbl="parChTrans1D2" presStyleIdx="4" presStyleCnt="5"/>
      <dgm:spPr/>
      <dgm:t>
        <a:bodyPr/>
        <a:lstStyle/>
        <a:p>
          <a:endParaRPr lang="en-US"/>
        </a:p>
      </dgm:t>
    </dgm:pt>
    <dgm:pt modelId="{91542984-1884-4075-85FF-10D3512C3511}" type="pres">
      <dgm:prSet presAssocID="{AD364B6B-599B-471E-B57A-D1AC5D89F0BB}" presName="hierRoot2" presStyleCnt="0">
        <dgm:presLayoutVars>
          <dgm:hierBranch val="init"/>
        </dgm:presLayoutVars>
      </dgm:prSet>
      <dgm:spPr/>
    </dgm:pt>
    <dgm:pt modelId="{2197488C-9BB4-4FE6-913F-95BF99328D53}" type="pres">
      <dgm:prSet presAssocID="{AD364B6B-599B-471E-B57A-D1AC5D89F0BB}" presName="rootComposite" presStyleCnt="0"/>
      <dgm:spPr/>
    </dgm:pt>
    <dgm:pt modelId="{9BB5FF79-6973-4054-99B9-A54F1965A453}" type="pres">
      <dgm:prSet presAssocID="{AD364B6B-599B-471E-B57A-D1AC5D89F0BB}" presName="rootText" presStyleLbl="node2" presStyleIdx="4" presStyleCnt="5">
        <dgm:presLayoutVars>
          <dgm:chPref val="3"/>
        </dgm:presLayoutVars>
      </dgm:prSet>
      <dgm:spPr/>
      <dgm:t>
        <a:bodyPr/>
        <a:lstStyle/>
        <a:p>
          <a:endParaRPr lang="en-US"/>
        </a:p>
      </dgm:t>
    </dgm:pt>
    <dgm:pt modelId="{B78A35CA-8616-4084-9244-9BF0A5A39633}" type="pres">
      <dgm:prSet presAssocID="{AD364B6B-599B-471E-B57A-D1AC5D89F0BB}" presName="rootConnector" presStyleLbl="node2" presStyleIdx="4" presStyleCnt="5"/>
      <dgm:spPr/>
      <dgm:t>
        <a:bodyPr/>
        <a:lstStyle/>
        <a:p>
          <a:endParaRPr lang="en-US"/>
        </a:p>
      </dgm:t>
    </dgm:pt>
    <dgm:pt modelId="{F4B924C5-04CD-43B1-A77B-46828D59C785}" type="pres">
      <dgm:prSet presAssocID="{AD364B6B-599B-471E-B57A-D1AC5D89F0BB}" presName="hierChild4" presStyleCnt="0"/>
      <dgm:spPr/>
    </dgm:pt>
    <dgm:pt modelId="{BE153F20-5FEF-4C8F-8351-47167BEE47A5}" type="pres">
      <dgm:prSet presAssocID="{2DC13F08-B77A-4202-A5DE-2375DD98011A}" presName="Name37" presStyleLbl="parChTrans1D3" presStyleIdx="14" presStyleCnt="18"/>
      <dgm:spPr/>
      <dgm:t>
        <a:bodyPr/>
        <a:lstStyle/>
        <a:p>
          <a:endParaRPr lang="en-US"/>
        </a:p>
      </dgm:t>
    </dgm:pt>
    <dgm:pt modelId="{C5639E7E-A397-40A2-8FFF-DAE417C9821F}" type="pres">
      <dgm:prSet presAssocID="{0B181462-773E-45A0-AA41-E62C928C5B72}" presName="hierRoot2" presStyleCnt="0">
        <dgm:presLayoutVars>
          <dgm:hierBranch val="init"/>
        </dgm:presLayoutVars>
      </dgm:prSet>
      <dgm:spPr/>
    </dgm:pt>
    <dgm:pt modelId="{06EB2686-EFFA-46D6-B21C-592848EC4C35}" type="pres">
      <dgm:prSet presAssocID="{0B181462-773E-45A0-AA41-E62C928C5B72}" presName="rootComposite" presStyleCnt="0"/>
      <dgm:spPr/>
    </dgm:pt>
    <dgm:pt modelId="{5419A9F9-1304-4927-89DA-0098410B4A6C}" type="pres">
      <dgm:prSet presAssocID="{0B181462-773E-45A0-AA41-E62C928C5B72}" presName="rootText" presStyleLbl="node3" presStyleIdx="14" presStyleCnt="18">
        <dgm:presLayoutVars>
          <dgm:chPref val="3"/>
        </dgm:presLayoutVars>
      </dgm:prSet>
      <dgm:spPr/>
      <dgm:t>
        <a:bodyPr/>
        <a:lstStyle/>
        <a:p>
          <a:endParaRPr lang="en-US"/>
        </a:p>
      </dgm:t>
    </dgm:pt>
    <dgm:pt modelId="{40A99885-4390-4099-9352-3F567619A649}" type="pres">
      <dgm:prSet presAssocID="{0B181462-773E-45A0-AA41-E62C928C5B72}" presName="rootConnector" presStyleLbl="node3" presStyleIdx="14" presStyleCnt="18"/>
      <dgm:spPr/>
      <dgm:t>
        <a:bodyPr/>
        <a:lstStyle/>
        <a:p>
          <a:endParaRPr lang="en-US"/>
        </a:p>
      </dgm:t>
    </dgm:pt>
    <dgm:pt modelId="{F250274B-3D10-46AD-88CD-D4E9A3E5DEF8}" type="pres">
      <dgm:prSet presAssocID="{0B181462-773E-45A0-AA41-E62C928C5B72}" presName="hierChild4" presStyleCnt="0"/>
      <dgm:spPr/>
    </dgm:pt>
    <dgm:pt modelId="{31FD230F-1C64-450D-B334-68A6F2147CC3}" type="pres">
      <dgm:prSet presAssocID="{0B181462-773E-45A0-AA41-E62C928C5B72}" presName="hierChild5" presStyleCnt="0"/>
      <dgm:spPr/>
    </dgm:pt>
    <dgm:pt modelId="{267CDB28-B66E-42AF-ABAB-A71DB0C8AA81}" type="pres">
      <dgm:prSet presAssocID="{B845BFD3-9C3E-4612-A703-4B1852AFD30D}" presName="Name37" presStyleLbl="parChTrans1D3" presStyleIdx="15" presStyleCnt="18"/>
      <dgm:spPr/>
      <dgm:t>
        <a:bodyPr/>
        <a:lstStyle/>
        <a:p>
          <a:endParaRPr lang="en-US"/>
        </a:p>
      </dgm:t>
    </dgm:pt>
    <dgm:pt modelId="{A41BDCFF-B3AE-4137-8A2E-DBA1CCDF99F8}" type="pres">
      <dgm:prSet presAssocID="{A0EFB5DA-CEB8-4144-BA84-0BB8D09F8E00}" presName="hierRoot2" presStyleCnt="0">
        <dgm:presLayoutVars>
          <dgm:hierBranch val="init"/>
        </dgm:presLayoutVars>
      </dgm:prSet>
      <dgm:spPr/>
    </dgm:pt>
    <dgm:pt modelId="{03DAC784-53E5-49DB-8AB7-BEAB213A1142}" type="pres">
      <dgm:prSet presAssocID="{A0EFB5DA-CEB8-4144-BA84-0BB8D09F8E00}" presName="rootComposite" presStyleCnt="0"/>
      <dgm:spPr/>
    </dgm:pt>
    <dgm:pt modelId="{83291EA2-E836-484B-AE4C-8D0D6D755106}" type="pres">
      <dgm:prSet presAssocID="{A0EFB5DA-CEB8-4144-BA84-0BB8D09F8E00}" presName="rootText" presStyleLbl="node3" presStyleIdx="15" presStyleCnt="18">
        <dgm:presLayoutVars>
          <dgm:chPref val="3"/>
        </dgm:presLayoutVars>
      </dgm:prSet>
      <dgm:spPr/>
      <dgm:t>
        <a:bodyPr/>
        <a:lstStyle/>
        <a:p>
          <a:endParaRPr lang="en-US"/>
        </a:p>
      </dgm:t>
    </dgm:pt>
    <dgm:pt modelId="{C640BE60-D054-403D-A97A-A2B88B8C6467}" type="pres">
      <dgm:prSet presAssocID="{A0EFB5DA-CEB8-4144-BA84-0BB8D09F8E00}" presName="rootConnector" presStyleLbl="node3" presStyleIdx="15" presStyleCnt="18"/>
      <dgm:spPr/>
      <dgm:t>
        <a:bodyPr/>
        <a:lstStyle/>
        <a:p>
          <a:endParaRPr lang="en-US"/>
        </a:p>
      </dgm:t>
    </dgm:pt>
    <dgm:pt modelId="{7CB38D2D-F6FB-4354-8404-B94A0C3D15DC}" type="pres">
      <dgm:prSet presAssocID="{A0EFB5DA-CEB8-4144-BA84-0BB8D09F8E00}" presName="hierChild4" presStyleCnt="0"/>
      <dgm:spPr/>
    </dgm:pt>
    <dgm:pt modelId="{B50D8943-B39B-49CE-8755-DA4732EF35F5}" type="pres">
      <dgm:prSet presAssocID="{A0EFB5DA-CEB8-4144-BA84-0BB8D09F8E00}" presName="hierChild5" presStyleCnt="0"/>
      <dgm:spPr/>
    </dgm:pt>
    <dgm:pt modelId="{99B4870D-7A0E-4E1C-9B3B-42CEB6246191}" type="pres">
      <dgm:prSet presAssocID="{7149F6D3-4A91-415A-A7A6-1ED7E06AE67B}" presName="Name37" presStyleLbl="parChTrans1D3" presStyleIdx="16" presStyleCnt="18"/>
      <dgm:spPr/>
    </dgm:pt>
    <dgm:pt modelId="{762DC5C8-567F-42A1-A8BB-E387E1D3D862}" type="pres">
      <dgm:prSet presAssocID="{ABFA3185-A270-4813-9A72-4DC576F9870C}" presName="hierRoot2" presStyleCnt="0">
        <dgm:presLayoutVars>
          <dgm:hierBranch val="init"/>
        </dgm:presLayoutVars>
      </dgm:prSet>
      <dgm:spPr/>
    </dgm:pt>
    <dgm:pt modelId="{1B933423-996A-4B74-BE76-4F7E703999EE}" type="pres">
      <dgm:prSet presAssocID="{ABFA3185-A270-4813-9A72-4DC576F9870C}" presName="rootComposite" presStyleCnt="0"/>
      <dgm:spPr/>
    </dgm:pt>
    <dgm:pt modelId="{E0A242CE-5970-4277-BFF4-836038C1726B}" type="pres">
      <dgm:prSet presAssocID="{ABFA3185-A270-4813-9A72-4DC576F9870C}" presName="rootText" presStyleLbl="node3" presStyleIdx="16" presStyleCnt="18">
        <dgm:presLayoutVars>
          <dgm:chPref val="3"/>
        </dgm:presLayoutVars>
      </dgm:prSet>
      <dgm:spPr/>
      <dgm:t>
        <a:bodyPr/>
        <a:lstStyle/>
        <a:p>
          <a:endParaRPr lang="en-US"/>
        </a:p>
      </dgm:t>
    </dgm:pt>
    <dgm:pt modelId="{10B63811-FE77-4203-A754-40F3B05F5651}" type="pres">
      <dgm:prSet presAssocID="{ABFA3185-A270-4813-9A72-4DC576F9870C}" presName="rootConnector" presStyleLbl="node3" presStyleIdx="16" presStyleCnt="18"/>
      <dgm:spPr/>
      <dgm:t>
        <a:bodyPr/>
        <a:lstStyle/>
        <a:p>
          <a:endParaRPr lang="en-US"/>
        </a:p>
      </dgm:t>
    </dgm:pt>
    <dgm:pt modelId="{DB4105ED-0369-41CC-B2FB-7F6D9C113788}" type="pres">
      <dgm:prSet presAssocID="{ABFA3185-A270-4813-9A72-4DC576F9870C}" presName="hierChild4" presStyleCnt="0"/>
      <dgm:spPr/>
    </dgm:pt>
    <dgm:pt modelId="{157C8F10-6264-4901-B9A8-FFE6DF139A02}" type="pres">
      <dgm:prSet presAssocID="{ABFA3185-A270-4813-9A72-4DC576F9870C}" presName="hierChild5" presStyleCnt="0"/>
      <dgm:spPr/>
    </dgm:pt>
    <dgm:pt modelId="{179517C6-5E04-4641-96DF-9DFB11B7637C}" type="pres">
      <dgm:prSet presAssocID="{DD2BBCD3-5050-45ED-8148-D0DCF43C8309}" presName="Name37" presStyleLbl="parChTrans1D3" presStyleIdx="17" presStyleCnt="18"/>
      <dgm:spPr/>
    </dgm:pt>
    <dgm:pt modelId="{335B801D-1F3B-45EC-872C-D770CB9CCCF9}" type="pres">
      <dgm:prSet presAssocID="{9DCF1B7B-E530-4BD8-AAC8-4C51B477A16C}" presName="hierRoot2" presStyleCnt="0">
        <dgm:presLayoutVars>
          <dgm:hierBranch val="init"/>
        </dgm:presLayoutVars>
      </dgm:prSet>
      <dgm:spPr/>
    </dgm:pt>
    <dgm:pt modelId="{1B7F6C4A-F53A-425F-9B5A-2012E87BCE24}" type="pres">
      <dgm:prSet presAssocID="{9DCF1B7B-E530-4BD8-AAC8-4C51B477A16C}" presName="rootComposite" presStyleCnt="0"/>
      <dgm:spPr/>
    </dgm:pt>
    <dgm:pt modelId="{59E047FC-425B-4687-A647-10E12F60DFF3}" type="pres">
      <dgm:prSet presAssocID="{9DCF1B7B-E530-4BD8-AAC8-4C51B477A16C}" presName="rootText" presStyleLbl="node3" presStyleIdx="17" presStyleCnt="18">
        <dgm:presLayoutVars>
          <dgm:chPref val="3"/>
        </dgm:presLayoutVars>
      </dgm:prSet>
      <dgm:spPr/>
      <dgm:t>
        <a:bodyPr/>
        <a:lstStyle/>
        <a:p>
          <a:endParaRPr lang="en-US"/>
        </a:p>
      </dgm:t>
    </dgm:pt>
    <dgm:pt modelId="{1B7F3FE0-253E-45E4-B77B-656603FA0E31}" type="pres">
      <dgm:prSet presAssocID="{9DCF1B7B-E530-4BD8-AAC8-4C51B477A16C}" presName="rootConnector" presStyleLbl="node3" presStyleIdx="17" presStyleCnt="18"/>
      <dgm:spPr/>
      <dgm:t>
        <a:bodyPr/>
        <a:lstStyle/>
        <a:p>
          <a:endParaRPr lang="en-US"/>
        </a:p>
      </dgm:t>
    </dgm:pt>
    <dgm:pt modelId="{796204DF-B744-4A08-B3DA-99D65128D661}" type="pres">
      <dgm:prSet presAssocID="{9DCF1B7B-E530-4BD8-AAC8-4C51B477A16C}" presName="hierChild4" presStyleCnt="0"/>
      <dgm:spPr/>
    </dgm:pt>
    <dgm:pt modelId="{87D58BE1-E95D-4846-A2CA-15B89392622E}" type="pres">
      <dgm:prSet presAssocID="{9DCF1B7B-E530-4BD8-AAC8-4C51B477A16C}" presName="hierChild5" presStyleCnt="0"/>
      <dgm:spPr/>
    </dgm:pt>
    <dgm:pt modelId="{0FF70A95-51AF-418C-8B0E-B269569EF317}" type="pres">
      <dgm:prSet presAssocID="{AD364B6B-599B-471E-B57A-D1AC5D89F0BB}" presName="hierChild5" presStyleCnt="0"/>
      <dgm:spPr/>
    </dgm:pt>
    <dgm:pt modelId="{96DEF822-DC52-4FFC-82DA-389CD5B29657}" type="pres">
      <dgm:prSet presAssocID="{9E6404DC-1053-49D6-95EE-599A97C88DD3}" presName="hierChild3" presStyleCnt="0"/>
      <dgm:spPr/>
    </dgm:pt>
  </dgm:ptLst>
  <dgm:cxnLst>
    <dgm:cxn modelId="{7C7485FC-4CFA-45FF-817B-B38DD356F0B5}" srcId="{9E6404DC-1053-49D6-95EE-599A97C88DD3}" destId="{A1A03C13-4BED-4BB7-8AFB-BDB236A519FA}" srcOrd="3" destOrd="0" parTransId="{9E18C130-4D81-4BDD-8DE6-22CF9F45E19E}" sibTransId="{CF4AE597-246B-4D28-8B3B-D3E59AB05BD8}"/>
    <dgm:cxn modelId="{089C4DD0-1424-46E7-B581-D6A32F1BB069}" srcId="{A1A03C13-4BED-4BB7-8AFB-BDB236A519FA}" destId="{1330D8AE-5AD3-4971-83B6-44EEB3DE664B}" srcOrd="0" destOrd="0" parTransId="{BFCBBE67-AD4B-44C6-B3A5-16361CC3B65A}" sibTransId="{81EE5860-B977-4474-AA46-CCB203BB9FFA}"/>
    <dgm:cxn modelId="{619CCAB8-835D-405C-A5E6-282FA69D83B8}" type="presOf" srcId="{6A959C0B-D3F3-4857-8FD6-AEFB8016B1EC}" destId="{17B43C74-07FF-45EC-BF27-41123D8CE835}" srcOrd="0" destOrd="0" presId="urn:microsoft.com/office/officeart/2005/8/layout/orgChart1"/>
    <dgm:cxn modelId="{D775A59A-4B70-4422-A451-65C34CB41251}" type="presOf" srcId="{A6F1130E-C6DF-41B8-911E-8778F9129C5B}" destId="{2269AB6C-4D9B-43F4-9D73-3EE4A8D5D095}"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5D8E00E0-9552-4EAC-9DC8-D6AAED642315}" srcId="{9E6404DC-1053-49D6-95EE-599A97C88DD3}" destId="{1FDE73C1-1773-4DFF-80D8-CE538843B8D6}" srcOrd="2" destOrd="0" parTransId="{9BFD04D4-D27E-47FD-B17A-0660BE35F1CF}" sibTransId="{43EBF1FA-1DAE-4CFF-8F77-984B40970F7F}"/>
    <dgm:cxn modelId="{3D229424-040F-48C7-8B5A-BB2AFFA9BBEF}" type="presOf" srcId="{4FB6BF3B-C219-4303-AEB3-994259D99A70}" destId="{AD05E803-A7A2-4733-B015-24257F5A1699}" srcOrd="0" destOrd="0" presId="urn:microsoft.com/office/officeart/2005/8/layout/orgChart1"/>
    <dgm:cxn modelId="{020E18F7-7CAC-4792-B20C-F314BE023283}" type="presOf" srcId="{AD364B6B-599B-471E-B57A-D1AC5D89F0BB}" destId="{9BB5FF79-6973-4054-99B9-A54F1965A453}" srcOrd="0" destOrd="0" presId="urn:microsoft.com/office/officeart/2005/8/layout/orgChart1"/>
    <dgm:cxn modelId="{E2345FDE-7237-452D-86CF-E7444255D423}" type="presOf" srcId="{2BE37888-A6CC-4F54-814B-93A35E649FA8}" destId="{6224F170-1575-49E3-8E06-34C2608A5F22}" srcOrd="0" destOrd="0" presId="urn:microsoft.com/office/officeart/2005/8/layout/orgChart1"/>
    <dgm:cxn modelId="{8D8C3FA4-9174-40CF-A8BD-7F932B2D0964}" srcId="{1FDE73C1-1773-4DFF-80D8-CE538843B8D6}" destId="{8B93368D-220F-4F51-922B-E3D40AEF4871}" srcOrd="0" destOrd="0" parTransId="{FD8FE40B-879F-4F4E-B1C0-B05B7EF61B85}" sibTransId="{DEC3EE81-7009-4889-8EA1-20032230294E}"/>
    <dgm:cxn modelId="{FFA75F06-B36C-46DF-9C39-5CE5EB64B1D3}" srcId="{1FDE73C1-1773-4DFF-80D8-CE538843B8D6}" destId="{9B07B92F-D011-43BE-9016-AD65C1E9D3BA}" srcOrd="1" destOrd="0" parTransId="{0C240288-5121-414F-BB78-622F00302DB0}" sibTransId="{898DE083-E0E1-4C2B-8DE5-2D5A3089EA28}"/>
    <dgm:cxn modelId="{A7F70F1A-A287-46AE-BFBC-B7B1EDB7CF55}" type="presOf" srcId="{7149F6D3-4A91-415A-A7A6-1ED7E06AE67B}" destId="{99B4870D-7A0E-4E1C-9B3B-42CEB6246191}" srcOrd="0" destOrd="0" presId="urn:microsoft.com/office/officeart/2005/8/layout/orgChart1"/>
    <dgm:cxn modelId="{9176927D-961F-41F7-A707-E60700988CCB}" srcId="{620DD3EC-BDCD-468B-B566-7FE2B848507E}" destId="{2BE37888-A6CC-4F54-814B-93A35E649FA8}" srcOrd="3" destOrd="0" parTransId="{56B9D70E-4F45-42A0-AAE8-B23FFDEF2E11}" sibTransId="{5AED7569-F276-4F5A-BD72-7C20C805D3E2}"/>
    <dgm:cxn modelId="{06667F4D-7094-4DBD-950A-D69BE27A5C04}" srcId="{AD364B6B-599B-471E-B57A-D1AC5D89F0BB}" destId="{0B181462-773E-45A0-AA41-E62C928C5B72}" srcOrd="0" destOrd="0" parTransId="{2DC13F08-B77A-4202-A5DE-2375DD98011A}" sibTransId="{ED6BD826-6365-40B0-9CE8-886BAB0FA6AD}"/>
    <dgm:cxn modelId="{97A6EAB1-DF25-4EA5-B806-EDD1B50240A8}" type="presOf" srcId="{A1A03C13-4BED-4BB7-8AFB-BDB236A519FA}" destId="{0FE7A504-1A99-42A4-92D2-369E93728B6E}" srcOrd="1"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773AF492-7425-4195-BF85-AF34371B29BB}" type="presOf" srcId="{7B3A9F9E-3106-4B24-BEFD-4A9665F424D0}" destId="{3A1796D6-3B82-44FF-A19D-852FF4EBDC50}" srcOrd="0" destOrd="0" presId="urn:microsoft.com/office/officeart/2005/8/layout/orgChart1"/>
    <dgm:cxn modelId="{405F8032-207C-4522-B429-E28FA3C880BF}" type="presOf" srcId="{4FB6BF3B-C219-4303-AEB3-994259D99A70}" destId="{1F335708-3B0E-464B-A4EF-4539A7D61EFE}" srcOrd="1" destOrd="0" presId="urn:microsoft.com/office/officeart/2005/8/layout/orgChart1"/>
    <dgm:cxn modelId="{A4979EA3-BF2A-418C-8E6F-6CED958F8454}" type="presOf" srcId="{9B07B92F-D011-43BE-9016-AD65C1E9D3BA}" destId="{EB9DD715-B78F-4025-BC3C-DDF41A6D4038}" srcOrd="0" destOrd="0" presId="urn:microsoft.com/office/officeart/2005/8/layout/orgChart1"/>
    <dgm:cxn modelId="{6D38E9F6-99FB-412C-9471-9D2CDCEB9671}" type="presOf" srcId="{1E627F9E-CE3B-4A85-BB78-8DDB86A78DDE}" destId="{31C29986-52F5-42D4-A9FC-3B32B3F35DB2}" srcOrd="0" destOrd="0" presId="urn:microsoft.com/office/officeart/2005/8/layout/orgChart1"/>
    <dgm:cxn modelId="{6EF635F9-250A-4F88-A5C4-7F83B2465C61}" type="presOf" srcId="{ABFA3185-A270-4813-9A72-4DC576F9870C}" destId="{10B63811-FE77-4203-A754-40F3B05F5651}" srcOrd="1" destOrd="0" presId="urn:microsoft.com/office/officeart/2005/8/layout/orgChart1"/>
    <dgm:cxn modelId="{D907E203-978E-4AE6-AB6F-7F19D05309BA}" type="presOf" srcId="{59E3059B-1485-4ECC-BBBF-7CA3E640F38D}" destId="{A2A41425-2A6B-472C-AF7D-497B8D8C6C0F}" srcOrd="0" destOrd="0" presId="urn:microsoft.com/office/officeart/2005/8/layout/orgChart1"/>
    <dgm:cxn modelId="{76DC81BA-0E94-4E9E-AD33-7FC747EB95DF}" srcId="{A1A03C13-4BED-4BB7-8AFB-BDB236A519FA}" destId="{4FB6BF3B-C219-4303-AEB3-994259D99A70}" srcOrd="1" destOrd="0" parTransId="{7B3A9F9E-3106-4B24-BEFD-4A9665F424D0}" sibTransId="{BB1D7A17-31AC-42E3-8687-DAF228003D93}"/>
    <dgm:cxn modelId="{8E446DE0-94F3-4783-ADDF-2F730D4703F2}" type="presOf" srcId="{56B9D70E-4F45-42A0-AAE8-B23FFDEF2E11}" destId="{226C4F77-031C-4E54-A5BA-7A69C318E44B}" srcOrd="0" destOrd="0" presId="urn:microsoft.com/office/officeart/2005/8/layout/orgChart1"/>
    <dgm:cxn modelId="{271F8575-CBD2-4630-B0E1-08FCBC19CD11}" type="presOf" srcId="{2F0FD7CD-7EB5-47E8-95E1-62C1AD3CE230}" destId="{28E3C220-EC50-49DE-8E00-E50484AA36CB}" srcOrd="1" destOrd="0" presId="urn:microsoft.com/office/officeart/2005/8/layout/orgChart1"/>
    <dgm:cxn modelId="{39D4BBAB-E420-4730-BA4C-FEC9AFAC74F6}" type="presOf" srcId="{ADFFC400-8BBA-4CA0-97DA-A5239AD7FF83}" destId="{ED8B7DF3-7C68-4E1C-A743-283531BE19BD}" srcOrd="0" destOrd="0" presId="urn:microsoft.com/office/officeart/2005/8/layout/orgChart1"/>
    <dgm:cxn modelId="{1C4492B2-F5D8-4A17-A491-C24C92D09FC9}" type="presOf" srcId="{DD2BBCD3-5050-45ED-8148-D0DCF43C8309}" destId="{179517C6-5E04-4641-96DF-9DFB11B7637C}" srcOrd="0" destOrd="0" presId="urn:microsoft.com/office/officeart/2005/8/layout/orgChart1"/>
    <dgm:cxn modelId="{97E4A6DE-8713-4676-BBF8-2B93F08AF837}" srcId="{9286A5EC-F2A9-487D-8BF1-B96EEEFD636B}" destId="{1E627F9E-CE3B-4A85-BB78-8DDB86A78DDE}" srcOrd="1" destOrd="0" parTransId="{9D28DB69-DDB3-4999-9A0B-8D007976E69E}" sibTransId="{CC71E985-969E-423D-B820-177A0337B408}"/>
    <dgm:cxn modelId="{CE8FC09F-B2B1-498F-AC05-6F6BC9EBDFAD}" type="presOf" srcId="{9B07B92F-D011-43BE-9016-AD65C1E9D3BA}" destId="{EDE49AC7-8F61-4EB6-A896-2328F5842EE3}" srcOrd="1" destOrd="0" presId="urn:microsoft.com/office/officeart/2005/8/layout/orgChart1"/>
    <dgm:cxn modelId="{60B30FA8-F715-4C67-BE81-63043388D956}" type="presOf" srcId="{2BE37888-A6CC-4F54-814B-93A35E649FA8}" destId="{4F3439B3-772B-42FA-9A29-2832C1724555}" srcOrd="1" destOrd="0" presId="urn:microsoft.com/office/officeart/2005/8/layout/orgChart1"/>
    <dgm:cxn modelId="{E9E1862C-9AFD-425B-8D68-F60EB980E59F}" type="presOf" srcId="{34E50AA5-7D1F-4CAD-A9C4-5BD6089D922A}" destId="{980FB6A6-EBB4-4B35-8079-C1CF2C6255DD}" srcOrd="1" destOrd="0" presId="urn:microsoft.com/office/officeart/2005/8/layout/orgChart1"/>
    <dgm:cxn modelId="{D0AB646E-8302-4720-B417-20AE9987BE44}" srcId="{A1A03C13-4BED-4BB7-8AFB-BDB236A519FA}" destId="{2F0FD7CD-7EB5-47E8-95E1-62C1AD3CE230}" srcOrd="3" destOrd="0" parTransId="{6A959C0B-D3F3-4857-8FD6-AEFB8016B1EC}" sibTransId="{A6D87D7A-1E65-4B64-AB3C-7E464BEFD024}"/>
    <dgm:cxn modelId="{4E84C3B0-496A-4375-AF14-155DA4E16D9E}" srcId="{620DD3EC-BDCD-468B-B566-7FE2B848507E}" destId="{AFA08882-8DB8-4E0D-B287-05DB0C752DF9}" srcOrd="1" destOrd="0" parTransId="{60C1FE0A-110A-4E56-99E0-F8424E1EE4D8}" sibTransId="{83A1036A-8F0D-443E-BB6B-DF1EAD64A9FB}"/>
    <dgm:cxn modelId="{8749021B-2268-44B1-AD84-B0921B253255}" type="presOf" srcId="{9286A5EC-F2A9-487D-8BF1-B96EEEFD636B}" destId="{C9422C4E-2B02-4D33-A16B-EF7B187ECAB7}" srcOrd="0" destOrd="0" presId="urn:microsoft.com/office/officeart/2005/8/layout/orgChart1"/>
    <dgm:cxn modelId="{52EB1184-B3E8-40BE-9C1D-6D71847E0910}" type="presOf" srcId="{2DC13F08-B77A-4202-A5DE-2375DD98011A}" destId="{BE153F20-5FEF-4C8F-8351-47167BEE47A5}" srcOrd="0" destOrd="0" presId="urn:microsoft.com/office/officeart/2005/8/layout/orgChart1"/>
    <dgm:cxn modelId="{2A10262A-7A3D-435D-A44B-1F63FB96E59A}" type="presOf" srcId="{ABFA3185-A270-4813-9A72-4DC576F9870C}" destId="{E0A242CE-5970-4277-BFF4-836038C1726B}" srcOrd="0" destOrd="0" presId="urn:microsoft.com/office/officeart/2005/8/layout/orgChart1"/>
    <dgm:cxn modelId="{85E9F129-FD3C-4B37-8237-A38F3A756CE5}" type="presOf" srcId="{050B7652-B2ED-404E-AA57-5A9109C9C4AD}" destId="{1C6780BE-0BFA-452E-B23B-840ADD2F1082}" srcOrd="0" destOrd="0" presId="urn:microsoft.com/office/officeart/2005/8/layout/orgChart1"/>
    <dgm:cxn modelId="{3A849830-C399-4E4D-A343-6EDC1AFA2D66}" type="presOf" srcId="{AFA08882-8DB8-4E0D-B287-05DB0C752DF9}" destId="{01C5386B-6CBD-4353-B3F4-913B6E33D86C}" srcOrd="1" destOrd="0" presId="urn:microsoft.com/office/officeart/2005/8/layout/orgChart1"/>
    <dgm:cxn modelId="{DF2A62D8-EF4F-4867-BE53-9BC6815F112C}" type="presOf" srcId="{9E18C130-4D81-4BDD-8DE6-22CF9F45E19E}" destId="{62821369-B757-43AF-BF6D-02B9EF83A7FF}" srcOrd="0" destOrd="0" presId="urn:microsoft.com/office/officeart/2005/8/layout/orgChart1"/>
    <dgm:cxn modelId="{477ACD42-D2E1-45BF-A8E4-11D7CFD03C59}" srcId="{AD364B6B-599B-471E-B57A-D1AC5D89F0BB}" destId="{ABFA3185-A270-4813-9A72-4DC576F9870C}" srcOrd="2" destOrd="0" parTransId="{7149F6D3-4A91-415A-A7A6-1ED7E06AE67B}" sibTransId="{64FB07AD-5B69-4558-AA50-D0340FDDD3BB}"/>
    <dgm:cxn modelId="{7EAB966C-D9D5-41D0-93B2-6E7A94027603}" type="presOf" srcId="{8B93368D-220F-4F51-922B-E3D40AEF4871}" destId="{D2461159-78CB-4A23-999D-2C7EB906725F}" srcOrd="1" destOrd="0" presId="urn:microsoft.com/office/officeart/2005/8/layout/orgChart1"/>
    <dgm:cxn modelId="{6A7D55D4-309D-4CE1-AAB8-9EA484635F70}" type="presOf" srcId="{A6F1130E-C6DF-41B8-911E-8778F9129C5B}" destId="{A82075F1-F7B1-4877-A7A7-DA57FBE9F4C2}" srcOrd="1" destOrd="0" presId="urn:microsoft.com/office/officeart/2005/8/layout/orgChart1"/>
    <dgm:cxn modelId="{CC4B7466-B981-44E3-8FF7-C492034F99C8}" type="presOf" srcId="{9BFD04D4-D27E-47FD-B17A-0660BE35F1CF}" destId="{0E020EB3-B687-49B5-864A-7775365865BE}" srcOrd="0" destOrd="0" presId="urn:microsoft.com/office/officeart/2005/8/layout/orgChart1"/>
    <dgm:cxn modelId="{EC0382F1-0FE5-49B7-80B7-E5C411999F5B}" srcId="{1FDE73C1-1773-4DFF-80D8-CE538843B8D6}" destId="{71F63FCD-E49E-4A2E-AD4B-F799C1A3DB33}" srcOrd="3" destOrd="0" parTransId="{2881CD10-44FE-421B-AF38-9ECF69A7C16A}" sibTransId="{213F811D-A8A3-4F2E-8FC2-43A5FFBB152E}"/>
    <dgm:cxn modelId="{FB30DFCD-3188-4EE3-8371-E8A137CAEA7F}" type="presOf" srcId="{BFCBBE67-AD4B-44C6-B3A5-16361CC3B65A}" destId="{BAB65234-BEF3-44F6-8238-22DD5F2B3ECA}" srcOrd="0" destOrd="0" presId="urn:microsoft.com/office/officeart/2005/8/layout/orgChart1"/>
    <dgm:cxn modelId="{F0CF5909-719F-42C5-AA61-EA4592BEB843}" type="presOf" srcId="{AD364B6B-599B-471E-B57A-D1AC5D89F0BB}" destId="{B78A35CA-8616-4084-9244-9BF0A5A39633}" srcOrd="1" destOrd="0" presId="urn:microsoft.com/office/officeart/2005/8/layout/orgChart1"/>
    <dgm:cxn modelId="{B0B35FCC-1C3A-4340-9E27-84C3598A9888}" type="presOf" srcId="{0B181462-773E-45A0-AA41-E62C928C5B72}" destId="{40A99885-4390-4099-9352-3F567619A649}" srcOrd="1" destOrd="0" presId="urn:microsoft.com/office/officeart/2005/8/layout/orgChart1"/>
    <dgm:cxn modelId="{F4A795E2-EC5F-44B3-804A-E1C38BC465E0}" type="presOf" srcId="{1330D8AE-5AD3-4971-83B6-44EEB3DE664B}" destId="{53427F1E-64F3-46FE-9189-9127962FB517}" srcOrd="1" destOrd="0" presId="urn:microsoft.com/office/officeart/2005/8/layout/orgChart1"/>
    <dgm:cxn modelId="{05EFAFAA-DA5A-4F0C-94E3-4EBEE38C2853}" type="presOf" srcId="{8A74C719-C0B0-45E7-A044-8F3E3BDD14B1}" destId="{BB71A1EC-99D4-46DC-BDFC-1D7F327564B8}" srcOrd="0" destOrd="0" presId="urn:microsoft.com/office/officeart/2005/8/layout/orgChart1"/>
    <dgm:cxn modelId="{112E9CE3-D075-4D61-972E-CB15D1C43D03}" type="presOf" srcId="{8A74C719-C0B0-45E7-A044-8F3E3BDD14B1}" destId="{43458361-CDBC-43AE-84A2-56ACA0035337}" srcOrd="1"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6D63AA72-B2E8-49C0-A94D-87F1CF81B126}" srcId="{1FDE73C1-1773-4DFF-80D8-CE538843B8D6}" destId="{336C05FC-E58C-4822-B055-BD2C04207E50}" srcOrd="2" destOrd="0" parTransId="{40C7F6E3-663D-4009-BD92-2444870FB9F3}" sibTransId="{A0418A55-2F76-45C2-9AA6-3A0F2D2BE286}"/>
    <dgm:cxn modelId="{4207DC96-F0A6-4BA6-A56E-A1B3A7D58C07}" type="presOf" srcId="{620DD3EC-BDCD-468B-B566-7FE2B848507E}" destId="{1999F93D-C5E3-4B58-A38A-C971B5C1871B}" srcOrd="1" destOrd="0" presId="urn:microsoft.com/office/officeart/2005/8/layout/orgChart1"/>
    <dgm:cxn modelId="{49F93F5E-ECC5-44D1-842A-986C13E5F0C9}" type="presOf" srcId="{ADFFC400-8BBA-4CA0-97DA-A5239AD7FF83}" destId="{7C494E9C-07EE-4809-A445-329E5D279BED}" srcOrd="1"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3371D227-869E-4636-B9B0-BA373BCE5AD6}" srcId="{9E6404DC-1053-49D6-95EE-599A97C88DD3}" destId="{9286A5EC-F2A9-487D-8BF1-B96EEEFD636B}" srcOrd="0" destOrd="0" parTransId="{8CE2CE9A-EBD7-445E-BD99-21666869C1D4}" sibTransId="{D6357A36-116B-440B-A9E1-8EDB3A4D1B88}"/>
    <dgm:cxn modelId="{4A2BB477-9143-4C5B-9A7A-061BC00825F6}" srcId="{A1A03C13-4BED-4BB7-8AFB-BDB236A519FA}" destId="{34E50AA5-7D1F-4CAD-A9C4-5BD6089D922A}" srcOrd="2" destOrd="0" parTransId="{360903BC-53AA-45C0-B6BB-495D25685027}" sibTransId="{C0B24588-8D29-4A43-A7D2-F1B9BDBD65DD}"/>
    <dgm:cxn modelId="{286E9828-A3BB-444D-A998-B27837355EDF}" type="presOf" srcId="{8B93368D-220F-4F51-922B-E3D40AEF4871}" destId="{AF41A196-D073-444E-BDCD-FC763BCB5F43}" srcOrd="0"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3F27C453-2266-4728-8193-2CB94D2999D7}" srcId="{620DD3EC-BDCD-468B-B566-7FE2B848507E}" destId="{A6F1130E-C6DF-41B8-911E-8778F9129C5B}" srcOrd="2" destOrd="0" parTransId="{83C514AB-FB67-484E-BA4B-BB02F826349B}" sibTransId="{11B1FD31-1450-4568-8891-C96B8722A7F5}"/>
    <dgm:cxn modelId="{19AF4068-3DE4-490A-9264-0F12B60591B8}" type="presOf" srcId="{F0764DAA-254D-4C3C-9708-669D5BF5A337}" destId="{0146BAA9-2B9D-4F2A-B565-A2DCB6505964}" srcOrd="0" destOrd="0" presId="urn:microsoft.com/office/officeart/2005/8/layout/orgChart1"/>
    <dgm:cxn modelId="{C16B3722-2B18-4B41-AC43-6185262EEC93}" type="presOf" srcId="{40C7F6E3-663D-4009-BD92-2444870FB9F3}" destId="{52B678B9-EB7D-49ED-AFA0-474D96F7E14E}" srcOrd="0" destOrd="0" presId="urn:microsoft.com/office/officeart/2005/8/layout/orgChart1"/>
    <dgm:cxn modelId="{E78715C6-6B3E-4015-AF89-6E5215265BF1}" srcId="{620DD3EC-BDCD-468B-B566-7FE2B848507E}" destId="{8A74C719-C0B0-45E7-A044-8F3E3BDD14B1}" srcOrd="0" destOrd="0" parTransId="{59E3059B-1485-4ECC-BBBF-7CA3E640F38D}" sibTransId="{E492CAAE-7760-4A53-A4A2-E6FDF4DA8978}"/>
    <dgm:cxn modelId="{C6FF7A02-062C-4639-810A-A45B5EBFA49E}" type="presOf" srcId="{AFA08882-8DB8-4E0D-B287-05DB0C752DF9}" destId="{5487298C-5DF2-4AE0-AD6D-3E1DEBCFB02C}"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61A9FD26-C8C7-44E2-8540-E0644D82B833}" srcId="{9E6404DC-1053-49D6-95EE-599A97C88DD3}" destId="{AD364B6B-599B-471E-B57A-D1AC5D89F0BB}" srcOrd="4" destOrd="0" parTransId="{050B7652-B2ED-404E-AA57-5A9109C9C4AD}" sibTransId="{07904351-DCD9-4880-84F3-DBF42C6506B5}"/>
    <dgm:cxn modelId="{19770271-32B9-4F41-862D-BCDAB9D44191}" type="presOf" srcId="{1E627F9E-CE3B-4A85-BB78-8DDB86A78DDE}" destId="{BFFD6F86-AD10-4340-B993-09FE9B342F4C}" srcOrd="1" destOrd="0" presId="urn:microsoft.com/office/officeart/2005/8/layout/orgChart1"/>
    <dgm:cxn modelId="{7EF9AB26-564C-45F6-B97E-2E558AF4D106}" type="presOf" srcId="{A0EFB5DA-CEB8-4144-BA84-0BB8D09F8E00}" destId="{C640BE60-D054-403D-A97A-A2B88B8C6467}" srcOrd="1" destOrd="0" presId="urn:microsoft.com/office/officeart/2005/8/layout/orgChart1"/>
    <dgm:cxn modelId="{B33F6672-2FA0-4696-A19C-4CEB2B9A1871}" type="presOf" srcId="{71F63FCD-E49E-4A2E-AD4B-F799C1A3DB33}" destId="{793A719D-4242-4116-984C-7E4DB947CB2C}" srcOrd="0" destOrd="0" presId="urn:microsoft.com/office/officeart/2005/8/layout/orgChart1"/>
    <dgm:cxn modelId="{AF925181-0195-4133-86A5-35D57ABF418E}" type="presOf" srcId="{360903BC-53AA-45C0-B6BB-495D25685027}" destId="{B744FFEB-D81B-4051-80A0-06CD3150278B}"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B5EE9AD3-6BE3-42E6-8C26-4A628CA9600B}" type="presOf" srcId="{9D28DB69-DDB3-4999-9A0B-8D007976E69E}" destId="{DE7F276F-E57B-4251-A70B-2917BAF50B6F}" srcOrd="0" destOrd="0" presId="urn:microsoft.com/office/officeart/2005/8/layout/orgChart1"/>
    <dgm:cxn modelId="{52D5A22A-19E9-4520-8A1E-26BB629C0EBD}" type="presOf" srcId="{99711691-FE7D-42E5-90F7-7213A0866CC3}" destId="{75D5AD84-DBF1-46D6-A5BA-E9CD0863B250}" srcOrd="0" destOrd="0" presId="urn:microsoft.com/office/officeart/2005/8/layout/orgChart1"/>
    <dgm:cxn modelId="{D8E4569A-9F5A-4A7D-90B3-78C858627165}" type="presOf" srcId="{0C240288-5121-414F-BB78-622F00302DB0}" destId="{91438FCC-53E8-4CBE-9E34-2132871188CC}" srcOrd="0" destOrd="0" presId="urn:microsoft.com/office/officeart/2005/8/layout/orgChart1"/>
    <dgm:cxn modelId="{ED154638-981D-4681-9264-D07F731CF093}" type="presOf" srcId="{B845BFD3-9C3E-4612-A703-4B1852AFD30D}" destId="{267CDB28-B66E-42AF-ABAB-A71DB0C8AA81}" srcOrd="0" destOrd="0" presId="urn:microsoft.com/office/officeart/2005/8/layout/orgChart1"/>
    <dgm:cxn modelId="{DBE603F8-22DE-461C-99E7-C4E7E4606F44}" type="presOf" srcId="{9DCF1B7B-E530-4BD8-AAC8-4C51B477A16C}" destId="{1B7F3FE0-253E-45E4-B77B-656603FA0E31}" srcOrd="1" destOrd="0" presId="urn:microsoft.com/office/officeart/2005/8/layout/orgChart1"/>
    <dgm:cxn modelId="{D1436F4C-2028-43B6-83A4-DB0C35992E10}" type="presOf" srcId="{A0EFB5DA-CEB8-4144-BA84-0BB8D09F8E00}" destId="{83291EA2-E836-484B-AE4C-8D0D6D755106}" srcOrd="0" destOrd="0" presId="urn:microsoft.com/office/officeart/2005/8/layout/orgChart1"/>
    <dgm:cxn modelId="{73C9670A-0D27-4AAF-B447-A7AD46679F7E}" type="presOf" srcId="{A1A03C13-4BED-4BB7-8AFB-BDB236A519FA}" destId="{E2CE8193-46AF-44C0-B4A1-4402C2A6388E}" srcOrd="0" destOrd="0" presId="urn:microsoft.com/office/officeart/2005/8/layout/orgChart1"/>
    <dgm:cxn modelId="{C4213F9B-3742-4A87-AC59-B23F2D5C4DE7}" type="presOf" srcId="{0B181462-773E-45A0-AA41-E62C928C5B72}" destId="{5419A9F9-1304-4927-89DA-0098410B4A6C}"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1C261246-9207-4B53-A2C4-2BA09B33630C}" type="presOf" srcId="{83C514AB-FB67-484E-BA4B-BB02F826349B}" destId="{926A6640-5DB9-4472-9FA7-00826B78BDEB}" srcOrd="0" destOrd="0" presId="urn:microsoft.com/office/officeart/2005/8/layout/orgChart1"/>
    <dgm:cxn modelId="{536283D6-49D2-4FEC-85D8-0546D7714E6E}" type="presOf" srcId="{60C1FE0A-110A-4E56-99E0-F8424E1EE4D8}" destId="{ACFEAFB9-1AF4-484E-B255-0473015BB9DC}" srcOrd="0" destOrd="0" presId="urn:microsoft.com/office/officeart/2005/8/layout/orgChart1"/>
    <dgm:cxn modelId="{0C8DF259-8D95-43A6-AF5E-6DF1AC4CD357}" type="presOf" srcId="{71F63FCD-E49E-4A2E-AD4B-F799C1A3DB33}" destId="{FD54D111-ECE4-4684-B53D-D8140B2DED86}" srcOrd="1" destOrd="0" presId="urn:microsoft.com/office/officeart/2005/8/layout/orgChart1"/>
    <dgm:cxn modelId="{D18F37BE-20EA-48BA-88C1-05FDA48873D6}" type="presOf" srcId="{34E50AA5-7D1F-4CAD-A9C4-5BD6089D922A}" destId="{5AB1CE78-FFC0-4A1C-884A-EFD72EB0B55E}"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86C0796D-E0B6-445C-A4B4-80D5BA43F72D}" type="presOf" srcId="{1FDE73C1-1773-4DFF-80D8-CE538843B8D6}" destId="{2B09EB8B-ED69-45F5-BA37-36CF2B0643CF}" srcOrd="1" destOrd="0" presId="urn:microsoft.com/office/officeart/2005/8/layout/orgChart1"/>
    <dgm:cxn modelId="{A6162019-8CD4-4A12-BF91-47DE9FC3623A}" type="presOf" srcId="{FD8FE40B-879F-4F4E-B1C0-B05B7EF61B85}" destId="{B24AC9E0-962C-4E78-A693-CB404F97964B}" srcOrd="0" destOrd="0" presId="urn:microsoft.com/office/officeart/2005/8/layout/orgChart1"/>
    <dgm:cxn modelId="{0D482E10-95BA-4DD2-BB00-C25067C7554E}" type="presOf" srcId="{1330D8AE-5AD3-4971-83B6-44EEB3DE664B}" destId="{B386D850-18E4-4553-BFA3-F5B91F42AF1A}" srcOrd="0" destOrd="0" presId="urn:microsoft.com/office/officeart/2005/8/layout/orgChart1"/>
    <dgm:cxn modelId="{91CCA359-9C10-4F4A-A1D6-4DFFC07A16FE}" type="presOf" srcId="{2881CD10-44FE-421B-AF38-9ECF69A7C16A}" destId="{90AB7802-A064-4CCF-89BD-28EB7259F237}" srcOrd="0" destOrd="0" presId="urn:microsoft.com/office/officeart/2005/8/layout/orgChart1"/>
    <dgm:cxn modelId="{8DF5BAED-C6A0-4E1D-86FD-3B495E56AC45}" type="presOf" srcId="{336C05FC-E58C-4822-B055-BD2C04207E50}" destId="{36679FA6-9C78-48A6-BAAA-D6A42FEE9CE4}" srcOrd="1" destOrd="0" presId="urn:microsoft.com/office/officeart/2005/8/layout/orgChart1"/>
    <dgm:cxn modelId="{86FF8B6F-41EE-42FC-A3A6-D7E108D03B04}" type="presOf" srcId="{2F0FD7CD-7EB5-47E8-95E1-62C1AD3CE230}" destId="{4B31A7B3-2386-4740-A97D-E425D7AA05D7}" srcOrd="0" destOrd="0" presId="urn:microsoft.com/office/officeart/2005/8/layout/orgChart1"/>
    <dgm:cxn modelId="{27271225-824B-4C36-988E-0D74E775C70F}" type="presOf" srcId="{336C05FC-E58C-4822-B055-BD2C04207E50}" destId="{4B00E9AA-737E-4AB4-9751-51C205D5BA45}" srcOrd="0" destOrd="0" presId="urn:microsoft.com/office/officeart/2005/8/layout/orgChart1"/>
    <dgm:cxn modelId="{1A46CE7F-A917-4FBF-8C99-90283829C0A5}" type="presOf" srcId="{1FDE73C1-1773-4DFF-80D8-CE538843B8D6}" destId="{03758FE5-334A-46EC-AD76-4289659832B6}" srcOrd="0" destOrd="0" presId="urn:microsoft.com/office/officeart/2005/8/layout/orgChart1"/>
    <dgm:cxn modelId="{20B43AFC-9822-416A-BF18-D956CAA92BBD}" srcId="{AD364B6B-599B-471E-B57A-D1AC5D89F0BB}" destId="{9DCF1B7B-E530-4BD8-AAC8-4C51B477A16C}" srcOrd="3" destOrd="0" parTransId="{DD2BBCD3-5050-45ED-8148-D0DCF43C8309}" sibTransId="{0C6A7D07-E5D1-4F11-A964-DE9C3C342AF8}"/>
    <dgm:cxn modelId="{0AFDFBFF-0B0E-47F1-B650-0A4B5FF3F25F}" srcId="{AD364B6B-599B-471E-B57A-D1AC5D89F0BB}" destId="{A0EFB5DA-CEB8-4144-BA84-0BB8D09F8E00}" srcOrd="1" destOrd="0" parTransId="{B845BFD3-9C3E-4612-A703-4B1852AFD30D}" sibTransId="{249B321D-6C87-4CC5-8878-800462E6DA35}"/>
    <dgm:cxn modelId="{9C68F104-DAAA-418F-832D-3869A6EDDE8B}" type="presOf" srcId="{9DCF1B7B-E530-4BD8-AAC8-4C51B477A16C}" destId="{59E047FC-425B-4687-A647-10E12F60DFF3}"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8A45290C-EDBF-4D75-BDC7-D1CBCEB8A928}" type="presParOf" srcId="{C9264EDA-91B6-4FAE-AFE6-AFC29BE66386}" destId="{DE7F276F-E57B-4251-A70B-2917BAF50B6F}" srcOrd="2" destOrd="0" presId="urn:microsoft.com/office/officeart/2005/8/layout/orgChart1"/>
    <dgm:cxn modelId="{9C65B861-0736-42AB-B746-85382BBAD957}" type="presParOf" srcId="{C9264EDA-91B6-4FAE-AFE6-AFC29BE66386}" destId="{7971AF45-BEF4-409C-A7A2-334F0F0C01E6}" srcOrd="3" destOrd="0" presId="urn:microsoft.com/office/officeart/2005/8/layout/orgChart1"/>
    <dgm:cxn modelId="{CEA0DD7E-4EFB-4FB0-B6D6-4DF7144234B0}" type="presParOf" srcId="{7971AF45-BEF4-409C-A7A2-334F0F0C01E6}" destId="{C98C32C5-9758-4590-94EE-C277C6DF6AF8}" srcOrd="0" destOrd="0" presId="urn:microsoft.com/office/officeart/2005/8/layout/orgChart1"/>
    <dgm:cxn modelId="{F14A9CE3-2048-40D1-8FE0-DE756EC357C9}" type="presParOf" srcId="{C98C32C5-9758-4590-94EE-C277C6DF6AF8}" destId="{31C29986-52F5-42D4-A9FC-3B32B3F35DB2}" srcOrd="0" destOrd="0" presId="urn:microsoft.com/office/officeart/2005/8/layout/orgChart1"/>
    <dgm:cxn modelId="{E7BE4426-A23E-4C9D-95B9-C7044C8D581C}" type="presParOf" srcId="{C98C32C5-9758-4590-94EE-C277C6DF6AF8}" destId="{BFFD6F86-AD10-4340-B993-09FE9B342F4C}" srcOrd="1" destOrd="0" presId="urn:microsoft.com/office/officeart/2005/8/layout/orgChart1"/>
    <dgm:cxn modelId="{3953C30A-3247-4D7B-8EBD-F5A4E7F9ECBA}" type="presParOf" srcId="{7971AF45-BEF4-409C-A7A2-334F0F0C01E6}" destId="{4318A7A7-34AB-44EA-9D09-5217CEE301A7}" srcOrd="1" destOrd="0" presId="urn:microsoft.com/office/officeart/2005/8/layout/orgChart1"/>
    <dgm:cxn modelId="{CA71E97F-41A6-43AD-AD19-135A9EB88176}" type="presParOf" srcId="{7971AF45-BEF4-409C-A7A2-334F0F0C01E6}" destId="{B26D372B-AEC3-47D7-AF9D-A4B9E1D506C5}"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8D3A997C-EBD1-4476-AB3F-F3EF40945D83}" type="presParOf" srcId="{4C592C92-3156-443C-BB98-9204DFF01F72}" destId="{A2A41425-2A6B-472C-AF7D-497B8D8C6C0F}" srcOrd="0" destOrd="0" presId="urn:microsoft.com/office/officeart/2005/8/layout/orgChart1"/>
    <dgm:cxn modelId="{AFC00D3E-14EB-47EE-B9A4-B404EA44EEF9}" type="presParOf" srcId="{4C592C92-3156-443C-BB98-9204DFF01F72}" destId="{BE767F2E-FC2C-4DE4-8EFA-413AB654DE72}" srcOrd="1" destOrd="0" presId="urn:microsoft.com/office/officeart/2005/8/layout/orgChart1"/>
    <dgm:cxn modelId="{ED6C12AD-DCEE-4336-B38C-F7EB95B78676}" type="presParOf" srcId="{BE767F2E-FC2C-4DE4-8EFA-413AB654DE72}" destId="{A45A4C96-4AF4-4A85-8F9C-F552E800F221}" srcOrd="0" destOrd="0" presId="urn:microsoft.com/office/officeart/2005/8/layout/orgChart1"/>
    <dgm:cxn modelId="{2DBF344F-3564-4667-80B3-E3B67955A116}" type="presParOf" srcId="{A45A4C96-4AF4-4A85-8F9C-F552E800F221}" destId="{BB71A1EC-99D4-46DC-BDFC-1D7F327564B8}" srcOrd="0" destOrd="0" presId="urn:microsoft.com/office/officeart/2005/8/layout/orgChart1"/>
    <dgm:cxn modelId="{CA704114-CAFA-4B58-9692-6D6D916BEBD5}" type="presParOf" srcId="{A45A4C96-4AF4-4A85-8F9C-F552E800F221}" destId="{43458361-CDBC-43AE-84A2-56ACA0035337}" srcOrd="1" destOrd="0" presId="urn:microsoft.com/office/officeart/2005/8/layout/orgChart1"/>
    <dgm:cxn modelId="{BC42F3FE-662E-493D-8B07-89736CA5C62D}" type="presParOf" srcId="{BE767F2E-FC2C-4DE4-8EFA-413AB654DE72}" destId="{42C73B18-A616-4116-9F73-6AADE64304BA}" srcOrd="1" destOrd="0" presId="urn:microsoft.com/office/officeart/2005/8/layout/orgChart1"/>
    <dgm:cxn modelId="{DB6A9098-4373-46A2-A656-171655A91185}" type="presParOf" srcId="{BE767F2E-FC2C-4DE4-8EFA-413AB654DE72}" destId="{69852274-0F2C-4714-965E-6E6ABA270E10}" srcOrd="2" destOrd="0" presId="urn:microsoft.com/office/officeart/2005/8/layout/orgChart1"/>
    <dgm:cxn modelId="{5F928678-A103-4062-82AD-F0E60892AAD1}" type="presParOf" srcId="{4C592C92-3156-443C-BB98-9204DFF01F72}" destId="{ACFEAFB9-1AF4-484E-B255-0473015BB9DC}" srcOrd="2" destOrd="0" presId="urn:microsoft.com/office/officeart/2005/8/layout/orgChart1"/>
    <dgm:cxn modelId="{D1B9ECEB-C654-4591-B675-BE90E886EB20}" type="presParOf" srcId="{4C592C92-3156-443C-BB98-9204DFF01F72}" destId="{36629166-BB10-49D2-978D-C61633DC95F6}" srcOrd="3" destOrd="0" presId="urn:microsoft.com/office/officeart/2005/8/layout/orgChart1"/>
    <dgm:cxn modelId="{91071E0C-9994-4207-B60D-E7B1DD1F10DB}" type="presParOf" srcId="{36629166-BB10-49D2-978D-C61633DC95F6}" destId="{9ACE0BC1-F92B-4925-9F26-34888DF9F5C8}" srcOrd="0" destOrd="0" presId="urn:microsoft.com/office/officeart/2005/8/layout/orgChart1"/>
    <dgm:cxn modelId="{C72E6A66-6F41-439C-A53B-EBCC1D2BD0F3}" type="presParOf" srcId="{9ACE0BC1-F92B-4925-9F26-34888DF9F5C8}" destId="{5487298C-5DF2-4AE0-AD6D-3E1DEBCFB02C}" srcOrd="0" destOrd="0" presId="urn:microsoft.com/office/officeart/2005/8/layout/orgChart1"/>
    <dgm:cxn modelId="{2C954750-7EBB-4469-8DDB-ABCABE3F2CA8}" type="presParOf" srcId="{9ACE0BC1-F92B-4925-9F26-34888DF9F5C8}" destId="{01C5386B-6CBD-4353-B3F4-913B6E33D86C}" srcOrd="1" destOrd="0" presId="urn:microsoft.com/office/officeart/2005/8/layout/orgChart1"/>
    <dgm:cxn modelId="{83F882D5-586B-4A36-A20C-832632255A08}" type="presParOf" srcId="{36629166-BB10-49D2-978D-C61633DC95F6}" destId="{A386B690-72A2-4169-9370-CFF439AE696F}" srcOrd="1" destOrd="0" presId="urn:microsoft.com/office/officeart/2005/8/layout/orgChart1"/>
    <dgm:cxn modelId="{BDDCBE6E-A4BA-4075-9184-F3B6DD265A86}" type="presParOf" srcId="{36629166-BB10-49D2-978D-C61633DC95F6}" destId="{D441AF52-F7A1-4C96-90AC-3A1305B5E8B4}" srcOrd="2" destOrd="0" presId="urn:microsoft.com/office/officeart/2005/8/layout/orgChart1"/>
    <dgm:cxn modelId="{5E9D91BC-2670-4E27-BF6E-4C32BBD813A7}" type="presParOf" srcId="{4C592C92-3156-443C-BB98-9204DFF01F72}" destId="{926A6640-5DB9-4472-9FA7-00826B78BDEB}" srcOrd="4" destOrd="0" presId="urn:microsoft.com/office/officeart/2005/8/layout/orgChart1"/>
    <dgm:cxn modelId="{66115A91-AFCB-45C9-99C0-7E1A008A9800}" type="presParOf" srcId="{4C592C92-3156-443C-BB98-9204DFF01F72}" destId="{FCBEE58C-F3CE-4719-AD53-E9DDE7CBBF46}" srcOrd="5" destOrd="0" presId="urn:microsoft.com/office/officeart/2005/8/layout/orgChart1"/>
    <dgm:cxn modelId="{B2388C11-554B-4553-9735-D015885E1EF6}" type="presParOf" srcId="{FCBEE58C-F3CE-4719-AD53-E9DDE7CBBF46}" destId="{404C9BFD-52C0-4F00-846D-D8F977B88302}" srcOrd="0" destOrd="0" presId="urn:microsoft.com/office/officeart/2005/8/layout/orgChart1"/>
    <dgm:cxn modelId="{6D732189-A62B-4D61-AF58-F75ED91CBCA8}" type="presParOf" srcId="{404C9BFD-52C0-4F00-846D-D8F977B88302}" destId="{2269AB6C-4D9B-43F4-9D73-3EE4A8D5D095}" srcOrd="0" destOrd="0" presId="urn:microsoft.com/office/officeart/2005/8/layout/orgChart1"/>
    <dgm:cxn modelId="{9AEBAA38-D7CD-4080-BAA8-8DACDC0F728D}" type="presParOf" srcId="{404C9BFD-52C0-4F00-846D-D8F977B88302}" destId="{A82075F1-F7B1-4877-A7A7-DA57FBE9F4C2}" srcOrd="1" destOrd="0" presId="urn:microsoft.com/office/officeart/2005/8/layout/orgChart1"/>
    <dgm:cxn modelId="{8D7F7BFC-1F76-45CA-9CA6-0CB3A771B0E3}" type="presParOf" srcId="{FCBEE58C-F3CE-4719-AD53-E9DDE7CBBF46}" destId="{9F12645B-FA1F-4C08-8E19-7745D0313579}" srcOrd="1" destOrd="0" presId="urn:microsoft.com/office/officeart/2005/8/layout/orgChart1"/>
    <dgm:cxn modelId="{968F6EAF-3E71-4C3F-BA1D-62BBE872FA3E}" type="presParOf" srcId="{FCBEE58C-F3CE-4719-AD53-E9DDE7CBBF46}" destId="{5381B992-673D-4023-AD83-0A07886D2512}" srcOrd="2" destOrd="0" presId="urn:microsoft.com/office/officeart/2005/8/layout/orgChart1"/>
    <dgm:cxn modelId="{322CC28C-7B1F-45DF-91CD-A17A5D9652F8}" type="presParOf" srcId="{4C592C92-3156-443C-BB98-9204DFF01F72}" destId="{226C4F77-031C-4E54-A5BA-7A69C318E44B}" srcOrd="6" destOrd="0" presId="urn:microsoft.com/office/officeart/2005/8/layout/orgChart1"/>
    <dgm:cxn modelId="{C59408FD-377D-4186-AE7E-A25BB2839C5C}" type="presParOf" srcId="{4C592C92-3156-443C-BB98-9204DFF01F72}" destId="{2279BF7D-9074-4BA2-B1E6-C0C14079E8CF}" srcOrd="7" destOrd="0" presId="urn:microsoft.com/office/officeart/2005/8/layout/orgChart1"/>
    <dgm:cxn modelId="{C9B69E3E-FD97-40B3-99CA-061C11B58A6B}" type="presParOf" srcId="{2279BF7D-9074-4BA2-B1E6-C0C14079E8CF}" destId="{43A0545B-2D2C-4E21-B1F8-33DE3A8686AB}" srcOrd="0" destOrd="0" presId="urn:microsoft.com/office/officeart/2005/8/layout/orgChart1"/>
    <dgm:cxn modelId="{14DEBF8C-785C-4FE1-B696-76DBF814AA8F}" type="presParOf" srcId="{43A0545B-2D2C-4E21-B1F8-33DE3A8686AB}" destId="{6224F170-1575-49E3-8E06-34C2608A5F22}" srcOrd="0" destOrd="0" presId="urn:microsoft.com/office/officeart/2005/8/layout/orgChart1"/>
    <dgm:cxn modelId="{3FAF5A9D-83BD-400A-9888-81EDFFD9F504}" type="presParOf" srcId="{43A0545B-2D2C-4E21-B1F8-33DE3A8686AB}" destId="{4F3439B3-772B-42FA-9A29-2832C1724555}" srcOrd="1" destOrd="0" presId="urn:microsoft.com/office/officeart/2005/8/layout/orgChart1"/>
    <dgm:cxn modelId="{4417334B-D0F0-4204-9809-1C45E74DC198}" type="presParOf" srcId="{2279BF7D-9074-4BA2-B1E6-C0C14079E8CF}" destId="{4C9D774C-A04B-4AC2-98FB-043F9F8B7076}" srcOrd="1" destOrd="0" presId="urn:microsoft.com/office/officeart/2005/8/layout/orgChart1"/>
    <dgm:cxn modelId="{2F6EF870-5DC0-4EF1-816A-8A7FFFCE8B2C}" type="presParOf" srcId="{2279BF7D-9074-4BA2-B1E6-C0C14079E8CF}" destId="{72DF7907-8D00-462B-AFD7-835A9577655E}"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94B74EC5-0238-48C2-B95F-43CA8159DF69}" type="presParOf" srcId="{AD53A4B1-01E7-41E8-9724-31F3910545A4}" destId="{0E020EB3-B687-49B5-864A-7775365865BE}" srcOrd="4" destOrd="0" presId="urn:microsoft.com/office/officeart/2005/8/layout/orgChart1"/>
    <dgm:cxn modelId="{D0B549FF-5801-4E1A-89E7-24344A5EB9AD}" type="presParOf" srcId="{AD53A4B1-01E7-41E8-9724-31F3910545A4}" destId="{BBAFE3D2-3A5A-4490-A81A-2A8E15028CC9}" srcOrd="5" destOrd="0" presId="urn:microsoft.com/office/officeart/2005/8/layout/orgChart1"/>
    <dgm:cxn modelId="{1CB230E5-C9E8-4D9C-A489-0E3F05701E3A}" type="presParOf" srcId="{BBAFE3D2-3A5A-4490-A81A-2A8E15028CC9}" destId="{5D13AC61-CB0D-439C-A3B7-8B75673646F3}" srcOrd="0" destOrd="0" presId="urn:microsoft.com/office/officeart/2005/8/layout/orgChart1"/>
    <dgm:cxn modelId="{81B880D2-9FD4-4A89-97F5-87A39B9AEFA7}" type="presParOf" srcId="{5D13AC61-CB0D-439C-A3B7-8B75673646F3}" destId="{03758FE5-334A-46EC-AD76-4289659832B6}" srcOrd="0" destOrd="0" presId="urn:microsoft.com/office/officeart/2005/8/layout/orgChart1"/>
    <dgm:cxn modelId="{9BD8690F-C487-4C6A-B1D7-5BB23558C4DB}" type="presParOf" srcId="{5D13AC61-CB0D-439C-A3B7-8B75673646F3}" destId="{2B09EB8B-ED69-45F5-BA37-36CF2B0643CF}" srcOrd="1" destOrd="0" presId="urn:microsoft.com/office/officeart/2005/8/layout/orgChart1"/>
    <dgm:cxn modelId="{6A79E406-27FB-4D79-B620-B01551AA34E8}" type="presParOf" srcId="{BBAFE3D2-3A5A-4490-A81A-2A8E15028CC9}" destId="{1DE9D2D5-FD8E-457B-8509-AF1B11F236B3}" srcOrd="1" destOrd="0" presId="urn:microsoft.com/office/officeart/2005/8/layout/orgChart1"/>
    <dgm:cxn modelId="{9AA2F6E1-BBD8-4AD7-AC38-EAD5AED2371B}" type="presParOf" srcId="{1DE9D2D5-FD8E-457B-8509-AF1B11F236B3}" destId="{B24AC9E0-962C-4E78-A693-CB404F97964B}" srcOrd="0" destOrd="0" presId="urn:microsoft.com/office/officeart/2005/8/layout/orgChart1"/>
    <dgm:cxn modelId="{DA275F05-0BFC-4A51-A3D9-3E164B3CC876}" type="presParOf" srcId="{1DE9D2D5-FD8E-457B-8509-AF1B11F236B3}" destId="{14081BD0-0331-49D1-9132-48E38CC72506}" srcOrd="1" destOrd="0" presId="urn:microsoft.com/office/officeart/2005/8/layout/orgChart1"/>
    <dgm:cxn modelId="{91894A99-937E-4250-945D-97E76F06FDEC}" type="presParOf" srcId="{14081BD0-0331-49D1-9132-48E38CC72506}" destId="{CD57EBD1-6290-48D5-B876-F6B8F3E71B1C}" srcOrd="0" destOrd="0" presId="urn:microsoft.com/office/officeart/2005/8/layout/orgChart1"/>
    <dgm:cxn modelId="{F967BDCC-0E07-438E-8A8E-6EF1FFB5C5EB}" type="presParOf" srcId="{CD57EBD1-6290-48D5-B876-F6B8F3E71B1C}" destId="{AF41A196-D073-444E-BDCD-FC763BCB5F43}" srcOrd="0" destOrd="0" presId="urn:microsoft.com/office/officeart/2005/8/layout/orgChart1"/>
    <dgm:cxn modelId="{A57F7E84-78A5-4475-B36E-47AFF3C94F24}" type="presParOf" srcId="{CD57EBD1-6290-48D5-B876-F6B8F3E71B1C}" destId="{D2461159-78CB-4A23-999D-2C7EB906725F}" srcOrd="1" destOrd="0" presId="urn:microsoft.com/office/officeart/2005/8/layout/orgChart1"/>
    <dgm:cxn modelId="{D1D95D4C-BE77-410E-86B2-9CD3BE248F9C}" type="presParOf" srcId="{14081BD0-0331-49D1-9132-48E38CC72506}" destId="{B7419B15-5138-497F-9E6A-0A8D19A45473}" srcOrd="1" destOrd="0" presId="urn:microsoft.com/office/officeart/2005/8/layout/orgChart1"/>
    <dgm:cxn modelId="{E70E52F5-7D2A-4F5B-A767-42C7F16EF50C}" type="presParOf" srcId="{14081BD0-0331-49D1-9132-48E38CC72506}" destId="{913DBA18-54C7-4B85-987E-75AE9FC67706}" srcOrd="2" destOrd="0" presId="urn:microsoft.com/office/officeart/2005/8/layout/orgChart1"/>
    <dgm:cxn modelId="{2874D5A5-5795-478F-A8D1-2EB826604300}" type="presParOf" srcId="{1DE9D2D5-FD8E-457B-8509-AF1B11F236B3}" destId="{91438FCC-53E8-4CBE-9E34-2132871188CC}" srcOrd="2" destOrd="0" presId="urn:microsoft.com/office/officeart/2005/8/layout/orgChart1"/>
    <dgm:cxn modelId="{06DAC416-CEF3-4D7C-B107-8647497BCDA7}" type="presParOf" srcId="{1DE9D2D5-FD8E-457B-8509-AF1B11F236B3}" destId="{67578119-EB65-4563-B4C6-2086301E4CE2}" srcOrd="3" destOrd="0" presId="urn:microsoft.com/office/officeart/2005/8/layout/orgChart1"/>
    <dgm:cxn modelId="{20A0FC5F-E1B7-400A-AD9A-EBA180A01B02}" type="presParOf" srcId="{67578119-EB65-4563-B4C6-2086301E4CE2}" destId="{21548661-BC88-4440-A64F-6B49E201950B}" srcOrd="0" destOrd="0" presId="urn:microsoft.com/office/officeart/2005/8/layout/orgChart1"/>
    <dgm:cxn modelId="{F81CFB17-B658-4C0B-84EB-78DE52195958}" type="presParOf" srcId="{21548661-BC88-4440-A64F-6B49E201950B}" destId="{EB9DD715-B78F-4025-BC3C-DDF41A6D4038}" srcOrd="0" destOrd="0" presId="urn:microsoft.com/office/officeart/2005/8/layout/orgChart1"/>
    <dgm:cxn modelId="{EE90822F-8635-49F1-BFF8-AE2C7433FDE4}" type="presParOf" srcId="{21548661-BC88-4440-A64F-6B49E201950B}" destId="{EDE49AC7-8F61-4EB6-A896-2328F5842EE3}" srcOrd="1" destOrd="0" presId="urn:microsoft.com/office/officeart/2005/8/layout/orgChart1"/>
    <dgm:cxn modelId="{700563BA-042C-4BE9-89EB-CD1637B69332}" type="presParOf" srcId="{67578119-EB65-4563-B4C6-2086301E4CE2}" destId="{E0649B45-2015-492E-997F-DE5971114E11}" srcOrd="1" destOrd="0" presId="urn:microsoft.com/office/officeart/2005/8/layout/orgChart1"/>
    <dgm:cxn modelId="{07CF40FD-CBCE-4EB7-AFE7-AF1DA35DAA0A}" type="presParOf" srcId="{67578119-EB65-4563-B4C6-2086301E4CE2}" destId="{33CE48C6-D59A-4AF0-B40B-260B79C5A4A6}" srcOrd="2" destOrd="0" presId="urn:microsoft.com/office/officeart/2005/8/layout/orgChart1"/>
    <dgm:cxn modelId="{292066FD-F4C9-41DB-B460-8DBDCC8E3703}" type="presParOf" srcId="{1DE9D2D5-FD8E-457B-8509-AF1B11F236B3}" destId="{52B678B9-EB7D-49ED-AFA0-474D96F7E14E}" srcOrd="4" destOrd="0" presId="urn:microsoft.com/office/officeart/2005/8/layout/orgChart1"/>
    <dgm:cxn modelId="{B6D8DCB6-DE40-4B45-B406-2117C6CB65A8}" type="presParOf" srcId="{1DE9D2D5-FD8E-457B-8509-AF1B11F236B3}" destId="{0E4FE4B4-5351-42E2-918D-8B93C51C146A}" srcOrd="5" destOrd="0" presId="urn:microsoft.com/office/officeart/2005/8/layout/orgChart1"/>
    <dgm:cxn modelId="{D42709DF-73DC-473E-BA1B-740D72FA3EE8}" type="presParOf" srcId="{0E4FE4B4-5351-42E2-918D-8B93C51C146A}" destId="{8CA2EC87-E0CF-4BAC-8DDF-76B9A8A0780F}" srcOrd="0" destOrd="0" presId="urn:microsoft.com/office/officeart/2005/8/layout/orgChart1"/>
    <dgm:cxn modelId="{D7546CC7-37F9-47DE-A3EC-597234A34947}" type="presParOf" srcId="{8CA2EC87-E0CF-4BAC-8DDF-76B9A8A0780F}" destId="{4B00E9AA-737E-4AB4-9751-51C205D5BA45}" srcOrd="0" destOrd="0" presId="urn:microsoft.com/office/officeart/2005/8/layout/orgChart1"/>
    <dgm:cxn modelId="{B50A74B2-772C-40F2-86AB-2C8626D88445}" type="presParOf" srcId="{8CA2EC87-E0CF-4BAC-8DDF-76B9A8A0780F}" destId="{36679FA6-9C78-48A6-BAAA-D6A42FEE9CE4}" srcOrd="1" destOrd="0" presId="urn:microsoft.com/office/officeart/2005/8/layout/orgChart1"/>
    <dgm:cxn modelId="{BB1ACA02-2C9D-4C94-9C2A-C5C17A40ECB6}" type="presParOf" srcId="{0E4FE4B4-5351-42E2-918D-8B93C51C146A}" destId="{2E50BCA5-4FBF-4972-A94C-F24DA27B2363}" srcOrd="1" destOrd="0" presId="urn:microsoft.com/office/officeart/2005/8/layout/orgChart1"/>
    <dgm:cxn modelId="{3A32DE43-E539-42E7-866D-566D880C5FFE}" type="presParOf" srcId="{0E4FE4B4-5351-42E2-918D-8B93C51C146A}" destId="{706FF3B7-A1DD-4E19-A9F0-6AF1FA7838AD}" srcOrd="2" destOrd="0" presId="urn:microsoft.com/office/officeart/2005/8/layout/orgChart1"/>
    <dgm:cxn modelId="{1F930EF9-683A-4A5D-AF31-73F3DBC4C785}" type="presParOf" srcId="{1DE9D2D5-FD8E-457B-8509-AF1B11F236B3}" destId="{90AB7802-A064-4CCF-89BD-28EB7259F237}" srcOrd="6" destOrd="0" presId="urn:microsoft.com/office/officeart/2005/8/layout/orgChart1"/>
    <dgm:cxn modelId="{10BB9C86-29AD-4A19-BD2C-924F7B511315}" type="presParOf" srcId="{1DE9D2D5-FD8E-457B-8509-AF1B11F236B3}" destId="{743C15BB-A954-4566-B7B1-3256AF56175C}" srcOrd="7" destOrd="0" presId="urn:microsoft.com/office/officeart/2005/8/layout/orgChart1"/>
    <dgm:cxn modelId="{6388E767-19F1-4C7D-ABFF-4664517E47E8}" type="presParOf" srcId="{743C15BB-A954-4566-B7B1-3256AF56175C}" destId="{45F903A6-307A-4A43-974A-C22DFD2C3683}" srcOrd="0" destOrd="0" presId="urn:microsoft.com/office/officeart/2005/8/layout/orgChart1"/>
    <dgm:cxn modelId="{F406E296-AC9A-4CDF-88CE-425174582DDD}" type="presParOf" srcId="{45F903A6-307A-4A43-974A-C22DFD2C3683}" destId="{793A719D-4242-4116-984C-7E4DB947CB2C}" srcOrd="0" destOrd="0" presId="urn:microsoft.com/office/officeart/2005/8/layout/orgChart1"/>
    <dgm:cxn modelId="{7ACDA140-61E5-46F1-924A-685032CA57BB}" type="presParOf" srcId="{45F903A6-307A-4A43-974A-C22DFD2C3683}" destId="{FD54D111-ECE4-4684-B53D-D8140B2DED86}" srcOrd="1" destOrd="0" presId="urn:microsoft.com/office/officeart/2005/8/layout/orgChart1"/>
    <dgm:cxn modelId="{FADB3212-155A-4B4C-A776-734FA723B817}" type="presParOf" srcId="{743C15BB-A954-4566-B7B1-3256AF56175C}" destId="{0456B65D-AB5C-4159-A93A-D00DBF5D0DC2}" srcOrd="1" destOrd="0" presId="urn:microsoft.com/office/officeart/2005/8/layout/orgChart1"/>
    <dgm:cxn modelId="{B61B61E9-B2FB-491C-AFC7-0024DFB98C1F}" type="presParOf" srcId="{743C15BB-A954-4566-B7B1-3256AF56175C}" destId="{442C91D8-B61B-4BD7-A7EA-5214D038733C}" srcOrd="2" destOrd="0" presId="urn:microsoft.com/office/officeart/2005/8/layout/orgChart1"/>
    <dgm:cxn modelId="{6C746DDC-32FE-48E3-BA11-1095D27BC0DB}" type="presParOf" srcId="{BBAFE3D2-3A5A-4490-A81A-2A8E15028CC9}" destId="{D835F695-B50D-418C-A907-0CB512CD6F3C}" srcOrd="2" destOrd="0" presId="urn:microsoft.com/office/officeart/2005/8/layout/orgChart1"/>
    <dgm:cxn modelId="{F7EF19E1-490D-4ADB-A8EF-15E9D56C50C8}" type="presParOf" srcId="{AD53A4B1-01E7-41E8-9724-31F3910545A4}" destId="{62821369-B757-43AF-BF6D-02B9EF83A7FF}" srcOrd="6" destOrd="0" presId="urn:microsoft.com/office/officeart/2005/8/layout/orgChart1"/>
    <dgm:cxn modelId="{F7E54C5D-FDD8-4592-9E3D-49D8CC32008C}" type="presParOf" srcId="{AD53A4B1-01E7-41E8-9724-31F3910545A4}" destId="{739885B7-7422-46AE-AE38-C86EED9C22BF}" srcOrd="7" destOrd="0" presId="urn:microsoft.com/office/officeart/2005/8/layout/orgChart1"/>
    <dgm:cxn modelId="{DA35BD92-6ADF-4D4A-B853-240E7B29522C}" type="presParOf" srcId="{739885B7-7422-46AE-AE38-C86EED9C22BF}" destId="{1BDBFDD5-3230-44FF-B170-FE93CAC5A6B8}" srcOrd="0" destOrd="0" presId="urn:microsoft.com/office/officeart/2005/8/layout/orgChart1"/>
    <dgm:cxn modelId="{73F29BB4-A672-47BF-A744-DFBEDBCD5079}" type="presParOf" srcId="{1BDBFDD5-3230-44FF-B170-FE93CAC5A6B8}" destId="{E2CE8193-46AF-44C0-B4A1-4402C2A6388E}" srcOrd="0" destOrd="0" presId="urn:microsoft.com/office/officeart/2005/8/layout/orgChart1"/>
    <dgm:cxn modelId="{4B5E9D26-4CF1-41B8-A356-947AC2CC8672}" type="presParOf" srcId="{1BDBFDD5-3230-44FF-B170-FE93CAC5A6B8}" destId="{0FE7A504-1A99-42A4-92D2-369E93728B6E}" srcOrd="1" destOrd="0" presId="urn:microsoft.com/office/officeart/2005/8/layout/orgChart1"/>
    <dgm:cxn modelId="{10D27593-B3C4-4354-B9C9-552B475B285E}" type="presParOf" srcId="{739885B7-7422-46AE-AE38-C86EED9C22BF}" destId="{5C832EA0-92EB-4018-A238-AAD0380D7AE1}" srcOrd="1" destOrd="0" presId="urn:microsoft.com/office/officeart/2005/8/layout/orgChart1"/>
    <dgm:cxn modelId="{ADD56EB1-50F5-4E69-AE2C-EFD7AB1E94E4}" type="presParOf" srcId="{5C832EA0-92EB-4018-A238-AAD0380D7AE1}" destId="{BAB65234-BEF3-44F6-8238-22DD5F2B3ECA}" srcOrd="0" destOrd="0" presId="urn:microsoft.com/office/officeart/2005/8/layout/orgChart1"/>
    <dgm:cxn modelId="{A94C339C-AD2E-4EE9-8246-ABE073A125C4}" type="presParOf" srcId="{5C832EA0-92EB-4018-A238-AAD0380D7AE1}" destId="{29FA4EA6-6D60-4928-8665-B8DDBADB42EA}" srcOrd="1" destOrd="0" presId="urn:microsoft.com/office/officeart/2005/8/layout/orgChart1"/>
    <dgm:cxn modelId="{2D0BABA6-7DD3-43EA-99D7-C7B898E7CBEE}" type="presParOf" srcId="{29FA4EA6-6D60-4928-8665-B8DDBADB42EA}" destId="{7F641F00-E60B-44DA-946A-53E40B4D0E7E}" srcOrd="0" destOrd="0" presId="urn:microsoft.com/office/officeart/2005/8/layout/orgChart1"/>
    <dgm:cxn modelId="{1ECE708A-4BA5-41D5-80F5-36CB1977B562}" type="presParOf" srcId="{7F641F00-E60B-44DA-946A-53E40B4D0E7E}" destId="{B386D850-18E4-4553-BFA3-F5B91F42AF1A}" srcOrd="0" destOrd="0" presId="urn:microsoft.com/office/officeart/2005/8/layout/orgChart1"/>
    <dgm:cxn modelId="{63D651F9-90E2-4D20-A9AB-BD0F1DF22F88}" type="presParOf" srcId="{7F641F00-E60B-44DA-946A-53E40B4D0E7E}" destId="{53427F1E-64F3-46FE-9189-9127962FB517}" srcOrd="1" destOrd="0" presId="urn:microsoft.com/office/officeart/2005/8/layout/orgChart1"/>
    <dgm:cxn modelId="{C8272D3F-9123-467F-B8B7-DF3270832FB2}" type="presParOf" srcId="{29FA4EA6-6D60-4928-8665-B8DDBADB42EA}" destId="{F5B8FA18-8901-4F6D-ADDE-DC8E2F4BC5B8}" srcOrd="1" destOrd="0" presId="urn:microsoft.com/office/officeart/2005/8/layout/orgChart1"/>
    <dgm:cxn modelId="{92F31E47-4F02-4A5A-9AA8-707F6CAE5B9E}" type="presParOf" srcId="{29FA4EA6-6D60-4928-8665-B8DDBADB42EA}" destId="{3FA4EA24-FFBA-4E19-BBC4-DE547B68789C}" srcOrd="2" destOrd="0" presId="urn:microsoft.com/office/officeart/2005/8/layout/orgChart1"/>
    <dgm:cxn modelId="{702927C9-7CA4-48EE-BB9F-A48C4C100B41}" type="presParOf" srcId="{5C832EA0-92EB-4018-A238-AAD0380D7AE1}" destId="{3A1796D6-3B82-44FF-A19D-852FF4EBDC50}" srcOrd="2" destOrd="0" presId="urn:microsoft.com/office/officeart/2005/8/layout/orgChart1"/>
    <dgm:cxn modelId="{900C8F6A-08BE-4BF3-B314-7F80CABB850B}" type="presParOf" srcId="{5C832EA0-92EB-4018-A238-AAD0380D7AE1}" destId="{D36CE40E-1461-4867-A9C4-AC9DDFDE94A0}" srcOrd="3" destOrd="0" presId="urn:microsoft.com/office/officeart/2005/8/layout/orgChart1"/>
    <dgm:cxn modelId="{B2479187-7AE9-4F5D-A6AE-EA6C1E7ED06F}" type="presParOf" srcId="{D36CE40E-1461-4867-A9C4-AC9DDFDE94A0}" destId="{A85318C8-31B5-4A74-9EF5-23705642AD37}" srcOrd="0" destOrd="0" presId="urn:microsoft.com/office/officeart/2005/8/layout/orgChart1"/>
    <dgm:cxn modelId="{7A53E673-AF85-4960-8A40-8540E0D23C21}" type="presParOf" srcId="{A85318C8-31B5-4A74-9EF5-23705642AD37}" destId="{AD05E803-A7A2-4733-B015-24257F5A1699}" srcOrd="0" destOrd="0" presId="urn:microsoft.com/office/officeart/2005/8/layout/orgChart1"/>
    <dgm:cxn modelId="{1A9319CC-0113-48E6-9902-E41BEBE41595}" type="presParOf" srcId="{A85318C8-31B5-4A74-9EF5-23705642AD37}" destId="{1F335708-3B0E-464B-A4EF-4539A7D61EFE}" srcOrd="1" destOrd="0" presId="urn:microsoft.com/office/officeart/2005/8/layout/orgChart1"/>
    <dgm:cxn modelId="{C6488BB5-15E5-4D3F-BE0E-0BFE1DD60DE7}" type="presParOf" srcId="{D36CE40E-1461-4867-A9C4-AC9DDFDE94A0}" destId="{353535FA-CE7E-4F5B-882B-F6515567EC55}" srcOrd="1" destOrd="0" presId="urn:microsoft.com/office/officeart/2005/8/layout/orgChart1"/>
    <dgm:cxn modelId="{5775C103-F431-4852-9DE0-86E015E96015}" type="presParOf" srcId="{D36CE40E-1461-4867-A9C4-AC9DDFDE94A0}" destId="{60C5A0F5-270E-458C-9CD5-C29918320B96}" srcOrd="2" destOrd="0" presId="urn:microsoft.com/office/officeart/2005/8/layout/orgChart1"/>
    <dgm:cxn modelId="{6A7EA071-1571-4DF1-A504-6A20E7DEF889}" type="presParOf" srcId="{5C832EA0-92EB-4018-A238-AAD0380D7AE1}" destId="{B744FFEB-D81B-4051-80A0-06CD3150278B}" srcOrd="4" destOrd="0" presId="urn:microsoft.com/office/officeart/2005/8/layout/orgChart1"/>
    <dgm:cxn modelId="{AF06DE66-1CBA-46D0-B2DC-8195B61DDBE9}" type="presParOf" srcId="{5C832EA0-92EB-4018-A238-AAD0380D7AE1}" destId="{A9038F44-4B0C-414A-AF75-E1CB0A09147B}" srcOrd="5" destOrd="0" presId="urn:microsoft.com/office/officeart/2005/8/layout/orgChart1"/>
    <dgm:cxn modelId="{30507BFA-4538-4424-BC2C-EFADD4F74DC5}" type="presParOf" srcId="{A9038F44-4B0C-414A-AF75-E1CB0A09147B}" destId="{019A7BFF-1F61-4529-94A9-0BFF9E284C28}" srcOrd="0" destOrd="0" presId="urn:microsoft.com/office/officeart/2005/8/layout/orgChart1"/>
    <dgm:cxn modelId="{B25723FD-B2D1-49D1-9BB8-A660DE95F208}" type="presParOf" srcId="{019A7BFF-1F61-4529-94A9-0BFF9E284C28}" destId="{5AB1CE78-FFC0-4A1C-884A-EFD72EB0B55E}" srcOrd="0" destOrd="0" presId="urn:microsoft.com/office/officeart/2005/8/layout/orgChart1"/>
    <dgm:cxn modelId="{8F264C92-29C6-4955-93CB-1B8715D3463B}" type="presParOf" srcId="{019A7BFF-1F61-4529-94A9-0BFF9E284C28}" destId="{980FB6A6-EBB4-4B35-8079-C1CF2C6255DD}" srcOrd="1" destOrd="0" presId="urn:microsoft.com/office/officeart/2005/8/layout/orgChart1"/>
    <dgm:cxn modelId="{C9E082C6-AE82-4D61-81EC-88AC0A3771C9}" type="presParOf" srcId="{A9038F44-4B0C-414A-AF75-E1CB0A09147B}" destId="{77B0CE6D-30D2-4F6A-8EE6-1F895B7F2EA0}" srcOrd="1" destOrd="0" presId="urn:microsoft.com/office/officeart/2005/8/layout/orgChart1"/>
    <dgm:cxn modelId="{D47A64A7-1B08-4220-B3C9-832812984D19}" type="presParOf" srcId="{A9038F44-4B0C-414A-AF75-E1CB0A09147B}" destId="{01F5FA5F-EBD9-4FE9-BC37-D85A0156FB3E}" srcOrd="2" destOrd="0" presId="urn:microsoft.com/office/officeart/2005/8/layout/orgChart1"/>
    <dgm:cxn modelId="{A56386C0-D229-4F99-80C8-85FBA1157E3F}" type="presParOf" srcId="{5C832EA0-92EB-4018-A238-AAD0380D7AE1}" destId="{17B43C74-07FF-45EC-BF27-41123D8CE835}" srcOrd="6" destOrd="0" presId="urn:microsoft.com/office/officeart/2005/8/layout/orgChart1"/>
    <dgm:cxn modelId="{6784510B-B529-42AF-8918-76DFDEDE575F}" type="presParOf" srcId="{5C832EA0-92EB-4018-A238-AAD0380D7AE1}" destId="{4C550044-4F70-431C-B7BE-77780A3C56D3}" srcOrd="7" destOrd="0" presId="urn:microsoft.com/office/officeart/2005/8/layout/orgChart1"/>
    <dgm:cxn modelId="{7CC1AEDD-D135-439D-922A-E1D1C7378130}" type="presParOf" srcId="{4C550044-4F70-431C-B7BE-77780A3C56D3}" destId="{CDDC9E68-AC18-4700-A465-42A1519C69B8}" srcOrd="0" destOrd="0" presId="urn:microsoft.com/office/officeart/2005/8/layout/orgChart1"/>
    <dgm:cxn modelId="{DAAD2CB8-D198-4F50-B0D6-0B6319D7B317}" type="presParOf" srcId="{CDDC9E68-AC18-4700-A465-42A1519C69B8}" destId="{4B31A7B3-2386-4740-A97D-E425D7AA05D7}" srcOrd="0" destOrd="0" presId="urn:microsoft.com/office/officeart/2005/8/layout/orgChart1"/>
    <dgm:cxn modelId="{F6291CF3-12F1-4BBF-8C11-C3B16AB59A85}" type="presParOf" srcId="{CDDC9E68-AC18-4700-A465-42A1519C69B8}" destId="{28E3C220-EC50-49DE-8E00-E50484AA36CB}" srcOrd="1" destOrd="0" presId="urn:microsoft.com/office/officeart/2005/8/layout/orgChart1"/>
    <dgm:cxn modelId="{86DB2927-9A8E-4462-87C1-3792AE5A9903}" type="presParOf" srcId="{4C550044-4F70-431C-B7BE-77780A3C56D3}" destId="{0704F99F-5AAC-4B83-8BC4-A6EFAA90F292}" srcOrd="1" destOrd="0" presId="urn:microsoft.com/office/officeart/2005/8/layout/orgChart1"/>
    <dgm:cxn modelId="{77AE780F-9FE1-4543-930A-D69516850C86}" type="presParOf" srcId="{4C550044-4F70-431C-B7BE-77780A3C56D3}" destId="{9DD72F2B-8541-42D2-AAA0-EF45A6753F69}" srcOrd="2" destOrd="0" presId="urn:microsoft.com/office/officeart/2005/8/layout/orgChart1"/>
    <dgm:cxn modelId="{6F8AF738-9217-4272-A790-814721386095}" type="presParOf" srcId="{739885B7-7422-46AE-AE38-C86EED9C22BF}" destId="{AFF152E2-0280-4325-8B01-B43435B7724D}" srcOrd="2" destOrd="0" presId="urn:microsoft.com/office/officeart/2005/8/layout/orgChart1"/>
    <dgm:cxn modelId="{67AC10A7-5C94-4AD0-83AB-1F8ECD339B07}" type="presParOf" srcId="{AD53A4B1-01E7-41E8-9724-31F3910545A4}" destId="{1C6780BE-0BFA-452E-B23B-840ADD2F1082}" srcOrd="8" destOrd="0" presId="urn:microsoft.com/office/officeart/2005/8/layout/orgChart1"/>
    <dgm:cxn modelId="{48D4F759-8BF1-4D1F-AA3B-59998FF73969}" type="presParOf" srcId="{AD53A4B1-01E7-41E8-9724-31F3910545A4}" destId="{91542984-1884-4075-85FF-10D3512C3511}" srcOrd="9" destOrd="0" presId="urn:microsoft.com/office/officeart/2005/8/layout/orgChart1"/>
    <dgm:cxn modelId="{693E8E9D-E3F9-4E73-A417-75BBB709D97E}" type="presParOf" srcId="{91542984-1884-4075-85FF-10D3512C3511}" destId="{2197488C-9BB4-4FE6-913F-95BF99328D53}" srcOrd="0" destOrd="0" presId="urn:microsoft.com/office/officeart/2005/8/layout/orgChart1"/>
    <dgm:cxn modelId="{DCBCC01F-AC96-4071-B0FD-551183F3799C}" type="presParOf" srcId="{2197488C-9BB4-4FE6-913F-95BF99328D53}" destId="{9BB5FF79-6973-4054-99B9-A54F1965A453}" srcOrd="0" destOrd="0" presId="urn:microsoft.com/office/officeart/2005/8/layout/orgChart1"/>
    <dgm:cxn modelId="{745A0598-378C-4F7C-8A26-FE5153803D59}" type="presParOf" srcId="{2197488C-9BB4-4FE6-913F-95BF99328D53}" destId="{B78A35CA-8616-4084-9244-9BF0A5A39633}" srcOrd="1" destOrd="0" presId="urn:microsoft.com/office/officeart/2005/8/layout/orgChart1"/>
    <dgm:cxn modelId="{268E1F55-B83E-4629-BEBB-656A4A7A4144}" type="presParOf" srcId="{91542984-1884-4075-85FF-10D3512C3511}" destId="{F4B924C5-04CD-43B1-A77B-46828D59C785}" srcOrd="1" destOrd="0" presId="urn:microsoft.com/office/officeart/2005/8/layout/orgChart1"/>
    <dgm:cxn modelId="{A19F9991-6852-47BF-8518-FD7CE39A665E}" type="presParOf" srcId="{F4B924C5-04CD-43B1-A77B-46828D59C785}" destId="{BE153F20-5FEF-4C8F-8351-47167BEE47A5}" srcOrd="0" destOrd="0" presId="urn:microsoft.com/office/officeart/2005/8/layout/orgChart1"/>
    <dgm:cxn modelId="{F1FE76AA-AFF5-48FC-9FCE-BE7AFC4A89DC}" type="presParOf" srcId="{F4B924C5-04CD-43B1-A77B-46828D59C785}" destId="{C5639E7E-A397-40A2-8FFF-DAE417C9821F}" srcOrd="1" destOrd="0" presId="urn:microsoft.com/office/officeart/2005/8/layout/orgChart1"/>
    <dgm:cxn modelId="{7B6E58E2-39A1-4DAD-BB89-95EA6FF382CA}" type="presParOf" srcId="{C5639E7E-A397-40A2-8FFF-DAE417C9821F}" destId="{06EB2686-EFFA-46D6-B21C-592848EC4C35}" srcOrd="0" destOrd="0" presId="urn:microsoft.com/office/officeart/2005/8/layout/orgChart1"/>
    <dgm:cxn modelId="{576001A4-25C6-470D-8B15-3C0F730C0FF3}" type="presParOf" srcId="{06EB2686-EFFA-46D6-B21C-592848EC4C35}" destId="{5419A9F9-1304-4927-89DA-0098410B4A6C}" srcOrd="0" destOrd="0" presId="urn:microsoft.com/office/officeart/2005/8/layout/orgChart1"/>
    <dgm:cxn modelId="{EB3A8889-E5AD-436F-8B57-29959E1CE594}" type="presParOf" srcId="{06EB2686-EFFA-46D6-B21C-592848EC4C35}" destId="{40A99885-4390-4099-9352-3F567619A649}" srcOrd="1" destOrd="0" presId="urn:microsoft.com/office/officeart/2005/8/layout/orgChart1"/>
    <dgm:cxn modelId="{271D2DFC-9FEE-44D8-AC83-4A50151B1CB6}" type="presParOf" srcId="{C5639E7E-A397-40A2-8FFF-DAE417C9821F}" destId="{F250274B-3D10-46AD-88CD-D4E9A3E5DEF8}" srcOrd="1" destOrd="0" presId="urn:microsoft.com/office/officeart/2005/8/layout/orgChart1"/>
    <dgm:cxn modelId="{422DD1DA-AE71-416D-8B88-1EFB4E9890D9}" type="presParOf" srcId="{C5639E7E-A397-40A2-8FFF-DAE417C9821F}" destId="{31FD230F-1C64-450D-B334-68A6F2147CC3}" srcOrd="2" destOrd="0" presId="urn:microsoft.com/office/officeart/2005/8/layout/orgChart1"/>
    <dgm:cxn modelId="{D81FBD9E-3E38-42D1-AE0F-8A7AFDCA11F6}" type="presParOf" srcId="{F4B924C5-04CD-43B1-A77B-46828D59C785}" destId="{267CDB28-B66E-42AF-ABAB-A71DB0C8AA81}" srcOrd="2" destOrd="0" presId="urn:microsoft.com/office/officeart/2005/8/layout/orgChart1"/>
    <dgm:cxn modelId="{ECBECA49-14AE-4DDE-8264-8B58FE05120A}" type="presParOf" srcId="{F4B924C5-04CD-43B1-A77B-46828D59C785}" destId="{A41BDCFF-B3AE-4137-8A2E-DBA1CCDF99F8}" srcOrd="3" destOrd="0" presId="urn:microsoft.com/office/officeart/2005/8/layout/orgChart1"/>
    <dgm:cxn modelId="{EDA9A755-25BF-4EEE-8017-35591E384EF5}" type="presParOf" srcId="{A41BDCFF-B3AE-4137-8A2E-DBA1CCDF99F8}" destId="{03DAC784-53E5-49DB-8AB7-BEAB213A1142}" srcOrd="0" destOrd="0" presId="urn:microsoft.com/office/officeart/2005/8/layout/orgChart1"/>
    <dgm:cxn modelId="{BF62FC08-37D1-4381-ABC3-7C897A5767DF}" type="presParOf" srcId="{03DAC784-53E5-49DB-8AB7-BEAB213A1142}" destId="{83291EA2-E836-484B-AE4C-8D0D6D755106}" srcOrd="0" destOrd="0" presId="urn:microsoft.com/office/officeart/2005/8/layout/orgChart1"/>
    <dgm:cxn modelId="{C3D484B3-3B42-44F3-A9E8-8FD95ED20582}" type="presParOf" srcId="{03DAC784-53E5-49DB-8AB7-BEAB213A1142}" destId="{C640BE60-D054-403D-A97A-A2B88B8C6467}" srcOrd="1" destOrd="0" presId="urn:microsoft.com/office/officeart/2005/8/layout/orgChart1"/>
    <dgm:cxn modelId="{A7CF69D3-6341-4750-A9EA-D36E525D94BC}" type="presParOf" srcId="{A41BDCFF-B3AE-4137-8A2E-DBA1CCDF99F8}" destId="{7CB38D2D-F6FB-4354-8404-B94A0C3D15DC}" srcOrd="1" destOrd="0" presId="urn:microsoft.com/office/officeart/2005/8/layout/orgChart1"/>
    <dgm:cxn modelId="{6D29422B-2BEE-440B-94ED-DD139193E102}" type="presParOf" srcId="{A41BDCFF-B3AE-4137-8A2E-DBA1CCDF99F8}" destId="{B50D8943-B39B-49CE-8755-DA4732EF35F5}" srcOrd="2" destOrd="0" presId="urn:microsoft.com/office/officeart/2005/8/layout/orgChart1"/>
    <dgm:cxn modelId="{32322E32-1BFB-4401-9C84-BE719AC9D2FE}" type="presParOf" srcId="{F4B924C5-04CD-43B1-A77B-46828D59C785}" destId="{99B4870D-7A0E-4E1C-9B3B-42CEB6246191}" srcOrd="4" destOrd="0" presId="urn:microsoft.com/office/officeart/2005/8/layout/orgChart1"/>
    <dgm:cxn modelId="{BCF9E691-B451-46A8-8EB4-BDF8B9121F89}" type="presParOf" srcId="{F4B924C5-04CD-43B1-A77B-46828D59C785}" destId="{762DC5C8-567F-42A1-A8BB-E387E1D3D862}" srcOrd="5" destOrd="0" presId="urn:microsoft.com/office/officeart/2005/8/layout/orgChart1"/>
    <dgm:cxn modelId="{D44F0716-6559-424F-BDCB-611D88FACC7A}" type="presParOf" srcId="{762DC5C8-567F-42A1-A8BB-E387E1D3D862}" destId="{1B933423-996A-4B74-BE76-4F7E703999EE}" srcOrd="0" destOrd="0" presId="urn:microsoft.com/office/officeart/2005/8/layout/orgChart1"/>
    <dgm:cxn modelId="{9E0403D0-3D92-439D-91E1-FAB2F437B36A}" type="presParOf" srcId="{1B933423-996A-4B74-BE76-4F7E703999EE}" destId="{E0A242CE-5970-4277-BFF4-836038C1726B}" srcOrd="0" destOrd="0" presId="urn:microsoft.com/office/officeart/2005/8/layout/orgChart1"/>
    <dgm:cxn modelId="{5FA00660-9223-4CA9-9C66-FF8B4C1E9314}" type="presParOf" srcId="{1B933423-996A-4B74-BE76-4F7E703999EE}" destId="{10B63811-FE77-4203-A754-40F3B05F5651}" srcOrd="1" destOrd="0" presId="urn:microsoft.com/office/officeart/2005/8/layout/orgChart1"/>
    <dgm:cxn modelId="{9AB7360E-01E3-4AB0-9CA9-0B595C008F10}" type="presParOf" srcId="{762DC5C8-567F-42A1-A8BB-E387E1D3D862}" destId="{DB4105ED-0369-41CC-B2FB-7F6D9C113788}" srcOrd="1" destOrd="0" presId="urn:microsoft.com/office/officeart/2005/8/layout/orgChart1"/>
    <dgm:cxn modelId="{631BD579-C392-45F0-B427-A57A8A1E8D72}" type="presParOf" srcId="{762DC5C8-567F-42A1-A8BB-E387E1D3D862}" destId="{157C8F10-6264-4901-B9A8-FFE6DF139A02}" srcOrd="2" destOrd="0" presId="urn:microsoft.com/office/officeart/2005/8/layout/orgChart1"/>
    <dgm:cxn modelId="{00B36943-AF83-418A-A290-43FCBC92BC22}" type="presParOf" srcId="{F4B924C5-04CD-43B1-A77B-46828D59C785}" destId="{179517C6-5E04-4641-96DF-9DFB11B7637C}" srcOrd="6" destOrd="0" presId="urn:microsoft.com/office/officeart/2005/8/layout/orgChart1"/>
    <dgm:cxn modelId="{A8B648C5-A716-4072-A985-55CD016163FB}" type="presParOf" srcId="{F4B924C5-04CD-43B1-A77B-46828D59C785}" destId="{335B801D-1F3B-45EC-872C-D770CB9CCCF9}" srcOrd="7" destOrd="0" presId="urn:microsoft.com/office/officeart/2005/8/layout/orgChart1"/>
    <dgm:cxn modelId="{EE3CFD43-8A0F-4AF5-B0C0-236C9C1CFE85}" type="presParOf" srcId="{335B801D-1F3B-45EC-872C-D770CB9CCCF9}" destId="{1B7F6C4A-F53A-425F-9B5A-2012E87BCE24}" srcOrd="0" destOrd="0" presId="urn:microsoft.com/office/officeart/2005/8/layout/orgChart1"/>
    <dgm:cxn modelId="{4C7EC9FF-2FB6-44C1-A07A-E0B36B13E149}" type="presParOf" srcId="{1B7F6C4A-F53A-425F-9B5A-2012E87BCE24}" destId="{59E047FC-425B-4687-A647-10E12F60DFF3}" srcOrd="0" destOrd="0" presId="urn:microsoft.com/office/officeart/2005/8/layout/orgChart1"/>
    <dgm:cxn modelId="{3B802022-D739-4358-9B99-A173D48D7C0D}" type="presParOf" srcId="{1B7F6C4A-F53A-425F-9B5A-2012E87BCE24}" destId="{1B7F3FE0-253E-45E4-B77B-656603FA0E31}" srcOrd="1" destOrd="0" presId="urn:microsoft.com/office/officeart/2005/8/layout/orgChart1"/>
    <dgm:cxn modelId="{9EDFFAFA-79B8-478D-A202-8A8F4C0A0127}" type="presParOf" srcId="{335B801D-1F3B-45EC-872C-D770CB9CCCF9}" destId="{796204DF-B744-4A08-B3DA-99D65128D661}" srcOrd="1" destOrd="0" presId="urn:microsoft.com/office/officeart/2005/8/layout/orgChart1"/>
    <dgm:cxn modelId="{A454031C-2785-4D36-86F1-F8D05F799D4E}" type="presParOf" srcId="{335B801D-1F3B-45EC-872C-D770CB9CCCF9}" destId="{87D58BE1-E95D-4846-A2CA-15B89392622E}" srcOrd="2" destOrd="0" presId="urn:microsoft.com/office/officeart/2005/8/layout/orgChart1"/>
    <dgm:cxn modelId="{135A823D-95EF-4046-B6B0-1338352C3C53}" type="presParOf" srcId="{91542984-1884-4075-85FF-10D3512C3511}" destId="{0FF70A95-51AF-418C-8B0E-B269569EF317}"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7CDB28-B66E-42AF-ABAB-A71DB0C8AA81}">
      <dsp:nvSpPr>
        <dsp:cNvPr id="0" name=""/>
        <dsp:cNvSpPr/>
      </dsp:nvSpPr>
      <dsp:spPr>
        <a:xfrm>
          <a:off x="7106591" y="2455106"/>
          <a:ext cx="205187" cy="1600462"/>
        </a:xfrm>
        <a:custGeom>
          <a:avLst/>
          <a:gdLst/>
          <a:ahLst/>
          <a:cxnLst/>
          <a:rect l="0" t="0" r="0" b="0"/>
          <a:pathLst>
            <a:path>
              <a:moveTo>
                <a:pt x="0" y="0"/>
              </a:moveTo>
              <a:lnTo>
                <a:pt x="0" y="1600462"/>
              </a:lnTo>
              <a:lnTo>
                <a:pt x="205187" y="160046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E153F20-5FEF-4C8F-8351-47167BEE47A5}">
      <dsp:nvSpPr>
        <dsp:cNvPr id="0" name=""/>
        <dsp:cNvSpPr/>
      </dsp:nvSpPr>
      <dsp:spPr>
        <a:xfrm>
          <a:off x="7106591" y="2455106"/>
          <a:ext cx="205187" cy="629241"/>
        </a:xfrm>
        <a:custGeom>
          <a:avLst/>
          <a:gdLst/>
          <a:ahLst/>
          <a:cxnLst/>
          <a:rect l="0" t="0" r="0" b="0"/>
          <a:pathLst>
            <a:path>
              <a:moveTo>
                <a:pt x="0" y="0"/>
              </a:moveTo>
              <a:lnTo>
                <a:pt x="0" y="629241"/>
              </a:lnTo>
              <a:lnTo>
                <a:pt x="205187" y="62924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6780BE-0BFA-452E-B23B-840ADD2F1082}">
      <dsp:nvSpPr>
        <dsp:cNvPr id="0" name=""/>
        <dsp:cNvSpPr/>
      </dsp:nvSpPr>
      <dsp:spPr>
        <a:xfrm>
          <a:off x="4172410" y="1483885"/>
          <a:ext cx="3481347" cy="287262"/>
        </a:xfrm>
        <a:custGeom>
          <a:avLst/>
          <a:gdLst/>
          <a:ahLst/>
          <a:cxnLst/>
          <a:rect l="0" t="0" r="0" b="0"/>
          <a:pathLst>
            <a:path>
              <a:moveTo>
                <a:pt x="0" y="0"/>
              </a:moveTo>
              <a:lnTo>
                <a:pt x="0" y="143631"/>
              </a:lnTo>
              <a:lnTo>
                <a:pt x="3481347" y="143631"/>
              </a:lnTo>
              <a:lnTo>
                <a:pt x="3481347" y="2872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B65234-BEF3-44F6-8238-22DD5F2B3ECA}">
      <dsp:nvSpPr>
        <dsp:cNvPr id="0" name=""/>
        <dsp:cNvSpPr/>
      </dsp:nvSpPr>
      <dsp:spPr>
        <a:xfrm>
          <a:off x="5451412" y="2455106"/>
          <a:ext cx="205187" cy="938783"/>
        </a:xfrm>
        <a:custGeom>
          <a:avLst/>
          <a:gdLst/>
          <a:ahLst/>
          <a:cxnLst/>
          <a:rect l="0" t="0" r="0" b="0"/>
          <a:pathLst>
            <a:path>
              <a:moveTo>
                <a:pt x="0" y="0"/>
              </a:moveTo>
              <a:lnTo>
                <a:pt x="0" y="938783"/>
              </a:lnTo>
              <a:lnTo>
                <a:pt x="205187" y="93878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4172410" y="1483885"/>
          <a:ext cx="1826168" cy="287262"/>
        </a:xfrm>
        <a:custGeom>
          <a:avLst/>
          <a:gdLst/>
          <a:ahLst/>
          <a:cxnLst/>
          <a:rect l="0" t="0" r="0" b="0"/>
          <a:pathLst>
            <a:path>
              <a:moveTo>
                <a:pt x="0" y="0"/>
              </a:moveTo>
              <a:lnTo>
                <a:pt x="0" y="143631"/>
              </a:lnTo>
              <a:lnTo>
                <a:pt x="1826168" y="143631"/>
              </a:lnTo>
              <a:lnTo>
                <a:pt x="1826168" y="2872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438FCC-53E8-4CBE-9E34-2132871188CC}">
      <dsp:nvSpPr>
        <dsp:cNvPr id="0" name=""/>
        <dsp:cNvSpPr/>
      </dsp:nvSpPr>
      <dsp:spPr>
        <a:xfrm>
          <a:off x="3796233" y="2455106"/>
          <a:ext cx="205187" cy="1600462"/>
        </a:xfrm>
        <a:custGeom>
          <a:avLst/>
          <a:gdLst/>
          <a:ahLst/>
          <a:cxnLst/>
          <a:rect l="0" t="0" r="0" b="0"/>
          <a:pathLst>
            <a:path>
              <a:moveTo>
                <a:pt x="0" y="0"/>
              </a:moveTo>
              <a:lnTo>
                <a:pt x="0" y="1600462"/>
              </a:lnTo>
              <a:lnTo>
                <a:pt x="205187" y="160046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4AC9E0-962C-4E78-A693-CB404F97964B}">
      <dsp:nvSpPr>
        <dsp:cNvPr id="0" name=""/>
        <dsp:cNvSpPr/>
      </dsp:nvSpPr>
      <dsp:spPr>
        <a:xfrm>
          <a:off x="3796233" y="2455106"/>
          <a:ext cx="205187" cy="629241"/>
        </a:xfrm>
        <a:custGeom>
          <a:avLst/>
          <a:gdLst/>
          <a:ahLst/>
          <a:cxnLst/>
          <a:rect l="0" t="0" r="0" b="0"/>
          <a:pathLst>
            <a:path>
              <a:moveTo>
                <a:pt x="0" y="0"/>
              </a:moveTo>
              <a:lnTo>
                <a:pt x="0" y="629241"/>
              </a:lnTo>
              <a:lnTo>
                <a:pt x="205187" y="62924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020EB3-B687-49B5-864A-7775365865BE}">
      <dsp:nvSpPr>
        <dsp:cNvPr id="0" name=""/>
        <dsp:cNvSpPr/>
      </dsp:nvSpPr>
      <dsp:spPr>
        <a:xfrm>
          <a:off x="4172410" y="1483885"/>
          <a:ext cx="170989" cy="287262"/>
        </a:xfrm>
        <a:custGeom>
          <a:avLst/>
          <a:gdLst/>
          <a:ahLst/>
          <a:cxnLst/>
          <a:rect l="0" t="0" r="0" b="0"/>
          <a:pathLst>
            <a:path>
              <a:moveTo>
                <a:pt x="0" y="0"/>
              </a:moveTo>
              <a:lnTo>
                <a:pt x="0" y="143631"/>
              </a:lnTo>
              <a:lnTo>
                <a:pt x="170989" y="143631"/>
              </a:lnTo>
              <a:lnTo>
                <a:pt x="170989" y="2872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FEAFB9-1AF4-484E-B255-0473015BB9DC}">
      <dsp:nvSpPr>
        <dsp:cNvPr id="0" name=""/>
        <dsp:cNvSpPr/>
      </dsp:nvSpPr>
      <dsp:spPr>
        <a:xfrm>
          <a:off x="2141054" y="3426326"/>
          <a:ext cx="205187" cy="629241"/>
        </a:xfrm>
        <a:custGeom>
          <a:avLst/>
          <a:gdLst/>
          <a:ahLst/>
          <a:cxnLst/>
          <a:rect l="0" t="0" r="0" b="0"/>
          <a:pathLst>
            <a:path>
              <a:moveTo>
                <a:pt x="0" y="0"/>
              </a:moveTo>
              <a:lnTo>
                <a:pt x="0" y="629241"/>
              </a:lnTo>
              <a:lnTo>
                <a:pt x="205187" y="629241"/>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2A41425-2A6B-472C-AF7D-497B8D8C6C0F}">
      <dsp:nvSpPr>
        <dsp:cNvPr id="0" name=""/>
        <dsp:cNvSpPr/>
      </dsp:nvSpPr>
      <dsp:spPr>
        <a:xfrm>
          <a:off x="2642501" y="2455106"/>
          <a:ext cx="91440" cy="287262"/>
        </a:xfrm>
        <a:custGeom>
          <a:avLst/>
          <a:gdLst/>
          <a:ahLst/>
          <a:cxnLst/>
          <a:rect l="0" t="0" r="0" b="0"/>
          <a:pathLst>
            <a:path>
              <a:moveTo>
                <a:pt x="45720" y="0"/>
              </a:moveTo>
              <a:lnTo>
                <a:pt x="45720" y="28726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2688221" y="1483885"/>
          <a:ext cx="1484189" cy="287262"/>
        </a:xfrm>
        <a:custGeom>
          <a:avLst/>
          <a:gdLst/>
          <a:ahLst/>
          <a:cxnLst/>
          <a:rect l="0" t="0" r="0" b="0"/>
          <a:pathLst>
            <a:path>
              <a:moveTo>
                <a:pt x="1484189" y="0"/>
              </a:moveTo>
              <a:lnTo>
                <a:pt x="1484189" y="143631"/>
              </a:lnTo>
              <a:lnTo>
                <a:pt x="0" y="143631"/>
              </a:lnTo>
              <a:lnTo>
                <a:pt x="0" y="2872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7F276F-E57B-4251-A70B-2917BAF50B6F}">
      <dsp:nvSpPr>
        <dsp:cNvPr id="0" name=""/>
        <dsp:cNvSpPr/>
      </dsp:nvSpPr>
      <dsp:spPr>
        <a:xfrm>
          <a:off x="143896" y="2455106"/>
          <a:ext cx="205187" cy="629241"/>
        </a:xfrm>
        <a:custGeom>
          <a:avLst/>
          <a:gdLst/>
          <a:ahLst/>
          <a:cxnLst/>
          <a:rect l="0" t="0" r="0" b="0"/>
          <a:pathLst>
            <a:path>
              <a:moveTo>
                <a:pt x="0" y="0"/>
              </a:moveTo>
              <a:lnTo>
                <a:pt x="0" y="629241"/>
              </a:lnTo>
              <a:lnTo>
                <a:pt x="205187" y="62924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691062" y="1483885"/>
          <a:ext cx="3481347" cy="287262"/>
        </a:xfrm>
        <a:custGeom>
          <a:avLst/>
          <a:gdLst/>
          <a:ahLst/>
          <a:cxnLst/>
          <a:rect l="0" t="0" r="0" b="0"/>
          <a:pathLst>
            <a:path>
              <a:moveTo>
                <a:pt x="3481347" y="0"/>
              </a:moveTo>
              <a:lnTo>
                <a:pt x="3481347" y="143631"/>
              </a:lnTo>
              <a:lnTo>
                <a:pt x="0" y="143631"/>
              </a:lnTo>
              <a:lnTo>
                <a:pt x="0" y="2872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488452" y="799927"/>
          <a:ext cx="1367916" cy="683958"/>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2</a:t>
          </a:r>
          <a:endParaRPr lang="en-US" sz="1600" kern="1200" dirty="0"/>
        </a:p>
      </dsp:txBody>
      <dsp:txXfrm>
        <a:off x="3488452" y="799927"/>
        <a:ext cx="1367916" cy="683958"/>
      </dsp:txXfrm>
    </dsp:sp>
    <dsp:sp modelId="{C9422C4E-2B02-4D33-A16B-EF7B187ECAB7}">
      <dsp:nvSpPr>
        <dsp:cNvPr id="0" name=""/>
        <dsp:cNvSpPr/>
      </dsp:nvSpPr>
      <dsp:spPr>
        <a:xfrm>
          <a:off x="7104" y="1771148"/>
          <a:ext cx="1367916" cy="68395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The expectation gap</a:t>
          </a:r>
          <a:endParaRPr lang="en-US" sz="1600" kern="1200" dirty="0"/>
        </a:p>
      </dsp:txBody>
      <dsp:txXfrm>
        <a:off x="7104" y="1771148"/>
        <a:ext cx="1367916" cy="683958"/>
      </dsp:txXfrm>
    </dsp:sp>
    <dsp:sp modelId="{31C29986-52F5-42D4-A9FC-3B32B3F35DB2}">
      <dsp:nvSpPr>
        <dsp:cNvPr id="0" name=""/>
        <dsp:cNvSpPr/>
      </dsp:nvSpPr>
      <dsp:spPr>
        <a:xfrm>
          <a:off x="349083" y="2742368"/>
          <a:ext cx="1367916" cy="68395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smtClean="0"/>
            <a:t>best way to minimize the expectation gap </a:t>
          </a:r>
          <a:endParaRPr lang="en-US" sz="1400" kern="1200" dirty="0"/>
        </a:p>
      </dsp:txBody>
      <dsp:txXfrm>
        <a:off x="349083" y="2742368"/>
        <a:ext cx="1367916" cy="683958"/>
      </dsp:txXfrm>
    </dsp:sp>
    <dsp:sp modelId="{02B28F85-DE51-42FF-859E-1DD3A478F426}">
      <dsp:nvSpPr>
        <dsp:cNvPr id="0" name=""/>
        <dsp:cNvSpPr/>
      </dsp:nvSpPr>
      <dsp:spPr>
        <a:xfrm>
          <a:off x="2004262" y="1771148"/>
          <a:ext cx="1367916" cy="68395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Who is stakeholders</a:t>
          </a:r>
          <a:endParaRPr lang="en-US" sz="1600" kern="1200" dirty="0"/>
        </a:p>
      </dsp:txBody>
      <dsp:txXfrm>
        <a:off x="2004262" y="1771148"/>
        <a:ext cx="1367916" cy="683958"/>
      </dsp:txXfrm>
    </dsp:sp>
    <dsp:sp modelId="{BB71A1EC-99D4-46DC-BDFC-1D7F327564B8}">
      <dsp:nvSpPr>
        <dsp:cNvPr id="0" name=""/>
        <dsp:cNvSpPr/>
      </dsp:nvSpPr>
      <dsp:spPr>
        <a:xfrm>
          <a:off x="2004262" y="2742368"/>
          <a:ext cx="1367916" cy="68395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Customers</a:t>
          </a:r>
          <a:endParaRPr lang="en-US" sz="1600" kern="1200" dirty="0"/>
        </a:p>
      </dsp:txBody>
      <dsp:txXfrm>
        <a:off x="2004262" y="2742368"/>
        <a:ext cx="1367916" cy="683958"/>
      </dsp:txXfrm>
    </dsp:sp>
    <dsp:sp modelId="{5487298C-5DF2-4AE0-AD6D-3E1DEBCFB02C}">
      <dsp:nvSpPr>
        <dsp:cNvPr id="0" name=""/>
        <dsp:cNvSpPr/>
      </dsp:nvSpPr>
      <dsp:spPr>
        <a:xfrm>
          <a:off x="2346241" y="3713589"/>
          <a:ext cx="1367916" cy="683958"/>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End-users</a:t>
          </a:r>
          <a:endParaRPr lang="en-US" sz="1600" kern="1200" dirty="0"/>
        </a:p>
      </dsp:txBody>
      <dsp:txXfrm>
        <a:off x="2346241" y="3713589"/>
        <a:ext cx="1367916" cy="683958"/>
      </dsp:txXfrm>
    </dsp:sp>
    <dsp:sp modelId="{03758FE5-334A-46EC-AD76-4289659832B6}">
      <dsp:nvSpPr>
        <dsp:cNvPr id="0" name=""/>
        <dsp:cNvSpPr/>
      </dsp:nvSpPr>
      <dsp:spPr>
        <a:xfrm>
          <a:off x="3659441" y="1771148"/>
          <a:ext cx="1367916" cy="68395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Customer-Development partnership</a:t>
          </a:r>
          <a:endParaRPr lang="en-US" sz="1600" kern="1200" dirty="0"/>
        </a:p>
      </dsp:txBody>
      <dsp:txXfrm>
        <a:off x="3659441" y="1771148"/>
        <a:ext cx="1367916" cy="683958"/>
      </dsp:txXfrm>
    </dsp:sp>
    <dsp:sp modelId="{AF41A196-D073-444E-BDCD-FC763BCB5F43}">
      <dsp:nvSpPr>
        <dsp:cNvPr id="0" name=""/>
        <dsp:cNvSpPr/>
      </dsp:nvSpPr>
      <dsp:spPr>
        <a:xfrm>
          <a:off x="4001420" y="2742368"/>
          <a:ext cx="1367916" cy="68395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10 rights of customers</a:t>
          </a:r>
          <a:endParaRPr lang="en-US" sz="1600" kern="1200" dirty="0"/>
        </a:p>
      </dsp:txBody>
      <dsp:txXfrm>
        <a:off x="4001420" y="2742368"/>
        <a:ext cx="1367916" cy="683958"/>
      </dsp:txXfrm>
    </dsp:sp>
    <dsp:sp modelId="{EB9DD715-B78F-4025-BC3C-DDF41A6D4038}">
      <dsp:nvSpPr>
        <dsp:cNvPr id="0" name=""/>
        <dsp:cNvSpPr/>
      </dsp:nvSpPr>
      <dsp:spPr>
        <a:xfrm>
          <a:off x="4001420" y="3713589"/>
          <a:ext cx="1367916" cy="68395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10 responsibilities of customers</a:t>
          </a:r>
          <a:endParaRPr lang="en-US" sz="1600" kern="1200" dirty="0"/>
        </a:p>
      </dsp:txBody>
      <dsp:txXfrm>
        <a:off x="4001420" y="3713589"/>
        <a:ext cx="1367916" cy="683958"/>
      </dsp:txXfrm>
    </dsp:sp>
    <dsp:sp modelId="{E2CE8193-46AF-44C0-B4A1-4402C2A6388E}">
      <dsp:nvSpPr>
        <dsp:cNvPr id="0" name=""/>
        <dsp:cNvSpPr/>
      </dsp:nvSpPr>
      <dsp:spPr>
        <a:xfrm>
          <a:off x="5314620" y="1771148"/>
          <a:ext cx="1367916" cy="68395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Req. baseline</a:t>
          </a:r>
          <a:endParaRPr lang="en-US" sz="1600" kern="1200" dirty="0"/>
        </a:p>
      </dsp:txBody>
      <dsp:txXfrm>
        <a:off x="5314620" y="1771148"/>
        <a:ext cx="1367916" cy="683958"/>
      </dsp:txXfrm>
    </dsp:sp>
    <dsp:sp modelId="{B386D850-18E4-4553-BFA3-F5B91F42AF1A}">
      <dsp:nvSpPr>
        <dsp:cNvPr id="0" name=""/>
        <dsp:cNvSpPr/>
      </dsp:nvSpPr>
      <dsp:spPr>
        <a:xfrm>
          <a:off x="5656599" y="2742368"/>
          <a:ext cx="1367916" cy="13030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a set of requirements that has been reviewed and agreed upon and serves as the basis for further development</a:t>
          </a:r>
          <a:endParaRPr lang="en-US" sz="1300" kern="1200" dirty="0"/>
        </a:p>
      </dsp:txBody>
      <dsp:txXfrm>
        <a:off x="5656599" y="2742368"/>
        <a:ext cx="1367916" cy="1303043"/>
      </dsp:txXfrm>
    </dsp:sp>
    <dsp:sp modelId="{9BB5FF79-6973-4054-99B9-A54F1965A453}">
      <dsp:nvSpPr>
        <dsp:cNvPr id="0" name=""/>
        <dsp:cNvSpPr/>
      </dsp:nvSpPr>
      <dsp:spPr>
        <a:xfrm>
          <a:off x="6969799" y="1771148"/>
          <a:ext cx="1367916" cy="68395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Agile Projects</a:t>
          </a:r>
          <a:endParaRPr lang="en-US" sz="1400" kern="1200" dirty="0"/>
        </a:p>
      </dsp:txBody>
      <dsp:txXfrm>
        <a:off x="6969799" y="1771148"/>
        <a:ext cx="1367916" cy="683958"/>
      </dsp:txXfrm>
    </dsp:sp>
    <dsp:sp modelId="{5419A9F9-1304-4927-89DA-0098410B4A6C}">
      <dsp:nvSpPr>
        <dsp:cNvPr id="0" name=""/>
        <dsp:cNvSpPr/>
      </dsp:nvSpPr>
      <dsp:spPr>
        <a:xfrm>
          <a:off x="7311778" y="2742368"/>
          <a:ext cx="1367916" cy="68395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User stories</a:t>
          </a:r>
          <a:endParaRPr lang="en-US" sz="1600" kern="1200" dirty="0"/>
        </a:p>
      </dsp:txBody>
      <dsp:txXfrm>
        <a:off x="7311778" y="2742368"/>
        <a:ext cx="1367916" cy="683958"/>
      </dsp:txXfrm>
    </dsp:sp>
    <dsp:sp modelId="{83291EA2-E836-484B-AE4C-8D0D6D755106}">
      <dsp:nvSpPr>
        <dsp:cNvPr id="0" name=""/>
        <dsp:cNvSpPr/>
      </dsp:nvSpPr>
      <dsp:spPr>
        <a:xfrm>
          <a:off x="7311778" y="3713589"/>
          <a:ext cx="1367916" cy="68395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Product backlog</a:t>
          </a:r>
          <a:endParaRPr lang="en-US" sz="1600" kern="1200" dirty="0"/>
        </a:p>
      </dsp:txBody>
      <dsp:txXfrm>
        <a:off x="7311778" y="3713589"/>
        <a:ext cx="1367916" cy="6839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9517C6-5E04-4641-96DF-9DFB11B7637C}">
      <dsp:nvSpPr>
        <dsp:cNvPr id="0" name=""/>
        <dsp:cNvSpPr/>
      </dsp:nvSpPr>
      <dsp:spPr>
        <a:xfrm>
          <a:off x="6769821" y="1551109"/>
          <a:ext cx="192065" cy="3316322"/>
        </a:xfrm>
        <a:custGeom>
          <a:avLst/>
          <a:gdLst/>
          <a:ahLst/>
          <a:cxnLst/>
          <a:rect l="0" t="0" r="0" b="0"/>
          <a:pathLst>
            <a:path>
              <a:moveTo>
                <a:pt x="0" y="0"/>
              </a:moveTo>
              <a:lnTo>
                <a:pt x="0" y="3316322"/>
              </a:lnTo>
              <a:lnTo>
                <a:pt x="192065" y="331632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B4870D-7A0E-4E1C-9B3B-42CEB6246191}">
      <dsp:nvSpPr>
        <dsp:cNvPr id="0" name=""/>
        <dsp:cNvSpPr/>
      </dsp:nvSpPr>
      <dsp:spPr>
        <a:xfrm>
          <a:off x="6769821" y="1551109"/>
          <a:ext cx="192065" cy="2407214"/>
        </a:xfrm>
        <a:custGeom>
          <a:avLst/>
          <a:gdLst/>
          <a:ahLst/>
          <a:cxnLst/>
          <a:rect l="0" t="0" r="0" b="0"/>
          <a:pathLst>
            <a:path>
              <a:moveTo>
                <a:pt x="0" y="0"/>
              </a:moveTo>
              <a:lnTo>
                <a:pt x="0" y="2407214"/>
              </a:lnTo>
              <a:lnTo>
                <a:pt x="192065" y="240721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7CDB28-B66E-42AF-ABAB-A71DB0C8AA81}">
      <dsp:nvSpPr>
        <dsp:cNvPr id="0" name=""/>
        <dsp:cNvSpPr/>
      </dsp:nvSpPr>
      <dsp:spPr>
        <a:xfrm>
          <a:off x="6769821" y="1551109"/>
          <a:ext cx="192065" cy="1498107"/>
        </a:xfrm>
        <a:custGeom>
          <a:avLst/>
          <a:gdLst/>
          <a:ahLst/>
          <a:cxnLst/>
          <a:rect l="0" t="0" r="0" b="0"/>
          <a:pathLst>
            <a:path>
              <a:moveTo>
                <a:pt x="0" y="0"/>
              </a:moveTo>
              <a:lnTo>
                <a:pt x="0" y="1498107"/>
              </a:lnTo>
              <a:lnTo>
                <a:pt x="192065" y="14981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E153F20-5FEF-4C8F-8351-47167BEE47A5}">
      <dsp:nvSpPr>
        <dsp:cNvPr id="0" name=""/>
        <dsp:cNvSpPr/>
      </dsp:nvSpPr>
      <dsp:spPr>
        <a:xfrm>
          <a:off x="6769821" y="1551109"/>
          <a:ext cx="192065" cy="588999"/>
        </a:xfrm>
        <a:custGeom>
          <a:avLst/>
          <a:gdLst/>
          <a:ahLst/>
          <a:cxnLst/>
          <a:rect l="0" t="0" r="0" b="0"/>
          <a:pathLst>
            <a:path>
              <a:moveTo>
                <a:pt x="0" y="0"/>
              </a:moveTo>
              <a:lnTo>
                <a:pt x="0" y="588999"/>
              </a:lnTo>
              <a:lnTo>
                <a:pt x="192065" y="58899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6780BE-0BFA-452E-B23B-840ADD2F1082}">
      <dsp:nvSpPr>
        <dsp:cNvPr id="0" name=""/>
        <dsp:cNvSpPr/>
      </dsp:nvSpPr>
      <dsp:spPr>
        <a:xfrm>
          <a:off x="4183345" y="642001"/>
          <a:ext cx="3098649" cy="268891"/>
        </a:xfrm>
        <a:custGeom>
          <a:avLst/>
          <a:gdLst/>
          <a:ahLst/>
          <a:cxnLst/>
          <a:rect l="0" t="0" r="0" b="0"/>
          <a:pathLst>
            <a:path>
              <a:moveTo>
                <a:pt x="0" y="0"/>
              </a:moveTo>
              <a:lnTo>
                <a:pt x="0" y="134445"/>
              </a:lnTo>
              <a:lnTo>
                <a:pt x="3098649" y="134445"/>
              </a:lnTo>
              <a:lnTo>
                <a:pt x="3098649" y="26889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B43C74-07FF-45EC-BF27-41123D8CE835}">
      <dsp:nvSpPr>
        <dsp:cNvPr id="0" name=""/>
        <dsp:cNvSpPr/>
      </dsp:nvSpPr>
      <dsp:spPr>
        <a:xfrm>
          <a:off x="5220496" y="1551109"/>
          <a:ext cx="192065" cy="3324472"/>
        </a:xfrm>
        <a:custGeom>
          <a:avLst/>
          <a:gdLst/>
          <a:ahLst/>
          <a:cxnLst/>
          <a:rect l="0" t="0" r="0" b="0"/>
          <a:pathLst>
            <a:path>
              <a:moveTo>
                <a:pt x="0" y="0"/>
              </a:moveTo>
              <a:lnTo>
                <a:pt x="0" y="3324472"/>
              </a:lnTo>
              <a:lnTo>
                <a:pt x="192065" y="332447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44FFEB-D81B-4051-80A0-06CD3150278B}">
      <dsp:nvSpPr>
        <dsp:cNvPr id="0" name=""/>
        <dsp:cNvSpPr/>
      </dsp:nvSpPr>
      <dsp:spPr>
        <a:xfrm>
          <a:off x="5220496" y="1551109"/>
          <a:ext cx="192065" cy="2415364"/>
        </a:xfrm>
        <a:custGeom>
          <a:avLst/>
          <a:gdLst/>
          <a:ahLst/>
          <a:cxnLst/>
          <a:rect l="0" t="0" r="0" b="0"/>
          <a:pathLst>
            <a:path>
              <a:moveTo>
                <a:pt x="0" y="0"/>
              </a:moveTo>
              <a:lnTo>
                <a:pt x="0" y="2415364"/>
              </a:lnTo>
              <a:lnTo>
                <a:pt x="192065" y="241536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1796D6-3B82-44FF-A19D-852FF4EBDC50}">
      <dsp:nvSpPr>
        <dsp:cNvPr id="0" name=""/>
        <dsp:cNvSpPr/>
      </dsp:nvSpPr>
      <dsp:spPr>
        <a:xfrm>
          <a:off x="5220496" y="1551109"/>
          <a:ext cx="192065" cy="1506257"/>
        </a:xfrm>
        <a:custGeom>
          <a:avLst/>
          <a:gdLst/>
          <a:ahLst/>
          <a:cxnLst/>
          <a:rect l="0" t="0" r="0" b="0"/>
          <a:pathLst>
            <a:path>
              <a:moveTo>
                <a:pt x="0" y="0"/>
              </a:moveTo>
              <a:lnTo>
                <a:pt x="0" y="1506257"/>
              </a:lnTo>
              <a:lnTo>
                <a:pt x="192065" y="150625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B65234-BEF3-44F6-8238-22DD5F2B3ECA}">
      <dsp:nvSpPr>
        <dsp:cNvPr id="0" name=""/>
        <dsp:cNvSpPr/>
      </dsp:nvSpPr>
      <dsp:spPr>
        <a:xfrm>
          <a:off x="5220496" y="1551109"/>
          <a:ext cx="192065" cy="593074"/>
        </a:xfrm>
        <a:custGeom>
          <a:avLst/>
          <a:gdLst/>
          <a:ahLst/>
          <a:cxnLst/>
          <a:rect l="0" t="0" r="0" b="0"/>
          <a:pathLst>
            <a:path>
              <a:moveTo>
                <a:pt x="0" y="0"/>
              </a:moveTo>
              <a:lnTo>
                <a:pt x="0" y="593074"/>
              </a:lnTo>
              <a:lnTo>
                <a:pt x="192065" y="59307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4183345" y="642001"/>
          <a:ext cx="1549324" cy="268891"/>
        </a:xfrm>
        <a:custGeom>
          <a:avLst/>
          <a:gdLst/>
          <a:ahLst/>
          <a:cxnLst/>
          <a:rect l="0" t="0" r="0" b="0"/>
          <a:pathLst>
            <a:path>
              <a:moveTo>
                <a:pt x="0" y="0"/>
              </a:moveTo>
              <a:lnTo>
                <a:pt x="0" y="134445"/>
              </a:lnTo>
              <a:lnTo>
                <a:pt x="1549324" y="134445"/>
              </a:lnTo>
              <a:lnTo>
                <a:pt x="1549324" y="26889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AB7802-A064-4CCF-89BD-28EB7259F237}">
      <dsp:nvSpPr>
        <dsp:cNvPr id="0" name=""/>
        <dsp:cNvSpPr/>
      </dsp:nvSpPr>
      <dsp:spPr>
        <a:xfrm>
          <a:off x="3671172" y="1551109"/>
          <a:ext cx="192065" cy="3316322"/>
        </a:xfrm>
        <a:custGeom>
          <a:avLst/>
          <a:gdLst/>
          <a:ahLst/>
          <a:cxnLst/>
          <a:rect l="0" t="0" r="0" b="0"/>
          <a:pathLst>
            <a:path>
              <a:moveTo>
                <a:pt x="0" y="0"/>
              </a:moveTo>
              <a:lnTo>
                <a:pt x="0" y="3316322"/>
              </a:lnTo>
              <a:lnTo>
                <a:pt x="192065" y="331632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2B678B9-EB7D-49ED-AFA0-474D96F7E14E}">
      <dsp:nvSpPr>
        <dsp:cNvPr id="0" name=""/>
        <dsp:cNvSpPr/>
      </dsp:nvSpPr>
      <dsp:spPr>
        <a:xfrm>
          <a:off x="3671172" y="1551109"/>
          <a:ext cx="192065" cy="2407214"/>
        </a:xfrm>
        <a:custGeom>
          <a:avLst/>
          <a:gdLst/>
          <a:ahLst/>
          <a:cxnLst/>
          <a:rect l="0" t="0" r="0" b="0"/>
          <a:pathLst>
            <a:path>
              <a:moveTo>
                <a:pt x="0" y="0"/>
              </a:moveTo>
              <a:lnTo>
                <a:pt x="0" y="2407214"/>
              </a:lnTo>
              <a:lnTo>
                <a:pt x="192065" y="240721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438FCC-53E8-4CBE-9E34-2132871188CC}">
      <dsp:nvSpPr>
        <dsp:cNvPr id="0" name=""/>
        <dsp:cNvSpPr/>
      </dsp:nvSpPr>
      <dsp:spPr>
        <a:xfrm>
          <a:off x="3671172" y="1551109"/>
          <a:ext cx="192065" cy="1498107"/>
        </a:xfrm>
        <a:custGeom>
          <a:avLst/>
          <a:gdLst/>
          <a:ahLst/>
          <a:cxnLst/>
          <a:rect l="0" t="0" r="0" b="0"/>
          <a:pathLst>
            <a:path>
              <a:moveTo>
                <a:pt x="0" y="0"/>
              </a:moveTo>
              <a:lnTo>
                <a:pt x="0" y="1498107"/>
              </a:lnTo>
              <a:lnTo>
                <a:pt x="192065" y="14981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4AC9E0-962C-4E78-A693-CB404F97964B}">
      <dsp:nvSpPr>
        <dsp:cNvPr id="0" name=""/>
        <dsp:cNvSpPr/>
      </dsp:nvSpPr>
      <dsp:spPr>
        <a:xfrm>
          <a:off x="3671172" y="1551109"/>
          <a:ext cx="192065" cy="588999"/>
        </a:xfrm>
        <a:custGeom>
          <a:avLst/>
          <a:gdLst/>
          <a:ahLst/>
          <a:cxnLst/>
          <a:rect l="0" t="0" r="0" b="0"/>
          <a:pathLst>
            <a:path>
              <a:moveTo>
                <a:pt x="0" y="0"/>
              </a:moveTo>
              <a:lnTo>
                <a:pt x="0" y="588999"/>
              </a:lnTo>
              <a:lnTo>
                <a:pt x="192065" y="58899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020EB3-B687-49B5-864A-7775365865BE}">
      <dsp:nvSpPr>
        <dsp:cNvPr id="0" name=""/>
        <dsp:cNvSpPr/>
      </dsp:nvSpPr>
      <dsp:spPr>
        <a:xfrm>
          <a:off x="4137625" y="642001"/>
          <a:ext cx="91440" cy="268891"/>
        </a:xfrm>
        <a:custGeom>
          <a:avLst/>
          <a:gdLst/>
          <a:ahLst/>
          <a:cxnLst/>
          <a:rect l="0" t="0" r="0" b="0"/>
          <a:pathLst>
            <a:path>
              <a:moveTo>
                <a:pt x="45720" y="0"/>
              </a:moveTo>
              <a:lnTo>
                <a:pt x="45720" y="26889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6C4F77-031C-4E54-A5BA-7A69C318E44B}">
      <dsp:nvSpPr>
        <dsp:cNvPr id="0" name=""/>
        <dsp:cNvSpPr/>
      </dsp:nvSpPr>
      <dsp:spPr>
        <a:xfrm>
          <a:off x="2121847" y="1551109"/>
          <a:ext cx="192065" cy="3316322"/>
        </a:xfrm>
        <a:custGeom>
          <a:avLst/>
          <a:gdLst/>
          <a:ahLst/>
          <a:cxnLst/>
          <a:rect l="0" t="0" r="0" b="0"/>
          <a:pathLst>
            <a:path>
              <a:moveTo>
                <a:pt x="0" y="0"/>
              </a:moveTo>
              <a:lnTo>
                <a:pt x="0" y="3316322"/>
              </a:lnTo>
              <a:lnTo>
                <a:pt x="192065" y="331632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6A6640-5DB9-4472-9FA7-00826B78BDEB}">
      <dsp:nvSpPr>
        <dsp:cNvPr id="0" name=""/>
        <dsp:cNvSpPr/>
      </dsp:nvSpPr>
      <dsp:spPr>
        <a:xfrm>
          <a:off x="2121847" y="1551109"/>
          <a:ext cx="192065" cy="2407214"/>
        </a:xfrm>
        <a:custGeom>
          <a:avLst/>
          <a:gdLst/>
          <a:ahLst/>
          <a:cxnLst/>
          <a:rect l="0" t="0" r="0" b="0"/>
          <a:pathLst>
            <a:path>
              <a:moveTo>
                <a:pt x="0" y="0"/>
              </a:moveTo>
              <a:lnTo>
                <a:pt x="0" y="2407214"/>
              </a:lnTo>
              <a:lnTo>
                <a:pt x="192065" y="240721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FEAFB9-1AF4-484E-B255-0473015BB9DC}">
      <dsp:nvSpPr>
        <dsp:cNvPr id="0" name=""/>
        <dsp:cNvSpPr/>
      </dsp:nvSpPr>
      <dsp:spPr>
        <a:xfrm>
          <a:off x="2121847" y="1551109"/>
          <a:ext cx="192065" cy="1498107"/>
        </a:xfrm>
        <a:custGeom>
          <a:avLst/>
          <a:gdLst/>
          <a:ahLst/>
          <a:cxnLst/>
          <a:rect l="0" t="0" r="0" b="0"/>
          <a:pathLst>
            <a:path>
              <a:moveTo>
                <a:pt x="0" y="0"/>
              </a:moveTo>
              <a:lnTo>
                <a:pt x="0" y="1498107"/>
              </a:lnTo>
              <a:lnTo>
                <a:pt x="192065" y="14981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2A41425-2A6B-472C-AF7D-497B8D8C6C0F}">
      <dsp:nvSpPr>
        <dsp:cNvPr id="0" name=""/>
        <dsp:cNvSpPr/>
      </dsp:nvSpPr>
      <dsp:spPr>
        <a:xfrm>
          <a:off x="2121847" y="1551109"/>
          <a:ext cx="192065" cy="588999"/>
        </a:xfrm>
        <a:custGeom>
          <a:avLst/>
          <a:gdLst/>
          <a:ahLst/>
          <a:cxnLst/>
          <a:rect l="0" t="0" r="0" b="0"/>
          <a:pathLst>
            <a:path>
              <a:moveTo>
                <a:pt x="0" y="0"/>
              </a:moveTo>
              <a:lnTo>
                <a:pt x="0" y="588999"/>
              </a:lnTo>
              <a:lnTo>
                <a:pt x="192065" y="58899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2634021" y="642001"/>
          <a:ext cx="1549324" cy="268891"/>
        </a:xfrm>
        <a:custGeom>
          <a:avLst/>
          <a:gdLst/>
          <a:ahLst/>
          <a:cxnLst/>
          <a:rect l="0" t="0" r="0" b="0"/>
          <a:pathLst>
            <a:path>
              <a:moveTo>
                <a:pt x="1549324" y="0"/>
              </a:moveTo>
              <a:lnTo>
                <a:pt x="1549324" y="134445"/>
              </a:lnTo>
              <a:lnTo>
                <a:pt x="0" y="134445"/>
              </a:lnTo>
              <a:lnTo>
                <a:pt x="0" y="26889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7F276F-E57B-4251-A70B-2917BAF50B6F}">
      <dsp:nvSpPr>
        <dsp:cNvPr id="0" name=""/>
        <dsp:cNvSpPr/>
      </dsp:nvSpPr>
      <dsp:spPr>
        <a:xfrm>
          <a:off x="572523" y="1551109"/>
          <a:ext cx="192065" cy="1498107"/>
        </a:xfrm>
        <a:custGeom>
          <a:avLst/>
          <a:gdLst/>
          <a:ahLst/>
          <a:cxnLst/>
          <a:rect l="0" t="0" r="0" b="0"/>
          <a:pathLst>
            <a:path>
              <a:moveTo>
                <a:pt x="0" y="0"/>
              </a:moveTo>
              <a:lnTo>
                <a:pt x="0" y="1498107"/>
              </a:lnTo>
              <a:lnTo>
                <a:pt x="192065" y="14981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572523" y="1551109"/>
          <a:ext cx="192065" cy="588999"/>
        </a:xfrm>
        <a:custGeom>
          <a:avLst/>
          <a:gdLst/>
          <a:ahLst/>
          <a:cxnLst/>
          <a:rect l="0" t="0" r="0" b="0"/>
          <a:pathLst>
            <a:path>
              <a:moveTo>
                <a:pt x="0" y="0"/>
              </a:moveTo>
              <a:lnTo>
                <a:pt x="0" y="588999"/>
              </a:lnTo>
              <a:lnTo>
                <a:pt x="192065" y="58899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084696" y="642001"/>
          <a:ext cx="3098649" cy="268891"/>
        </a:xfrm>
        <a:custGeom>
          <a:avLst/>
          <a:gdLst/>
          <a:ahLst/>
          <a:cxnLst/>
          <a:rect l="0" t="0" r="0" b="0"/>
          <a:pathLst>
            <a:path>
              <a:moveTo>
                <a:pt x="3098649" y="0"/>
              </a:moveTo>
              <a:lnTo>
                <a:pt x="3098649" y="134445"/>
              </a:lnTo>
              <a:lnTo>
                <a:pt x="0" y="134445"/>
              </a:lnTo>
              <a:lnTo>
                <a:pt x="0" y="26889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543129" y="1784"/>
          <a:ext cx="1280433" cy="640216"/>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a:t>
          </a:r>
          <a:r>
            <a:rPr lang="en-US" sz="1600" kern="1200" dirty="0" smtClean="0"/>
            <a:t>3</a:t>
          </a:r>
          <a:endParaRPr lang="en-US" sz="1600" kern="1200" dirty="0"/>
        </a:p>
      </dsp:txBody>
      <dsp:txXfrm>
        <a:off x="3543129" y="1784"/>
        <a:ext cx="1280433" cy="640216"/>
      </dsp:txXfrm>
    </dsp:sp>
    <dsp:sp modelId="{C9422C4E-2B02-4D33-A16B-EF7B187ECAB7}">
      <dsp:nvSpPr>
        <dsp:cNvPr id="0" name=""/>
        <dsp:cNvSpPr/>
      </dsp:nvSpPr>
      <dsp:spPr>
        <a:xfrm>
          <a:off x="444480" y="910892"/>
          <a:ext cx="1280433" cy="64021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Good practices: Req. engineering</a:t>
          </a:r>
          <a:endParaRPr lang="en-US" sz="1600" kern="1200" dirty="0"/>
        </a:p>
      </dsp:txBody>
      <dsp:txXfrm>
        <a:off x="444480" y="910892"/>
        <a:ext cx="1280433" cy="640216"/>
      </dsp:txXfrm>
    </dsp:sp>
    <dsp:sp modelId="{ED8B7DF3-7C68-4E1C-A743-283531BE19BD}">
      <dsp:nvSpPr>
        <dsp:cNvPr id="0" name=""/>
        <dsp:cNvSpPr/>
      </dsp:nvSpPr>
      <dsp:spPr>
        <a:xfrm>
          <a:off x="764588" y="1820000"/>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7 categories</a:t>
          </a:r>
          <a:endParaRPr lang="en-US" sz="1400" kern="1200" dirty="0"/>
        </a:p>
      </dsp:txBody>
      <dsp:txXfrm>
        <a:off x="764588" y="1820000"/>
        <a:ext cx="1280433" cy="640216"/>
      </dsp:txXfrm>
    </dsp:sp>
    <dsp:sp modelId="{31C29986-52F5-42D4-A9FC-3B32B3F35DB2}">
      <dsp:nvSpPr>
        <dsp:cNvPr id="0" name=""/>
        <dsp:cNvSpPr/>
      </dsp:nvSpPr>
      <dsp:spPr>
        <a:xfrm>
          <a:off x="764588" y="2729108"/>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50 practices</a:t>
          </a:r>
          <a:endParaRPr lang="en-US" sz="1400" kern="1200" dirty="0"/>
        </a:p>
      </dsp:txBody>
      <dsp:txXfrm>
        <a:off x="764588" y="2729108"/>
        <a:ext cx="1280433" cy="640216"/>
      </dsp:txXfrm>
    </dsp:sp>
    <dsp:sp modelId="{02B28F85-DE51-42FF-859E-1DD3A478F426}">
      <dsp:nvSpPr>
        <dsp:cNvPr id="0" name=""/>
        <dsp:cNvSpPr/>
      </dsp:nvSpPr>
      <dsp:spPr>
        <a:xfrm>
          <a:off x="1993804" y="910892"/>
          <a:ext cx="1280433" cy="64021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Req. development</a:t>
          </a:r>
          <a:endParaRPr lang="en-US" sz="1600" kern="1200" dirty="0"/>
        </a:p>
      </dsp:txBody>
      <dsp:txXfrm>
        <a:off x="1993804" y="910892"/>
        <a:ext cx="1280433" cy="640216"/>
      </dsp:txXfrm>
    </dsp:sp>
    <dsp:sp modelId="{BB71A1EC-99D4-46DC-BDFC-1D7F327564B8}">
      <dsp:nvSpPr>
        <dsp:cNvPr id="0" name=""/>
        <dsp:cNvSpPr/>
      </dsp:nvSpPr>
      <dsp:spPr>
        <a:xfrm>
          <a:off x="2313912" y="1820000"/>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Elicitation</a:t>
          </a:r>
          <a:endParaRPr lang="en-US" sz="1600" kern="1200" dirty="0"/>
        </a:p>
      </dsp:txBody>
      <dsp:txXfrm>
        <a:off x="2313912" y="1820000"/>
        <a:ext cx="1280433" cy="640216"/>
      </dsp:txXfrm>
    </dsp:sp>
    <dsp:sp modelId="{5487298C-5DF2-4AE0-AD6D-3E1DEBCFB02C}">
      <dsp:nvSpPr>
        <dsp:cNvPr id="0" name=""/>
        <dsp:cNvSpPr/>
      </dsp:nvSpPr>
      <dsp:spPr>
        <a:xfrm>
          <a:off x="2313912" y="2729108"/>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Analysis</a:t>
          </a:r>
          <a:endParaRPr lang="en-US" sz="1600" kern="1200" dirty="0"/>
        </a:p>
      </dsp:txBody>
      <dsp:txXfrm>
        <a:off x="2313912" y="2729108"/>
        <a:ext cx="1280433" cy="640216"/>
      </dsp:txXfrm>
    </dsp:sp>
    <dsp:sp modelId="{2269AB6C-4D9B-43F4-9D73-3EE4A8D5D095}">
      <dsp:nvSpPr>
        <dsp:cNvPr id="0" name=""/>
        <dsp:cNvSpPr/>
      </dsp:nvSpPr>
      <dsp:spPr>
        <a:xfrm>
          <a:off x="2313912" y="3638215"/>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Specification</a:t>
          </a:r>
          <a:endParaRPr lang="en-US" sz="1600" kern="1200" dirty="0"/>
        </a:p>
      </dsp:txBody>
      <dsp:txXfrm>
        <a:off x="2313912" y="3638215"/>
        <a:ext cx="1280433" cy="640216"/>
      </dsp:txXfrm>
    </dsp:sp>
    <dsp:sp modelId="{6224F170-1575-49E3-8E06-34C2608A5F22}">
      <dsp:nvSpPr>
        <dsp:cNvPr id="0" name=""/>
        <dsp:cNvSpPr/>
      </dsp:nvSpPr>
      <dsp:spPr>
        <a:xfrm>
          <a:off x="2313912" y="4547323"/>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Validation</a:t>
          </a:r>
          <a:endParaRPr lang="en-US" sz="1600" kern="1200" dirty="0"/>
        </a:p>
      </dsp:txBody>
      <dsp:txXfrm>
        <a:off x="2313912" y="4547323"/>
        <a:ext cx="1280433" cy="640216"/>
      </dsp:txXfrm>
    </dsp:sp>
    <dsp:sp modelId="{03758FE5-334A-46EC-AD76-4289659832B6}">
      <dsp:nvSpPr>
        <dsp:cNvPr id="0" name=""/>
        <dsp:cNvSpPr/>
      </dsp:nvSpPr>
      <dsp:spPr>
        <a:xfrm>
          <a:off x="3543129" y="910892"/>
          <a:ext cx="1280433" cy="64021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Req. management</a:t>
          </a:r>
          <a:endParaRPr lang="en-US" sz="1600" kern="1200" dirty="0"/>
        </a:p>
      </dsp:txBody>
      <dsp:txXfrm>
        <a:off x="3543129" y="910892"/>
        <a:ext cx="1280433" cy="640216"/>
      </dsp:txXfrm>
    </dsp:sp>
    <dsp:sp modelId="{AF41A196-D073-444E-BDCD-FC763BCB5F43}">
      <dsp:nvSpPr>
        <dsp:cNvPr id="0" name=""/>
        <dsp:cNvSpPr/>
      </dsp:nvSpPr>
      <dsp:spPr>
        <a:xfrm>
          <a:off x="3863237" y="1820000"/>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Req. Baseline</a:t>
          </a:r>
          <a:endParaRPr lang="en-US" sz="1600" kern="1200" dirty="0"/>
        </a:p>
      </dsp:txBody>
      <dsp:txXfrm>
        <a:off x="3863237" y="1820000"/>
        <a:ext cx="1280433" cy="640216"/>
      </dsp:txXfrm>
    </dsp:sp>
    <dsp:sp modelId="{EB9DD715-B78F-4025-BC3C-DDF41A6D4038}">
      <dsp:nvSpPr>
        <dsp:cNvPr id="0" name=""/>
        <dsp:cNvSpPr/>
      </dsp:nvSpPr>
      <dsp:spPr>
        <a:xfrm>
          <a:off x="3863237" y="2729108"/>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Req. changes &amp; monitor</a:t>
          </a:r>
          <a:endParaRPr lang="en-US" sz="1600" kern="1200" dirty="0"/>
        </a:p>
      </dsp:txBody>
      <dsp:txXfrm>
        <a:off x="3863237" y="2729108"/>
        <a:ext cx="1280433" cy="640216"/>
      </dsp:txXfrm>
    </dsp:sp>
    <dsp:sp modelId="{4B00E9AA-737E-4AB4-9751-51C205D5BA45}">
      <dsp:nvSpPr>
        <dsp:cNvPr id="0" name=""/>
        <dsp:cNvSpPr/>
      </dsp:nvSpPr>
      <dsp:spPr>
        <a:xfrm>
          <a:off x="3863237" y="3638215"/>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Req. traceability</a:t>
          </a:r>
          <a:endParaRPr lang="en-US" sz="1600" kern="1200" dirty="0"/>
        </a:p>
      </dsp:txBody>
      <dsp:txXfrm>
        <a:off x="3863237" y="3638215"/>
        <a:ext cx="1280433" cy="640216"/>
      </dsp:txXfrm>
    </dsp:sp>
    <dsp:sp modelId="{793A719D-4242-4116-984C-7E4DB947CB2C}">
      <dsp:nvSpPr>
        <dsp:cNvPr id="0" name=""/>
        <dsp:cNvSpPr/>
      </dsp:nvSpPr>
      <dsp:spPr>
        <a:xfrm>
          <a:off x="3863237" y="4547323"/>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Req. Mgt. tools</a:t>
          </a:r>
          <a:endParaRPr lang="en-US" sz="1600" kern="1200" dirty="0"/>
        </a:p>
      </dsp:txBody>
      <dsp:txXfrm>
        <a:off x="3863237" y="4547323"/>
        <a:ext cx="1280433" cy="640216"/>
      </dsp:txXfrm>
    </dsp:sp>
    <dsp:sp modelId="{E2CE8193-46AF-44C0-B4A1-4402C2A6388E}">
      <dsp:nvSpPr>
        <dsp:cNvPr id="0" name=""/>
        <dsp:cNvSpPr/>
      </dsp:nvSpPr>
      <dsp:spPr>
        <a:xfrm>
          <a:off x="5092453" y="910892"/>
          <a:ext cx="1280433" cy="64021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Knowledge about Req. Eng.</a:t>
          </a:r>
          <a:endParaRPr lang="en-US" sz="1600" kern="1200" dirty="0"/>
        </a:p>
      </dsp:txBody>
      <dsp:txXfrm>
        <a:off x="5092453" y="910892"/>
        <a:ext cx="1280433" cy="640216"/>
      </dsp:txXfrm>
    </dsp:sp>
    <dsp:sp modelId="{B386D850-18E4-4553-BFA3-F5B91F42AF1A}">
      <dsp:nvSpPr>
        <dsp:cNvPr id="0" name=""/>
        <dsp:cNvSpPr/>
      </dsp:nvSpPr>
      <dsp:spPr>
        <a:xfrm>
          <a:off x="5412561" y="1820000"/>
          <a:ext cx="1280433" cy="64836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Train BA</a:t>
          </a:r>
          <a:endParaRPr lang="en-US" sz="1600" kern="1200" dirty="0"/>
        </a:p>
      </dsp:txBody>
      <dsp:txXfrm>
        <a:off x="5412561" y="1820000"/>
        <a:ext cx="1280433" cy="648366"/>
      </dsp:txXfrm>
    </dsp:sp>
    <dsp:sp modelId="{AD05E803-A7A2-4733-B015-24257F5A1699}">
      <dsp:nvSpPr>
        <dsp:cNvPr id="0" name=""/>
        <dsp:cNvSpPr/>
      </dsp:nvSpPr>
      <dsp:spPr>
        <a:xfrm>
          <a:off x="5412561" y="2737257"/>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Educate stakeholders, Dev</a:t>
          </a:r>
          <a:endParaRPr lang="en-US" sz="1400" kern="1200" dirty="0"/>
        </a:p>
      </dsp:txBody>
      <dsp:txXfrm>
        <a:off x="5412561" y="2737257"/>
        <a:ext cx="1280433" cy="640216"/>
      </dsp:txXfrm>
    </dsp:sp>
    <dsp:sp modelId="{5AB1CE78-FFC0-4A1C-884A-EFD72EB0B55E}">
      <dsp:nvSpPr>
        <dsp:cNvPr id="0" name=""/>
        <dsp:cNvSpPr/>
      </dsp:nvSpPr>
      <dsp:spPr>
        <a:xfrm>
          <a:off x="5412561" y="3646365"/>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Create req. processes</a:t>
          </a:r>
          <a:endParaRPr lang="en-US" sz="1400" kern="1200" dirty="0"/>
        </a:p>
      </dsp:txBody>
      <dsp:txXfrm>
        <a:off x="5412561" y="3646365"/>
        <a:ext cx="1280433" cy="640216"/>
      </dsp:txXfrm>
    </dsp:sp>
    <dsp:sp modelId="{4B31A7B3-2386-4740-A97D-E425D7AA05D7}">
      <dsp:nvSpPr>
        <dsp:cNvPr id="0" name=""/>
        <dsp:cNvSpPr/>
      </dsp:nvSpPr>
      <dsp:spPr>
        <a:xfrm>
          <a:off x="5412561" y="4555473"/>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Define glossary</a:t>
          </a:r>
          <a:endParaRPr lang="en-US" sz="1400" kern="1200" dirty="0"/>
        </a:p>
      </dsp:txBody>
      <dsp:txXfrm>
        <a:off x="5412561" y="4555473"/>
        <a:ext cx="1280433" cy="640216"/>
      </dsp:txXfrm>
    </dsp:sp>
    <dsp:sp modelId="{9BB5FF79-6973-4054-99B9-A54F1965A453}">
      <dsp:nvSpPr>
        <dsp:cNvPr id="0" name=""/>
        <dsp:cNvSpPr/>
      </dsp:nvSpPr>
      <dsp:spPr>
        <a:xfrm>
          <a:off x="6641778" y="910892"/>
          <a:ext cx="1280433" cy="64021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Projects Mgt.</a:t>
          </a:r>
          <a:endParaRPr lang="en-US" sz="1400" kern="1200" dirty="0"/>
        </a:p>
      </dsp:txBody>
      <dsp:txXfrm>
        <a:off x="6641778" y="910892"/>
        <a:ext cx="1280433" cy="640216"/>
      </dsp:txXfrm>
    </dsp:sp>
    <dsp:sp modelId="{5419A9F9-1304-4927-89DA-0098410B4A6C}">
      <dsp:nvSpPr>
        <dsp:cNvPr id="0" name=""/>
        <dsp:cNvSpPr/>
      </dsp:nvSpPr>
      <dsp:spPr>
        <a:xfrm>
          <a:off x="6961886" y="1820000"/>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Select SW dev. Life cycle</a:t>
          </a:r>
          <a:endParaRPr lang="en-US" sz="1600" kern="1200" dirty="0"/>
        </a:p>
      </dsp:txBody>
      <dsp:txXfrm>
        <a:off x="6961886" y="1820000"/>
        <a:ext cx="1280433" cy="640216"/>
      </dsp:txXfrm>
    </dsp:sp>
    <dsp:sp modelId="{83291EA2-E836-484B-AE4C-8D0D6D755106}">
      <dsp:nvSpPr>
        <dsp:cNvPr id="0" name=""/>
        <dsp:cNvSpPr/>
      </dsp:nvSpPr>
      <dsp:spPr>
        <a:xfrm>
          <a:off x="6961886" y="2729108"/>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Plan req. approach</a:t>
          </a:r>
          <a:endParaRPr lang="en-US" sz="1600" kern="1200" dirty="0"/>
        </a:p>
      </dsp:txBody>
      <dsp:txXfrm>
        <a:off x="6961886" y="2729108"/>
        <a:ext cx="1280433" cy="640216"/>
      </dsp:txXfrm>
    </dsp:sp>
    <dsp:sp modelId="{E0A242CE-5970-4277-BFF4-836038C1726B}">
      <dsp:nvSpPr>
        <dsp:cNvPr id="0" name=""/>
        <dsp:cNvSpPr/>
      </dsp:nvSpPr>
      <dsp:spPr>
        <a:xfrm>
          <a:off x="6961886" y="3638215"/>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Estimate efforts</a:t>
          </a:r>
          <a:endParaRPr lang="en-US" sz="1600" kern="1200" dirty="0"/>
        </a:p>
      </dsp:txBody>
      <dsp:txXfrm>
        <a:off x="6961886" y="3638215"/>
        <a:ext cx="1280433" cy="640216"/>
      </dsp:txXfrm>
    </dsp:sp>
    <dsp:sp modelId="{59E047FC-425B-4687-A647-10E12F60DFF3}">
      <dsp:nvSpPr>
        <dsp:cNvPr id="0" name=""/>
        <dsp:cNvSpPr/>
      </dsp:nvSpPr>
      <dsp:spPr>
        <a:xfrm>
          <a:off x="6961886" y="4547323"/>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Identify decision makers</a:t>
          </a:r>
          <a:endParaRPr lang="en-US" sz="1600" kern="1200" dirty="0"/>
        </a:p>
      </dsp:txBody>
      <dsp:txXfrm>
        <a:off x="6961886" y="4547323"/>
        <a:ext cx="1280433" cy="64021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A77047-EAA2-44F0-BCBB-8D38408F6DCE}" type="datetimeFigureOut">
              <a:rPr lang="en-US" smtClean="0"/>
              <a:t>14/02/2020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79320-9393-4101-B623-4D9AE0A3EC6A}" type="slidenum">
              <a:rPr lang="en-US" smtClean="0"/>
              <a:t>‹#›</a:t>
            </a:fld>
            <a:endParaRPr lang="en-US"/>
          </a:p>
        </p:txBody>
      </p:sp>
    </p:spTree>
    <p:extLst>
      <p:ext uri="{BB962C8B-B14F-4D97-AF65-F5344CB8AC3E}">
        <p14:creationId xmlns:p14="http://schemas.microsoft.com/office/powerpoint/2010/main" val="2407299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smtClean="0"/>
              <a:t>Backlog (n): </a:t>
            </a:r>
            <a:r>
              <a:rPr lang="en-US" dirty="0" err="1" smtClean="0"/>
              <a:t>phần</a:t>
            </a:r>
            <a:r>
              <a:rPr lang="en-US" baseline="0" dirty="0" smtClean="0"/>
              <a:t> </a:t>
            </a:r>
            <a:r>
              <a:rPr lang="en-US" baseline="0" dirty="0" err="1" smtClean="0"/>
              <a:t>công</a:t>
            </a:r>
            <a:r>
              <a:rPr lang="en-US" baseline="0" dirty="0" smtClean="0"/>
              <a:t> </a:t>
            </a:r>
            <a:r>
              <a:rPr lang="en-US" baseline="0" dirty="0" err="1" smtClean="0"/>
              <a:t>việc</a:t>
            </a:r>
            <a:r>
              <a:rPr lang="en-US" baseline="0" dirty="0" smtClean="0"/>
              <a:t> </a:t>
            </a:r>
            <a:r>
              <a:rPr lang="en-US" baseline="0" dirty="0" err="1" smtClean="0"/>
              <a:t>còn</a:t>
            </a:r>
            <a:r>
              <a:rPr lang="en-US" baseline="0" dirty="0" smtClean="0"/>
              <a:t> </a:t>
            </a:r>
            <a:r>
              <a:rPr lang="en-US" baseline="0" dirty="0" err="1" smtClean="0"/>
              <a:t>tồn</a:t>
            </a:r>
            <a:r>
              <a:rPr lang="en-US" baseline="0" dirty="0" smtClean="0"/>
              <a:t> </a:t>
            </a:r>
            <a:r>
              <a:rPr lang="en-US" baseline="0" dirty="0" err="1" smtClean="0"/>
              <a:t>đọng</a:t>
            </a:r>
            <a:r>
              <a:rPr lang="en-US" baseline="0" dirty="0" smtClean="0"/>
              <a:t> </a:t>
            </a:r>
            <a:r>
              <a:rPr lang="en-US" baseline="0" dirty="0" err="1" smtClean="0"/>
              <a:t>thưa</a:t>
            </a:r>
            <a:r>
              <a:rPr lang="en-US" baseline="0" dirty="0" smtClean="0"/>
              <a:t> </a:t>
            </a:r>
            <a:r>
              <a:rPr lang="en-US" baseline="0" dirty="0" err="1" smtClean="0"/>
              <a:t>chực</a:t>
            </a:r>
            <a:r>
              <a:rPr lang="en-US" baseline="0" dirty="0" smtClean="0"/>
              <a:t> </a:t>
            </a:r>
            <a:r>
              <a:rPr lang="en-US" baseline="0" dirty="0" err="1" smtClean="0"/>
              <a:t>hiện</a:t>
            </a:r>
            <a:r>
              <a:rPr lang="en-US" baseline="0" dirty="0" smtClean="0"/>
              <a:t>. </a:t>
            </a:r>
          </a:p>
          <a:p>
            <a:pPr marL="171450" indent="-171450">
              <a:buFontTx/>
              <a:buChar char="-"/>
            </a:pPr>
            <a:r>
              <a:rPr lang="en-US" baseline="0" dirty="0" smtClean="0"/>
              <a:t>Product backlog: </a:t>
            </a:r>
            <a:r>
              <a:rPr lang="en-US" baseline="0" dirty="0" err="1" smtClean="0"/>
              <a:t>phần</a:t>
            </a:r>
            <a:r>
              <a:rPr lang="en-US" baseline="0" dirty="0" smtClean="0"/>
              <a:t> </a:t>
            </a:r>
            <a:r>
              <a:rPr lang="en-US" baseline="0" dirty="0" err="1" smtClean="0"/>
              <a:t>còn</a:t>
            </a:r>
            <a:r>
              <a:rPr lang="en-US" baseline="0" dirty="0" smtClean="0"/>
              <a:t> </a:t>
            </a:r>
            <a:r>
              <a:rPr lang="en-US" baseline="0" dirty="0" err="1" smtClean="0"/>
              <a:t>lại</a:t>
            </a:r>
            <a:r>
              <a:rPr lang="en-US" baseline="0" dirty="0" smtClean="0"/>
              <a:t> </a:t>
            </a:r>
            <a:r>
              <a:rPr lang="en-US" baseline="0" dirty="0" err="1" smtClean="0"/>
              <a:t>của</a:t>
            </a:r>
            <a:r>
              <a:rPr lang="en-US" baseline="0" dirty="0" smtClean="0"/>
              <a:t> </a:t>
            </a:r>
            <a:r>
              <a:rPr lang="en-US" baseline="0" dirty="0" err="1" smtClean="0"/>
              <a:t>dự</a:t>
            </a:r>
            <a:r>
              <a:rPr lang="en-US" baseline="0" dirty="0" smtClean="0"/>
              <a:t> </a:t>
            </a:r>
            <a:r>
              <a:rPr lang="en-US" baseline="0" dirty="0" err="1" smtClean="0"/>
              <a:t>án</a:t>
            </a:r>
            <a:endParaRPr lang="en-US" baseline="0" dirty="0" smtClean="0"/>
          </a:p>
          <a:p>
            <a:pPr marL="171450" indent="-171450">
              <a:buFontTx/>
              <a:buChar char="-"/>
            </a:pPr>
            <a:r>
              <a:rPr lang="en-US" baseline="0" dirty="0" smtClean="0"/>
              <a:t>Velocity (n): </a:t>
            </a:r>
            <a:r>
              <a:rPr lang="en-US" baseline="0" dirty="0" err="1" smtClean="0"/>
              <a:t>Tốc</a:t>
            </a:r>
            <a:r>
              <a:rPr lang="en-US" baseline="0" dirty="0" smtClean="0"/>
              <a:t> </a:t>
            </a:r>
            <a:r>
              <a:rPr lang="en-US" baseline="0" dirty="0" err="1" smtClean="0"/>
              <a:t>độ</a:t>
            </a:r>
            <a:endParaRPr lang="en-US" baseline="0" dirty="0" smtClean="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686789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smtClean="0"/>
              <a:t>Need to help student understand these practices aren’t suitable for every situation, so use good judgment, common sense, and experience. Even the best practices need to be selected, applied, and adapted thoughtfully to appropriate situations by skilled business analysts. :</a:t>
            </a:r>
            <a:r>
              <a:rPr lang="en-US" sz="1200" baseline="0" dirty="0" smtClean="0"/>
              <a:t> </a:t>
            </a:r>
            <a:r>
              <a:rPr lang="vi-VN" sz="1200" baseline="0" dirty="0" smtClean="0"/>
              <a:t>Cần giúp học sinh hiểu những thực hành này không phù hợp với mọi tình huống, vì vậy hãy sử dụng phán đoán tốt, ý thức chung và kinh nghiệm. Ngay cả những thực tiễn tốt nhất cũng cần được lựa chọn, áp dụng và điều chỉnh phù hợp với các tình huống phù hợp bởi các nhà phân tích kinh doanh lành nghề.</a:t>
            </a:r>
            <a:endParaRPr lang="en-US" sz="1200" baseline="0" dirty="0" smtClean="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smtClean="0"/>
              <a:t>Student must enhance that different practices might be most appropriate for understanding the requirements for different portions of a given project.</a:t>
            </a:r>
          </a:p>
        </p:txBody>
      </p:sp>
      <p:sp>
        <p:nvSpPr>
          <p:cNvPr id="4" name="Slide Number Placeholder 3"/>
          <p:cNvSpPr>
            <a:spLocks noGrp="1"/>
          </p:cNvSpPr>
          <p:nvPr>
            <p:ph type="sldNum" sz="quarter" idx="10"/>
          </p:nvPr>
        </p:nvSpPr>
        <p:spPr/>
        <p:txBody>
          <a:bodyPr/>
          <a:lstStyle/>
          <a:p>
            <a:fld id="{9F179320-9393-4101-B623-4D9AE0A3EC6A}" type="slidenum">
              <a:rPr lang="en-US" smtClean="0"/>
              <a:t>3</a:t>
            </a:fld>
            <a:endParaRPr lang="en-US"/>
          </a:p>
        </p:txBody>
      </p:sp>
    </p:spTree>
    <p:extLst>
      <p:ext uri="{BB962C8B-B14F-4D97-AF65-F5344CB8AC3E}">
        <p14:creationId xmlns:p14="http://schemas.microsoft.com/office/powerpoint/2010/main" val="228405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 </a:t>
            </a:r>
            <a:r>
              <a:rPr lang="en-US" sz="1200" dirty="0" smtClean="0"/>
              <a:t>The notion of best practices is debatable: who decides what is “best” and on what basis? One approach is to convene </a:t>
            </a:r>
            <a:r>
              <a:rPr lang="en-US" sz="1000" dirty="0" smtClean="0"/>
              <a:t>(</a:t>
            </a:r>
            <a:r>
              <a:rPr lang="en-US" sz="1000" dirty="0" err="1" smtClean="0"/>
              <a:t>tập</a:t>
            </a:r>
            <a:r>
              <a:rPr lang="en-US" sz="1000" dirty="0" smtClean="0"/>
              <a:t> </a:t>
            </a:r>
            <a:r>
              <a:rPr lang="en-US" sz="1000" dirty="0" err="1" smtClean="0"/>
              <a:t>hợp</a:t>
            </a:r>
            <a:r>
              <a:rPr lang="en-US" sz="1000" dirty="0" smtClean="0"/>
              <a:t>)</a:t>
            </a:r>
            <a:r>
              <a:rPr lang="en-US" sz="1200" dirty="0" smtClean="0"/>
              <a:t> a body of industry experts to analyze project from many organizations. These experts seek out practices whose effective performance is associated with successful project and which are performed poorly or not at all on failed projects.:</a:t>
            </a:r>
            <a:r>
              <a:rPr lang="en-US" sz="1200" baseline="0" dirty="0" smtClean="0"/>
              <a:t> </a:t>
            </a:r>
            <a:r>
              <a:rPr lang="vi-VN" sz="1200" baseline="0" dirty="0" smtClean="0"/>
              <a:t>Khái niệm về các thực tiễn tốt nhất đang gây tranh cãi: ai là người quyết định thế nào là tốt nhất và trên cơ sở nào? Một cách tiếp cận là triệu tập (tập hợp) một nhóm các chuyên gia trong ngành để phân tích dự án từ nhiều tổ chức. Các chuyên gia này tìm kiếm các thực tiễn có hiệu suất hiệu quả được liên kết với các dự án thành công và được thực hiện kém hoặc hoàn toàn không có trong các dự án thất bại.</a:t>
            </a:r>
            <a:endParaRPr lang="en-US" sz="1200" dirty="0" smtClean="0"/>
          </a:p>
        </p:txBody>
      </p:sp>
      <p:sp>
        <p:nvSpPr>
          <p:cNvPr id="4" name="Slide Number Placeholder 3"/>
          <p:cNvSpPr>
            <a:spLocks noGrp="1"/>
          </p:cNvSpPr>
          <p:nvPr>
            <p:ph type="sldNum" sz="quarter" idx="10"/>
          </p:nvPr>
        </p:nvSpPr>
        <p:spPr/>
        <p:txBody>
          <a:bodyPr/>
          <a:lstStyle/>
          <a:p>
            <a:fld id="{9F179320-9393-4101-B623-4D9AE0A3EC6A}" type="slidenum">
              <a:rPr lang="en-US" smtClean="0"/>
              <a:t>5</a:t>
            </a:fld>
            <a:endParaRPr lang="en-US"/>
          </a:p>
        </p:txBody>
      </p:sp>
    </p:spTree>
    <p:extLst>
      <p:ext uri="{BB962C8B-B14F-4D97-AF65-F5344CB8AC3E}">
        <p14:creationId xmlns:p14="http://schemas.microsoft.com/office/powerpoint/2010/main" val="3969834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Elicitation (n): </a:t>
            </a:r>
            <a:r>
              <a:rPr lang="en-US" dirty="0" err="1" smtClean="0"/>
              <a:t>sự</a:t>
            </a:r>
            <a:r>
              <a:rPr lang="en-US" baseline="0" dirty="0" smtClean="0"/>
              <a:t> </a:t>
            </a:r>
            <a:r>
              <a:rPr lang="en-US" baseline="0" dirty="0" err="1" smtClean="0"/>
              <a:t>rút</a:t>
            </a:r>
            <a:r>
              <a:rPr lang="en-US" baseline="0" dirty="0" smtClean="0"/>
              <a:t> </a:t>
            </a:r>
            <a:r>
              <a:rPr lang="en-US" baseline="0" dirty="0" err="1" smtClean="0"/>
              <a:t>ra</a:t>
            </a:r>
            <a:r>
              <a:rPr lang="en-US" baseline="0" dirty="0" smtClean="0"/>
              <a:t>, </a:t>
            </a:r>
            <a:r>
              <a:rPr lang="en-US" baseline="0" dirty="0" err="1" smtClean="0"/>
              <a:t>luận</a:t>
            </a:r>
            <a:r>
              <a:rPr lang="en-US" baseline="0" dirty="0" smtClean="0"/>
              <a:t> </a:t>
            </a:r>
            <a:r>
              <a:rPr lang="en-US" baseline="0" dirty="0" err="1" smtClean="0"/>
              <a:t>ra</a:t>
            </a:r>
            <a:endParaRPr lang="en-US" baseline="0" dirty="0" smtClean="0"/>
          </a:p>
          <a:p>
            <a:pPr marL="171450" indent="-171450">
              <a:buFontTx/>
              <a:buChar char="-"/>
            </a:pPr>
            <a:r>
              <a:rPr lang="en-US" dirty="0" smtClean="0"/>
              <a:t>select product champions:</a:t>
            </a:r>
            <a:r>
              <a:rPr lang="en-US" baseline="0" dirty="0" smtClean="0"/>
              <a:t> </a:t>
            </a:r>
            <a:r>
              <a:rPr lang="en-US" baseline="0" dirty="0" err="1" smtClean="0"/>
              <a:t>chọn</a:t>
            </a:r>
            <a:r>
              <a:rPr lang="en-US" baseline="0" dirty="0" smtClean="0"/>
              <a:t> SP </a:t>
            </a:r>
            <a:r>
              <a:rPr lang="en-US" baseline="0" dirty="0" err="1" smtClean="0"/>
              <a:t>vô</a:t>
            </a:r>
            <a:r>
              <a:rPr lang="en-US" baseline="0" dirty="0" smtClean="0"/>
              <a:t> </a:t>
            </a:r>
            <a:r>
              <a:rPr lang="en-US" baseline="0" dirty="0" err="1" smtClean="0"/>
              <a:t>địch</a:t>
            </a:r>
            <a:endParaRPr lang="en-US" baseline="0" dirty="0" smtClean="0"/>
          </a:p>
          <a:p>
            <a:pPr marL="171450" indent="-171450">
              <a:buFontTx/>
              <a:buChar char="-"/>
            </a:pPr>
            <a:r>
              <a:rPr lang="en-US" dirty="0" smtClean="0"/>
              <a:t>Adopt requirement</a:t>
            </a:r>
            <a:r>
              <a:rPr lang="en-US" baseline="0" dirty="0" smtClean="0"/>
              <a:t> document templates: </a:t>
            </a:r>
            <a:r>
              <a:rPr lang="en-US" baseline="0" dirty="0" err="1" smtClean="0"/>
              <a:t>Thông</a:t>
            </a:r>
            <a:r>
              <a:rPr lang="en-US" baseline="0" dirty="0" smtClean="0"/>
              <a:t> qua </a:t>
            </a:r>
            <a:r>
              <a:rPr lang="en-US" baseline="0" dirty="0" err="1" smtClean="0"/>
              <a:t>các</a:t>
            </a:r>
            <a:r>
              <a:rPr lang="en-US" baseline="0" dirty="0" smtClean="0"/>
              <a:t> </a:t>
            </a:r>
            <a:r>
              <a:rPr lang="en-US" baseline="0" dirty="0" err="1" smtClean="0"/>
              <a:t>mẫu</a:t>
            </a:r>
            <a:r>
              <a:rPr lang="en-US" baseline="0" dirty="0" smtClean="0"/>
              <a:t> </a:t>
            </a:r>
            <a:r>
              <a:rPr lang="en-US" baseline="0" dirty="0" err="1" smtClean="0"/>
              <a:t>tài</a:t>
            </a:r>
            <a:r>
              <a:rPr lang="en-US" baseline="0" dirty="0" smtClean="0"/>
              <a:t> </a:t>
            </a:r>
            <a:r>
              <a:rPr lang="en-US" baseline="0" dirty="0" err="1" smtClean="0"/>
              <a:t>liệu</a:t>
            </a:r>
            <a:r>
              <a:rPr lang="en-US" baseline="0" dirty="0" smtClean="0"/>
              <a:t> </a:t>
            </a:r>
            <a:r>
              <a:rPr lang="en-US" baseline="0" dirty="0" err="1" smtClean="0"/>
              <a:t>yêu</a:t>
            </a:r>
            <a:r>
              <a:rPr lang="en-US" baseline="0" dirty="0" smtClean="0"/>
              <a:t> </a:t>
            </a:r>
            <a:r>
              <a:rPr lang="en-US" baseline="0" dirty="0" err="1" smtClean="0"/>
              <a:t>cầu</a:t>
            </a:r>
            <a:r>
              <a:rPr lang="en-US" baseline="0" dirty="0" smtClean="0"/>
              <a:t>.</a:t>
            </a:r>
          </a:p>
          <a:p>
            <a:pPr marL="171450" indent="-171450">
              <a:buFontTx/>
              <a:buChar char="-"/>
            </a:pPr>
            <a:r>
              <a:rPr lang="en-US" baseline="0" dirty="0" smtClean="0"/>
              <a:t>Uniquely label each requirement: </a:t>
            </a:r>
            <a:r>
              <a:rPr lang="en-US" baseline="0" dirty="0" err="1" smtClean="0"/>
              <a:t>Nhãn</a:t>
            </a:r>
            <a:r>
              <a:rPr lang="en-US" baseline="0" dirty="0" smtClean="0"/>
              <a:t> </a:t>
            </a:r>
            <a:r>
              <a:rPr lang="en-US" baseline="0" dirty="0" err="1" smtClean="0"/>
              <a:t>duy</a:t>
            </a:r>
            <a:r>
              <a:rPr lang="en-US" baseline="0" dirty="0" smtClean="0"/>
              <a:t> </a:t>
            </a:r>
            <a:r>
              <a:rPr lang="en-US" baseline="0" dirty="0" err="1" smtClean="0"/>
              <a:t>nhất</a:t>
            </a:r>
            <a:r>
              <a:rPr lang="en-US" baseline="0" dirty="0" smtClean="0"/>
              <a:t> </a:t>
            </a:r>
            <a:r>
              <a:rPr lang="en-US" baseline="0" dirty="0" err="1" smtClean="0"/>
              <a:t>mỗi</a:t>
            </a:r>
            <a:r>
              <a:rPr lang="en-US" baseline="0" dirty="0" smtClean="0"/>
              <a:t> </a:t>
            </a:r>
            <a:r>
              <a:rPr lang="en-US" baseline="0" dirty="0" err="1" smtClean="0"/>
              <a:t>yêu</a:t>
            </a:r>
            <a:r>
              <a:rPr lang="en-US" baseline="0" dirty="0" smtClean="0"/>
              <a:t> </a:t>
            </a:r>
            <a:r>
              <a:rPr lang="en-US" baseline="0" dirty="0" err="1" smtClean="0"/>
              <a:t>cầu</a:t>
            </a:r>
            <a:r>
              <a:rPr lang="en-US" baseline="0" dirty="0" smtClean="0"/>
              <a:t>.</a:t>
            </a:r>
          </a:p>
          <a:p>
            <a:pPr marL="171450" indent="-171450">
              <a:buFontTx/>
              <a:buChar char="-"/>
            </a:pPr>
            <a:r>
              <a:rPr lang="en-US" dirty="0" smtClean="0"/>
              <a:t>Glossary (n): </a:t>
            </a:r>
            <a:r>
              <a:rPr lang="en-US" dirty="0" err="1" smtClean="0"/>
              <a:t>bảng</a:t>
            </a:r>
            <a:r>
              <a:rPr lang="en-US" baseline="0" dirty="0" smtClean="0"/>
              <a:t> </a:t>
            </a:r>
            <a:r>
              <a:rPr lang="en-US" baseline="0" dirty="0" err="1" smtClean="0"/>
              <a:t>chú</a:t>
            </a:r>
            <a:r>
              <a:rPr lang="en-US" baseline="0" dirty="0" smtClean="0"/>
              <a:t> </a:t>
            </a:r>
            <a:r>
              <a:rPr lang="en-US" baseline="0" dirty="0" err="1" smtClean="0"/>
              <a:t>giải</a:t>
            </a:r>
            <a:r>
              <a:rPr lang="en-US" baseline="0" dirty="0" smtClean="0"/>
              <a:t> </a:t>
            </a:r>
            <a:r>
              <a:rPr lang="en-US" baseline="0" dirty="0" err="1" smtClean="0"/>
              <a:t>thuật</a:t>
            </a:r>
            <a:r>
              <a:rPr lang="en-US" baseline="0" dirty="0" smtClean="0"/>
              <a:t> </a:t>
            </a:r>
            <a:r>
              <a:rPr lang="en-US" baseline="0" dirty="0" err="1" smtClean="0"/>
              <a:t>ngữ</a:t>
            </a:r>
            <a:endParaRPr lang="en-US" baseline="0" dirty="0" smtClean="0"/>
          </a:p>
          <a:p>
            <a:pPr marL="171450" indent="-171450">
              <a:buFontTx/>
              <a:buChar char="-"/>
            </a:pPr>
            <a:r>
              <a:rPr lang="en-US" baseline="0" dirty="0" smtClean="0"/>
              <a:t>Base plans on requirements: </a:t>
            </a:r>
            <a:r>
              <a:rPr lang="en-US" baseline="0" dirty="0" err="1" smtClean="0"/>
              <a:t>Xd</a:t>
            </a:r>
            <a:r>
              <a:rPr lang="en-US" baseline="0" dirty="0" smtClean="0"/>
              <a:t> </a:t>
            </a:r>
            <a:r>
              <a:rPr lang="en-US" baseline="0" dirty="0" err="1" smtClean="0"/>
              <a:t>các</a:t>
            </a:r>
            <a:r>
              <a:rPr lang="en-US" baseline="0" dirty="0" smtClean="0"/>
              <a:t> KH </a:t>
            </a:r>
            <a:r>
              <a:rPr lang="en-US" baseline="0" dirty="0" err="1" smtClean="0"/>
              <a:t>lấy</a:t>
            </a:r>
            <a:r>
              <a:rPr lang="en-US" baseline="0" dirty="0" smtClean="0"/>
              <a:t> </a:t>
            </a:r>
            <a:r>
              <a:rPr lang="en-US" baseline="0" dirty="0" err="1" smtClean="0"/>
              <a:t>yêu</a:t>
            </a:r>
            <a:r>
              <a:rPr lang="en-US" baseline="0" dirty="0" smtClean="0"/>
              <a:t> </a:t>
            </a:r>
            <a:r>
              <a:rPr lang="en-US" baseline="0" dirty="0" err="1" smtClean="0"/>
              <a:t>cầu</a:t>
            </a:r>
            <a:endParaRPr lang="en-US" baseline="0" dirty="0" smtClean="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6</a:t>
            </a:fld>
            <a:endParaRPr lang="en-US"/>
          </a:p>
        </p:txBody>
      </p:sp>
    </p:spTree>
    <p:extLst>
      <p:ext uri="{BB962C8B-B14F-4D97-AF65-F5344CB8AC3E}">
        <p14:creationId xmlns:p14="http://schemas.microsoft.com/office/powerpoint/2010/main" val="1721211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t>
            </a:r>
            <a:r>
              <a:rPr lang="en-US" dirty="0" err="1" smtClean="0"/>
              <a:t>Interveave</a:t>
            </a:r>
            <a:r>
              <a:rPr lang="en-US" dirty="0" smtClean="0"/>
              <a:t> (v): </a:t>
            </a:r>
            <a:r>
              <a:rPr lang="en-US" dirty="0" err="1" smtClean="0"/>
              <a:t>đan</a:t>
            </a:r>
            <a:r>
              <a:rPr lang="en-US" baseline="0" dirty="0" smtClean="0"/>
              <a:t> </a:t>
            </a:r>
            <a:r>
              <a:rPr lang="en-US" baseline="0" dirty="0" err="1" smtClean="0"/>
              <a:t>xen</a:t>
            </a: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7</a:t>
            </a:fld>
            <a:endParaRPr lang="en-US"/>
          </a:p>
        </p:txBody>
      </p:sp>
    </p:spTree>
    <p:extLst>
      <p:ext uri="{BB962C8B-B14F-4D97-AF65-F5344CB8AC3E}">
        <p14:creationId xmlns:p14="http://schemas.microsoft.com/office/powerpoint/2010/main" val="3108244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dirty="0" smtClean="0"/>
              <a:t>The first 7 steps are typically performed once early in the project (although the team will need to revisit all of these activities periodically): </a:t>
            </a:r>
            <a:r>
              <a:rPr lang="vi-VN" sz="1200" dirty="0" smtClean="0"/>
              <a:t>7 bước đầu tiên thường được thực hiện sớm một lần trong dự án (mặc dù nhóm sẽ cần phải xem lại tất cả các hoạt động này theo định kỳ)</a:t>
            </a:r>
            <a:endParaRPr lang="en-US" sz="1200" dirty="0" smtClean="0"/>
          </a:p>
          <a:p>
            <a:pPr marL="171450" indent="-171450">
              <a:buFontTx/>
              <a:buChar char="-"/>
            </a:pPr>
            <a:r>
              <a:rPr lang="en-US" sz="1200" dirty="0" smtClean="0"/>
              <a:t>Flesh out: </a:t>
            </a:r>
            <a:r>
              <a:rPr lang="en-US" sz="1200" dirty="0" err="1" smtClean="0"/>
              <a:t>bổ</a:t>
            </a:r>
            <a:r>
              <a:rPr lang="en-US" sz="1200" baseline="0" dirty="0" smtClean="0"/>
              <a:t> sung</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8</a:t>
            </a:fld>
            <a:endParaRPr lang="en-US"/>
          </a:p>
        </p:txBody>
      </p:sp>
    </p:spTree>
    <p:extLst>
      <p:ext uri="{BB962C8B-B14F-4D97-AF65-F5344CB8AC3E}">
        <p14:creationId xmlns:p14="http://schemas.microsoft.com/office/powerpoint/2010/main" val="4147913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Identify an individual who can accurately serve as the literal voice of the customer for each user class: </a:t>
            </a:r>
            <a:r>
              <a:rPr lang="vi-VN" dirty="0" smtClean="0"/>
              <a:t>Xác định một cá nhân có thể phục vụ chính xác như tiếng nói </a:t>
            </a:r>
            <a:r>
              <a:rPr lang="en-US" dirty="0" err="1" smtClean="0"/>
              <a:t>đúng</a:t>
            </a:r>
            <a:r>
              <a:rPr lang="en-US" baseline="0" dirty="0" smtClean="0"/>
              <a:t> </a:t>
            </a:r>
            <a:r>
              <a:rPr lang="en-US" baseline="0" dirty="0" err="1" smtClean="0"/>
              <a:t>sự</a:t>
            </a:r>
            <a:r>
              <a:rPr lang="en-US" baseline="0" dirty="0" smtClean="0"/>
              <a:t> </a:t>
            </a:r>
            <a:r>
              <a:rPr lang="en-US" baseline="0" dirty="0" err="1" smtClean="0"/>
              <a:t>thật</a:t>
            </a:r>
            <a:r>
              <a:rPr lang="en-US" baseline="0" dirty="0" smtClean="0"/>
              <a:t> </a:t>
            </a:r>
            <a:r>
              <a:rPr lang="vi-VN" dirty="0" smtClean="0"/>
              <a:t>của khách hàng cho mỗi lớp người dùng.</a:t>
            </a:r>
            <a:endParaRPr lang="en-US" dirty="0" smtClean="0"/>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smtClean="0"/>
              <a:t>The product champion presents the needs of user class and makes decisions on its behalf.:</a:t>
            </a:r>
            <a:r>
              <a:rPr lang="en-US" baseline="0" dirty="0" smtClean="0"/>
              <a:t> </a:t>
            </a:r>
            <a:r>
              <a:rPr lang="en-US" baseline="0" dirty="0" err="1" smtClean="0"/>
              <a:t>Người</a:t>
            </a:r>
            <a:r>
              <a:rPr lang="en-US" baseline="0" dirty="0" smtClean="0"/>
              <a:t> </a:t>
            </a:r>
            <a:r>
              <a:rPr lang="en-US" baseline="0" dirty="0" err="1" smtClean="0"/>
              <a:t>dùng</a:t>
            </a:r>
            <a:r>
              <a:rPr lang="en-US" baseline="0" dirty="0" smtClean="0"/>
              <a:t> </a:t>
            </a:r>
            <a:r>
              <a:rPr lang="en-US" baseline="0" dirty="0" err="1" smtClean="0"/>
              <a:t>tiêu</a:t>
            </a:r>
            <a:r>
              <a:rPr lang="en-US" baseline="0" dirty="0" smtClean="0"/>
              <a:t> </a:t>
            </a:r>
            <a:r>
              <a:rPr lang="en-US" baseline="0" dirty="0" err="1" smtClean="0"/>
              <a:t>biểu</a:t>
            </a:r>
            <a:r>
              <a:rPr lang="en-US" baseline="0" dirty="0" smtClean="0"/>
              <a:t> </a:t>
            </a:r>
            <a:r>
              <a:rPr lang="vi-VN" baseline="0" dirty="0" smtClean="0"/>
              <a:t>trình bày các nhu cầu của lớp người dùng và đưa ra quyết định thay cho nó.</a:t>
            </a:r>
            <a:endParaRPr lang="en-US" dirty="0" smtClean="0"/>
          </a:p>
        </p:txBody>
      </p:sp>
      <p:sp>
        <p:nvSpPr>
          <p:cNvPr id="4" name="Slide Number Placeholder 3"/>
          <p:cNvSpPr>
            <a:spLocks noGrp="1"/>
          </p:cNvSpPr>
          <p:nvPr>
            <p:ph type="sldNum" sz="quarter" idx="10"/>
          </p:nvPr>
        </p:nvSpPr>
        <p:spPr/>
        <p:txBody>
          <a:bodyPr/>
          <a:lstStyle/>
          <a:p>
            <a:fld id="{9F179320-9393-4101-B623-4D9AE0A3EC6A}" type="slidenum">
              <a:rPr lang="en-US" smtClean="0"/>
              <a:t>9</a:t>
            </a:fld>
            <a:endParaRPr lang="en-US"/>
          </a:p>
        </p:txBody>
      </p:sp>
    </p:spTree>
    <p:extLst>
      <p:ext uri="{BB962C8B-B14F-4D97-AF65-F5344CB8AC3E}">
        <p14:creationId xmlns:p14="http://schemas.microsoft.com/office/powerpoint/2010/main" val="14091055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Conduct focus groups with typical users: Quản</a:t>
            </a:r>
            <a:r>
              <a:rPr lang="en-US" baseline="0" dirty="0" smtClean="0"/>
              <a:t> lý </a:t>
            </a:r>
            <a:r>
              <a:rPr lang="en-US" baseline="0" dirty="0" err="1" smtClean="0"/>
              <a:t>các</a:t>
            </a:r>
            <a:r>
              <a:rPr lang="en-US" baseline="0" dirty="0" smtClean="0"/>
              <a:t> </a:t>
            </a:r>
            <a:r>
              <a:rPr lang="en-US" baseline="0" dirty="0" err="1" smtClean="0"/>
              <a:t>nhóm</a:t>
            </a:r>
            <a:r>
              <a:rPr lang="en-US" baseline="0" dirty="0" smtClean="0"/>
              <a:t> </a:t>
            </a:r>
            <a:r>
              <a:rPr lang="en-US" baseline="0" dirty="0" err="1" smtClean="0"/>
              <a:t>trọng</a:t>
            </a:r>
            <a:r>
              <a:rPr lang="en-US" baseline="0" dirty="0" smtClean="0"/>
              <a:t> </a:t>
            </a:r>
            <a:r>
              <a:rPr lang="en-US" baseline="0" dirty="0" err="1" smtClean="0"/>
              <a:t>tâm</a:t>
            </a:r>
            <a:r>
              <a:rPr lang="en-US" baseline="0" dirty="0" smtClean="0"/>
              <a:t> </a:t>
            </a:r>
            <a:r>
              <a:rPr lang="en-US" baseline="0" dirty="0" err="1" smtClean="0"/>
              <a:t>với</a:t>
            </a:r>
            <a:r>
              <a:rPr lang="en-US" baseline="0" dirty="0" smtClean="0"/>
              <a:t> </a:t>
            </a:r>
            <a:r>
              <a:rPr lang="en-US" baseline="0" dirty="0" err="1" smtClean="0"/>
              <a:t>những</a:t>
            </a:r>
            <a:r>
              <a:rPr lang="en-US" baseline="0" dirty="0" smtClean="0"/>
              <a:t> user </a:t>
            </a:r>
            <a:r>
              <a:rPr lang="en-US" baseline="0" dirty="0" err="1" smtClean="0"/>
              <a:t>điển</a:t>
            </a:r>
            <a:r>
              <a:rPr lang="en-US" baseline="0" dirty="0" smtClean="0"/>
              <a:t> </a:t>
            </a:r>
            <a:r>
              <a:rPr lang="en-US" baseline="0" dirty="0" err="1" smtClean="0"/>
              <a:t>hình</a:t>
            </a:r>
            <a:endParaRPr lang="en-US" baseline="0" dirty="0" smtClean="0"/>
          </a:p>
          <a:p>
            <a:pPr marL="171450" indent="-171450">
              <a:buFontTx/>
              <a:buChar char="-"/>
            </a:pPr>
            <a:r>
              <a:rPr lang="en-US" dirty="0" smtClean="0"/>
              <a:t>List the external events that the system can experience and its expected response to each event: </a:t>
            </a:r>
            <a:r>
              <a:rPr lang="en-US" dirty="0" err="1" smtClean="0"/>
              <a:t>Liệt</a:t>
            </a:r>
            <a:r>
              <a:rPr lang="en-US" dirty="0" smtClean="0"/>
              <a:t> </a:t>
            </a:r>
            <a:r>
              <a:rPr lang="en-US" dirty="0" err="1" smtClean="0"/>
              <a:t>kê</a:t>
            </a:r>
            <a:r>
              <a:rPr lang="en-US" dirty="0" smtClean="0"/>
              <a:t> </a:t>
            </a:r>
            <a:r>
              <a:rPr lang="en-US" dirty="0" err="1" smtClean="0"/>
              <a:t>các</a:t>
            </a:r>
            <a:r>
              <a:rPr lang="en-US" dirty="0" smtClean="0"/>
              <a:t> </a:t>
            </a:r>
            <a:r>
              <a:rPr lang="en-US" dirty="0" err="1" smtClean="0"/>
              <a:t>sự</a:t>
            </a:r>
            <a:r>
              <a:rPr lang="en-US" dirty="0" smtClean="0"/>
              <a:t> </a:t>
            </a:r>
            <a:r>
              <a:rPr lang="en-US" dirty="0" err="1" smtClean="0"/>
              <a:t>kiện</a:t>
            </a:r>
            <a:r>
              <a:rPr lang="en-US" dirty="0" smtClean="0"/>
              <a:t> </a:t>
            </a:r>
            <a:r>
              <a:rPr lang="en-US" dirty="0" err="1" smtClean="0"/>
              <a:t>bên</a:t>
            </a:r>
            <a:r>
              <a:rPr lang="en-US" dirty="0" smtClean="0"/>
              <a:t> </a:t>
            </a:r>
            <a:r>
              <a:rPr lang="en-US" dirty="0" err="1" smtClean="0"/>
              <a:t>ngoài</a:t>
            </a:r>
            <a:r>
              <a:rPr lang="en-US" dirty="0" smtClean="0"/>
              <a:t> </a:t>
            </a:r>
            <a:r>
              <a:rPr lang="en-US" dirty="0" err="1" smtClean="0"/>
              <a:t>mà</a:t>
            </a:r>
            <a:r>
              <a:rPr lang="en-US" dirty="0" smtClean="0"/>
              <a:t> </a:t>
            </a:r>
            <a:r>
              <a:rPr lang="en-US" dirty="0" err="1" smtClean="0"/>
              <a:t>hệ</a:t>
            </a:r>
            <a:r>
              <a:rPr lang="en-US" dirty="0" smtClean="0"/>
              <a:t> </a:t>
            </a:r>
            <a:r>
              <a:rPr lang="en-US" dirty="0" err="1" smtClean="0"/>
              <a:t>thống</a:t>
            </a:r>
            <a:r>
              <a:rPr lang="en-US" dirty="0" smtClean="0"/>
              <a:t> </a:t>
            </a:r>
            <a:r>
              <a:rPr lang="en-US" dirty="0" err="1" smtClean="0"/>
              <a:t>có</a:t>
            </a:r>
            <a:r>
              <a:rPr lang="en-US" dirty="0" smtClean="0"/>
              <a:t> </a:t>
            </a:r>
            <a:r>
              <a:rPr lang="en-US" dirty="0" err="1" smtClean="0"/>
              <a:t>thể</a:t>
            </a:r>
            <a:r>
              <a:rPr lang="en-US" dirty="0" smtClean="0"/>
              <a:t> </a:t>
            </a:r>
            <a:r>
              <a:rPr lang="en-US" dirty="0" err="1" smtClean="0"/>
              <a:t>trải</a:t>
            </a:r>
            <a:r>
              <a:rPr lang="en-US" dirty="0" smtClean="0"/>
              <a:t> </a:t>
            </a:r>
            <a:r>
              <a:rPr lang="en-US" dirty="0" err="1" smtClean="0"/>
              <a:t>nghiệm</a:t>
            </a:r>
            <a:r>
              <a:rPr lang="en-US" dirty="0" smtClean="0"/>
              <a:t> </a:t>
            </a:r>
            <a:r>
              <a:rPr lang="en-US" dirty="0" err="1" smtClean="0"/>
              <a:t>và</a:t>
            </a:r>
            <a:r>
              <a:rPr lang="en-US" dirty="0" smtClean="0"/>
              <a:t> </a:t>
            </a:r>
            <a:r>
              <a:rPr lang="en-US" dirty="0" err="1" smtClean="0"/>
              <a:t>phản</a:t>
            </a:r>
            <a:r>
              <a:rPr lang="en-US" dirty="0" smtClean="0"/>
              <a:t> </a:t>
            </a:r>
            <a:r>
              <a:rPr lang="en-US" dirty="0" err="1" smtClean="0"/>
              <a:t>ứng</a:t>
            </a:r>
            <a:r>
              <a:rPr lang="en-US" dirty="0" smtClean="0"/>
              <a:t> </a:t>
            </a:r>
            <a:r>
              <a:rPr lang="en-US" dirty="0" err="1" smtClean="0"/>
              <a:t>dự</a:t>
            </a:r>
            <a:r>
              <a:rPr lang="en-US" dirty="0" smtClean="0"/>
              <a:t> </a:t>
            </a:r>
            <a:r>
              <a:rPr lang="en-US" dirty="0" err="1" smtClean="0"/>
              <a:t>kiến</a:t>
            </a:r>
            <a:r>
              <a:rPr lang="en-US" dirty="0" smtClean="0"/>
              <a:t> </a:t>
            </a:r>
            <a:r>
              <a:rPr lang="en-US" dirty="0" err="1" smtClean="0"/>
              <a:t>của</a:t>
            </a:r>
            <a:r>
              <a:rPr lang="en-US" dirty="0" smtClean="0"/>
              <a:t> </a:t>
            </a:r>
            <a:r>
              <a:rPr lang="en-US" dirty="0" err="1" smtClean="0"/>
              <a:t>nó</a:t>
            </a:r>
            <a:r>
              <a:rPr lang="en-US" dirty="0" smtClean="0"/>
              <a:t> </a:t>
            </a:r>
            <a:r>
              <a:rPr lang="en-US" dirty="0" err="1" smtClean="0"/>
              <a:t>đối</a:t>
            </a:r>
            <a:r>
              <a:rPr lang="en-US" dirty="0" smtClean="0"/>
              <a:t> </a:t>
            </a:r>
            <a:r>
              <a:rPr lang="en-US" dirty="0" err="1" smtClean="0"/>
              <a:t>với</a:t>
            </a:r>
            <a:r>
              <a:rPr lang="en-US" dirty="0" smtClean="0"/>
              <a:t> </a:t>
            </a:r>
            <a:r>
              <a:rPr lang="en-US" dirty="0" err="1" smtClean="0"/>
              <a:t>từng</a:t>
            </a:r>
            <a:r>
              <a:rPr lang="en-US" dirty="0" smtClean="0"/>
              <a:t> </a:t>
            </a:r>
            <a:r>
              <a:rPr lang="en-US" dirty="0" err="1" smtClean="0"/>
              <a:t>sự</a:t>
            </a:r>
            <a:r>
              <a:rPr lang="en-US" dirty="0" smtClean="0"/>
              <a:t> </a:t>
            </a:r>
            <a:r>
              <a:rPr lang="en-US" dirty="0" err="1" smtClean="0"/>
              <a:t>kiện</a:t>
            </a:r>
            <a:r>
              <a:rPr lang="en-US" dirty="0" smtClean="0"/>
              <a:t>.</a:t>
            </a:r>
          </a:p>
          <a:p>
            <a:pPr marL="171450" indent="-171450">
              <a:buFontTx/>
              <a:buChar char="-"/>
            </a:pPr>
            <a:r>
              <a:rPr lang="en-US" dirty="0" smtClean="0"/>
              <a:t>There are three classes of external events. Signal events are control signals or data received from external hardware devices. Temporal, or time-based, events trigger a response, such as an external data feed that your system generates at the same time every night. Business events trigger use cases in business applications.: </a:t>
            </a:r>
            <a:r>
              <a:rPr lang="vi-VN" dirty="0" smtClean="0"/>
              <a:t>Có ba lớp sự kiện bên ngoài. Sự kiện tín hiệu là tín hiệu điều khiển hoặc dữ liệu nhận được từ các thiết bị phần cứng bên ngoài. Các sự kiện tạm thời hoặc dựa trên thời gian sẽ kích hoạt phản hồi, chẳng hạn như nguồn cấp dữ liệu ngoài mà hệ thống của bạn tạo ra cùng một lúc mỗi đêm. Sự kiện kinh doanh kích hoạt các trường hợp sử dụng trong các ứng dụng kinh doanh.</a:t>
            </a: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10</a:t>
            </a:fld>
            <a:endParaRPr lang="en-US"/>
          </a:p>
        </p:txBody>
      </p:sp>
    </p:spTree>
    <p:extLst>
      <p:ext uri="{BB962C8B-B14F-4D97-AF65-F5344CB8AC3E}">
        <p14:creationId xmlns:p14="http://schemas.microsoft.com/office/powerpoint/2010/main" val="58525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Facilitated requirements-elicitation workshops that permit collaboration between analysts and customers are a powerful way to explore user needs and to draft requirements documents: </a:t>
            </a:r>
            <a:r>
              <a:rPr lang="vi-VN" dirty="0" smtClean="0"/>
              <a:t>Các hội thảo khơi gợi các yêu cầu được tạo điều kiện cho phép cộng tác giữa các nhà phân tích và khách hàng là một cách mạnh mẽ để khám phá nhu cầu của người dùng và soạn thảo các tài liệu yêu cầu.</a:t>
            </a:r>
            <a:endParaRPr lang="en-US" dirty="0" smtClean="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11</a:t>
            </a:fld>
            <a:endParaRPr lang="en-US"/>
          </a:p>
        </p:txBody>
      </p:sp>
    </p:spTree>
    <p:extLst>
      <p:ext uri="{BB962C8B-B14F-4D97-AF65-F5344CB8AC3E}">
        <p14:creationId xmlns:p14="http://schemas.microsoft.com/office/powerpoint/2010/main" val="1178223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(commercial off-the-shelf) package user manuals: </a:t>
            </a:r>
            <a:r>
              <a:rPr lang="vi-VN" dirty="0" smtClean="0"/>
              <a:t>(hướng dẫn sử dụng gói thương mại)</a:t>
            </a: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12</a:t>
            </a:fld>
            <a:endParaRPr lang="en-US"/>
          </a:p>
        </p:txBody>
      </p:sp>
    </p:spTree>
    <p:extLst>
      <p:ext uri="{BB962C8B-B14F-4D97-AF65-F5344CB8AC3E}">
        <p14:creationId xmlns:p14="http://schemas.microsoft.com/office/powerpoint/2010/main" val="3522344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Scrutinize (v): </a:t>
            </a:r>
            <a:r>
              <a:rPr lang="en-US" dirty="0" err="1" smtClean="0"/>
              <a:t>nghiên</a:t>
            </a:r>
            <a:r>
              <a:rPr lang="en-US" baseline="0" dirty="0" smtClean="0"/>
              <a:t> </a:t>
            </a:r>
            <a:r>
              <a:rPr lang="en-US" baseline="0" dirty="0" err="1" smtClean="0"/>
              <a:t>cứu</a:t>
            </a:r>
            <a:r>
              <a:rPr lang="en-US" baseline="0" dirty="0" smtClean="0"/>
              <a:t> </a:t>
            </a:r>
            <a:r>
              <a:rPr lang="en-US" baseline="0" dirty="0" err="1" smtClean="0"/>
              <a:t>kỹ</a:t>
            </a:r>
            <a:r>
              <a:rPr lang="en-US" baseline="0" dirty="0" smtClean="0"/>
              <a:t> </a:t>
            </a:r>
            <a:r>
              <a:rPr lang="en-US" baseline="0" dirty="0" err="1" smtClean="0"/>
              <a:t>lưỡng</a:t>
            </a:r>
            <a:endParaRPr lang="en-US" baseline="0" dirty="0" smtClean="0"/>
          </a:p>
          <a:p>
            <a:pPr marL="171450" indent="-171450">
              <a:buFontTx/>
              <a:buChar char="-"/>
            </a:pPr>
            <a:r>
              <a:rPr lang="en-US" baseline="0" dirty="0" smtClean="0"/>
              <a:t>Deficiency (n): </a:t>
            </a:r>
            <a:r>
              <a:rPr lang="en-US" baseline="0" dirty="0" err="1" smtClean="0"/>
              <a:t>sự</a:t>
            </a:r>
            <a:r>
              <a:rPr lang="en-US" baseline="0" dirty="0" smtClean="0"/>
              <a:t> </a:t>
            </a:r>
            <a:r>
              <a:rPr lang="en-US" baseline="0" dirty="0" err="1" smtClean="0"/>
              <a:t>thiếu</a:t>
            </a:r>
            <a:r>
              <a:rPr lang="en-US" baseline="0" dirty="0" smtClean="0"/>
              <a:t> </a:t>
            </a:r>
            <a:r>
              <a:rPr lang="en-US" baseline="0" dirty="0" err="1" smtClean="0"/>
              <a:t>sót</a:t>
            </a:r>
            <a:endParaRPr lang="en-US" baseline="0" dirty="0" smtClean="0"/>
          </a:p>
          <a:p>
            <a:pPr marL="171450" indent="-171450">
              <a:buFontTx/>
              <a:buChar char="-"/>
            </a:pPr>
            <a:r>
              <a:rPr lang="en-US" baseline="0" dirty="0" smtClean="0"/>
              <a:t>Omission (n): </a:t>
            </a:r>
            <a:r>
              <a:rPr lang="en-US" baseline="0" dirty="0" err="1" smtClean="0"/>
              <a:t>sự</a:t>
            </a:r>
            <a:r>
              <a:rPr lang="en-US" baseline="0" dirty="0" smtClean="0"/>
              <a:t> </a:t>
            </a:r>
            <a:r>
              <a:rPr lang="en-US" baseline="0" dirty="0" err="1" smtClean="0"/>
              <a:t>bỏ</a:t>
            </a:r>
            <a:r>
              <a:rPr lang="en-US" baseline="0" dirty="0" smtClean="0"/>
              <a:t> </a:t>
            </a:r>
            <a:r>
              <a:rPr lang="en-US" baseline="0" dirty="0" err="1" smtClean="0"/>
              <a:t>quên</a:t>
            </a:r>
            <a:endParaRPr lang="en-US" baseline="0" dirty="0" smtClean="0"/>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smtClean="0"/>
              <a:t>When the developers or users aren’t certain (</a:t>
            </a:r>
            <a:r>
              <a:rPr lang="en-US" dirty="0" err="1" smtClean="0"/>
              <a:t>ko</a:t>
            </a:r>
            <a:r>
              <a:rPr lang="en-US" dirty="0" smtClean="0"/>
              <a:t> </a:t>
            </a:r>
            <a:r>
              <a:rPr lang="en-US" dirty="0" err="1" smtClean="0"/>
              <a:t>chắc</a:t>
            </a:r>
            <a:r>
              <a:rPr lang="en-US" baseline="0" dirty="0" smtClean="0"/>
              <a:t> </a:t>
            </a:r>
            <a:r>
              <a:rPr lang="en-US" baseline="0" dirty="0" err="1" smtClean="0"/>
              <a:t>chắn</a:t>
            </a:r>
            <a:r>
              <a:rPr lang="en-US" baseline="0" dirty="0" smtClean="0"/>
              <a:t>)</a:t>
            </a:r>
            <a:r>
              <a:rPr lang="en-US" dirty="0" smtClean="0"/>
              <a:t> about the requirements, construct a prototype – a partial, possible, or preliminary implementation – to make the concepts and possibilities more tangible.:</a:t>
            </a:r>
            <a:r>
              <a:rPr lang="en-US" baseline="0" dirty="0" smtClean="0"/>
              <a:t> </a:t>
            </a:r>
            <a:r>
              <a:rPr lang="vi-VN" baseline="0" dirty="0" smtClean="0"/>
              <a:t>Khi các nhà phát triển hoặc người dùng không chắc chắn về các yêu cầu, hãy xây dựng một nguyên mẫu - triển khai một phần, có thể hoặc sơ bộ - để làm cho các khái niệm và khả năng trở nên rõ ràng hơn.</a:t>
            </a:r>
            <a:endParaRPr lang="en-US" dirty="0" smtClean="0"/>
          </a:p>
        </p:txBody>
      </p:sp>
      <p:sp>
        <p:nvSpPr>
          <p:cNvPr id="4" name="Slide Number Placeholder 3"/>
          <p:cNvSpPr>
            <a:spLocks noGrp="1"/>
          </p:cNvSpPr>
          <p:nvPr>
            <p:ph type="sldNum" sz="quarter" idx="10"/>
          </p:nvPr>
        </p:nvSpPr>
        <p:spPr/>
        <p:txBody>
          <a:bodyPr/>
          <a:lstStyle/>
          <a:p>
            <a:fld id="{9F179320-9393-4101-B623-4D9AE0A3EC6A}" type="slidenum">
              <a:rPr lang="en-US" smtClean="0"/>
              <a:t>13</a:t>
            </a:fld>
            <a:endParaRPr lang="en-US"/>
          </a:p>
        </p:txBody>
      </p:sp>
    </p:spTree>
    <p:extLst>
      <p:ext uri="{BB962C8B-B14F-4D97-AF65-F5344CB8AC3E}">
        <p14:creationId xmlns:p14="http://schemas.microsoft.com/office/powerpoint/2010/main" val="854817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Superfluous (</a:t>
            </a:r>
            <a:r>
              <a:rPr lang="en-US" dirty="0" err="1" smtClean="0"/>
              <a:t>adj</a:t>
            </a:r>
            <a:r>
              <a:rPr lang="en-US" dirty="0" smtClean="0"/>
              <a:t>):</a:t>
            </a:r>
            <a:r>
              <a:rPr lang="en-US" baseline="0" dirty="0" smtClean="0"/>
              <a:t> </a:t>
            </a:r>
            <a:r>
              <a:rPr lang="en-US" baseline="0" dirty="0" err="1" smtClean="0"/>
              <a:t>ko</a:t>
            </a:r>
            <a:r>
              <a:rPr lang="en-US" baseline="0" dirty="0" smtClean="0"/>
              <a:t> </a:t>
            </a:r>
            <a:r>
              <a:rPr lang="en-US" baseline="0" dirty="0" err="1" smtClean="0"/>
              <a:t>cần</a:t>
            </a:r>
            <a:r>
              <a:rPr lang="en-US" baseline="0" dirty="0" smtClean="0"/>
              <a:t> </a:t>
            </a:r>
            <a:r>
              <a:rPr lang="en-US" baseline="0" dirty="0" err="1" smtClean="0"/>
              <a:t>thiết</a:t>
            </a:r>
            <a:endParaRPr lang="en-US" baseline="0" dirty="0" smtClean="0"/>
          </a:p>
          <a:p>
            <a:pPr marL="171450" indent="-171450">
              <a:buFontTx/>
              <a:buChar char="-"/>
            </a:pPr>
            <a:r>
              <a:rPr lang="en-US" dirty="0" smtClean="0"/>
              <a:t>state-transition diagrams: </a:t>
            </a:r>
            <a:r>
              <a:rPr lang="en-US" dirty="0" err="1" smtClean="0"/>
              <a:t>Sơ</a:t>
            </a:r>
            <a:r>
              <a:rPr lang="en-US" baseline="0" dirty="0" smtClean="0"/>
              <a:t> </a:t>
            </a:r>
            <a:r>
              <a:rPr lang="en-US" baseline="0" dirty="0" err="1" smtClean="0"/>
              <a:t>đồ</a:t>
            </a:r>
            <a:r>
              <a:rPr lang="en-US" baseline="0" dirty="0" smtClean="0"/>
              <a:t> </a:t>
            </a:r>
            <a:r>
              <a:rPr lang="en-US" baseline="0" dirty="0" err="1" smtClean="0"/>
              <a:t>chuyển</a:t>
            </a:r>
            <a:r>
              <a:rPr lang="en-US" baseline="0" dirty="0" smtClean="0"/>
              <a:t> </a:t>
            </a:r>
            <a:r>
              <a:rPr lang="en-US" baseline="0" dirty="0" err="1" smtClean="0"/>
              <a:t>trạng</a:t>
            </a:r>
            <a:r>
              <a:rPr lang="en-US" baseline="0" dirty="0" smtClean="0"/>
              <a:t> </a:t>
            </a:r>
            <a:r>
              <a:rPr lang="en-US" baseline="0" dirty="0" err="1" smtClean="0"/>
              <a:t>thái</a:t>
            </a:r>
            <a:endParaRPr lang="en-US" baseline="0" dirty="0" smtClean="0"/>
          </a:p>
          <a:p>
            <a:pPr marL="171450" indent="-171450">
              <a:buFontTx/>
              <a:buChar char="-"/>
            </a:pPr>
            <a:r>
              <a:rPr lang="en-US" baseline="0" dirty="0" smtClean="0"/>
              <a:t>State tables: </a:t>
            </a:r>
            <a:r>
              <a:rPr lang="en-US" baseline="0" dirty="0" err="1" smtClean="0"/>
              <a:t>bảng</a:t>
            </a:r>
            <a:r>
              <a:rPr lang="en-US" baseline="0" dirty="0" smtClean="0"/>
              <a:t> </a:t>
            </a:r>
            <a:r>
              <a:rPr lang="en-US" baseline="0" dirty="0" err="1" smtClean="0"/>
              <a:t>trạng</a:t>
            </a:r>
            <a:r>
              <a:rPr lang="en-US" baseline="0" dirty="0" smtClean="0"/>
              <a:t> </a:t>
            </a:r>
            <a:r>
              <a:rPr lang="en-US" baseline="0" dirty="0" err="1" smtClean="0"/>
              <a:t>thái</a:t>
            </a: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15</a:t>
            </a:fld>
            <a:endParaRPr lang="en-US"/>
          </a:p>
        </p:txBody>
      </p:sp>
    </p:spTree>
    <p:extLst>
      <p:ext uri="{BB962C8B-B14F-4D97-AF65-F5344CB8AC3E}">
        <p14:creationId xmlns:p14="http://schemas.microsoft.com/office/powerpoint/2010/main" val="4114792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Apportion (v):</a:t>
            </a:r>
            <a:r>
              <a:rPr lang="en-US" baseline="0" dirty="0" smtClean="0"/>
              <a:t> chia </a:t>
            </a:r>
            <a:r>
              <a:rPr lang="en-US" baseline="0" dirty="0" err="1" smtClean="0"/>
              <a:t>ra</a:t>
            </a:r>
            <a:r>
              <a:rPr lang="en-US" baseline="0" dirty="0" smtClean="0"/>
              <a:t> </a:t>
            </a:r>
            <a:r>
              <a:rPr lang="en-US" baseline="0" dirty="0" err="1" smtClean="0"/>
              <a:t>từng</a:t>
            </a:r>
            <a:r>
              <a:rPr lang="en-US" baseline="0" dirty="0" smtClean="0"/>
              <a:t> </a:t>
            </a:r>
            <a:r>
              <a:rPr lang="en-US" baseline="0" dirty="0" err="1" smtClean="0"/>
              <a:t>phần</a:t>
            </a:r>
            <a:r>
              <a:rPr lang="en-US" baseline="0" dirty="0" smtClean="0"/>
              <a:t>, </a:t>
            </a:r>
            <a:r>
              <a:rPr lang="en-US" baseline="0" dirty="0" err="1" smtClean="0"/>
              <a:t>từng</a:t>
            </a:r>
            <a:r>
              <a:rPr lang="en-US" baseline="0" dirty="0" smtClean="0"/>
              <a:t> ô</a:t>
            </a:r>
          </a:p>
          <a:p>
            <a:pPr marL="171450" indent="-171450">
              <a:buFontTx/>
              <a:buChar char="-"/>
            </a:pPr>
            <a:r>
              <a:rPr lang="en-US" dirty="0" smtClean="0"/>
              <a:t>Allocate requirements to subsystems: </a:t>
            </a:r>
            <a:r>
              <a:rPr lang="en-US" dirty="0" err="1" smtClean="0"/>
              <a:t>Phân</a:t>
            </a:r>
            <a:r>
              <a:rPr lang="en-US" dirty="0" smtClean="0"/>
              <a:t> </a:t>
            </a:r>
            <a:r>
              <a:rPr lang="en-US" dirty="0" err="1" smtClean="0"/>
              <a:t>bổ</a:t>
            </a:r>
            <a:r>
              <a:rPr lang="en-US" dirty="0" smtClean="0"/>
              <a:t> </a:t>
            </a:r>
            <a:r>
              <a:rPr lang="en-US" dirty="0" err="1" smtClean="0"/>
              <a:t>các</a:t>
            </a:r>
            <a:r>
              <a:rPr lang="en-US" dirty="0" smtClean="0"/>
              <a:t> </a:t>
            </a:r>
            <a:r>
              <a:rPr lang="en-US" dirty="0" err="1" smtClean="0"/>
              <a:t>yêu</a:t>
            </a:r>
            <a:r>
              <a:rPr lang="en-US" dirty="0" smtClean="0"/>
              <a:t> </a:t>
            </a:r>
            <a:r>
              <a:rPr lang="en-US" dirty="0" err="1" smtClean="0"/>
              <a:t>cầu</a:t>
            </a:r>
            <a:r>
              <a:rPr lang="en-US" dirty="0" smtClean="0"/>
              <a:t> </a:t>
            </a:r>
            <a:r>
              <a:rPr lang="en-US" dirty="0" err="1" smtClean="0"/>
              <a:t>cho</a:t>
            </a:r>
            <a:r>
              <a:rPr lang="en-US" dirty="0" smtClean="0"/>
              <a:t> </a:t>
            </a:r>
            <a:r>
              <a:rPr lang="en-US" dirty="0" err="1" smtClean="0"/>
              <a:t>các</a:t>
            </a:r>
            <a:r>
              <a:rPr lang="en-US" dirty="0" smtClean="0"/>
              <a:t> </a:t>
            </a:r>
            <a:r>
              <a:rPr lang="en-US" dirty="0" err="1" smtClean="0"/>
              <a:t>hệ</a:t>
            </a:r>
            <a:r>
              <a:rPr lang="en-US" dirty="0" smtClean="0"/>
              <a:t> </a:t>
            </a:r>
            <a:r>
              <a:rPr lang="en-US" dirty="0" err="1" smtClean="0"/>
              <a:t>thống</a:t>
            </a:r>
            <a:r>
              <a:rPr lang="en-US" dirty="0" smtClean="0"/>
              <a:t> con</a:t>
            </a: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16</a:t>
            </a:fld>
            <a:endParaRPr lang="en-US"/>
          </a:p>
        </p:txBody>
      </p:sp>
    </p:spTree>
    <p:extLst>
      <p:ext uri="{BB962C8B-B14F-4D97-AF65-F5344CB8AC3E}">
        <p14:creationId xmlns:p14="http://schemas.microsoft.com/office/powerpoint/2010/main" val="31508747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Adopt (v): </a:t>
            </a:r>
            <a:r>
              <a:rPr lang="en-US" dirty="0" err="1" smtClean="0"/>
              <a:t>thông</a:t>
            </a:r>
            <a:r>
              <a:rPr lang="en-US" baseline="0" dirty="0" smtClean="0"/>
              <a:t> qua / kế </a:t>
            </a:r>
            <a:r>
              <a:rPr lang="en-US" baseline="0" dirty="0" err="1" smtClean="0"/>
              <a:t>tục</a:t>
            </a:r>
            <a:r>
              <a:rPr lang="en-US" baseline="0" dirty="0" smtClean="0"/>
              <a:t> / </a:t>
            </a:r>
            <a:r>
              <a:rPr lang="en-US" baseline="0" dirty="0" err="1" smtClean="0"/>
              <a:t>nhận</a:t>
            </a:r>
            <a:r>
              <a:rPr lang="en-US" baseline="0" dirty="0" smtClean="0"/>
              <a:t> </a:t>
            </a:r>
            <a:r>
              <a:rPr lang="en-US" baseline="0" dirty="0" err="1" smtClean="0"/>
              <a:t>làm</a:t>
            </a:r>
            <a:r>
              <a:rPr lang="en-US" baseline="0" dirty="0" smtClean="0"/>
              <a:t> con </a:t>
            </a:r>
            <a:r>
              <a:rPr lang="en-US" baseline="0" dirty="0" err="1" smtClean="0"/>
              <a:t>nuôi</a:t>
            </a: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17</a:t>
            </a:fld>
            <a:endParaRPr lang="en-US"/>
          </a:p>
        </p:txBody>
      </p:sp>
    </p:spTree>
    <p:extLst>
      <p:ext uri="{BB962C8B-B14F-4D97-AF65-F5344CB8AC3E}">
        <p14:creationId xmlns:p14="http://schemas.microsoft.com/office/powerpoint/2010/main" val="10932827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Withstand (v): </a:t>
            </a:r>
            <a:r>
              <a:rPr lang="en-US" dirty="0" err="1" smtClean="0"/>
              <a:t>chống</a:t>
            </a:r>
            <a:r>
              <a:rPr lang="en-US" baseline="0" dirty="0" smtClean="0"/>
              <a:t> </a:t>
            </a:r>
            <a:r>
              <a:rPr lang="en-US" baseline="0" dirty="0" err="1" smtClean="0"/>
              <a:t>lại</a:t>
            </a:r>
            <a:r>
              <a:rPr lang="en-US" baseline="0" dirty="0" smtClean="0"/>
              <a:t> / </a:t>
            </a:r>
            <a:r>
              <a:rPr lang="en-US" baseline="0" dirty="0" err="1" smtClean="0"/>
              <a:t>chịu</a:t>
            </a:r>
            <a:r>
              <a:rPr lang="en-US" baseline="0" dirty="0" smtClean="0"/>
              <a:t> </a:t>
            </a:r>
            <a:r>
              <a:rPr lang="en-US" baseline="0" dirty="0" err="1" smtClean="0"/>
              <a:t>đựng</a:t>
            </a:r>
            <a:endParaRPr lang="en-US" baseline="0" dirty="0" smtClean="0"/>
          </a:p>
          <a:p>
            <a:pPr marL="171450" indent="-171450">
              <a:buFontTx/>
              <a:buChar char="-"/>
            </a:pPr>
            <a:r>
              <a:rPr lang="en-US" sz="1200" dirty="0" smtClean="0"/>
              <a:t>It’s possible to implement a solution that does not exactly what it’s supposed to do but does not satisfy the users’ quality expectations: C</a:t>
            </a:r>
            <a:r>
              <a:rPr lang="vi-VN" sz="1200" dirty="0" smtClean="0"/>
              <a:t>ó thể </a:t>
            </a:r>
            <a:r>
              <a:rPr lang="en-US" sz="1200" dirty="0" err="1" smtClean="0"/>
              <a:t>triển</a:t>
            </a:r>
            <a:r>
              <a:rPr lang="en-US" sz="1200" baseline="0" dirty="0" smtClean="0"/>
              <a:t> </a:t>
            </a:r>
            <a:r>
              <a:rPr lang="en-US" sz="1200" baseline="0" dirty="0" err="1" smtClean="0"/>
              <a:t>khai</a:t>
            </a:r>
            <a:r>
              <a:rPr lang="vi-VN" sz="1200" dirty="0" smtClean="0"/>
              <a:t> một giải pháp không chính xác </a:t>
            </a:r>
            <a:r>
              <a:rPr lang="en-US" sz="1200" dirty="0" err="1" smtClean="0"/>
              <a:t>với</a:t>
            </a:r>
            <a:r>
              <a:rPr lang="en-US" sz="1200" baseline="0" dirty="0" smtClean="0"/>
              <a:t> </a:t>
            </a:r>
            <a:r>
              <a:rPr lang="vi-VN" sz="1200" dirty="0" smtClean="0"/>
              <a:t>những gì mà nó phải làm nhưng không </a:t>
            </a:r>
            <a:r>
              <a:rPr lang="en-US" sz="1200" dirty="0" err="1" smtClean="0"/>
              <a:t>thể</a:t>
            </a:r>
            <a:r>
              <a:rPr lang="en-US" sz="1200" baseline="0" dirty="0" smtClean="0"/>
              <a:t> </a:t>
            </a:r>
            <a:r>
              <a:rPr lang="en-US" sz="1200" baseline="0" dirty="0" err="1" smtClean="0"/>
              <a:t>không</a:t>
            </a:r>
            <a:r>
              <a:rPr lang="en-US" sz="1200" baseline="0" dirty="0" smtClean="0"/>
              <a:t> </a:t>
            </a:r>
            <a:r>
              <a:rPr lang="vi-VN" sz="1200" dirty="0" smtClean="0"/>
              <a:t>thỏa mãn những mong đợi về chất lượng của người dùng.</a:t>
            </a:r>
            <a:endParaRPr lang="en-US" baseline="0" dirty="0" smtClean="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18</a:t>
            </a:fld>
            <a:endParaRPr lang="en-US"/>
          </a:p>
        </p:txBody>
      </p:sp>
    </p:spTree>
    <p:extLst>
      <p:ext uri="{BB962C8B-B14F-4D97-AF65-F5344CB8AC3E}">
        <p14:creationId xmlns:p14="http://schemas.microsoft.com/office/powerpoint/2010/main" val="5098929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Rigorous (</a:t>
            </a:r>
            <a:r>
              <a:rPr lang="en-US" dirty="0" err="1" smtClean="0"/>
              <a:t>adj</a:t>
            </a:r>
            <a:r>
              <a:rPr lang="en-US" dirty="0" smtClean="0"/>
              <a:t>): </a:t>
            </a:r>
            <a:r>
              <a:rPr lang="en-US" dirty="0" err="1" smtClean="0"/>
              <a:t>nghiên</a:t>
            </a:r>
            <a:r>
              <a:rPr lang="en-US" baseline="0" dirty="0" smtClean="0"/>
              <a:t> </a:t>
            </a:r>
            <a:r>
              <a:rPr lang="en-US" baseline="0" dirty="0" err="1" smtClean="0"/>
              <a:t>khắc</a:t>
            </a: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19</a:t>
            </a:fld>
            <a:endParaRPr lang="en-US"/>
          </a:p>
        </p:txBody>
      </p:sp>
    </p:spTree>
    <p:extLst>
      <p:ext uri="{BB962C8B-B14F-4D97-AF65-F5344CB8AC3E}">
        <p14:creationId xmlns:p14="http://schemas.microsoft.com/office/powerpoint/2010/main" val="9689161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After you have the initial requirements for a body of work in hand, you must cope with the inevitable changes that customers, managers, marketing, the development team, and others request during development: </a:t>
            </a:r>
            <a:r>
              <a:rPr lang="vi-VN" dirty="0" smtClean="0"/>
              <a:t>Sau khi bạn có các yêu cầu ban đầu cho một nhóm công việc trong tay, bạn phải đối phó với những thay đổi không thể tránh khỏi mà khách hàng, người quản lý, tiếp thị, nhóm phát triển và những người khác yêu cầu trong quá trình phát triển.</a:t>
            </a: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21</a:t>
            </a:fld>
            <a:endParaRPr lang="en-US"/>
          </a:p>
        </p:txBody>
      </p:sp>
    </p:spTree>
    <p:extLst>
      <p:ext uri="{BB962C8B-B14F-4D97-AF65-F5344CB8AC3E}">
        <p14:creationId xmlns:p14="http://schemas.microsoft.com/office/powerpoint/2010/main" val="17420843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Retain (v): </a:t>
            </a:r>
            <a:r>
              <a:rPr lang="en-US" dirty="0" err="1" smtClean="0"/>
              <a:t>giữ</a:t>
            </a:r>
            <a:r>
              <a:rPr lang="en-US" baseline="0" dirty="0" smtClean="0"/>
              <a:t> </a:t>
            </a:r>
            <a:r>
              <a:rPr lang="en-US" baseline="0" dirty="0" err="1" smtClean="0"/>
              <a:t>lại</a:t>
            </a:r>
            <a:r>
              <a:rPr lang="en-US" baseline="0" dirty="0" smtClean="0"/>
              <a:t>, </a:t>
            </a:r>
            <a:r>
              <a:rPr lang="en-US" baseline="0" dirty="0" err="1" smtClean="0"/>
              <a:t>ghi</a:t>
            </a:r>
            <a:r>
              <a:rPr lang="en-US" baseline="0" dirty="0" smtClean="0"/>
              <a:t> </a:t>
            </a:r>
            <a:r>
              <a:rPr lang="en-US" baseline="0" dirty="0" err="1" smtClean="0"/>
              <a:t>nhận</a:t>
            </a:r>
            <a:r>
              <a:rPr lang="en-US" baseline="0" dirty="0" smtClean="0"/>
              <a:t> </a:t>
            </a:r>
            <a:r>
              <a:rPr lang="en-US" baseline="0" dirty="0" err="1" smtClean="0"/>
              <a:t>lại</a:t>
            </a:r>
            <a:endParaRPr lang="en-US" baseline="0" dirty="0" smtClean="0"/>
          </a:p>
          <a:p>
            <a:pPr marL="171450" indent="-171450">
              <a:buFontTx/>
              <a:buChar char="-"/>
            </a:pPr>
            <a:r>
              <a:rPr lang="en-US" dirty="0" smtClean="0"/>
              <a:t>Revert (v): </a:t>
            </a:r>
            <a:r>
              <a:rPr lang="en-US" dirty="0" err="1" smtClean="0"/>
              <a:t>trở</a:t>
            </a:r>
            <a:r>
              <a:rPr lang="en-US" baseline="0" dirty="0" smtClean="0"/>
              <a:t> </a:t>
            </a:r>
            <a:r>
              <a:rPr lang="en-US" baseline="0" dirty="0" err="1" smtClean="0"/>
              <a:t>lại</a:t>
            </a: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22</a:t>
            </a:fld>
            <a:endParaRPr lang="en-US"/>
          </a:p>
        </p:txBody>
      </p:sp>
    </p:spTree>
    <p:extLst>
      <p:ext uri="{BB962C8B-B14F-4D97-AF65-F5344CB8AC3E}">
        <p14:creationId xmlns:p14="http://schemas.microsoft.com/office/powerpoint/2010/main" val="32982673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Eradicate (v): </a:t>
            </a:r>
            <a:r>
              <a:rPr lang="en-US" dirty="0" err="1" smtClean="0"/>
              <a:t>triệt</a:t>
            </a:r>
            <a:r>
              <a:rPr lang="en-US" baseline="0" dirty="0" smtClean="0"/>
              <a:t> </a:t>
            </a:r>
            <a:r>
              <a:rPr lang="en-US" baseline="0" dirty="0" err="1" smtClean="0"/>
              <a:t>tiêu</a:t>
            </a:r>
            <a:r>
              <a:rPr lang="en-US" baseline="0" dirty="0" smtClean="0"/>
              <a:t>/</a:t>
            </a:r>
            <a:r>
              <a:rPr lang="en-US" baseline="0" dirty="0" err="1" smtClean="0"/>
              <a:t>xóa</a:t>
            </a:r>
            <a:r>
              <a:rPr lang="en-US" baseline="0" dirty="0" smtClean="0"/>
              <a:t> </a:t>
            </a:r>
            <a:r>
              <a:rPr lang="en-US" baseline="0" dirty="0" err="1" smtClean="0"/>
              <a:t>bỏ</a:t>
            </a:r>
            <a:endParaRPr lang="en-US" baseline="0" dirty="0" smtClean="0"/>
          </a:p>
          <a:p>
            <a:pPr marL="171450" indent="-171450">
              <a:buFontTx/>
              <a:buChar char="-"/>
            </a:pPr>
            <a:r>
              <a:rPr lang="en-US" dirty="0" smtClean="0"/>
              <a:t>When busy people are working on a complex project, it’s easy to lose sight of the many issues that arise, including questions about requirements that need resolution, gaps, to eradicate, and issues arising from requirements reviews: </a:t>
            </a:r>
            <a:r>
              <a:rPr lang="vi-VN" dirty="0" smtClean="0"/>
              <a:t>Khi những người bận rộn đang làm việc trong một dự án phức tạp, nó dễ dàng đánh mất nhiều vấn đề phát sinh, bao gồm các câu hỏi về các yêu cầu cần giải quyết, các lỗ hổng để xóa bỏ và các vấn đề phát sinh từ các đánh giá yêu cầu.</a:t>
            </a:r>
            <a:endParaRPr lang="en-US" dirty="0" smtClean="0"/>
          </a:p>
          <a:p>
            <a:pPr marL="171450" indent="-171450">
              <a:buFontTx/>
              <a:buChar char="-"/>
            </a:pPr>
            <a:r>
              <a:rPr lang="en-US" dirty="0" smtClean="0"/>
              <a:t>Issue-tracking tools can keep these items from falling through the cracks: </a:t>
            </a:r>
            <a:r>
              <a:rPr lang="vi-VN" dirty="0" smtClean="0"/>
              <a:t>Các công cụ theo dõi vấn đề có thể giữ cho các </a:t>
            </a:r>
            <a:r>
              <a:rPr lang="en-US" dirty="0" err="1" smtClean="0"/>
              <a:t>hạng</a:t>
            </a:r>
            <a:r>
              <a:rPr lang="en-US" baseline="0" dirty="0" smtClean="0"/>
              <a:t> </a:t>
            </a:r>
            <a:r>
              <a:rPr lang="en-US" baseline="0" dirty="0" err="1" smtClean="0"/>
              <a:t>mục</a:t>
            </a:r>
            <a:r>
              <a:rPr lang="en-US" baseline="0" dirty="0" smtClean="0"/>
              <a:t> </a:t>
            </a:r>
            <a:r>
              <a:rPr lang="vi-VN" dirty="0" smtClean="0"/>
              <a:t>này không rơi vào vết nứt.</a:t>
            </a: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23</a:t>
            </a:fld>
            <a:endParaRPr lang="en-US"/>
          </a:p>
        </p:txBody>
      </p:sp>
    </p:spTree>
    <p:extLst>
      <p:ext uri="{BB962C8B-B14F-4D97-AF65-F5344CB8AC3E}">
        <p14:creationId xmlns:p14="http://schemas.microsoft.com/office/powerpoint/2010/main" val="19754558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Requirements traceability matrix is helpful for confirming that all requirements are implemented and verified: </a:t>
            </a:r>
            <a:r>
              <a:rPr lang="vi-VN" dirty="0" smtClean="0"/>
              <a:t>Ma trận truy xuất nguồn gốc yêu cầu là hữu ích để xác nhận rằng tất cả các yêu cầu được thực hiện và </a:t>
            </a:r>
            <a:r>
              <a:rPr lang="en-US" dirty="0" err="1" smtClean="0"/>
              <a:t>được</a:t>
            </a:r>
            <a:r>
              <a:rPr lang="en-US" baseline="0" dirty="0" smtClean="0"/>
              <a:t> </a:t>
            </a:r>
            <a:r>
              <a:rPr lang="en-US" baseline="0" dirty="0" err="1" smtClean="0"/>
              <a:t>kiểm</a:t>
            </a:r>
            <a:r>
              <a:rPr lang="en-US" baseline="0" dirty="0" smtClean="0"/>
              <a:t> </a:t>
            </a:r>
            <a:r>
              <a:rPr lang="en-US" baseline="0" dirty="0" err="1" smtClean="0"/>
              <a:t>chứng</a:t>
            </a:r>
            <a:r>
              <a:rPr lang="vi-VN" dirty="0" smtClean="0"/>
              <a:t>.</a:t>
            </a: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24</a:t>
            </a:fld>
            <a:endParaRPr lang="en-US"/>
          </a:p>
        </p:txBody>
      </p:sp>
    </p:spTree>
    <p:extLst>
      <p:ext uri="{BB962C8B-B14F-4D97-AF65-F5344CB8AC3E}">
        <p14:creationId xmlns:p14="http://schemas.microsoft.com/office/powerpoint/2010/main" val="11073391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It isn’t reasonable to expect all people to be instinctively competent at the communication-intensive tasks of requirements engineering.: </a:t>
            </a:r>
            <a:r>
              <a:rPr lang="vi-VN" dirty="0" smtClean="0"/>
              <a:t>Thật không hợp lý khi hy vọng tất cả mọi người có khả năng bản năng trong các nhiệm vụ chuyên sâu về giao tiếp của kỹ thuật yêu cầu.</a:t>
            </a:r>
            <a:endParaRPr lang="en-US" dirty="0" smtClean="0"/>
          </a:p>
          <a:p>
            <a:pPr marL="171450" indent="-171450">
              <a:buFontTx/>
              <a:buChar char="-"/>
            </a:pPr>
            <a:r>
              <a:rPr lang="en-US" dirty="0" smtClean="0"/>
              <a:t>Training can increase the proficiency and comfort level of those who serve as analysts, but it can’t compensate for absent interpersonal skills or a lack of interest in the role.: </a:t>
            </a:r>
            <a:r>
              <a:rPr lang="vi-VN" dirty="0" smtClean="0"/>
              <a:t>Đào tạo có thể tăng mức độ thành thạo và mức độ thoải mái của những người làm phân tích, nhưng nó </a:t>
            </a:r>
            <a:r>
              <a:rPr lang="en-US" dirty="0" err="1" smtClean="0"/>
              <a:t>không</a:t>
            </a:r>
            <a:r>
              <a:rPr lang="vi-VN" dirty="0" smtClean="0"/>
              <a:t> thể bù đắp cho </a:t>
            </a:r>
            <a:r>
              <a:rPr lang="en-US" dirty="0" err="1" smtClean="0"/>
              <a:t>thiếu</a:t>
            </a:r>
            <a:r>
              <a:rPr lang="en-US" baseline="0" dirty="0" smtClean="0"/>
              <a:t> </a:t>
            </a:r>
            <a:r>
              <a:rPr lang="vi-VN" dirty="0" smtClean="0"/>
              <a:t>các kỹ năng </a:t>
            </a:r>
            <a:r>
              <a:rPr lang="en-US" dirty="0" err="1" smtClean="0"/>
              <a:t>cộng</a:t>
            </a:r>
            <a:r>
              <a:rPr lang="en-US" baseline="0" dirty="0" smtClean="0"/>
              <a:t> </a:t>
            </a:r>
            <a:r>
              <a:rPr lang="en-US" baseline="0" dirty="0" err="1" smtClean="0"/>
              <a:t>tác</a:t>
            </a:r>
            <a:r>
              <a:rPr lang="en-US" baseline="0" dirty="0" smtClean="0"/>
              <a:t> </a:t>
            </a:r>
            <a:r>
              <a:rPr lang="vi-VN" dirty="0" smtClean="0"/>
              <a:t>hoặc thiếu quan tâm đến vai trò.</a:t>
            </a: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25</a:t>
            </a:fld>
            <a:endParaRPr lang="en-US"/>
          </a:p>
        </p:txBody>
      </p:sp>
    </p:spTree>
    <p:extLst>
      <p:ext uri="{BB962C8B-B14F-4D97-AF65-F5344CB8AC3E}">
        <p14:creationId xmlns:p14="http://schemas.microsoft.com/office/powerpoint/2010/main" val="23742178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Devote (v): </a:t>
            </a:r>
            <a:r>
              <a:rPr lang="en-US" dirty="0" err="1" smtClean="0"/>
              <a:t>hiến</a:t>
            </a:r>
            <a:r>
              <a:rPr lang="en-US" baseline="0" dirty="0" smtClean="0"/>
              <a:t> </a:t>
            </a:r>
            <a:r>
              <a:rPr lang="en-US" baseline="0" dirty="0" err="1" smtClean="0"/>
              <a:t>dâng</a:t>
            </a: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27</a:t>
            </a:fld>
            <a:endParaRPr lang="en-US"/>
          </a:p>
        </p:txBody>
      </p:sp>
    </p:spTree>
    <p:extLst>
      <p:ext uri="{BB962C8B-B14F-4D97-AF65-F5344CB8AC3E}">
        <p14:creationId xmlns:p14="http://schemas.microsoft.com/office/powerpoint/2010/main" val="4184946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Unanticipated events and conditions can be wreak havoc on an unprepared project.: </a:t>
            </a:r>
            <a:r>
              <a:rPr lang="vi-VN" dirty="0" smtClean="0"/>
              <a:t>Các sự kiện và điều kiện không lường trước được có thể tàn phá một dự án </a:t>
            </a:r>
            <a:r>
              <a:rPr lang="en-US" dirty="0" err="1" smtClean="0"/>
              <a:t>thiếu</a:t>
            </a:r>
            <a:r>
              <a:rPr lang="en-US" baseline="0" dirty="0" smtClean="0"/>
              <a:t> </a:t>
            </a:r>
            <a:r>
              <a:rPr lang="en-US" baseline="0" dirty="0" err="1" smtClean="0"/>
              <a:t>sự</a:t>
            </a:r>
            <a:r>
              <a:rPr lang="en-US" baseline="0" dirty="0" smtClean="0"/>
              <a:t> </a:t>
            </a:r>
            <a:r>
              <a:rPr lang="vi-VN" dirty="0" smtClean="0"/>
              <a:t> chuẩn bị.</a:t>
            </a:r>
            <a:endParaRPr lang="en-US" dirty="0" smtClean="0"/>
          </a:p>
          <a:p>
            <a:pPr marL="171450" indent="-171450">
              <a:buFontTx/>
              <a:buChar char="-"/>
            </a:pPr>
            <a:r>
              <a:rPr lang="en-US" dirty="0" smtClean="0"/>
              <a:t>Retrospective (</a:t>
            </a:r>
            <a:r>
              <a:rPr lang="en-US" dirty="0" err="1" smtClean="0"/>
              <a:t>adj</a:t>
            </a:r>
            <a:r>
              <a:rPr lang="en-US" dirty="0" smtClean="0"/>
              <a:t>): </a:t>
            </a:r>
            <a:r>
              <a:rPr lang="en-US" dirty="0" err="1" smtClean="0"/>
              <a:t>nhìn</a:t>
            </a:r>
            <a:r>
              <a:rPr lang="en-US" baseline="0" dirty="0" smtClean="0"/>
              <a:t> </a:t>
            </a:r>
            <a:r>
              <a:rPr lang="en-US" baseline="0" dirty="0" err="1" smtClean="0"/>
              <a:t>lại</a:t>
            </a:r>
            <a:r>
              <a:rPr lang="en-US" baseline="0" dirty="0" smtClean="0"/>
              <a:t> </a:t>
            </a:r>
            <a:r>
              <a:rPr lang="en-US" baseline="0" dirty="0" err="1" smtClean="0"/>
              <a:t>dĩ</a:t>
            </a:r>
            <a:r>
              <a:rPr lang="en-US" baseline="0" dirty="0" smtClean="0"/>
              <a:t> </a:t>
            </a:r>
            <a:r>
              <a:rPr lang="en-US" baseline="0" dirty="0" err="1" smtClean="0"/>
              <a:t>vãng</a:t>
            </a:r>
            <a:r>
              <a:rPr lang="en-US" baseline="0" dirty="0" smtClean="0"/>
              <a:t>, </a:t>
            </a:r>
            <a:r>
              <a:rPr lang="en-US" baseline="0" dirty="0" err="1" smtClean="0"/>
              <a:t>quá</a:t>
            </a:r>
            <a:r>
              <a:rPr lang="en-US" baseline="0" dirty="0" smtClean="0"/>
              <a:t> </a:t>
            </a:r>
            <a:r>
              <a:rPr lang="en-US" baseline="0" dirty="0" err="1" smtClean="0"/>
              <a:t>khứ</a:t>
            </a:r>
            <a:r>
              <a:rPr lang="en-US" baseline="0" dirty="0" smtClean="0"/>
              <a:t> / </a:t>
            </a:r>
            <a:r>
              <a:rPr lang="en-US" baseline="0" dirty="0" err="1" smtClean="0"/>
              <a:t>có</a:t>
            </a:r>
            <a:r>
              <a:rPr lang="en-US" baseline="0" dirty="0" smtClean="0"/>
              <a:t> </a:t>
            </a:r>
            <a:r>
              <a:rPr lang="en-US" baseline="0" dirty="0" err="1" smtClean="0"/>
              <a:t>hiệu</a:t>
            </a:r>
            <a:r>
              <a:rPr lang="en-US" baseline="0" dirty="0" smtClean="0"/>
              <a:t> </a:t>
            </a:r>
            <a:r>
              <a:rPr lang="en-US" baseline="0" dirty="0" err="1" smtClean="0"/>
              <a:t>lực</a:t>
            </a:r>
            <a:r>
              <a:rPr lang="en-US" baseline="0" dirty="0" smtClean="0"/>
              <a:t> </a:t>
            </a:r>
            <a:r>
              <a:rPr lang="en-US" baseline="0" dirty="0" err="1" smtClean="0"/>
              <a:t>hồi</a:t>
            </a:r>
            <a:r>
              <a:rPr lang="en-US" baseline="0" dirty="0" smtClean="0"/>
              <a:t> </a:t>
            </a:r>
            <a:r>
              <a:rPr lang="en-US" baseline="0" dirty="0" err="1" smtClean="0"/>
              <a:t>tố</a:t>
            </a:r>
            <a:endParaRPr lang="en-US" dirty="0"/>
          </a:p>
        </p:txBody>
      </p:sp>
      <p:sp>
        <p:nvSpPr>
          <p:cNvPr id="4" name="Slide Number Placeholder 3"/>
          <p:cNvSpPr>
            <a:spLocks noGrp="1"/>
          </p:cNvSpPr>
          <p:nvPr>
            <p:ph type="sldNum" sz="quarter" idx="10"/>
          </p:nvPr>
        </p:nvSpPr>
        <p:spPr/>
        <p:txBody>
          <a:bodyPr/>
          <a:lstStyle/>
          <a:p>
            <a:fld id="{9F179320-9393-4101-B623-4D9AE0A3EC6A}" type="slidenum">
              <a:rPr lang="en-US" smtClean="0"/>
              <a:t>29</a:t>
            </a:fld>
            <a:endParaRPr lang="en-US"/>
          </a:p>
        </p:txBody>
      </p:sp>
    </p:spTree>
    <p:extLst>
      <p:ext uri="{BB962C8B-B14F-4D97-AF65-F5344CB8AC3E}">
        <p14:creationId xmlns:p14="http://schemas.microsoft.com/office/powerpoint/2010/main" val="33562116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smtClean="0"/>
              <a:t>Backlog (n): </a:t>
            </a:r>
            <a:r>
              <a:rPr lang="en-US" dirty="0" err="1" smtClean="0"/>
              <a:t>phần</a:t>
            </a:r>
            <a:r>
              <a:rPr lang="en-US" baseline="0" dirty="0" smtClean="0"/>
              <a:t> </a:t>
            </a:r>
            <a:r>
              <a:rPr lang="en-US" baseline="0" dirty="0" err="1" smtClean="0"/>
              <a:t>công</a:t>
            </a:r>
            <a:r>
              <a:rPr lang="en-US" baseline="0" dirty="0" smtClean="0"/>
              <a:t> </a:t>
            </a:r>
            <a:r>
              <a:rPr lang="en-US" baseline="0" dirty="0" err="1" smtClean="0"/>
              <a:t>việc</a:t>
            </a:r>
            <a:r>
              <a:rPr lang="en-US" baseline="0" dirty="0" smtClean="0"/>
              <a:t> </a:t>
            </a:r>
            <a:r>
              <a:rPr lang="en-US" baseline="0" dirty="0" err="1" smtClean="0"/>
              <a:t>còn</a:t>
            </a:r>
            <a:r>
              <a:rPr lang="en-US" baseline="0" dirty="0" smtClean="0"/>
              <a:t> </a:t>
            </a:r>
            <a:r>
              <a:rPr lang="en-US" baseline="0" dirty="0" err="1" smtClean="0"/>
              <a:t>tồn</a:t>
            </a:r>
            <a:r>
              <a:rPr lang="en-US" baseline="0" dirty="0" smtClean="0"/>
              <a:t> </a:t>
            </a:r>
            <a:r>
              <a:rPr lang="en-US" baseline="0" dirty="0" err="1" smtClean="0"/>
              <a:t>đọng</a:t>
            </a:r>
            <a:r>
              <a:rPr lang="en-US" baseline="0" dirty="0" smtClean="0"/>
              <a:t> </a:t>
            </a:r>
            <a:r>
              <a:rPr lang="en-US" baseline="0" dirty="0" err="1" smtClean="0"/>
              <a:t>thưa</a:t>
            </a:r>
            <a:r>
              <a:rPr lang="en-US" baseline="0" dirty="0" smtClean="0"/>
              <a:t> </a:t>
            </a:r>
            <a:r>
              <a:rPr lang="en-US" baseline="0" dirty="0" err="1" smtClean="0"/>
              <a:t>chực</a:t>
            </a:r>
            <a:r>
              <a:rPr lang="en-US" baseline="0" dirty="0" smtClean="0"/>
              <a:t> </a:t>
            </a:r>
            <a:r>
              <a:rPr lang="en-US" baseline="0" dirty="0" err="1" smtClean="0"/>
              <a:t>hiện</a:t>
            </a:r>
            <a:r>
              <a:rPr lang="en-US" baseline="0" dirty="0" smtClean="0"/>
              <a:t>. </a:t>
            </a:r>
          </a:p>
          <a:p>
            <a:pPr marL="171450" indent="-171450">
              <a:buFontTx/>
              <a:buChar char="-"/>
            </a:pPr>
            <a:r>
              <a:rPr lang="en-US" baseline="0" dirty="0" smtClean="0"/>
              <a:t>Product backlog: </a:t>
            </a:r>
            <a:r>
              <a:rPr lang="en-US" baseline="0" dirty="0" err="1" smtClean="0"/>
              <a:t>phần</a:t>
            </a:r>
            <a:r>
              <a:rPr lang="en-US" baseline="0" dirty="0" smtClean="0"/>
              <a:t> </a:t>
            </a:r>
            <a:r>
              <a:rPr lang="en-US" baseline="0" dirty="0" err="1" smtClean="0"/>
              <a:t>còn</a:t>
            </a:r>
            <a:r>
              <a:rPr lang="en-US" baseline="0" dirty="0" smtClean="0"/>
              <a:t> </a:t>
            </a:r>
            <a:r>
              <a:rPr lang="en-US" baseline="0" dirty="0" err="1" smtClean="0"/>
              <a:t>lại</a:t>
            </a:r>
            <a:r>
              <a:rPr lang="en-US" baseline="0" dirty="0" smtClean="0"/>
              <a:t> </a:t>
            </a:r>
            <a:r>
              <a:rPr lang="en-US" baseline="0" dirty="0" err="1" smtClean="0"/>
              <a:t>của</a:t>
            </a:r>
            <a:r>
              <a:rPr lang="en-US" baseline="0" dirty="0" smtClean="0"/>
              <a:t> </a:t>
            </a:r>
            <a:r>
              <a:rPr lang="en-US" baseline="0" dirty="0" err="1" smtClean="0"/>
              <a:t>dự</a:t>
            </a:r>
            <a:r>
              <a:rPr lang="en-US" baseline="0" dirty="0" smtClean="0"/>
              <a:t> </a:t>
            </a:r>
            <a:r>
              <a:rPr lang="en-US" baseline="0" dirty="0" err="1" smtClean="0"/>
              <a:t>án</a:t>
            </a:r>
            <a:endParaRPr lang="en-US" baseline="0" dirty="0" smtClean="0"/>
          </a:p>
          <a:p>
            <a:pPr marL="171450" indent="-171450">
              <a:buFontTx/>
              <a:buChar char="-"/>
            </a:pPr>
            <a:r>
              <a:rPr lang="en-US" baseline="0" dirty="0" smtClean="0"/>
              <a:t>Velocity (n): </a:t>
            </a:r>
            <a:r>
              <a:rPr lang="en-US" baseline="0" dirty="0" err="1" smtClean="0"/>
              <a:t>Tốc</a:t>
            </a:r>
            <a:r>
              <a:rPr lang="en-US" baseline="0" dirty="0" smtClean="0"/>
              <a:t> </a:t>
            </a:r>
            <a:r>
              <a:rPr lang="en-US" baseline="0" dirty="0" err="1" smtClean="0"/>
              <a:t>độ</a:t>
            </a:r>
            <a:endParaRPr lang="en-US" baseline="0" dirty="0" smtClean="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30</a:t>
            </a:fld>
            <a:endParaRPr lang="en-US"/>
          </a:p>
        </p:txBody>
      </p:sp>
    </p:spTree>
    <p:extLst>
      <p:ext uri="{BB962C8B-B14F-4D97-AF65-F5344CB8AC3E}">
        <p14:creationId xmlns:p14="http://schemas.microsoft.com/office/powerpoint/2010/main" val="12577286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pay-off (n): chi </a:t>
            </a:r>
            <a:r>
              <a:rPr lang="en-US" dirty="0" err="1" smtClean="0"/>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31</a:t>
            </a:fld>
            <a:endParaRPr lang="en-US"/>
          </a:p>
        </p:txBody>
      </p:sp>
    </p:spTree>
    <p:extLst>
      <p:ext uri="{BB962C8B-B14F-4D97-AF65-F5344CB8AC3E}">
        <p14:creationId xmlns:p14="http://schemas.microsoft.com/office/powerpoint/2010/main" val="27744849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smtClean="0">
                <a:solidFill>
                  <a:srgbClr val="0000FF"/>
                </a:solidFill>
                <a:latin typeface="+mn-lt"/>
              </a:rPr>
              <a:t>ĐẠI</a:t>
            </a:r>
            <a:r>
              <a:rPr lang="en-US" sz="3200" b="1" baseline="0" dirty="0" smtClean="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65849900"/>
      </p:ext>
    </p:extLst>
  </p:cSld>
  <p:clrMapOvr>
    <a:masterClrMapping/>
  </p:clrMapOvr>
  <p:transition>
    <p:split orient="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itle 7"/>
          <p:cNvSpPr>
            <a:spLocks noGrp="1"/>
          </p:cNvSpPr>
          <p:nvPr>
            <p:ph type="title"/>
          </p:nvPr>
        </p:nvSpPr>
        <p:spPr>
          <a:xfrm>
            <a:off x="2819400" y="27105"/>
            <a:ext cx="6324600" cy="914399"/>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smtClean="0"/>
              <a:t>Requirements engineering for good practices_BayHV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34365798"/>
      </p:ext>
    </p:extLst>
  </p:cSld>
  <p:clrMapOvr>
    <a:masterClrMapping/>
  </p:clrMapOvr>
  <p:transition>
    <p:split orient="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2800" b="1" i="0">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Requirements engineering for good practices_BayHV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50606575"/>
      </p:ext>
    </p:extLst>
  </p:cSld>
  <p:clrMapOvr>
    <a:masterClrMapping/>
  </p:clrMapOvr>
  <p:transition>
    <p:split orient="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79986" y="13967"/>
            <a:ext cx="6400800" cy="9906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228600" y="6351022"/>
            <a:ext cx="6096000" cy="365125"/>
          </a:xfrm>
        </p:spPr>
        <p:txBody>
          <a:bodyPr/>
          <a:lstStyle>
            <a:lvl1pPr algn="l">
              <a:defRPr>
                <a:latin typeface="Tahoma" pitchFamily="34" charset="0"/>
                <a:cs typeface="Tahoma" pitchFamily="34" charset="0"/>
              </a:defRPr>
            </a:lvl1pPr>
          </a:lstStyle>
          <a:p>
            <a:pPr>
              <a:defRPr/>
            </a:pPr>
            <a:r>
              <a:rPr lang="en-US" smtClean="0"/>
              <a:t>Requirements engineering for good practices_BayHV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16752924"/>
      </p:ext>
    </p:extLst>
  </p:cSld>
  <p:clrMapOvr>
    <a:masterClrMapping/>
  </p:clrMapOvr>
  <p:transition>
    <p:split orient="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9144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Requirements engineering for good practices_BayHV</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93630840"/>
      </p:ext>
    </p:extLst>
  </p:cSld>
  <p:clrMapOvr>
    <a:masterClrMapping/>
  </p:clrMapOvr>
  <p:transition>
    <p:split orient="vert"/>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7255043" y="6278213"/>
            <a:ext cx="1347537" cy="370396"/>
          </a:xfrm>
          <a:prstGeom prst="rect">
            <a:avLst/>
          </a:prstGeom>
        </p:spPr>
        <p:txBody>
          <a:bodyPr/>
          <a:lstStyle/>
          <a:p>
            <a:endParaRPr lang="en-US"/>
          </a:p>
        </p:txBody>
      </p:sp>
      <p:sp>
        <p:nvSpPr>
          <p:cNvPr id="5" name="Footer Placeholder 4"/>
          <p:cNvSpPr>
            <a:spLocks noGrp="1"/>
          </p:cNvSpPr>
          <p:nvPr>
            <p:ph type="ftr" sz="quarter" idx="11"/>
          </p:nvPr>
        </p:nvSpPr>
        <p:spPr>
          <a:xfrm>
            <a:off x="830181" y="6356350"/>
            <a:ext cx="6826730" cy="365125"/>
          </a:xfrm>
          <a:prstGeom prst="rect">
            <a:avLst/>
          </a:prstGeom>
        </p:spPr>
        <p:txBody>
          <a:bodyPr/>
          <a:lstStyle/>
          <a:p>
            <a:r>
              <a:rPr lang="en-US" smtClean="0"/>
              <a:t>Requirements engineering for good practices_BayHV</a:t>
            </a:r>
            <a:endParaRPr lang="en-US"/>
          </a:p>
        </p:txBody>
      </p:sp>
      <p:sp>
        <p:nvSpPr>
          <p:cNvPr id="6" name="Slide Number Placeholder 5"/>
          <p:cNvSpPr>
            <a:spLocks noGrp="1"/>
          </p:cNvSpPr>
          <p:nvPr>
            <p:ph type="sldNum" sz="quarter" idx="12"/>
          </p:nvPr>
        </p:nvSpPr>
        <p:spPr/>
        <p:txBody>
          <a:bodyPr/>
          <a:lstStyle/>
          <a:p>
            <a:fld id="{015B7635-705B-4E6E-A9E8-FF9E1B845D49}" type="slidenum">
              <a:rPr lang="en-US" smtClean="0"/>
              <a:t>‹#›</a:t>
            </a:fld>
            <a:endParaRPr lang="en-US"/>
          </a:p>
        </p:txBody>
      </p:sp>
      <p:sp>
        <p:nvSpPr>
          <p:cNvPr id="7" name="Title 1"/>
          <p:cNvSpPr txBox="1">
            <a:spLocks/>
          </p:cNvSpPr>
          <p:nvPr userDrawn="1"/>
        </p:nvSpPr>
        <p:spPr>
          <a:xfrm>
            <a:off x="2164963" y="163126"/>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endParaRPr lang="en-US" sz="3200" dirty="0"/>
          </a:p>
        </p:txBody>
      </p:sp>
      <p:sp>
        <p:nvSpPr>
          <p:cNvPr id="8" name="Content Placeholder 2"/>
          <p:cNvSpPr>
            <a:spLocks noGrp="1"/>
          </p:cNvSpPr>
          <p:nvPr>
            <p:ph idx="1"/>
          </p:nvPr>
        </p:nvSpPr>
        <p:spPr>
          <a:xfrm>
            <a:off x="830181" y="1191125"/>
            <a:ext cx="7772399" cy="5065295"/>
          </a:xfrm>
          <a:prstGeom prst="rect">
            <a:avLst/>
          </a:prstGeom>
        </p:spPr>
        <p:txBody>
          <a:bodyPr/>
          <a:lstStyle>
            <a:lvl1pPr>
              <a:defRPr sz="2800"/>
            </a:lvl1pPr>
            <a:lvl2pPr>
              <a:defRPr sz="2400"/>
            </a:lvl2pPr>
            <a:lvl3pPr>
              <a:defRPr sz="2000"/>
            </a:lvl3pPr>
            <a:lvl4pPr>
              <a:defRPr sz="16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1798911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7255043" y="6130437"/>
            <a:ext cx="1347537" cy="370396"/>
          </a:xfrm>
          <a:prstGeom prst="rect">
            <a:avLst/>
          </a:prstGeom>
        </p:spPr>
        <p:txBody>
          <a:bodyPr/>
          <a:lstStyle/>
          <a:p>
            <a:endParaRPr lang="en-US"/>
          </a:p>
        </p:txBody>
      </p:sp>
      <p:sp>
        <p:nvSpPr>
          <p:cNvPr id="5" name="Footer Placeholder 4"/>
          <p:cNvSpPr>
            <a:spLocks noGrp="1"/>
          </p:cNvSpPr>
          <p:nvPr>
            <p:ph type="ftr" sz="quarter" idx="11"/>
          </p:nvPr>
        </p:nvSpPr>
        <p:spPr>
          <a:xfrm>
            <a:off x="830181" y="6356349"/>
            <a:ext cx="6826730" cy="365125"/>
          </a:xfrm>
          <a:prstGeom prst="rect">
            <a:avLst/>
          </a:prstGeom>
        </p:spPr>
        <p:txBody>
          <a:bodyPr/>
          <a:lstStyle/>
          <a:p>
            <a:r>
              <a:rPr lang="en-US" smtClean="0"/>
              <a:t>Requirements engineering for good practices_BayHV</a:t>
            </a:r>
            <a:endParaRPr lang="en-US"/>
          </a:p>
        </p:txBody>
      </p:sp>
      <p:sp>
        <p:nvSpPr>
          <p:cNvPr id="6" name="Slide Number Placeholder 5"/>
          <p:cNvSpPr>
            <a:spLocks noGrp="1"/>
          </p:cNvSpPr>
          <p:nvPr>
            <p:ph type="sldNum" sz="quarter" idx="12"/>
          </p:nvPr>
        </p:nvSpPr>
        <p:spPr/>
        <p:txBody>
          <a:bodyPr/>
          <a:lstStyle/>
          <a:p>
            <a:fld id="{015B7635-705B-4E6E-A9E8-FF9E1B845D49}" type="slidenum">
              <a:rPr lang="en-US" smtClean="0"/>
              <a:t>‹#›</a:t>
            </a:fld>
            <a:endParaRPr lang="en-US"/>
          </a:p>
        </p:txBody>
      </p:sp>
      <p:sp>
        <p:nvSpPr>
          <p:cNvPr id="7" name="Title 1"/>
          <p:cNvSpPr txBox="1">
            <a:spLocks/>
          </p:cNvSpPr>
          <p:nvPr userDrawn="1"/>
        </p:nvSpPr>
        <p:spPr>
          <a:xfrm>
            <a:off x="2164963" y="163126"/>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endParaRPr lang="en-US" sz="3200" dirty="0"/>
          </a:p>
        </p:txBody>
      </p:sp>
      <p:sp>
        <p:nvSpPr>
          <p:cNvPr id="8" name="Content Placeholder 2"/>
          <p:cNvSpPr>
            <a:spLocks noGrp="1"/>
          </p:cNvSpPr>
          <p:nvPr>
            <p:ph idx="1"/>
          </p:nvPr>
        </p:nvSpPr>
        <p:spPr>
          <a:xfrm>
            <a:off x="830181" y="1191125"/>
            <a:ext cx="7772399" cy="5065295"/>
          </a:xfrm>
          <a:prstGeom prst="rect">
            <a:avLst/>
          </a:prstGeom>
        </p:spPr>
        <p:txBody>
          <a:bodyPr/>
          <a:lstStyle>
            <a:lvl1pPr>
              <a:defRPr sz="2800"/>
            </a:lvl1pPr>
            <a:lvl2pPr>
              <a:defRPr sz="2400"/>
            </a:lvl2pPr>
            <a:lvl3pPr>
              <a:defRPr sz="2000"/>
            </a:lvl3pPr>
            <a:lvl4pPr>
              <a:defRPr sz="16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8037593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793270" y="6356350"/>
            <a:ext cx="6826730" cy="365125"/>
          </a:xfrm>
          <a:prstGeom prst="rect">
            <a:avLst/>
          </a:prstGeom>
        </p:spPr>
        <p:txBody>
          <a:bodyPr/>
          <a:lstStyle/>
          <a:p>
            <a:r>
              <a:rPr lang="en-US" smtClean="0"/>
              <a:t>Requirements engineering for good practices_BayHV</a:t>
            </a:r>
            <a:endParaRPr lang="en-US"/>
          </a:p>
        </p:txBody>
      </p:sp>
      <p:sp>
        <p:nvSpPr>
          <p:cNvPr id="6" name="Slide Number Placeholder 5"/>
          <p:cNvSpPr>
            <a:spLocks noGrp="1"/>
          </p:cNvSpPr>
          <p:nvPr>
            <p:ph type="sldNum" sz="quarter" idx="12"/>
          </p:nvPr>
        </p:nvSpPr>
        <p:spPr/>
        <p:txBody>
          <a:bodyPr/>
          <a:lstStyle/>
          <a:p>
            <a:fld id="{015B7635-705B-4E6E-A9E8-FF9E1B845D49}" type="slidenum">
              <a:rPr lang="en-US" smtClean="0"/>
              <a:t>‹#›</a:t>
            </a:fld>
            <a:endParaRPr lang="en-US"/>
          </a:p>
        </p:txBody>
      </p:sp>
      <p:sp>
        <p:nvSpPr>
          <p:cNvPr id="7" name="Title 1"/>
          <p:cNvSpPr txBox="1">
            <a:spLocks/>
          </p:cNvSpPr>
          <p:nvPr userDrawn="1"/>
        </p:nvSpPr>
        <p:spPr>
          <a:xfrm>
            <a:off x="2164963" y="163126"/>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endParaRPr lang="en-US" sz="3200" dirty="0"/>
          </a:p>
        </p:txBody>
      </p:sp>
      <p:sp>
        <p:nvSpPr>
          <p:cNvPr id="8" name="Content Placeholder 2"/>
          <p:cNvSpPr>
            <a:spLocks noGrp="1"/>
          </p:cNvSpPr>
          <p:nvPr>
            <p:ph idx="1"/>
          </p:nvPr>
        </p:nvSpPr>
        <p:spPr>
          <a:xfrm>
            <a:off x="830181" y="1191125"/>
            <a:ext cx="7772399" cy="5065295"/>
          </a:xfrm>
          <a:prstGeom prst="rect">
            <a:avLst/>
          </a:prstGeom>
        </p:spPr>
        <p:txBody>
          <a:bodyPr/>
          <a:lstStyle>
            <a:lvl1pPr>
              <a:defRPr sz="2800"/>
            </a:lvl1pPr>
            <a:lvl2pPr>
              <a:defRPr sz="2400"/>
            </a:lvl2pPr>
            <a:lvl3pPr>
              <a:defRPr sz="2000"/>
            </a:lvl3pPr>
            <a:lvl4pPr>
              <a:defRPr sz="16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84190645"/>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793270" y="6364117"/>
            <a:ext cx="6826730" cy="365125"/>
          </a:xfrm>
          <a:prstGeom prst="rect">
            <a:avLst/>
          </a:prstGeom>
        </p:spPr>
        <p:txBody>
          <a:bodyPr/>
          <a:lstStyle/>
          <a:p>
            <a:r>
              <a:rPr lang="en-US" smtClean="0"/>
              <a:t>Requirements engineering for good practices_BayHV</a:t>
            </a:r>
            <a:endParaRPr lang="en-US"/>
          </a:p>
        </p:txBody>
      </p:sp>
      <p:sp>
        <p:nvSpPr>
          <p:cNvPr id="6" name="Slide Number Placeholder 5"/>
          <p:cNvSpPr>
            <a:spLocks noGrp="1"/>
          </p:cNvSpPr>
          <p:nvPr>
            <p:ph type="sldNum" sz="quarter" idx="12"/>
          </p:nvPr>
        </p:nvSpPr>
        <p:spPr/>
        <p:txBody>
          <a:bodyPr/>
          <a:lstStyle/>
          <a:p>
            <a:fld id="{015B7635-705B-4E6E-A9E8-FF9E1B845D49}" type="slidenum">
              <a:rPr lang="en-US" smtClean="0"/>
              <a:t>‹#›</a:t>
            </a:fld>
            <a:endParaRPr lang="en-US"/>
          </a:p>
        </p:txBody>
      </p:sp>
      <p:sp>
        <p:nvSpPr>
          <p:cNvPr id="7" name="Title 1"/>
          <p:cNvSpPr txBox="1">
            <a:spLocks/>
          </p:cNvSpPr>
          <p:nvPr userDrawn="1"/>
        </p:nvSpPr>
        <p:spPr>
          <a:xfrm>
            <a:off x="2164963" y="163126"/>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endParaRPr lang="en-US" sz="3200" dirty="0"/>
          </a:p>
        </p:txBody>
      </p:sp>
      <p:sp>
        <p:nvSpPr>
          <p:cNvPr id="8" name="Content Placeholder 2"/>
          <p:cNvSpPr>
            <a:spLocks noGrp="1"/>
          </p:cNvSpPr>
          <p:nvPr>
            <p:ph idx="1"/>
          </p:nvPr>
        </p:nvSpPr>
        <p:spPr>
          <a:xfrm>
            <a:off x="830181" y="1191125"/>
            <a:ext cx="7772399" cy="5065295"/>
          </a:xfrm>
          <a:prstGeom prst="rect">
            <a:avLst/>
          </a:prstGeom>
        </p:spPr>
        <p:txBody>
          <a:bodyPr/>
          <a:lstStyle>
            <a:lvl1pPr>
              <a:defRPr sz="2800"/>
            </a:lvl1pPr>
            <a:lvl2pPr>
              <a:defRPr sz="2400"/>
            </a:lvl2pPr>
            <a:lvl3pPr>
              <a:defRPr sz="2000"/>
            </a:lvl3pPr>
            <a:lvl4pPr>
              <a:defRPr sz="16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4451566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7255043" y="6130437"/>
            <a:ext cx="1347537" cy="370396"/>
          </a:xfrm>
          <a:prstGeom prst="rect">
            <a:avLst/>
          </a:prstGeom>
        </p:spPr>
        <p:txBody>
          <a:bodyPr/>
          <a:lstStyle/>
          <a:p>
            <a:endParaRPr lang="en-US"/>
          </a:p>
        </p:txBody>
      </p:sp>
      <p:sp>
        <p:nvSpPr>
          <p:cNvPr id="5" name="Footer Placeholder 4"/>
          <p:cNvSpPr>
            <a:spLocks noGrp="1"/>
          </p:cNvSpPr>
          <p:nvPr>
            <p:ph type="ftr" sz="quarter" idx="11"/>
          </p:nvPr>
        </p:nvSpPr>
        <p:spPr>
          <a:xfrm>
            <a:off x="830181" y="6356350"/>
            <a:ext cx="6826730" cy="365125"/>
          </a:xfrm>
          <a:prstGeom prst="rect">
            <a:avLst/>
          </a:prstGeom>
        </p:spPr>
        <p:txBody>
          <a:bodyPr/>
          <a:lstStyle/>
          <a:p>
            <a:r>
              <a:rPr lang="en-US" smtClean="0"/>
              <a:t>Requirements engineering for good practices_BayHV</a:t>
            </a:r>
            <a:endParaRPr lang="en-US"/>
          </a:p>
        </p:txBody>
      </p:sp>
      <p:sp>
        <p:nvSpPr>
          <p:cNvPr id="6" name="Slide Number Placeholder 5"/>
          <p:cNvSpPr>
            <a:spLocks noGrp="1"/>
          </p:cNvSpPr>
          <p:nvPr>
            <p:ph type="sldNum" sz="quarter" idx="12"/>
          </p:nvPr>
        </p:nvSpPr>
        <p:spPr/>
        <p:txBody>
          <a:bodyPr/>
          <a:lstStyle/>
          <a:p>
            <a:fld id="{015B7635-705B-4E6E-A9E8-FF9E1B845D49}" type="slidenum">
              <a:rPr lang="en-US" smtClean="0"/>
              <a:t>‹#›</a:t>
            </a:fld>
            <a:endParaRPr lang="en-US"/>
          </a:p>
        </p:txBody>
      </p:sp>
      <p:sp>
        <p:nvSpPr>
          <p:cNvPr id="7" name="Title 1"/>
          <p:cNvSpPr txBox="1">
            <a:spLocks/>
          </p:cNvSpPr>
          <p:nvPr userDrawn="1"/>
        </p:nvSpPr>
        <p:spPr>
          <a:xfrm>
            <a:off x="2164963" y="163126"/>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endParaRPr lang="en-US" sz="3200" dirty="0"/>
          </a:p>
        </p:txBody>
      </p:sp>
      <p:sp>
        <p:nvSpPr>
          <p:cNvPr id="8" name="Content Placeholder 2"/>
          <p:cNvSpPr>
            <a:spLocks noGrp="1"/>
          </p:cNvSpPr>
          <p:nvPr>
            <p:ph idx="1"/>
          </p:nvPr>
        </p:nvSpPr>
        <p:spPr>
          <a:xfrm>
            <a:off x="830181" y="1191125"/>
            <a:ext cx="7772399" cy="5065295"/>
          </a:xfrm>
          <a:prstGeom prst="rect">
            <a:avLst/>
          </a:prstGeom>
        </p:spPr>
        <p:txBody>
          <a:bodyPr/>
          <a:lstStyle>
            <a:lvl1pPr>
              <a:defRPr sz="2800"/>
            </a:lvl1pPr>
            <a:lvl2pPr>
              <a:defRPr sz="2400"/>
            </a:lvl2pPr>
            <a:lvl3pPr>
              <a:defRPr sz="2000"/>
            </a:lvl3pPr>
            <a:lvl4pPr>
              <a:defRPr sz="16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3560002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7255043" y="6130437"/>
            <a:ext cx="1347537" cy="370396"/>
          </a:xfrm>
          <a:prstGeom prst="rect">
            <a:avLst/>
          </a:prstGeom>
        </p:spPr>
        <p:txBody>
          <a:bodyPr/>
          <a:lstStyle/>
          <a:p>
            <a:endParaRPr lang="en-US"/>
          </a:p>
        </p:txBody>
      </p:sp>
      <p:sp>
        <p:nvSpPr>
          <p:cNvPr id="5" name="Footer Placeholder 4"/>
          <p:cNvSpPr>
            <a:spLocks noGrp="1"/>
          </p:cNvSpPr>
          <p:nvPr>
            <p:ph type="ftr" sz="quarter" idx="11"/>
          </p:nvPr>
        </p:nvSpPr>
        <p:spPr>
          <a:xfrm>
            <a:off x="830181" y="6356350"/>
            <a:ext cx="6826730" cy="365125"/>
          </a:xfrm>
          <a:prstGeom prst="rect">
            <a:avLst/>
          </a:prstGeom>
        </p:spPr>
        <p:txBody>
          <a:bodyPr/>
          <a:lstStyle/>
          <a:p>
            <a:r>
              <a:rPr lang="en-US" smtClean="0"/>
              <a:t>Requirements engineering for good practices_BayHV</a:t>
            </a:r>
            <a:endParaRPr lang="en-US"/>
          </a:p>
        </p:txBody>
      </p:sp>
      <p:sp>
        <p:nvSpPr>
          <p:cNvPr id="6" name="Slide Number Placeholder 5"/>
          <p:cNvSpPr>
            <a:spLocks noGrp="1"/>
          </p:cNvSpPr>
          <p:nvPr>
            <p:ph type="sldNum" sz="quarter" idx="12"/>
          </p:nvPr>
        </p:nvSpPr>
        <p:spPr/>
        <p:txBody>
          <a:bodyPr/>
          <a:lstStyle/>
          <a:p>
            <a:fld id="{015B7635-705B-4E6E-A9E8-FF9E1B845D49}" type="slidenum">
              <a:rPr lang="en-US" smtClean="0"/>
              <a:t>‹#›</a:t>
            </a:fld>
            <a:endParaRPr lang="en-US"/>
          </a:p>
        </p:txBody>
      </p:sp>
      <p:sp>
        <p:nvSpPr>
          <p:cNvPr id="7" name="Title 1"/>
          <p:cNvSpPr txBox="1">
            <a:spLocks/>
          </p:cNvSpPr>
          <p:nvPr userDrawn="1"/>
        </p:nvSpPr>
        <p:spPr>
          <a:xfrm>
            <a:off x="2164963" y="163126"/>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endParaRPr lang="en-US" sz="3200" dirty="0"/>
          </a:p>
        </p:txBody>
      </p:sp>
      <p:sp>
        <p:nvSpPr>
          <p:cNvPr id="8" name="Content Placeholder 2"/>
          <p:cNvSpPr>
            <a:spLocks noGrp="1"/>
          </p:cNvSpPr>
          <p:nvPr>
            <p:ph idx="1"/>
          </p:nvPr>
        </p:nvSpPr>
        <p:spPr>
          <a:xfrm>
            <a:off x="830181" y="1191125"/>
            <a:ext cx="7772399" cy="5065295"/>
          </a:xfrm>
          <a:prstGeom prst="rect">
            <a:avLst/>
          </a:prstGeom>
        </p:spPr>
        <p:txBody>
          <a:bodyPr/>
          <a:lstStyle>
            <a:lvl1pPr>
              <a:defRPr sz="2800"/>
            </a:lvl1pPr>
            <a:lvl2pPr>
              <a:defRPr sz="2400"/>
            </a:lvl2pPr>
            <a:lvl3pPr>
              <a:defRPr sz="2000"/>
            </a:lvl3pPr>
            <a:lvl4pPr>
              <a:defRPr sz="16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5417172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7255043" y="6130437"/>
            <a:ext cx="1347537" cy="370396"/>
          </a:xfrm>
          <a:prstGeom prst="rect">
            <a:avLst/>
          </a:prstGeom>
        </p:spPr>
        <p:txBody>
          <a:bodyPr/>
          <a:lstStyle/>
          <a:p>
            <a:endParaRPr lang="en-US"/>
          </a:p>
        </p:txBody>
      </p:sp>
      <p:sp>
        <p:nvSpPr>
          <p:cNvPr id="5" name="Footer Placeholder 4"/>
          <p:cNvSpPr>
            <a:spLocks noGrp="1"/>
          </p:cNvSpPr>
          <p:nvPr>
            <p:ph type="ftr" sz="quarter" idx="11"/>
          </p:nvPr>
        </p:nvSpPr>
        <p:spPr>
          <a:xfrm>
            <a:off x="830181" y="6356349"/>
            <a:ext cx="6826730" cy="365125"/>
          </a:xfrm>
          <a:prstGeom prst="rect">
            <a:avLst/>
          </a:prstGeom>
        </p:spPr>
        <p:txBody>
          <a:bodyPr/>
          <a:lstStyle/>
          <a:p>
            <a:r>
              <a:rPr lang="en-US" smtClean="0"/>
              <a:t>Requirements engineering for good practices_BayHV</a:t>
            </a:r>
            <a:endParaRPr lang="en-US"/>
          </a:p>
        </p:txBody>
      </p:sp>
      <p:sp>
        <p:nvSpPr>
          <p:cNvPr id="6" name="Slide Number Placeholder 5"/>
          <p:cNvSpPr>
            <a:spLocks noGrp="1"/>
          </p:cNvSpPr>
          <p:nvPr>
            <p:ph type="sldNum" sz="quarter" idx="12"/>
          </p:nvPr>
        </p:nvSpPr>
        <p:spPr/>
        <p:txBody>
          <a:bodyPr/>
          <a:lstStyle/>
          <a:p>
            <a:fld id="{015B7635-705B-4E6E-A9E8-FF9E1B845D49}" type="slidenum">
              <a:rPr lang="en-US" smtClean="0"/>
              <a:t>‹#›</a:t>
            </a:fld>
            <a:endParaRPr lang="en-US"/>
          </a:p>
        </p:txBody>
      </p:sp>
      <p:sp>
        <p:nvSpPr>
          <p:cNvPr id="7" name="Title 1"/>
          <p:cNvSpPr txBox="1">
            <a:spLocks/>
          </p:cNvSpPr>
          <p:nvPr userDrawn="1"/>
        </p:nvSpPr>
        <p:spPr>
          <a:xfrm>
            <a:off x="2164963" y="163126"/>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endParaRPr lang="en-US" sz="3200" dirty="0"/>
          </a:p>
        </p:txBody>
      </p:sp>
      <p:sp>
        <p:nvSpPr>
          <p:cNvPr id="8" name="Content Placeholder 2"/>
          <p:cNvSpPr>
            <a:spLocks noGrp="1"/>
          </p:cNvSpPr>
          <p:nvPr>
            <p:ph idx="1"/>
          </p:nvPr>
        </p:nvSpPr>
        <p:spPr>
          <a:xfrm>
            <a:off x="830181" y="1191125"/>
            <a:ext cx="7772399" cy="5065295"/>
          </a:xfrm>
          <a:prstGeom prst="rect">
            <a:avLst/>
          </a:prstGeom>
        </p:spPr>
        <p:txBody>
          <a:bodyPr/>
          <a:lstStyle>
            <a:lvl1pPr>
              <a:defRPr sz="2800"/>
            </a:lvl1pPr>
            <a:lvl2pPr>
              <a:defRPr sz="2400"/>
            </a:lvl2pPr>
            <a:lvl3pPr>
              <a:defRPr sz="2000"/>
            </a:lvl3pPr>
            <a:lvl4pPr>
              <a:defRPr sz="16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58384623"/>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7255043" y="6130437"/>
            <a:ext cx="1347537" cy="370396"/>
          </a:xfrm>
          <a:prstGeom prst="rect">
            <a:avLst/>
          </a:prstGeom>
        </p:spPr>
        <p:txBody>
          <a:bodyPr/>
          <a:lstStyle/>
          <a:p>
            <a:endParaRPr lang="en-US"/>
          </a:p>
        </p:txBody>
      </p:sp>
      <p:sp>
        <p:nvSpPr>
          <p:cNvPr id="5" name="Footer Placeholder 4"/>
          <p:cNvSpPr>
            <a:spLocks noGrp="1"/>
          </p:cNvSpPr>
          <p:nvPr>
            <p:ph type="ftr" sz="quarter" idx="11"/>
          </p:nvPr>
        </p:nvSpPr>
        <p:spPr>
          <a:xfrm>
            <a:off x="830181" y="6356350"/>
            <a:ext cx="6826730" cy="365125"/>
          </a:xfrm>
          <a:prstGeom prst="rect">
            <a:avLst/>
          </a:prstGeom>
        </p:spPr>
        <p:txBody>
          <a:bodyPr/>
          <a:lstStyle/>
          <a:p>
            <a:r>
              <a:rPr lang="en-US" smtClean="0"/>
              <a:t>Requirements engineering for good practices_BayHV</a:t>
            </a:r>
            <a:endParaRPr lang="en-US"/>
          </a:p>
        </p:txBody>
      </p:sp>
      <p:sp>
        <p:nvSpPr>
          <p:cNvPr id="6" name="Slide Number Placeholder 5"/>
          <p:cNvSpPr>
            <a:spLocks noGrp="1"/>
          </p:cNvSpPr>
          <p:nvPr>
            <p:ph type="sldNum" sz="quarter" idx="12"/>
          </p:nvPr>
        </p:nvSpPr>
        <p:spPr/>
        <p:txBody>
          <a:bodyPr/>
          <a:lstStyle/>
          <a:p>
            <a:fld id="{015B7635-705B-4E6E-A9E8-FF9E1B845D49}" type="slidenum">
              <a:rPr lang="en-US" smtClean="0"/>
              <a:t>‹#›</a:t>
            </a:fld>
            <a:endParaRPr lang="en-US"/>
          </a:p>
        </p:txBody>
      </p:sp>
      <p:sp>
        <p:nvSpPr>
          <p:cNvPr id="7" name="Title 1"/>
          <p:cNvSpPr txBox="1">
            <a:spLocks/>
          </p:cNvSpPr>
          <p:nvPr userDrawn="1"/>
        </p:nvSpPr>
        <p:spPr>
          <a:xfrm>
            <a:off x="2164963" y="163126"/>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endParaRPr lang="en-US" sz="3200" dirty="0"/>
          </a:p>
        </p:txBody>
      </p:sp>
      <p:sp>
        <p:nvSpPr>
          <p:cNvPr id="8" name="Content Placeholder 2"/>
          <p:cNvSpPr>
            <a:spLocks noGrp="1"/>
          </p:cNvSpPr>
          <p:nvPr>
            <p:ph idx="1"/>
          </p:nvPr>
        </p:nvSpPr>
        <p:spPr>
          <a:xfrm>
            <a:off x="830181" y="1191125"/>
            <a:ext cx="7772399" cy="5065295"/>
          </a:xfrm>
          <a:prstGeom prst="rect">
            <a:avLst/>
          </a:prstGeom>
        </p:spPr>
        <p:txBody>
          <a:bodyPr/>
          <a:lstStyle>
            <a:lvl1pPr>
              <a:defRPr sz="2800"/>
            </a:lvl1pPr>
            <a:lvl2pPr>
              <a:defRPr sz="2400"/>
            </a:lvl2pPr>
            <a:lvl3pPr>
              <a:defRPr sz="2000"/>
            </a:lvl3pPr>
            <a:lvl4pPr>
              <a:defRPr sz="16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33888269"/>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7255043" y="6130437"/>
            <a:ext cx="1347537" cy="370396"/>
          </a:xfrm>
          <a:prstGeom prst="rect">
            <a:avLst/>
          </a:prstGeom>
        </p:spPr>
        <p:txBody>
          <a:bodyPr/>
          <a:lstStyle/>
          <a:p>
            <a:endParaRPr lang="en-US"/>
          </a:p>
        </p:txBody>
      </p:sp>
      <p:sp>
        <p:nvSpPr>
          <p:cNvPr id="5" name="Footer Placeholder 4"/>
          <p:cNvSpPr>
            <a:spLocks noGrp="1"/>
          </p:cNvSpPr>
          <p:nvPr>
            <p:ph type="ftr" sz="quarter" idx="11"/>
          </p:nvPr>
        </p:nvSpPr>
        <p:spPr>
          <a:xfrm>
            <a:off x="830181" y="6356350"/>
            <a:ext cx="6826730" cy="365125"/>
          </a:xfrm>
          <a:prstGeom prst="rect">
            <a:avLst/>
          </a:prstGeom>
        </p:spPr>
        <p:txBody>
          <a:bodyPr/>
          <a:lstStyle/>
          <a:p>
            <a:r>
              <a:rPr lang="en-US" smtClean="0"/>
              <a:t>Requirements engineering for good practices_BayHV</a:t>
            </a:r>
            <a:endParaRPr lang="en-US"/>
          </a:p>
        </p:txBody>
      </p:sp>
      <p:sp>
        <p:nvSpPr>
          <p:cNvPr id="6" name="Slide Number Placeholder 5"/>
          <p:cNvSpPr>
            <a:spLocks noGrp="1"/>
          </p:cNvSpPr>
          <p:nvPr>
            <p:ph type="sldNum" sz="quarter" idx="12"/>
          </p:nvPr>
        </p:nvSpPr>
        <p:spPr/>
        <p:txBody>
          <a:bodyPr/>
          <a:lstStyle/>
          <a:p>
            <a:fld id="{015B7635-705B-4E6E-A9E8-FF9E1B845D49}" type="slidenum">
              <a:rPr lang="en-US" smtClean="0"/>
              <a:t>‹#›</a:t>
            </a:fld>
            <a:endParaRPr lang="en-US"/>
          </a:p>
        </p:txBody>
      </p:sp>
      <p:sp>
        <p:nvSpPr>
          <p:cNvPr id="7" name="Title 1"/>
          <p:cNvSpPr txBox="1">
            <a:spLocks/>
          </p:cNvSpPr>
          <p:nvPr userDrawn="1"/>
        </p:nvSpPr>
        <p:spPr>
          <a:xfrm>
            <a:off x="2164963" y="163126"/>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endParaRPr lang="en-US" sz="3200" dirty="0"/>
          </a:p>
        </p:txBody>
      </p:sp>
      <p:sp>
        <p:nvSpPr>
          <p:cNvPr id="8" name="Content Placeholder 2"/>
          <p:cNvSpPr>
            <a:spLocks noGrp="1"/>
          </p:cNvSpPr>
          <p:nvPr>
            <p:ph idx="1"/>
          </p:nvPr>
        </p:nvSpPr>
        <p:spPr>
          <a:xfrm>
            <a:off x="830181" y="1191125"/>
            <a:ext cx="7772399" cy="5065295"/>
          </a:xfrm>
          <a:prstGeom prst="rect">
            <a:avLst/>
          </a:prstGeom>
        </p:spPr>
        <p:txBody>
          <a:bodyPr/>
          <a:lstStyle>
            <a:lvl1pPr>
              <a:defRPr sz="2800"/>
            </a:lvl1pPr>
            <a:lvl2pPr>
              <a:defRPr sz="2400"/>
            </a:lvl2pPr>
            <a:lvl3pPr>
              <a:defRPr sz="2000"/>
            </a:lvl3pPr>
            <a:lvl4pPr>
              <a:defRPr sz="16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58987717"/>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7255043" y="6130437"/>
            <a:ext cx="1347537" cy="370396"/>
          </a:xfrm>
          <a:prstGeom prst="rect">
            <a:avLst/>
          </a:prstGeom>
        </p:spPr>
        <p:txBody>
          <a:bodyPr/>
          <a:lstStyle/>
          <a:p>
            <a:endParaRPr lang="en-US"/>
          </a:p>
        </p:txBody>
      </p:sp>
      <p:sp>
        <p:nvSpPr>
          <p:cNvPr id="5" name="Footer Placeholder 4"/>
          <p:cNvSpPr>
            <a:spLocks noGrp="1"/>
          </p:cNvSpPr>
          <p:nvPr>
            <p:ph type="ftr" sz="quarter" idx="11"/>
          </p:nvPr>
        </p:nvSpPr>
        <p:spPr>
          <a:xfrm>
            <a:off x="894836" y="6356349"/>
            <a:ext cx="6826730" cy="365125"/>
          </a:xfrm>
          <a:prstGeom prst="rect">
            <a:avLst/>
          </a:prstGeom>
        </p:spPr>
        <p:txBody>
          <a:bodyPr/>
          <a:lstStyle/>
          <a:p>
            <a:r>
              <a:rPr lang="en-US" smtClean="0"/>
              <a:t>Requirements engineering for good practices_BayHV</a:t>
            </a:r>
            <a:endParaRPr lang="en-US"/>
          </a:p>
        </p:txBody>
      </p:sp>
      <p:sp>
        <p:nvSpPr>
          <p:cNvPr id="6" name="Slide Number Placeholder 5"/>
          <p:cNvSpPr>
            <a:spLocks noGrp="1"/>
          </p:cNvSpPr>
          <p:nvPr>
            <p:ph type="sldNum" sz="quarter" idx="12"/>
          </p:nvPr>
        </p:nvSpPr>
        <p:spPr/>
        <p:txBody>
          <a:bodyPr/>
          <a:lstStyle/>
          <a:p>
            <a:fld id="{015B7635-705B-4E6E-A9E8-FF9E1B845D49}" type="slidenum">
              <a:rPr lang="en-US" smtClean="0"/>
              <a:t>‹#›</a:t>
            </a:fld>
            <a:endParaRPr lang="en-US"/>
          </a:p>
        </p:txBody>
      </p:sp>
      <p:sp>
        <p:nvSpPr>
          <p:cNvPr id="7" name="Title 1"/>
          <p:cNvSpPr txBox="1">
            <a:spLocks/>
          </p:cNvSpPr>
          <p:nvPr userDrawn="1"/>
        </p:nvSpPr>
        <p:spPr>
          <a:xfrm>
            <a:off x="2164963" y="163126"/>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endParaRPr lang="en-US" sz="3200" dirty="0"/>
          </a:p>
        </p:txBody>
      </p:sp>
      <p:sp>
        <p:nvSpPr>
          <p:cNvPr id="8" name="Content Placeholder 2"/>
          <p:cNvSpPr>
            <a:spLocks noGrp="1"/>
          </p:cNvSpPr>
          <p:nvPr>
            <p:ph idx="1"/>
          </p:nvPr>
        </p:nvSpPr>
        <p:spPr>
          <a:xfrm>
            <a:off x="830181" y="1191125"/>
            <a:ext cx="7772399" cy="5065295"/>
          </a:xfrm>
          <a:prstGeom prst="rect">
            <a:avLst/>
          </a:prstGeom>
        </p:spPr>
        <p:txBody>
          <a:bodyPr/>
          <a:lstStyle>
            <a:lvl1pPr>
              <a:defRPr sz="2800"/>
            </a:lvl1pPr>
            <a:lvl2pPr>
              <a:defRPr sz="2400"/>
            </a:lvl2pPr>
            <a:lvl3pPr>
              <a:defRPr sz="2000"/>
            </a:lvl3pPr>
            <a:lvl4pPr>
              <a:defRPr sz="16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45502765"/>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7255043" y="6130437"/>
            <a:ext cx="1347537" cy="370396"/>
          </a:xfrm>
          <a:prstGeom prst="rect">
            <a:avLst/>
          </a:prstGeom>
        </p:spPr>
        <p:txBody>
          <a:bodyPr/>
          <a:lstStyle/>
          <a:p>
            <a:endParaRPr lang="en-US"/>
          </a:p>
        </p:txBody>
      </p:sp>
      <p:sp>
        <p:nvSpPr>
          <p:cNvPr id="5" name="Footer Placeholder 4"/>
          <p:cNvSpPr>
            <a:spLocks noGrp="1"/>
          </p:cNvSpPr>
          <p:nvPr>
            <p:ph type="ftr" sz="quarter" idx="11"/>
          </p:nvPr>
        </p:nvSpPr>
        <p:spPr>
          <a:xfrm>
            <a:off x="830181" y="6373256"/>
            <a:ext cx="6826730" cy="365125"/>
          </a:xfrm>
          <a:prstGeom prst="rect">
            <a:avLst/>
          </a:prstGeom>
        </p:spPr>
        <p:txBody>
          <a:bodyPr/>
          <a:lstStyle/>
          <a:p>
            <a:r>
              <a:rPr lang="en-US" smtClean="0"/>
              <a:t>Requirements engineering for good practices_BayHV</a:t>
            </a:r>
            <a:endParaRPr lang="en-US"/>
          </a:p>
        </p:txBody>
      </p:sp>
      <p:sp>
        <p:nvSpPr>
          <p:cNvPr id="6" name="Slide Number Placeholder 5"/>
          <p:cNvSpPr>
            <a:spLocks noGrp="1"/>
          </p:cNvSpPr>
          <p:nvPr>
            <p:ph type="sldNum" sz="quarter" idx="12"/>
          </p:nvPr>
        </p:nvSpPr>
        <p:spPr/>
        <p:txBody>
          <a:bodyPr/>
          <a:lstStyle/>
          <a:p>
            <a:fld id="{015B7635-705B-4E6E-A9E8-FF9E1B845D49}" type="slidenum">
              <a:rPr lang="en-US" smtClean="0"/>
              <a:t>‹#›</a:t>
            </a:fld>
            <a:endParaRPr lang="en-US"/>
          </a:p>
        </p:txBody>
      </p:sp>
      <p:sp>
        <p:nvSpPr>
          <p:cNvPr id="7" name="Title 1"/>
          <p:cNvSpPr txBox="1">
            <a:spLocks/>
          </p:cNvSpPr>
          <p:nvPr userDrawn="1"/>
        </p:nvSpPr>
        <p:spPr>
          <a:xfrm>
            <a:off x="2164963" y="163126"/>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endParaRPr lang="en-US" sz="3200" dirty="0"/>
          </a:p>
        </p:txBody>
      </p:sp>
      <p:sp>
        <p:nvSpPr>
          <p:cNvPr id="8" name="Content Placeholder 2"/>
          <p:cNvSpPr>
            <a:spLocks noGrp="1"/>
          </p:cNvSpPr>
          <p:nvPr>
            <p:ph idx="1"/>
          </p:nvPr>
        </p:nvSpPr>
        <p:spPr>
          <a:xfrm>
            <a:off x="830181" y="1191125"/>
            <a:ext cx="7772399" cy="5065295"/>
          </a:xfrm>
          <a:prstGeom prst="rect">
            <a:avLst/>
          </a:prstGeom>
        </p:spPr>
        <p:txBody>
          <a:bodyPr/>
          <a:lstStyle>
            <a:lvl1pPr>
              <a:defRPr sz="2800"/>
            </a:lvl1pPr>
            <a:lvl2pPr>
              <a:defRPr sz="2400"/>
            </a:lvl2pPr>
            <a:lvl3pPr>
              <a:defRPr sz="2000"/>
            </a:lvl3pPr>
            <a:lvl4pPr>
              <a:defRPr sz="16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72056152"/>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7255043" y="6130437"/>
            <a:ext cx="1347537" cy="370396"/>
          </a:xfrm>
          <a:prstGeom prst="rect">
            <a:avLst/>
          </a:prstGeom>
        </p:spPr>
        <p:txBody>
          <a:bodyPr/>
          <a:lstStyle/>
          <a:p>
            <a:endParaRPr lang="en-US"/>
          </a:p>
        </p:txBody>
      </p:sp>
      <p:sp>
        <p:nvSpPr>
          <p:cNvPr id="5" name="Footer Placeholder 4"/>
          <p:cNvSpPr>
            <a:spLocks noGrp="1"/>
          </p:cNvSpPr>
          <p:nvPr>
            <p:ph type="ftr" sz="quarter" idx="11"/>
          </p:nvPr>
        </p:nvSpPr>
        <p:spPr>
          <a:xfrm>
            <a:off x="793270" y="6354783"/>
            <a:ext cx="6826730" cy="365125"/>
          </a:xfrm>
          <a:prstGeom prst="rect">
            <a:avLst/>
          </a:prstGeom>
        </p:spPr>
        <p:txBody>
          <a:bodyPr/>
          <a:lstStyle/>
          <a:p>
            <a:r>
              <a:rPr lang="en-US" smtClean="0"/>
              <a:t>Requirements engineering for good practices_BayHV</a:t>
            </a:r>
            <a:endParaRPr lang="en-US"/>
          </a:p>
        </p:txBody>
      </p:sp>
      <p:sp>
        <p:nvSpPr>
          <p:cNvPr id="6" name="Slide Number Placeholder 5"/>
          <p:cNvSpPr>
            <a:spLocks noGrp="1"/>
          </p:cNvSpPr>
          <p:nvPr>
            <p:ph type="sldNum" sz="quarter" idx="12"/>
          </p:nvPr>
        </p:nvSpPr>
        <p:spPr/>
        <p:txBody>
          <a:bodyPr/>
          <a:lstStyle/>
          <a:p>
            <a:fld id="{015B7635-705B-4E6E-A9E8-FF9E1B845D49}" type="slidenum">
              <a:rPr lang="en-US" smtClean="0"/>
              <a:t>‹#›</a:t>
            </a:fld>
            <a:endParaRPr lang="en-US"/>
          </a:p>
        </p:txBody>
      </p:sp>
      <p:sp>
        <p:nvSpPr>
          <p:cNvPr id="7" name="Title 1"/>
          <p:cNvSpPr txBox="1">
            <a:spLocks/>
          </p:cNvSpPr>
          <p:nvPr userDrawn="1"/>
        </p:nvSpPr>
        <p:spPr>
          <a:xfrm>
            <a:off x="2164963" y="163126"/>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endParaRPr lang="en-US" sz="3200" dirty="0"/>
          </a:p>
        </p:txBody>
      </p:sp>
      <p:sp>
        <p:nvSpPr>
          <p:cNvPr id="8" name="Content Placeholder 2"/>
          <p:cNvSpPr>
            <a:spLocks noGrp="1"/>
          </p:cNvSpPr>
          <p:nvPr>
            <p:ph idx="1"/>
          </p:nvPr>
        </p:nvSpPr>
        <p:spPr>
          <a:xfrm>
            <a:off x="830181" y="1191125"/>
            <a:ext cx="7772399" cy="5065295"/>
          </a:xfrm>
          <a:prstGeom prst="rect">
            <a:avLst/>
          </a:prstGeom>
        </p:spPr>
        <p:txBody>
          <a:bodyPr/>
          <a:lstStyle>
            <a:lvl1pPr>
              <a:defRPr sz="2800"/>
            </a:lvl1pPr>
            <a:lvl2pPr>
              <a:defRPr sz="2400"/>
            </a:lvl2pPr>
            <a:lvl3pPr>
              <a:defRPr sz="2000"/>
            </a:lvl3pPr>
            <a:lvl4pPr>
              <a:defRPr sz="16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602478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gi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81000"/>
            <a:ext cx="86868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  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p>
        </p:txBody>
      </p:sp>
      <p:sp>
        <p:nvSpPr>
          <p:cNvPr id="5" name="Footer Placeholder 4"/>
          <p:cNvSpPr>
            <a:spLocks noGrp="1"/>
          </p:cNvSpPr>
          <p:nvPr>
            <p:ph type="ftr" sz="quarter" idx="3"/>
          </p:nvPr>
        </p:nvSpPr>
        <p:spPr>
          <a:xfrm>
            <a:off x="2286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smtClean="0"/>
              <a:t>Requirements engineering for good practices_BayHV</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6068849"/>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 id="2147483740" r:id="rId13"/>
    <p:sldLayoutId id="2147483741" r:id="rId14"/>
    <p:sldLayoutId id="2147483742" r:id="rId15"/>
    <p:sldLayoutId id="2147483743" r:id="rId16"/>
    <p:sldLayoutId id="2147483744" r:id="rId17"/>
  </p:sldLayoutIdLst>
  <p:transition>
    <p:split orient="vert"/>
  </p:transition>
  <p:timing>
    <p:tnLst>
      <p:par>
        <p:cTn id="1" dur="indefinite" restart="never" nodeType="tmRoot"/>
      </p:par>
    </p:tnLst>
  </p:timing>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Blip>
          <a:blip r:embed="rId20"/>
        </a:buBlip>
        <a:defRPr sz="3200" kern="1200">
          <a:solidFill>
            <a:schemeClr val="tx1"/>
          </a:solidFill>
          <a:latin typeface="+mn-lt"/>
          <a:ea typeface="+mn-ea"/>
          <a:cs typeface="Tahoma" pitchFamily="34" charset="0"/>
        </a:defRPr>
      </a:lvl1pPr>
      <a:lvl2pPr marL="742950" indent="-285750" algn="l" rtl="0" eaLnBrk="0" fontAlgn="base" hangingPunct="0">
        <a:spcBef>
          <a:spcPct val="20000"/>
        </a:spcBef>
        <a:spcAft>
          <a:spcPct val="0"/>
        </a:spcAft>
        <a:buBlip>
          <a:blip r:embed="rId21"/>
        </a:buBlip>
        <a:defRPr sz="2800" kern="1200">
          <a:solidFill>
            <a:schemeClr val="tx1">
              <a:lumMod val="95000"/>
              <a:lumOff val="5000"/>
            </a:schemeClr>
          </a:solidFill>
          <a:latin typeface="+mn-lt"/>
          <a:ea typeface="+mn-ea"/>
          <a:cs typeface="Tahoma" pitchFamily="34" charset="0"/>
        </a:defRPr>
      </a:lvl2pPr>
      <a:lvl3pPr marL="1143000" indent="-228600" algn="l" rtl="0" eaLnBrk="0" fontAlgn="base" hangingPunct="0">
        <a:spcBef>
          <a:spcPct val="20000"/>
        </a:spcBef>
        <a:spcAft>
          <a:spcPct val="0"/>
        </a:spcAft>
        <a:buBlip>
          <a:blip r:embed="rId22"/>
        </a:buBlip>
        <a:defRPr sz="2400" kern="1200">
          <a:solidFill>
            <a:schemeClr val="tx1">
              <a:lumMod val="95000"/>
              <a:lumOff val="5000"/>
            </a:schemeClr>
          </a:solidFill>
          <a:latin typeface="+mn-lt"/>
          <a:ea typeface="+mn-ea"/>
          <a:cs typeface="Tahoma" pitchFamily="34" charset="0"/>
        </a:defRPr>
      </a:lvl3pPr>
      <a:lvl4pPr marL="1600200" indent="-228600" algn="l"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l"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4.gif"/><Relationship Id="rId5" Type="http://schemas.openxmlformats.org/officeDocument/2006/relationships/image" Target="../media/image3.gif"/><Relationship Id="rId4" Type="http://schemas.openxmlformats.org/officeDocument/2006/relationships/image" Target="../media/image2.gi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7939" y="3352801"/>
            <a:ext cx="5762768" cy="2507886"/>
          </a:xfrm>
        </p:spPr>
        <p:txBody>
          <a:bodyPr>
            <a:normAutofit/>
          </a:bodyPr>
          <a:lstStyle/>
          <a:p>
            <a:r>
              <a:rPr lang="en-US" sz="2000" dirty="0"/>
              <a:t>CHAPTER </a:t>
            </a:r>
            <a:r>
              <a:rPr lang="en-US" sz="2000" dirty="0" smtClean="0"/>
              <a:t>3</a:t>
            </a:r>
            <a:br>
              <a:rPr lang="en-US" sz="2000" dirty="0" smtClean="0"/>
            </a:br>
            <a:r>
              <a:rPr lang="en-US" dirty="0"/>
              <a:t/>
            </a:r>
            <a:br>
              <a:rPr lang="en-US" dirty="0"/>
            </a:br>
            <a:r>
              <a:rPr lang="en-US" dirty="0"/>
              <a:t> Requirements engineering good practices </a:t>
            </a:r>
            <a:endParaRPr lang="en-US" sz="3000" i="1" dirty="0"/>
          </a:p>
        </p:txBody>
      </p:sp>
    </p:spTree>
    <p:extLst>
      <p:ext uri="{BB962C8B-B14F-4D97-AF65-F5344CB8AC3E}">
        <p14:creationId xmlns:p14="http://schemas.microsoft.com/office/powerpoint/2010/main" val="3171821348"/>
      </p:ext>
    </p:extLst>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2</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18721650"/>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10011566"/>
      </p:ext>
    </p:extLst>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5565" y="1050926"/>
            <a:ext cx="8672944" cy="5174384"/>
          </a:xfrm>
          <a:prstGeom prst="rect">
            <a:avLst/>
          </a:prstGeom>
        </p:spPr>
        <p:txBody>
          <a:bodyPr>
            <a:noAutofit/>
          </a:bodyPr>
          <a:lstStyle/>
          <a:p>
            <a:r>
              <a:rPr lang="en-US" sz="2400" dirty="0" smtClean="0"/>
              <a:t>Student should enhance every stage in the requirement development process framework and how to implement these stages.</a:t>
            </a:r>
          </a:p>
          <a:p>
            <a:pPr algn="just"/>
            <a:r>
              <a:rPr lang="en-US" sz="2400" dirty="0" smtClean="0"/>
              <a:t>Student should obtain a wide range of good </a:t>
            </a:r>
            <a:r>
              <a:rPr lang="en-US" sz="2400" dirty="0"/>
              <a:t>practice </a:t>
            </a:r>
            <a:r>
              <a:rPr lang="en-US" sz="2400" dirty="0" smtClean="0"/>
              <a:t>in software requirements to prepare for the next chapters.</a:t>
            </a:r>
          </a:p>
          <a:p>
            <a:r>
              <a:rPr lang="en-US" sz="2400" dirty="0" smtClean="0"/>
              <a:t>Need to help student understand these </a:t>
            </a:r>
            <a:r>
              <a:rPr lang="en-US" sz="2400" dirty="0"/>
              <a:t>practices aren’t suitable for every situation, so use good judgment, common sense, and experience. Even the best practices need to be selected, applied, and adapted thoughtfully to appropriate situations by skilled business analysts. </a:t>
            </a:r>
            <a:endParaRPr lang="en-US" sz="2400" dirty="0" smtClean="0"/>
          </a:p>
          <a:p>
            <a:r>
              <a:rPr lang="en-US" sz="2400" dirty="0" smtClean="0"/>
              <a:t>Use </a:t>
            </a:r>
            <a:r>
              <a:rPr lang="en-US" sz="2400" dirty="0"/>
              <a:t>cases and user interface prototypes might help for the client side, whereas interface analysis is more valuable on the server </a:t>
            </a:r>
            <a:r>
              <a:rPr lang="en-US" sz="2400" dirty="0" smtClean="0"/>
              <a:t>side…etc.</a:t>
            </a:r>
            <a:endParaRPr lang="en-US" sz="2400" dirty="0"/>
          </a:p>
        </p:txBody>
      </p:sp>
      <p:sp>
        <p:nvSpPr>
          <p:cNvPr id="2" name="Title 1"/>
          <p:cNvSpPr>
            <a:spLocks noGrp="1"/>
          </p:cNvSpPr>
          <p:nvPr>
            <p:ph type="title" idx="4294967295"/>
          </p:nvPr>
        </p:nvSpPr>
        <p:spPr>
          <a:xfrm>
            <a:off x="3075708" y="0"/>
            <a:ext cx="6068291" cy="1050925"/>
          </a:xfrm>
          <a:prstGeom prst="rect">
            <a:avLst/>
          </a:prstGeom>
        </p:spPr>
        <p:txBody>
          <a:bodyPr/>
          <a:lstStyle/>
          <a:p>
            <a:r>
              <a:rPr lang="en-US" sz="3200" dirty="0" smtClean="0"/>
              <a:t>Objectives</a:t>
            </a:r>
            <a:endParaRPr lang="en-US" sz="3200" dirty="0"/>
          </a:p>
        </p:txBody>
      </p:sp>
      <p:sp>
        <p:nvSpPr>
          <p:cNvPr id="4" name="Footer Placeholder 3"/>
          <p:cNvSpPr>
            <a:spLocks noGrp="1"/>
          </p:cNvSpPr>
          <p:nvPr>
            <p:ph type="ftr" sz="quarter" idx="11"/>
          </p:nvPr>
        </p:nvSpPr>
        <p:spPr>
          <a:xfrm>
            <a:off x="802472" y="6135811"/>
            <a:ext cx="6826730" cy="365125"/>
          </a:xfrm>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3</a:t>
            </a:fld>
            <a:endParaRPr lang="en-US"/>
          </a:p>
        </p:txBody>
      </p:sp>
    </p:spTree>
    <p:extLst>
      <p:ext uri="{BB962C8B-B14F-4D97-AF65-F5344CB8AC3E}">
        <p14:creationId xmlns:p14="http://schemas.microsoft.com/office/powerpoint/2010/main" val="10214946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218" y="1126999"/>
            <a:ext cx="8626764" cy="5009107"/>
          </a:xfrm>
          <a:prstGeom prst="rect">
            <a:avLst/>
          </a:prstGeom>
        </p:spPr>
        <p:txBody>
          <a:bodyPr>
            <a:normAutofit/>
          </a:bodyPr>
          <a:lstStyle/>
          <a:p>
            <a:pPr marL="342900" indent="-342900">
              <a:buFont typeface="+mj-lt"/>
              <a:buAutoNum type="arabicPeriod"/>
            </a:pPr>
            <a:r>
              <a:rPr lang="en-US" dirty="0"/>
              <a:t>Requirements </a:t>
            </a:r>
            <a:r>
              <a:rPr lang="en-US" dirty="0" smtClean="0"/>
              <a:t>engineering good practices.</a:t>
            </a:r>
          </a:p>
          <a:p>
            <a:pPr marL="342900" indent="-342900">
              <a:buFont typeface="+mj-lt"/>
              <a:buAutoNum type="arabicPeriod"/>
            </a:pPr>
            <a:r>
              <a:rPr lang="en-US" dirty="0"/>
              <a:t>A requirements development process </a:t>
            </a:r>
            <a:r>
              <a:rPr lang="en-US" dirty="0" smtClean="0"/>
              <a:t>framework</a:t>
            </a:r>
          </a:p>
          <a:p>
            <a:pPr lvl="1" indent="-257175">
              <a:buFontTx/>
              <a:buChar char="-"/>
            </a:pPr>
            <a:r>
              <a:rPr lang="en-US" dirty="0" smtClean="0"/>
              <a:t>Elicitation</a:t>
            </a:r>
          </a:p>
          <a:p>
            <a:pPr lvl="1" indent="-257175">
              <a:buFontTx/>
              <a:buChar char="-"/>
            </a:pPr>
            <a:r>
              <a:rPr lang="en-US" dirty="0" smtClean="0"/>
              <a:t>Analysis</a:t>
            </a:r>
          </a:p>
          <a:p>
            <a:pPr lvl="1" indent="-257175">
              <a:buFontTx/>
              <a:buChar char="-"/>
            </a:pPr>
            <a:r>
              <a:rPr lang="en-US" dirty="0" smtClean="0"/>
              <a:t>Specification</a:t>
            </a:r>
          </a:p>
          <a:p>
            <a:pPr lvl="1" indent="-257175">
              <a:buFontTx/>
              <a:buChar char="-"/>
            </a:pPr>
            <a:r>
              <a:rPr lang="en-US" dirty="0" smtClean="0"/>
              <a:t>Validation</a:t>
            </a:r>
          </a:p>
          <a:p>
            <a:pPr marL="342900" indent="-342900">
              <a:buFont typeface="+mj-lt"/>
              <a:buAutoNum type="arabicPeriod"/>
            </a:pPr>
            <a:r>
              <a:rPr lang="en-US" dirty="0" smtClean="0"/>
              <a:t>A </a:t>
            </a:r>
            <a:r>
              <a:rPr lang="en-US" dirty="0"/>
              <a:t>representative requirements development </a:t>
            </a:r>
            <a:r>
              <a:rPr lang="en-US" dirty="0" smtClean="0"/>
              <a:t>process.</a:t>
            </a:r>
          </a:p>
          <a:p>
            <a:pPr marL="342900" indent="-342900">
              <a:buFont typeface="+mj-lt"/>
              <a:buAutoNum type="arabicPeriod"/>
            </a:pPr>
            <a:r>
              <a:rPr lang="en-US" dirty="0" smtClean="0"/>
              <a:t>Requirements management.</a:t>
            </a:r>
          </a:p>
          <a:p>
            <a:pPr marL="342900" indent="-342900">
              <a:buFont typeface="+mj-lt"/>
              <a:buAutoNum type="arabicPeriod"/>
            </a:pPr>
            <a:endParaRPr lang="en-US" dirty="0" smtClean="0"/>
          </a:p>
          <a:p>
            <a:pPr marL="342900" indent="-342900">
              <a:buFont typeface="+mj-lt"/>
              <a:buAutoNum type="arabicPeriod"/>
            </a:pPr>
            <a:endParaRPr lang="en-US" dirty="0" smtClean="0"/>
          </a:p>
          <a:p>
            <a:pPr marL="342900" indent="-342900">
              <a:buFont typeface="+mj-lt"/>
              <a:buAutoNum type="arabicPeriod"/>
            </a:pPr>
            <a:endParaRPr lang="en-US" dirty="0"/>
          </a:p>
        </p:txBody>
      </p:sp>
      <p:sp>
        <p:nvSpPr>
          <p:cNvPr id="2" name="Title 1"/>
          <p:cNvSpPr>
            <a:spLocks noGrp="1"/>
          </p:cNvSpPr>
          <p:nvPr>
            <p:ph type="title" idx="4294967295"/>
          </p:nvPr>
        </p:nvSpPr>
        <p:spPr>
          <a:xfrm>
            <a:off x="3907631" y="0"/>
            <a:ext cx="5236369" cy="1126999"/>
          </a:xfrm>
          <a:prstGeom prst="rect">
            <a:avLst/>
          </a:prstGeom>
        </p:spPr>
        <p:txBody>
          <a:bodyPr>
            <a:noAutofit/>
          </a:bodyPr>
          <a:lstStyle/>
          <a:p>
            <a:r>
              <a:rPr lang="en-US" sz="3200" dirty="0" smtClean="0"/>
              <a:t>Contents</a:t>
            </a:r>
            <a:endParaRPr lang="en-US" sz="3200" dirty="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4</a:t>
            </a:fld>
            <a:endParaRPr lang="en-US"/>
          </a:p>
        </p:txBody>
      </p:sp>
    </p:spTree>
    <p:extLst>
      <p:ext uri="{BB962C8B-B14F-4D97-AF65-F5344CB8AC3E}">
        <p14:creationId xmlns:p14="http://schemas.microsoft.com/office/powerpoint/2010/main" val="22747152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5565" y="1050926"/>
            <a:ext cx="8672944" cy="5305424"/>
          </a:xfrm>
          <a:prstGeom prst="rect">
            <a:avLst/>
          </a:prstGeom>
        </p:spPr>
        <p:txBody>
          <a:bodyPr>
            <a:noAutofit/>
          </a:bodyPr>
          <a:lstStyle/>
          <a:p>
            <a:pPr algn="just"/>
            <a:r>
              <a:rPr lang="en-US" sz="2600" dirty="0" smtClean="0"/>
              <a:t>The notion of best practices is debatable: who decides what is “best” and on what basis? One approach is to convene </a:t>
            </a:r>
            <a:r>
              <a:rPr lang="en-US" sz="1800" dirty="0" smtClean="0"/>
              <a:t>(</a:t>
            </a:r>
            <a:r>
              <a:rPr lang="en-US" sz="1800" dirty="0" err="1" smtClean="0"/>
              <a:t>tập</a:t>
            </a:r>
            <a:r>
              <a:rPr lang="en-US" sz="1800" dirty="0" smtClean="0"/>
              <a:t> </a:t>
            </a:r>
            <a:r>
              <a:rPr lang="en-US" sz="1800" dirty="0" err="1" smtClean="0"/>
              <a:t>hợp</a:t>
            </a:r>
            <a:r>
              <a:rPr lang="en-US" sz="1800" dirty="0" smtClean="0"/>
              <a:t>) </a:t>
            </a:r>
            <a:r>
              <a:rPr lang="en-US" sz="2600" dirty="0" smtClean="0"/>
              <a:t>a body of industry experts to analyze project from many organizations. These experts seek out practices whose effective performance is associated with successful projects and which are not at all on failed projects.</a:t>
            </a:r>
          </a:p>
          <a:p>
            <a:pPr algn="just"/>
            <a:r>
              <a:rPr lang="en-US" sz="2600" dirty="0" smtClean="0"/>
              <a:t>There are more than 50 practices, grouped into 7 categories, that can help all development teams do a better on their requirements activities.</a:t>
            </a:r>
          </a:p>
          <a:p>
            <a:pPr algn="just"/>
            <a:r>
              <a:rPr lang="en-US" sz="2600" dirty="0" smtClean="0"/>
              <a:t>Note that this chapter is titled “Good practices for requirements engineering”, not “Best practices.”</a:t>
            </a:r>
            <a:endParaRPr lang="en-US" sz="2600" dirty="0"/>
          </a:p>
        </p:txBody>
      </p:sp>
      <p:sp>
        <p:nvSpPr>
          <p:cNvPr id="2" name="Title 1"/>
          <p:cNvSpPr>
            <a:spLocks noGrp="1"/>
          </p:cNvSpPr>
          <p:nvPr>
            <p:ph type="title" idx="4294967295"/>
          </p:nvPr>
        </p:nvSpPr>
        <p:spPr>
          <a:xfrm>
            <a:off x="3075708" y="0"/>
            <a:ext cx="6068291" cy="1050925"/>
          </a:xfrm>
          <a:prstGeom prst="rect">
            <a:avLst/>
          </a:prstGeom>
        </p:spPr>
        <p:txBody>
          <a:bodyPr/>
          <a:lstStyle/>
          <a:p>
            <a:r>
              <a:rPr lang="en-US" dirty="0"/>
              <a:t>Requirements engineering</a:t>
            </a:r>
            <a:br>
              <a:rPr lang="en-US" dirty="0"/>
            </a:br>
            <a:r>
              <a:rPr lang="en-US" dirty="0"/>
              <a:t> good practices</a:t>
            </a:r>
          </a:p>
        </p:txBody>
      </p:sp>
      <p:sp>
        <p:nvSpPr>
          <p:cNvPr id="4" name="Footer Placeholder 3"/>
          <p:cNvSpPr>
            <a:spLocks noGrp="1"/>
          </p:cNvSpPr>
          <p:nvPr>
            <p:ph type="ftr" sz="quarter" idx="11"/>
          </p:nvPr>
        </p:nvSpPr>
        <p:spPr>
          <a:xfrm>
            <a:off x="793270" y="6356350"/>
            <a:ext cx="6826730" cy="365125"/>
          </a:xfrm>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5</a:t>
            </a:fld>
            <a:endParaRPr lang="en-US"/>
          </a:p>
        </p:txBody>
      </p:sp>
    </p:spTree>
    <p:extLst>
      <p:ext uri="{BB962C8B-B14F-4D97-AF65-F5344CB8AC3E}">
        <p14:creationId xmlns:p14="http://schemas.microsoft.com/office/powerpoint/2010/main" val="19075950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476625" y="1123950"/>
            <a:ext cx="5667375" cy="736600"/>
          </a:xfrm>
          <a:prstGeom prst="rect">
            <a:avLst/>
          </a:prstGeom>
        </p:spPr>
        <p:txBody>
          <a:bodyPr>
            <a:normAutofit/>
          </a:bodyPr>
          <a:lstStyle/>
          <a:p>
            <a:pPr algn="ctr"/>
            <a:r>
              <a:rPr lang="en-US"/>
              <a:t> </a:t>
            </a:r>
          </a:p>
        </p:txBody>
      </p:sp>
      <p:pic>
        <p:nvPicPr>
          <p:cNvPr id="3" name="Picture 2"/>
          <p:cNvPicPr>
            <a:picLocks noChangeAspect="1"/>
          </p:cNvPicPr>
          <p:nvPr/>
        </p:nvPicPr>
        <p:blipFill>
          <a:blip r:embed="rId3"/>
          <a:stretch>
            <a:fillRect/>
          </a:stretch>
        </p:blipFill>
        <p:spPr>
          <a:xfrm>
            <a:off x="443223" y="1094320"/>
            <a:ext cx="7456994" cy="4502916"/>
          </a:xfrm>
          <a:prstGeom prst="rect">
            <a:avLst/>
          </a:prstGeom>
        </p:spPr>
      </p:pic>
      <p:pic>
        <p:nvPicPr>
          <p:cNvPr id="5" name="Picture 4"/>
          <p:cNvPicPr>
            <a:picLocks noChangeAspect="1"/>
          </p:cNvPicPr>
          <p:nvPr/>
        </p:nvPicPr>
        <p:blipFill>
          <a:blip r:embed="rId4"/>
          <a:stretch>
            <a:fillRect/>
          </a:stretch>
        </p:blipFill>
        <p:spPr>
          <a:xfrm>
            <a:off x="2419806" y="3553362"/>
            <a:ext cx="6731292" cy="2699656"/>
          </a:xfrm>
          <a:prstGeom prst="rect">
            <a:avLst/>
          </a:prstGeom>
        </p:spPr>
      </p:pic>
      <p:sp>
        <p:nvSpPr>
          <p:cNvPr id="6" name="Title 1"/>
          <p:cNvSpPr txBox="1">
            <a:spLocks/>
          </p:cNvSpPr>
          <p:nvPr/>
        </p:nvSpPr>
        <p:spPr>
          <a:xfrm>
            <a:off x="2607506" y="0"/>
            <a:ext cx="6536494" cy="1039728"/>
          </a:xfrm>
          <a:prstGeom prst="rect">
            <a:avLst/>
          </a:prstGeom>
        </p:spPr>
        <p:txBody>
          <a:bodyPr>
            <a:noAutofit/>
          </a:bodyPr>
          <a:lstStyle>
            <a:lvl1pPr algn="ctr" defTabSz="685800" rtl="0" eaLnBrk="1" latinLnBrk="0" hangingPunct="1">
              <a:spcBef>
                <a:spcPct val="0"/>
              </a:spcBef>
              <a:buNone/>
              <a:defRPr sz="1500" b="1" kern="1200">
                <a:solidFill>
                  <a:srgbClr val="0066B2"/>
                </a:solidFill>
                <a:latin typeface="Myriad Pro" pitchFamily="34" charset="0"/>
                <a:ea typeface="+mj-ea"/>
                <a:cs typeface="+mj-cs"/>
              </a:defRPr>
            </a:lvl1pPr>
          </a:lstStyle>
          <a:p>
            <a:pPr algn="r"/>
            <a:r>
              <a:rPr lang="en-US" sz="3200" dirty="0">
                <a:latin typeface="+mn-lt"/>
              </a:rPr>
              <a:t>Requirements engineering</a:t>
            </a:r>
            <a:br>
              <a:rPr lang="en-US" sz="3200" dirty="0">
                <a:latin typeface="+mn-lt"/>
              </a:rPr>
            </a:br>
            <a:r>
              <a:rPr lang="en-US" sz="3200" dirty="0">
                <a:latin typeface="+mn-lt"/>
              </a:rPr>
              <a:t> good practices</a:t>
            </a:r>
          </a:p>
        </p:txBody>
      </p:sp>
      <p:sp>
        <p:nvSpPr>
          <p:cNvPr id="4" name="Footer Placeholder 3"/>
          <p:cNvSpPr>
            <a:spLocks noGrp="1"/>
          </p:cNvSpPr>
          <p:nvPr>
            <p:ph type="ftr" sz="quarter" idx="11"/>
          </p:nvPr>
        </p:nvSpPr>
        <p:spPr>
          <a:xfrm>
            <a:off x="793270" y="6261079"/>
            <a:ext cx="6826730" cy="365125"/>
          </a:xfrm>
        </p:spPr>
        <p:txBody>
          <a:bodyPr/>
          <a:lstStyle/>
          <a:p>
            <a:r>
              <a:rPr lang="en-US" dirty="0" smtClean="0"/>
              <a:t>Requirements engineering for good </a:t>
            </a:r>
            <a:r>
              <a:rPr lang="en-US" dirty="0" err="1" smtClean="0"/>
              <a:t>practices_BayHV</a:t>
            </a:r>
            <a:endParaRPr lang="en-US" dirty="0"/>
          </a:p>
        </p:txBody>
      </p:sp>
      <p:sp>
        <p:nvSpPr>
          <p:cNvPr id="7" name="Slide Number Placeholder 6"/>
          <p:cNvSpPr>
            <a:spLocks noGrp="1"/>
          </p:cNvSpPr>
          <p:nvPr>
            <p:ph type="sldNum" sz="quarter" idx="12"/>
          </p:nvPr>
        </p:nvSpPr>
        <p:spPr/>
        <p:txBody>
          <a:bodyPr/>
          <a:lstStyle/>
          <a:p>
            <a:fld id="{015B7635-705B-4E6E-A9E8-FF9E1B845D49}" type="slidenum">
              <a:rPr lang="en-US" smtClean="0"/>
              <a:t>6</a:t>
            </a:fld>
            <a:endParaRPr lang="en-US"/>
          </a:p>
        </p:txBody>
      </p:sp>
    </p:spTree>
    <p:extLst>
      <p:ext uri="{BB962C8B-B14F-4D97-AF65-F5344CB8AC3E}">
        <p14:creationId xmlns:p14="http://schemas.microsoft.com/office/powerpoint/2010/main" val="26404174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95418" y="-12701"/>
            <a:ext cx="6548582" cy="1093355"/>
          </a:xfrm>
          <a:prstGeom prst="rect">
            <a:avLst/>
          </a:prstGeom>
        </p:spPr>
        <p:txBody>
          <a:bodyPr>
            <a:noAutofit/>
          </a:bodyPr>
          <a:lstStyle/>
          <a:p>
            <a:r>
              <a:rPr lang="en-US" sz="3200" dirty="0"/>
              <a:t>A requirements development process framework</a:t>
            </a:r>
          </a:p>
        </p:txBody>
      </p:sp>
      <p:pic>
        <p:nvPicPr>
          <p:cNvPr id="4" name="Picture 3"/>
          <p:cNvPicPr>
            <a:picLocks noChangeAspect="1"/>
          </p:cNvPicPr>
          <p:nvPr/>
        </p:nvPicPr>
        <p:blipFill>
          <a:blip r:embed="rId3"/>
          <a:stretch>
            <a:fillRect/>
          </a:stretch>
        </p:blipFill>
        <p:spPr>
          <a:xfrm>
            <a:off x="612521" y="1331895"/>
            <a:ext cx="7393480" cy="2177716"/>
          </a:xfrm>
          <a:prstGeom prst="rect">
            <a:avLst/>
          </a:prstGeom>
        </p:spPr>
      </p:pic>
      <p:sp>
        <p:nvSpPr>
          <p:cNvPr id="3" name="Footer Placeholder 2"/>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7</a:t>
            </a:fld>
            <a:endParaRPr lang="en-US"/>
          </a:p>
        </p:txBody>
      </p:sp>
      <p:sp>
        <p:nvSpPr>
          <p:cNvPr id="6" name="Content Placeholder 2"/>
          <p:cNvSpPr>
            <a:spLocks noGrp="1"/>
          </p:cNvSpPr>
          <p:nvPr>
            <p:ph idx="1"/>
          </p:nvPr>
        </p:nvSpPr>
        <p:spPr>
          <a:xfrm>
            <a:off x="295565" y="3600450"/>
            <a:ext cx="8672944" cy="2624860"/>
          </a:xfrm>
          <a:prstGeom prst="rect">
            <a:avLst/>
          </a:prstGeom>
        </p:spPr>
        <p:txBody>
          <a:bodyPr>
            <a:noAutofit/>
          </a:bodyPr>
          <a:lstStyle/>
          <a:p>
            <a:pPr algn="just"/>
            <a:r>
              <a:rPr lang="en-US" sz="2600" dirty="0" smtClean="0"/>
              <a:t>Don’t expect to perform these activities in a simple linear. In practice, they are interwoven, incremental, and iterative, as above figure.</a:t>
            </a:r>
          </a:p>
          <a:p>
            <a:pPr algn="just"/>
            <a:r>
              <a:rPr lang="en-US" sz="2600" dirty="0" smtClean="0"/>
              <a:t>This iterative process continues throughout requirements development and possibly </a:t>
            </a:r>
            <a:r>
              <a:rPr lang="en-US" sz="1800" dirty="0" smtClean="0"/>
              <a:t>(1 </a:t>
            </a:r>
            <a:r>
              <a:rPr lang="en-US" sz="1800" dirty="0" err="1" smtClean="0"/>
              <a:t>cách</a:t>
            </a:r>
            <a:r>
              <a:rPr lang="en-US" sz="1800" dirty="0" smtClean="0"/>
              <a:t> </a:t>
            </a:r>
            <a:r>
              <a:rPr lang="en-US" sz="1800" dirty="0" err="1" smtClean="0"/>
              <a:t>hợp</a:t>
            </a:r>
            <a:r>
              <a:rPr lang="en-US" sz="1800" dirty="0" smtClean="0"/>
              <a:t> lý)</a:t>
            </a:r>
            <a:r>
              <a:rPr lang="en-US" sz="2600" dirty="0" smtClean="0"/>
              <a:t> – as with agile projects – throughout the full project duration.</a:t>
            </a:r>
          </a:p>
        </p:txBody>
      </p:sp>
    </p:spTree>
    <p:extLst>
      <p:ext uri="{BB962C8B-B14F-4D97-AF65-F5344CB8AC3E}">
        <p14:creationId xmlns:p14="http://schemas.microsoft.com/office/powerpoint/2010/main" val="6486746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332038" y="11113"/>
            <a:ext cx="6811962" cy="1050925"/>
          </a:xfrm>
          <a:prstGeom prst="rect">
            <a:avLst/>
          </a:prstGeom>
        </p:spPr>
        <p:txBody>
          <a:bodyPr>
            <a:noAutofit/>
          </a:bodyPr>
          <a:lstStyle/>
          <a:p>
            <a:r>
              <a:rPr lang="en-US" sz="3200" dirty="0" smtClean="0"/>
              <a:t>A representative </a:t>
            </a:r>
            <a:r>
              <a:rPr lang="en-US" sz="3200" dirty="0"/>
              <a:t>requirements development </a:t>
            </a:r>
            <a:r>
              <a:rPr lang="en-US" sz="3200" dirty="0" smtClean="0"/>
              <a:t>process</a:t>
            </a:r>
            <a:endParaRPr lang="en-US" sz="3200" dirty="0"/>
          </a:p>
        </p:txBody>
      </p:sp>
      <p:pic>
        <p:nvPicPr>
          <p:cNvPr id="4" name="Picture 3"/>
          <p:cNvPicPr>
            <a:picLocks noChangeAspect="1"/>
          </p:cNvPicPr>
          <p:nvPr/>
        </p:nvPicPr>
        <p:blipFill>
          <a:blip r:embed="rId3"/>
          <a:stretch>
            <a:fillRect/>
          </a:stretch>
        </p:blipFill>
        <p:spPr>
          <a:xfrm>
            <a:off x="2606026" y="1219276"/>
            <a:ext cx="6537974" cy="5070489"/>
          </a:xfrm>
          <a:prstGeom prst="rect">
            <a:avLst/>
          </a:prstGeom>
        </p:spPr>
      </p:pic>
      <p:sp>
        <p:nvSpPr>
          <p:cNvPr id="3" name="Footer Placeholder 2"/>
          <p:cNvSpPr>
            <a:spLocks noGrp="1"/>
          </p:cNvSpPr>
          <p:nvPr>
            <p:ph type="ftr" sz="quarter" idx="11"/>
          </p:nvPr>
        </p:nvSpPr>
        <p:spPr>
          <a:xfrm>
            <a:off x="793270" y="6356349"/>
            <a:ext cx="6826730" cy="365125"/>
          </a:xfrm>
        </p:spPr>
        <p:txBody>
          <a:bodyPr/>
          <a:lstStyle/>
          <a:p>
            <a:r>
              <a:rPr lang="en-US" dirty="0" smtClean="0"/>
              <a:t>Requirements engineering for good </a:t>
            </a:r>
            <a:r>
              <a:rPr lang="en-US" dirty="0" err="1" smtClean="0"/>
              <a:t>practices_BayHV</a:t>
            </a:r>
            <a:endParaRPr lang="en-US" dirty="0"/>
          </a:p>
        </p:txBody>
      </p:sp>
      <p:sp>
        <p:nvSpPr>
          <p:cNvPr id="5" name="Slide Number Placeholder 4"/>
          <p:cNvSpPr>
            <a:spLocks noGrp="1"/>
          </p:cNvSpPr>
          <p:nvPr>
            <p:ph type="sldNum" sz="quarter" idx="12"/>
          </p:nvPr>
        </p:nvSpPr>
        <p:spPr/>
        <p:txBody>
          <a:bodyPr/>
          <a:lstStyle/>
          <a:p>
            <a:fld id="{015B7635-705B-4E6E-A9E8-FF9E1B845D49}" type="slidenum">
              <a:rPr lang="en-US" smtClean="0"/>
              <a:t>8</a:t>
            </a:fld>
            <a:endParaRPr lang="en-US"/>
          </a:p>
        </p:txBody>
      </p:sp>
      <p:sp>
        <p:nvSpPr>
          <p:cNvPr id="6" name="Content Placeholder 2"/>
          <p:cNvSpPr>
            <a:spLocks noGrp="1"/>
          </p:cNvSpPr>
          <p:nvPr>
            <p:ph idx="1"/>
          </p:nvPr>
        </p:nvSpPr>
        <p:spPr>
          <a:xfrm>
            <a:off x="267855" y="1119188"/>
            <a:ext cx="5195685" cy="1406842"/>
          </a:xfrm>
          <a:prstGeom prst="rect">
            <a:avLst/>
          </a:prstGeom>
        </p:spPr>
        <p:txBody>
          <a:bodyPr>
            <a:normAutofit/>
          </a:bodyPr>
          <a:lstStyle/>
          <a:p>
            <a:pPr algn="just"/>
            <a:r>
              <a:rPr lang="en-US" sz="2000" dirty="0" smtClean="0"/>
              <a:t>The first 7 steps are typically performed once early in the project (although the team will need to revisit all of these activities periodically). </a:t>
            </a:r>
            <a:endParaRPr lang="en-US" sz="2000" dirty="0"/>
          </a:p>
        </p:txBody>
      </p:sp>
      <p:sp>
        <p:nvSpPr>
          <p:cNvPr id="7" name="Content Placeholder 2"/>
          <p:cNvSpPr txBox="1">
            <a:spLocks/>
          </p:cNvSpPr>
          <p:nvPr/>
        </p:nvSpPr>
        <p:spPr bwMode="auto">
          <a:xfrm>
            <a:off x="267855" y="2683268"/>
            <a:ext cx="2064183" cy="24716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Blip>
                <a:blip r:embed="rId4"/>
              </a:buBlip>
              <a:defRPr sz="2800" kern="1200">
                <a:solidFill>
                  <a:schemeClr val="tx1"/>
                </a:solidFill>
                <a:latin typeface="+mn-lt"/>
                <a:ea typeface="+mn-ea"/>
                <a:cs typeface="Tahoma" pitchFamily="34" charset="0"/>
              </a:defRPr>
            </a:lvl1pPr>
            <a:lvl2pPr marL="742950" indent="-285750" algn="l" rtl="0" eaLnBrk="0" fontAlgn="base" hangingPunct="0">
              <a:spcBef>
                <a:spcPct val="20000"/>
              </a:spcBef>
              <a:spcAft>
                <a:spcPct val="0"/>
              </a:spcAft>
              <a:buBlip>
                <a:blip r:embed="rId5"/>
              </a:buBlip>
              <a:defRPr sz="2400" kern="1200">
                <a:solidFill>
                  <a:schemeClr val="tx1">
                    <a:lumMod val="95000"/>
                    <a:lumOff val="5000"/>
                  </a:schemeClr>
                </a:solidFill>
                <a:latin typeface="+mn-lt"/>
                <a:ea typeface="+mn-ea"/>
                <a:cs typeface="Tahoma" pitchFamily="34" charset="0"/>
              </a:defRPr>
            </a:lvl2pPr>
            <a:lvl3pPr marL="1143000" indent="-228600" algn="l" rtl="0" eaLnBrk="0" fontAlgn="base" hangingPunct="0">
              <a:spcBef>
                <a:spcPct val="20000"/>
              </a:spcBef>
              <a:spcAft>
                <a:spcPct val="0"/>
              </a:spcAft>
              <a:buBlip>
                <a:blip r:embed="rId6"/>
              </a:buBlip>
              <a:defRPr sz="2000" kern="1200">
                <a:solidFill>
                  <a:schemeClr val="tx1">
                    <a:lumMod val="95000"/>
                    <a:lumOff val="5000"/>
                  </a:schemeClr>
                </a:solidFill>
                <a:latin typeface="+mn-lt"/>
                <a:ea typeface="+mn-ea"/>
                <a:cs typeface="Tahoma" pitchFamily="34" charset="0"/>
              </a:defRPr>
            </a:lvl3pPr>
            <a:lvl4pPr marL="1600200" indent="-228600" algn="l" rtl="0" eaLnBrk="0" fontAlgn="base" hangingPunct="0">
              <a:spcBef>
                <a:spcPct val="20000"/>
              </a:spcBef>
              <a:spcAft>
                <a:spcPct val="0"/>
              </a:spcAft>
              <a:buFont typeface="Arial" charset="0"/>
              <a:buChar char="–"/>
              <a:defRPr sz="1600" kern="1200">
                <a:solidFill>
                  <a:schemeClr val="tx1">
                    <a:lumMod val="95000"/>
                    <a:lumOff val="5000"/>
                  </a:schemeClr>
                </a:solidFill>
                <a:latin typeface="+mn-lt"/>
                <a:ea typeface="+mn-ea"/>
                <a:cs typeface="Tahoma" pitchFamily="34" charset="0"/>
              </a:defRPr>
            </a:lvl4pPr>
            <a:lvl5pPr marL="2057400" indent="-228600" algn="l" rtl="0" eaLnBrk="0" fontAlgn="base" hangingPunct="0">
              <a:spcBef>
                <a:spcPct val="20000"/>
              </a:spcBef>
              <a:spcAft>
                <a:spcPct val="0"/>
              </a:spcAft>
              <a:buFont typeface="Arial" charset="0"/>
              <a:buChar char="»"/>
              <a:defRPr sz="12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000" dirty="0" smtClean="0"/>
              <a:t>The remaining steps are performed for each release or development iteration. </a:t>
            </a:r>
            <a:endParaRPr lang="en-US" sz="2000" dirty="0"/>
          </a:p>
        </p:txBody>
      </p:sp>
      <p:sp>
        <p:nvSpPr>
          <p:cNvPr id="8" name="Content Placeholder 2"/>
          <p:cNvSpPr txBox="1">
            <a:spLocks/>
          </p:cNvSpPr>
          <p:nvPr/>
        </p:nvSpPr>
        <p:spPr bwMode="auto">
          <a:xfrm>
            <a:off x="378920" y="5474970"/>
            <a:ext cx="4924599" cy="881378"/>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Blip>
                <a:blip r:embed="rId4"/>
              </a:buBlip>
              <a:defRPr sz="2800" kern="1200">
                <a:solidFill>
                  <a:schemeClr val="tx1"/>
                </a:solidFill>
                <a:latin typeface="+mn-lt"/>
                <a:ea typeface="+mn-ea"/>
                <a:cs typeface="Tahoma" pitchFamily="34" charset="0"/>
              </a:defRPr>
            </a:lvl1pPr>
            <a:lvl2pPr marL="742950" indent="-285750" algn="l" rtl="0" eaLnBrk="0" fontAlgn="base" hangingPunct="0">
              <a:spcBef>
                <a:spcPct val="20000"/>
              </a:spcBef>
              <a:spcAft>
                <a:spcPct val="0"/>
              </a:spcAft>
              <a:buBlip>
                <a:blip r:embed="rId5"/>
              </a:buBlip>
              <a:defRPr sz="2400" kern="1200">
                <a:solidFill>
                  <a:schemeClr val="tx1">
                    <a:lumMod val="95000"/>
                    <a:lumOff val="5000"/>
                  </a:schemeClr>
                </a:solidFill>
                <a:latin typeface="+mn-lt"/>
                <a:ea typeface="+mn-ea"/>
                <a:cs typeface="Tahoma" pitchFamily="34" charset="0"/>
              </a:defRPr>
            </a:lvl2pPr>
            <a:lvl3pPr marL="1143000" indent="-228600" algn="l" rtl="0" eaLnBrk="0" fontAlgn="base" hangingPunct="0">
              <a:spcBef>
                <a:spcPct val="20000"/>
              </a:spcBef>
              <a:spcAft>
                <a:spcPct val="0"/>
              </a:spcAft>
              <a:buBlip>
                <a:blip r:embed="rId6"/>
              </a:buBlip>
              <a:defRPr sz="2000" kern="1200">
                <a:solidFill>
                  <a:schemeClr val="tx1">
                    <a:lumMod val="95000"/>
                    <a:lumOff val="5000"/>
                  </a:schemeClr>
                </a:solidFill>
                <a:latin typeface="+mn-lt"/>
                <a:ea typeface="+mn-ea"/>
                <a:cs typeface="Tahoma" pitchFamily="34" charset="0"/>
              </a:defRPr>
            </a:lvl3pPr>
            <a:lvl4pPr marL="1600200" indent="-228600" algn="l" rtl="0" eaLnBrk="0" fontAlgn="base" hangingPunct="0">
              <a:spcBef>
                <a:spcPct val="20000"/>
              </a:spcBef>
              <a:spcAft>
                <a:spcPct val="0"/>
              </a:spcAft>
              <a:buFont typeface="Arial" charset="0"/>
              <a:buChar char="–"/>
              <a:defRPr sz="1600" kern="1200">
                <a:solidFill>
                  <a:schemeClr val="tx1">
                    <a:lumMod val="95000"/>
                    <a:lumOff val="5000"/>
                  </a:schemeClr>
                </a:solidFill>
                <a:latin typeface="+mn-lt"/>
                <a:ea typeface="+mn-ea"/>
                <a:cs typeface="Tahoma" pitchFamily="34" charset="0"/>
              </a:defRPr>
            </a:lvl4pPr>
            <a:lvl5pPr marL="2057400" indent="-228600" algn="l" rtl="0" eaLnBrk="0" fontAlgn="base" hangingPunct="0">
              <a:spcBef>
                <a:spcPct val="20000"/>
              </a:spcBef>
              <a:spcAft>
                <a:spcPct val="0"/>
              </a:spcAft>
              <a:buFont typeface="Arial" charset="0"/>
              <a:buChar char="»"/>
              <a:defRPr sz="12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000" dirty="0" smtClean="0"/>
              <a:t>Many of these activities can be performed iteratively, they can be interwoven. </a:t>
            </a:r>
            <a:endParaRPr lang="en-US" sz="2000" dirty="0"/>
          </a:p>
        </p:txBody>
      </p:sp>
    </p:spTree>
    <p:extLst>
      <p:ext uri="{BB962C8B-B14F-4D97-AF65-F5344CB8AC3E}">
        <p14:creationId xmlns:p14="http://schemas.microsoft.com/office/powerpoint/2010/main" val="7492746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855" y="1119188"/>
            <a:ext cx="8715725" cy="5441632"/>
          </a:xfrm>
          <a:prstGeom prst="rect">
            <a:avLst/>
          </a:prstGeom>
        </p:spPr>
        <p:txBody>
          <a:bodyPr>
            <a:normAutofit fontScale="92500" lnSpcReduction="20000"/>
          </a:bodyPr>
          <a:lstStyle/>
          <a:p>
            <a:pPr algn="just"/>
            <a:r>
              <a:rPr lang="en-US" dirty="0"/>
              <a:t>Define product vision and project </a:t>
            </a:r>
            <a:r>
              <a:rPr lang="en-US" dirty="0" smtClean="0"/>
              <a:t>scope:</a:t>
            </a:r>
          </a:p>
          <a:p>
            <a:pPr lvl="1" algn="just"/>
            <a:r>
              <a:rPr lang="en-US" dirty="0" smtClean="0"/>
              <a:t>The vision statement gives all stakeholders a common understanding of the product’s outcome.</a:t>
            </a:r>
          </a:p>
          <a:p>
            <a:pPr lvl="1" algn="just"/>
            <a:r>
              <a:rPr lang="en-US" dirty="0" smtClean="0"/>
              <a:t>The scope defines the boundary between what’s in and what’s out for a specific release or iteration.</a:t>
            </a:r>
          </a:p>
          <a:p>
            <a:pPr algn="just"/>
            <a:r>
              <a:rPr lang="en-US" dirty="0"/>
              <a:t>Identify user classes and their </a:t>
            </a:r>
            <a:r>
              <a:rPr lang="en-US" dirty="0" smtClean="0"/>
              <a:t>characteristics:</a:t>
            </a:r>
          </a:p>
          <a:p>
            <a:pPr lvl="1" algn="just"/>
            <a:r>
              <a:rPr lang="en-US" dirty="0" smtClean="0"/>
              <a:t> To avoid overlooking the needs of any user community, identify the various groups of users for your product.</a:t>
            </a:r>
          </a:p>
          <a:p>
            <a:pPr lvl="1" algn="just"/>
            <a:r>
              <a:rPr lang="en-US" dirty="0" smtClean="0"/>
              <a:t>Describe aspects of their job tasks, attitudes, location, or personal characteristics that might influence product design.</a:t>
            </a:r>
          </a:p>
          <a:p>
            <a:pPr algn="just"/>
            <a:r>
              <a:rPr lang="en-US" dirty="0"/>
              <a:t>Select a product </a:t>
            </a:r>
            <a:r>
              <a:rPr lang="en-US" dirty="0" smtClean="0"/>
              <a:t>champion </a:t>
            </a:r>
            <a:r>
              <a:rPr lang="en-US" sz="1900" dirty="0" smtClean="0"/>
              <a:t>(</a:t>
            </a:r>
            <a:r>
              <a:rPr lang="en-US" sz="1900" dirty="0" err="1" smtClean="0"/>
              <a:t>người</a:t>
            </a:r>
            <a:r>
              <a:rPr lang="en-US" sz="1900" dirty="0" smtClean="0"/>
              <a:t> </a:t>
            </a:r>
            <a:r>
              <a:rPr lang="en-US" sz="1900" dirty="0" err="1" smtClean="0"/>
              <a:t>dùng</a:t>
            </a:r>
            <a:r>
              <a:rPr lang="en-US" sz="1900" dirty="0" smtClean="0"/>
              <a:t> </a:t>
            </a:r>
            <a:r>
              <a:rPr lang="en-US" sz="1900" dirty="0" err="1" smtClean="0"/>
              <a:t>tiêu</a:t>
            </a:r>
            <a:r>
              <a:rPr lang="en-US" sz="1900" dirty="0" smtClean="0"/>
              <a:t> </a:t>
            </a:r>
            <a:r>
              <a:rPr lang="en-US" sz="1900" dirty="0" err="1" smtClean="0"/>
              <a:t>biểu</a:t>
            </a:r>
            <a:r>
              <a:rPr lang="en-US" sz="1900" dirty="0" smtClean="0"/>
              <a:t>)</a:t>
            </a:r>
            <a:r>
              <a:rPr lang="en-US" sz="2200" dirty="0" smtClean="0"/>
              <a:t> </a:t>
            </a:r>
            <a:r>
              <a:rPr lang="en-US" dirty="0"/>
              <a:t>for each user </a:t>
            </a:r>
            <a:r>
              <a:rPr lang="en-US" dirty="0" smtClean="0"/>
              <a:t>class:</a:t>
            </a:r>
          </a:p>
          <a:p>
            <a:pPr lvl="1" algn="just"/>
            <a:r>
              <a:rPr lang="en-US" dirty="0" smtClean="0"/>
              <a:t> Identify an individual who can accurately serve as the literal voice </a:t>
            </a:r>
            <a:r>
              <a:rPr lang="en-US" sz="1800" dirty="0" smtClean="0"/>
              <a:t>(</a:t>
            </a:r>
            <a:r>
              <a:rPr lang="en-US" sz="1800" dirty="0" err="1" smtClean="0"/>
              <a:t>tiếng</a:t>
            </a:r>
            <a:r>
              <a:rPr lang="en-US" sz="1800" dirty="0" smtClean="0"/>
              <a:t> </a:t>
            </a:r>
            <a:r>
              <a:rPr lang="en-US" sz="1800" dirty="0" err="1" smtClean="0"/>
              <a:t>nói</a:t>
            </a:r>
            <a:r>
              <a:rPr lang="en-US" sz="1800" dirty="0" smtClean="0"/>
              <a:t> </a:t>
            </a:r>
            <a:r>
              <a:rPr lang="en-US" sz="1800" dirty="0" err="1" smtClean="0"/>
              <a:t>thật</a:t>
            </a:r>
            <a:r>
              <a:rPr lang="en-US" sz="1800" dirty="0" smtClean="0"/>
              <a:t>)</a:t>
            </a:r>
            <a:r>
              <a:rPr lang="en-US" dirty="0" smtClean="0"/>
              <a:t> of the customer for each user class.</a:t>
            </a:r>
          </a:p>
          <a:p>
            <a:pPr lvl="1" algn="just"/>
            <a:r>
              <a:rPr lang="en-US" dirty="0" smtClean="0"/>
              <a:t>The product champion presents the needs of user class and makes decisions on its behalf.</a:t>
            </a:r>
          </a:p>
        </p:txBody>
      </p:sp>
      <p:sp>
        <p:nvSpPr>
          <p:cNvPr id="2" name="Title 1"/>
          <p:cNvSpPr>
            <a:spLocks noGrp="1"/>
          </p:cNvSpPr>
          <p:nvPr>
            <p:ph type="title" idx="4294967295"/>
          </p:nvPr>
        </p:nvSpPr>
        <p:spPr>
          <a:xfrm>
            <a:off x="2594610" y="1"/>
            <a:ext cx="6549390" cy="1028699"/>
          </a:xfrm>
          <a:prstGeom prst="rect">
            <a:avLst/>
          </a:prstGeom>
        </p:spPr>
        <p:txBody>
          <a:bodyPr>
            <a:noAutofit/>
          </a:bodyPr>
          <a:lstStyle/>
          <a:p>
            <a:r>
              <a:rPr lang="en-US" sz="3200" dirty="0"/>
              <a:t> Requirements </a:t>
            </a:r>
            <a:r>
              <a:rPr lang="en-US" sz="3200" dirty="0" smtClean="0"/>
              <a:t>elicitation</a:t>
            </a:r>
            <a:endParaRPr lang="en-US" sz="3200" dirty="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9</a:t>
            </a:fld>
            <a:endParaRPr lang="en-US"/>
          </a:p>
        </p:txBody>
      </p:sp>
    </p:spTree>
    <p:extLst>
      <p:ext uri="{BB962C8B-B14F-4D97-AF65-F5344CB8AC3E}">
        <p14:creationId xmlns:p14="http://schemas.microsoft.com/office/powerpoint/2010/main" val="28862326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855" y="1119188"/>
            <a:ext cx="8715725" cy="5094976"/>
          </a:xfrm>
          <a:prstGeom prst="rect">
            <a:avLst/>
          </a:prstGeom>
        </p:spPr>
        <p:txBody>
          <a:bodyPr>
            <a:normAutofit fontScale="92500" lnSpcReduction="20000"/>
          </a:bodyPr>
          <a:lstStyle/>
          <a:p>
            <a:pPr algn="just"/>
            <a:r>
              <a:rPr lang="en-US" dirty="0" smtClean="0"/>
              <a:t>Conduct </a:t>
            </a:r>
            <a:r>
              <a:rPr lang="en-US" dirty="0"/>
              <a:t>focus groups with typical </a:t>
            </a:r>
            <a:r>
              <a:rPr lang="en-US" dirty="0" smtClean="0"/>
              <a:t>users:</a:t>
            </a:r>
          </a:p>
          <a:p>
            <a:pPr lvl="1" algn="just"/>
            <a:r>
              <a:rPr lang="en-US" dirty="0" smtClean="0"/>
              <a:t>Convene </a:t>
            </a:r>
            <a:r>
              <a:rPr lang="en-US" sz="1700" dirty="0" smtClean="0"/>
              <a:t>(</a:t>
            </a:r>
            <a:r>
              <a:rPr lang="en-US" sz="1700" dirty="0" err="1" smtClean="0"/>
              <a:t>tập</a:t>
            </a:r>
            <a:r>
              <a:rPr lang="en-US" sz="1700" dirty="0" smtClean="0"/>
              <a:t> </a:t>
            </a:r>
            <a:r>
              <a:rPr lang="en-US" sz="1700" dirty="0" err="1" smtClean="0"/>
              <a:t>hợp</a:t>
            </a:r>
            <a:r>
              <a:rPr lang="en-US" sz="1700" dirty="0" smtClean="0"/>
              <a:t>)</a:t>
            </a:r>
            <a:r>
              <a:rPr lang="en-US" dirty="0" smtClean="0"/>
              <a:t> groups of representative users of your previous products or of similar products. Collect their input on both functionality and quality characteristics for the product under development.</a:t>
            </a:r>
          </a:p>
          <a:p>
            <a:pPr lvl="1" algn="just"/>
            <a:r>
              <a:rPr lang="en-US" dirty="0" smtClean="0"/>
              <a:t>Focus groups are particularly valuable for commercial product development. </a:t>
            </a:r>
          </a:p>
          <a:p>
            <a:pPr algn="just"/>
            <a:r>
              <a:rPr lang="en-US" dirty="0"/>
              <a:t>Work with user representatives to identify user </a:t>
            </a:r>
            <a:r>
              <a:rPr lang="en-US" dirty="0" smtClean="0"/>
              <a:t>requirements:</a:t>
            </a:r>
          </a:p>
          <a:p>
            <a:pPr lvl="1" algn="just"/>
            <a:r>
              <a:rPr lang="en-US" dirty="0" smtClean="0"/>
              <a:t>Explore with your user representatives the tasks they need to accomplish with the SW and the value they’re trying to achieve.</a:t>
            </a:r>
          </a:p>
          <a:p>
            <a:pPr lvl="1" algn="just"/>
            <a:r>
              <a:rPr lang="en-US" dirty="0" smtClean="0"/>
              <a:t>User requirements can be use cases, user stories, or scenarios.</a:t>
            </a:r>
          </a:p>
          <a:p>
            <a:pPr algn="just"/>
            <a:r>
              <a:rPr lang="en-US" dirty="0"/>
              <a:t>Identify system events and </a:t>
            </a:r>
            <a:r>
              <a:rPr lang="en-US" dirty="0" smtClean="0"/>
              <a:t>responses:</a:t>
            </a:r>
          </a:p>
          <a:p>
            <a:pPr lvl="1" algn="just"/>
            <a:r>
              <a:rPr lang="en-US" dirty="0" smtClean="0"/>
              <a:t>List the external events that the system can experience and its expected response to each event.</a:t>
            </a:r>
          </a:p>
        </p:txBody>
      </p:sp>
      <p:sp>
        <p:nvSpPr>
          <p:cNvPr id="2" name="Title 1"/>
          <p:cNvSpPr>
            <a:spLocks noGrp="1"/>
          </p:cNvSpPr>
          <p:nvPr>
            <p:ph type="title" idx="4294967295"/>
          </p:nvPr>
        </p:nvSpPr>
        <p:spPr>
          <a:xfrm>
            <a:off x="2594610" y="1"/>
            <a:ext cx="6549390" cy="1028699"/>
          </a:xfrm>
          <a:prstGeom prst="rect">
            <a:avLst/>
          </a:prstGeom>
        </p:spPr>
        <p:txBody>
          <a:bodyPr>
            <a:noAutofit/>
          </a:bodyPr>
          <a:lstStyle/>
          <a:p>
            <a:r>
              <a:rPr lang="en-US" sz="3200" dirty="0"/>
              <a:t> Requirements </a:t>
            </a:r>
            <a:r>
              <a:rPr lang="en-US" sz="3200" dirty="0" smtClean="0"/>
              <a:t>elicitation</a:t>
            </a:r>
            <a:endParaRPr lang="en-US" sz="3200" dirty="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10</a:t>
            </a:fld>
            <a:endParaRPr lang="en-US"/>
          </a:p>
        </p:txBody>
      </p:sp>
    </p:spTree>
    <p:extLst>
      <p:ext uri="{BB962C8B-B14F-4D97-AF65-F5344CB8AC3E}">
        <p14:creationId xmlns:p14="http://schemas.microsoft.com/office/powerpoint/2010/main" val="22053440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855" y="1119188"/>
            <a:ext cx="8715725" cy="5133022"/>
          </a:xfrm>
          <a:prstGeom prst="rect">
            <a:avLst/>
          </a:prstGeom>
        </p:spPr>
        <p:txBody>
          <a:bodyPr>
            <a:normAutofit fontScale="92500"/>
          </a:bodyPr>
          <a:lstStyle/>
          <a:p>
            <a:pPr algn="just"/>
            <a:r>
              <a:rPr lang="en-US" dirty="0" smtClean="0"/>
              <a:t>Hold </a:t>
            </a:r>
            <a:r>
              <a:rPr lang="en-US" dirty="0"/>
              <a:t>elicitation </a:t>
            </a:r>
            <a:r>
              <a:rPr lang="en-US" dirty="0" smtClean="0"/>
              <a:t>interviews:</a:t>
            </a:r>
          </a:p>
          <a:p>
            <a:pPr lvl="1" algn="just"/>
            <a:r>
              <a:rPr lang="en-US" dirty="0" smtClean="0"/>
              <a:t>Interviews can be performed one-on-one or with a small group of stakeholders.</a:t>
            </a:r>
          </a:p>
          <a:p>
            <a:pPr algn="just"/>
            <a:r>
              <a:rPr lang="en-US" dirty="0"/>
              <a:t>Hold facilitated elicitation </a:t>
            </a:r>
            <a:r>
              <a:rPr lang="en-US" dirty="0" smtClean="0"/>
              <a:t>workshops:</a:t>
            </a:r>
          </a:p>
          <a:p>
            <a:pPr lvl="1" algn="just"/>
            <a:r>
              <a:rPr lang="en-US" dirty="0" smtClean="0"/>
              <a:t>Facilitated requirements-elicitation workshops that permit collaboration between analysts and customers are a powerful way to explore user needs and to draft requirements documents. </a:t>
            </a:r>
          </a:p>
          <a:p>
            <a:pPr algn="just"/>
            <a:r>
              <a:rPr lang="en-US" dirty="0"/>
              <a:t>Observe users performing their </a:t>
            </a:r>
            <a:r>
              <a:rPr lang="en-US" dirty="0" smtClean="0"/>
              <a:t>jobs:</a:t>
            </a:r>
          </a:p>
          <a:p>
            <a:pPr lvl="1" algn="just"/>
            <a:r>
              <a:rPr lang="en-US" dirty="0" smtClean="0"/>
              <a:t>Watching users perform their biz tasks establishes a context for their potential use of a new application.</a:t>
            </a:r>
          </a:p>
          <a:p>
            <a:pPr lvl="1" algn="just"/>
            <a:r>
              <a:rPr lang="en-US" dirty="0" smtClean="0"/>
              <a:t>Simple process flow diagrams can depict the steps and decisions involved and show how different user groups interact.</a:t>
            </a:r>
          </a:p>
        </p:txBody>
      </p:sp>
      <p:sp>
        <p:nvSpPr>
          <p:cNvPr id="2" name="Title 1"/>
          <p:cNvSpPr>
            <a:spLocks noGrp="1"/>
          </p:cNvSpPr>
          <p:nvPr>
            <p:ph type="title" idx="4294967295"/>
          </p:nvPr>
        </p:nvSpPr>
        <p:spPr>
          <a:xfrm>
            <a:off x="2594610" y="1"/>
            <a:ext cx="6549390" cy="1028699"/>
          </a:xfrm>
          <a:prstGeom prst="rect">
            <a:avLst/>
          </a:prstGeom>
        </p:spPr>
        <p:txBody>
          <a:bodyPr>
            <a:noAutofit/>
          </a:bodyPr>
          <a:lstStyle/>
          <a:p>
            <a:r>
              <a:rPr lang="en-US" sz="3200" dirty="0"/>
              <a:t> Requirements </a:t>
            </a:r>
            <a:r>
              <a:rPr lang="en-US" sz="3200" dirty="0" smtClean="0"/>
              <a:t>elicitation</a:t>
            </a:r>
            <a:endParaRPr lang="en-US" sz="3200" dirty="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11</a:t>
            </a:fld>
            <a:endParaRPr lang="en-US"/>
          </a:p>
        </p:txBody>
      </p:sp>
    </p:spTree>
    <p:extLst>
      <p:ext uri="{BB962C8B-B14F-4D97-AF65-F5344CB8AC3E}">
        <p14:creationId xmlns:p14="http://schemas.microsoft.com/office/powerpoint/2010/main" val="15071358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119188"/>
            <a:ext cx="8983580" cy="5407342"/>
          </a:xfrm>
          <a:prstGeom prst="rect">
            <a:avLst/>
          </a:prstGeom>
        </p:spPr>
        <p:txBody>
          <a:bodyPr>
            <a:normAutofit fontScale="85000" lnSpcReduction="10000"/>
          </a:bodyPr>
          <a:lstStyle/>
          <a:p>
            <a:pPr algn="just"/>
            <a:r>
              <a:rPr lang="en-US" dirty="0" smtClean="0"/>
              <a:t>Distribute questionnaires:</a:t>
            </a:r>
          </a:p>
          <a:p>
            <a:pPr lvl="1" algn="just"/>
            <a:r>
              <a:rPr lang="en-US" dirty="0" smtClean="0"/>
              <a:t> Questionnaires are a way to survey large groups of users to determine what they need. If questions are well written, this help you quickly determine analytical information about needs.</a:t>
            </a:r>
          </a:p>
          <a:p>
            <a:pPr algn="just"/>
            <a:r>
              <a:rPr lang="en-US" dirty="0"/>
              <a:t>Perform document </a:t>
            </a:r>
            <a:r>
              <a:rPr lang="en-US" dirty="0" smtClean="0"/>
              <a:t>analysis:</a:t>
            </a:r>
          </a:p>
          <a:p>
            <a:pPr lvl="1" algn="just"/>
            <a:r>
              <a:rPr lang="en-US" dirty="0" smtClean="0"/>
              <a:t>Existing documentation can help reveal how system currently work or what they are supposed to do. Documentation includes any written information about current systems, biz processes, requirements specifications, competitor research, and COST (commercial off-the-shelf) package user manuals.</a:t>
            </a:r>
          </a:p>
          <a:p>
            <a:pPr algn="just"/>
            <a:r>
              <a:rPr lang="en-US" dirty="0"/>
              <a:t>Examine problem reports of current systems for requirement </a:t>
            </a:r>
            <a:r>
              <a:rPr lang="en-US" dirty="0" smtClean="0"/>
              <a:t>ideas:</a:t>
            </a:r>
          </a:p>
          <a:p>
            <a:pPr lvl="1" algn="just"/>
            <a:r>
              <a:rPr lang="en-US" dirty="0" smtClean="0"/>
              <a:t>Problem reports and enhancement requests from users provide a rich source of ideas for capabilities to include in a later release or in a new product.</a:t>
            </a:r>
          </a:p>
          <a:p>
            <a:pPr algn="just"/>
            <a:r>
              <a:rPr lang="en-US" dirty="0"/>
              <a:t>Reuse existing </a:t>
            </a:r>
            <a:r>
              <a:rPr lang="en-US" dirty="0" smtClean="0"/>
              <a:t>requirements:</a:t>
            </a:r>
          </a:p>
          <a:p>
            <a:pPr lvl="1" algn="just"/>
            <a:r>
              <a:rPr lang="en-US" dirty="0" smtClean="0"/>
              <a:t>If customers request functionality similar to that already present in an existing product, see whether the requirements are flexible enough to permit reusing or adapting the existing SW components.</a:t>
            </a:r>
            <a:endParaRPr lang="en-US" dirty="0"/>
          </a:p>
        </p:txBody>
      </p:sp>
      <p:sp>
        <p:nvSpPr>
          <p:cNvPr id="2" name="Title 1"/>
          <p:cNvSpPr>
            <a:spLocks noGrp="1"/>
          </p:cNvSpPr>
          <p:nvPr>
            <p:ph type="title" idx="4294967295"/>
          </p:nvPr>
        </p:nvSpPr>
        <p:spPr>
          <a:xfrm>
            <a:off x="2594610" y="1"/>
            <a:ext cx="6549390" cy="1028699"/>
          </a:xfrm>
          <a:prstGeom prst="rect">
            <a:avLst/>
          </a:prstGeom>
        </p:spPr>
        <p:txBody>
          <a:bodyPr>
            <a:noAutofit/>
          </a:bodyPr>
          <a:lstStyle/>
          <a:p>
            <a:r>
              <a:rPr lang="en-US" sz="3200" dirty="0"/>
              <a:t> Requirements </a:t>
            </a:r>
            <a:r>
              <a:rPr lang="en-US" sz="3200" dirty="0" smtClean="0"/>
              <a:t>elicitation</a:t>
            </a:r>
            <a:endParaRPr lang="en-US" sz="3200" dirty="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12</a:t>
            </a:fld>
            <a:endParaRPr lang="en-US"/>
          </a:p>
        </p:txBody>
      </p:sp>
    </p:spTree>
    <p:extLst>
      <p:ext uri="{BB962C8B-B14F-4D97-AF65-F5344CB8AC3E}">
        <p14:creationId xmlns:p14="http://schemas.microsoft.com/office/powerpoint/2010/main" val="12337650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7170" y="1136073"/>
            <a:ext cx="8686685" cy="5120348"/>
          </a:xfrm>
          <a:prstGeom prst="rect">
            <a:avLst/>
          </a:prstGeom>
        </p:spPr>
        <p:txBody>
          <a:bodyPr>
            <a:normAutofit fontScale="92500" lnSpcReduction="10000"/>
          </a:bodyPr>
          <a:lstStyle/>
          <a:p>
            <a:pPr marL="0" indent="0" algn="just">
              <a:buNone/>
            </a:pPr>
            <a:r>
              <a:rPr lang="en-US" dirty="0" smtClean="0"/>
              <a:t>Requirements analysis involves refining the requirements to ensure that all stakeholders understand them and scrutinizing</a:t>
            </a:r>
            <a:r>
              <a:rPr lang="en-US" sz="2600" dirty="0" smtClean="0"/>
              <a:t> </a:t>
            </a:r>
            <a:r>
              <a:rPr lang="en-US" sz="1900" dirty="0" smtClean="0"/>
              <a:t>(</a:t>
            </a:r>
            <a:r>
              <a:rPr lang="en-US" sz="1900" dirty="0" err="1" smtClean="0"/>
              <a:t>nghiên</a:t>
            </a:r>
            <a:r>
              <a:rPr lang="en-US" sz="1900" dirty="0" smtClean="0"/>
              <a:t> </a:t>
            </a:r>
            <a:r>
              <a:rPr lang="en-US" sz="1900" dirty="0" err="1" smtClean="0"/>
              <a:t>cứu</a:t>
            </a:r>
            <a:r>
              <a:rPr lang="en-US" sz="1900" dirty="0" smtClean="0"/>
              <a:t> </a:t>
            </a:r>
            <a:r>
              <a:rPr lang="en-US" sz="1900" dirty="0" err="1" smtClean="0"/>
              <a:t>kỹ</a:t>
            </a:r>
            <a:r>
              <a:rPr lang="en-US" sz="1900" dirty="0" smtClean="0"/>
              <a:t>)</a:t>
            </a:r>
            <a:r>
              <a:rPr lang="en-US" dirty="0" smtClean="0"/>
              <a:t> them for errors, omissions, and other deficiencies.</a:t>
            </a:r>
          </a:p>
          <a:p>
            <a:pPr algn="just"/>
            <a:r>
              <a:rPr lang="en-US" dirty="0" smtClean="0"/>
              <a:t>Model </a:t>
            </a:r>
            <a:r>
              <a:rPr lang="en-US" dirty="0"/>
              <a:t>the application </a:t>
            </a:r>
            <a:r>
              <a:rPr lang="en-US" dirty="0" smtClean="0"/>
              <a:t>environment:</a:t>
            </a:r>
          </a:p>
          <a:p>
            <a:pPr lvl="1" algn="just"/>
            <a:r>
              <a:rPr lang="en-US" dirty="0" smtClean="0"/>
              <a:t>The context diagram is simple analysis model that shows how the new system fits into its environment.</a:t>
            </a:r>
          </a:p>
          <a:p>
            <a:pPr lvl="1" algn="just"/>
            <a:r>
              <a:rPr lang="en-US" dirty="0" smtClean="0"/>
              <a:t>It defines the boundaries and interfaces between the system being developed and external entities, such as users, HW devices, and other systems.</a:t>
            </a:r>
          </a:p>
          <a:p>
            <a:pPr algn="just"/>
            <a:r>
              <a:rPr lang="en-US" dirty="0"/>
              <a:t>Create user interface and technical </a:t>
            </a:r>
            <a:r>
              <a:rPr lang="en-US" dirty="0" smtClean="0"/>
              <a:t>prototypes:</a:t>
            </a:r>
          </a:p>
          <a:p>
            <a:pPr lvl="1" algn="just"/>
            <a:r>
              <a:rPr lang="en-US" dirty="0" smtClean="0"/>
              <a:t>When the developers or users aren’t certain about the requirements, construct a prototype – a partial, possible, or preliminary implementation </a:t>
            </a:r>
            <a:r>
              <a:rPr lang="en-US" sz="1500" dirty="0" smtClean="0"/>
              <a:t>(</a:t>
            </a:r>
            <a:r>
              <a:rPr lang="en-US" sz="1500" dirty="0" err="1" smtClean="0"/>
              <a:t>cài</a:t>
            </a:r>
            <a:r>
              <a:rPr lang="en-US" sz="1500" dirty="0" smtClean="0"/>
              <a:t> </a:t>
            </a:r>
            <a:r>
              <a:rPr lang="en-US" sz="1500" dirty="0" err="1" smtClean="0"/>
              <a:t>đặt</a:t>
            </a:r>
            <a:r>
              <a:rPr lang="en-US" sz="1500" dirty="0" smtClean="0"/>
              <a:t> </a:t>
            </a:r>
            <a:r>
              <a:rPr lang="en-US" sz="1500" dirty="0" err="1" smtClean="0"/>
              <a:t>sơ</a:t>
            </a:r>
            <a:r>
              <a:rPr lang="en-US" sz="1500" dirty="0" smtClean="0"/>
              <a:t> </a:t>
            </a:r>
            <a:r>
              <a:rPr lang="en-US" sz="1500" dirty="0" err="1" smtClean="0"/>
              <a:t>bộ</a:t>
            </a:r>
            <a:r>
              <a:rPr lang="en-US" sz="1500" dirty="0" smtClean="0"/>
              <a:t>)</a:t>
            </a:r>
            <a:r>
              <a:rPr lang="en-US" dirty="0" smtClean="0"/>
              <a:t> – to make the concepts and possibilities more tangible.</a:t>
            </a:r>
          </a:p>
        </p:txBody>
      </p:sp>
      <p:sp>
        <p:nvSpPr>
          <p:cNvPr id="2" name="Title 1"/>
          <p:cNvSpPr>
            <a:spLocks noGrp="1"/>
          </p:cNvSpPr>
          <p:nvPr>
            <p:ph type="title" idx="4294967295"/>
          </p:nvPr>
        </p:nvSpPr>
        <p:spPr>
          <a:xfrm>
            <a:off x="2332038" y="239713"/>
            <a:ext cx="6811962" cy="1050925"/>
          </a:xfrm>
          <a:prstGeom prst="rect">
            <a:avLst/>
          </a:prstGeom>
        </p:spPr>
        <p:txBody>
          <a:bodyPr>
            <a:noAutofit/>
          </a:bodyPr>
          <a:lstStyle/>
          <a:p>
            <a:r>
              <a:rPr lang="en-US" sz="3200"/>
              <a:t> Requirements analysis</a:t>
            </a:r>
            <a:br>
              <a:rPr lang="en-US" sz="3200"/>
            </a:br>
            <a:endParaRPr lang="en-US" sz="320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13</a:t>
            </a:fld>
            <a:endParaRPr lang="en-US"/>
          </a:p>
        </p:txBody>
      </p:sp>
    </p:spTree>
    <p:extLst>
      <p:ext uri="{BB962C8B-B14F-4D97-AF65-F5344CB8AC3E}">
        <p14:creationId xmlns:p14="http://schemas.microsoft.com/office/powerpoint/2010/main" val="14242840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7170" y="1136073"/>
            <a:ext cx="8686685" cy="5120348"/>
          </a:xfrm>
          <a:prstGeom prst="rect">
            <a:avLst/>
          </a:prstGeom>
        </p:spPr>
        <p:txBody>
          <a:bodyPr>
            <a:normAutofit lnSpcReduction="10000"/>
          </a:bodyPr>
          <a:lstStyle/>
          <a:p>
            <a:pPr algn="just"/>
            <a:r>
              <a:rPr lang="en-US" dirty="0" smtClean="0"/>
              <a:t>Analyze </a:t>
            </a:r>
            <a:r>
              <a:rPr lang="en-US" dirty="0"/>
              <a:t>requirement </a:t>
            </a:r>
            <a:r>
              <a:rPr lang="en-US" dirty="0" smtClean="0"/>
              <a:t>feasibility:</a:t>
            </a:r>
          </a:p>
          <a:p>
            <a:pPr lvl="1" algn="just"/>
            <a:r>
              <a:rPr lang="en-US" dirty="0" smtClean="0"/>
              <a:t>The BA work with developers to evaluate the feasibility of implementing each requirement at acceptable cost and performance in the intended operating environment.</a:t>
            </a:r>
          </a:p>
          <a:p>
            <a:pPr lvl="1" algn="just"/>
            <a:r>
              <a:rPr lang="en-US" dirty="0" smtClean="0"/>
              <a:t>This allows stakeholders understand the risks associated with implementing each requirement, including conflicts and dependencies with other requirements.</a:t>
            </a:r>
          </a:p>
          <a:p>
            <a:pPr algn="just"/>
            <a:r>
              <a:rPr lang="en-US" dirty="0"/>
              <a:t>Prioritize the </a:t>
            </a:r>
            <a:r>
              <a:rPr lang="en-US" dirty="0" smtClean="0"/>
              <a:t>requirements:</a:t>
            </a:r>
          </a:p>
          <a:p>
            <a:pPr lvl="1" algn="just"/>
            <a:r>
              <a:rPr lang="en-US" dirty="0" smtClean="0"/>
              <a:t>Prioritizing requirements ensures that the team implements the highest value or most timely functionality first.</a:t>
            </a:r>
          </a:p>
          <a:p>
            <a:pPr lvl="1" algn="just"/>
            <a:r>
              <a:rPr lang="en-US" dirty="0" smtClean="0"/>
              <a:t>Apply an analytical approach to determine the relative implementation priority of product features, use cases, user stories, or functional requirements.</a:t>
            </a:r>
          </a:p>
        </p:txBody>
      </p:sp>
      <p:sp>
        <p:nvSpPr>
          <p:cNvPr id="2" name="Title 1"/>
          <p:cNvSpPr>
            <a:spLocks noGrp="1"/>
          </p:cNvSpPr>
          <p:nvPr>
            <p:ph type="title" idx="4294967295"/>
          </p:nvPr>
        </p:nvSpPr>
        <p:spPr>
          <a:xfrm>
            <a:off x="2332038" y="35183"/>
            <a:ext cx="6811962" cy="1050925"/>
          </a:xfrm>
          <a:prstGeom prst="rect">
            <a:avLst/>
          </a:prstGeom>
        </p:spPr>
        <p:txBody>
          <a:bodyPr>
            <a:noAutofit/>
          </a:bodyPr>
          <a:lstStyle/>
          <a:p>
            <a:r>
              <a:rPr lang="en-US" sz="3200" dirty="0"/>
              <a:t> Requirements </a:t>
            </a:r>
            <a:r>
              <a:rPr lang="en-US" sz="3200" dirty="0" smtClean="0"/>
              <a:t>analysis</a:t>
            </a:r>
            <a:endParaRPr lang="en-US" sz="3200" dirty="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14</a:t>
            </a:fld>
            <a:endParaRPr lang="en-US"/>
          </a:p>
        </p:txBody>
      </p:sp>
    </p:spTree>
    <p:extLst>
      <p:ext uri="{BB962C8B-B14F-4D97-AF65-F5344CB8AC3E}">
        <p14:creationId xmlns:p14="http://schemas.microsoft.com/office/powerpoint/2010/main" val="8024125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7170" y="1136072"/>
            <a:ext cx="8686685" cy="5220275"/>
          </a:xfrm>
          <a:prstGeom prst="rect">
            <a:avLst/>
          </a:prstGeom>
        </p:spPr>
        <p:txBody>
          <a:bodyPr>
            <a:normAutofit fontScale="92500" lnSpcReduction="10000"/>
          </a:bodyPr>
          <a:lstStyle/>
          <a:p>
            <a:pPr algn="just"/>
            <a:r>
              <a:rPr lang="en-US" dirty="0" smtClean="0"/>
              <a:t>Create </a:t>
            </a:r>
            <a:r>
              <a:rPr lang="en-US" dirty="0"/>
              <a:t>a data </a:t>
            </a:r>
            <a:r>
              <a:rPr lang="en-US" dirty="0" smtClean="0"/>
              <a:t>dictionary:</a:t>
            </a:r>
          </a:p>
          <a:p>
            <a:pPr lvl="1" algn="just"/>
            <a:r>
              <a:rPr lang="en-US" dirty="0" smtClean="0"/>
              <a:t>Definitions of data items and structures associated with the system reside in the data dictionary.</a:t>
            </a:r>
          </a:p>
          <a:p>
            <a:pPr lvl="1" algn="just"/>
            <a:r>
              <a:rPr lang="en-US" dirty="0" smtClean="0"/>
              <a:t>That helps everyone working on the project to use consistent data definitions.</a:t>
            </a:r>
          </a:p>
          <a:p>
            <a:pPr algn="just"/>
            <a:r>
              <a:rPr lang="en-US" dirty="0"/>
              <a:t>Model the </a:t>
            </a:r>
            <a:r>
              <a:rPr lang="en-US" dirty="0" smtClean="0"/>
              <a:t>requirements:</a:t>
            </a:r>
          </a:p>
          <a:p>
            <a:pPr lvl="1" algn="just"/>
            <a:r>
              <a:rPr lang="en-US" dirty="0" smtClean="0"/>
              <a:t>An analysis model is a diagram that depicts requirements visually, in contrast to the textual representation of a list of functional requirements.</a:t>
            </a:r>
          </a:p>
          <a:p>
            <a:pPr lvl="1" algn="just"/>
            <a:r>
              <a:rPr lang="en-US" dirty="0" smtClean="0"/>
              <a:t>Model can reveal incorrect, inconsistent, missing, and superfluous </a:t>
            </a:r>
            <a:r>
              <a:rPr lang="en-US" sz="1800" dirty="0" smtClean="0"/>
              <a:t>(</a:t>
            </a:r>
            <a:r>
              <a:rPr lang="en-US" sz="1800" dirty="0" err="1" smtClean="0"/>
              <a:t>vô</a:t>
            </a:r>
            <a:r>
              <a:rPr lang="en-US" sz="1800" dirty="0" smtClean="0"/>
              <a:t> </a:t>
            </a:r>
            <a:r>
              <a:rPr lang="en-US" sz="1800" dirty="0" err="1" smtClean="0"/>
              <a:t>dụng</a:t>
            </a:r>
            <a:r>
              <a:rPr lang="en-US" sz="1800" dirty="0" smtClean="0"/>
              <a:t>)</a:t>
            </a:r>
            <a:r>
              <a:rPr lang="en-US" dirty="0" smtClean="0"/>
              <a:t> requirements.</a:t>
            </a:r>
          </a:p>
          <a:p>
            <a:pPr lvl="1" algn="just"/>
            <a:r>
              <a:rPr lang="en-US" dirty="0" smtClean="0"/>
              <a:t>Such models </a:t>
            </a:r>
            <a:r>
              <a:rPr lang="en-US" dirty="0"/>
              <a:t>i</a:t>
            </a:r>
            <a:r>
              <a:rPr lang="en-US" dirty="0" smtClean="0"/>
              <a:t>nclude data flow diagrams, entity-relationship diagrams, state-transition diagrams, state tables, dialog maps, decision trees, and others.</a:t>
            </a:r>
          </a:p>
        </p:txBody>
      </p:sp>
      <p:sp>
        <p:nvSpPr>
          <p:cNvPr id="2" name="Title 1"/>
          <p:cNvSpPr>
            <a:spLocks noGrp="1"/>
          </p:cNvSpPr>
          <p:nvPr>
            <p:ph type="title" idx="4294967295"/>
          </p:nvPr>
        </p:nvSpPr>
        <p:spPr>
          <a:xfrm>
            <a:off x="2332038" y="239713"/>
            <a:ext cx="6811962" cy="1050925"/>
          </a:xfrm>
          <a:prstGeom prst="rect">
            <a:avLst/>
          </a:prstGeom>
        </p:spPr>
        <p:txBody>
          <a:bodyPr>
            <a:noAutofit/>
          </a:bodyPr>
          <a:lstStyle/>
          <a:p>
            <a:r>
              <a:rPr lang="en-US" sz="3200"/>
              <a:t> Requirements analysis</a:t>
            </a:r>
            <a:br>
              <a:rPr lang="en-US" sz="3200"/>
            </a:br>
            <a:endParaRPr lang="en-US" sz="320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15</a:t>
            </a:fld>
            <a:endParaRPr lang="en-US"/>
          </a:p>
        </p:txBody>
      </p:sp>
    </p:spTree>
    <p:extLst>
      <p:ext uri="{BB962C8B-B14F-4D97-AF65-F5344CB8AC3E}">
        <p14:creationId xmlns:p14="http://schemas.microsoft.com/office/powerpoint/2010/main" val="9603280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7170" y="1136073"/>
            <a:ext cx="8686685" cy="5120348"/>
          </a:xfrm>
          <a:prstGeom prst="rect">
            <a:avLst/>
          </a:prstGeom>
        </p:spPr>
        <p:txBody>
          <a:bodyPr>
            <a:normAutofit/>
          </a:bodyPr>
          <a:lstStyle/>
          <a:p>
            <a:pPr algn="just"/>
            <a:r>
              <a:rPr lang="en-US" dirty="0" smtClean="0"/>
              <a:t>Analyze </a:t>
            </a:r>
            <a:r>
              <a:rPr lang="en-US" dirty="0"/>
              <a:t>interfaces between your system and the outside </a:t>
            </a:r>
            <a:r>
              <a:rPr lang="en-US" dirty="0" smtClean="0"/>
              <a:t>world:</a:t>
            </a:r>
          </a:p>
          <a:p>
            <a:pPr lvl="1" algn="just"/>
            <a:r>
              <a:rPr lang="en-US" dirty="0" smtClean="0"/>
              <a:t>All SW systems have connections to others parts of the world through external interfaces. Information systems have user interfaces and often exchange data with other SW systems.</a:t>
            </a:r>
          </a:p>
          <a:p>
            <a:pPr lvl="1" algn="just"/>
            <a:r>
              <a:rPr lang="en-US" dirty="0" smtClean="0"/>
              <a:t>Embedded systems involve interconnections between SW and HW components. Network-connected applications have communication interfaces.</a:t>
            </a:r>
          </a:p>
          <a:p>
            <a:pPr algn="just"/>
            <a:r>
              <a:rPr lang="en-US" dirty="0"/>
              <a:t>Allocate requirements to </a:t>
            </a:r>
            <a:r>
              <a:rPr lang="en-US" dirty="0" smtClean="0"/>
              <a:t>subsystems:</a:t>
            </a:r>
          </a:p>
          <a:p>
            <a:pPr lvl="1" algn="just"/>
            <a:r>
              <a:rPr lang="en-US" dirty="0" smtClean="0"/>
              <a:t>The requirements for complex product that contains multiple subsystems must be apportioned </a:t>
            </a:r>
            <a:r>
              <a:rPr lang="en-US" sz="1800" dirty="0" smtClean="0"/>
              <a:t>(chia </a:t>
            </a:r>
            <a:r>
              <a:rPr lang="en-US" sz="1800" dirty="0" err="1" smtClean="0"/>
              <a:t>ra</a:t>
            </a:r>
            <a:r>
              <a:rPr lang="en-US" sz="1800" dirty="0" smtClean="0"/>
              <a:t>)</a:t>
            </a:r>
            <a:r>
              <a:rPr lang="en-US" dirty="0" smtClean="0"/>
              <a:t> among the various SW, HW, and human subsystems and components.</a:t>
            </a:r>
            <a:endParaRPr lang="en-US" dirty="0"/>
          </a:p>
        </p:txBody>
      </p:sp>
      <p:sp>
        <p:nvSpPr>
          <p:cNvPr id="2" name="Title 1"/>
          <p:cNvSpPr>
            <a:spLocks noGrp="1"/>
          </p:cNvSpPr>
          <p:nvPr>
            <p:ph type="title" idx="4294967295"/>
          </p:nvPr>
        </p:nvSpPr>
        <p:spPr>
          <a:xfrm>
            <a:off x="2332038" y="239713"/>
            <a:ext cx="6811962" cy="1050925"/>
          </a:xfrm>
          <a:prstGeom prst="rect">
            <a:avLst/>
          </a:prstGeom>
        </p:spPr>
        <p:txBody>
          <a:bodyPr>
            <a:noAutofit/>
          </a:bodyPr>
          <a:lstStyle/>
          <a:p>
            <a:r>
              <a:rPr lang="en-US" sz="3200"/>
              <a:t> Requirements analysis</a:t>
            </a:r>
            <a:br>
              <a:rPr lang="en-US" sz="3200"/>
            </a:br>
            <a:endParaRPr lang="en-US" sz="320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16</a:t>
            </a:fld>
            <a:endParaRPr lang="en-US"/>
          </a:p>
        </p:txBody>
      </p:sp>
    </p:spTree>
    <p:extLst>
      <p:ext uri="{BB962C8B-B14F-4D97-AF65-F5344CB8AC3E}">
        <p14:creationId xmlns:p14="http://schemas.microsoft.com/office/powerpoint/2010/main" val="29933192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4727" y="1191125"/>
            <a:ext cx="8753533" cy="5165225"/>
          </a:xfrm>
          <a:prstGeom prst="rect">
            <a:avLst/>
          </a:prstGeom>
        </p:spPr>
        <p:txBody>
          <a:bodyPr/>
          <a:lstStyle/>
          <a:p>
            <a:pPr marL="0" indent="0" algn="just">
              <a:buNone/>
            </a:pPr>
            <a:r>
              <a:rPr lang="en-US" sz="2400" dirty="0" smtClean="0"/>
              <a:t>The essence of requirements specification is to document requirements of different types in a consistent, accessible, and reviewable way that is readily understandable by the intended audiences.</a:t>
            </a:r>
          </a:p>
          <a:p>
            <a:pPr algn="just"/>
            <a:r>
              <a:rPr lang="en-US" sz="2400" dirty="0" smtClean="0"/>
              <a:t>Adopt</a:t>
            </a:r>
            <a:r>
              <a:rPr lang="en-US" sz="1600" dirty="0" smtClean="0"/>
              <a:t> (</a:t>
            </a:r>
            <a:r>
              <a:rPr lang="en-US" sz="1600" dirty="0" err="1" smtClean="0"/>
              <a:t>áp</a:t>
            </a:r>
            <a:r>
              <a:rPr lang="en-US" sz="1600" dirty="0" smtClean="0"/>
              <a:t> </a:t>
            </a:r>
            <a:r>
              <a:rPr lang="en-US" sz="1600" dirty="0" err="1" smtClean="0"/>
              <a:t>dụng</a:t>
            </a:r>
            <a:r>
              <a:rPr lang="en-US" sz="1600" dirty="0" smtClean="0"/>
              <a:t> </a:t>
            </a:r>
            <a:r>
              <a:rPr lang="en-US" sz="1600" dirty="0" err="1" smtClean="0"/>
              <a:t>phù</a:t>
            </a:r>
            <a:r>
              <a:rPr lang="en-US" sz="1600" dirty="0" smtClean="0"/>
              <a:t> </a:t>
            </a:r>
            <a:r>
              <a:rPr lang="en-US" sz="1600" dirty="0" err="1" smtClean="0"/>
              <a:t>hợp</a:t>
            </a:r>
            <a:r>
              <a:rPr lang="en-US" sz="1600" dirty="0" smtClean="0"/>
              <a:t>) </a:t>
            </a:r>
            <a:r>
              <a:rPr lang="en-US" sz="2400" dirty="0" smtClean="0"/>
              <a:t>requirement </a:t>
            </a:r>
            <a:r>
              <a:rPr lang="en-US" sz="2400" dirty="0"/>
              <a:t>document </a:t>
            </a:r>
            <a:r>
              <a:rPr lang="en-US" sz="2400" dirty="0" smtClean="0"/>
              <a:t>templates:</a:t>
            </a:r>
          </a:p>
          <a:p>
            <a:pPr lvl="1" algn="just"/>
            <a:r>
              <a:rPr lang="en-US" sz="2000" dirty="0" smtClean="0"/>
              <a:t>Adopt standard templates for documenting requirements in your organization.</a:t>
            </a:r>
          </a:p>
          <a:p>
            <a:pPr lvl="1" algn="just"/>
            <a:r>
              <a:rPr lang="en-US" sz="2000" dirty="0" smtClean="0"/>
              <a:t>The templates provide a consistent structure for recording various groups of requirements-related information.</a:t>
            </a:r>
          </a:p>
          <a:p>
            <a:pPr algn="just"/>
            <a:r>
              <a:rPr lang="en-US" sz="2400" dirty="0"/>
              <a:t>Identify requirement </a:t>
            </a:r>
            <a:r>
              <a:rPr lang="en-US" sz="2400" dirty="0" smtClean="0"/>
              <a:t>origins:</a:t>
            </a:r>
          </a:p>
          <a:p>
            <a:pPr lvl="1" algn="just"/>
            <a:r>
              <a:rPr lang="en-US" sz="2000" dirty="0" smtClean="0"/>
              <a:t>To ensure that all stakeholders know why every requirement is needed, trace each one back to its origin.</a:t>
            </a:r>
          </a:p>
          <a:p>
            <a:pPr lvl="1" algn="just"/>
            <a:r>
              <a:rPr lang="en-US" sz="2000" dirty="0" smtClean="0"/>
              <a:t>This might be a use case or some other customer input, a high-level system requirement, or a biz rule.</a:t>
            </a:r>
          </a:p>
        </p:txBody>
      </p:sp>
      <p:sp>
        <p:nvSpPr>
          <p:cNvPr id="2" name="Title 1"/>
          <p:cNvSpPr>
            <a:spLocks noGrp="1"/>
          </p:cNvSpPr>
          <p:nvPr>
            <p:ph type="title" idx="4294967295"/>
          </p:nvPr>
        </p:nvSpPr>
        <p:spPr>
          <a:xfrm>
            <a:off x="2332038" y="263525"/>
            <a:ext cx="6811962" cy="1050925"/>
          </a:xfrm>
          <a:prstGeom prst="rect">
            <a:avLst/>
          </a:prstGeom>
        </p:spPr>
        <p:txBody>
          <a:bodyPr>
            <a:noAutofit/>
          </a:bodyPr>
          <a:lstStyle/>
          <a:p>
            <a:r>
              <a:rPr lang="en-US" sz="3200"/>
              <a:t> Requirements specification</a:t>
            </a:r>
            <a:br>
              <a:rPr lang="en-US" sz="3200"/>
            </a:br>
            <a:endParaRPr lang="en-US" sz="3200"/>
          </a:p>
        </p:txBody>
      </p:sp>
      <p:sp>
        <p:nvSpPr>
          <p:cNvPr id="4" name="Footer Placeholder 3"/>
          <p:cNvSpPr>
            <a:spLocks noGrp="1"/>
          </p:cNvSpPr>
          <p:nvPr>
            <p:ph type="ftr" sz="quarter" idx="11"/>
          </p:nvPr>
        </p:nvSpPr>
        <p:spPr/>
        <p:txBody>
          <a:bodyPr/>
          <a:lstStyle/>
          <a:p>
            <a:r>
              <a:rPr lang="en-US" dirty="0" smtClean="0"/>
              <a:t>Requirements engineering for good </a:t>
            </a:r>
            <a:r>
              <a:rPr lang="en-US" dirty="0" err="1" smtClean="0"/>
              <a:t>practices_BayHV</a:t>
            </a:r>
            <a:endParaRPr lang="en-US" dirty="0"/>
          </a:p>
        </p:txBody>
      </p:sp>
      <p:sp>
        <p:nvSpPr>
          <p:cNvPr id="5" name="Slide Number Placeholder 4"/>
          <p:cNvSpPr>
            <a:spLocks noGrp="1"/>
          </p:cNvSpPr>
          <p:nvPr>
            <p:ph type="sldNum" sz="quarter" idx="12"/>
          </p:nvPr>
        </p:nvSpPr>
        <p:spPr/>
        <p:txBody>
          <a:bodyPr/>
          <a:lstStyle/>
          <a:p>
            <a:fld id="{015B7635-705B-4E6E-A9E8-FF9E1B845D49}" type="slidenum">
              <a:rPr lang="en-US" smtClean="0"/>
              <a:t>17</a:t>
            </a:fld>
            <a:endParaRPr lang="en-US"/>
          </a:p>
        </p:txBody>
      </p:sp>
    </p:spTree>
    <p:extLst>
      <p:ext uri="{BB962C8B-B14F-4D97-AF65-F5344CB8AC3E}">
        <p14:creationId xmlns:p14="http://schemas.microsoft.com/office/powerpoint/2010/main" val="31987497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399" y="1088571"/>
            <a:ext cx="8697687" cy="5267779"/>
          </a:xfrm>
          <a:prstGeom prst="rect">
            <a:avLst/>
          </a:prstGeom>
        </p:spPr>
        <p:txBody>
          <a:bodyPr/>
          <a:lstStyle/>
          <a:p>
            <a:pPr algn="just"/>
            <a:r>
              <a:rPr lang="en-US" sz="2400" dirty="0" smtClean="0"/>
              <a:t>Uniquely </a:t>
            </a:r>
            <a:r>
              <a:rPr lang="en-US" sz="2400" dirty="0"/>
              <a:t>label each </a:t>
            </a:r>
            <a:r>
              <a:rPr lang="en-US" sz="2400" dirty="0" smtClean="0"/>
              <a:t>requirement:</a:t>
            </a:r>
          </a:p>
          <a:p>
            <a:pPr lvl="1" algn="just"/>
            <a:r>
              <a:rPr lang="en-US" sz="2000" dirty="0" smtClean="0"/>
              <a:t>Define a convention for giving each requirement a unique identifying label. The convention must be robust enough to withstand </a:t>
            </a:r>
            <a:r>
              <a:rPr lang="en-US" sz="1600" dirty="0" smtClean="0"/>
              <a:t>(</a:t>
            </a:r>
            <a:r>
              <a:rPr lang="en-US" sz="1600" dirty="0" err="1" smtClean="0"/>
              <a:t>chống</a:t>
            </a:r>
            <a:r>
              <a:rPr lang="en-US" sz="1600" dirty="0" smtClean="0"/>
              <a:t> </a:t>
            </a:r>
            <a:r>
              <a:rPr lang="en-US" sz="1600" dirty="0" err="1" smtClean="0"/>
              <a:t>lại</a:t>
            </a:r>
            <a:r>
              <a:rPr lang="en-US" sz="1600" dirty="0" smtClean="0"/>
              <a:t>) </a:t>
            </a:r>
            <a:r>
              <a:rPr lang="en-US" sz="2000" dirty="0" smtClean="0"/>
              <a:t>additions, deletions, and changes made in the requirements over time.</a:t>
            </a:r>
          </a:p>
          <a:p>
            <a:pPr algn="just"/>
            <a:r>
              <a:rPr lang="en-US" sz="2400" dirty="0"/>
              <a:t>Record business </a:t>
            </a:r>
            <a:r>
              <a:rPr lang="en-US" sz="2400" dirty="0" smtClean="0"/>
              <a:t>rules:</a:t>
            </a:r>
          </a:p>
          <a:p>
            <a:pPr lvl="1" algn="just"/>
            <a:r>
              <a:rPr lang="en-US" sz="2000" dirty="0" smtClean="0"/>
              <a:t>Biz rules include corporate policies, government regulations, standards, and computational algorithms.</a:t>
            </a:r>
          </a:p>
          <a:p>
            <a:pPr lvl="1" algn="just"/>
            <a:r>
              <a:rPr lang="en-US" sz="2000" dirty="0" smtClean="0"/>
              <a:t>Document your biz rules separately from a project’s requirements because they typically have an existence beyond the scope of a specific project.</a:t>
            </a:r>
          </a:p>
          <a:p>
            <a:pPr algn="just"/>
            <a:r>
              <a:rPr lang="en-US" sz="2400" dirty="0"/>
              <a:t>Specify nonfunctional </a:t>
            </a:r>
            <a:r>
              <a:rPr lang="en-US" sz="2400" dirty="0" smtClean="0"/>
              <a:t>requirements:</a:t>
            </a:r>
          </a:p>
          <a:p>
            <a:pPr lvl="1" algn="just"/>
            <a:r>
              <a:rPr lang="en-US" sz="1900" dirty="0" smtClean="0"/>
              <a:t>It’s possible to implement a solution that does not exactly what it’s supposed to do but does not satisfy the users’ quality expectations.</a:t>
            </a:r>
          </a:p>
          <a:p>
            <a:pPr lvl="1" algn="just"/>
            <a:r>
              <a:rPr lang="en-US" sz="1900" dirty="0" smtClean="0"/>
              <a:t>To avoid that problem, you need to go beyond the functionality discussion to understand the quality characteristics that are important to success. These characteristics are performance, reliability, usability, modifiability, and many others.</a:t>
            </a:r>
            <a:endParaRPr lang="en-US" sz="1900" dirty="0"/>
          </a:p>
        </p:txBody>
      </p:sp>
      <p:sp>
        <p:nvSpPr>
          <p:cNvPr id="2" name="Title 1"/>
          <p:cNvSpPr>
            <a:spLocks noGrp="1"/>
          </p:cNvSpPr>
          <p:nvPr>
            <p:ph type="title" idx="4294967295"/>
          </p:nvPr>
        </p:nvSpPr>
        <p:spPr>
          <a:xfrm>
            <a:off x="2332038" y="263525"/>
            <a:ext cx="6811962" cy="1050925"/>
          </a:xfrm>
          <a:prstGeom prst="rect">
            <a:avLst/>
          </a:prstGeom>
        </p:spPr>
        <p:txBody>
          <a:bodyPr>
            <a:noAutofit/>
          </a:bodyPr>
          <a:lstStyle/>
          <a:p>
            <a:r>
              <a:rPr lang="en-US" sz="3200"/>
              <a:t> Requirements specification</a:t>
            </a:r>
            <a:br>
              <a:rPr lang="en-US" sz="3200"/>
            </a:br>
            <a:endParaRPr lang="en-US" sz="320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18</a:t>
            </a:fld>
            <a:endParaRPr lang="en-US"/>
          </a:p>
        </p:txBody>
      </p:sp>
    </p:spTree>
    <p:extLst>
      <p:ext uri="{BB962C8B-B14F-4D97-AF65-F5344CB8AC3E}">
        <p14:creationId xmlns:p14="http://schemas.microsoft.com/office/powerpoint/2010/main" val="14565240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308" y="1154545"/>
            <a:ext cx="8818749" cy="5115626"/>
          </a:xfrm>
          <a:prstGeom prst="rect">
            <a:avLst/>
          </a:prstGeom>
        </p:spPr>
        <p:txBody>
          <a:bodyPr>
            <a:normAutofit fontScale="92500" lnSpcReduction="10000"/>
          </a:bodyPr>
          <a:lstStyle/>
          <a:p>
            <a:pPr marL="0" indent="0" algn="just">
              <a:buNone/>
            </a:pPr>
            <a:r>
              <a:rPr lang="en-US" dirty="0" smtClean="0"/>
              <a:t>Validation ensures that the requirements are correct, demonstrate the desired quality characteristics, and will satisfy customer needs.</a:t>
            </a:r>
          </a:p>
          <a:p>
            <a:pPr algn="just"/>
            <a:r>
              <a:rPr lang="en-US" dirty="0" smtClean="0"/>
              <a:t>Review </a:t>
            </a:r>
            <a:r>
              <a:rPr lang="en-US" dirty="0"/>
              <a:t>the </a:t>
            </a:r>
            <a:r>
              <a:rPr lang="en-US" dirty="0" smtClean="0"/>
              <a:t>requirements:</a:t>
            </a:r>
          </a:p>
          <a:p>
            <a:pPr lvl="1" algn="just"/>
            <a:r>
              <a:rPr lang="en-US" dirty="0" smtClean="0"/>
              <a:t>Peer review of requirements, particularly the type of rigorous review called inspection, is one of the highest-value SW quality practices available.</a:t>
            </a:r>
          </a:p>
          <a:p>
            <a:pPr lvl="1" algn="just"/>
            <a:r>
              <a:rPr lang="en-US" dirty="0" smtClean="0"/>
              <a:t>The small teams of reviews (analyst, customers, developers, and testers) carefully examine the written requirements, analysis models, and related information for defects.</a:t>
            </a:r>
          </a:p>
          <a:p>
            <a:pPr algn="just"/>
            <a:r>
              <a:rPr lang="en-US" dirty="0"/>
              <a:t>Test the </a:t>
            </a:r>
            <a:r>
              <a:rPr lang="en-US" dirty="0" smtClean="0"/>
              <a:t>requirements:</a:t>
            </a:r>
          </a:p>
          <a:p>
            <a:pPr lvl="1" algn="just"/>
            <a:r>
              <a:rPr lang="en-US" dirty="0" smtClean="0"/>
              <a:t>Tests constitute an alternative view of the requirements.</a:t>
            </a:r>
          </a:p>
          <a:p>
            <a:pPr lvl="1" algn="just"/>
            <a:r>
              <a:rPr lang="en-US" dirty="0" smtClean="0"/>
              <a:t>Writing tests requires you to think about how to tell if the expected functionality was correctly implemented.</a:t>
            </a:r>
          </a:p>
        </p:txBody>
      </p:sp>
      <p:sp>
        <p:nvSpPr>
          <p:cNvPr id="2" name="Title 1"/>
          <p:cNvSpPr>
            <a:spLocks noGrp="1"/>
          </p:cNvSpPr>
          <p:nvPr>
            <p:ph type="title" idx="4294967295"/>
          </p:nvPr>
        </p:nvSpPr>
        <p:spPr>
          <a:xfrm>
            <a:off x="2332038" y="252413"/>
            <a:ext cx="6811962" cy="1050925"/>
          </a:xfrm>
          <a:prstGeom prst="rect">
            <a:avLst/>
          </a:prstGeom>
        </p:spPr>
        <p:txBody>
          <a:bodyPr>
            <a:noAutofit/>
          </a:bodyPr>
          <a:lstStyle/>
          <a:p>
            <a:r>
              <a:rPr lang="en-US" sz="3200"/>
              <a:t> Requirements validation</a:t>
            </a:r>
            <a:br>
              <a:rPr lang="en-US" sz="3200"/>
            </a:br>
            <a:endParaRPr lang="en-US" sz="320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19</a:t>
            </a:fld>
            <a:endParaRPr lang="en-US"/>
          </a:p>
        </p:txBody>
      </p:sp>
    </p:spTree>
    <p:extLst>
      <p:ext uri="{BB962C8B-B14F-4D97-AF65-F5344CB8AC3E}">
        <p14:creationId xmlns:p14="http://schemas.microsoft.com/office/powerpoint/2010/main" val="12927045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309" y="1154545"/>
            <a:ext cx="8862292" cy="5115626"/>
          </a:xfrm>
          <a:prstGeom prst="rect">
            <a:avLst/>
          </a:prstGeom>
        </p:spPr>
        <p:txBody>
          <a:bodyPr>
            <a:normAutofit/>
          </a:bodyPr>
          <a:lstStyle/>
          <a:p>
            <a:pPr algn="just"/>
            <a:r>
              <a:rPr lang="en-US" dirty="0" smtClean="0"/>
              <a:t>Define </a:t>
            </a:r>
            <a:r>
              <a:rPr lang="en-US" dirty="0"/>
              <a:t>acceptance </a:t>
            </a:r>
            <a:r>
              <a:rPr lang="en-US" dirty="0" smtClean="0"/>
              <a:t>criteria:</a:t>
            </a:r>
          </a:p>
          <a:p>
            <a:pPr lvl="1" algn="just"/>
            <a:r>
              <a:rPr lang="en-US" dirty="0" smtClean="0"/>
              <a:t>Ask users to describe how they will determine whether the solution meets their needs.</a:t>
            </a:r>
          </a:p>
          <a:p>
            <a:pPr lvl="1" algn="just"/>
            <a:r>
              <a:rPr lang="en-US" dirty="0" smtClean="0"/>
              <a:t>Acceptance criteria include a combination of SW passing a defined set of acceptance tests based on user requirements, demonstration satisfaction of specific nonfunctional requirements, tracking open defects and issues,… </a:t>
            </a:r>
          </a:p>
          <a:p>
            <a:pPr algn="just"/>
            <a:r>
              <a:rPr lang="en-US" dirty="0"/>
              <a:t>Simulate the </a:t>
            </a:r>
            <a:r>
              <a:rPr lang="en-US" dirty="0" smtClean="0"/>
              <a:t>requirements:</a:t>
            </a:r>
          </a:p>
          <a:p>
            <a:pPr lvl="1" algn="just"/>
            <a:r>
              <a:rPr lang="en-US" dirty="0" smtClean="0"/>
              <a:t>Commercial tools are available that allow a project team to simulate a proposed system either in place of or to augment written requirements specifications.</a:t>
            </a:r>
            <a:endParaRPr lang="en-US" dirty="0"/>
          </a:p>
        </p:txBody>
      </p:sp>
      <p:sp>
        <p:nvSpPr>
          <p:cNvPr id="2" name="Title 1"/>
          <p:cNvSpPr>
            <a:spLocks noGrp="1"/>
          </p:cNvSpPr>
          <p:nvPr>
            <p:ph type="title" idx="4294967295"/>
          </p:nvPr>
        </p:nvSpPr>
        <p:spPr>
          <a:xfrm>
            <a:off x="2332038" y="252413"/>
            <a:ext cx="6811962" cy="1050925"/>
          </a:xfrm>
          <a:prstGeom prst="rect">
            <a:avLst/>
          </a:prstGeom>
        </p:spPr>
        <p:txBody>
          <a:bodyPr>
            <a:noAutofit/>
          </a:bodyPr>
          <a:lstStyle/>
          <a:p>
            <a:r>
              <a:rPr lang="en-US" sz="3200"/>
              <a:t> Requirements validation</a:t>
            </a:r>
            <a:br>
              <a:rPr lang="en-US" sz="3200"/>
            </a:br>
            <a:endParaRPr lang="en-US" sz="320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20</a:t>
            </a:fld>
            <a:endParaRPr lang="en-US"/>
          </a:p>
        </p:txBody>
      </p:sp>
    </p:spTree>
    <p:extLst>
      <p:ext uri="{BB962C8B-B14F-4D97-AF65-F5344CB8AC3E}">
        <p14:creationId xmlns:p14="http://schemas.microsoft.com/office/powerpoint/2010/main" val="9920237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782" y="1173016"/>
            <a:ext cx="8887361" cy="5260441"/>
          </a:xfrm>
          <a:prstGeom prst="rect">
            <a:avLst/>
          </a:prstGeom>
        </p:spPr>
        <p:txBody>
          <a:bodyPr>
            <a:normAutofit fontScale="85000" lnSpcReduction="10000"/>
          </a:bodyPr>
          <a:lstStyle/>
          <a:p>
            <a:pPr marL="0" indent="0" algn="just">
              <a:buNone/>
            </a:pPr>
            <a:r>
              <a:rPr lang="en-US" dirty="0" smtClean="0"/>
              <a:t>After you have the initial requirements for a body of work in hand, you must cope with the inevitable changes that customers, managers, marketing, the development team, and others request </a:t>
            </a:r>
            <a:r>
              <a:rPr lang="en-US" dirty="0"/>
              <a:t>d</a:t>
            </a:r>
            <a:r>
              <a:rPr lang="en-US" dirty="0" smtClean="0"/>
              <a:t>uring development. You need to control all changes!</a:t>
            </a:r>
          </a:p>
          <a:p>
            <a:pPr algn="just"/>
            <a:r>
              <a:rPr lang="en-US" dirty="0" smtClean="0"/>
              <a:t>Establish </a:t>
            </a:r>
            <a:r>
              <a:rPr lang="en-US" dirty="0"/>
              <a:t>a requirements change control </a:t>
            </a:r>
            <a:r>
              <a:rPr lang="en-US" dirty="0" smtClean="0"/>
              <a:t>process:</a:t>
            </a:r>
          </a:p>
          <a:p>
            <a:pPr lvl="1" algn="just"/>
            <a:r>
              <a:rPr lang="en-US" dirty="0" smtClean="0"/>
              <a:t>Changes are inevitable!</a:t>
            </a:r>
          </a:p>
          <a:p>
            <a:pPr lvl="1" algn="just"/>
            <a:r>
              <a:rPr lang="en-US" dirty="0" smtClean="0"/>
              <a:t>Your change process should define how requirements changes are proposed, analyzed, and resolved. In the project management, a Change Control Board (CCB) evaluates proposed requirements changes, decides which ones to accept, and set implementation priorities or target releases.</a:t>
            </a:r>
          </a:p>
          <a:p>
            <a:pPr algn="just"/>
            <a:r>
              <a:rPr lang="en-US" dirty="0"/>
              <a:t>Perform impact analysis on requirements </a:t>
            </a:r>
            <a:r>
              <a:rPr lang="en-US" dirty="0" smtClean="0"/>
              <a:t>changes:</a:t>
            </a:r>
          </a:p>
          <a:p>
            <a:pPr lvl="1" algn="just"/>
            <a:r>
              <a:rPr lang="en-US" dirty="0" smtClean="0"/>
              <a:t>Impact analysis is an important element of the change process that helps the CCB make informed biz decisions.</a:t>
            </a:r>
          </a:p>
          <a:p>
            <a:pPr lvl="1" algn="just"/>
            <a:r>
              <a:rPr lang="en-US" dirty="0" smtClean="0"/>
              <a:t>Evaluate each proposed requirement change to assess the effect it will have on the project.</a:t>
            </a:r>
          </a:p>
        </p:txBody>
      </p:sp>
      <p:sp>
        <p:nvSpPr>
          <p:cNvPr id="2" name="Title 1"/>
          <p:cNvSpPr>
            <a:spLocks noGrp="1"/>
          </p:cNvSpPr>
          <p:nvPr>
            <p:ph type="title" idx="4294967295"/>
          </p:nvPr>
        </p:nvSpPr>
        <p:spPr>
          <a:xfrm>
            <a:off x="2721428" y="0"/>
            <a:ext cx="6422571" cy="1050925"/>
          </a:xfrm>
          <a:prstGeom prst="rect">
            <a:avLst/>
          </a:prstGeom>
        </p:spPr>
        <p:txBody>
          <a:bodyPr>
            <a:noAutofit/>
          </a:bodyPr>
          <a:lstStyle/>
          <a:p>
            <a:r>
              <a:rPr lang="en-US" sz="3200" dirty="0"/>
              <a:t> Requirements </a:t>
            </a:r>
            <a:r>
              <a:rPr lang="en-US" sz="3200" dirty="0" smtClean="0"/>
              <a:t>management</a:t>
            </a:r>
            <a:endParaRPr lang="en-US" sz="3200" dirty="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21</a:t>
            </a:fld>
            <a:endParaRPr lang="en-US"/>
          </a:p>
        </p:txBody>
      </p:sp>
    </p:spTree>
    <p:extLst>
      <p:ext uri="{BB962C8B-B14F-4D97-AF65-F5344CB8AC3E}">
        <p14:creationId xmlns:p14="http://schemas.microsoft.com/office/powerpoint/2010/main" val="2034929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782" y="1173017"/>
            <a:ext cx="8887361" cy="5260439"/>
          </a:xfrm>
          <a:prstGeom prst="rect">
            <a:avLst/>
          </a:prstGeom>
        </p:spPr>
        <p:txBody>
          <a:bodyPr>
            <a:normAutofit lnSpcReduction="10000"/>
          </a:bodyPr>
          <a:lstStyle/>
          <a:p>
            <a:pPr algn="just"/>
            <a:r>
              <a:rPr lang="en-US" dirty="0" smtClean="0"/>
              <a:t>Establish </a:t>
            </a:r>
            <a:r>
              <a:rPr lang="en-US" dirty="0"/>
              <a:t>baselines and control versions of requirements </a:t>
            </a:r>
            <a:r>
              <a:rPr lang="en-US" dirty="0" smtClean="0"/>
              <a:t>sets:</a:t>
            </a:r>
          </a:p>
          <a:p>
            <a:pPr lvl="1" algn="just"/>
            <a:r>
              <a:rPr lang="en-US" dirty="0" smtClean="0"/>
              <a:t>A baseline defines a set of agreed-upon requirements, typically for a specific release or iteration.</a:t>
            </a:r>
          </a:p>
          <a:p>
            <a:pPr lvl="1" algn="just"/>
            <a:r>
              <a:rPr lang="en-US" dirty="0" smtClean="0"/>
              <a:t>After the requirements have been baselined, changes should be made only through the project’s change control process. Every change must have unique version.</a:t>
            </a:r>
          </a:p>
          <a:p>
            <a:pPr algn="just"/>
            <a:r>
              <a:rPr lang="en-US" dirty="0"/>
              <a:t>Maintain a history of requirements </a:t>
            </a:r>
            <a:r>
              <a:rPr lang="en-US" dirty="0" smtClean="0"/>
              <a:t>changes:</a:t>
            </a:r>
          </a:p>
          <a:p>
            <a:pPr lvl="1" algn="just"/>
            <a:r>
              <a:rPr lang="en-US" dirty="0" smtClean="0"/>
              <a:t>Retain a history of the changes made to individual requirement. Sometimes you need to revert to an earlier version of a requirement or want to know how a requirement came to be in its current form.</a:t>
            </a:r>
          </a:p>
          <a:p>
            <a:pPr lvl="1" algn="just"/>
            <a:r>
              <a:rPr lang="en-US" dirty="0" smtClean="0"/>
              <a:t>Record the dates that requirements were changed, the changes that were made, who made each change, and why.</a:t>
            </a:r>
          </a:p>
        </p:txBody>
      </p:sp>
      <p:sp>
        <p:nvSpPr>
          <p:cNvPr id="2" name="Title 1"/>
          <p:cNvSpPr>
            <a:spLocks noGrp="1"/>
          </p:cNvSpPr>
          <p:nvPr>
            <p:ph type="title" idx="4294967295"/>
          </p:nvPr>
        </p:nvSpPr>
        <p:spPr>
          <a:xfrm>
            <a:off x="2721428" y="0"/>
            <a:ext cx="6422571" cy="1050925"/>
          </a:xfrm>
          <a:prstGeom prst="rect">
            <a:avLst/>
          </a:prstGeom>
        </p:spPr>
        <p:txBody>
          <a:bodyPr>
            <a:noAutofit/>
          </a:bodyPr>
          <a:lstStyle/>
          <a:p>
            <a:r>
              <a:rPr lang="en-US" sz="3200" dirty="0"/>
              <a:t> Requirements </a:t>
            </a:r>
            <a:r>
              <a:rPr lang="en-US" sz="3200" dirty="0" smtClean="0"/>
              <a:t>management</a:t>
            </a:r>
            <a:endParaRPr lang="en-US" sz="3200" dirty="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22</a:t>
            </a:fld>
            <a:endParaRPr lang="en-US"/>
          </a:p>
        </p:txBody>
      </p:sp>
    </p:spTree>
    <p:extLst>
      <p:ext uri="{BB962C8B-B14F-4D97-AF65-F5344CB8AC3E}">
        <p14:creationId xmlns:p14="http://schemas.microsoft.com/office/powerpoint/2010/main" val="569398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782" y="1173017"/>
            <a:ext cx="8887361" cy="5260439"/>
          </a:xfrm>
          <a:prstGeom prst="rect">
            <a:avLst/>
          </a:prstGeom>
        </p:spPr>
        <p:txBody>
          <a:bodyPr>
            <a:normAutofit lnSpcReduction="10000"/>
          </a:bodyPr>
          <a:lstStyle/>
          <a:p>
            <a:pPr algn="just"/>
            <a:r>
              <a:rPr lang="en-US" dirty="0" smtClean="0"/>
              <a:t>Track </a:t>
            </a:r>
            <a:r>
              <a:rPr lang="en-US" dirty="0"/>
              <a:t>the status of each </a:t>
            </a:r>
            <a:r>
              <a:rPr lang="en-US" dirty="0" smtClean="0"/>
              <a:t>requirement:</a:t>
            </a:r>
          </a:p>
          <a:p>
            <a:pPr lvl="1" algn="just"/>
            <a:r>
              <a:rPr lang="en-US" dirty="0" smtClean="0"/>
              <a:t>Create a repository with one record for each discrete requirement of any type that affects implementation.</a:t>
            </a:r>
          </a:p>
          <a:p>
            <a:pPr lvl="1" algn="just"/>
            <a:r>
              <a:rPr lang="en-US" dirty="0" smtClean="0"/>
              <a:t>Store key attributes about each requirement, including its status (such as proposed, approved, implemented, or verified), so you can monitor the number of requirements in each status category at any time.</a:t>
            </a:r>
          </a:p>
          <a:p>
            <a:pPr algn="just"/>
            <a:r>
              <a:rPr lang="en-US" dirty="0"/>
              <a:t>Track requirements </a:t>
            </a:r>
            <a:r>
              <a:rPr lang="en-US" dirty="0" smtClean="0"/>
              <a:t>issues:</a:t>
            </a:r>
          </a:p>
          <a:p>
            <a:pPr lvl="1" algn="just"/>
            <a:r>
              <a:rPr lang="en-US" dirty="0" smtClean="0"/>
              <a:t>When busy people are working on a complex project, it’s easy to lose sight of the many issues that arise, including questions about requirements that need resolution, gaps to eradicate </a:t>
            </a:r>
            <a:r>
              <a:rPr lang="en-US" sz="1800" dirty="0" smtClean="0"/>
              <a:t>(</a:t>
            </a:r>
            <a:r>
              <a:rPr lang="en-US" sz="1800" dirty="0" err="1" smtClean="0"/>
              <a:t>xóa</a:t>
            </a:r>
            <a:r>
              <a:rPr lang="en-US" sz="1800" dirty="0" smtClean="0"/>
              <a:t> </a:t>
            </a:r>
            <a:r>
              <a:rPr lang="en-US" sz="1800" dirty="0" err="1" smtClean="0"/>
              <a:t>bỏ</a:t>
            </a:r>
            <a:r>
              <a:rPr lang="en-US" sz="1800" dirty="0" smtClean="0"/>
              <a:t>)</a:t>
            </a:r>
            <a:r>
              <a:rPr lang="en-US" dirty="0" smtClean="0"/>
              <a:t>, and issues arising from requirements reviews.</a:t>
            </a:r>
          </a:p>
          <a:p>
            <a:pPr lvl="1" algn="just"/>
            <a:r>
              <a:rPr lang="en-US" dirty="0" smtClean="0"/>
              <a:t>Issue-tracking tools can keep these items from falling through the cracks </a:t>
            </a:r>
            <a:r>
              <a:rPr lang="en-US" sz="1800" dirty="0" smtClean="0"/>
              <a:t>(</a:t>
            </a:r>
            <a:r>
              <a:rPr lang="en-US" sz="1800" dirty="0" err="1" smtClean="0"/>
              <a:t>rơi</a:t>
            </a:r>
            <a:r>
              <a:rPr lang="en-US" sz="1800" dirty="0" smtClean="0"/>
              <a:t> </a:t>
            </a:r>
            <a:r>
              <a:rPr lang="en-US" sz="1800" dirty="0" err="1" smtClean="0"/>
              <a:t>vào</a:t>
            </a:r>
            <a:r>
              <a:rPr lang="en-US" sz="1800" dirty="0" smtClean="0"/>
              <a:t> </a:t>
            </a:r>
            <a:r>
              <a:rPr lang="en-US" sz="1800" dirty="0" err="1" smtClean="0"/>
              <a:t>vềt</a:t>
            </a:r>
            <a:r>
              <a:rPr lang="en-US" sz="1800" dirty="0" smtClean="0"/>
              <a:t> </a:t>
            </a:r>
            <a:r>
              <a:rPr lang="en-US" sz="1800" dirty="0" err="1" smtClean="0"/>
              <a:t>nứt</a:t>
            </a:r>
            <a:r>
              <a:rPr lang="en-US" sz="1800" dirty="0" smtClean="0"/>
              <a:t>)</a:t>
            </a:r>
            <a:r>
              <a:rPr lang="en-US" dirty="0" smtClean="0"/>
              <a:t>.</a:t>
            </a:r>
          </a:p>
        </p:txBody>
      </p:sp>
      <p:sp>
        <p:nvSpPr>
          <p:cNvPr id="2" name="Title 1"/>
          <p:cNvSpPr>
            <a:spLocks noGrp="1"/>
          </p:cNvSpPr>
          <p:nvPr>
            <p:ph type="title" idx="4294967295"/>
          </p:nvPr>
        </p:nvSpPr>
        <p:spPr>
          <a:xfrm>
            <a:off x="2721428" y="0"/>
            <a:ext cx="6422571" cy="1050925"/>
          </a:xfrm>
          <a:prstGeom prst="rect">
            <a:avLst/>
          </a:prstGeom>
        </p:spPr>
        <p:txBody>
          <a:bodyPr>
            <a:noAutofit/>
          </a:bodyPr>
          <a:lstStyle/>
          <a:p>
            <a:r>
              <a:rPr lang="en-US" sz="3200" dirty="0"/>
              <a:t> Requirements </a:t>
            </a:r>
            <a:r>
              <a:rPr lang="en-US" sz="3200" dirty="0" smtClean="0"/>
              <a:t>management</a:t>
            </a:r>
            <a:endParaRPr lang="en-US" sz="3200" dirty="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23</a:t>
            </a:fld>
            <a:endParaRPr lang="en-US"/>
          </a:p>
        </p:txBody>
      </p:sp>
    </p:spTree>
    <p:extLst>
      <p:ext uri="{BB962C8B-B14F-4D97-AF65-F5344CB8AC3E}">
        <p14:creationId xmlns:p14="http://schemas.microsoft.com/office/powerpoint/2010/main" val="332126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782" y="1173017"/>
            <a:ext cx="8887361" cy="5260439"/>
          </a:xfrm>
          <a:prstGeom prst="rect">
            <a:avLst/>
          </a:prstGeom>
        </p:spPr>
        <p:txBody>
          <a:bodyPr>
            <a:normAutofit/>
          </a:bodyPr>
          <a:lstStyle/>
          <a:p>
            <a:pPr algn="just"/>
            <a:r>
              <a:rPr lang="en-US" dirty="0" smtClean="0"/>
              <a:t>Maintain </a:t>
            </a:r>
            <a:r>
              <a:rPr lang="en-US" dirty="0"/>
              <a:t>a requirements traceability </a:t>
            </a:r>
            <a:r>
              <a:rPr lang="en-US" dirty="0" smtClean="0"/>
              <a:t>matrix:</a:t>
            </a:r>
          </a:p>
          <a:p>
            <a:pPr lvl="1" algn="just"/>
            <a:r>
              <a:rPr lang="en-US" dirty="0" smtClean="0"/>
              <a:t>Requirements traceability matrix is helpful for confirming that all requirements are implemented and verified.</a:t>
            </a:r>
          </a:p>
          <a:p>
            <a:pPr lvl="1" algn="just"/>
            <a:r>
              <a:rPr lang="en-US" dirty="0" smtClean="0"/>
              <a:t>It’s also useful during maintenance when a requirement has to be modified.</a:t>
            </a:r>
          </a:p>
          <a:p>
            <a:pPr lvl="1" algn="just"/>
            <a:r>
              <a:rPr lang="en-US" dirty="0" smtClean="0"/>
              <a:t>Populate this matrix during development, not at the end.</a:t>
            </a:r>
          </a:p>
          <a:p>
            <a:pPr algn="just"/>
            <a:r>
              <a:rPr lang="en-US" dirty="0"/>
              <a:t>Use a requirements management </a:t>
            </a:r>
            <a:r>
              <a:rPr lang="en-US" dirty="0" smtClean="0"/>
              <a:t>tool:</a:t>
            </a:r>
          </a:p>
          <a:p>
            <a:pPr lvl="1" algn="just"/>
            <a:r>
              <a:rPr lang="en-US" dirty="0" smtClean="0"/>
              <a:t>Commercial requirements management tools let you store various types of requirements in a database.</a:t>
            </a:r>
          </a:p>
          <a:p>
            <a:pPr lvl="1" algn="just"/>
            <a:r>
              <a:rPr lang="en-US" dirty="0" smtClean="0"/>
              <a:t>This tool helps you implement and automate many of the other requirements management practices described in this section.</a:t>
            </a:r>
            <a:endParaRPr lang="en-US" dirty="0"/>
          </a:p>
        </p:txBody>
      </p:sp>
      <p:sp>
        <p:nvSpPr>
          <p:cNvPr id="2" name="Title 1"/>
          <p:cNvSpPr>
            <a:spLocks noGrp="1"/>
          </p:cNvSpPr>
          <p:nvPr>
            <p:ph type="title" idx="4294967295"/>
          </p:nvPr>
        </p:nvSpPr>
        <p:spPr>
          <a:xfrm>
            <a:off x="2721428" y="0"/>
            <a:ext cx="6422571" cy="1050925"/>
          </a:xfrm>
          <a:prstGeom prst="rect">
            <a:avLst/>
          </a:prstGeom>
        </p:spPr>
        <p:txBody>
          <a:bodyPr>
            <a:noAutofit/>
          </a:bodyPr>
          <a:lstStyle/>
          <a:p>
            <a:r>
              <a:rPr lang="en-US" sz="3200" dirty="0"/>
              <a:t> Requirements </a:t>
            </a:r>
            <a:r>
              <a:rPr lang="en-US" sz="3200" dirty="0" smtClean="0"/>
              <a:t>management</a:t>
            </a:r>
            <a:endParaRPr lang="en-US" sz="3200" dirty="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24</a:t>
            </a:fld>
            <a:endParaRPr lang="en-US"/>
          </a:p>
        </p:txBody>
      </p:sp>
    </p:spTree>
    <p:extLst>
      <p:ext uri="{BB962C8B-B14F-4D97-AF65-F5344CB8AC3E}">
        <p14:creationId xmlns:p14="http://schemas.microsoft.com/office/powerpoint/2010/main" val="946754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491" y="1191126"/>
            <a:ext cx="8746836" cy="5182130"/>
          </a:xfrm>
          <a:prstGeom prst="rect">
            <a:avLst/>
          </a:prstGeom>
        </p:spPr>
        <p:txBody>
          <a:bodyPr>
            <a:normAutofit fontScale="92500" lnSpcReduction="20000"/>
          </a:bodyPr>
          <a:lstStyle/>
          <a:p>
            <a:pPr marL="0" indent="0" algn="just">
              <a:buNone/>
            </a:pPr>
            <a:r>
              <a:rPr lang="en-US" dirty="0" smtClean="0"/>
              <a:t>Biz analysis is a specialized and challenging role, with its own body of knowledge. Training can increase the proficiency and comfort level of those who serve as analysts, but it can’t compensate for absent interpersonal skills or a lack of interest in the role.</a:t>
            </a:r>
          </a:p>
          <a:p>
            <a:pPr algn="just"/>
            <a:r>
              <a:rPr lang="en-US" dirty="0"/>
              <a:t>Train business </a:t>
            </a:r>
            <a:r>
              <a:rPr lang="en-US" dirty="0" smtClean="0"/>
              <a:t>analysts:</a:t>
            </a:r>
          </a:p>
          <a:p>
            <a:pPr lvl="1" algn="just"/>
            <a:r>
              <a:rPr lang="en-US" dirty="0" smtClean="0"/>
              <a:t>All team members who will perform BA tasks should be trained in requirements engineering.</a:t>
            </a:r>
          </a:p>
          <a:p>
            <a:pPr lvl="1" algn="just"/>
            <a:r>
              <a:rPr lang="en-US" dirty="0" smtClean="0"/>
              <a:t>That gives them a solid foundation on which to build through their own experiences and advanced training.</a:t>
            </a:r>
            <a:endParaRPr lang="en-US" dirty="0"/>
          </a:p>
          <a:p>
            <a:pPr algn="just"/>
            <a:r>
              <a:rPr lang="en-US" dirty="0" smtClean="0"/>
              <a:t>Educate </a:t>
            </a:r>
            <a:r>
              <a:rPr lang="en-US" dirty="0"/>
              <a:t>stakeholders about </a:t>
            </a:r>
            <a:r>
              <a:rPr lang="en-US" dirty="0" smtClean="0"/>
              <a:t>requirements</a:t>
            </a:r>
          </a:p>
          <a:p>
            <a:pPr lvl="1" algn="just"/>
            <a:r>
              <a:rPr lang="en-US" dirty="0" smtClean="0"/>
              <a:t>Users who will participate in SW development should receive one or two days of education about requirements so they understand terminology, key concepts and practices, and why this is such an important contributor to project success.</a:t>
            </a:r>
          </a:p>
        </p:txBody>
      </p:sp>
      <p:sp>
        <p:nvSpPr>
          <p:cNvPr id="2" name="Title 1"/>
          <p:cNvSpPr>
            <a:spLocks noGrp="1"/>
          </p:cNvSpPr>
          <p:nvPr>
            <p:ph type="title" idx="4294967295"/>
          </p:nvPr>
        </p:nvSpPr>
        <p:spPr>
          <a:xfrm>
            <a:off x="2841170" y="0"/>
            <a:ext cx="6302829" cy="1050925"/>
          </a:xfrm>
          <a:prstGeom prst="rect">
            <a:avLst/>
          </a:prstGeom>
        </p:spPr>
        <p:txBody>
          <a:bodyPr/>
          <a:lstStyle/>
          <a:p>
            <a:r>
              <a:rPr lang="en-US" sz="3200" dirty="0"/>
              <a:t> Knowledge</a:t>
            </a:r>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25</a:t>
            </a:fld>
            <a:endParaRPr lang="en-US"/>
          </a:p>
        </p:txBody>
      </p:sp>
    </p:spTree>
    <p:extLst>
      <p:ext uri="{BB962C8B-B14F-4D97-AF65-F5344CB8AC3E}">
        <p14:creationId xmlns:p14="http://schemas.microsoft.com/office/powerpoint/2010/main" val="2576603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491" y="1191126"/>
            <a:ext cx="8746836" cy="5182130"/>
          </a:xfrm>
          <a:prstGeom prst="rect">
            <a:avLst/>
          </a:prstGeom>
        </p:spPr>
        <p:txBody>
          <a:bodyPr>
            <a:normAutofit fontScale="92500"/>
          </a:bodyPr>
          <a:lstStyle/>
          <a:p>
            <a:pPr algn="just">
              <a:spcBef>
                <a:spcPts val="0"/>
              </a:spcBef>
            </a:pPr>
            <a:r>
              <a:rPr lang="en-US" dirty="0" smtClean="0"/>
              <a:t>Educate </a:t>
            </a:r>
            <a:r>
              <a:rPr lang="en-US" dirty="0"/>
              <a:t>developers about the application </a:t>
            </a:r>
            <a:r>
              <a:rPr lang="en-US" dirty="0" smtClean="0"/>
              <a:t>domain:</a:t>
            </a:r>
          </a:p>
          <a:p>
            <a:pPr lvl="1" algn="just">
              <a:spcBef>
                <a:spcPts val="0"/>
              </a:spcBef>
            </a:pPr>
            <a:r>
              <a:rPr lang="en-US" dirty="0" smtClean="0"/>
              <a:t>To give developers a basic understanding of the application domain, arrange a seminar on the customer’s biz activities, terminology, and objectives for the product being created. This can reduce confusion, miscommunication, and rework.</a:t>
            </a:r>
          </a:p>
          <a:p>
            <a:pPr algn="just">
              <a:spcBef>
                <a:spcPts val="0"/>
              </a:spcBef>
            </a:pPr>
            <a:r>
              <a:rPr lang="en-US" dirty="0"/>
              <a:t>Define a requirements engineering </a:t>
            </a:r>
            <a:r>
              <a:rPr lang="en-US" dirty="0" smtClean="0"/>
              <a:t>process:</a:t>
            </a:r>
          </a:p>
          <a:p>
            <a:pPr lvl="1" algn="just">
              <a:spcBef>
                <a:spcPts val="0"/>
              </a:spcBef>
            </a:pPr>
            <a:r>
              <a:rPr lang="en-US" dirty="0" smtClean="0"/>
              <a:t>Document steps your organization follows to elicit, analyze, specify, validate, and manage requirements. Providing guidance on how to perform the key steps will help analysts to a consistently good job.</a:t>
            </a:r>
          </a:p>
          <a:p>
            <a:pPr algn="just">
              <a:spcBef>
                <a:spcPts val="0"/>
              </a:spcBef>
            </a:pPr>
            <a:r>
              <a:rPr lang="en-US" dirty="0"/>
              <a:t>Create a </a:t>
            </a:r>
            <a:r>
              <a:rPr lang="en-US" dirty="0" smtClean="0"/>
              <a:t>glossary:</a:t>
            </a:r>
          </a:p>
          <a:p>
            <a:pPr lvl="1" algn="just">
              <a:spcBef>
                <a:spcPts val="0"/>
              </a:spcBef>
            </a:pPr>
            <a:r>
              <a:rPr lang="en-US" dirty="0" smtClean="0"/>
              <a:t>A glossary that defines specialized terms from the application domain will minimize misunderstandings. Include synonyms, acronyms or abbreviations, terms that can have multiple meanings, and terms that have both domain-specific and everyday meanings.</a:t>
            </a:r>
            <a:endParaRPr lang="en-US" dirty="0"/>
          </a:p>
        </p:txBody>
      </p:sp>
      <p:sp>
        <p:nvSpPr>
          <p:cNvPr id="2" name="Title 1"/>
          <p:cNvSpPr>
            <a:spLocks noGrp="1"/>
          </p:cNvSpPr>
          <p:nvPr>
            <p:ph type="title" idx="4294967295"/>
          </p:nvPr>
        </p:nvSpPr>
        <p:spPr>
          <a:xfrm>
            <a:off x="2841170" y="0"/>
            <a:ext cx="6302829" cy="1050925"/>
          </a:xfrm>
          <a:prstGeom prst="rect">
            <a:avLst/>
          </a:prstGeom>
        </p:spPr>
        <p:txBody>
          <a:bodyPr/>
          <a:lstStyle/>
          <a:p>
            <a:r>
              <a:rPr lang="en-US" sz="3200" dirty="0"/>
              <a:t> Knowledge</a:t>
            </a:r>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26</a:t>
            </a:fld>
            <a:endParaRPr lang="en-US"/>
          </a:p>
        </p:txBody>
      </p:sp>
    </p:spTree>
    <p:extLst>
      <p:ext uri="{BB962C8B-B14F-4D97-AF65-F5344CB8AC3E}">
        <p14:creationId xmlns:p14="http://schemas.microsoft.com/office/powerpoint/2010/main" val="3190816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283" y="1119231"/>
            <a:ext cx="8672945" cy="5165680"/>
          </a:xfrm>
          <a:prstGeom prst="rect">
            <a:avLst/>
          </a:prstGeom>
        </p:spPr>
        <p:txBody>
          <a:bodyPr>
            <a:normAutofit fontScale="92500" lnSpcReduction="20000"/>
          </a:bodyPr>
          <a:lstStyle/>
          <a:p>
            <a:pPr algn="just"/>
            <a:r>
              <a:rPr lang="en-US" dirty="0"/>
              <a:t>Select an appropriate software development life </a:t>
            </a:r>
            <a:r>
              <a:rPr lang="en-US" dirty="0" smtClean="0"/>
              <a:t>cycle:</a:t>
            </a:r>
          </a:p>
          <a:p>
            <a:pPr lvl="1" algn="just"/>
            <a:r>
              <a:rPr lang="en-US" dirty="0" smtClean="0"/>
              <a:t>Your organization should define several development life cycles that are appropriate for various types of projects and different degrees of requirements uncertainty. Each PM should select and adapt the life cycle that best suits her project.</a:t>
            </a:r>
          </a:p>
          <a:p>
            <a:pPr algn="just"/>
            <a:r>
              <a:rPr lang="en-US" dirty="0"/>
              <a:t>Plan requirements </a:t>
            </a:r>
            <a:r>
              <a:rPr lang="en-US" dirty="0" smtClean="0"/>
              <a:t>approach:</a:t>
            </a:r>
          </a:p>
          <a:p>
            <a:pPr lvl="1" algn="just"/>
            <a:r>
              <a:rPr lang="en-US" dirty="0" smtClean="0"/>
              <a:t>Each project team should plan how it will handle its requirements development and management activities. An elicitation plan helps ensure that you identify and obtain input from  appropriate stakeholders at the right stages of the project using the most appropriate techniques.</a:t>
            </a:r>
          </a:p>
          <a:p>
            <a:pPr algn="just"/>
            <a:r>
              <a:rPr lang="en-US" dirty="0"/>
              <a:t>Estimate requirements </a:t>
            </a:r>
            <a:r>
              <a:rPr lang="en-US" dirty="0" smtClean="0"/>
              <a:t>effort:</a:t>
            </a:r>
          </a:p>
          <a:p>
            <a:pPr lvl="1" algn="just"/>
            <a:r>
              <a:rPr lang="en-US" dirty="0" smtClean="0"/>
              <a:t> Stakeholders often want to know how long it’s going to take to develop the requirements for a project and what percentage of their total effort should be devoted </a:t>
            </a:r>
            <a:r>
              <a:rPr lang="en-US" sz="1900" dirty="0" smtClean="0"/>
              <a:t>(</a:t>
            </a:r>
            <a:r>
              <a:rPr lang="en-US" sz="1900" dirty="0" err="1" smtClean="0"/>
              <a:t>dành</a:t>
            </a:r>
            <a:r>
              <a:rPr lang="en-US" sz="1900" dirty="0" smtClean="0"/>
              <a:t> </a:t>
            </a:r>
            <a:r>
              <a:rPr lang="en-US" sz="1900" dirty="0" err="1" smtClean="0"/>
              <a:t>cho</a:t>
            </a:r>
            <a:r>
              <a:rPr lang="en-US" sz="1900" dirty="0" smtClean="0"/>
              <a:t>)</a:t>
            </a:r>
            <a:r>
              <a:rPr lang="en-US" dirty="0" smtClean="0"/>
              <a:t> to requirements development and management.</a:t>
            </a:r>
          </a:p>
        </p:txBody>
      </p:sp>
      <p:sp>
        <p:nvSpPr>
          <p:cNvPr id="2" name="Title 1"/>
          <p:cNvSpPr>
            <a:spLocks noGrp="1"/>
          </p:cNvSpPr>
          <p:nvPr>
            <p:ph type="title" idx="4294967295"/>
          </p:nvPr>
        </p:nvSpPr>
        <p:spPr>
          <a:xfrm>
            <a:off x="2797628" y="0"/>
            <a:ext cx="6346371" cy="1050925"/>
          </a:xfrm>
          <a:prstGeom prst="rect">
            <a:avLst/>
          </a:prstGeom>
        </p:spPr>
        <p:txBody>
          <a:bodyPr>
            <a:noAutofit/>
          </a:bodyPr>
          <a:lstStyle/>
          <a:p>
            <a:r>
              <a:rPr lang="en-US" sz="3200" dirty="0"/>
              <a:t> Project </a:t>
            </a:r>
            <a:r>
              <a:rPr lang="en-US" sz="3200" dirty="0" smtClean="0"/>
              <a:t>management</a:t>
            </a:r>
            <a:endParaRPr lang="en-US" sz="3200" dirty="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27</a:t>
            </a:fld>
            <a:endParaRPr lang="en-US"/>
          </a:p>
        </p:txBody>
      </p:sp>
    </p:spTree>
    <p:extLst>
      <p:ext uri="{BB962C8B-B14F-4D97-AF65-F5344CB8AC3E}">
        <p14:creationId xmlns:p14="http://schemas.microsoft.com/office/powerpoint/2010/main" val="3782999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283" y="1119231"/>
            <a:ext cx="8672945" cy="5165680"/>
          </a:xfrm>
          <a:prstGeom prst="rect">
            <a:avLst/>
          </a:prstGeom>
        </p:spPr>
        <p:txBody>
          <a:bodyPr>
            <a:normAutofit fontScale="92500" lnSpcReduction="20000"/>
          </a:bodyPr>
          <a:lstStyle/>
          <a:p>
            <a:pPr algn="just"/>
            <a:r>
              <a:rPr lang="en-US" dirty="0" smtClean="0"/>
              <a:t>Base </a:t>
            </a:r>
            <a:r>
              <a:rPr lang="en-US" dirty="0"/>
              <a:t>project plans on </a:t>
            </a:r>
            <a:r>
              <a:rPr lang="en-US" dirty="0" smtClean="0"/>
              <a:t>requirements:</a:t>
            </a:r>
          </a:p>
          <a:p>
            <a:pPr lvl="1" algn="just"/>
            <a:r>
              <a:rPr lang="en-US" dirty="0" smtClean="0"/>
              <a:t>Develop plans and schedules for your project iteratively as the scope and detailed requirements become clear. Begin by estimating the effort needed to develop the user requirements from the initial product vision and project scope.</a:t>
            </a:r>
          </a:p>
          <a:p>
            <a:pPr algn="just"/>
            <a:r>
              <a:rPr lang="en-US" dirty="0"/>
              <a:t>Identify requirements decision </a:t>
            </a:r>
            <a:r>
              <a:rPr lang="en-US" dirty="0" smtClean="0"/>
              <a:t>makers:</a:t>
            </a:r>
          </a:p>
          <a:p>
            <a:pPr lvl="1" algn="just"/>
            <a:r>
              <a:rPr lang="en-US" dirty="0" smtClean="0"/>
              <a:t>SW development involves making many decisions. Conflicting users inputs must be resolved, commercial package components must be selected, changes requests must be evaluated,… So we need to have decision makers.</a:t>
            </a:r>
          </a:p>
          <a:p>
            <a:pPr algn="just"/>
            <a:r>
              <a:rPr lang="en-US" dirty="0"/>
              <a:t>Renegotiate project commitments when requirements </a:t>
            </a:r>
            <a:r>
              <a:rPr lang="en-US" dirty="0" smtClean="0"/>
              <a:t>change:</a:t>
            </a:r>
          </a:p>
          <a:p>
            <a:pPr lvl="1" algn="just"/>
            <a:r>
              <a:rPr lang="en-US" dirty="0" smtClean="0"/>
              <a:t>A project team makes commitments to deliver specific set of requirements within a particular schedule and budget. If all changes impact to schedule, budget and scope of the project you need to renegotiate with stakeholders.</a:t>
            </a:r>
          </a:p>
        </p:txBody>
      </p:sp>
      <p:sp>
        <p:nvSpPr>
          <p:cNvPr id="2" name="Title 1"/>
          <p:cNvSpPr>
            <a:spLocks noGrp="1"/>
          </p:cNvSpPr>
          <p:nvPr>
            <p:ph type="title" idx="4294967295"/>
          </p:nvPr>
        </p:nvSpPr>
        <p:spPr>
          <a:xfrm>
            <a:off x="2797628" y="0"/>
            <a:ext cx="6346371" cy="1050925"/>
          </a:xfrm>
          <a:prstGeom prst="rect">
            <a:avLst/>
          </a:prstGeom>
        </p:spPr>
        <p:txBody>
          <a:bodyPr>
            <a:noAutofit/>
          </a:bodyPr>
          <a:lstStyle/>
          <a:p>
            <a:r>
              <a:rPr lang="en-US" sz="3200" dirty="0"/>
              <a:t> Project </a:t>
            </a:r>
            <a:r>
              <a:rPr lang="en-US" sz="3200" dirty="0" smtClean="0"/>
              <a:t>management</a:t>
            </a:r>
            <a:endParaRPr lang="en-US" sz="3200" dirty="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28</a:t>
            </a:fld>
            <a:endParaRPr lang="en-US"/>
          </a:p>
        </p:txBody>
      </p:sp>
    </p:spTree>
    <p:extLst>
      <p:ext uri="{BB962C8B-B14F-4D97-AF65-F5344CB8AC3E}">
        <p14:creationId xmlns:p14="http://schemas.microsoft.com/office/powerpoint/2010/main" val="31883139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283" y="1119231"/>
            <a:ext cx="8672945" cy="5165680"/>
          </a:xfrm>
          <a:prstGeom prst="rect">
            <a:avLst/>
          </a:prstGeom>
        </p:spPr>
        <p:txBody>
          <a:bodyPr>
            <a:normAutofit fontScale="92500"/>
          </a:bodyPr>
          <a:lstStyle/>
          <a:p>
            <a:pPr algn="just"/>
            <a:r>
              <a:rPr lang="en-US" dirty="0" smtClean="0"/>
              <a:t>Analyze</a:t>
            </a:r>
            <a:r>
              <a:rPr lang="en-US" dirty="0"/>
              <a:t>, document, and manage requirements-related </a:t>
            </a:r>
            <a:r>
              <a:rPr lang="en-US" dirty="0" smtClean="0"/>
              <a:t>risks:</a:t>
            </a:r>
          </a:p>
          <a:p>
            <a:pPr lvl="1" algn="just"/>
            <a:r>
              <a:rPr lang="en-US" dirty="0" smtClean="0"/>
              <a:t>Unanticipated events and conditions can be wreak havoc on </a:t>
            </a:r>
            <a:r>
              <a:rPr lang="en-US" sz="1900" dirty="0" smtClean="0"/>
              <a:t>(</a:t>
            </a:r>
            <a:r>
              <a:rPr lang="en-US" sz="1900" dirty="0" err="1" smtClean="0"/>
              <a:t>tàn</a:t>
            </a:r>
            <a:r>
              <a:rPr lang="en-US" sz="1900" dirty="0" smtClean="0"/>
              <a:t> </a:t>
            </a:r>
            <a:r>
              <a:rPr lang="en-US" sz="1900" dirty="0" err="1" smtClean="0"/>
              <a:t>phá</a:t>
            </a:r>
            <a:r>
              <a:rPr lang="en-US" sz="1900" dirty="0" smtClean="0"/>
              <a:t>)</a:t>
            </a:r>
            <a:r>
              <a:rPr lang="en-US" dirty="0" smtClean="0"/>
              <a:t> an unprepared project. Identify and document risks related to requirements as part of the project’s risk-management activities.</a:t>
            </a:r>
          </a:p>
          <a:p>
            <a:pPr algn="just"/>
            <a:r>
              <a:rPr lang="en-US" dirty="0"/>
              <a:t>Track the effort spent on </a:t>
            </a:r>
            <a:r>
              <a:rPr lang="en-US" dirty="0" smtClean="0"/>
              <a:t>requirements:</a:t>
            </a:r>
          </a:p>
          <a:p>
            <a:pPr lvl="1" algn="just"/>
            <a:r>
              <a:rPr lang="en-US" dirty="0" smtClean="0"/>
              <a:t>To improve your ability to estimate the resources needed for requirements work on future projects, record the effort your team expends on requirements development and management activities.</a:t>
            </a:r>
          </a:p>
          <a:p>
            <a:pPr algn="just"/>
            <a:r>
              <a:rPr lang="en-US" dirty="0"/>
              <a:t>Review lessons learned regarding requirements on other </a:t>
            </a:r>
            <a:r>
              <a:rPr lang="en-US" dirty="0" smtClean="0"/>
              <a:t>projects:</a:t>
            </a:r>
          </a:p>
          <a:p>
            <a:pPr lvl="1" algn="just"/>
            <a:r>
              <a:rPr lang="en-US" dirty="0" smtClean="0"/>
              <a:t>A learning organization conducts periodic retrospective </a:t>
            </a:r>
            <a:r>
              <a:rPr lang="en-US" sz="1900" dirty="0" smtClean="0"/>
              <a:t>(</a:t>
            </a:r>
            <a:r>
              <a:rPr lang="en-US" sz="1900" dirty="0" err="1" smtClean="0"/>
              <a:t>nhìn</a:t>
            </a:r>
            <a:r>
              <a:rPr lang="en-US" sz="1900" dirty="0" smtClean="0"/>
              <a:t> </a:t>
            </a:r>
            <a:r>
              <a:rPr lang="en-US" sz="1900" dirty="0" err="1" smtClean="0"/>
              <a:t>lại</a:t>
            </a:r>
            <a:r>
              <a:rPr lang="en-US" sz="1900" dirty="0" smtClean="0"/>
              <a:t>) </a:t>
            </a:r>
            <a:r>
              <a:rPr lang="en-US" dirty="0" smtClean="0"/>
              <a:t>to collect lessons learned from completed projects for from earlier iterations of current project.</a:t>
            </a:r>
            <a:endParaRPr lang="en-US" dirty="0"/>
          </a:p>
        </p:txBody>
      </p:sp>
      <p:sp>
        <p:nvSpPr>
          <p:cNvPr id="2" name="Title 1"/>
          <p:cNvSpPr>
            <a:spLocks noGrp="1"/>
          </p:cNvSpPr>
          <p:nvPr>
            <p:ph type="title" idx="4294967295"/>
          </p:nvPr>
        </p:nvSpPr>
        <p:spPr>
          <a:xfrm>
            <a:off x="2797628" y="0"/>
            <a:ext cx="6346371" cy="1050925"/>
          </a:xfrm>
          <a:prstGeom prst="rect">
            <a:avLst/>
          </a:prstGeom>
        </p:spPr>
        <p:txBody>
          <a:bodyPr>
            <a:noAutofit/>
          </a:bodyPr>
          <a:lstStyle/>
          <a:p>
            <a:r>
              <a:rPr lang="en-US" sz="3200" dirty="0"/>
              <a:t> Project </a:t>
            </a:r>
            <a:r>
              <a:rPr lang="en-US" sz="3200" dirty="0" smtClean="0"/>
              <a:t>management</a:t>
            </a:r>
            <a:endParaRPr lang="en-US" sz="3200" dirty="0"/>
          </a:p>
        </p:txBody>
      </p:sp>
      <p:sp>
        <p:nvSpPr>
          <p:cNvPr id="4" name="Footer Placeholder 3"/>
          <p:cNvSpPr>
            <a:spLocks noGrp="1"/>
          </p:cNvSpPr>
          <p:nvPr>
            <p:ph type="ftr" sz="quarter" idx="11"/>
          </p:nvPr>
        </p:nvSpPr>
        <p:spPr/>
        <p:txBody>
          <a:bodyPr/>
          <a:lstStyle/>
          <a:p>
            <a:r>
              <a:rPr lang="en-US" smtClean="0"/>
              <a:t>Requirements engineering for good practices_BayHV</a:t>
            </a:r>
            <a:endParaRPr lang="en-US"/>
          </a:p>
        </p:txBody>
      </p:sp>
      <p:sp>
        <p:nvSpPr>
          <p:cNvPr id="5" name="Slide Number Placeholder 4"/>
          <p:cNvSpPr>
            <a:spLocks noGrp="1"/>
          </p:cNvSpPr>
          <p:nvPr>
            <p:ph type="sldNum" sz="quarter" idx="12"/>
          </p:nvPr>
        </p:nvSpPr>
        <p:spPr/>
        <p:txBody>
          <a:bodyPr/>
          <a:lstStyle/>
          <a:p>
            <a:fld id="{015B7635-705B-4E6E-A9E8-FF9E1B845D49}" type="slidenum">
              <a:rPr lang="en-US" smtClean="0"/>
              <a:t>29</a:t>
            </a:fld>
            <a:endParaRPr lang="en-US"/>
          </a:p>
        </p:txBody>
      </p:sp>
    </p:spTree>
    <p:extLst>
      <p:ext uri="{BB962C8B-B14F-4D97-AF65-F5344CB8AC3E}">
        <p14:creationId xmlns:p14="http://schemas.microsoft.com/office/powerpoint/2010/main" val="735818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a:t>
            </a:r>
            <a:r>
              <a:rPr lang="en-US" sz="3200" dirty="0" smtClean="0"/>
              <a:t>3</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30</a:t>
            </a:fld>
            <a:endParaRPr lang="en-US" dirty="0"/>
          </a:p>
        </p:txBody>
      </p:sp>
      <p:graphicFrame>
        <p:nvGraphicFramePr>
          <p:cNvPr id="7" name="Content Placeholder 6"/>
          <p:cNvGraphicFramePr>
            <a:graphicFrameLocks noGrp="1"/>
          </p:cNvGraphicFramePr>
          <p:nvPr>
            <p:ph idx="1"/>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08799281"/>
      </p:ext>
    </p:extLst>
  </p:cSld>
  <p:clrMapOvr>
    <a:masterClrMapping/>
  </p:clrMapOvr>
  <p:transition>
    <p:split orient="ver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smtClean="0"/>
              <a:t>Requirements engineering for good practices_BayHV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31</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1846585851"/>
      </p:ext>
    </p:extLst>
  </p:cSld>
  <p:clrMapOvr>
    <a:masterClrMapping/>
  </p:clrMapOvr>
  <p:transition>
    <p:split orient="vert"/>
  </p:transition>
  <p:timing>
    <p:tnLst>
      <p:par>
        <p:cTn id="1" dur="indefinite" restart="never" nodeType="tmRoot"/>
      </p:par>
    </p:tnLst>
  </p:timing>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3506</TotalTime>
  <Words>4852</Words>
  <Application>Microsoft Office PowerPoint</Application>
  <PresentationFormat>On-screen Show (4:3)</PresentationFormat>
  <Paragraphs>365</Paragraphs>
  <Slides>31</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Myriad Pro</vt:lpstr>
      <vt:lpstr>Tahoma</vt:lpstr>
      <vt:lpstr>1_template</vt:lpstr>
      <vt:lpstr>CHAPTER 3   Requirements engineering good practices </vt:lpstr>
      <vt:lpstr>Review chapter 2</vt:lpstr>
      <vt:lpstr>Objectives</vt:lpstr>
      <vt:lpstr>Contents</vt:lpstr>
      <vt:lpstr>Requirements engineering  good practices</vt:lpstr>
      <vt:lpstr> </vt:lpstr>
      <vt:lpstr>A requirements development process framework</vt:lpstr>
      <vt:lpstr>A representative requirements development process</vt:lpstr>
      <vt:lpstr> Requirements elicitation</vt:lpstr>
      <vt:lpstr> Requirements elicitation</vt:lpstr>
      <vt:lpstr> Requirements elicitation</vt:lpstr>
      <vt:lpstr> Requirements elicitation</vt:lpstr>
      <vt:lpstr> Requirements analysis </vt:lpstr>
      <vt:lpstr> Requirements analysis</vt:lpstr>
      <vt:lpstr> Requirements analysis </vt:lpstr>
      <vt:lpstr> Requirements analysis </vt:lpstr>
      <vt:lpstr> Requirements specification </vt:lpstr>
      <vt:lpstr> Requirements specification </vt:lpstr>
      <vt:lpstr> Requirements validation </vt:lpstr>
      <vt:lpstr> Requirements validation </vt:lpstr>
      <vt:lpstr> Requirements management</vt:lpstr>
      <vt:lpstr> Requirements management</vt:lpstr>
      <vt:lpstr> Requirements management</vt:lpstr>
      <vt:lpstr> Requirements management</vt:lpstr>
      <vt:lpstr> Knowledge</vt:lpstr>
      <vt:lpstr> Knowledge</vt:lpstr>
      <vt:lpstr> Project management</vt:lpstr>
      <vt:lpstr> Project management</vt:lpstr>
      <vt:lpstr> Project management</vt:lpstr>
      <vt:lpstr>Review chapter 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Requirements engineering good practices</dc:title>
  <dc:creator>Huong</dc:creator>
  <cp:lastModifiedBy>Huynh Bay</cp:lastModifiedBy>
  <cp:revision>144</cp:revision>
  <dcterms:created xsi:type="dcterms:W3CDTF">2018-04-23T08:23:48Z</dcterms:created>
  <dcterms:modified xsi:type="dcterms:W3CDTF">2020-02-14T04:19:46Z</dcterms:modified>
</cp:coreProperties>
</file>