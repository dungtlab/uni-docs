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28"/>
  </p:notesMasterIdLst>
  <p:sldIdLst>
    <p:sldId id="257" r:id="rId2"/>
    <p:sldId id="281" r:id="rId3"/>
    <p:sldId id="258" r:id="rId4"/>
    <p:sldId id="259" r:id="rId5"/>
    <p:sldId id="260" r:id="rId6"/>
    <p:sldId id="261" r:id="rId7"/>
    <p:sldId id="277" r:id="rId8"/>
    <p:sldId id="262" r:id="rId9"/>
    <p:sldId id="278" r:id="rId10"/>
    <p:sldId id="279" r:id="rId11"/>
    <p:sldId id="263" r:id="rId12"/>
    <p:sldId id="264" r:id="rId13"/>
    <p:sldId id="265" r:id="rId14"/>
    <p:sldId id="266" r:id="rId15"/>
    <p:sldId id="267" r:id="rId16"/>
    <p:sldId id="280" r:id="rId17"/>
    <p:sldId id="268" r:id="rId18"/>
    <p:sldId id="269" r:id="rId19"/>
    <p:sldId id="270" r:id="rId20"/>
    <p:sldId id="271" r:id="rId21"/>
    <p:sldId id="272" r:id="rId22"/>
    <p:sldId id="273" r:id="rId23"/>
    <p:sldId id="274" r:id="rId24"/>
    <p:sldId id="275" r:id="rId25"/>
    <p:sldId id="282" r:id="rId26"/>
    <p:sldId id="276"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273" autoAdjust="0"/>
  </p:normalViewPr>
  <p:slideViewPr>
    <p:cSldViewPr snapToGrid="0">
      <p:cViewPr varScale="1">
        <p:scale>
          <a:sx n="68" d="100"/>
          <a:sy n="68" d="100"/>
        </p:scale>
        <p:origin x="144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a:t>
          </a:r>
          <a:r>
            <a:rPr lang="en-US" sz="1600" dirty="0" smtClean="0"/>
            <a:t>11: Write excellent requirements.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Characteristics of </a:t>
          </a:r>
          <a:r>
            <a:rPr lang="en-US" sz="1600" dirty="0" err="1" smtClean="0"/>
            <a:t>reqs</a:t>
          </a:r>
          <a:r>
            <a:rPr lang="en-US" sz="1600" dirty="0" smtClean="0"/>
            <a:t>. collections</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Characteristics of excellent </a:t>
          </a:r>
          <a:r>
            <a:rPr lang="en-US" sz="1600" dirty="0" err="1" smtClean="0"/>
            <a:t>reqs</a:t>
          </a:r>
          <a:r>
            <a:rPr lang="en-US" sz="1600" dirty="0" smtClean="0"/>
            <a:t>. </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B8979EE1-0B76-49DF-94CB-E21FB2BFFE93}">
      <dgm:prSet phldrT="[Text]" custT="1"/>
      <dgm:spPr/>
      <dgm:t>
        <a:bodyPr/>
        <a:lstStyle/>
        <a:p>
          <a:r>
            <a:rPr lang="en-US" sz="1600" dirty="0" smtClean="0"/>
            <a:t>Guidelines for writing </a:t>
          </a:r>
          <a:r>
            <a:rPr lang="en-US" sz="1600" dirty="0" err="1" smtClean="0"/>
            <a:t>reqs</a:t>
          </a:r>
          <a:r>
            <a:rPr lang="en-US" sz="1600" dirty="0" smtClean="0"/>
            <a:t>.</a:t>
          </a:r>
          <a:endParaRPr lang="en-US" sz="1600" dirty="0"/>
        </a:p>
      </dgm:t>
    </dgm:pt>
    <dgm:pt modelId="{465E99B4-164C-4BAE-9F07-11FC02BDF1C0}" type="parTrans" cxnId="{9DABB44F-B42B-443F-9E2F-FFD3DF781252}">
      <dgm:prSet/>
      <dgm:spPr/>
      <dgm:t>
        <a:bodyPr/>
        <a:lstStyle/>
        <a:p>
          <a:endParaRPr lang="en-US"/>
        </a:p>
      </dgm:t>
    </dgm:pt>
    <dgm:pt modelId="{A52399AA-C95C-41D6-976A-0B5DE871750C}" type="sibTrans" cxnId="{9DABB44F-B42B-443F-9E2F-FFD3DF781252}">
      <dgm:prSet/>
      <dgm:spPr/>
      <dgm:t>
        <a:bodyPr/>
        <a:lstStyle/>
        <a:p>
          <a:endParaRPr lang="en-US"/>
        </a:p>
      </dgm:t>
    </dgm:pt>
    <dgm:pt modelId="{5323ECFE-A439-43DD-86F5-E223F3FF1605}">
      <dgm:prSet phldrT="[Text]" custT="1"/>
      <dgm:spPr/>
      <dgm:t>
        <a:bodyPr/>
        <a:lstStyle/>
        <a:p>
          <a:r>
            <a:rPr lang="en-US" sz="1600" dirty="0" smtClean="0"/>
            <a:t>Complete</a:t>
          </a:r>
          <a:endParaRPr lang="en-US" sz="1600" dirty="0"/>
        </a:p>
      </dgm:t>
    </dgm:pt>
    <dgm:pt modelId="{8669EFF5-36FB-4F26-9073-0BC5CE3F32DD}" type="parTrans" cxnId="{8F71BDBE-4454-420F-AAF0-44167AEE4AE3}">
      <dgm:prSet/>
      <dgm:spPr/>
      <dgm:t>
        <a:bodyPr/>
        <a:lstStyle/>
        <a:p>
          <a:endParaRPr lang="en-US"/>
        </a:p>
      </dgm:t>
    </dgm:pt>
    <dgm:pt modelId="{493CCD4C-09F5-46EC-9CE6-108D35518D99}" type="sibTrans" cxnId="{8F71BDBE-4454-420F-AAF0-44167AEE4AE3}">
      <dgm:prSet/>
      <dgm:spPr/>
      <dgm:t>
        <a:bodyPr/>
        <a:lstStyle/>
        <a:p>
          <a:endParaRPr lang="en-US"/>
        </a:p>
      </dgm:t>
    </dgm:pt>
    <dgm:pt modelId="{AB4314F9-89EF-40CA-9D22-A5DD2F943D02}">
      <dgm:prSet phldrT="[Text]" custT="1"/>
      <dgm:spPr/>
      <dgm:t>
        <a:bodyPr/>
        <a:lstStyle/>
        <a:p>
          <a:r>
            <a:rPr lang="en-US" sz="1600" dirty="0" smtClean="0"/>
            <a:t>Complete</a:t>
          </a:r>
          <a:endParaRPr lang="en-US" sz="1600" dirty="0"/>
        </a:p>
      </dgm:t>
    </dgm:pt>
    <dgm:pt modelId="{CCE38E12-1726-4E98-BBB8-2D82FEE04A40}" type="parTrans" cxnId="{C6DAC0A7-0EC4-4E28-8677-79E67A341141}">
      <dgm:prSet/>
      <dgm:spPr/>
      <dgm:t>
        <a:bodyPr/>
        <a:lstStyle/>
        <a:p>
          <a:endParaRPr lang="en-US"/>
        </a:p>
      </dgm:t>
    </dgm:pt>
    <dgm:pt modelId="{8B5C1FCE-3534-4E23-96E1-1CB9F05D0486}" type="sibTrans" cxnId="{C6DAC0A7-0EC4-4E28-8677-79E67A341141}">
      <dgm:prSet/>
      <dgm:spPr/>
      <dgm:t>
        <a:bodyPr/>
        <a:lstStyle/>
        <a:p>
          <a:endParaRPr lang="en-US"/>
        </a:p>
      </dgm:t>
    </dgm:pt>
    <dgm:pt modelId="{906448A4-7E12-440B-87AF-E8F2EA1217BC}">
      <dgm:prSet phldrT="[Text]" custT="1"/>
      <dgm:spPr/>
      <dgm:t>
        <a:bodyPr/>
        <a:lstStyle/>
        <a:p>
          <a:r>
            <a:rPr lang="en-US" sz="1600" dirty="0" smtClean="0"/>
            <a:t>Correct</a:t>
          </a:r>
          <a:endParaRPr lang="en-US" sz="1600" dirty="0"/>
        </a:p>
      </dgm:t>
    </dgm:pt>
    <dgm:pt modelId="{826F0C0B-927E-47D1-AC5E-AB52109C7EEB}" type="parTrans" cxnId="{FD0CF03D-E447-4E0A-857A-47EDD9145855}">
      <dgm:prSet/>
      <dgm:spPr/>
      <dgm:t>
        <a:bodyPr/>
        <a:lstStyle/>
        <a:p>
          <a:endParaRPr lang="en-US"/>
        </a:p>
      </dgm:t>
    </dgm:pt>
    <dgm:pt modelId="{37134239-8514-4CF0-BB8E-4E6FE2177D27}" type="sibTrans" cxnId="{FD0CF03D-E447-4E0A-857A-47EDD9145855}">
      <dgm:prSet/>
      <dgm:spPr/>
      <dgm:t>
        <a:bodyPr/>
        <a:lstStyle/>
        <a:p>
          <a:endParaRPr lang="en-US"/>
        </a:p>
      </dgm:t>
    </dgm:pt>
    <dgm:pt modelId="{3CE03E00-7020-4ACC-93F6-2A3B92BAB89B}">
      <dgm:prSet phldrT="[Text]" custT="1"/>
      <dgm:spPr/>
      <dgm:t>
        <a:bodyPr/>
        <a:lstStyle/>
        <a:p>
          <a:r>
            <a:rPr lang="en-US" sz="1600" dirty="0" smtClean="0"/>
            <a:t>Feasible</a:t>
          </a:r>
          <a:endParaRPr lang="en-US" sz="1600" dirty="0"/>
        </a:p>
      </dgm:t>
    </dgm:pt>
    <dgm:pt modelId="{41A69999-71D9-4ADF-B831-74E20BD4C1D9}" type="parTrans" cxnId="{2F1A8ECB-B2ED-426D-A2C1-DE5070DFCB4F}">
      <dgm:prSet/>
      <dgm:spPr/>
      <dgm:t>
        <a:bodyPr/>
        <a:lstStyle/>
        <a:p>
          <a:endParaRPr lang="en-US"/>
        </a:p>
      </dgm:t>
    </dgm:pt>
    <dgm:pt modelId="{ED2F577B-0CFA-4A39-8C7D-90C4587A0752}" type="sibTrans" cxnId="{2F1A8ECB-B2ED-426D-A2C1-DE5070DFCB4F}">
      <dgm:prSet/>
      <dgm:spPr/>
      <dgm:t>
        <a:bodyPr/>
        <a:lstStyle/>
        <a:p>
          <a:endParaRPr lang="en-US"/>
        </a:p>
      </dgm:t>
    </dgm:pt>
    <dgm:pt modelId="{D5FF91A9-BC63-4A85-BBF2-F586033F5360}">
      <dgm:prSet phldrT="[Text]" custT="1"/>
      <dgm:spPr/>
      <dgm:t>
        <a:bodyPr/>
        <a:lstStyle/>
        <a:p>
          <a:r>
            <a:rPr lang="en-US" sz="1600" dirty="0" smtClean="0"/>
            <a:t>Necessary</a:t>
          </a:r>
          <a:endParaRPr lang="en-US" sz="1600" dirty="0"/>
        </a:p>
      </dgm:t>
    </dgm:pt>
    <dgm:pt modelId="{F8E1DE71-A4A5-41FF-8BE9-E9A8E1884570}" type="parTrans" cxnId="{31487898-4370-4758-9190-D708027E1F4C}">
      <dgm:prSet/>
      <dgm:spPr/>
      <dgm:t>
        <a:bodyPr/>
        <a:lstStyle/>
        <a:p>
          <a:endParaRPr lang="en-US"/>
        </a:p>
      </dgm:t>
    </dgm:pt>
    <dgm:pt modelId="{749C2BB5-A586-4F7B-A576-872C0C318F0A}" type="sibTrans" cxnId="{31487898-4370-4758-9190-D708027E1F4C}">
      <dgm:prSet/>
      <dgm:spPr/>
      <dgm:t>
        <a:bodyPr/>
        <a:lstStyle/>
        <a:p>
          <a:endParaRPr lang="en-US"/>
        </a:p>
      </dgm:t>
    </dgm:pt>
    <dgm:pt modelId="{64531C03-ED99-47FF-B2B2-EBEB41B040F7}">
      <dgm:prSet phldrT="[Text]" custT="1"/>
      <dgm:spPr/>
      <dgm:t>
        <a:bodyPr/>
        <a:lstStyle/>
        <a:p>
          <a:r>
            <a:rPr lang="en-US" sz="1600" dirty="0" smtClean="0"/>
            <a:t>Prioritized</a:t>
          </a:r>
          <a:endParaRPr lang="en-US" sz="1600" dirty="0"/>
        </a:p>
      </dgm:t>
    </dgm:pt>
    <dgm:pt modelId="{2CE2E0E3-3D6C-4566-940C-2D38C0486DC6}" type="parTrans" cxnId="{FA4130B7-CDBF-4F88-A466-8184793A0405}">
      <dgm:prSet/>
      <dgm:spPr/>
      <dgm:t>
        <a:bodyPr/>
        <a:lstStyle/>
        <a:p>
          <a:endParaRPr lang="en-US"/>
        </a:p>
      </dgm:t>
    </dgm:pt>
    <dgm:pt modelId="{658B43C6-414F-4475-987E-3A725FC6B66A}" type="sibTrans" cxnId="{FA4130B7-CDBF-4F88-A466-8184793A0405}">
      <dgm:prSet/>
      <dgm:spPr/>
      <dgm:t>
        <a:bodyPr/>
        <a:lstStyle/>
        <a:p>
          <a:endParaRPr lang="en-US"/>
        </a:p>
      </dgm:t>
    </dgm:pt>
    <dgm:pt modelId="{7CE26A5C-460F-4AA1-9D0F-D7A7C144ED98}">
      <dgm:prSet phldrT="[Text]" custT="1"/>
      <dgm:spPr/>
      <dgm:t>
        <a:bodyPr/>
        <a:lstStyle/>
        <a:p>
          <a:r>
            <a:rPr lang="en-US" sz="1600" dirty="0" smtClean="0"/>
            <a:t>Unambiguous</a:t>
          </a:r>
          <a:endParaRPr lang="en-US" sz="1600" dirty="0"/>
        </a:p>
      </dgm:t>
    </dgm:pt>
    <dgm:pt modelId="{74B2FC00-B400-4B56-847E-D22D46A236CB}" type="parTrans" cxnId="{357EDFCC-7F42-4751-B530-0D1E457DE5F4}">
      <dgm:prSet/>
      <dgm:spPr/>
      <dgm:t>
        <a:bodyPr/>
        <a:lstStyle/>
        <a:p>
          <a:endParaRPr lang="en-US"/>
        </a:p>
      </dgm:t>
    </dgm:pt>
    <dgm:pt modelId="{CF898098-FEB6-477D-B045-9D365C706A30}" type="sibTrans" cxnId="{357EDFCC-7F42-4751-B530-0D1E457DE5F4}">
      <dgm:prSet/>
      <dgm:spPr/>
      <dgm:t>
        <a:bodyPr/>
        <a:lstStyle/>
        <a:p>
          <a:endParaRPr lang="en-US"/>
        </a:p>
      </dgm:t>
    </dgm:pt>
    <dgm:pt modelId="{00523DF2-D7FE-4162-B728-06CC71732650}">
      <dgm:prSet phldrT="[Text]" custT="1"/>
      <dgm:spPr/>
      <dgm:t>
        <a:bodyPr/>
        <a:lstStyle/>
        <a:p>
          <a:r>
            <a:rPr lang="en-US" sz="1600" dirty="0" smtClean="0"/>
            <a:t>Verifiable</a:t>
          </a:r>
          <a:endParaRPr lang="en-US" sz="1600" dirty="0"/>
        </a:p>
      </dgm:t>
    </dgm:pt>
    <dgm:pt modelId="{7BDCCC7F-C5C4-43DC-AF67-41272542EECF}" type="parTrans" cxnId="{FF0C01CE-9983-445B-ADB2-7A664A527960}">
      <dgm:prSet/>
      <dgm:spPr/>
      <dgm:t>
        <a:bodyPr/>
        <a:lstStyle/>
        <a:p>
          <a:endParaRPr lang="en-US"/>
        </a:p>
      </dgm:t>
    </dgm:pt>
    <dgm:pt modelId="{05476AEB-9C4B-4ECA-BC45-7F89D01B4BC8}" type="sibTrans" cxnId="{FF0C01CE-9983-445B-ADB2-7A664A527960}">
      <dgm:prSet/>
      <dgm:spPr/>
      <dgm:t>
        <a:bodyPr/>
        <a:lstStyle/>
        <a:p>
          <a:endParaRPr lang="en-US"/>
        </a:p>
      </dgm:t>
    </dgm:pt>
    <dgm:pt modelId="{F78B36B6-C3F9-4439-A200-1AEB0E0DBAA9}">
      <dgm:prSet phldrT="[Text]" custT="1"/>
      <dgm:spPr/>
      <dgm:t>
        <a:bodyPr/>
        <a:lstStyle/>
        <a:p>
          <a:r>
            <a:rPr lang="en-US" sz="1600" dirty="0" smtClean="0"/>
            <a:t>Consistent</a:t>
          </a:r>
          <a:endParaRPr lang="en-US" sz="1600" dirty="0"/>
        </a:p>
      </dgm:t>
    </dgm:pt>
    <dgm:pt modelId="{7F2C9D47-5FAA-41C1-87C8-1CB5814445D1}" type="parTrans" cxnId="{90329A16-AD36-4921-B09D-CF60F0B13B8B}">
      <dgm:prSet/>
      <dgm:spPr/>
      <dgm:t>
        <a:bodyPr/>
        <a:lstStyle/>
        <a:p>
          <a:endParaRPr lang="en-US"/>
        </a:p>
      </dgm:t>
    </dgm:pt>
    <dgm:pt modelId="{92CD20BA-43B2-4F9C-8BD6-CA823CF89FE0}" type="sibTrans" cxnId="{90329A16-AD36-4921-B09D-CF60F0B13B8B}">
      <dgm:prSet/>
      <dgm:spPr/>
      <dgm:t>
        <a:bodyPr/>
        <a:lstStyle/>
        <a:p>
          <a:endParaRPr lang="en-US"/>
        </a:p>
      </dgm:t>
    </dgm:pt>
    <dgm:pt modelId="{3AA17282-1753-4B63-97CE-DDD6874FD59A}">
      <dgm:prSet phldrT="[Text]" custT="1"/>
      <dgm:spPr/>
      <dgm:t>
        <a:bodyPr/>
        <a:lstStyle/>
        <a:p>
          <a:r>
            <a:rPr lang="en-US" sz="1600" dirty="0" smtClean="0"/>
            <a:t>Modifiable</a:t>
          </a:r>
          <a:endParaRPr lang="en-US" sz="1600" dirty="0"/>
        </a:p>
      </dgm:t>
    </dgm:pt>
    <dgm:pt modelId="{BC1FE7BA-4D83-4CBC-84C2-9F6A9F230255}" type="parTrans" cxnId="{3AE305AA-2FC9-4984-8146-4C936C59C35B}">
      <dgm:prSet/>
      <dgm:spPr/>
      <dgm:t>
        <a:bodyPr/>
        <a:lstStyle/>
        <a:p>
          <a:endParaRPr lang="en-US"/>
        </a:p>
      </dgm:t>
    </dgm:pt>
    <dgm:pt modelId="{BB320FFB-31CC-48BC-84E1-8210F1C6503C}" type="sibTrans" cxnId="{3AE305AA-2FC9-4984-8146-4C936C59C35B}">
      <dgm:prSet/>
      <dgm:spPr/>
      <dgm:t>
        <a:bodyPr/>
        <a:lstStyle/>
        <a:p>
          <a:endParaRPr lang="en-US"/>
        </a:p>
      </dgm:t>
    </dgm:pt>
    <dgm:pt modelId="{39B0BB3B-4661-4636-A021-B8FD83617152}">
      <dgm:prSet phldrT="[Text]" custT="1"/>
      <dgm:spPr/>
      <dgm:t>
        <a:bodyPr/>
        <a:lstStyle/>
        <a:p>
          <a:r>
            <a:rPr lang="en-US" sz="1600" dirty="0" smtClean="0"/>
            <a:t>Traceable</a:t>
          </a:r>
          <a:endParaRPr lang="en-US" sz="1600" dirty="0"/>
        </a:p>
      </dgm:t>
    </dgm:pt>
    <dgm:pt modelId="{B3BA5601-C616-4CB8-8621-3A6F2446ECD1}" type="parTrans" cxnId="{B943DC54-87D9-49E6-8DBC-E7738D6E7B9B}">
      <dgm:prSet/>
      <dgm:spPr/>
      <dgm:t>
        <a:bodyPr/>
        <a:lstStyle/>
        <a:p>
          <a:endParaRPr lang="en-US"/>
        </a:p>
      </dgm:t>
    </dgm:pt>
    <dgm:pt modelId="{7CABD03F-8520-4738-8E66-0AE43336A040}" type="sibTrans" cxnId="{B943DC54-87D9-49E6-8DBC-E7738D6E7B9B}">
      <dgm:prSet/>
      <dgm:spPr/>
      <dgm:t>
        <a:bodyPr/>
        <a:lstStyle/>
        <a:p>
          <a:endParaRPr lang="en-US"/>
        </a:p>
      </dgm:t>
    </dgm:pt>
    <dgm:pt modelId="{6078D879-48D1-4867-860F-27AA716F7E13}">
      <dgm:prSet phldrT="[Text]" custT="1"/>
      <dgm:spPr/>
      <dgm:t>
        <a:bodyPr/>
        <a:lstStyle/>
        <a:p>
          <a:r>
            <a:rPr lang="en-US" sz="1600" dirty="0" smtClean="0"/>
            <a:t>Clarity and conciseness</a:t>
          </a:r>
          <a:endParaRPr lang="en-US" sz="1600" dirty="0"/>
        </a:p>
      </dgm:t>
    </dgm:pt>
    <dgm:pt modelId="{D6635552-370C-4FD5-A4C4-A1F4527638C8}" type="parTrans" cxnId="{A7D3D15F-A10B-4348-95EA-1AE6A20A3809}">
      <dgm:prSet/>
      <dgm:spPr/>
      <dgm:t>
        <a:bodyPr/>
        <a:lstStyle/>
        <a:p>
          <a:endParaRPr lang="en-US"/>
        </a:p>
      </dgm:t>
    </dgm:pt>
    <dgm:pt modelId="{8DDCDB5C-173E-4BFC-9E6F-EA74DF597B03}" type="sibTrans" cxnId="{A7D3D15F-A10B-4348-95EA-1AE6A20A3809}">
      <dgm:prSet/>
      <dgm:spPr/>
      <dgm:t>
        <a:bodyPr/>
        <a:lstStyle/>
        <a:p>
          <a:endParaRPr lang="en-US"/>
        </a:p>
      </dgm:t>
    </dgm:pt>
    <dgm:pt modelId="{1F4BF269-9776-4FDE-836B-1BFD1FFFEB55}">
      <dgm:prSet phldrT="[Text]" custT="1"/>
      <dgm:spPr/>
      <dgm:t>
        <a:bodyPr/>
        <a:lstStyle/>
        <a:p>
          <a:r>
            <a:rPr lang="en-US" sz="1600" dirty="0" smtClean="0"/>
            <a:t>The keyword “shall”: </a:t>
          </a:r>
          <a:endParaRPr lang="en-US" sz="1600" dirty="0"/>
        </a:p>
      </dgm:t>
    </dgm:pt>
    <dgm:pt modelId="{C3DCF165-BA56-4235-91CF-93C2156C5C2D}" type="parTrans" cxnId="{E57A7F8F-DC04-4DFA-AC97-1AD776A104B3}">
      <dgm:prSet/>
      <dgm:spPr/>
      <dgm:t>
        <a:bodyPr/>
        <a:lstStyle/>
        <a:p>
          <a:endParaRPr lang="en-US"/>
        </a:p>
      </dgm:t>
    </dgm:pt>
    <dgm:pt modelId="{73503808-3A39-4F4C-AF54-F9872A6CBB0E}" type="sibTrans" cxnId="{E57A7F8F-DC04-4DFA-AC97-1AD776A104B3}">
      <dgm:prSet/>
      <dgm:spPr/>
      <dgm:t>
        <a:bodyPr/>
        <a:lstStyle/>
        <a:p>
          <a:endParaRPr lang="en-US"/>
        </a:p>
      </dgm:t>
    </dgm:pt>
    <dgm:pt modelId="{2804CE10-C69E-41B0-9249-EF124685AAD5}">
      <dgm:prSet phldrT="[Text]" custT="1"/>
      <dgm:spPr/>
      <dgm:t>
        <a:bodyPr/>
        <a:lstStyle/>
        <a:p>
          <a:r>
            <a:rPr lang="en-US" sz="1600" dirty="0" smtClean="0"/>
            <a:t>Active voice</a:t>
          </a:r>
          <a:endParaRPr lang="en-US" sz="1600" dirty="0"/>
        </a:p>
      </dgm:t>
    </dgm:pt>
    <dgm:pt modelId="{904E60C2-5867-4A0C-AC7C-C3BEEF1C869C}" type="parTrans" cxnId="{2992CA7D-D465-4871-A2B3-72C0E22348A4}">
      <dgm:prSet/>
      <dgm:spPr/>
      <dgm:t>
        <a:bodyPr/>
        <a:lstStyle/>
        <a:p>
          <a:endParaRPr lang="en-US"/>
        </a:p>
      </dgm:t>
    </dgm:pt>
    <dgm:pt modelId="{A21DE59C-299C-4CF4-8900-C1D1B22A43ED}" type="sibTrans" cxnId="{2992CA7D-D465-4871-A2B3-72C0E22348A4}">
      <dgm:prSet/>
      <dgm:spPr/>
      <dgm:t>
        <a:bodyPr/>
        <a:lstStyle/>
        <a:p>
          <a:endParaRPr lang="en-US"/>
        </a:p>
      </dgm:t>
    </dgm:pt>
    <dgm:pt modelId="{08F5D5F6-8AAD-44C9-8867-06F0865AA980}">
      <dgm:prSet phldrT="[Text]" custT="1"/>
      <dgm:spPr/>
      <dgm:t>
        <a:bodyPr/>
        <a:lstStyle/>
        <a:p>
          <a:r>
            <a:rPr lang="en-US" sz="1600" dirty="0" smtClean="0"/>
            <a:t>Individual requirements</a:t>
          </a:r>
          <a:endParaRPr lang="en-US" sz="1600" dirty="0"/>
        </a:p>
      </dgm:t>
    </dgm:pt>
    <dgm:pt modelId="{2A14B91B-7159-438D-8B88-2A97915F03F8}" type="parTrans" cxnId="{4FF781EB-2EA8-4345-A067-82AF161876F6}">
      <dgm:prSet/>
      <dgm:spPr/>
      <dgm:t>
        <a:bodyPr/>
        <a:lstStyle/>
        <a:p>
          <a:endParaRPr lang="en-US"/>
        </a:p>
      </dgm:t>
    </dgm:pt>
    <dgm:pt modelId="{B45C9B12-1403-48BF-8412-89FB60111149}" type="sibTrans" cxnId="{4FF781EB-2EA8-4345-A067-82AF161876F6}">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3"/>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3" custScaleX="24855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3"/>
      <dgm:spPr/>
      <dgm:t>
        <a:bodyPr/>
        <a:lstStyle/>
        <a:p>
          <a:endParaRPr lang="en-US"/>
        </a:p>
      </dgm:t>
    </dgm:pt>
    <dgm:pt modelId="{C9264EDA-91B6-4FAE-AFE6-AFC29BE66386}" type="pres">
      <dgm:prSet presAssocID="{9286A5EC-F2A9-487D-8BF1-B96EEEFD636B}" presName="hierChild4" presStyleCnt="0"/>
      <dgm:spPr/>
    </dgm:pt>
    <dgm:pt modelId="{2CE3E140-6CAA-4F2F-89BC-3CF14A6A11A7}" type="pres">
      <dgm:prSet presAssocID="{CCE38E12-1726-4E98-BBB8-2D82FEE04A40}" presName="Name37" presStyleLbl="parChTrans1D3" presStyleIdx="0" presStyleCnt="15"/>
      <dgm:spPr/>
    </dgm:pt>
    <dgm:pt modelId="{CFAE3325-6450-402C-9E24-77576E103685}" type="pres">
      <dgm:prSet presAssocID="{AB4314F9-89EF-40CA-9D22-A5DD2F943D02}" presName="hierRoot2" presStyleCnt="0">
        <dgm:presLayoutVars>
          <dgm:hierBranch val="init"/>
        </dgm:presLayoutVars>
      </dgm:prSet>
      <dgm:spPr/>
    </dgm:pt>
    <dgm:pt modelId="{B4BDB0D8-D5E9-4298-A2E4-895877260634}" type="pres">
      <dgm:prSet presAssocID="{AB4314F9-89EF-40CA-9D22-A5DD2F943D02}" presName="rootComposite" presStyleCnt="0"/>
      <dgm:spPr/>
    </dgm:pt>
    <dgm:pt modelId="{3CAC798C-6233-4B90-9D6C-EBCF96A82F66}" type="pres">
      <dgm:prSet presAssocID="{AB4314F9-89EF-40CA-9D22-A5DD2F943D02}" presName="rootText" presStyleLbl="node3" presStyleIdx="0" presStyleCnt="15" custScaleX="156007">
        <dgm:presLayoutVars>
          <dgm:chPref val="3"/>
        </dgm:presLayoutVars>
      </dgm:prSet>
      <dgm:spPr/>
      <dgm:t>
        <a:bodyPr/>
        <a:lstStyle/>
        <a:p>
          <a:endParaRPr lang="en-US"/>
        </a:p>
      </dgm:t>
    </dgm:pt>
    <dgm:pt modelId="{5BCA17CD-0E97-4E88-B736-89B4C4698DF0}" type="pres">
      <dgm:prSet presAssocID="{AB4314F9-89EF-40CA-9D22-A5DD2F943D02}" presName="rootConnector" presStyleLbl="node3" presStyleIdx="0" presStyleCnt="15"/>
      <dgm:spPr/>
      <dgm:t>
        <a:bodyPr/>
        <a:lstStyle/>
        <a:p>
          <a:endParaRPr lang="en-US"/>
        </a:p>
      </dgm:t>
    </dgm:pt>
    <dgm:pt modelId="{7178506E-9F57-45F6-BC9E-EDD1EA0CB973}" type="pres">
      <dgm:prSet presAssocID="{AB4314F9-89EF-40CA-9D22-A5DD2F943D02}" presName="hierChild4" presStyleCnt="0"/>
      <dgm:spPr/>
    </dgm:pt>
    <dgm:pt modelId="{B404708A-9C28-4CB0-AC60-8B77C70B1421}" type="pres">
      <dgm:prSet presAssocID="{AB4314F9-89EF-40CA-9D22-A5DD2F943D02}" presName="hierChild5" presStyleCnt="0"/>
      <dgm:spPr/>
    </dgm:pt>
    <dgm:pt modelId="{654873FB-6A43-42BF-B3EC-A732DD57818A}" type="pres">
      <dgm:prSet presAssocID="{826F0C0B-927E-47D1-AC5E-AB52109C7EEB}" presName="Name37" presStyleLbl="parChTrans1D3" presStyleIdx="1" presStyleCnt="15"/>
      <dgm:spPr/>
    </dgm:pt>
    <dgm:pt modelId="{9F94A013-0649-45B9-A17C-5981D7204CC4}" type="pres">
      <dgm:prSet presAssocID="{906448A4-7E12-440B-87AF-E8F2EA1217BC}" presName="hierRoot2" presStyleCnt="0">
        <dgm:presLayoutVars>
          <dgm:hierBranch val="init"/>
        </dgm:presLayoutVars>
      </dgm:prSet>
      <dgm:spPr/>
    </dgm:pt>
    <dgm:pt modelId="{652071F3-B8DE-4E88-A6FE-84AF6E49BDFD}" type="pres">
      <dgm:prSet presAssocID="{906448A4-7E12-440B-87AF-E8F2EA1217BC}" presName="rootComposite" presStyleCnt="0"/>
      <dgm:spPr/>
    </dgm:pt>
    <dgm:pt modelId="{9D9B531C-5C88-4B53-94BC-3022DA1ED7F6}" type="pres">
      <dgm:prSet presAssocID="{906448A4-7E12-440B-87AF-E8F2EA1217BC}" presName="rootText" presStyleLbl="node3" presStyleIdx="1" presStyleCnt="15" custScaleX="156007">
        <dgm:presLayoutVars>
          <dgm:chPref val="3"/>
        </dgm:presLayoutVars>
      </dgm:prSet>
      <dgm:spPr/>
      <dgm:t>
        <a:bodyPr/>
        <a:lstStyle/>
        <a:p>
          <a:endParaRPr lang="en-US"/>
        </a:p>
      </dgm:t>
    </dgm:pt>
    <dgm:pt modelId="{DAAB61AF-14B8-41F7-8AEE-08B809A71EA5}" type="pres">
      <dgm:prSet presAssocID="{906448A4-7E12-440B-87AF-E8F2EA1217BC}" presName="rootConnector" presStyleLbl="node3" presStyleIdx="1" presStyleCnt="15"/>
      <dgm:spPr/>
      <dgm:t>
        <a:bodyPr/>
        <a:lstStyle/>
        <a:p>
          <a:endParaRPr lang="en-US"/>
        </a:p>
      </dgm:t>
    </dgm:pt>
    <dgm:pt modelId="{EB96F033-595B-4392-86DB-03A1B08C5C39}" type="pres">
      <dgm:prSet presAssocID="{906448A4-7E12-440B-87AF-E8F2EA1217BC}" presName="hierChild4" presStyleCnt="0"/>
      <dgm:spPr/>
    </dgm:pt>
    <dgm:pt modelId="{FA1F73D9-6C95-4F1E-BFE1-7D8472156BF7}" type="pres">
      <dgm:prSet presAssocID="{906448A4-7E12-440B-87AF-E8F2EA1217BC}" presName="hierChild5" presStyleCnt="0"/>
      <dgm:spPr/>
    </dgm:pt>
    <dgm:pt modelId="{7AFD141F-D981-4B40-BB39-ED9AB6B3D0EB}" type="pres">
      <dgm:prSet presAssocID="{41A69999-71D9-4ADF-B831-74E20BD4C1D9}" presName="Name37" presStyleLbl="parChTrans1D3" presStyleIdx="2" presStyleCnt="15"/>
      <dgm:spPr/>
    </dgm:pt>
    <dgm:pt modelId="{1D40D5EE-7F6B-4F11-9DDA-A5060DCB770C}" type="pres">
      <dgm:prSet presAssocID="{3CE03E00-7020-4ACC-93F6-2A3B92BAB89B}" presName="hierRoot2" presStyleCnt="0">
        <dgm:presLayoutVars>
          <dgm:hierBranch val="init"/>
        </dgm:presLayoutVars>
      </dgm:prSet>
      <dgm:spPr/>
    </dgm:pt>
    <dgm:pt modelId="{611D438D-819E-4988-A1F4-1A747A78C893}" type="pres">
      <dgm:prSet presAssocID="{3CE03E00-7020-4ACC-93F6-2A3B92BAB89B}" presName="rootComposite" presStyleCnt="0"/>
      <dgm:spPr/>
    </dgm:pt>
    <dgm:pt modelId="{657282B3-D4FB-4AFA-8CED-80E7FE036EF5}" type="pres">
      <dgm:prSet presAssocID="{3CE03E00-7020-4ACC-93F6-2A3B92BAB89B}" presName="rootText" presStyleLbl="node3" presStyleIdx="2" presStyleCnt="15" custScaleX="156007">
        <dgm:presLayoutVars>
          <dgm:chPref val="3"/>
        </dgm:presLayoutVars>
      </dgm:prSet>
      <dgm:spPr/>
      <dgm:t>
        <a:bodyPr/>
        <a:lstStyle/>
        <a:p>
          <a:endParaRPr lang="en-US"/>
        </a:p>
      </dgm:t>
    </dgm:pt>
    <dgm:pt modelId="{77450FC5-1A0F-4C5A-94F4-C936A2927F3F}" type="pres">
      <dgm:prSet presAssocID="{3CE03E00-7020-4ACC-93F6-2A3B92BAB89B}" presName="rootConnector" presStyleLbl="node3" presStyleIdx="2" presStyleCnt="15"/>
      <dgm:spPr/>
      <dgm:t>
        <a:bodyPr/>
        <a:lstStyle/>
        <a:p>
          <a:endParaRPr lang="en-US"/>
        </a:p>
      </dgm:t>
    </dgm:pt>
    <dgm:pt modelId="{3A772F01-DD00-463B-87C5-AC19D0BC3DA6}" type="pres">
      <dgm:prSet presAssocID="{3CE03E00-7020-4ACC-93F6-2A3B92BAB89B}" presName="hierChild4" presStyleCnt="0"/>
      <dgm:spPr/>
    </dgm:pt>
    <dgm:pt modelId="{D8FBED93-3BC0-40A9-A5B3-244794B578AE}" type="pres">
      <dgm:prSet presAssocID="{3CE03E00-7020-4ACC-93F6-2A3B92BAB89B}" presName="hierChild5" presStyleCnt="0"/>
      <dgm:spPr/>
    </dgm:pt>
    <dgm:pt modelId="{224A573A-36FE-4730-9BDA-F36ACA13F0A2}" type="pres">
      <dgm:prSet presAssocID="{F8E1DE71-A4A5-41FF-8BE9-E9A8E1884570}" presName="Name37" presStyleLbl="parChTrans1D3" presStyleIdx="3" presStyleCnt="15"/>
      <dgm:spPr/>
    </dgm:pt>
    <dgm:pt modelId="{FB46B7EA-1D92-4DA0-9D20-023AA8AB2214}" type="pres">
      <dgm:prSet presAssocID="{D5FF91A9-BC63-4A85-BBF2-F586033F5360}" presName="hierRoot2" presStyleCnt="0">
        <dgm:presLayoutVars>
          <dgm:hierBranch val="init"/>
        </dgm:presLayoutVars>
      </dgm:prSet>
      <dgm:spPr/>
    </dgm:pt>
    <dgm:pt modelId="{29BCC76D-F5CB-4D34-808A-E5A2C651F8D0}" type="pres">
      <dgm:prSet presAssocID="{D5FF91A9-BC63-4A85-BBF2-F586033F5360}" presName="rootComposite" presStyleCnt="0"/>
      <dgm:spPr/>
    </dgm:pt>
    <dgm:pt modelId="{28642D5E-5ADC-4333-9250-17E5E4DE45C5}" type="pres">
      <dgm:prSet presAssocID="{D5FF91A9-BC63-4A85-BBF2-F586033F5360}" presName="rootText" presStyleLbl="node3" presStyleIdx="3" presStyleCnt="15" custScaleX="156007">
        <dgm:presLayoutVars>
          <dgm:chPref val="3"/>
        </dgm:presLayoutVars>
      </dgm:prSet>
      <dgm:spPr/>
      <dgm:t>
        <a:bodyPr/>
        <a:lstStyle/>
        <a:p>
          <a:endParaRPr lang="en-US"/>
        </a:p>
      </dgm:t>
    </dgm:pt>
    <dgm:pt modelId="{C2B22F6C-47A4-4E8A-8A9A-D3071B476B71}" type="pres">
      <dgm:prSet presAssocID="{D5FF91A9-BC63-4A85-BBF2-F586033F5360}" presName="rootConnector" presStyleLbl="node3" presStyleIdx="3" presStyleCnt="15"/>
      <dgm:spPr/>
      <dgm:t>
        <a:bodyPr/>
        <a:lstStyle/>
        <a:p>
          <a:endParaRPr lang="en-US"/>
        </a:p>
      </dgm:t>
    </dgm:pt>
    <dgm:pt modelId="{41E381B9-425F-4F47-AE8A-D745D1382B46}" type="pres">
      <dgm:prSet presAssocID="{D5FF91A9-BC63-4A85-BBF2-F586033F5360}" presName="hierChild4" presStyleCnt="0"/>
      <dgm:spPr/>
    </dgm:pt>
    <dgm:pt modelId="{F84225AA-FCB0-4DD4-B25F-AF73A39F9541}" type="pres">
      <dgm:prSet presAssocID="{D5FF91A9-BC63-4A85-BBF2-F586033F5360}" presName="hierChild5" presStyleCnt="0"/>
      <dgm:spPr/>
    </dgm:pt>
    <dgm:pt modelId="{64277607-9E8D-4464-8DB9-0177332BB7F5}" type="pres">
      <dgm:prSet presAssocID="{2CE2E0E3-3D6C-4566-940C-2D38C0486DC6}" presName="Name37" presStyleLbl="parChTrans1D3" presStyleIdx="4" presStyleCnt="15"/>
      <dgm:spPr/>
    </dgm:pt>
    <dgm:pt modelId="{ABC28699-A01A-4D77-A3FA-77DDEBB308EE}" type="pres">
      <dgm:prSet presAssocID="{64531C03-ED99-47FF-B2B2-EBEB41B040F7}" presName="hierRoot2" presStyleCnt="0">
        <dgm:presLayoutVars>
          <dgm:hierBranch val="init"/>
        </dgm:presLayoutVars>
      </dgm:prSet>
      <dgm:spPr/>
    </dgm:pt>
    <dgm:pt modelId="{2125B6C9-1D05-4D55-8532-58B63A37B29D}" type="pres">
      <dgm:prSet presAssocID="{64531C03-ED99-47FF-B2B2-EBEB41B040F7}" presName="rootComposite" presStyleCnt="0"/>
      <dgm:spPr/>
    </dgm:pt>
    <dgm:pt modelId="{E234FC0A-2E0C-4093-BD58-476620DCA462}" type="pres">
      <dgm:prSet presAssocID="{64531C03-ED99-47FF-B2B2-EBEB41B040F7}" presName="rootText" presStyleLbl="node3" presStyleIdx="4" presStyleCnt="15" custScaleX="156007">
        <dgm:presLayoutVars>
          <dgm:chPref val="3"/>
        </dgm:presLayoutVars>
      </dgm:prSet>
      <dgm:spPr/>
      <dgm:t>
        <a:bodyPr/>
        <a:lstStyle/>
        <a:p>
          <a:endParaRPr lang="en-US"/>
        </a:p>
      </dgm:t>
    </dgm:pt>
    <dgm:pt modelId="{0CEA8DFF-E279-499A-9695-2C2CB8413042}" type="pres">
      <dgm:prSet presAssocID="{64531C03-ED99-47FF-B2B2-EBEB41B040F7}" presName="rootConnector" presStyleLbl="node3" presStyleIdx="4" presStyleCnt="15"/>
      <dgm:spPr/>
      <dgm:t>
        <a:bodyPr/>
        <a:lstStyle/>
        <a:p>
          <a:endParaRPr lang="en-US"/>
        </a:p>
      </dgm:t>
    </dgm:pt>
    <dgm:pt modelId="{2BBE0452-423F-40AD-8545-084249CCF1A5}" type="pres">
      <dgm:prSet presAssocID="{64531C03-ED99-47FF-B2B2-EBEB41B040F7}" presName="hierChild4" presStyleCnt="0"/>
      <dgm:spPr/>
    </dgm:pt>
    <dgm:pt modelId="{EA0CE8BB-837E-49E9-8F61-D649E60DDC91}" type="pres">
      <dgm:prSet presAssocID="{64531C03-ED99-47FF-B2B2-EBEB41B040F7}" presName="hierChild5" presStyleCnt="0"/>
      <dgm:spPr/>
    </dgm:pt>
    <dgm:pt modelId="{2DAE8613-CA75-4B2D-9E96-DEE05012251D}" type="pres">
      <dgm:prSet presAssocID="{74B2FC00-B400-4B56-847E-D22D46A236CB}" presName="Name37" presStyleLbl="parChTrans1D3" presStyleIdx="5" presStyleCnt="15"/>
      <dgm:spPr/>
    </dgm:pt>
    <dgm:pt modelId="{1DBE5DC1-3E89-494C-BCB9-62D16CE71587}" type="pres">
      <dgm:prSet presAssocID="{7CE26A5C-460F-4AA1-9D0F-D7A7C144ED98}" presName="hierRoot2" presStyleCnt="0">
        <dgm:presLayoutVars>
          <dgm:hierBranch val="init"/>
        </dgm:presLayoutVars>
      </dgm:prSet>
      <dgm:spPr/>
    </dgm:pt>
    <dgm:pt modelId="{96AF6F4A-997E-4790-A2D2-3645E3CA3BD4}" type="pres">
      <dgm:prSet presAssocID="{7CE26A5C-460F-4AA1-9D0F-D7A7C144ED98}" presName="rootComposite" presStyleCnt="0"/>
      <dgm:spPr/>
    </dgm:pt>
    <dgm:pt modelId="{01098325-5C02-499C-B4E0-696A0A10964B}" type="pres">
      <dgm:prSet presAssocID="{7CE26A5C-460F-4AA1-9D0F-D7A7C144ED98}" presName="rootText" presStyleLbl="node3" presStyleIdx="5" presStyleCnt="15" custScaleX="156007">
        <dgm:presLayoutVars>
          <dgm:chPref val="3"/>
        </dgm:presLayoutVars>
      </dgm:prSet>
      <dgm:spPr/>
      <dgm:t>
        <a:bodyPr/>
        <a:lstStyle/>
        <a:p>
          <a:endParaRPr lang="en-US"/>
        </a:p>
      </dgm:t>
    </dgm:pt>
    <dgm:pt modelId="{00458DDB-9F72-4B5D-936D-9E0B525F29AB}" type="pres">
      <dgm:prSet presAssocID="{7CE26A5C-460F-4AA1-9D0F-D7A7C144ED98}" presName="rootConnector" presStyleLbl="node3" presStyleIdx="5" presStyleCnt="15"/>
      <dgm:spPr/>
      <dgm:t>
        <a:bodyPr/>
        <a:lstStyle/>
        <a:p>
          <a:endParaRPr lang="en-US"/>
        </a:p>
      </dgm:t>
    </dgm:pt>
    <dgm:pt modelId="{3BC9E318-D528-4F57-B6F7-EC56AF96E0D8}" type="pres">
      <dgm:prSet presAssocID="{7CE26A5C-460F-4AA1-9D0F-D7A7C144ED98}" presName="hierChild4" presStyleCnt="0"/>
      <dgm:spPr/>
    </dgm:pt>
    <dgm:pt modelId="{120DEBDF-1350-406E-8C0B-7EB741DDC60F}" type="pres">
      <dgm:prSet presAssocID="{7CE26A5C-460F-4AA1-9D0F-D7A7C144ED98}" presName="hierChild5" presStyleCnt="0"/>
      <dgm:spPr/>
    </dgm:pt>
    <dgm:pt modelId="{78B5C206-E409-456C-B0BD-58A349196686}" type="pres">
      <dgm:prSet presAssocID="{7BDCCC7F-C5C4-43DC-AF67-41272542EECF}" presName="Name37" presStyleLbl="parChTrans1D3" presStyleIdx="6" presStyleCnt="15"/>
      <dgm:spPr/>
    </dgm:pt>
    <dgm:pt modelId="{A50E9D3A-1DB5-4521-A4DE-DA3ECD7EDAAC}" type="pres">
      <dgm:prSet presAssocID="{00523DF2-D7FE-4162-B728-06CC71732650}" presName="hierRoot2" presStyleCnt="0">
        <dgm:presLayoutVars>
          <dgm:hierBranch val="init"/>
        </dgm:presLayoutVars>
      </dgm:prSet>
      <dgm:spPr/>
    </dgm:pt>
    <dgm:pt modelId="{AFE2B2C3-9A97-4A13-93F5-13BA3E6680D9}" type="pres">
      <dgm:prSet presAssocID="{00523DF2-D7FE-4162-B728-06CC71732650}" presName="rootComposite" presStyleCnt="0"/>
      <dgm:spPr/>
    </dgm:pt>
    <dgm:pt modelId="{5A2149F5-C064-4D64-A17B-C55ACAB70DBB}" type="pres">
      <dgm:prSet presAssocID="{00523DF2-D7FE-4162-B728-06CC71732650}" presName="rootText" presStyleLbl="node3" presStyleIdx="6" presStyleCnt="15" custScaleX="156007">
        <dgm:presLayoutVars>
          <dgm:chPref val="3"/>
        </dgm:presLayoutVars>
      </dgm:prSet>
      <dgm:spPr/>
      <dgm:t>
        <a:bodyPr/>
        <a:lstStyle/>
        <a:p>
          <a:endParaRPr lang="en-US"/>
        </a:p>
      </dgm:t>
    </dgm:pt>
    <dgm:pt modelId="{5015EEAF-64C3-4C46-8ACF-FEF08E34A0FC}" type="pres">
      <dgm:prSet presAssocID="{00523DF2-D7FE-4162-B728-06CC71732650}" presName="rootConnector" presStyleLbl="node3" presStyleIdx="6" presStyleCnt="15"/>
      <dgm:spPr/>
      <dgm:t>
        <a:bodyPr/>
        <a:lstStyle/>
        <a:p>
          <a:endParaRPr lang="en-US"/>
        </a:p>
      </dgm:t>
    </dgm:pt>
    <dgm:pt modelId="{58550081-0221-4AD9-944C-451430B49F51}" type="pres">
      <dgm:prSet presAssocID="{00523DF2-D7FE-4162-B728-06CC71732650}" presName="hierChild4" presStyleCnt="0"/>
      <dgm:spPr/>
    </dgm:pt>
    <dgm:pt modelId="{272A3903-7063-4C3F-BE78-6F5607ADD72A}" type="pres">
      <dgm:prSet presAssocID="{00523DF2-D7FE-4162-B728-06CC71732650}"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3"/>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3" custScaleX="24855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3"/>
      <dgm:spPr/>
      <dgm:t>
        <a:bodyPr/>
        <a:lstStyle/>
        <a:p>
          <a:endParaRPr lang="en-US"/>
        </a:p>
      </dgm:t>
    </dgm:pt>
    <dgm:pt modelId="{4C592C92-3156-443C-BB98-9204DFF01F72}" type="pres">
      <dgm:prSet presAssocID="{620DD3EC-BDCD-468B-B566-7FE2B848507E}" presName="hierChild4" presStyleCnt="0"/>
      <dgm:spPr/>
    </dgm:pt>
    <dgm:pt modelId="{3E83B12F-F2D0-401E-97A0-DA19B14C1332}" type="pres">
      <dgm:prSet presAssocID="{8669EFF5-36FB-4F26-9073-0BC5CE3F32DD}" presName="Name37" presStyleLbl="parChTrans1D3" presStyleIdx="7" presStyleCnt="15"/>
      <dgm:spPr/>
    </dgm:pt>
    <dgm:pt modelId="{51C91A33-5209-44A6-950F-352ACDC745D2}" type="pres">
      <dgm:prSet presAssocID="{5323ECFE-A439-43DD-86F5-E223F3FF1605}" presName="hierRoot2" presStyleCnt="0">
        <dgm:presLayoutVars>
          <dgm:hierBranch val="init"/>
        </dgm:presLayoutVars>
      </dgm:prSet>
      <dgm:spPr/>
    </dgm:pt>
    <dgm:pt modelId="{351A1CDC-91FF-4E1D-8FA6-7CC2B06C74A3}" type="pres">
      <dgm:prSet presAssocID="{5323ECFE-A439-43DD-86F5-E223F3FF1605}" presName="rootComposite" presStyleCnt="0"/>
      <dgm:spPr/>
    </dgm:pt>
    <dgm:pt modelId="{85A1316D-ED80-4577-B759-788B000317FB}" type="pres">
      <dgm:prSet presAssocID="{5323ECFE-A439-43DD-86F5-E223F3FF1605}" presName="rootText" presStyleLbl="node3" presStyleIdx="7" presStyleCnt="15" custScaleX="156007">
        <dgm:presLayoutVars>
          <dgm:chPref val="3"/>
        </dgm:presLayoutVars>
      </dgm:prSet>
      <dgm:spPr/>
      <dgm:t>
        <a:bodyPr/>
        <a:lstStyle/>
        <a:p>
          <a:endParaRPr lang="en-US"/>
        </a:p>
      </dgm:t>
    </dgm:pt>
    <dgm:pt modelId="{823EE2B5-8CBA-4AE9-814C-6A86F7DE680B}" type="pres">
      <dgm:prSet presAssocID="{5323ECFE-A439-43DD-86F5-E223F3FF1605}" presName="rootConnector" presStyleLbl="node3" presStyleIdx="7" presStyleCnt="15"/>
      <dgm:spPr/>
      <dgm:t>
        <a:bodyPr/>
        <a:lstStyle/>
        <a:p>
          <a:endParaRPr lang="en-US"/>
        </a:p>
      </dgm:t>
    </dgm:pt>
    <dgm:pt modelId="{EDA406CA-A13A-423A-894C-CAD689333595}" type="pres">
      <dgm:prSet presAssocID="{5323ECFE-A439-43DD-86F5-E223F3FF1605}" presName="hierChild4" presStyleCnt="0"/>
      <dgm:spPr/>
    </dgm:pt>
    <dgm:pt modelId="{F4C3AF8A-0B4C-4723-9172-5989FB9508BE}" type="pres">
      <dgm:prSet presAssocID="{5323ECFE-A439-43DD-86F5-E223F3FF1605}" presName="hierChild5" presStyleCnt="0"/>
      <dgm:spPr/>
    </dgm:pt>
    <dgm:pt modelId="{C234620B-96CD-41A7-827F-86BBED84F457}" type="pres">
      <dgm:prSet presAssocID="{7F2C9D47-5FAA-41C1-87C8-1CB5814445D1}" presName="Name37" presStyleLbl="parChTrans1D3" presStyleIdx="8" presStyleCnt="15"/>
      <dgm:spPr/>
    </dgm:pt>
    <dgm:pt modelId="{65C41C92-42C1-4709-B42E-D7EBFF480783}" type="pres">
      <dgm:prSet presAssocID="{F78B36B6-C3F9-4439-A200-1AEB0E0DBAA9}" presName="hierRoot2" presStyleCnt="0">
        <dgm:presLayoutVars>
          <dgm:hierBranch val="init"/>
        </dgm:presLayoutVars>
      </dgm:prSet>
      <dgm:spPr/>
    </dgm:pt>
    <dgm:pt modelId="{543EAAE4-A2F9-42DD-B9D4-9C38D70BD5D5}" type="pres">
      <dgm:prSet presAssocID="{F78B36B6-C3F9-4439-A200-1AEB0E0DBAA9}" presName="rootComposite" presStyleCnt="0"/>
      <dgm:spPr/>
    </dgm:pt>
    <dgm:pt modelId="{D40D3D2B-DA3A-487C-BB93-30263B47ED17}" type="pres">
      <dgm:prSet presAssocID="{F78B36B6-C3F9-4439-A200-1AEB0E0DBAA9}" presName="rootText" presStyleLbl="node3" presStyleIdx="8" presStyleCnt="15" custScaleX="156007">
        <dgm:presLayoutVars>
          <dgm:chPref val="3"/>
        </dgm:presLayoutVars>
      </dgm:prSet>
      <dgm:spPr/>
      <dgm:t>
        <a:bodyPr/>
        <a:lstStyle/>
        <a:p>
          <a:endParaRPr lang="en-US"/>
        </a:p>
      </dgm:t>
    </dgm:pt>
    <dgm:pt modelId="{A3663C7C-D1A2-4B80-864A-E75D535CFA53}" type="pres">
      <dgm:prSet presAssocID="{F78B36B6-C3F9-4439-A200-1AEB0E0DBAA9}" presName="rootConnector" presStyleLbl="node3" presStyleIdx="8" presStyleCnt="15"/>
      <dgm:spPr/>
      <dgm:t>
        <a:bodyPr/>
        <a:lstStyle/>
        <a:p>
          <a:endParaRPr lang="en-US"/>
        </a:p>
      </dgm:t>
    </dgm:pt>
    <dgm:pt modelId="{5466336E-F64B-4B08-842E-132DE334A26A}" type="pres">
      <dgm:prSet presAssocID="{F78B36B6-C3F9-4439-A200-1AEB0E0DBAA9}" presName="hierChild4" presStyleCnt="0"/>
      <dgm:spPr/>
    </dgm:pt>
    <dgm:pt modelId="{AEE3AB0B-D45A-40E9-BAA9-0B06B46274E3}" type="pres">
      <dgm:prSet presAssocID="{F78B36B6-C3F9-4439-A200-1AEB0E0DBAA9}" presName="hierChild5" presStyleCnt="0"/>
      <dgm:spPr/>
    </dgm:pt>
    <dgm:pt modelId="{996B8758-AFAB-4F0E-A1EE-C95DF13890DC}" type="pres">
      <dgm:prSet presAssocID="{BC1FE7BA-4D83-4CBC-84C2-9F6A9F230255}" presName="Name37" presStyleLbl="parChTrans1D3" presStyleIdx="9" presStyleCnt="15"/>
      <dgm:spPr/>
    </dgm:pt>
    <dgm:pt modelId="{0FF5AB85-8BC7-4F39-BCC8-70C678312A5C}" type="pres">
      <dgm:prSet presAssocID="{3AA17282-1753-4B63-97CE-DDD6874FD59A}" presName="hierRoot2" presStyleCnt="0">
        <dgm:presLayoutVars>
          <dgm:hierBranch val="init"/>
        </dgm:presLayoutVars>
      </dgm:prSet>
      <dgm:spPr/>
    </dgm:pt>
    <dgm:pt modelId="{17C46BD7-D7DB-4AAD-8661-83DD8BFD6FDB}" type="pres">
      <dgm:prSet presAssocID="{3AA17282-1753-4B63-97CE-DDD6874FD59A}" presName="rootComposite" presStyleCnt="0"/>
      <dgm:spPr/>
    </dgm:pt>
    <dgm:pt modelId="{B31E0076-5429-4328-B58C-D14D9FD3F8DD}" type="pres">
      <dgm:prSet presAssocID="{3AA17282-1753-4B63-97CE-DDD6874FD59A}" presName="rootText" presStyleLbl="node3" presStyleIdx="9" presStyleCnt="15" custScaleX="156007">
        <dgm:presLayoutVars>
          <dgm:chPref val="3"/>
        </dgm:presLayoutVars>
      </dgm:prSet>
      <dgm:spPr/>
      <dgm:t>
        <a:bodyPr/>
        <a:lstStyle/>
        <a:p>
          <a:endParaRPr lang="en-US"/>
        </a:p>
      </dgm:t>
    </dgm:pt>
    <dgm:pt modelId="{142E38A6-77E1-4D14-8832-D7BC17B584AA}" type="pres">
      <dgm:prSet presAssocID="{3AA17282-1753-4B63-97CE-DDD6874FD59A}" presName="rootConnector" presStyleLbl="node3" presStyleIdx="9" presStyleCnt="15"/>
      <dgm:spPr/>
      <dgm:t>
        <a:bodyPr/>
        <a:lstStyle/>
        <a:p>
          <a:endParaRPr lang="en-US"/>
        </a:p>
      </dgm:t>
    </dgm:pt>
    <dgm:pt modelId="{62EFE628-23D2-4227-AB76-544EF160919C}" type="pres">
      <dgm:prSet presAssocID="{3AA17282-1753-4B63-97CE-DDD6874FD59A}" presName="hierChild4" presStyleCnt="0"/>
      <dgm:spPr/>
    </dgm:pt>
    <dgm:pt modelId="{D89FED41-7E14-463E-85C0-55C1BFAD8BCA}" type="pres">
      <dgm:prSet presAssocID="{3AA17282-1753-4B63-97CE-DDD6874FD59A}" presName="hierChild5" presStyleCnt="0"/>
      <dgm:spPr/>
    </dgm:pt>
    <dgm:pt modelId="{42EC9D5E-426D-42B2-8A01-2309463C75EE}" type="pres">
      <dgm:prSet presAssocID="{B3BA5601-C616-4CB8-8621-3A6F2446ECD1}" presName="Name37" presStyleLbl="parChTrans1D3" presStyleIdx="10" presStyleCnt="15"/>
      <dgm:spPr/>
    </dgm:pt>
    <dgm:pt modelId="{E8DC8F8D-4E82-444C-BDDF-F18201338681}" type="pres">
      <dgm:prSet presAssocID="{39B0BB3B-4661-4636-A021-B8FD83617152}" presName="hierRoot2" presStyleCnt="0">
        <dgm:presLayoutVars>
          <dgm:hierBranch val="init"/>
        </dgm:presLayoutVars>
      </dgm:prSet>
      <dgm:spPr/>
    </dgm:pt>
    <dgm:pt modelId="{D8AC8212-6187-41F9-85C4-3411A2366F48}" type="pres">
      <dgm:prSet presAssocID="{39B0BB3B-4661-4636-A021-B8FD83617152}" presName="rootComposite" presStyleCnt="0"/>
      <dgm:spPr/>
    </dgm:pt>
    <dgm:pt modelId="{FD8F6A7D-79AA-4C78-B130-D94B5C166E87}" type="pres">
      <dgm:prSet presAssocID="{39B0BB3B-4661-4636-A021-B8FD83617152}" presName="rootText" presStyleLbl="node3" presStyleIdx="10" presStyleCnt="15" custScaleX="156007">
        <dgm:presLayoutVars>
          <dgm:chPref val="3"/>
        </dgm:presLayoutVars>
      </dgm:prSet>
      <dgm:spPr/>
      <dgm:t>
        <a:bodyPr/>
        <a:lstStyle/>
        <a:p>
          <a:endParaRPr lang="en-US"/>
        </a:p>
      </dgm:t>
    </dgm:pt>
    <dgm:pt modelId="{0FCBD5BE-64A0-4754-ABB8-DA79E3B08279}" type="pres">
      <dgm:prSet presAssocID="{39B0BB3B-4661-4636-A021-B8FD83617152}" presName="rootConnector" presStyleLbl="node3" presStyleIdx="10" presStyleCnt="15"/>
      <dgm:spPr/>
      <dgm:t>
        <a:bodyPr/>
        <a:lstStyle/>
        <a:p>
          <a:endParaRPr lang="en-US"/>
        </a:p>
      </dgm:t>
    </dgm:pt>
    <dgm:pt modelId="{38AB4F6F-ED6F-4D4D-8A70-E65B03731595}" type="pres">
      <dgm:prSet presAssocID="{39B0BB3B-4661-4636-A021-B8FD83617152}" presName="hierChild4" presStyleCnt="0"/>
      <dgm:spPr/>
    </dgm:pt>
    <dgm:pt modelId="{5D25E386-1308-4092-92B8-D7A7BC233A1B}" type="pres">
      <dgm:prSet presAssocID="{39B0BB3B-4661-4636-A021-B8FD83617152}" presName="hierChild5" presStyleCnt="0"/>
      <dgm:spPr/>
    </dgm:pt>
    <dgm:pt modelId="{3E362709-8DF5-4ED1-BE78-2D67C7F6CD59}" type="pres">
      <dgm:prSet presAssocID="{620DD3EC-BDCD-468B-B566-7FE2B848507E}" presName="hierChild5" presStyleCnt="0"/>
      <dgm:spPr/>
    </dgm:pt>
    <dgm:pt modelId="{F35E2B4E-A03A-4CEC-8313-CD85481B51A2}" type="pres">
      <dgm:prSet presAssocID="{465E99B4-164C-4BAE-9F07-11FC02BDF1C0}" presName="Name37" presStyleLbl="parChTrans1D2" presStyleIdx="2" presStyleCnt="3"/>
      <dgm:spPr/>
    </dgm:pt>
    <dgm:pt modelId="{C14ADC0F-DB14-4D25-B270-993163C4E4BB}" type="pres">
      <dgm:prSet presAssocID="{B8979EE1-0B76-49DF-94CB-E21FB2BFFE93}" presName="hierRoot2" presStyleCnt="0">
        <dgm:presLayoutVars>
          <dgm:hierBranch val="init"/>
        </dgm:presLayoutVars>
      </dgm:prSet>
      <dgm:spPr/>
    </dgm:pt>
    <dgm:pt modelId="{31F1624B-B6B3-4011-8CEE-5A82CECD3631}" type="pres">
      <dgm:prSet presAssocID="{B8979EE1-0B76-49DF-94CB-E21FB2BFFE93}" presName="rootComposite" presStyleCnt="0"/>
      <dgm:spPr/>
    </dgm:pt>
    <dgm:pt modelId="{3974D9EF-2642-4EA6-B022-A6FB2F4B3087}" type="pres">
      <dgm:prSet presAssocID="{B8979EE1-0B76-49DF-94CB-E21FB2BFFE93}" presName="rootText" presStyleLbl="node2" presStyleIdx="2" presStyleCnt="3" custScaleX="217543">
        <dgm:presLayoutVars>
          <dgm:chPref val="3"/>
        </dgm:presLayoutVars>
      </dgm:prSet>
      <dgm:spPr/>
      <dgm:t>
        <a:bodyPr/>
        <a:lstStyle/>
        <a:p>
          <a:endParaRPr lang="en-US"/>
        </a:p>
      </dgm:t>
    </dgm:pt>
    <dgm:pt modelId="{3171E5CA-E43A-470A-B942-64771F94AC4C}" type="pres">
      <dgm:prSet presAssocID="{B8979EE1-0B76-49DF-94CB-E21FB2BFFE93}" presName="rootConnector" presStyleLbl="node2" presStyleIdx="2" presStyleCnt="3"/>
      <dgm:spPr/>
      <dgm:t>
        <a:bodyPr/>
        <a:lstStyle/>
        <a:p>
          <a:endParaRPr lang="en-US"/>
        </a:p>
      </dgm:t>
    </dgm:pt>
    <dgm:pt modelId="{CBF86D54-ADE7-46C0-AF01-7B3BB5C7EF85}" type="pres">
      <dgm:prSet presAssocID="{B8979EE1-0B76-49DF-94CB-E21FB2BFFE93}" presName="hierChild4" presStyleCnt="0"/>
      <dgm:spPr/>
    </dgm:pt>
    <dgm:pt modelId="{D6403388-DD22-4A5F-B724-FAF301CA200E}" type="pres">
      <dgm:prSet presAssocID="{D6635552-370C-4FD5-A4C4-A1F4527638C8}" presName="Name37" presStyleLbl="parChTrans1D3" presStyleIdx="11" presStyleCnt="15"/>
      <dgm:spPr/>
    </dgm:pt>
    <dgm:pt modelId="{116D88B0-9930-440B-B639-5EE3621EEAB4}" type="pres">
      <dgm:prSet presAssocID="{6078D879-48D1-4867-860F-27AA716F7E13}" presName="hierRoot2" presStyleCnt="0">
        <dgm:presLayoutVars>
          <dgm:hierBranch val="init"/>
        </dgm:presLayoutVars>
      </dgm:prSet>
      <dgm:spPr/>
    </dgm:pt>
    <dgm:pt modelId="{02848C34-DA22-42C0-BF0F-E1EE1B2A3F7A}" type="pres">
      <dgm:prSet presAssocID="{6078D879-48D1-4867-860F-27AA716F7E13}" presName="rootComposite" presStyleCnt="0"/>
      <dgm:spPr/>
    </dgm:pt>
    <dgm:pt modelId="{66666B8F-37B3-4502-96F6-DA600C8D2357}" type="pres">
      <dgm:prSet presAssocID="{6078D879-48D1-4867-860F-27AA716F7E13}" presName="rootText" presStyleLbl="node3" presStyleIdx="11" presStyleCnt="15" custScaleX="156007">
        <dgm:presLayoutVars>
          <dgm:chPref val="3"/>
        </dgm:presLayoutVars>
      </dgm:prSet>
      <dgm:spPr/>
      <dgm:t>
        <a:bodyPr/>
        <a:lstStyle/>
        <a:p>
          <a:endParaRPr lang="en-US"/>
        </a:p>
      </dgm:t>
    </dgm:pt>
    <dgm:pt modelId="{A698D77F-66DC-43FF-8752-BEABC4E40D42}" type="pres">
      <dgm:prSet presAssocID="{6078D879-48D1-4867-860F-27AA716F7E13}" presName="rootConnector" presStyleLbl="node3" presStyleIdx="11" presStyleCnt="15"/>
      <dgm:spPr/>
      <dgm:t>
        <a:bodyPr/>
        <a:lstStyle/>
        <a:p>
          <a:endParaRPr lang="en-US"/>
        </a:p>
      </dgm:t>
    </dgm:pt>
    <dgm:pt modelId="{00C63A8E-96A3-401F-9A85-7B606B729043}" type="pres">
      <dgm:prSet presAssocID="{6078D879-48D1-4867-860F-27AA716F7E13}" presName="hierChild4" presStyleCnt="0"/>
      <dgm:spPr/>
    </dgm:pt>
    <dgm:pt modelId="{6963C36D-C52E-47D6-BEF8-4DB5A68634CC}" type="pres">
      <dgm:prSet presAssocID="{6078D879-48D1-4867-860F-27AA716F7E13}" presName="hierChild5" presStyleCnt="0"/>
      <dgm:spPr/>
    </dgm:pt>
    <dgm:pt modelId="{54460D34-6C02-43E6-9344-E0D477FE27C6}" type="pres">
      <dgm:prSet presAssocID="{C3DCF165-BA56-4235-91CF-93C2156C5C2D}" presName="Name37" presStyleLbl="parChTrans1D3" presStyleIdx="12" presStyleCnt="15"/>
      <dgm:spPr/>
    </dgm:pt>
    <dgm:pt modelId="{EDCA58D7-514C-44C4-A434-429550678D1A}" type="pres">
      <dgm:prSet presAssocID="{1F4BF269-9776-4FDE-836B-1BFD1FFFEB55}" presName="hierRoot2" presStyleCnt="0">
        <dgm:presLayoutVars>
          <dgm:hierBranch val="init"/>
        </dgm:presLayoutVars>
      </dgm:prSet>
      <dgm:spPr/>
    </dgm:pt>
    <dgm:pt modelId="{34BFE01E-18A6-410A-8DBF-B6FFD612CD5D}" type="pres">
      <dgm:prSet presAssocID="{1F4BF269-9776-4FDE-836B-1BFD1FFFEB55}" presName="rootComposite" presStyleCnt="0"/>
      <dgm:spPr/>
    </dgm:pt>
    <dgm:pt modelId="{FD76D8C5-59C9-4CC8-A630-FA2532A1F2CD}" type="pres">
      <dgm:prSet presAssocID="{1F4BF269-9776-4FDE-836B-1BFD1FFFEB55}" presName="rootText" presStyleLbl="node3" presStyleIdx="12" presStyleCnt="15" custScaleX="156007">
        <dgm:presLayoutVars>
          <dgm:chPref val="3"/>
        </dgm:presLayoutVars>
      </dgm:prSet>
      <dgm:spPr/>
      <dgm:t>
        <a:bodyPr/>
        <a:lstStyle/>
        <a:p>
          <a:endParaRPr lang="en-US"/>
        </a:p>
      </dgm:t>
    </dgm:pt>
    <dgm:pt modelId="{F7A198F9-0BEA-4AF9-9827-7045CFB69E99}" type="pres">
      <dgm:prSet presAssocID="{1F4BF269-9776-4FDE-836B-1BFD1FFFEB55}" presName="rootConnector" presStyleLbl="node3" presStyleIdx="12" presStyleCnt="15"/>
      <dgm:spPr/>
      <dgm:t>
        <a:bodyPr/>
        <a:lstStyle/>
        <a:p>
          <a:endParaRPr lang="en-US"/>
        </a:p>
      </dgm:t>
    </dgm:pt>
    <dgm:pt modelId="{5232CA0C-0AFB-407F-847A-7748CD445ECF}" type="pres">
      <dgm:prSet presAssocID="{1F4BF269-9776-4FDE-836B-1BFD1FFFEB55}" presName="hierChild4" presStyleCnt="0"/>
      <dgm:spPr/>
    </dgm:pt>
    <dgm:pt modelId="{CA37CAC8-8892-428A-91D9-25641F87D7D1}" type="pres">
      <dgm:prSet presAssocID="{1F4BF269-9776-4FDE-836B-1BFD1FFFEB55}" presName="hierChild5" presStyleCnt="0"/>
      <dgm:spPr/>
    </dgm:pt>
    <dgm:pt modelId="{90166678-F7FF-43B2-AE5E-A7A069981C96}" type="pres">
      <dgm:prSet presAssocID="{904E60C2-5867-4A0C-AC7C-C3BEEF1C869C}" presName="Name37" presStyleLbl="parChTrans1D3" presStyleIdx="13" presStyleCnt="15"/>
      <dgm:spPr/>
    </dgm:pt>
    <dgm:pt modelId="{CA74B1BA-5705-40CF-B995-9113BB34BA27}" type="pres">
      <dgm:prSet presAssocID="{2804CE10-C69E-41B0-9249-EF124685AAD5}" presName="hierRoot2" presStyleCnt="0">
        <dgm:presLayoutVars>
          <dgm:hierBranch val="init"/>
        </dgm:presLayoutVars>
      </dgm:prSet>
      <dgm:spPr/>
    </dgm:pt>
    <dgm:pt modelId="{FF680E68-0236-43CD-9DBE-F9E03563302C}" type="pres">
      <dgm:prSet presAssocID="{2804CE10-C69E-41B0-9249-EF124685AAD5}" presName="rootComposite" presStyleCnt="0"/>
      <dgm:spPr/>
    </dgm:pt>
    <dgm:pt modelId="{C2F4AD6A-DBE2-4074-9743-69F74AC3C11B}" type="pres">
      <dgm:prSet presAssocID="{2804CE10-C69E-41B0-9249-EF124685AAD5}" presName="rootText" presStyleLbl="node3" presStyleIdx="13" presStyleCnt="15" custScaleX="156007">
        <dgm:presLayoutVars>
          <dgm:chPref val="3"/>
        </dgm:presLayoutVars>
      </dgm:prSet>
      <dgm:spPr/>
      <dgm:t>
        <a:bodyPr/>
        <a:lstStyle/>
        <a:p>
          <a:endParaRPr lang="en-US"/>
        </a:p>
      </dgm:t>
    </dgm:pt>
    <dgm:pt modelId="{EE3D2AD3-4862-43B7-BDFE-0A09A43AE157}" type="pres">
      <dgm:prSet presAssocID="{2804CE10-C69E-41B0-9249-EF124685AAD5}" presName="rootConnector" presStyleLbl="node3" presStyleIdx="13" presStyleCnt="15"/>
      <dgm:spPr/>
      <dgm:t>
        <a:bodyPr/>
        <a:lstStyle/>
        <a:p>
          <a:endParaRPr lang="en-US"/>
        </a:p>
      </dgm:t>
    </dgm:pt>
    <dgm:pt modelId="{30F8C6D6-AFDD-4B06-831D-8E9761502015}" type="pres">
      <dgm:prSet presAssocID="{2804CE10-C69E-41B0-9249-EF124685AAD5}" presName="hierChild4" presStyleCnt="0"/>
      <dgm:spPr/>
    </dgm:pt>
    <dgm:pt modelId="{F710216C-FDF0-47C3-9298-8B21AD2964BC}" type="pres">
      <dgm:prSet presAssocID="{2804CE10-C69E-41B0-9249-EF124685AAD5}" presName="hierChild5" presStyleCnt="0"/>
      <dgm:spPr/>
    </dgm:pt>
    <dgm:pt modelId="{D8B7A73A-748A-44DD-9F5B-BC43245DD2F8}" type="pres">
      <dgm:prSet presAssocID="{2A14B91B-7159-438D-8B88-2A97915F03F8}" presName="Name37" presStyleLbl="parChTrans1D3" presStyleIdx="14" presStyleCnt="15"/>
      <dgm:spPr/>
    </dgm:pt>
    <dgm:pt modelId="{FB99E6E0-3D25-4344-8DFA-22F9C8A5DF1E}" type="pres">
      <dgm:prSet presAssocID="{08F5D5F6-8AAD-44C9-8867-06F0865AA980}" presName="hierRoot2" presStyleCnt="0">
        <dgm:presLayoutVars>
          <dgm:hierBranch val="init"/>
        </dgm:presLayoutVars>
      </dgm:prSet>
      <dgm:spPr/>
    </dgm:pt>
    <dgm:pt modelId="{3166435A-0729-4281-BB9D-7FCD93176A2C}" type="pres">
      <dgm:prSet presAssocID="{08F5D5F6-8AAD-44C9-8867-06F0865AA980}" presName="rootComposite" presStyleCnt="0"/>
      <dgm:spPr/>
    </dgm:pt>
    <dgm:pt modelId="{850B0851-BC69-41CD-B70C-7D67CE1417FE}" type="pres">
      <dgm:prSet presAssocID="{08F5D5F6-8AAD-44C9-8867-06F0865AA980}" presName="rootText" presStyleLbl="node3" presStyleIdx="14" presStyleCnt="15" custScaleX="156007">
        <dgm:presLayoutVars>
          <dgm:chPref val="3"/>
        </dgm:presLayoutVars>
      </dgm:prSet>
      <dgm:spPr/>
      <dgm:t>
        <a:bodyPr/>
        <a:lstStyle/>
        <a:p>
          <a:endParaRPr lang="en-US"/>
        </a:p>
      </dgm:t>
    </dgm:pt>
    <dgm:pt modelId="{0065F2F8-C066-4F77-A0C6-961C604A8D14}" type="pres">
      <dgm:prSet presAssocID="{08F5D5F6-8AAD-44C9-8867-06F0865AA980}" presName="rootConnector" presStyleLbl="node3" presStyleIdx="14" presStyleCnt="15"/>
      <dgm:spPr/>
      <dgm:t>
        <a:bodyPr/>
        <a:lstStyle/>
        <a:p>
          <a:endParaRPr lang="en-US"/>
        </a:p>
      </dgm:t>
    </dgm:pt>
    <dgm:pt modelId="{0AB14EA8-0AB6-4F42-AED9-200B627E40B3}" type="pres">
      <dgm:prSet presAssocID="{08F5D5F6-8AAD-44C9-8867-06F0865AA980}" presName="hierChild4" presStyleCnt="0"/>
      <dgm:spPr/>
    </dgm:pt>
    <dgm:pt modelId="{7614ABC1-7951-4564-B564-7A9F44FA0593}" type="pres">
      <dgm:prSet presAssocID="{08F5D5F6-8AAD-44C9-8867-06F0865AA980}" presName="hierChild5" presStyleCnt="0"/>
      <dgm:spPr/>
    </dgm:pt>
    <dgm:pt modelId="{9F816470-F765-4467-8BFE-055142852E76}" type="pres">
      <dgm:prSet presAssocID="{B8979EE1-0B76-49DF-94CB-E21FB2BFFE93}" presName="hierChild5" presStyleCnt="0"/>
      <dgm:spPr/>
    </dgm:pt>
    <dgm:pt modelId="{96DEF822-DC52-4FFC-82DA-389CD5B29657}" type="pres">
      <dgm:prSet presAssocID="{9E6404DC-1053-49D6-95EE-599A97C88DD3}" presName="hierChild3" presStyleCnt="0"/>
      <dgm:spPr/>
    </dgm:pt>
  </dgm:ptLst>
  <dgm:cxnLst>
    <dgm:cxn modelId="{8F71BDBE-4454-420F-AAF0-44167AEE4AE3}" srcId="{620DD3EC-BDCD-468B-B566-7FE2B848507E}" destId="{5323ECFE-A439-43DD-86F5-E223F3FF1605}" srcOrd="0" destOrd="0" parTransId="{8669EFF5-36FB-4F26-9073-0BC5CE3F32DD}" sibTransId="{493CCD4C-09F5-46EC-9CE6-108D35518D99}"/>
    <dgm:cxn modelId="{C80127BD-C543-45C3-B2A5-C98945B11548}" type="presOf" srcId="{F8E1DE71-A4A5-41FF-8BE9-E9A8E1884570}" destId="{224A573A-36FE-4730-9BDA-F36ACA13F0A2}" srcOrd="0" destOrd="0" presId="urn:microsoft.com/office/officeart/2005/8/layout/orgChart1"/>
    <dgm:cxn modelId="{EC96FCF7-6DB3-4310-9475-CBBF5492364F}" type="presOf" srcId="{BC1FE7BA-4D83-4CBC-84C2-9F6A9F230255}" destId="{996B8758-AFAB-4F0E-A1EE-C95DF13890DC}" srcOrd="0" destOrd="0" presId="urn:microsoft.com/office/officeart/2005/8/layout/orgChart1"/>
    <dgm:cxn modelId="{4484EBDA-39FA-4E97-A241-FC3B01900979}" type="presOf" srcId="{3AA17282-1753-4B63-97CE-DDD6874FD59A}" destId="{142E38A6-77E1-4D14-8832-D7BC17B584AA}" srcOrd="1" destOrd="0" presId="urn:microsoft.com/office/officeart/2005/8/layout/orgChart1"/>
    <dgm:cxn modelId="{4FF781EB-2EA8-4345-A067-82AF161876F6}" srcId="{B8979EE1-0B76-49DF-94CB-E21FB2BFFE93}" destId="{08F5D5F6-8AAD-44C9-8867-06F0865AA980}" srcOrd="3" destOrd="0" parTransId="{2A14B91B-7159-438D-8B88-2A97915F03F8}" sibTransId="{B45C9B12-1403-48BF-8412-89FB60111149}"/>
    <dgm:cxn modelId="{03ED93F4-6D9A-4E61-B39F-3104048E5745}" type="presOf" srcId="{5323ECFE-A439-43DD-86F5-E223F3FF1605}" destId="{823EE2B5-8CBA-4AE9-814C-6A86F7DE680B}" srcOrd="1" destOrd="0" presId="urn:microsoft.com/office/officeart/2005/8/layout/orgChart1"/>
    <dgm:cxn modelId="{48B66C75-1042-48F1-B286-C3A5488A4F7F}" type="presOf" srcId="{D5FF91A9-BC63-4A85-BBF2-F586033F5360}" destId="{C2B22F6C-47A4-4E8A-8A9A-D3071B476B71}"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B943DC54-87D9-49E6-8DBC-E7738D6E7B9B}" srcId="{620DD3EC-BDCD-468B-B566-7FE2B848507E}" destId="{39B0BB3B-4661-4636-A021-B8FD83617152}" srcOrd="3" destOrd="0" parTransId="{B3BA5601-C616-4CB8-8621-3A6F2446ECD1}" sibTransId="{7CABD03F-8520-4738-8E66-0AE43336A040}"/>
    <dgm:cxn modelId="{2C550363-EB36-4FE5-AF12-71D91A5F6FAF}" type="presOf" srcId="{74B2FC00-B400-4B56-847E-D22D46A236CB}" destId="{2DAE8613-CA75-4B2D-9E96-DEE05012251D}" srcOrd="0" destOrd="0" presId="urn:microsoft.com/office/officeart/2005/8/layout/orgChart1"/>
    <dgm:cxn modelId="{70207A22-9841-40E5-9553-DFE4E25462C2}" type="presOf" srcId="{00523DF2-D7FE-4162-B728-06CC71732650}" destId="{5A2149F5-C064-4D64-A17B-C55ACAB70DBB}" srcOrd="0" destOrd="0" presId="urn:microsoft.com/office/officeart/2005/8/layout/orgChart1"/>
    <dgm:cxn modelId="{E52BD301-7671-43CE-88DB-5A7F21565F5B}" type="presOf" srcId="{64531C03-ED99-47FF-B2B2-EBEB41B040F7}" destId="{E234FC0A-2E0C-4093-BD58-476620DCA462}"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C3EC9348-A428-4D88-8958-14EF10304218}" type="presOf" srcId="{08F5D5F6-8AAD-44C9-8867-06F0865AA980}" destId="{850B0851-BC69-41CD-B70C-7D67CE1417FE}" srcOrd="0" destOrd="0" presId="urn:microsoft.com/office/officeart/2005/8/layout/orgChart1"/>
    <dgm:cxn modelId="{D2C2F23D-DE8A-4443-8062-83D78BE25085}" type="presOf" srcId="{AB4314F9-89EF-40CA-9D22-A5DD2F943D02}" destId="{3CAC798C-6233-4B90-9D6C-EBCF96A82F6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DAD2A218-7301-4CFE-A844-32A1E39B291F}" type="presOf" srcId="{7BDCCC7F-C5C4-43DC-AF67-41272542EECF}" destId="{78B5C206-E409-456C-B0BD-58A349196686}"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C6DAC0A7-0EC4-4E28-8677-79E67A341141}" srcId="{9286A5EC-F2A9-487D-8BF1-B96EEEFD636B}" destId="{AB4314F9-89EF-40CA-9D22-A5DD2F943D02}" srcOrd="0" destOrd="0" parTransId="{CCE38E12-1726-4E98-BBB8-2D82FEE04A40}" sibTransId="{8B5C1FCE-3534-4E23-96E1-1CB9F05D0486}"/>
    <dgm:cxn modelId="{2992CA7D-D465-4871-A2B3-72C0E22348A4}" srcId="{B8979EE1-0B76-49DF-94CB-E21FB2BFFE93}" destId="{2804CE10-C69E-41B0-9249-EF124685AAD5}" srcOrd="2" destOrd="0" parTransId="{904E60C2-5867-4A0C-AC7C-C3BEEF1C869C}" sibTransId="{A21DE59C-299C-4CF4-8900-C1D1B22A43ED}"/>
    <dgm:cxn modelId="{D0EF4182-6C93-4D26-B294-B111AB1F913F}" type="presOf" srcId="{5323ECFE-A439-43DD-86F5-E223F3FF1605}" destId="{85A1316D-ED80-4577-B759-788B000317FB}" srcOrd="0" destOrd="0" presId="urn:microsoft.com/office/officeart/2005/8/layout/orgChart1"/>
    <dgm:cxn modelId="{2F1A8ECB-B2ED-426D-A2C1-DE5070DFCB4F}" srcId="{9286A5EC-F2A9-487D-8BF1-B96EEEFD636B}" destId="{3CE03E00-7020-4ACC-93F6-2A3B92BAB89B}" srcOrd="2" destOrd="0" parTransId="{41A69999-71D9-4ADF-B831-74E20BD4C1D9}" sibTransId="{ED2F577B-0CFA-4A39-8C7D-90C4587A0752}"/>
    <dgm:cxn modelId="{18C0B248-CAFA-4BE0-8E82-DC067C692D04}" type="presOf" srcId="{620DD3EC-BDCD-468B-B566-7FE2B848507E}" destId="{1999F93D-C5E3-4B58-A38A-C971B5C1871B}" srcOrd="1" destOrd="0" presId="urn:microsoft.com/office/officeart/2005/8/layout/orgChart1"/>
    <dgm:cxn modelId="{498383AA-9A06-4784-AD2A-C4DFFE3B9AF3}" type="presOf" srcId="{7CE26A5C-460F-4AA1-9D0F-D7A7C144ED98}" destId="{01098325-5C02-499C-B4E0-696A0A10964B}" srcOrd="0" destOrd="0" presId="urn:microsoft.com/office/officeart/2005/8/layout/orgChart1"/>
    <dgm:cxn modelId="{31487898-4370-4758-9190-D708027E1F4C}" srcId="{9286A5EC-F2A9-487D-8BF1-B96EEEFD636B}" destId="{D5FF91A9-BC63-4A85-BBF2-F586033F5360}" srcOrd="3" destOrd="0" parTransId="{F8E1DE71-A4A5-41FF-8BE9-E9A8E1884570}" sibTransId="{749C2BB5-A586-4F7B-A576-872C0C318F0A}"/>
    <dgm:cxn modelId="{7D9C1D7C-4D0D-4391-A574-D0C46B3AC631}" type="presOf" srcId="{39B0BB3B-4661-4636-A021-B8FD83617152}" destId="{0FCBD5BE-64A0-4754-ABB8-DA79E3B08279}"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F71DEF05-0776-4E9C-8242-F6CA5CDAE21D}" type="presOf" srcId="{620DD3EC-BDCD-468B-B566-7FE2B848507E}" destId="{02B28F85-DE51-42FF-859E-1DD3A478F426}"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D125915B-B65D-457E-A82D-634BD810A910}" type="presOf" srcId="{CCE38E12-1726-4E98-BBB8-2D82FEE04A40}" destId="{2CE3E140-6CAA-4F2F-89BC-3CF14A6A11A7}" srcOrd="0" destOrd="0" presId="urn:microsoft.com/office/officeart/2005/8/layout/orgChart1"/>
    <dgm:cxn modelId="{81D64172-A5C2-4F8F-A0A8-9CFFBFF0EA36}" type="presOf" srcId="{00523DF2-D7FE-4162-B728-06CC71732650}" destId="{5015EEAF-64C3-4C46-8ACF-FEF08E34A0FC}" srcOrd="1" destOrd="0" presId="urn:microsoft.com/office/officeart/2005/8/layout/orgChart1"/>
    <dgm:cxn modelId="{9DABB44F-B42B-443F-9E2F-FFD3DF781252}" srcId="{9E6404DC-1053-49D6-95EE-599A97C88DD3}" destId="{B8979EE1-0B76-49DF-94CB-E21FB2BFFE93}" srcOrd="2" destOrd="0" parTransId="{465E99B4-164C-4BAE-9F07-11FC02BDF1C0}" sibTransId="{A52399AA-C95C-41D6-976A-0B5DE871750C}"/>
    <dgm:cxn modelId="{5B5C6E2B-D947-44FC-AFDD-A2172447CA13}" type="presOf" srcId="{465E99B4-164C-4BAE-9F07-11FC02BDF1C0}" destId="{F35E2B4E-A03A-4CEC-8313-CD85481B51A2}" srcOrd="0" destOrd="0" presId="urn:microsoft.com/office/officeart/2005/8/layout/orgChart1"/>
    <dgm:cxn modelId="{3C887E5A-43E8-4B88-A686-E9A2EA7A89AB}" type="presOf" srcId="{AB4314F9-89EF-40CA-9D22-A5DD2F943D02}" destId="{5BCA17CD-0E97-4E88-B736-89B4C4698DF0}" srcOrd="1" destOrd="0" presId="urn:microsoft.com/office/officeart/2005/8/layout/orgChart1"/>
    <dgm:cxn modelId="{E87E82F9-3176-44BD-8DE9-7B313D36B8B1}" type="presOf" srcId="{904E60C2-5867-4A0C-AC7C-C3BEEF1C869C}" destId="{90166678-F7FF-43B2-AE5E-A7A069981C96}" srcOrd="0" destOrd="0" presId="urn:microsoft.com/office/officeart/2005/8/layout/orgChart1"/>
    <dgm:cxn modelId="{FA4130B7-CDBF-4F88-A466-8184793A0405}" srcId="{9286A5EC-F2A9-487D-8BF1-B96EEEFD636B}" destId="{64531C03-ED99-47FF-B2B2-EBEB41B040F7}" srcOrd="4" destOrd="0" parTransId="{2CE2E0E3-3D6C-4566-940C-2D38C0486DC6}" sibTransId="{658B43C6-414F-4475-987E-3A725FC6B66A}"/>
    <dgm:cxn modelId="{5C11C8C1-FF1E-44D5-BF81-3EB000608647}" type="presOf" srcId="{906448A4-7E12-440B-87AF-E8F2EA1217BC}" destId="{DAAB61AF-14B8-41F7-8AEE-08B809A71EA5}" srcOrd="1" destOrd="0" presId="urn:microsoft.com/office/officeart/2005/8/layout/orgChart1"/>
    <dgm:cxn modelId="{7BD7B23A-E1A1-4BB7-9AC7-C344D7F0EA1F}" type="presOf" srcId="{D6635552-370C-4FD5-A4C4-A1F4527638C8}" destId="{D6403388-DD22-4A5F-B724-FAF301CA200E}"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25ACCD89-7DB7-4034-A3DC-CE84CE42415C}" type="presOf" srcId="{C3DCF165-BA56-4235-91CF-93C2156C5C2D}" destId="{54460D34-6C02-43E6-9344-E0D477FE27C6}" srcOrd="0" destOrd="0" presId="urn:microsoft.com/office/officeart/2005/8/layout/orgChart1"/>
    <dgm:cxn modelId="{58B2339F-5050-44D7-9A73-4A2071DA9383}" type="presOf" srcId="{6078D879-48D1-4867-860F-27AA716F7E13}" destId="{66666B8F-37B3-4502-96F6-DA600C8D2357}" srcOrd="0" destOrd="0" presId="urn:microsoft.com/office/officeart/2005/8/layout/orgChart1"/>
    <dgm:cxn modelId="{F49DEBDE-F243-4D0C-BD03-BF4AF8E84250}" type="presOf" srcId="{826F0C0B-927E-47D1-AC5E-AB52109C7EEB}" destId="{654873FB-6A43-42BF-B3EC-A732DD57818A}" srcOrd="0" destOrd="0" presId="urn:microsoft.com/office/officeart/2005/8/layout/orgChart1"/>
    <dgm:cxn modelId="{BE16EF7C-65DC-4402-928B-C5AE15F870EE}" type="presOf" srcId="{41A69999-71D9-4ADF-B831-74E20BD4C1D9}" destId="{7AFD141F-D981-4B40-BB39-ED9AB6B3D0EB}" srcOrd="0" destOrd="0" presId="urn:microsoft.com/office/officeart/2005/8/layout/orgChart1"/>
    <dgm:cxn modelId="{2157376B-5A90-49B5-BA5B-2095F89BDFAA}" type="presOf" srcId="{2A14B91B-7159-438D-8B88-2A97915F03F8}" destId="{D8B7A73A-748A-44DD-9F5B-BC43245DD2F8}" srcOrd="0" destOrd="0" presId="urn:microsoft.com/office/officeart/2005/8/layout/orgChart1"/>
    <dgm:cxn modelId="{90329A16-AD36-4921-B09D-CF60F0B13B8B}" srcId="{620DD3EC-BDCD-468B-B566-7FE2B848507E}" destId="{F78B36B6-C3F9-4439-A200-1AEB0E0DBAA9}" srcOrd="1" destOrd="0" parTransId="{7F2C9D47-5FAA-41C1-87C8-1CB5814445D1}" sibTransId="{92CD20BA-43B2-4F9C-8BD6-CA823CF89FE0}"/>
    <dgm:cxn modelId="{79949285-A8D0-47E4-BB64-B4E610B80A90}" type="presOf" srcId="{2CE2E0E3-3D6C-4566-940C-2D38C0486DC6}" destId="{64277607-9E8D-4464-8DB9-0177332BB7F5}" srcOrd="0" destOrd="0" presId="urn:microsoft.com/office/officeart/2005/8/layout/orgChart1"/>
    <dgm:cxn modelId="{879933A5-C5C7-48C2-AF38-2AA13FB11BAE}" type="presOf" srcId="{39B0BB3B-4661-4636-A021-B8FD83617152}" destId="{FD8F6A7D-79AA-4C78-B130-D94B5C166E87}" srcOrd="0" destOrd="0" presId="urn:microsoft.com/office/officeart/2005/8/layout/orgChart1"/>
    <dgm:cxn modelId="{357EDFCC-7F42-4751-B530-0D1E457DE5F4}" srcId="{9286A5EC-F2A9-487D-8BF1-B96EEEFD636B}" destId="{7CE26A5C-460F-4AA1-9D0F-D7A7C144ED98}" srcOrd="5" destOrd="0" parTransId="{74B2FC00-B400-4B56-847E-D22D46A236CB}" sibTransId="{CF898098-FEB6-477D-B045-9D365C706A30}"/>
    <dgm:cxn modelId="{C8C14DD7-DCE4-4866-A7C2-A23CB7D9E072}" type="presOf" srcId="{7CE26A5C-460F-4AA1-9D0F-D7A7C144ED98}" destId="{00458DDB-9F72-4B5D-936D-9E0B525F29AB}" srcOrd="1" destOrd="0" presId="urn:microsoft.com/office/officeart/2005/8/layout/orgChart1"/>
    <dgm:cxn modelId="{42438E51-B11A-4F72-AD16-4A4934B69474}" type="presOf" srcId="{3AA17282-1753-4B63-97CE-DDD6874FD59A}" destId="{B31E0076-5429-4328-B58C-D14D9FD3F8DD}" srcOrd="0" destOrd="0" presId="urn:microsoft.com/office/officeart/2005/8/layout/orgChart1"/>
    <dgm:cxn modelId="{EF700929-D23D-4EF1-9E32-180BC7DCA27F}" type="presOf" srcId="{3CE03E00-7020-4ACC-93F6-2A3B92BAB89B}" destId="{657282B3-D4FB-4AFA-8CED-80E7FE036EF5}" srcOrd="0" destOrd="0" presId="urn:microsoft.com/office/officeart/2005/8/layout/orgChart1"/>
    <dgm:cxn modelId="{4DB18F8D-7717-4786-94A1-410326CE8302}" type="presOf" srcId="{3CE03E00-7020-4ACC-93F6-2A3B92BAB89B}" destId="{77450FC5-1A0F-4C5A-94F4-C936A2927F3F}" srcOrd="1" destOrd="0" presId="urn:microsoft.com/office/officeart/2005/8/layout/orgChart1"/>
    <dgm:cxn modelId="{E582C3CD-AEAF-42BC-8A2C-590454992E75}" type="presOf" srcId="{906448A4-7E12-440B-87AF-E8F2EA1217BC}" destId="{9D9B531C-5C88-4B53-94BC-3022DA1ED7F6}" srcOrd="0" destOrd="0" presId="urn:microsoft.com/office/officeart/2005/8/layout/orgChart1"/>
    <dgm:cxn modelId="{A7D3D15F-A10B-4348-95EA-1AE6A20A3809}" srcId="{B8979EE1-0B76-49DF-94CB-E21FB2BFFE93}" destId="{6078D879-48D1-4867-860F-27AA716F7E13}" srcOrd="0" destOrd="0" parTransId="{D6635552-370C-4FD5-A4C4-A1F4527638C8}" sibTransId="{8DDCDB5C-173E-4BFC-9E6F-EA74DF597B03}"/>
    <dgm:cxn modelId="{07AB8472-A651-48C8-9CF2-00815F444309}" type="presOf" srcId="{9E6404DC-1053-49D6-95EE-599A97C88DD3}" destId="{0F3C8968-31FF-46A5-BCB3-A2E771257413}" srcOrd="0" destOrd="0" presId="urn:microsoft.com/office/officeart/2005/8/layout/orgChart1"/>
    <dgm:cxn modelId="{0E693773-F59F-43B8-9893-4D0E2AE9189F}" type="presOf" srcId="{1F4BF269-9776-4FDE-836B-1BFD1FFFEB55}" destId="{FD76D8C5-59C9-4CC8-A630-FA2532A1F2CD}" srcOrd="0"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9DF49C2C-582E-414B-B59B-84C1FE8F200E}" type="presOf" srcId="{F78B36B6-C3F9-4439-A200-1AEB0E0DBAA9}" destId="{A3663C7C-D1A2-4B80-864A-E75D535CFA53}" srcOrd="1" destOrd="0" presId="urn:microsoft.com/office/officeart/2005/8/layout/orgChart1"/>
    <dgm:cxn modelId="{34E1025D-8BEF-4575-9E39-4FA2D1E66E87}" type="presOf" srcId="{B8979EE1-0B76-49DF-94CB-E21FB2BFFE93}" destId="{3974D9EF-2642-4EA6-B022-A6FB2F4B3087}" srcOrd="0" destOrd="0" presId="urn:microsoft.com/office/officeart/2005/8/layout/orgChart1"/>
    <dgm:cxn modelId="{E7158667-8582-4C2D-9FB8-D0648B8BB3A5}" type="presOf" srcId="{D5FF91A9-BC63-4A85-BBF2-F586033F5360}" destId="{28642D5E-5ADC-4333-9250-17E5E4DE45C5}" srcOrd="0" destOrd="0" presId="urn:microsoft.com/office/officeart/2005/8/layout/orgChart1"/>
    <dgm:cxn modelId="{D06E9E51-9359-44A3-8714-70EADCED0589}" type="presOf" srcId="{6078D879-48D1-4867-860F-27AA716F7E13}" destId="{A698D77F-66DC-43FF-8752-BEABC4E40D42}" srcOrd="1" destOrd="0" presId="urn:microsoft.com/office/officeart/2005/8/layout/orgChart1"/>
    <dgm:cxn modelId="{780C0CB3-4E07-463A-9AD2-CD361D153CB2}" type="presOf" srcId="{64531C03-ED99-47FF-B2B2-EBEB41B040F7}" destId="{0CEA8DFF-E279-499A-9695-2C2CB8413042}" srcOrd="1" destOrd="0" presId="urn:microsoft.com/office/officeart/2005/8/layout/orgChart1"/>
    <dgm:cxn modelId="{FF0C01CE-9983-445B-ADB2-7A664A527960}" srcId="{9286A5EC-F2A9-487D-8BF1-B96EEEFD636B}" destId="{00523DF2-D7FE-4162-B728-06CC71732650}" srcOrd="6" destOrd="0" parTransId="{7BDCCC7F-C5C4-43DC-AF67-41272542EECF}" sibTransId="{05476AEB-9C4B-4ECA-BC45-7F89D01B4BC8}"/>
    <dgm:cxn modelId="{FD0CF03D-E447-4E0A-857A-47EDD9145855}" srcId="{9286A5EC-F2A9-487D-8BF1-B96EEEFD636B}" destId="{906448A4-7E12-440B-87AF-E8F2EA1217BC}" srcOrd="1" destOrd="0" parTransId="{826F0C0B-927E-47D1-AC5E-AB52109C7EEB}" sibTransId="{37134239-8514-4CF0-BB8E-4E6FE2177D27}"/>
    <dgm:cxn modelId="{66C0A0C4-B1CE-4B22-99E4-8E69278EBDD5}" type="presOf" srcId="{B3BA5601-C616-4CB8-8621-3A6F2446ECD1}" destId="{42EC9D5E-426D-42B2-8A01-2309463C75EE}" srcOrd="0" destOrd="0" presId="urn:microsoft.com/office/officeart/2005/8/layout/orgChart1"/>
    <dgm:cxn modelId="{33FC4E4D-D279-44F8-B4E6-670B0DBF6C93}" type="presOf" srcId="{8669EFF5-36FB-4F26-9073-0BC5CE3F32DD}" destId="{3E83B12F-F2D0-401E-97A0-DA19B14C1332}" srcOrd="0" destOrd="0" presId="urn:microsoft.com/office/officeart/2005/8/layout/orgChart1"/>
    <dgm:cxn modelId="{3AE305AA-2FC9-4984-8146-4C936C59C35B}" srcId="{620DD3EC-BDCD-468B-B566-7FE2B848507E}" destId="{3AA17282-1753-4B63-97CE-DDD6874FD59A}" srcOrd="2" destOrd="0" parTransId="{BC1FE7BA-4D83-4CBC-84C2-9F6A9F230255}" sibTransId="{BB320FFB-31CC-48BC-84E1-8210F1C6503C}"/>
    <dgm:cxn modelId="{E57A7F8F-DC04-4DFA-AC97-1AD776A104B3}" srcId="{B8979EE1-0B76-49DF-94CB-E21FB2BFFE93}" destId="{1F4BF269-9776-4FDE-836B-1BFD1FFFEB55}" srcOrd="1" destOrd="0" parTransId="{C3DCF165-BA56-4235-91CF-93C2156C5C2D}" sibTransId="{73503808-3A39-4F4C-AF54-F9872A6CBB0E}"/>
    <dgm:cxn modelId="{B4CF2B12-F24F-4BF8-A3DD-43D81EC3767D}" type="presOf" srcId="{2804CE10-C69E-41B0-9249-EF124685AAD5}" destId="{EE3D2AD3-4862-43B7-BDFE-0A09A43AE157}" srcOrd="1" destOrd="0" presId="urn:microsoft.com/office/officeart/2005/8/layout/orgChart1"/>
    <dgm:cxn modelId="{B8F67EF3-85F4-4BBF-A9D2-50C93FD123A4}" type="presOf" srcId="{F78B36B6-C3F9-4439-A200-1AEB0E0DBAA9}" destId="{D40D3D2B-DA3A-487C-BB93-30263B47ED17}"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8A6AE29B-9BAB-4C0A-9D4E-CAF45400750C}" type="presOf" srcId="{2804CE10-C69E-41B0-9249-EF124685AAD5}" destId="{C2F4AD6A-DBE2-4074-9743-69F74AC3C11B}" srcOrd="0" destOrd="0" presId="urn:microsoft.com/office/officeart/2005/8/layout/orgChart1"/>
    <dgm:cxn modelId="{9A82000C-61C9-4099-A3C1-EABEE2470C58}" type="presOf" srcId="{B8979EE1-0B76-49DF-94CB-E21FB2BFFE93}" destId="{3171E5CA-E43A-470A-B942-64771F94AC4C}" srcOrd="1" destOrd="0" presId="urn:microsoft.com/office/officeart/2005/8/layout/orgChart1"/>
    <dgm:cxn modelId="{CFCB5916-B269-4BC3-96A4-C455A55BAD40}" type="presOf" srcId="{7F2C9D47-5FAA-41C1-87C8-1CB5814445D1}" destId="{C234620B-96CD-41A7-827F-86BBED84F457}" srcOrd="0" destOrd="0" presId="urn:microsoft.com/office/officeart/2005/8/layout/orgChart1"/>
    <dgm:cxn modelId="{B0DB3260-E0E6-4DF5-B426-0071C6FE7467}" type="presOf" srcId="{08F5D5F6-8AAD-44C9-8867-06F0865AA980}" destId="{0065F2F8-C066-4F77-A0C6-961C604A8D14}" srcOrd="1" destOrd="0" presId="urn:microsoft.com/office/officeart/2005/8/layout/orgChart1"/>
    <dgm:cxn modelId="{A7BF0A27-3563-477C-B92F-EC853370B2F8}" type="presOf" srcId="{1F4BF269-9776-4FDE-836B-1BFD1FFFEB55}" destId="{F7A198F9-0BEA-4AF9-9827-7045CFB69E99}"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E39054CD-E81D-40A9-A8CD-11372FEA8F7D}" type="presParOf" srcId="{C9264EDA-91B6-4FAE-AFE6-AFC29BE66386}" destId="{2CE3E140-6CAA-4F2F-89BC-3CF14A6A11A7}" srcOrd="0" destOrd="0" presId="urn:microsoft.com/office/officeart/2005/8/layout/orgChart1"/>
    <dgm:cxn modelId="{06755A76-7183-48DC-ACF6-37331D820E0E}" type="presParOf" srcId="{C9264EDA-91B6-4FAE-AFE6-AFC29BE66386}" destId="{CFAE3325-6450-402C-9E24-77576E103685}" srcOrd="1" destOrd="0" presId="urn:microsoft.com/office/officeart/2005/8/layout/orgChart1"/>
    <dgm:cxn modelId="{F57A35AD-0931-4ABE-A248-2D95E02BEE68}" type="presParOf" srcId="{CFAE3325-6450-402C-9E24-77576E103685}" destId="{B4BDB0D8-D5E9-4298-A2E4-895877260634}" srcOrd="0" destOrd="0" presId="urn:microsoft.com/office/officeart/2005/8/layout/orgChart1"/>
    <dgm:cxn modelId="{56B0AFB9-FDBB-49DC-BD63-273769CE8166}" type="presParOf" srcId="{B4BDB0D8-D5E9-4298-A2E4-895877260634}" destId="{3CAC798C-6233-4B90-9D6C-EBCF96A82F66}" srcOrd="0" destOrd="0" presId="urn:microsoft.com/office/officeart/2005/8/layout/orgChart1"/>
    <dgm:cxn modelId="{F767297D-C172-481A-8FC5-01F3200BF7DE}" type="presParOf" srcId="{B4BDB0D8-D5E9-4298-A2E4-895877260634}" destId="{5BCA17CD-0E97-4E88-B736-89B4C4698DF0}" srcOrd="1" destOrd="0" presId="urn:microsoft.com/office/officeart/2005/8/layout/orgChart1"/>
    <dgm:cxn modelId="{C5F4986C-E634-4B63-A81D-BBDD050D9BBA}" type="presParOf" srcId="{CFAE3325-6450-402C-9E24-77576E103685}" destId="{7178506E-9F57-45F6-BC9E-EDD1EA0CB973}" srcOrd="1" destOrd="0" presId="urn:microsoft.com/office/officeart/2005/8/layout/orgChart1"/>
    <dgm:cxn modelId="{C46A6CB2-97C4-4FE2-B423-84C9816D0931}" type="presParOf" srcId="{CFAE3325-6450-402C-9E24-77576E103685}" destId="{B404708A-9C28-4CB0-AC60-8B77C70B1421}" srcOrd="2" destOrd="0" presId="urn:microsoft.com/office/officeart/2005/8/layout/orgChart1"/>
    <dgm:cxn modelId="{CF103C50-AF00-4A97-86D3-ACC0AF070611}" type="presParOf" srcId="{C9264EDA-91B6-4FAE-AFE6-AFC29BE66386}" destId="{654873FB-6A43-42BF-B3EC-A732DD57818A}" srcOrd="2" destOrd="0" presId="urn:microsoft.com/office/officeart/2005/8/layout/orgChart1"/>
    <dgm:cxn modelId="{6DA9BA5A-5330-463B-B745-C70508D35894}" type="presParOf" srcId="{C9264EDA-91B6-4FAE-AFE6-AFC29BE66386}" destId="{9F94A013-0649-45B9-A17C-5981D7204CC4}" srcOrd="3" destOrd="0" presId="urn:microsoft.com/office/officeart/2005/8/layout/orgChart1"/>
    <dgm:cxn modelId="{37AD0734-71A3-4CB6-B7EF-9AC4BC823872}" type="presParOf" srcId="{9F94A013-0649-45B9-A17C-5981D7204CC4}" destId="{652071F3-B8DE-4E88-A6FE-84AF6E49BDFD}" srcOrd="0" destOrd="0" presId="urn:microsoft.com/office/officeart/2005/8/layout/orgChart1"/>
    <dgm:cxn modelId="{157341C6-BF60-4BA3-95E5-F3274BA0FAE2}" type="presParOf" srcId="{652071F3-B8DE-4E88-A6FE-84AF6E49BDFD}" destId="{9D9B531C-5C88-4B53-94BC-3022DA1ED7F6}" srcOrd="0" destOrd="0" presId="urn:microsoft.com/office/officeart/2005/8/layout/orgChart1"/>
    <dgm:cxn modelId="{1BD3BAFD-F698-4369-918B-8F50D430AE27}" type="presParOf" srcId="{652071F3-B8DE-4E88-A6FE-84AF6E49BDFD}" destId="{DAAB61AF-14B8-41F7-8AEE-08B809A71EA5}" srcOrd="1" destOrd="0" presId="urn:microsoft.com/office/officeart/2005/8/layout/orgChart1"/>
    <dgm:cxn modelId="{4E7F798B-C6CA-4790-9DD9-DC9BC5CF0A28}" type="presParOf" srcId="{9F94A013-0649-45B9-A17C-5981D7204CC4}" destId="{EB96F033-595B-4392-86DB-03A1B08C5C39}" srcOrd="1" destOrd="0" presId="urn:microsoft.com/office/officeart/2005/8/layout/orgChart1"/>
    <dgm:cxn modelId="{B51E34A0-4AE7-4116-B653-451B3EFC80E0}" type="presParOf" srcId="{9F94A013-0649-45B9-A17C-5981D7204CC4}" destId="{FA1F73D9-6C95-4F1E-BFE1-7D8472156BF7}" srcOrd="2" destOrd="0" presId="urn:microsoft.com/office/officeart/2005/8/layout/orgChart1"/>
    <dgm:cxn modelId="{6C8DC115-4D9F-4A64-A930-D8C6E87C1E6E}" type="presParOf" srcId="{C9264EDA-91B6-4FAE-AFE6-AFC29BE66386}" destId="{7AFD141F-D981-4B40-BB39-ED9AB6B3D0EB}" srcOrd="4" destOrd="0" presId="urn:microsoft.com/office/officeart/2005/8/layout/orgChart1"/>
    <dgm:cxn modelId="{5F7C27DE-30AD-4CE6-96ED-ED8513B75103}" type="presParOf" srcId="{C9264EDA-91B6-4FAE-AFE6-AFC29BE66386}" destId="{1D40D5EE-7F6B-4F11-9DDA-A5060DCB770C}" srcOrd="5" destOrd="0" presId="urn:microsoft.com/office/officeart/2005/8/layout/orgChart1"/>
    <dgm:cxn modelId="{7B0FC904-D7E6-479C-AD2D-350B7B620C63}" type="presParOf" srcId="{1D40D5EE-7F6B-4F11-9DDA-A5060DCB770C}" destId="{611D438D-819E-4988-A1F4-1A747A78C893}" srcOrd="0" destOrd="0" presId="urn:microsoft.com/office/officeart/2005/8/layout/orgChart1"/>
    <dgm:cxn modelId="{5A126250-E864-4D1E-9757-EDB17405FAE0}" type="presParOf" srcId="{611D438D-819E-4988-A1F4-1A747A78C893}" destId="{657282B3-D4FB-4AFA-8CED-80E7FE036EF5}" srcOrd="0" destOrd="0" presId="urn:microsoft.com/office/officeart/2005/8/layout/orgChart1"/>
    <dgm:cxn modelId="{E4E77688-18CB-406A-A5A5-2482DC61E256}" type="presParOf" srcId="{611D438D-819E-4988-A1F4-1A747A78C893}" destId="{77450FC5-1A0F-4C5A-94F4-C936A2927F3F}" srcOrd="1" destOrd="0" presId="urn:microsoft.com/office/officeart/2005/8/layout/orgChart1"/>
    <dgm:cxn modelId="{8CCF01AE-18A6-46DE-8991-92261EB4E8E3}" type="presParOf" srcId="{1D40D5EE-7F6B-4F11-9DDA-A5060DCB770C}" destId="{3A772F01-DD00-463B-87C5-AC19D0BC3DA6}" srcOrd="1" destOrd="0" presId="urn:microsoft.com/office/officeart/2005/8/layout/orgChart1"/>
    <dgm:cxn modelId="{3A6E373E-78C3-413E-964F-2DDA61FD2977}" type="presParOf" srcId="{1D40D5EE-7F6B-4F11-9DDA-A5060DCB770C}" destId="{D8FBED93-3BC0-40A9-A5B3-244794B578AE}" srcOrd="2" destOrd="0" presId="urn:microsoft.com/office/officeart/2005/8/layout/orgChart1"/>
    <dgm:cxn modelId="{88D81C90-EEB7-42DA-B442-14B57B81E406}" type="presParOf" srcId="{C9264EDA-91B6-4FAE-AFE6-AFC29BE66386}" destId="{224A573A-36FE-4730-9BDA-F36ACA13F0A2}" srcOrd="6" destOrd="0" presId="urn:microsoft.com/office/officeart/2005/8/layout/orgChart1"/>
    <dgm:cxn modelId="{A50C9C2C-C2F5-4608-8462-AB58A265DEBC}" type="presParOf" srcId="{C9264EDA-91B6-4FAE-AFE6-AFC29BE66386}" destId="{FB46B7EA-1D92-4DA0-9D20-023AA8AB2214}" srcOrd="7" destOrd="0" presId="urn:microsoft.com/office/officeart/2005/8/layout/orgChart1"/>
    <dgm:cxn modelId="{D744F1C8-73B3-44CF-B4F7-4FC7AFE3A8C7}" type="presParOf" srcId="{FB46B7EA-1D92-4DA0-9D20-023AA8AB2214}" destId="{29BCC76D-F5CB-4D34-808A-E5A2C651F8D0}" srcOrd="0" destOrd="0" presId="urn:microsoft.com/office/officeart/2005/8/layout/orgChart1"/>
    <dgm:cxn modelId="{3F0F7FF4-A28F-4C62-BA19-188F5AE12BC9}" type="presParOf" srcId="{29BCC76D-F5CB-4D34-808A-E5A2C651F8D0}" destId="{28642D5E-5ADC-4333-9250-17E5E4DE45C5}" srcOrd="0" destOrd="0" presId="urn:microsoft.com/office/officeart/2005/8/layout/orgChart1"/>
    <dgm:cxn modelId="{1F7B7722-DC0E-4F9B-92AA-4BA24F54580E}" type="presParOf" srcId="{29BCC76D-F5CB-4D34-808A-E5A2C651F8D0}" destId="{C2B22F6C-47A4-4E8A-8A9A-D3071B476B71}" srcOrd="1" destOrd="0" presId="urn:microsoft.com/office/officeart/2005/8/layout/orgChart1"/>
    <dgm:cxn modelId="{7C1117E5-8985-4B07-9764-A7865EC9BED1}" type="presParOf" srcId="{FB46B7EA-1D92-4DA0-9D20-023AA8AB2214}" destId="{41E381B9-425F-4F47-AE8A-D745D1382B46}" srcOrd="1" destOrd="0" presId="urn:microsoft.com/office/officeart/2005/8/layout/orgChart1"/>
    <dgm:cxn modelId="{D70363F5-0731-409C-A642-891B6DE994E2}" type="presParOf" srcId="{FB46B7EA-1D92-4DA0-9D20-023AA8AB2214}" destId="{F84225AA-FCB0-4DD4-B25F-AF73A39F9541}" srcOrd="2" destOrd="0" presId="urn:microsoft.com/office/officeart/2005/8/layout/orgChart1"/>
    <dgm:cxn modelId="{815322A1-5D1B-4A4A-A613-077612340518}" type="presParOf" srcId="{C9264EDA-91B6-4FAE-AFE6-AFC29BE66386}" destId="{64277607-9E8D-4464-8DB9-0177332BB7F5}" srcOrd="8" destOrd="0" presId="urn:microsoft.com/office/officeart/2005/8/layout/orgChart1"/>
    <dgm:cxn modelId="{4CE9BEC7-5BAA-4349-8BEA-7FFDBB3768BB}" type="presParOf" srcId="{C9264EDA-91B6-4FAE-AFE6-AFC29BE66386}" destId="{ABC28699-A01A-4D77-A3FA-77DDEBB308EE}" srcOrd="9" destOrd="0" presId="urn:microsoft.com/office/officeart/2005/8/layout/orgChart1"/>
    <dgm:cxn modelId="{E022397A-5B12-4155-9E95-52FF621DE073}" type="presParOf" srcId="{ABC28699-A01A-4D77-A3FA-77DDEBB308EE}" destId="{2125B6C9-1D05-4D55-8532-58B63A37B29D}" srcOrd="0" destOrd="0" presId="urn:microsoft.com/office/officeart/2005/8/layout/orgChart1"/>
    <dgm:cxn modelId="{4B30C563-C035-4176-8009-FF2349B0096D}" type="presParOf" srcId="{2125B6C9-1D05-4D55-8532-58B63A37B29D}" destId="{E234FC0A-2E0C-4093-BD58-476620DCA462}" srcOrd="0" destOrd="0" presId="urn:microsoft.com/office/officeart/2005/8/layout/orgChart1"/>
    <dgm:cxn modelId="{8F4D4F44-D313-416E-AA50-AB02A06E5FBC}" type="presParOf" srcId="{2125B6C9-1D05-4D55-8532-58B63A37B29D}" destId="{0CEA8DFF-E279-499A-9695-2C2CB8413042}" srcOrd="1" destOrd="0" presId="urn:microsoft.com/office/officeart/2005/8/layout/orgChart1"/>
    <dgm:cxn modelId="{20475A4B-B1AD-44CD-9115-E23CEAE375AB}" type="presParOf" srcId="{ABC28699-A01A-4D77-A3FA-77DDEBB308EE}" destId="{2BBE0452-423F-40AD-8545-084249CCF1A5}" srcOrd="1" destOrd="0" presId="urn:microsoft.com/office/officeart/2005/8/layout/orgChart1"/>
    <dgm:cxn modelId="{E0A052D7-936D-464A-83FF-AB24C3883959}" type="presParOf" srcId="{ABC28699-A01A-4D77-A3FA-77DDEBB308EE}" destId="{EA0CE8BB-837E-49E9-8F61-D649E60DDC91}" srcOrd="2" destOrd="0" presId="urn:microsoft.com/office/officeart/2005/8/layout/orgChart1"/>
    <dgm:cxn modelId="{6F67BA0A-9D12-4BFA-AABB-6A5FAF7393AE}" type="presParOf" srcId="{C9264EDA-91B6-4FAE-AFE6-AFC29BE66386}" destId="{2DAE8613-CA75-4B2D-9E96-DEE05012251D}" srcOrd="10" destOrd="0" presId="urn:microsoft.com/office/officeart/2005/8/layout/orgChart1"/>
    <dgm:cxn modelId="{6E80D9FD-C11D-4160-BDCF-79F391E25A66}" type="presParOf" srcId="{C9264EDA-91B6-4FAE-AFE6-AFC29BE66386}" destId="{1DBE5DC1-3E89-494C-BCB9-62D16CE71587}" srcOrd="11" destOrd="0" presId="urn:microsoft.com/office/officeart/2005/8/layout/orgChart1"/>
    <dgm:cxn modelId="{A1BA15E4-54BF-40DF-B53B-25D8BAB28C3C}" type="presParOf" srcId="{1DBE5DC1-3E89-494C-BCB9-62D16CE71587}" destId="{96AF6F4A-997E-4790-A2D2-3645E3CA3BD4}" srcOrd="0" destOrd="0" presId="urn:microsoft.com/office/officeart/2005/8/layout/orgChart1"/>
    <dgm:cxn modelId="{160B502E-C117-409A-AA40-50FE53A44A75}" type="presParOf" srcId="{96AF6F4A-997E-4790-A2D2-3645E3CA3BD4}" destId="{01098325-5C02-499C-B4E0-696A0A10964B}" srcOrd="0" destOrd="0" presId="urn:microsoft.com/office/officeart/2005/8/layout/orgChart1"/>
    <dgm:cxn modelId="{CE021D12-C1B9-4E4B-9987-0D5D92AB11FB}" type="presParOf" srcId="{96AF6F4A-997E-4790-A2D2-3645E3CA3BD4}" destId="{00458DDB-9F72-4B5D-936D-9E0B525F29AB}" srcOrd="1" destOrd="0" presId="urn:microsoft.com/office/officeart/2005/8/layout/orgChart1"/>
    <dgm:cxn modelId="{8967D568-1B44-49A4-B49C-64EA6D1E7C97}" type="presParOf" srcId="{1DBE5DC1-3E89-494C-BCB9-62D16CE71587}" destId="{3BC9E318-D528-4F57-B6F7-EC56AF96E0D8}" srcOrd="1" destOrd="0" presId="urn:microsoft.com/office/officeart/2005/8/layout/orgChart1"/>
    <dgm:cxn modelId="{B4AABE1E-3697-434F-A005-C4475BC22A54}" type="presParOf" srcId="{1DBE5DC1-3E89-494C-BCB9-62D16CE71587}" destId="{120DEBDF-1350-406E-8C0B-7EB741DDC60F}" srcOrd="2" destOrd="0" presId="urn:microsoft.com/office/officeart/2005/8/layout/orgChart1"/>
    <dgm:cxn modelId="{302A06AF-7F42-427B-9492-FF91D262BED8}" type="presParOf" srcId="{C9264EDA-91B6-4FAE-AFE6-AFC29BE66386}" destId="{78B5C206-E409-456C-B0BD-58A349196686}" srcOrd="12" destOrd="0" presId="urn:microsoft.com/office/officeart/2005/8/layout/orgChart1"/>
    <dgm:cxn modelId="{42F51BA6-CA86-42F6-97D9-9101ED8CE484}" type="presParOf" srcId="{C9264EDA-91B6-4FAE-AFE6-AFC29BE66386}" destId="{A50E9D3A-1DB5-4521-A4DE-DA3ECD7EDAAC}" srcOrd="13" destOrd="0" presId="urn:microsoft.com/office/officeart/2005/8/layout/orgChart1"/>
    <dgm:cxn modelId="{02683710-14B7-4AAF-BDC0-FFC070F9EF4E}" type="presParOf" srcId="{A50E9D3A-1DB5-4521-A4DE-DA3ECD7EDAAC}" destId="{AFE2B2C3-9A97-4A13-93F5-13BA3E6680D9}" srcOrd="0" destOrd="0" presId="urn:microsoft.com/office/officeart/2005/8/layout/orgChart1"/>
    <dgm:cxn modelId="{1BE3D7FE-CDD5-46AB-AD6E-AE04BDB136AC}" type="presParOf" srcId="{AFE2B2C3-9A97-4A13-93F5-13BA3E6680D9}" destId="{5A2149F5-C064-4D64-A17B-C55ACAB70DBB}" srcOrd="0" destOrd="0" presId="urn:microsoft.com/office/officeart/2005/8/layout/orgChart1"/>
    <dgm:cxn modelId="{3DAB2B1A-856E-41AA-B90D-591B3E3A61F7}" type="presParOf" srcId="{AFE2B2C3-9A97-4A13-93F5-13BA3E6680D9}" destId="{5015EEAF-64C3-4C46-8ACF-FEF08E34A0FC}" srcOrd="1" destOrd="0" presId="urn:microsoft.com/office/officeart/2005/8/layout/orgChart1"/>
    <dgm:cxn modelId="{DE81C29B-493C-4C72-8FF5-CFB1E2F6EEF1}" type="presParOf" srcId="{A50E9D3A-1DB5-4521-A4DE-DA3ECD7EDAAC}" destId="{58550081-0221-4AD9-944C-451430B49F51}" srcOrd="1" destOrd="0" presId="urn:microsoft.com/office/officeart/2005/8/layout/orgChart1"/>
    <dgm:cxn modelId="{E412252D-5F9D-442C-ADF7-9AF09C7702E3}" type="presParOf" srcId="{A50E9D3A-1DB5-4521-A4DE-DA3ECD7EDAAC}" destId="{272A3903-7063-4C3F-BE78-6F5607ADD72A}"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FCE1E49B-F883-4CC8-98E5-932085D6BE3C}" type="presParOf" srcId="{4C592C92-3156-443C-BB98-9204DFF01F72}" destId="{3E83B12F-F2D0-401E-97A0-DA19B14C1332}" srcOrd="0" destOrd="0" presId="urn:microsoft.com/office/officeart/2005/8/layout/orgChart1"/>
    <dgm:cxn modelId="{7723B77E-DB1C-4467-8718-7B190CC848C0}" type="presParOf" srcId="{4C592C92-3156-443C-BB98-9204DFF01F72}" destId="{51C91A33-5209-44A6-950F-352ACDC745D2}" srcOrd="1" destOrd="0" presId="urn:microsoft.com/office/officeart/2005/8/layout/orgChart1"/>
    <dgm:cxn modelId="{9AB3EF41-12C2-4936-A494-5B9E105DAC55}" type="presParOf" srcId="{51C91A33-5209-44A6-950F-352ACDC745D2}" destId="{351A1CDC-91FF-4E1D-8FA6-7CC2B06C74A3}" srcOrd="0" destOrd="0" presId="urn:microsoft.com/office/officeart/2005/8/layout/orgChart1"/>
    <dgm:cxn modelId="{E7D4E41D-8E81-4B02-B454-A2E77BFF0FC3}" type="presParOf" srcId="{351A1CDC-91FF-4E1D-8FA6-7CC2B06C74A3}" destId="{85A1316D-ED80-4577-B759-788B000317FB}" srcOrd="0" destOrd="0" presId="urn:microsoft.com/office/officeart/2005/8/layout/orgChart1"/>
    <dgm:cxn modelId="{66CB956D-9E52-49F4-8275-5E529E100F39}" type="presParOf" srcId="{351A1CDC-91FF-4E1D-8FA6-7CC2B06C74A3}" destId="{823EE2B5-8CBA-4AE9-814C-6A86F7DE680B}" srcOrd="1" destOrd="0" presId="urn:microsoft.com/office/officeart/2005/8/layout/orgChart1"/>
    <dgm:cxn modelId="{D52BD5BF-239D-4637-858F-73A12C1350FA}" type="presParOf" srcId="{51C91A33-5209-44A6-950F-352ACDC745D2}" destId="{EDA406CA-A13A-423A-894C-CAD689333595}" srcOrd="1" destOrd="0" presId="urn:microsoft.com/office/officeart/2005/8/layout/orgChart1"/>
    <dgm:cxn modelId="{BB781E95-BF23-4818-A592-EFACA73C72C2}" type="presParOf" srcId="{51C91A33-5209-44A6-950F-352ACDC745D2}" destId="{F4C3AF8A-0B4C-4723-9172-5989FB9508BE}" srcOrd="2" destOrd="0" presId="urn:microsoft.com/office/officeart/2005/8/layout/orgChart1"/>
    <dgm:cxn modelId="{D6BAB073-E6B2-4240-865C-58A04FB79F07}" type="presParOf" srcId="{4C592C92-3156-443C-BB98-9204DFF01F72}" destId="{C234620B-96CD-41A7-827F-86BBED84F457}" srcOrd="2" destOrd="0" presId="urn:microsoft.com/office/officeart/2005/8/layout/orgChart1"/>
    <dgm:cxn modelId="{422C26C2-40B4-44BE-8428-0A902F5DD1A6}" type="presParOf" srcId="{4C592C92-3156-443C-BB98-9204DFF01F72}" destId="{65C41C92-42C1-4709-B42E-D7EBFF480783}" srcOrd="3" destOrd="0" presId="urn:microsoft.com/office/officeart/2005/8/layout/orgChart1"/>
    <dgm:cxn modelId="{96975C7A-FAE7-46A0-A045-396AE82342C7}" type="presParOf" srcId="{65C41C92-42C1-4709-B42E-D7EBFF480783}" destId="{543EAAE4-A2F9-42DD-B9D4-9C38D70BD5D5}" srcOrd="0" destOrd="0" presId="urn:microsoft.com/office/officeart/2005/8/layout/orgChart1"/>
    <dgm:cxn modelId="{4B23342F-B144-490F-9522-BEA784AEC5E8}" type="presParOf" srcId="{543EAAE4-A2F9-42DD-B9D4-9C38D70BD5D5}" destId="{D40D3D2B-DA3A-487C-BB93-30263B47ED17}" srcOrd="0" destOrd="0" presId="urn:microsoft.com/office/officeart/2005/8/layout/orgChart1"/>
    <dgm:cxn modelId="{52BC4D43-1F0C-4592-95B8-28E23B28AF1D}" type="presParOf" srcId="{543EAAE4-A2F9-42DD-B9D4-9C38D70BD5D5}" destId="{A3663C7C-D1A2-4B80-864A-E75D535CFA53}" srcOrd="1" destOrd="0" presId="urn:microsoft.com/office/officeart/2005/8/layout/orgChart1"/>
    <dgm:cxn modelId="{E0FE8FC1-37C8-4170-A8C7-0F16A0D0D1E0}" type="presParOf" srcId="{65C41C92-42C1-4709-B42E-D7EBFF480783}" destId="{5466336E-F64B-4B08-842E-132DE334A26A}" srcOrd="1" destOrd="0" presId="urn:microsoft.com/office/officeart/2005/8/layout/orgChart1"/>
    <dgm:cxn modelId="{633E2A1F-03D6-43CC-A43B-1831D49D5787}" type="presParOf" srcId="{65C41C92-42C1-4709-B42E-D7EBFF480783}" destId="{AEE3AB0B-D45A-40E9-BAA9-0B06B46274E3}" srcOrd="2" destOrd="0" presId="urn:microsoft.com/office/officeart/2005/8/layout/orgChart1"/>
    <dgm:cxn modelId="{C8F41F64-9BBC-4CD3-915B-22A6577FA127}" type="presParOf" srcId="{4C592C92-3156-443C-BB98-9204DFF01F72}" destId="{996B8758-AFAB-4F0E-A1EE-C95DF13890DC}" srcOrd="4" destOrd="0" presId="urn:microsoft.com/office/officeart/2005/8/layout/orgChart1"/>
    <dgm:cxn modelId="{9B0FAFE4-658F-4902-AC2A-56146CE6D1F6}" type="presParOf" srcId="{4C592C92-3156-443C-BB98-9204DFF01F72}" destId="{0FF5AB85-8BC7-4F39-BCC8-70C678312A5C}" srcOrd="5" destOrd="0" presId="urn:microsoft.com/office/officeart/2005/8/layout/orgChart1"/>
    <dgm:cxn modelId="{F2C0063E-8EDC-4BB1-BC14-ADA161E36EA2}" type="presParOf" srcId="{0FF5AB85-8BC7-4F39-BCC8-70C678312A5C}" destId="{17C46BD7-D7DB-4AAD-8661-83DD8BFD6FDB}" srcOrd="0" destOrd="0" presId="urn:microsoft.com/office/officeart/2005/8/layout/orgChart1"/>
    <dgm:cxn modelId="{7558FCDD-5F20-4239-A6E2-62E0DBE793EC}" type="presParOf" srcId="{17C46BD7-D7DB-4AAD-8661-83DD8BFD6FDB}" destId="{B31E0076-5429-4328-B58C-D14D9FD3F8DD}" srcOrd="0" destOrd="0" presId="urn:microsoft.com/office/officeart/2005/8/layout/orgChart1"/>
    <dgm:cxn modelId="{7316FD83-6298-4327-95E2-88BF87A58B8D}" type="presParOf" srcId="{17C46BD7-D7DB-4AAD-8661-83DD8BFD6FDB}" destId="{142E38A6-77E1-4D14-8832-D7BC17B584AA}" srcOrd="1" destOrd="0" presId="urn:microsoft.com/office/officeart/2005/8/layout/orgChart1"/>
    <dgm:cxn modelId="{70BF7DAA-7F70-443A-BADE-BE278FC9772B}" type="presParOf" srcId="{0FF5AB85-8BC7-4F39-BCC8-70C678312A5C}" destId="{62EFE628-23D2-4227-AB76-544EF160919C}" srcOrd="1" destOrd="0" presId="urn:microsoft.com/office/officeart/2005/8/layout/orgChart1"/>
    <dgm:cxn modelId="{7FB862BE-E841-40CE-86B2-E79CFA9E12C4}" type="presParOf" srcId="{0FF5AB85-8BC7-4F39-BCC8-70C678312A5C}" destId="{D89FED41-7E14-463E-85C0-55C1BFAD8BCA}" srcOrd="2" destOrd="0" presId="urn:microsoft.com/office/officeart/2005/8/layout/orgChart1"/>
    <dgm:cxn modelId="{D7B776B1-675D-4F83-932D-321A6693C365}" type="presParOf" srcId="{4C592C92-3156-443C-BB98-9204DFF01F72}" destId="{42EC9D5E-426D-42B2-8A01-2309463C75EE}" srcOrd="6" destOrd="0" presId="urn:microsoft.com/office/officeart/2005/8/layout/orgChart1"/>
    <dgm:cxn modelId="{761973A4-E506-439D-9233-0150C698598E}" type="presParOf" srcId="{4C592C92-3156-443C-BB98-9204DFF01F72}" destId="{E8DC8F8D-4E82-444C-BDDF-F18201338681}" srcOrd="7" destOrd="0" presId="urn:microsoft.com/office/officeart/2005/8/layout/orgChart1"/>
    <dgm:cxn modelId="{ACC0940D-B767-4298-8346-24161C86DFE1}" type="presParOf" srcId="{E8DC8F8D-4E82-444C-BDDF-F18201338681}" destId="{D8AC8212-6187-41F9-85C4-3411A2366F48}" srcOrd="0" destOrd="0" presId="urn:microsoft.com/office/officeart/2005/8/layout/orgChart1"/>
    <dgm:cxn modelId="{3B1D062F-F102-4302-BA91-01F67A6E99E7}" type="presParOf" srcId="{D8AC8212-6187-41F9-85C4-3411A2366F48}" destId="{FD8F6A7D-79AA-4C78-B130-D94B5C166E87}" srcOrd="0" destOrd="0" presId="urn:microsoft.com/office/officeart/2005/8/layout/orgChart1"/>
    <dgm:cxn modelId="{D4A8A2FE-99F3-425E-B85A-AD91541C19A6}" type="presParOf" srcId="{D8AC8212-6187-41F9-85C4-3411A2366F48}" destId="{0FCBD5BE-64A0-4754-ABB8-DA79E3B08279}" srcOrd="1" destOrd="0" presId="urn:microsoft.com/office/officeart/2005/8/layout/orgChart1"/>
    <dgm:cxn modelId="{039D5311-E00F-4401-AD21-633839BE2CBA}" type="presParOf" srcId="{E8DC8F8D-4E82-444C-BDDF-F18201338681}" destId="{38AB4F6F-ED6F-4D4D-8A70-E65B03731595}" srcOrd="1" destOrd="0" presId="urn:microsoft.com/office/officeart/2005/8/layout/orgChart1"/>
    <dgm:cxn modelId="{CAC03453-76D0-43BA-87D9-D048D0CA8F1B}" type="presParOf" srcId="{E8DC8F8D-4E82-444C-BDDF-F18201338681}" destId="{5D25E386-1308-4092-92B8-D7A7BC233A1B}"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AC3D0F31-1133-404E-9D57-FF4C19193432}" type="presParOf" srcId="{AD53A4B1-01E7-41E8-9724-31F3910545A4}" destId="{F35E2B4E-A03A-4CEC-8313-CD85481B51A2}" srcOrd="4" destOrd="0" presId="urn:microsoft.com/office/officeart/2005/8/layout/orgChart1"/>
    <dgm:cxn modelId="{B5F3EABD-8A89-4575-9B88-A81A117426CF}" type="presParOf" srcId="{AD53A4B1-01E7-41E8-9724-31F3910545A4}" destId="{C14ADC0F-DB14-4D25-B270-993163C4E4BB}" srcOrd="5" destOrd="0" presId="urn:microsoft.com/office/officeart/2005/8/layout/orgChart1"/>
    <dgm:cxn modelId="{8C65E99B-083F-4567-99A4-AFB70C8F2EC0}" type="presParOf" srcId="{C14ADC0F-DB14-4D25-B270-993163C4E4BB}" destId="{31F1624B-B6B3-4011-8CEE-5A82CECD3631}" srcOrd="0" destOrd="0" presId="urn:microsoft.com/office/officeart/2005/8/layout/orgChart1"/>
    <dgm:cxn modelId="{1ABFA073-406E-474C-9798-14E42694FED9}" type="presParOf" srcId="{31F1624B-B6B3-4011-8CEE-5A82CECD3631}" destId="{3974D9EF-2642-4EA6-B022-A6FB2F4B3087}" srcOrd="0" destOrd="0" presId="urn:microsoft.com/office/officeart/2005/8/layout/orgChart1"/>
    <dgm:cxn modelId="{2E04EF55-B5F2-434D-A7A6-B5E0297A3000}" type="presParOf" srcId="{31F1624B-B6B3-4011-8CEE-5A82CECD3631}" destId="{3171E5CA-E43A-470A-B942-64771F94AC4C}" srcOrd="1" destOrd="0" presId="urn:microsoft.com/office/officeart/2005/8/layout/orgChart1"/>
    <dgm:cxn modelId="{A0DC1795-8874-4434-BDDC-B350EE54B0ED}" type="presParOf" srcId="{C14ADC0F-DB14-4D25-B270-993163C4E4BB}" destId="{CBF86D54-ADE7-46C0-AF01-7B3BB5C7EF85}" srcOrd="1" destOrd="0" presId="urn:microsoft.com/office/officeart/2005/8/layout/orgChart1"/>
    <dgm:cxn modelId="{D35FAA1D-4513-4A94-9910-21CA3B8760A9}" type="presParOf" srcId="{CBF86D54-ADE7-46C0-AF01-7B3BB5C7EF85}" destId="{D6403388-DD22-4A5F-B724-FAF301CA200E}" srcOrd="0" destOrd="0" presId="urn:microsoft.com/office/officeart/2005/8/layout/orgChart1"/>
    <dgm:cxn modelId="{28CB8F81-1803-4E2B-81B2-E424522150EF}" type="presParOf" srcId="{CBF86D54-ADE7-46C0-AF01-7B3BB5C7EF85}" destId="{116D88B0-9930-440B-B639-5EE3621EEAB4}" srcOrd="1" destOrd="0" presId="urn:microsoft.com/office/officeart/2005/8/layout/orgChart1"/>
    <dgm:cxn modelId="{533FB0F9-4A4C-4D76-8221-7179B88E9905}" type="presParOf" srcId="{116D88B0-9930-440B-B639-5EE3621EEAB4}" destId="{02848C34-DA22-42C0-BF0F-E1EE1B2A3F7A}" srcOrd="0" destOrd="0" presId="urn:microsoft.com/office/officeart/2005/8/layout/orgChart1"/>
    <dgm:cxn modelId="{41D19496-B486-40FA-91AA-A65D4D8BFE0D}" type="presParOf" srcId="{02848C34-DA22-42C0-BF0F-E1EE1B2A3F7A}" destId="{66666B8F-37B3-4502-96F6-DA600C8D2357}" srcOrd="0" destOrd="0" presId="urn:microsoft.com/office/officeart/2005/8/layout/orgChart1"/>
    <dgm:cxn modelId="{D482F6AB-3352-4C95-B721-0356A1EC16F4}" type="presParOf" srcId="{02848C34-DA22-42C0-BF0F-E1EE1B2A3F7A}" destId="{A698D77F-66DC-43FF-8752-BEABC4E40D42}" srcOrd="1" destOrd="0" presId="urn:microsoft.com/office/officeart/2005/8/layout/orgChart1"/>
    <dgm:cxn modelId="{38F27AE6-EFA5-4C05-9097-252BA3BEA79A}" type="presParOf" srcId="{116D88B0-9930-440B-B639-5EE3621EEAB4}" destId="{00C63A8E-96A3-401F-9A85-7B606B729043}" srcOrd="1" destOrd="0" presId="urn:microsoft.com/office/officeart/2005/8/layout/orgChart1"/>
    <dgm:cxn modelId="{3F3474FD-7C60-4B10-9722-376A06B6D3B1}" type="presParOf" srcId="{116D88B0-9930-440B-B639-5EE3621EEAB4}" destId="{6963C36D-C52E-47D6-BEF8-4DB5A68634CC}" srcOrd="2" destOrd="0" presId="urn:microsoft.com/office/officeart/2005/8/layout/orgChart1"/>
    <dgm:cxn modelId="{A161146E-D9A4-46C7-8D93-8D61FB89A8AA}" type="presParOf" srcId="{CBF86D54-ADE7-46C0-AF01-7B3BB5C7EF85}" destId="{54460D34-6C02-43E6-9344-E0D477FE27C6}" srcOrd="2" destOrd="0" presId="urn:microsoft.com/office/officeart/2005/8/layout/orgChart1"/>
    <dgm:cxn modelId="{D0322598-8CFE-4DE5-9F61-5DEC44CA6DFA}" type="presParOf" srcId="{CBF86D54-ADE7-46C0-AF01-7B3BB5C7EF85}" destId="{EDCA58D7-514C-44C4-A434-429550678D1A}" srcOrd="3" destOrd="0" presId="urn:microsoft.com/office/officeart/2005/8/layout/orgChart1"/>
    <dgm:cxn modelId="{844551A1-7DE0-40D8-A4AC-3C67F85BA489}" type="presParOf" srcId="{EDCA58D7-514C-44C4-A434-429550678D1A}" destId="{34BFE01E-18A6-410A-8DBF-B6FFD612CD5D}" srcOrd="0" destOrd="0" presId="urn:microsoft.com/office/officeart/2005/8/layout/orgChart1"/>
    <dgm:cxn modelId="{C9A03A94-880D-48E3-A03E-952F2B9F9263}" type="presParOf" srcId="{34BFE01E-18A6-410A-8DBF-B6FFD612CD5D}" destId="{FD76D8C5-59C9-4CC8-A630-FA2532A1F2CD}" srcOrd="0" destOrd="0" presId="urn:microsoft.com/office/officeart/2005/8/layout/orgChart1"/>
    <dgm:cxn modelId="{C0119FB1-8678-46D6-AA37-6B62C676D15F}" type="presParOf" srcId="{34BFE01E-18A6-410A-8DBF-B6FFD612CD5D}" destId="{F7A198F9-0BEA-4AF9-9827-7045CFB69E99}" srcOrd="1" destOrd="0" presId="urn:microsoft.com/office/officeart/2005/8/layout/orgChart1"/>
    <dgm:cxn modelId="{A4BE4B58-3C98-40E3-AE02-2696CC146B31}" type="presParOf" srcId="{EDCA58D7-514C-44C4-A434-429550678D1A}" destId="{5232CA0C-0AFB-407F-847A-7748CD445ECF}" srcOrd="1" destOrd="0" presId="urn:microsoft.com/office/officeart/2005/8/layout/orgChart1"/>
    <dgm:cxn modelId="{0145B8E1-8E98-42A4-8DD8-900ABADC9771}" type="presParOf" srcId="{EDCA58D7-514C-44C4-A434-429550678D1A}" destId="{CA37CAC8-8892-428A-91D9-25641F87D7D1}" srcOrd="2" destOrd="0" presId="urn:microsoft.com/office/officeart/2005/8/layout/orgChart1"/>
    <dgm:cxn modelId="{1531B7D2-F8ED-457C-8713-C10C756BDAAA}" type="presParOf" srcId="{CBF86D54-ADE7-46C0-AF01-7B3BB5C7EF85}" destId="{90166678-F7FF-43B2-AE5E-A7A069981C96}" srcOrd="4" destOrd="0" presId="urn:microsoft.com/office/officeart/2005/8/layout/orgChart1"/>
    <dgm:cxn modelId="{32690ECC-123F-467E-A461-7B26691DB839}" type="presParOf" srcId="{CBF86D54-ADE7-46C0-AF01-7B3BB5C7EF85}" destId="{CA74B1BA-5705-40CF-B995-9113BB34BA27}" srcOrd="5" destOrd="0" presId="urn:microsoft.com/office/officeart/2005/8/layout/orgChart1"/>
    <dgm:cxn modelId="{16A006DD-891C-494B-8F62-66938A856BC5}" type="presParOf" srcId="{CA74B1BA-5705-40CF-B995-9113BB34BA27}" destId="{FF680E68-0236-43CD-9DBE-F9E03563302C}" srcOrd="0" destOrd="0" presId="urn:microsoft.com/office/officeart/2005/8/layout/orgChart1"/>
    <dgm:cxn modelId="{E07DB474-BEC2-4E71-86E8-ADC865ACC32C}" type="presParOf" srcId="{FF680E68-0236-43CD-9DBE-F9E03563302C}" destId="{C2F4AD6A-DBE2-4074-9743-69F74AC3C11B}" srcOrd="0" destOrd="0" presId="urn:microsoft.com/office/officeart/2005/8/layout/orgChart1"/>
    <dgm:cxn modelId="{62FBDEE5-EBE7-46AF-9FF9-9B2239E995E9}" type="presParOf" srcId="{FF680E68-0236-43CD-9DBE-F9E03563302C}" destId="{EE3D2AD3-4862-43B7-BDFE-0A09A43AE157}" srcOrd="1" destOrd="0" presId="urn:microsoft.com/office/officeart/2005/8/layout/orgChart1"/>
    <dgm:cxn modelId="{84865246-0470-4CDC-BC47-6C67A4C6DB85}" type="presParOf" srcId="{CA74B1BA-5705-40CF-B995-9113BB34BA27}" destId="{30F8C6D6-AFDD-4B06-831D-8E9761502015}" srcOrd="1" destOrd="0" presId="urn:microsoft.com/office/officeart/2005/8/layout/orgChart1"/>
    <dgm:cxn modelId="{45B5B64C-D489-4761-8C9B-A13B555DA913}" type="presParOf" srcId="{CA74B1BA-5705-40CF-B995-9113BB34BA27}" destId="{F710216C-FDF0-47C3-9298-8B21AD2964BC}" srcOrd="2" destOrd="0" presId="urn:microsoft.com/office/officeart/2005/8/layout/orgChart1"/>
    <dgm:cxn modelId="{9BD59E26-6514-4288-867B-EA63C94990C6}" type="presParOf" srcId="{CBF86D54-ADE7-46C0-AF01-7B3BB5C7EF85}" destId="{D8B7A73A-748A-44DD-9F5B-BC43245DD2F8}" srcOrd="6" destOrd="0" presId="urn:microsoft.com/office/officeart/2005/8/layout/orgChart1"/>
    <dgm:cxn modelId="{1C298598-D53F-4E17-B175-390790D9EC7F}" type="presParOf" srcId="{CBF86D54-ADE7-46C0-AF01-7B3BB5C7EF85}" destId="{FB99E6E0-3D25-4344-8DFA-22F9C8A5DF1E}" srcOrd="7" destOrd="0" presId="urn:microsoft.com/office/officeart/2005/8/layout/orgChart1"/>
    <dgm:cxn modelId="{B867103A-C162-45A3-8BB6-32E7EE3F5F2D}" type="presParOf" srcId="{FB99E6E0-3D25-4344-8DFA-22F9C8A5DF1E}" destId="{3166435A-0729-4281-BB9D-7FCD93176A2C}" srcOrd="0" destOrd="0" presId="urn:microsoft.com/office/officeart/2005/8/layout/orgChart1"/>
    <dgm:cxn modelId="{EC0713E0-F259-4133-A933-505C9293637A}" type="presParOf" srcId="{3166435A-0729-4281-BB9D-7FCD93176A2C}" destId="{850B0851-BC69-41CD-B70C-7D67CE1417FE}" srcOrd="0" destOrd="0" presId="urn:microsoft.com/office/officeart/2005/8/layout/orgChart1"/>
    <dgm:cxn modelId="{8062F6C5-F98D-4C25-8EE4-AB87DC2B3965}" type="presParOf" srcId="{3166435A-0729-4281-BB9D-7FCD93176A2C}" destId="{0065F2F8-C066-4F77-A0C6-961C604A8D14}" srcOrd="1" destOrd="0" presId="urn:microsoft.com/office/officeart/2005/8/layout/orgChart1"/>
    <dgm:cxn modelId="{82957078-8DC1-4033-A855-C94E549F7536}" type="presParOf" srcId="{FB99E6E0-3D25-4344-8DFA-22F9C8A5DF1E}" destId="{0AB14EA8-0AB6-4F42-AED9-200B627E40B3}" srcOrd="1" destOrd="0" presId="urn:microsoft.com/office/officeart/2005/8/layout/orgChart1"/>
    <dgm:cxn modelId="{32925463-CA89-4DDA-8CDE-F6E8CC6D04C1}" type="presParOf" srcId="{FB99E6E0-3D25-4344-8DFA-22F9C8A5DF1E}" destId="{7614ABC1-7951-4564-B564-7A9F44FA0593}" srcOrd="2" destOrd="0" presId="urn:microsoft.com/office/officeart/2005/8/layout/orgChart1"/>
    <dgm:cxn modelId="{22494E1E-5820-45B8-A2F8-D33C28EFBB53}" type="presParOf" srcId="{C14ADC0F-DB14-4D25-B270-993163C4E4BB}" destId="{9F816470-F765-4467-8BFE-055142852E76}"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a:t>
          </a:r>
          <a:r>
            <a:rPr lang="en-US" sz="1600" dirty="0" smtClean="0"/>
            <a:t>12: A picture is worth 1024 words.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Modeling </a:t>
          </a:r>
          <a:r>
            <a:rPr lang="en-US" sz="1600" dirty="0" err="1" smtClean="0"/>
            <a:t>reqs</a:t>
          </a:r>
          <a:r>
            <a:rPr lang="en-US" sz="1600" dirty="0" smtClean="0"/>
            <a:t>.</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Useful of pictures</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B8979EE1-0B76-49DF-94CB-E21FB2BFFE93}">
      <dgm:prSet phldrT="[Text]" custT="1"/>
      <dgm:spPr/>
      <dgm:t>
        <a:bodyPr/>
        <a:lstStyle/>
        <a:p>
          <a:r>
            <a:rPr lang="en-US" sz="1600" dirty="0" smtClean="0"/>
            <a:t>Selecting the right model</a:t>
          </a:r>
          <a:endParaRPr lang="en-US" sz="1600" dirty="0"/>
        </a:p>
      </dgm:t>
    </dgm:pt>
    <dgm:pt modelId="{465E99B4-164C-4BAE-9F07-11FC02BDF1C0}" type="parTrans" cxnId="{9DABB44F-B42B-443F-9E2F-FFD3DF781252}">
      <dgm:prSet/>
      <dgm:spPr/>
      <dgm:t>
        <a:bodyPr/>
        <a:lstStyle/>
        <a:p>
          <a:endParaRPr lang="en-US"/>
        </a:p>
      </dgm:t>
    </dgm:pt>
    <dgm:pt modelId="{A52399AA-C95C-41D6-976A-0B5DE871750C}" type="sibTrans" cxnId="{9DABB44F-B42B-443F-9E2F-FFD3DF781252}">
      <dgm:prSet/>
      <dgm:spPr/>
      <dgm:t>
        <a:bodyPr/>
        <a:lstStyle/>
        <a:p>
          <a:endParaRPr lang="en-US"/>
        </a:p>
      </dgm:t>
    </dgm:pt>
    <dgm:pt modelId="{2A15E0A6-679D-4670-87FA-4A6A24B0C5FA}">
      <dgm:prSet phldrT="[Text]" custT="1"/>
      <dgm:spPr/>
      <dgm:t>
        <a:bodyPr/>
        <a:lstStyle/>
        <a:p>
          <a:r>
            <a:rPr lang="en-US" sz="1600" smtClean="0"/>
            <a:t>Data flow diagrams </a:t>
          </a:r>
          <a:endParaRPr lang="en-US" sz="1600" dirty="0"/>
        </a:p>
      </dgm:t>
    </dgm:pt>
    <dgm:pt modelId="{79CE3C61-BDBE-4EE3-85DF-02AB835E690C}" type="parTrans" cxnId="{CAD7622C-3A66-49C6-AA40-EBE804F4B1EC}">
      <dgm:prSet/>
      <dgm:spPr/>
      <dgm:t>
        <a:bodyPr/>
        <a:lstStyle/>
        <a:p>
          <a:endParaRPr lang="en-US"/>
        </a:p>
      </dgm:t>
    </dgm:pt>
    <dgm:pt modelId="{0A6D3C95-6E4C-4736-9C79-15161B77857F}" type="sibTrans" cxnId="{CAD7622C-3A66-49C6-AA40-EBE804F4B1EC}">
      <dgm:prSet/>
      <dgm:spPr/>
      <dgm:t>
        <a:bodyPr/>
        <a:lstStyle/>
        <a:p>
          <a:endParaRPr lang="en-US"/>
        </a:p>
      </dgm:t>
    </dgm:pt>
    <dgm:pt modelId="{45DD60CF-7661-4446-B163-F8A81B0D7620}">
      <dgm:prSet phldrT="[Text]" custT="1"/>
      <dgm:spPr/>
      <dgm:t>
        <a:bodyPr/>
        <a:lstStyle/>
        <a:p>
          <a:r>
            <a:rPr lang="en-US" sz="1600" dirty="0" err="1" smtClean="0"/>
            <a:t>Swimlane</a:t>
          </a:r>
          <a:r>
            <a:rPr lang="en-US" sz="1600" dirty="0" smtClean="0"/>
            <a:t> diagrams</a:t>
          </a:r>
          <a:endParaRPr lang="en-US" sz="1600" dirty="0"/>
        </a:p>
      </dgm:t>
    </dgm:pt>
    <dgm:pt modelId="{567DA506-0355-4684-AE3B-1719C0660E4C}" type="parTrans" cxnId="{1EA575BA-472C-4A7C-A883-423D79DEFBEB}">
      <dgm:prSet/>
      <dgm:spPr/>
      <dgm:t>
        <a:bodyPr/>
        <a:lstStyle/>
        <a:p>
          <a:endParaRPr lang="en-US"/>
        </a:p>
      </dgm:t>
    </dgm:pt>
    <dgm:pt modelId="{4E1BF6CA-B22A-419A-838D-AD30D4B79BB9}" type="sibTrans" cxnId="{1EA575BA-472C-4A7C-A883-423D79DEFBEB}">
      <dgm:prSet/>
      <dgm:spPr/>
      <dgm:t>
        <a:bodyPr/>
        <a:lstStyle/>
        <a:p>
          <a:endParaRPr lang="en-US"/>
        </a:p>
      </dgm:t>
    </dgm:pt>
    <dgm:pt modelId="{0A804072-64C4-46EB-8C50-BCC0509B8F6F}">
      <dgm:prSet phldrT="[Text]" custT="1"/>
      <dgm:spPr/>
      <dgm:t>
        <a:bodyPr/>
        <a:lstStyle/>
        <a:p>
          <a:r>
            <a:rPr lang="en-US" sz="1600" dirty="0" smtClean="0"/>
            <a:t>State-transition diagrams</a:t>
          </a:r>
          <a:endParaRPr lang="en-US" sz="1600" dirty="0"/>
        </a:p>
      </dgm:t>
    </dgm:pt>
    <dgm:pt modelId="{EBA25234-A5F3-49BA-8141-2E86E296AA3F}" type="parTrans" cxnId="{6C9D4AFA-B3F9-40FD-8A8E-90BF6EBC7664}">
      <dgm:prSet/>
      <dgm:spPr/>
      <dgm:t>
        <a:bodyPr/>
        <a:lstStyle/>
        <a:p>
          <a:endParaRPr lang="en-US"/>
        </a:p>
      </dgm:t>
    </dgm:pt>
    <dgm:pt modelId="{31077625-8146-4B4D-9B63-AE0E5FC2BCF1}" type="sibTrans" cxnId="{6C9D4AFA-B3F9-40FD-8A8E-90BF6EBC7664}">
      <dgm:prSet/>
      <dgm:spPr/>
      <dgm:t>
        <a:bodyPr/>
        <a:lstStyle/>
        <a:p>
          <a:endParaRPr lang="en-US"/>
        </a:p>
      </dgm:t>
    </dgm:pt>
    <dgm:pt modelId="{E42062C2-6908-4E2A-BCD8-435812DA13D3}">
      <dgm:prSet phldrT="[Text]" custT="1"/>
      <dgm:spPr/>
      <dgm:t>
        <a:bodyPr/>
        <a:lstStyle/>
        <a:p>
          <a:r>
            <a:rPr lang="en-US" sz="1600" dirty="0" smtClean="0"/>
            <a:t>Dialog maps</a:t>
          </a:r>
          <a:endParaRPr lang="en-US" sz="1600" dirty="0"/>
        </a:p>
      </dgm:t>
    </dgm:pt>
    <dgm:pt modelId="{96744D40-AB9A-4A38-BAB7-B98EC959EBC5}" type="parTrans" cxnId="{F193C74A-8D21-491B-855F-D1FD613847FC}">
      <dgm:prSet/>
      <dgm:spPr/>
      <dgm:t>
        <a:bodyPr/>
        <a:lstStyle/>
        <a:p>
          <a:endParaRPr lang="en-US"/>
        </a:p>
      </dgm:t>
    </dgm:pt>
    <dgm:pt modelId="{8D1384DA-A6C3-42FA-82E1-2B6951ED3890}" type="sibTrans" cxnId="{F193C74A-8D21-491B-855F-D1FD613847FC}">
      <dgm:prSet/>
      <dgm:spPr/>
      <dgm:t>
        <a:bodyPr/>
        <a:lstStyle/>
        <a:p>
          <a:endParaRPr lang="en-US"/>
        </a:p>
      </dgm:t>
    </dgm:pt>
    <dgm:pt modelId="{9B9FE9C8-2437-4822-9686-CEDC4E733572}">
      <dgm:prSet phldrT="[Text]" custT="1"/>
      <dgm:spPr/>
      <dgm:t>
        <a:bodyPr/>
        <a:lstStyle/>
        <a:p>
          <a:r>
            <a:rPr lang="en-US" sz="1600" dirty="0" smtClean="0"/>
            <a:t>…</a:t>
          </a:r>
          <a:endParaRPr lang="en-US" sz="1600" dirty="0"/>
        </a:p>
      </dgm:t>
    </dgm:pt>
    <dgm:pt modelId="{5346E749-B9A4-4FFB-B078-F85D9D8352E6}" type="parTrans" cxnId="{D554EF06-2E28-46C1-89B2-C2317E8C1DE3}">
      <dgm:prSet/>
      <dgm:spPr/>
      <dgm:t>
        <a:bodyPr/>
        <a:lstStyle/>
        <a:p>
          <a:endParaRPr lang="en-US"/>
        </a:p>
      </dgm:t>
    </dgm:pt>
    <dgm:pt modelId="{1DA16604-39CA-489C-9C94-461BC8CDDF08}" type="sibTrans" cxnId="{D554EF06-2E28-46C1-89B2-C2317E8C1DE3}">
      <dgm:prSet/>
      <dgm:spPr/>
      <dgm:t>
        <a:bodyPr/>
        <a:lstStyle/>
        <a:p>
          <a:endParaRPr lang="en-US"/>
        </a:p>
      </dgm:t>
    </dgm:pt>
    <dgm:pt modelId="{FE126ADB-29A9-45D7-85DC-85C1AA1071CD}">
      <dgm:prSet phldrT="[Text]" custT="1"/>
      <dgm:spPr/>
      <dgm:t>
        <a:bodyPr/>
        <a:lstStyle/>
        <a:p>
          <a:r>
            <a:rPr lang="en-US" sz="1600" dirty="0" smtClean="0"/>
            <a:t>DFD</a:t>
          </a:r>
          <a:endParaRPr lang="en-US" sz="1600" dirty="0"/>
        </a:p>
      </dgm:t>
    </dgm:pt>
    <dgm:pt modelId="{ECDEC8D1-B642-4176-B965-50B19D2C2789}" type="parTrans" cxnId="{0B41CD3C-F8AE-4450-9586-39A90A072FC1}">
      <dgm:prSet/>
      <dgm:spPr/>
      <dgm:t>
        <a:bodyPr/>
        <a:lstStyle/>
        <a:p>
          <a:endParaRPr lang="en-US"/>
        </a:p>
      </dgm:t>
    </dgm:pt>
    <dgm:pt modelId="{153DCCE7-0A3E-4980-8457-15B6367146C6}" type="sibTrans" cxnId="{0B41CD3C-F8AE-4450-9586-39A90A072FC1}">
      <dgm:prSet/>
      <dgm:spPr/>
      <dgm:t>
        <a:bodyPr/>
        <a:lstStyle/>
        <a:p>
          <a:endParaRPr lang="en-US"/>
        </a:p>
      </dgm:t>
    </dgm:pt>
    <dgm:pt modelId="{0FC05B3D-E8B6-426B-AC02-A919359018CF}">
      <dgm:prSet phldrT="[Text]" custT="1"/>
      <dgm:spPr/>
      <dgm:t>
        <a:bodyPr/>
        <a:lstStyle/>
        <a:p>
          <a:r>
            <a:rPr lang="en-US" sz="1600" dirty="0" err="1" smtClean="0"/>
            <a:t>Swimlane</a:t>
          </a:r>
          <a:r>
            <a:rPr lang="en-US" sz="1600" dirty="0" smtClean="0"/>
            <a:t> diagrams</a:t>
          </a:r>
          <a:endParaRPr lang="en-US" sz="1600" dirty="0"/>
        </a:p>
      </dgm:t>
    </dgm:pt>
    <dgm:pt modelId="{33E3BED2-78CD-4FEB-82C4-208092988394}" type="parTrans" cxnId="{5385AFD7-59DD-4D16-A238-F38F4F3DFE03}">
      <dgm:prSet/>
      <dgm:spPr/>
      <dgm:t>
        <a:bodyPr/>
        <a:lstStyle/>
        <a:p>
          <a:endParaRPr lang="en-US"/>
        </a:p>
      </dgm:t>
    </dgm:pt>
    <dgm:pt modelId="{7A388837-848E-4F92-A802-6A25E7D21D02}" type="sibTrans" cxnId="{5385AFD7-59DD-4D16-A238-F38F4F3DFE03}">
      <dgm:prSet/>
      <dgm:spPr/>
      <dgm:t>
        <a:bodyPr/>
        <a:lstStyle/>
        <a:p>
          <a:endParaRPr lang="en-US"/>
        </a:p>
      </dgm:t>
    </dgm:pt>
    <dgm:pt modelId="{4D8F5F2F-99F9-4D40-8E3A-A289050B1E8E}">
      <dgm:prSet phldrT="[Text]" custT="1"/>
      <dgm:spPr/>
      <dgm:t>
        <a:bodyPr/>
        <a:lstStyle/>
        <a:p>
          <a:r>
            <a:rPr lang="en-US" sz="1600" smtClean="0"/>
            <a:t>State-transition diagram </a:t>
          </a:r>
          <a:endParaRPr lang="en-US" sz="1600" dirty="0"/>
        </a:p>
      </dgm:t>
    </dgm:pt>
    <dgm:pt modelId="{59A71FEB-6B1C-4D9A-A938-6999FBF40B7D}" type="parTrans" cxnId="{3D82D9FB-2513-4927-9A9F-32546CB16F10}">
      <dgm:prSet/>
      <dgm:spPr/>
      <dgm:t>
        <a:bodyPr/>
        <a:lstStyle/>
        <a:p>
          <a:endParaRPr lang="en-US"/>
        </a:p>
      </dgm:t>
    </dgm:pt>
    <dgm:pt modelId="{10A60630-3537-4FAE-9E1F-33A7DFF6A431}" type="sibTrans" cxnId="{3D82D9FB-2513-4927-9A9F-32546CB16F10}">
      <dgm:prSet/>
      <dgm:spPr/>
      <dgm:t>
        <a:bodyPr/>
        <a:lstStyle/>
        <a:p>
          <a:endParaRPr lang="en-US"/>
        </a:p>
      </dgm:t>
    </dgm:pt>
    <dgm:pt modelId="{4CAFF814-A520-437F-855A-065A7B2F6104}">
      <dgm:prSet phldrT="[Text]" custT="1"/>
      <dgm:spPr/>
      <dgm:t>
        <a:bodyPr/>
        <a:lstStyle/>
        <a:p>
          <a:r>
            <a:rPr lang="en-US" sz="1600" smtClean="0"/>
            <a:t>about UML diagrams</a:t>
          </a:r>
          <a:endParaRPr lang="en-US" sz="1600" dirty="0"/>
        </a:p>
      </dgm:t>
    </dgm:pt>
    <dgm:pt modelId="{F1D61966-5D23-4DFB-BD88-86F1E8CA6728}" type="parTrans" cxnId="{9A70EE89-A943-4CBA-B79A-98EDAE543609}">
      <dgm:prSet/>
      <dgm:spPr/>
      <dgm:t>
        <a:bodyPr/>
        <a:lstStyle/>
        <a:p>
          <a:endParaRPr lang="en-US"/>
        </a:p>
      </dgm:t>
    </dgm:pt>
    <dgm:pt modelId="{34BBE6C8-EACA-4E04-8235-586D115B1EB5}" type="sibTrans" cxnId="{9A70EE89-A943-4CBA-B79A-98EDAE543609}">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3"/>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3" custScaleX="24855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3"/>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3"/>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3" custScaleX="24855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3"/>
      <dgm:spPr/>
      <dgm:t>
        <a:bodyPr/>
        <a:lstStyle/>
        <a:p>
          <a:endParaRPr lang="en-US"/>
        </a:p>
      </dgm:t>
    </dgm:pt>
    <dgm:pt modelId="{4C592C92-3156-443C-BB98-9204DFF01F72}" type="pres">
      <dgm:prSet presAssocID="{620DD3EC-BDCD-468B-B566-7FE2B848507E}" presName="hierChild4" presStyleCnt="0"/>
      <dgm:spPr/>
    </dgm:pt>
    <dgm:pt modelId="{23FA2235-F78F-460F-BCD3-1543BF8B65E6}" type="pres">
      <dgm:prSet presAssocID="{79CE3C61-BDBE-4EE3-85DF-02AB835E690C}" presName="Name37" presStyleLbl="parChTrans1D3" presStyleIdx="0" presStyleCnt="9"/>
      <dgm:spPr/>
    </dgm:pt>
    <dgm:pt modelId="{C529BBDB-778E-436B-9980-6C0E2DF4D242}" type="pres">
      <dgm:prSet presAssocID="{2A15E0A6-679D-4670-87FA-4A6A24B0C5FA}" presName="hierRoot2" presStyleCnt="0">
        <dgm:presLayoutVars>
          <dgm:hierBranch val="init"/>
        </dgm:presLayoutVars>
      </dgm:prSet>
      <dgm:spPr/>
    </dgm:pt>
    <dgm:pt modelId="{2AB2013A-3C94-4B0C-9696-0617D8C3B38C}" type="pres">
      <dgm:prSet presAssocID="{2A15E0A6-679D-4670-87FA-4A6A24B0C5FA}" presName="rootComposite" presStyleCnt="0"/>
      <dgm:spPr/>
    </dgm:pt>
    <dgm:pt modelId="{798E180C-4A57-445D-9705-ABFFD926D250}" type="pres">
      <dgm:prSet presAssocID="{2A15E0A6-679D-4670-87FA-4A6A24B0C5FA}" presName="rootText" presStyleLbl="node3" presStyleIdx="0" presStyleCnt="9" custScaleX="142947">
        <dgm:presLayoutVars>
          <dgm:chPref val="3"/>
        </dgm:presLayoutVars>
      </dgm:prSet>
      <dgm:spPr/>
      <dgm:t>
        <a:bodyPr/>
        <a:lstStyle/>
        <a:p>
          <a:endParaRPr lang="en-US"/>
        </a:p>
      </dgm:t>
    </dgm:pt>
    <dgm:pt modelId="{5A8E8795-1C0D-49C6-8A0E-B00208E0B9FF}" type="pres">
      <dgm:prSet presAssocID="{2A15E0A6-679D-4670-87FA-4A6A24B0C5FA}" presName="rootConnector" presStyleLbl="node3" presStyleIdx="0" presStyleCnt="9"/>
      <dgm:spPr/>
      <dgm:t>
        <a:bodyPr/>
        <a:lstStyle/>
        <a:p>
          <a:endParaRPr lang="en-US"/>
        </a:p>
      </dgm:t>
    </dgm:pt>
    <dgm:pt modelId="{B466D006-3D19-4F65-89B0-E9D884E241C4}" type="pres">
      <dgm:prSet presAssocID="{2A15E0A6-679D-4670-87FA-4A6A24B0C5FA}" presName="hierChild4" presStyleCnt="0"/>
      <dgm:spPr/>
    </dgm:pt>
    <dgm:pt modelId="{6194AC0E-6EFD-4643-A334-00930D5053FF}" type="pres">
      <dgm:prSet presAssocID="{2A15E0A6-679D-4670-87FA-4A6A24B0C5FA}" presName="hierChild5" presStyleCnt="0"/>
      <dgm:spPr/>
    </dgm:pt>
    <dgm:pt modelId="{0476B843-1D61-4CCA-8740-1CDB0C0DD5B7}" type="pres">
      <dgm:prSet presAssocID="{567DA506-0355-4684-AE3B-1719C0660E4C}" presName="Name37" presStyleLbl="parChTrans1D3" presStyleIdx="1" presStyleCnt="9"/>
      <dgm:spPr/>
    </dgm:pt>
    <dgm:pt modelId="{64201711-BACF-4844-B69A-C67D5C350E7D}" type="pres">
      <dgm:prSet presAssocID="{45DD60CF-7661-4446-B163-F8A81B0D7620}" presName="hierRoot2" presStyleCnt="0">
        <dgm:presLayoutVars>
          <dgm:hierBranch val="init"/>
        </dgm:presLayoutVars>
      </dgm:prSet>
      <dgm:spPr/>
    </dgm:pt>
    <dgm:pt modelId="{7AB055C8-84D1-4B86-A3C6-155524A4593F}" type="pres">
      <dgm:prSet presAssocID="{45DD60CF-7661-4446-B163-F8A81B0D7620}" presName="rootComposite" presStyleCnt="0"/>
      <dgm:spPr/>
    </dgm:pt>
    <dgm:pt modelId="{DC2C27DB-8847-4E51-8F36-3C3F5D643364}" type="pres">
      <dgm:prSet presAssocID="{45DD60CF-7661-4446-B163-F8A81B0D7620}" presName="rootText" presStyleLbl="node3" presStyleIdx="1" presStyleCnt="9" custScaleX="142947">
        <dgm:presLayoutVars>
          <dgm:chPref val="3"/>
        </dgm:presLayoutVars>
      </dgm:prSet>
      <dgm:spPr/>
      <dgm:t>
        <a:bodyPr/>
        <a:lstStyle/>
        <a:p>
          <a:endParaRPr lang="en-US"/>
        </a:p>
      </dgm:t>
    </dgm:pt>
    <dgm:pt modelId="{37E8AFF8-6FA7-4AC1-A6C4-9C3C9E71B504}" type="pres">
      <dgm:prSet presAssocID="{45DD60CF-7661-4446-B163-F8A81B0D7620}" presName="rootConnector" presStyleLbl="node3" presStyleIdx="1" presStyleCnt="9"/>
      <dgm:spPr/>
      <dgm:t>
        <a:bodyPr/>
        <a:lstStyle/>
        <a:p>
          <a:endParaRPr lang="en-US"/>
        </a:p>
      </dgm:t>
    </dgm:pt>
    <dgm:pt modelId="{491491EF-DC27-4628-B342-20CBCF712628}" type="pres">
      <dgm:prSet presAssocID="{45DD60CF-7661-4446-B163-F8A81B0D7620}" presName="hierChild4" presStyleCnt="0"/>
      <dgm:spPr/>
    </dgm:pt>
    <dgm:pt modelId="{DC3D1544-A0DE-49A0-AF68-D7F713737F22}" type="pres">
      <dgm:prSet presAssocID="{45DD60CF-7661-4446-B163-F8A81B0D7620}" presName="hierChild5" presStyleCnt="0"/>
      <dgm:spPr/>
    </dgm:pt>
    <dgm:pt modelId="{E7E4B7B2-EFA2-4C54-8CA2-E5F72B03B919}" type="pres">
      <dgm:prSet presAssocID="{EBA25234-A5F3-49BA-8141-2E86E296AA3F}" presName="Name37" presStyleLbl="parChTrans1D3" presStyleIdx="2" presStyleCnt="9"/>
      <dgm:spPr/>
    </dgm:pt>
    <dgm:pt modelId="{152D2CC7-A0F1-42F9-85B8-C6CF36C9E25A}" type="pres">
      <dgm:prSet presAssocID="{0A804072-64C4-46EB-8C50-BCC0509B8F6F}" presName="hierRoot2" presStyleCnt="0">
        <dgm:presLayoutVars>
          <dgm:hierBranch val="init"/>
        </dgm:presLayoutVars>
      </dgm:prSet>
      <dgm:spPr/>
    </dgm:pt>
    <dgm:pt modelId="{68B84BDC-5D3D-41A6-A86C-06EB2390F7D8}" type="pres">
      <dgm:prSet presAssocID="{0A804072-64C4-46EB-8C50-BCC0509B8F6F}" presName="rootComposite" presStyleCnt="0"/>
      <dgm:spPr/>
    </dgm:pt>
    <dgm:pt modelId="{766EABB1-D278-4D51-ABE3-29143E9C24B9}" type="pres">
      <dgm:prSet presAssocID="{0A804072-64C4-46EB-8C50-BCC0509B8F6F}" presName="rootText" presStyleLbl="node3" presStyleIdx="2" presStyleCnt="9" custScaleX="142947">
        <dgm:presLayoutVars>
          <dgm:chPref val="3"/>
        </dgm:presLayoutVars>
      </dgm:prSet>
      <dgm:spPr/>
      <dgm:t>
        <a:bodyPr/>
        <a:lstStyle/>
        <a:p>
          <a:endParaRPr lang="en-US"/>
        </a:p>
      </dgm:t>
    </dgm:pt>
    <dgm:pt modelId="{05D898B8-E620-48F5-A5ED-D805FE4CEB5D}" type="pres">
      <dgm:prSet presAssocID="{0A804072-64C4-46EB-8C50-BCC0509B8F6F}" presName="rootConnector" presStyleLbl="node3" presStyleIdx="2" presStyleCnt="9"/>
      <dgm:spPr/>
      <dgm:t>
        <a:bodyPr/>
        <a:lstStyle/>
        <a:p>
          <a:endParaRPr lang="en-US"/>
        </a:p>
      </dgm:t>
    </dgm:pt>
    <dgm:pt modelId="{35791251-9DFA-4C12-A781-A939A914C8A3}" type="pres">
      <dgm:prSet presAssocID="{0A804072-64C4-46EB-8C50-BCC0509B8F6F}" presName="hierChild4" presStyleCnt="0"/>
      <dgm:spPr/>
    </dgm:pt>
    <dgm:pt modelId="{017D4C47-77AC-4675-9A79-1D14BF53A8A4}" type="pres">
      <dgm:prSet presAssocID="{0A804072-64C4-46EB-8C50-BCC0509B8F6F}" presName="hierChild5" presStyleCnt="0"/>
      <dgm:spPr/>
    </dgm:pt>
    <dgm:pt modelId="{140CEA5F-393A-44D3-AEE5-C58D02ADE719}" type="pres">
      <dgm:prSet presAssocID="{96744D40-AB9A-4A38-BAB7-B98EC959EBC5}" presName="Name37" presStyleLbl="parChTrans1D3" presStyleIdx="3" presStyleCnt="9"/>
      <dgm:spPr/>
    </dgm:pt>
    <dgm:pt modelId="{E7FD81DD-B74E-466E-AE9F-E643165EB18C}" type="pres">
      <dgm:prSet presAssocID="{E42062C2-6908-4E2A-BCD8-435812DA13D3}" presName="hierRoot2" presStyleCnt="0">
        <dgm:presLayoutVars>
          <dgm:hierBranch val="init"/>
        </dgm:presLayoutVars>
      </dgm:prSet>
      <dgm:spPr/>
    </dgm:pt>
    <dgm:pt modelId="{906858FE-278C-46BE-9F01-DAE34FC45F28}" type="pres">
      <dgm:prSet presAssocID="{E42062C2-6908-4E2A-BCD8-435812DA13D3}" presName="rootComposite" presStyleCnt="0"/>
      <dgm:spPr/>
    </dgm:pt>
    <dgm:pt modelId="{2B0C564E-92EF-47AE-914F-696064361304}" type="pres">
      <dgm:prSet presAssocID="{E42062C2-6908-4E2A-BCD8-435812DA13D3}" presName="rootText" presStyleLbl="node3" presStyleIdx="3" presStyleCnt="9" custScaleX="142947">
        <dgm:presLayoutVars>
          <dgm:chPref val="3"/>
        </dgm:presLayoutVars>
      </dgm:prSet>
      <dgm:spPr/>
      <dgm:t>
        <a:bodyPr/>
        <a:lstStyle/>
        <a:p>
          <a:endParaRPr lang="en-US"/>
        </a:p>
      </dgm:t>
    </dgm:pt>
    <dgm:pt modelId="{CFE7B7E7-73CE-4704-8FBE-63A1B41EE052}" type="pres">
      <dgm:prSet presAssocID="{E42062C2-6908-4E2A-BCD8-435812DA13D3}" presName="rootConnector" presStyleLbl="node3" presStyleIdx="3" presStyleCnt="9"/>
      <dgm:spPr/>
      <dgm:t>
        <a:bodyPr/>
        <a:lstStyle/>
        <a:p>
          <a:endParaRPr lang="en-US"/>
        </a:p>
      </dgm:t>
    </dgm:pt>
    <dgm:pt modelId="{CFD74A17-5F14-4D99-922C-AA6E1CEB94F8}" type="pres">
      <dgm:prSet presAssocID="{E42062C2-6908-4E2A-BCD8-435812DA13D3}" presName="hierChild4" presStyleCnt="0"/>
      <dgm:spPr/>
    </dgm:pt>
    <dgm:pt modelId="{D77563D8-AAD3-420C-B3A0-C8D55F48297A}" type="pres">
      <dgm:prSet presAssocID="{E42062C2-6908-4E2A-BCD8-435812DA13D3}" presName="hierChild5" presStyleCnt="0"/>
      <dgm:spPr/>
    </dgm:pt>
    <dgm:pt modelId="{50F5B6E1-80F4-4C8E-8855-45D70F1DB245}" type="pres">
      <dgm:prSet presAssocID="{5346E749-B9A4-4FFB-B078-F85D9D8352E6}" presName="Name37" presStyleLbl="parChTrans1D3" presStyleIdx="4" presStyleCnt="9"/>
      <dgm:spPr/>
    </dgm:pt>
    <dgm:pt modelId="{D26647B9-2B2C-49A3-A047-3726617432E2}" type="pres">
      <dgm:prSet presAssocID="{9B9FE9C8-2437-4822-9686-CEDC4E733572}" presName="hierRoot2" presStyleCnt="0">
        <dgm:presLayoutVars>
          <dgm:hierBranch val="init"/>
        </dgm:presLayoutVars>
      </dgm:prSet>
      <dgm:spPr/>
    </dgm:pt>
    <dgm:pt modelId="{F36AFA31-5898-45B6-8999-61CB8EC07FA1}" type="pres">
      <dgm:prSet presAssocID="{9B9FE9C8-2437-4822-9686-CEDC4E733572}" presName="rootComposite" presStyleCnt="0"/>
      <dgm:spPr/>
    </dgm:pt>
    <dgm:pt modelId="{2ABCA685-71DE-40B5-96E2-107B3F83F5FB}" type="pres">
      <dgm:prSet presAssocID="{9B9FE9C8-2437-4822-9686-CEDC4E733572}" presName="rootText" presStyleLbl="node3" presStyleIdx="4" presStyleCnt="9" custScaleX="142947">
        <dgm:presLayoutVars>
          <dgm:chPref val="3"/>
        </dgm:presLayoutVars>
      </dgm:prSet>
      <dgm:spPr/>
      <dgm:t>
        <a:bodyPr/>
        <a:lstStyle/>
        <a:p>
          <a:endParaRPr lang="en-US"/>
        </a:p>
      </dgm:t>
    </dgm:pt>
    <dgm:pt modelId="{5E0DC92C-FED6-4F74-B385-A527E53CA43B}" type="pres">
      <dgm:prSet presAssocID="{9B9FE9C8-2437-4822-9686-CEDC4E733572}" presName="rootConnector" presStyleLbl="node3" presStyleIdx="4" presStyleCnt="9"/>
      <dgm:spPr/>
      <dgm:t>
        <a:bodyPr/>
        <a:lstStyle/>
        <a:p>
          <a:endParaRPr lang="en-US"/>
        </a:p>
      </dgm:t>
    </dgm:pt>
    <dgm:pt modelId="{C8845BAB-F100-48BA-806B-72FC12963CC4}" type="pres">
      <dgm:prSet presAssocID="{9B9FE9C8-2437-4822-9686-CEDC4E733572}" presName="hierChild4" presStyleCnt="0"/>
      <dgm:spPr/>
    </dgm:pt>
    <dgm:pt modelId="{8257BB01-8286-4BF6-A66E-98CDBFBB9F98}" type="pres">
      <dgm:prSet presAssocID="{9B9FE9C8-2437-4822-9686-CEDC4E733572}" presName="hierChild5" presStyleCnt="0"/>
      <dgm:spPr/>
    </dgm:pt>
    <dgm:pt modelId="{3E362709-8DF5-4ED1-BE78-2D67C7F6CD59}" type="pres">
      <dgm:prSet presAssocID="{620DD3EC-BDCD-468B-B566-7FE2B848507E}" presName="hierChild5" presStyleCnt="0"/>
      <dgm:spPr/>
    </dgm:pt>
    <dgm:pt modelId="{F35E2B4E-A03A-4CEC-8313-CD85481B51A2}" type="pres">
      <dgm:prSet presAssocID="{465E99B4-164C-4BAE-9F07-11FC02BDF1C0}" presName="Name37" presStyleLbl="parChTrans1D2" presStyleIdx="2" presStyleCnt="3"/>
      <dgm:spPr/>
    </dgm:pt>
    <dgm:pt modelId="{C14ADC0F-DB14-4D25-B270-993163C4E4BB}" type="pres">
      <dgm:prSet presAssocID="{B8979EE1-0B76-49DF-94CB-E21FB2BFFE93}" presName="hierRoot2" presStyleCnt="0">
        <dgm:presLayoutVars>
          <dgm:hierBranch val="init"/>
        </dgm:presLayoutVars>
      </dgm:prSet>
      <dgm:spPr/>
    </dgm:pt>
    <dgm:pt modelId="{31F1624B-B6B3-4011-8CEE-5A82CECD3631}" type="pres">
      <dgm:prSet presAssocID="{B8979EE1-0B76-49DF-94CB-E21FB2BFFE93}" presName="rootComposite" presStyleCnt="0"/>
      <dgm:spPr/>
    </dgm:pt>
    <dgm:pt modelId="{3974D9EF-2642-4EA6-B022-A6FB2F4B3087}" type="pres">
      <dgm:prSet presAssocID="{B8979EE1-0B76-49DF-94CB-E21FB2BFFE93}" presName="rootText" presStyleLbl="node2" presStyleIdx="2" presStyleCnt="3" custScaleX="217543">
        <dgm:presLayoutVars>
          <dgm:chPref val="3"/>
        </dgm:presLayoutVars>
      </dgm:prSet>
      <dgm:spPr/>
      <dgm:t>
        <a:bodyPr/>
        <a:lstStyle/>
        <a:p>
          <a:endParaRPr lang="en-US"/>
        </a:p>
      </dgm:t>
    </dgm:pt>
    <dgm:pt modelId="{3171E5CA-E43A-470A-B942-64771F94AC4C}" type="pres">
      <dgm:prSet presAssocID="{B8979EE1-0B76-49DF-94CB-E21FB2BFFE93}" presName="rootConnector" presStyleLbl="node2" presStyleIdx="2" presStyleCnt="3"/>
      <dgm:spPr/>
      <dgm:t>
        <a:bodyPr/>
        <a:lstStyle/>
        <a:p>
          <a:endParaRPr lang="en-US"/>
        </a:p>
      </dgm:t>
    </dgm:pt>
    <dgm:pt modelId="{CBF86D54-ADE7-46C0-AF01-7B3BB5C7EF85}" type="pres">
      <dgm:prSet presAssocID="{B8979EE1-0B76-49DF-94CB-E21FB2BFFE93}" presName="hierChild4" presStyleCnt="0"/>
      <dgm:spPr/>
    </dgm:pt>
    <dgm:pt modelId="{7EE4C09A-4E7C-48C3-B023-D58BEC148888}" type="pres">
      <dgm:prSet presAssocID="{ECDEC8D1-B642-4176-B965-50B19D2C2789}" presName="Name37" presStyleLbl="parChTrans1D3" presStyleIdx="5" presStyleCnt="9"/>
      <dgm:spPr/>
    </dgm:pt>
    <dgm:pt modelId="{E51C4F41-479D-43C9-8F05-3344BB6C8E9F}" type="pres">
      <dgm:prSet presAssocID="{FE126ADB-29A9-45D7-85DC-85C1AA1071CD}" presName="hierRoot2" presStyleCnt="0">
        <dgm:presLayoutVars>
          <dgm:hierBranch val="init"/>
        </dgm:presLayoutVars>
      </dgm:prSet>
      <dgm:spPr/>
    </dgm:pt>
    <dgm:pt modelId="{D28079E7-96FF-4D84-852D-670241F3793F}" type="pres">
      <dgm:prSet presAssocID="{FE126ADB-29A9-45D7-85DC-85C1AA1071CD}" presName="rootComposite" presStyleCnt="0"/>
      <dgm:spPr/>
    </dgm:pt>
    <dgm:pt modelId="{08481336-93DD-4BCB-A9B8-CFA4CFCC429B}" type="pres">
      <dgm:prSet presAssocID="{FE126ADB-29A9-45D7-85DC-85C1AA1071CD}" presName="rootText" presStyleLbl="node3" presStyleIdx="5" presStyleCnt="9" custScaleX="142947">
        <dgm:presLayoutVars>
          <dgm:chPref val="3"/>
        </dgm:presLayoutVars>
      </dgm:prSet>
      <dgm:spPr/>
      <dgm:t>
        <a:bodyPr/>
        <a:lstStyle/>
        <a:p>
          <a:endParaRPr lang="en-US"/>
        </a:p>
      </dgm:t>
    </dgm:pt>
    <dgm:pt modelId="{451DCE93-5824-4E71-94AC-5570BA56E7F3}" type="pres">
      <dgm:prSet presAssocID="{FE126ADB-29A9-45D7-85DC-85C1AA1071CD}" presName="rootConnector" presStyleLbl="node3" presStyleIdx="5" presStyleCnt="9"/>
      <dgm:spPr/>
      <dgm:t>
        <a:bodyPr/>
        <a:lstStyle/>
        <a:p>
          <a:endParaRPr lang="en-US"/>
        </a:p>
      </dgm:t>
    </dgm:pt>
    <dgm:pt modelId="{A041B5E9-9CB6-4AC4-81CF-BE093CBAF26B}" type="pres">
      <dgm:prSet presAssocID="{FE126ADB-29A9-45D7-85DC-85C1AA1071CD}" presName="hierChild4" presStyleCnt="0"/>
      <dgm:spPr/>
    </dgm:pt>
    <dgm:pt modelId="{35A1933B-A785-4060-929D-BE7D2F83CC56}" type="pres">
      <dgm:prSet presAssocID="{FE126ADB-29A9-45D7-85DC-85C1AA1071CD}" presName="hierChild5" presStyleCnt="0"/>
      <dgm:spPr/>
    </dgm:pt>
    <dgm:pt modelId="{0E3E53D8-EC30-41B0-AA64-C8021BC985E8}" type="pres">
      <dgm:prSet presAssocID="{33E3BED2-78CD-4FEB-82C4-208092988394}" presName="Name37" presStyleLbl="parChTrans1D3" presStyleIdx="6" presStyleCnt="9"/>
      <dgm:spPr/>
    </dgm:pt>
    <dgm:pt modelId="{3CBF8895-2AF6-4F71-AC61-0FAEE2D5257E}" type="pres">
      <dgm:prSet presAssocID="{0FC05B3D-E8B6-426B-AC02-A919359018CF}" presName="hierRoot2" presStyleCnt="0">
        <dgm:presLayoutVars>
          <dgm:hierBranch val="init"/>
        </dgm:presLayoutVars>
      </dgm:prSet>
      <dgm:spPr/>
    </dgm:pt>
    <dgm:pt modelId="{AE35BCB9-CC9F-4A83-897D-02D57BB7C7F3}" type="pres">
      <dgm:prSet presAssocID="{0FC05B3D-E8B6-426B-AC02-A919359018CF}" presName="rootComposite" presStyleCnt="0"/>
      <dgm:spPr/>
    </dgm:pt>
    <dgm:pt modelId="{1C4C34F0-0A9D-4A1C-AF5C-F6EC9E43FFF3}" type="pres">
      <dgm:prSet presAssocID="{0FC05B3D-E8B6-426B-AC02-A919359018CF}" presName="rootText" presStyleLbl="node3" presStyleIdx="6" presStyleCnt="9" custScaleX="142947">
        <dgm:presLayoutVars>
          <dgm:chPref val="3"/>
        </dgm:presLayoutVars>
      </dgm:prSet>
      <dgm:spPr/>
      <dgm:t>
        <a:bodyPr/>
        <a:lstStyle/>
        <a:p>
          <a:endParaRPr lang="en-US"/>
        </a:p>
      </dgm:t>
    </dgm:pt>
    <dgm:pt modelId="{0A93BC5C-CD8E-43A5-9E29-48B05AB2B10B}" type="pres">
      <dgm:prSet presAssocID="{0FC05B3D-E8B6-426B-AC02-A919359018CF}" presName="rootConnector" presStyleLbl="node3" presStyleIdx="6" presStyleCnt="9"/>
      <dgm:spPr/>
      <dgm:t>
        <a:bodyPr/>
        <a:lstStyle/>
        <a:p>
          <a:endParaRPr lang="en-US"/>
        </a:p>
      </dgm:t>
    </dgm:pt>
    <dgm:pt modelId="{9A91D119-DF9E-420C-AEE8-01FF4890E152}" type="pres">
      <dgm:prSet presAssocID="{0FC05B3D-E8B6-426B-AC02-A919359018CF}" presName="hierChild4" presStyleCnt="0"/>
      <dgm:spPr/>
    </dgm:pt>
    <dgm:pt modelId="{3F165FBB-8E09-4FC3-82A4-DB231332E257}" type="pres">
      <dgm:prSet presAssocID="{0FC05B3D-E8B6-426B-AC02-A919359018CF}" presName="hierChild5" presStyleCnt="0"/>
      <dgm:spPr/>
    </dgm:pt>
    <dgm:pt modelId="{D3A74E0F-C848-43F8-9970-DE79AB5F248F}" type="pres">
      <dgm:prSet presAssocID="{59A71FEB-6B1C-4D9A-A938-6999FBF40B7D}" presName="Name37" presStyleLbl="parChTrans1D3" presStyleIdx="7" presStyleCnt="9"/>
      <dgm:spPr/>
    </dgm:pt>
    <dgm:pt modelId="{C68CE242-83AA-492E-A3F7-47E04B5FCD0A}" type="pres">
      <dgm:prSet presAssocID="{4D8F5F2F-99F9-4D40-8E3A-A289050B1E8E}" presName="hierRoot2" presStyleCnt="0">
        <dgm:presLayoutVars>
          <dgm:hierBranch val="init"/>
        </dgm:presLayoutVars>
      </dgm:prSet>
      <dgm:spPr/>
    </dgm:pt>
    <dgm:pt modelId="{48BCFDFE-DF18-4710-9F76-DE9082343A7A}" type="pres">
      <dgm:prSet presAssocID="{4D8F5F2F-99F9-4D40-8E3A-A289050B1E8E}" presName="rootComposite" presStyleCnt="0"/>
      <dgm:spPr/>
    </dgm:pt>
    <dgm:pt modelId="{1A622963-C4F8-4FD9-83AA-D4FD0D846D72}" type="pres">
      <dgm:prSet presAssocID="{4D8F5F2F-99F9-4D40-8E3A-A289050B1E8E}" presName="rootText" presStyleLbl="node3" presStyleIdx="7" presStyleCnt="9" custScaleX="142947">
        <dgm:presLayoutVars>
          <dgm:chPref val="3"/>
        </dgm:presLayoutVars>
      </dgm:prSet>
      <dgm:spPr/>
      <dgm:t>
        <a:bodyPr/>
        <a:lstStyle/>
        <a:p>
          <a:endParaRPr lang="en-US"/>
        </a:p>
      </dgm:t>
    </dgm:pt>
    <dgm:pt modelId="{E4902E9D-3623-4558-98F1-DC0E1A1A39FE}" type="pres">
      <dgm:prSet presAssocID="{4D8F5F2F-99F9-4D40-8E3A-A289050B1E8E}" presName="rootConnector" presStyleLbl="node3" presStyleIdx="7" presStyleCnt="9"/>
      <dgm:spPr/>
      <dgm:t>
        <a:bodyPr/>
        <a:lstStyle/>
        <a:p>
          <a:endParaRPr lang="en-US"/>
        </a:p>
      </dgm:t>
    </dgm:pt>
    <dgm:pt modelId="{96C24B56-F73C-4D38-95AF-74213968CB78}" type="pres">
      <dgm:prSet presAssocID="{4D8F5F2F-99F9-4D40-8E3A-A289050B1E8E}" presName="hierChild4" presStyleCnt="0"/>
      <dgm:spPr/>
    </dgm:pt>
    <dgm:pt modelId="{0E95D764-8E22-4089-92A1-CFC6CE52C586}" type="pres">
      <dgm:prSet presAssocID="{4D8F5F2F-99F9-4D40-8E3A-A289050B1E8E}" presName="hierChild5" presStyleCnt="0"/>
      <dgm:spPr/>
    </dgm:pt>
    <dgm:pt modelId="{93E53E1C-0027-48E3-BEC1-BCE504758ACB}" type="pres">
      <dgm:prSet presAssocID="{F1D61966-5D23-4DFB-BD88-86F1E8CA6728}" presName="Name37" presStyleLbl="parChTrans1D3" presStyleIdx="8" presStyleCnt="9"/>
      <dgm:spPr/>
    </dgm:pt>
    <dgm:pt modelId="{D81F4399-EED0-4626-940A-415DC09E53DF}" type="pres">
      <dgm:prSet presAssocID="{4CAFF814-A520-437F-855A-065A7B2F6104}" presName="hierRoot2" presStyleCnt="0">
        <dgm:presLayoutVars>
          <dgm:hierBranch val="init"/>
        </dgm:presLayoutVars>
      </dgm:prSet>
      <dgm:spPr/>
    </dgm:pt>
    <dgm:pt modelId="{29B658EE-A78A-4AC0-92A6-6FC954EF2675}" type="pres">
      <dgm:prSet presAssocID="{4CAFF814-A520-437F-855A-065A7B2F6104}" presName="rootComposite" presStyleCnt="0"/>
      <dgm:spPr/>
    </dgm:pt>
    <dgm:pt modelId="{F7C22BB7-7D3E-4CA2-A783-D6691E4D608A}" type="pres">
      <dgm:prSet presAssocID="{4CAFF814-A520-437F-855A-065A7B2F6104}" presName="rootText" presStyleLbl="node3" presStyleIdx="8" presStyleCnt="9" custScaleX="142947">
        <dgm:presLayoutVars>
          <dgm:chPref val="3"/>
        </dgm:presLayoutVars>
      </dgm:prSet>
      <dgm:spPr/>
      <dgm:t>
        <a:bodyPr/>
        <a:lstStyle/>
        <a:p>
          <a:endParaRPr lang="en-US"/>
        </a:p>
      </dgm:t>
    </dgm:pt>
    <dgm:pt modelId="{FC91D028-BB16-4D0D-974E-DC452455E7D3}" type="pres">
      <dgm:prSet presAssocID="{4CAFF814-A520-437F-855A-065A7B2F6104}" presName="rootConnector" presStyleLbl="node3" presStyleIdx="8" presStyleCnt="9"/>
      <dgm:spPr/>
      <dgm:t>
        <a:bodyPr/>
        <a:lstStyle/>
        <a:p>
          <a:endParaRPr lang="en-US"/>
        </a:p>
      </dgm:t>
    </dgm:pt>
    <dgm:pt modelId="{DFA978DF-5766-48AD-BCA7-0D778FB9FCEE}" type="pres">
      <dgm:prSet presAssocID="{4CAFF814-A520-437F-855A-065A7B2F6104}" presName="hierChild4" presStyleCnt="0"/>
      <dgm:spPr/>
    </dgm:pt>
    <dgm:pt modelId="{D994DF85-4796-4759-BF65-EE4F34D72AEF}" type="pres">
      <dgm:prSet presAssocID="{4CAFF814-A520-437F-855A-065A7B2F6104}" presName="hierChild5" presStyleCnt="0"/>
      <dgm:spPr/>
    </dgm:pt>
    <dgm:pt modelId="{9F816470-F765-4467-8BFE-055142852E76}" type="pres">
      <dgm:prSet presAssocID="{B8979EE1-0B76-49DF-94CB-E21FB2BFFE93}" presName="hierChild5" presStyleCnt="0"/>
      <dgm:spPr/>
    </dgm:pt>
    <dgm:pt modelId="{96DEF822-DC52-4FFC-82DA-389CD5B29657}" type="pres">
      <dgm:prSet presAssocID="{9E6404DC-1053-49D6-95EE-599A97C88DD3}" presName="hierChild3" presStyleCnt="0"/>
      <dgm:spPr/>
    </dgm:pt>
  </dgm:ptLst>
  <dgm:cxnLst>
    <dgm:cxn modelId="{2470D536-5B29-4C05-BF36-8D956C905FA7}" type="presOf" srcId="{59A71FEB-6B1C-4D9A-A938-6999FBF40B7D}" destId="{D3A74E0F-C848-43F8-9970-DE79AB5F248F}" srcOrd="0" destOrd="0" presId="urn:microsoft.com/office/officeart/2005/8/layout/orgChart1"/>
    <dgm:cxn modelId="{5B8A430B-346B-461A-AE70-7DC18B1A8E39}" type="presOf" srcId="{0FC05B3D-E8B6-426B-AC02-A919359018CF}" destId="{1C4C34F0-0A9D-4A1C-AF5C-F6EC9E43FFF3}" srcOrd="0" destOrd="0" presId="urn:microsoft.com/office/officeart/2005/8/layout/orgChart1"/>
    <dgm:cxn modelId="{5FD714B3-D08D-48FA-BDF7-D8C0F7647D9A}" type="presOf" srcId="{4CAFF814-A520-437F-855A-065A7B2F6104}" destId="{FC91D028-BB16-4D0D-974E-DC452455E7D3}" srcOrd="1" destOrd="0" presId="urn:microsoft.com/office/officeart/2005/8/layout/orgChart1"/>
    <dgm:cxn modelId="{9A70EE89-A943-4CBA-B79A-98EDAE543609}" srcId="{B8979EE1-0B76-49DF-94CB-E21FB2BFFE93}" destId="{4CAFF814-A520-437F-855A-065A7B2F6104}" srcOrd="3" destOrd="0" parTransId="{F1D61966-5D23-4DFB-BD88-86F1E8CA6728}" sibTransId="{34BBE6C8-EACA-4E04-8235-586D115B1EB5}"/>
    <dgm:cxn modelId="{9DCAB64A-91D9-4220-98DB-708134563C31}" type="presOf" srcId="{F0764DAA-254D-4C3C-9708-669D5BF5A337}" destId="{0146BAA9-2B9D-4F2A-B565-A2DCB6505964}" srcOrd="0" destOrd="0" presId="urn:microsoft.com/office/officeart/2005/8/layout/orgChart1"/>
    <dgm:cxn modelId="{0B41CD3C-F8AE-4450-9586-39A90A072FC1}" srcId="{B8979EE1-0B76-49DF-94CB-E21FB2BFFE93}" destId="{FE126ADB-29A9-45D7-85DC-85C1AA1071CD}" srcOrd="0" destOrd="0" parTransId="{ECDEC8D1-B642-4176-B965-50B19D2C2789}" sibTransId="{153DCCE7-0A3E-4980-8457-15B6367146C6}"/>
    <dgm:cxn modelId="{3D82D9FB-2513-4927-9A9F-32546CB16F10}" srcId="{B8979EE1-0B76-49DF-94CB-E21FB2BFFE93}" destId="{4D8F5F2F-99F9-4D40-8E3A-A289050B1E8E}" srcOrd="2" destOrd="0" parTransId="{59A71FEB-6B1C-4D9A-A938-6999FBF40B7D}" sibTransId="{10A60630-3537-4FAE-9E1F-33A7DFF6A431}"/>
    <dgm:cxn modelId="{F71DEF05-0776-4E9C-8242-F6CA5CDAE21D}" type="presOf" srcId="{620DD3EC-BDCD-468B-B566-7FE2B848507E}" destId="{02B28F85-DE51-42FF-859E-1DD3A478F426}" srcOrd="0" destOrd="0" presId="urn:microsoft.com/office/officeart/2005/8/layout/orgChart1"/>
    <dgm:cxn modelId="{18C0B248-CAFA-4BE0-8E82-DC067C692D04}" type="presOf" srcId="{620DD3EC-BDCD-468B-B566-7FE2B848507E}" destId="{1999F93D-C5E3-4B58-A38A-C971B5C1871B}" srcOrd="1" destOrd="0" presId="urn:microsoft.com/office/officeart/2005/8/layout/orgChart1"/>
    <dgm:cxn modelId="{290333FB-7BFF-4A83-83C2-5108B7C966A6}" type="presOf" srcId="{ECDEC8D1-B642-4176-B965-50B19D2C2789}" destId="{7EE4C09A-4E7C-48C3-B023-D58BEC148888}" srcOrd="0" destOrd="0" presId="urn:microsoft.com/office/officeart/2005/8/layout/orgChart1"/>
    <dgm:cxn modelId="{F9C04084-B9C9-425E-8C90-79AFC82CE37C}" type="presOf" srcId="{45DD60CF-7661-4446-B163-F8A81B0D7620}" destId="{DC2C27DB-8847-4E51-8F36-3C3F5D643364}" srcOrd="0" destOrd="0" presId="urn:microsoft.com/office/officeart/2005/8/layout/orgChart1"/>
    <dgm:cxn modelId="{CAD7622C-3A66-49C6-AA40-EBE804F4B1EC}" srcId="{620DD3EC-BDCD-468B-B566-7FE2B848507E}" destId="{2A15E0A6-679D-4670-87FA-4A6A24B0C5FA}" srcOrd="0" destOrd="0" parTransId="{79CE3C61-BDBE-4EE3-85DF-02AB835E690C}" sibTransId="{0A6D3C95-6E4C-4736-9C79-15161B77857F}"/>
    <dgm:cxn modelId="{EB3590EB-730D-4E82-B9FA-FE4FED6DCC52}" type="presOf" srcId="{5346E749-B9A4-4FFB-B078-F85D9D8352E6}" destId="{50F5B6E1-80F4-4C8E-8855-45D70F1DB245}"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9DABB44F-B42B-443F-9E2F-FFD3DF781252}" srcId="{9E6404DC-1053-49D6-95EE-599A97C88DD3}" destId="{B8979EE1-0B76-49DF-94CB-E21FB2BFFE93}" srcOrd="2" destOrd="0" parTransId="{465E99B4-164C-4BAE-9F07-11FC02BDF1C0}" sibTransId="{A52399AA-C95C-41D6-976A-0B5DE871750C}"/>
    <dgm:cxn modelId="{34E1025D-8BEF-4575-9E39-4FA2D1E66E87}" type="presOf" srcId="{B8979EE1-0B76-49DF-94CB-E21FB2BFFE93}" destId="{3974D9EF-2642-4EA6-B022-A6FB2F4B3087}" srcOrd="0" destOrd="0" presId="urn:microsoft.com/office/officeart/2005/8/layout/orgChart1"/>
    <dgm:cxn modelId="{5385AFD7-59DD-4D16-A238-F38F4F3DFE03}" srcId="{B8979EE1-0B76-49DF-94CB-E21FB2BFFE93}" destId="{0FC05B3D-E8B6-426B-AC02-A919359018CF}" srcOrd="1" destOrd="0" parTransId="{33E3BED2-78CD-4FEB-82C4-208092988394}" sibTransId="{7A388837-848E-4F92-A802-6A25E7D21D02}"/>
    <dgm:cxn modelId="{C7C78122-FF83-4DEB-A379-FC79FF3B3A2A}" type="presOf" srcId="{8CE2CE9A-EBD7-445E-BD99-21666869C1D4}" destId="{7B4371B5-9FE0-4A41-B872-D27DD755166A}" srcOrd="0" destOrd="0" presId="urn:microsoft.com/office/officeart/2005/8/layout/orgChart1"/>
    <dgm:cxn modelId="{8ECA5929-2CC8-4935-912C-A10DF4B6A0ED}" type="presOf" srcId="{33E3BED2-78CD-4FEB-82C4-208092988394}" destId="{0E3E53D8-EC30-41B0-AA64-C8021BC985E8}" srcOrd="0" destOrd="0" presId="urn:microsoft.com/office/officeart/2005/8/layout/orgChart1"/>
    <dgm:cxn modelId="{39F38379-713E-4793-83A6-FB087E05B42F}" type="presOf" srcId="{E42062C2-6908-4E2A-BCD8-435812DA13D3}" destId="{2B0C564E-92EF-47AE-914F-696064361304}" srcOrd="0" destOrd="0" presId="urn:microsoft.com/office/officeart/2005/8/layout/orgChart1"/>
    <dgm:cxn modelId="{6C9D4AFA-B3F9-40FD-8A8E-90BF6EBC7664}" srcId="{620DD3EC-BDCD-468B-B566-7FE2B848507E}" destId="{0A804072-64C4-46EB-8C50-BCC0509B8F6F}" srcOrd="2" destOrd="0" parTransId="{EBA25234-A5F3-49BA-8141-2E86E296AA3F}" sibTransId="{31077625-8146-4B4D-9B63-AE0E5FC2BCF1}"/>
    <dgm:cxn modelId="{015ADE49-C177-44EA-8E43-211022E68D5A}" type="presOf" srcId="{4CAFF814-A520-437F-855A-065A7B2F6104}" destId="{F7C22BB7-7D3E-4CA2-A783-D6691E4D608A}"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3EEC9129-A6C6-4F3B-AD90-943B7D334FE1}" type="presOf" srcId="{0A804072-64C4-46EB-8C50-BCC0509B8F6F}" destId="{766EABB1-D278-4D51-ABE3-29143E9C24B9}" srcOrd="0" destOrd="0" presId="urn:microsoft.com/office/officeart/2005/8/layout/orgChart1"/>
    <dgm:cxn modelId="{4753CAB0-DE41-4792-A119-C09187238390}" type="presOf" srcId="{4D8F5F2F-99F9-4D40-8E3A-A289050B1E8E}" destId="{1A622963-C4F8-4FD9-83AA-D4FD0D846D72}" srcOrd="0" destOrd="0" presId="urn:microsoft.com/office/officeart/2005/8/layout/orgChart1"/>
    <dgm:cxn modelId="{2312F22C-869C-4536-BB25-CB129F6B92EA}" type="presOf" srcId="{45DD60CF-7661-4446-B163-F8A81B0D7620}" destId="{37E8AFF8-6FA7-4AC1-A6C4-9C3C9E71B504}" srcOrd="1" destOrd="0" presId="urn:microsoft.com/office/officeart/2005/8/layout/orgChart1"/>
    <dgm:cxn modelId="{1EA575BA-472C-4A7C-A883-423D79DEFBEB}" srcId="{620DD3EC-BDCD-468B-B566-7FE2B848507E}" destId="{45DD60CF-7661-4446-B163-F8A81B0D7620}" srcOrd="1" destOrd="0" parTransId="{567DA506-0355-4684-AE3B-1719C0660E4C}" sibTransId="{4E1BF6CA-B22A-419A-838D-AD30D4B79BB9}"/>
    <dgm:cxn modelId="{1A045063-ED12-4763-AE45-0CCE82FD20C0}" type="presOf" srcId="{567DA506-0355-4684-AE3B-1719C0660E4C}" destId="{0476B843-1D61-4CCA-8740-1CDB0C0DD5B7}" srcOrd="0" destOrd="0" presId="urn:microsoft.com/office/officeart/2005/8/layout/orgChart1"/>
    <dgm:cxn modelId="{616A1ECB-1119-4233-A94A-FB84216B094B}" type="presOf" srcId="{0FC05B3D-E8B6-426B-AC02-A919359018CF}" destId="{0A93BC5C-CD8E-43A5-9E29-48B05AB2B10B}" srcOrd="1" destOrd="0" presId="urn:microsoft.com/office/officeart/2005/8/layout/orgChart1"/>
    <dgm:cxn modelId="{901CBD47-5174-4659-9B0B-BF4D44F86551}" type="presOf" srcId="{FE126ADB-29A9-45D7-85DC-85C1AA1071CD}" destId="{451DCE93-5824-4E71-94AC-5570BA56E7F3}" srcOrd="1" destOrd="0" presId="urn:microsoft.com/office/officeart/2005/8/layout/orgChart1"/>
    <dgm:cxn modelId="{DDEE42AD-B3A5-47F5-AEDE-762AC9724F4B}" type="presOf" srcId="{E42062C2-6908-4E2A-BCD8-435812DA13D3}" destId="{CFE7B7E7-73CE-4704-8FBE-63A1B41EE052}"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5B5C6E2B-D947-44FC-AFDD-A2172447CA13}" type="presOf" srcId="{465E99B4-164C-4BAE-9F07-11FC02BDF1C0}" destId="{F35E2B4E-A03A-4CEC-8313-CD85481B51A2}" srcOrd="0" destOrd="0" presId="urn:microsoft.com/office/officeart/2005/8/layout/orgChart1"/>
    <dgm:cxn modelId="{D554EF06-2E28-46C1-89B2-C2317E8C1DE3}" srcId="{620DD3EC-BDCD-468B-B566-7FE2B848507E}" destId="{9B9FE9C8-2437-4822-9686-CEDC4E733572}" srcOrd="4" destOrd="0" parTransId="{5346E749-B9A4-4FFB-B078-F85D9D8352E6}" sibTransId="{1DA16604-39CA-489C-9C94-461BC8CDDF08}"/>
    <dgm:cxn modelId="{AC39F653-00D5-4219-8557-1E633AAA0D11}" type="presOf" srcId="{9E6404DC-1053-49D6-95EE-599A97C88DD3}" destId="{C8C73746-D1E9-45A4-A4B2-4DB251C0CC5A}" srcOrd="1" destOrd="0" presId="urn:microsoft.com/office/officeart/2005/8/layout/orgChart1"/>
    <dgm:cxn modelId="{B9D67B8B-3DE9-4CD5-8F0F-3AD06384B7FD}" type="presOf" srcId="{FE126ADB-29A9-45D7-85DC-85C1AA1071CD}" destId="{08481336-93DD-4BCB-A9B8-CFA4CFCC429B}" srcOrd="0" destOrd="0" presId="urn:microsoft.com/office/officeart/2005/8/layout/orgChart1"/>
    <dgm:cxn modelId="{E5AEB4F6-8BAA-43A2-96B7-67CF06B7E2B1}" type="presOf" srcId="{F1D61966-5D23-4DFB-BD88-86F1E8CA6728}" destId="{93E53E1C-0027-48E3-BEC1-BCE504758ACB}" srcOrd="0" destOrd="0" presId="urn:microsoft.com/office/officeart/2005/8/layout/orgChart1"/>
    <dgm:cxn modelId="{CF40218E-1595-4CFB-B0F6-5B71CAF0CF9F}" type="presOf" srcId="{9B9FE9C8-2437-4822-9686-CEDC4E733572}" destId="{5E0DC92C-FED6-4F74-B385-A527E53CA43B}" srcOrd="1" destOrd="0" presId="urn:microsoft.com/office/officeart/2005/8/layout/orgChart1"/>
    <dgm:cxn modelId="{D0EA311B-E52E-4368-ABA2-2521E245827F}" type="presOf" srcId="{9B9FE9C8-2437-4822-9686-CEDC4E733572}" destId="{2ABCA685-71DE-40B5-96E2-107B3F83F5FB}"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ECCB1482-16AC-48BD-94E8-5A330CA72137}" type="presOf" srcId="{EBA25234-A5F3-49BA-8141-2E86E296AA3F}" destId="{E7E4B7B2-EFA2-4C54-8CA2-E5F72B03B919}" srcOrd="0" destOrd="0" presId="urn:microsoft.com/office/officeart/2005/8/layout/orgChart1"/>
    <dgm:cxn modelId="{9CB1C82E-357E-430F-AF6E-84CFE1A8D887}" type="presOf" srcId="{79CE3C61-BDBE-4EE3-85DF-02AB835E690C}" destId="{23FA2235-F78F-460F-BCD3-1543BF8B65E6}"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D7F87DE5-298B-4CC8-A895-95F46C6EB5D8}" type="presOf" srcId="{4D8F5F2F-99F9-4D40-8E3A-A289050B1E8E}" destId="{E4902E9D-3623-4558-98F1-DC0E1A1A39FE}"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1EAD89EE-11AC-458E-AFDE-D65B78D7EF55}" type="presOf" srcId="{9286A5EC-F2A9-487D-8BF1-B96EEEFD636B}" destId="{A10B8E6A-AEE1-4C2B-8634-C515AEDBA0E5}" srcOrd="1" destOrd="0" presId="urn:microsoft.com/office/officeart/2005/8/layout/orgChart1"/>
    <dgm:cxn modelId="{B64039C2-6D55-410E-8FE5-0955D73BDA09}" type="presOf" srcId="{96744D40-AB9A-4A38-BAB7-B98EC959EBC5}" destId="{140CEA5F-393A-44D3-AEE5-C58D02ADE719}" srcOrd="0" destOrd="0" presId="urn:microsoft.com/office/officeart/2005/8/layout/orgChart1"/>
    <dgm:cxn modelId="{A58500FC-1795-47DA-B019-7F18BBDB4AC6}" type="presOf" srcId="{2A15E0A6-679D-4670-87FA-4A6A24B0C5FA}" destId="{798E180C-4A57-445D-9705-ABFFD926D250}" srcOrd="0" destOrd="0" presId="urn:microsoft.com/office/officeart/2005/8/layout/orgChart1"/>
    <dgm:cxn modelId="{0B672F5B-317E-420F-99CE-2C27B98A15E7}" type="presOf" srcId="{0A804072-64C4-46EB-8C50-BCC0509B8F6F}" destId="{05D898B8-E620-48F5-A5ED-D805FE4CEB5D}" srcOrd="1" destOrd="0" presId="urn:microsoft.com/office/officeart/2005/8/layout/orgChart1"/>
    <dgm:cxn modelId="{B9FF07D8-D650-4232-9654-09828F81D28E}" type="presOf" srcId="{2A15E0A6-679D-4670-87FA-4A6A24B0C5FA}" destId="{5A8E8795-1C0D-49C6-8A0E-B00208E0B9FF}" srcOrd="1" destOrd="0" presId="urn:microsoft.com/office/officeart/2005/8/layout/orgChart1"/>
    <dgm:cxn modelId="{9A82000C-61C9-4099-A3C1-EABEE2470C58}" type="presOf" srcId="{B8979EE1-0B76-49DF-94CB-E21FB2BFFE93}" destId="{3171E5CA-E43A-470A-B942-64771F94AC4C}" srcOrd="1" destOrd="0" presId="urn:microsoft.com/office/officeart/2005/8/layout/orgChart1"/>
    <dgm:cxn modelId="{F193C74A-8D21-491B-855F-D1FD613847FC}" srcId="{620DD3EC-BDCD-468B-B566-7FE2B848507E}" destId="{E42062C2-6908-4E2A-BCD8-435812DA13D3}" srcOrd="3" destOrd="0" parTransId="{96744D40-AB9A-4A38-BAB7-B98EC959EBC5}" sibTransId="{8D1384DA-A6C3-42FA-82E1-2B6951ED3890}"/>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997872A8-68F6-446D-85B4-0A24697AAF2B}" type="presParOf" srcId="{4C592C92-3156-443C-BB98-9204DFF01F72}" destId="{23FA2235-F78F-460F-BCD3-1543BF8B65E6}" srcOrd="0" destOrd="0" presId="urn:microsoft.com/office/officeart/2005/8/layout/orgChart1"/>
    <dgm:cxn modelId="{90E1F789-79C5-4837-B60C-21E1E6E70AE9}" type="presParOf" srcId="{4C592C92-3156-443C-BB98-9204DFF01F72}" destId="{C529BBDB-778E-436B-9980-6C0E2DF4D242}" srcOrd="1" destOrd="0" presId="urn:microsoft.com/office/officeart/2005/8/layout/orgChart1"/>
    <dgm:cxn modelId="{9D4551B6-DB4B-486C-845B-90CBDEA7C241}" type="presParOf" srcId="{C529BBDB-778E-436B-9980-6C0E2DF4D242}" destId="{2AB2013A-3C94-4B0C-9696-0617D8C3B38C}" srcOrd="0" destOrd="0" presId="urn:microsoft.com/office/officeart/2005/8/layout/orgChart1"/>
    <dgm:cxn modelId="{F3ED2579-6216-4F73-B438-0899BF7374A7}" type="presParOf" srcId="{2AB2013A-3C94-4B0C-9696-0617D8C3B38C}" destId="{798E180C-4A57-445D-9705-ABFFD926D250}" srcOrd="0" destOrd="0" presId="urn:microsoft.com/office/officeart/2005/8/layout/orgChart1"/>
    <dgm:cxn modelId="{7820D3AE-9B53-4A34-962D-70B9C2369404}" type="presParOf" srcId="{2AB2013A-3C94-4B0C-9696-0617D8C3B38C}" destId="{5A8E8795-1C0D-49C6-8A0E-B00208E0B9FF}" srcOrd="1" destOrd="0" presId="urn:microsoft.com/office/officeart/2005/8/layout/orgChart1"/>
    <dgm:cxn modelId="{20D7E0E8-4D48-4D65-9AB4-C924B707D547}" type="presParOf" srcId="{C529BBDB-778E-436B-9980-6C0E2DF4D242}" destId="{B466D006-3D19-4F65-89B0-E9D884E241C4}" srcOrd="1" destOrd="0" presId="urn:microsoft.com/office/officeart/2005/8/layout/orgChart1"/>
    <dgm:cxn modelId="{4C24F28C-2CFD-40F3-BF75-4E4E8A28FA9B}" type="presParOf" srcId="{C529BBDB-778E-436B-9980-6C0E2DF4D242}" destId="{6194AC0E-6EFD-4643-A334-00930D5053FF}" srcOrd="2" destOrd="0" presId="urn:microsoft.com/office/officeart/2005/8/layout/orgChart1"/>
    <dgm:cxn modelId="{3DB0FE65-C7D6-427A-8649-68226C48A113}" type="presParOf" srcId="{4C592C92-3156-443C-BB98-9204DFF01F72}" destId="{0476B843-1D61-4CCA-8740-1CDB0C0DD5B7}" srcOrd="2" destOrd="0" presId="urn:microsoft.com/office/officeart/2005/8/layout/orgChart1"/>
    <dgm:cxn modelId="{FE0D2729-4E9A-48ED-A936-EE9BFA7777DB}" type="presParOf" srcId="{4C592C92-3156-443C-BB98-9204DFF01F72}" destId="{64201711-BACF-4844-B69A-C67D5C350E7D}" srcOrd="3" destOrd="0" presId="urn:microsoft.com/office/officeart/2005/8/layout/orgChart1"/>
    <dgm:cxn modelId="{42494D53-BAAF-451F-867C-14E48FDDC675}" type="presParOf" srcId="{64201711-BACF-4844-B69A-C67D5C350E7D}" destId="{7AB055C8-84D1-4B86-A3C6-155524A4593F}" srcOrd="0" destOrd="0" presId="urn:microsoft.com/office/officeart/2005/8/layout/orgChart1"/>
    <dgm:cxn modelId="{1AA1A538-5231-4EEB-B1C8-61DFF4789A55}" type="presParOf" srcId="{7AB055C8-84D1-4B86-A3C6-155524A4593F}" destId="{DC2C27DB-8847-4E51-8F36-3C3F5D643364}" srcOrd="0" destOrd="0" presId="urn:microsoft.com/office/officeart/2005/8/layout/orgChart1"/>
    <dgm:cxn modelId="{136ACB01-3CBF-4B88-A11F-62D70A20C751}" type="presParOf" srcId="{7AB055C8-84D1-4B86-A3C6-155524A4593F}" destId="{37E8AFF8-6FA7-4AC1-A6C4-9C3C9E71B504}" srcOrd="1" destOrd="0" presId="urn:microsoft.com/office/officeart/2005/8/layout/orgChart1"/>
    <dgm:cxn modelId="{8CCB1899-AF87-4AD9-BD24-8DAA4F6B51EB}" type="presParOf" srcId="{64201711-BACF-4844-B69A-C67D5C350E7D}" destId="{491491EF-DC27-4628-B342-20CBCF712628}" srcOrd="1" destOrd="0" presId="urn:microsoft.com/office/officeart/2005/8/layout/orgChart1"/>
    <dgm:cxn modelId="{81D1054D-B0F7-4E2A-966E-EA892849DD8E}" type="presParOf" srcId="{64201711-BACF-4844-B69A-C67D5C350E7D}" destId="{DC3D1544-A0DE-49A0-AF68-D7F713737F22}" srcOrd="2" destOrd="0" presId="urn:microsoft.com/office/officeart/2005/8/layout/orgChart1"/>
    <dgm:cxn modelId="{C47F0D23-0203-4A56-A5A9-3FC51605014C}" type="presParOf" srcId="{4C592C92-3156-443C-BB98-9204DFF01F72}" destId="{E7E4B7B2-EFA2-4C54-8CA2-E5F72B03B919}" srcOrd="4" destOrd="0" presId="urn:microsoft.com/office/officeart/2005/8/layout/orgChart1"/>
    <dgm:cxn modelId="{C2BC90C0-E7A3-40F1-B2BE-0E174460FD2A}" type="presParOf" srcId="{4C592C92-3156-443C-BB98-9204DFF01F72}" destId="{152D2CC7-A0F1-42F9-85B8-C6CF36C9E25A}" srcOrd="5" destOrd="0" presId="urn:microsoft.com/office/officeart/2005/8/layout/orgChart1"/>
    <dgm:cxn modelId="{5BF50D30-3C13-4505-A5E4-B159CFA472D8}" type="presParOf" srcId="{152D2CC7-A0F1-42F9-85B8-C6CF36C9E25A}" destId="{68B84BDC-5D3D-41A6-A86C-06EB2390F7D8}" srcOrd="0" destOrd="0" presId="urn:microsoft.com/office/officeart/2005/8/layout/orgChart1"/>
    <dgm:cxn modelId="{7987EF75-0883-4C0C-8F32-70FE9CB81EAA}" type="presParOf" srcId="{68B84BDC-5D3D-41A6-A86C-06EB2390F7D8}" destId="{766EABB1-D278-4D51-ABE3-29143E9C24B9}" srcOrd="0" destOrd="0" presId="urn:microsoft.com/office/officeart/2005/8/layout/orgChart1"/>
    <dgm:cxn modelId="{AC8D30DB-85A1-47CF-8972-8FBC6DA2CBDE}" type="presParOf" srcId="{68B84BDC-5D3D-41A6-A86C-06EB2390F7D8}" destId="{05D898B8-E620-48F5-A5ED-D805FE4CEB5D}" srcOrd="1" destOrd="0" presId="urn:microsoft.com/office/officeart/2005/8/layout/orgChart1"/>
    <dgm:cxn modelId="{CE2F3D09-DA28-4841-943F-90CEA9246BC5}" type="presParOf" srcId="{152D2CC7-A0F1-42F9-85B8-C6CF36C9E25A}" destId="{35791251-9DFA-4C12-A781-A939A914C8A3}" srcOrd="1" destOrd="0" presId="urn:microsoft.com/office/officeart/2005/8/layout/orgChart1"/>
    <dgm:cxn modelId="{351AF7E0-25A6-4F0A-B190-2FB6B0A2865A}" type="presParOf" srcId="{152D2CC7-A0F1-42F9-85B8-C6CF36C9E25A}" destId="{017D4C47-77AC-4675-9A79-1D14BF53A8A4}" srcOrd="2" destOrd="0" presId="urn:microsoft.com/office/officeart/2005/8/layout/orgChart1"/>
    <dgm:cxn modelId="{CA22B451-D3D6-4040-ADF9-F6970F27D437}" type="presParOf" srcId="{4C592C92-3156-443C-BB98-9204DFF01F72}" destId="{140CEA5F-393A-44D3-AEE5-C58D02ADE719}" srcOrd="6" destOrd="0" presId="urn:microsoft.com/office/officeart/2005/8/layout/orgChart1"/>
    <dgm:cxn modelId="{FB006F1C-4535-4F61-B39D-44EA15CD2E3B}" type="presParOf" srcId="{4C592C92-3156-443C-BB98-9204DFF01F72}" destId="{E7FD81DD-B74E-466E-AE9F-E643165EB18C}" srcOrd="7" destOrd="0" presId="urn:microsoft.com/office/officeart/2005/8/layout/orgChart1"/>
    <dgm:cxn modelId="{789F3A76-D801-4997-850F-227548B466F2}" type="presParOf" srcId="{E7FD81DD-B74E-466E-AE9F-E643165EB18C}" destId="{906858FE-278C-46BE-9F01-DAE34FC45F28}" srcOrd="0" destOrd="0" presId="urn:microsoft.com/office/officeart/2005/8/layout/orgChart1"/>
    <dgm:cxn modelId="{1BDA5515-59D9-45A6-866C-811F856A5C7E}" type="presParOf" srcId="{906858FE-278C-46BE-9F01-DAE34FC45F28}" destId="{2B0C564E-92EF-47AE-914F-696064361304}" srcOrd="0" destOrd="0" presId="urn:microsoft.com/office/officeart/2005/8/layout/orgChart1"/>
    <dgm:cxn modelId="{EA8AC7D3-3A60-477A-8D8B-BE9464E1E50E}" type="presParOf" srcId="{906858FE-278C-46BE-9F01-DAE34FC45F28}" destId="{CFE7B7E7-73CE-4704-8FBE-63A1B41EE052}" srcOrd="1" destOrd="0" presId="urn:microsoft.com/office/officeart/2005/8/layout/orgChart1"/>
    <dgm:cxn modelId="{CEAD761B-60C5-4C75-B3A4-B249350480F1}" type="presParOf" srcId="{E7FD81DD-B74E-466E-AE9F-E643165EB18C}" destId="{CFD74A17-5F14-4D99-922C-AA6E1CEB94F8}" srcOrd="1" destOrd="0" presId="urn:microsoft.com/office/officeart/2005/8/layout/orgChart1"/>
    <dgm:cxn modelId="{D292CC1B-BE13-4700-9A0E-2FAB100378EE}" type="presParOf" srcId="{E7FD81DD-B74E-466E-AE9F-E643165EB18C}" destId="{D77563D8-AAD3-420C-B3A0-C8D55F48297A}" srcOrd="2" destOrd="0" presId="urn:microsoft.com/office/officeart/2005/8/layout/orgChart1"/>
    <dgm:cxn modelId="{5EB839D4-5E1C-42D1-A312-6FE36EF8DA98}" type="presParOf" srcId="{4C592C92-3156-443C-BB98-9204DFF01F72}" destId="{50F5B6E1-80F4-4C8E-8855-45D70F1DB245}" srcOrd="8" destOrd="0" presId="urn:microsoft.com/office/officeart/2005/8/layout/orgChart1"/>
    <dgm:cxn modelId="{2EED477F-D11B-49DD-B7F7-44911FDD2C5E}" type="presParOf" srcId="{4C592C92-3156-443C-BB98-9204DFF01F72}" destId="{D26647B9-2B2C-49A3-A047-3726617432E2}" srcOrd="9" destOrd="0" presId="urn:microsoft.com/office/officeart/2005/8/layout/orgChart1"/>
    <dgm:cxn modelId="{F5A52488-87EC-4A9A-BA34-C758B1E268C6}" type="presParOf" srcId="{D26647B9-2B2C-49A3-A047-3726617432E2}" destId="{F36AFA31-5898-45B6-8999-61CB8EC07FA1}" srcOrd="0" destOrd="0" presId="urn:microsoft.com/office/officeart/2005/8/layout/orgChart1"/>
    <dgm:cxn modelId="{25976A6B-3B46-4B7D-8C3D-FCE201425739}" type="presParOf" srcId="{F36AFA31-5898-45B6-8999-61CB8EC07FA1}" destId="{2ABCA685-71DE-40B5-96E2-107B3F83F5FB}" srcOrd="0" destOrd="0" presId="urn:microsoft.com/office/officeart/2005/8/layout/orgChart1"/>
    <dgm:cxn modelId="{21754770-7FDF-4338-9003-556BF823DBC7}" type="presParOf" srcId="{F36AFA31-5898-45B6-8999-61CB8EC07FA1}" destId="{5E0DC92C-FED6-4F74-B385-A527E53CA43B}" srcOrd="1" destOrd="0" presId="urn:microsoft.com/office/officeart/2005/8/layout/orgChart1"/>
    <dgm:cxn modelId="{42DB9FB2-3D3E-48FD-AB67-CA4DE31FC3C7}" type="presParOf" srcId="{D26647B9-2B2C-49A3-A047-3726617432E2}" destId="{C8845BAB-F100-48BA-806B-72FC12963CC4}" srcOrd="1" destOrd="0" presId="urn:microsoft.com/office/officeart/2005/8/layout/orgChart1"/>
    <dgm:cxn modelId="{507E6E38-C198-4CA1-84EB-78A0805B4D23}" type="presParOf" srcId="{D26647B9-2B2C-49A3-A047-3726617432E2}" destId="{8257BB01-8286-4BF6-A66E-98CDBFBB9F98}"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AC3D0F31-1133-404E-9D57-FF4C19193432}" type="presParOf" srcId="{AD53A4B1-01E7-41E8-9724-31F3910545A4}" destId="{F35E2B4E-A03A-4CEC-8313-CD85481B51A2}" srcOrd="4" destOrd="0" presId="urn:microsoft.com/office/officeart/2005/8/layout/orgChart1"/>
    <dgm:cxn modelId="{B5F3EABD-8A89-4575-9B88-A81A117426CF}" type="presParOf" srcId="{AD53A4B1-01E7-41E8-9724-31F3910545A4}" destId="{C14ADC0F-DB14-4D25-B270-993163C4E4BB}" srcOrd="5" destOrd="0" presId="urn:microsoft.com/office/officeart/2005/8/layout/orgChart1"/>
    <dgm:cxn modelId="{8C65E99B-083F-4567-99A4-AFB70C8F2EC0}" type="presParOf" srcId="{C14ADC0F-DB14-4D25-B270-993163C4E4BB}" destId="{31F1624B-B6B3-4011-8CEE-5A82CECD3631}" srcOrd="0" destOrd="0" presId="urn:microsoft.com/office/officeart/2005/8/layout/orgChart1"/>
    <dgm:cxn modelId="{1ABFA073-406E-474C-9798-14E42694FED9}" type="presParOf" srcId="{31F1624B-B6B3-4011-8CEE-5A82CECD3631}" destId="{3974D9EF-2642-4EA6-B022-A6FB2F4B3087}" srcOrd="0" destOrd="0" presId="urn:microsoft.com/office/officeart/2005/8/layout/orgChart1"/>
    <dgm:cxn modelId="{2E04EF55-B5F2-434D-A7A6-B5E0297A3000}" type="presParOf" srcId="{31F1624B-B6B3-4011-8CEE-5A82CECD3631}" destId="{3171E5CA-E43A-470A-B942-64771F94AC4C}" srcOrd="1" destOrd="0" presId="urn:microsoft.com/office/officeart/2005/8/layout/orgChart1"/>
    <dgm:cxn modelId="{A0DC1795-8874-4434-BDDC-B350EE54B0ED}" type="presParOf" srcId="{C14ADC0F-DB14-4D25-B270-993163C4E4BB}" destId="{CBF86D54-ADE7-46C0-AF01-7B3BB5C7EF85}" srcOrd="1" destOrd="0" presId="urn:microsoft.com/office/officeart/2005/8/layout/orgChart1"/>
    <dgm:cxn modelId="{3D153DC2-20B5-478D-AD1B-9168272CF66C}" type="presParOf" srcId="{CBF86D54-ADE7-46C0-AF01-7B3BB5C7EF85}" destId="{7EE4C09A-4E7C-48C3-B023-D58BEC148888}" srcOrd="0" destOrd="0" presId="urn:microsoft.com/office/officeart/2005/8/layout/orgChart1"/>
    <dgm:cxn modelId="{392D69A4-CAC0-4EA8-8910-2AADE3C2C44D}" type="presParOf" srcId="{CBF86D54-ADE7-46C0-AF01-7B3BB5C7EF85}" destId="{E51C4F41-479D-43C9-8F05-3344BB6C8E9F}" srcOrd="1" destOrd="0" presId="urn:microsoft.com/office/officeart/2005/8/layout/orgChart1"/>
    <dgm:cxn modelId="{B6F607F1-0B9E-468A-B834-4F4999E7DFF3}" type="presParOf" srcId="{E51C4F41-479D-43C9-8F05-3344BB6C8E9F}" destId="{D28079E7-96FF-4D84-852D-670241F3793F}" srcOrd="0" destOrd="0" presId="urn:microsoft.com/office/officeart/2005/8/layout/orgChart1"/>
    <dgm:cxn modelId="{0DE4CB54-2FFE-452E-A3EB-6ADB0D3D2C5A}" type="presParOf" srcId="{D28079E7-96FF-4D84-852D-670241F3793F}" destId="{08481336-93DD-4BCB-A9B8-CFA4CFCC429B}" srcOrd="0" destOrd="0" presId="urn:microsoft.com/office/officeart/2005/8/layout/orgChart1"/>
    <dgm:cxn modelId="{39C97294-FCEB-4016-8500-33C39BA1D876}" type="presParOf" srcId="{D28079E7-96FF-4D84-852D-670241F3793F}" destId="{451DCE93-5824-4E71-94AC-5570BA56E7F3}" srcOrd="1" destOrd="0" presId="urn:microsoft.com/office/officeart/2005/8/layout/orgChart1"/>
    <dgm:cxn modelId="{A507D240-A7DF-4FB5-8B34-E442798A83C4}" type="presParOf" srcId="{E51C4F41-479D-43C9-8F05-3344BB6C8E9F}" destId="{A041B5E9-9CB6-4AC4-81CF-BE093CBAF26B}" srcOrd="1" destOrd="0" presId="urn:microsoft.com/office/officeart/2005/8/layout/orgChart1"/>
    <dgm:cxn modelId="{1CB2D354-848D-4420-8AC3-FC036CF3C0FA}" type="presParOf" srcId="{E51C4F41-479D-43C9-8F05-3344BB6C8E9F}" destId="{35A1933B-A785-4060-929D-BE7D2F83CC56}" srcOrd="2" destOrd="0" presId="urn:microsoft.com/office/officeart/2005/8/layout/orgChart1"/>
    <dgm:cxn modelId="{F8555A9F-EBF0-42C6-B7DE-D5C03CFF294B}" type="presParOf" srcId="{CBF86D54-ADE7-46C0-AF01-7B3BB5C7EF85}" destId="{0E3E53D8-EC30-41B0-AA64-C8021BC985E8}" srcOrd="2" destOrd="0" presId="urn:microsoft.com/office/officeart/2005/8/layout/orgChart1"/>
    <dgm:cxn modelId="{336D6937-18E3-4C2A-83F4-AAC6930788A7}" type="presParOf" srcId="{CBF86D54-ADE7-46C0-AF01-7B3BB5C7EF85}" destId="{3CBF8895-2AF6-4F71-AC61-0FAEE2D5257E}" srcOrd="3" destOrd="0" presId="urn:microsoft.com/office/officeart/2005/8/layout/orgChart1"/>
    <dgm:cxn modelId="{F0E74D1D-ABCC-4DC8-96E3-AFE72E2FD076}" type="presParOf" srcId="{3CBF8895-2AF6-4F71-AC61-0FAEE2D5257E}" destId="{AE35BCB9-CC9F-4A83-897D-02D57BB7C7F3}" srcOrd="0" destOrd="0" presId="urn:microsoft.com/office/officeart/2005/8/layout/orgChart1"/>
    <dgm:cxn modelId="{774B57EA-E9F6-4E4D-A75F-7B6EA7086055}" type="presParOf" srcId="{AE35BCB9-CC9F-4A83-897D-02D57BB7C7F3}" destId="{1C4C34F0-0A9D-4A1C-AF5C-F6EC9E43FFF3}" srcOrd="0" destOrd="0" presId="urn:microsoft.com/office/officeart/2005/8/layout/orgChart1"/>
    <dgm:cxn modelId="{6F122FC9-6077-43A6-B21B-06834D9DD783}" type="presParOf" srcId="{AE35BCB9-CC9F-4A83-897D-02D57BB7C7F3}" destId="{0A93BC5C-CD8E-43A5-9E29-48B05AB2B10B}" srcOrd="1" destOrd="0" presId="urn:microsoft.com/office/officeart/2005/8/layout/orgChart1"/>
    <dgm:cxn modelId="{0E6383C2-7579-408F-8969-61460656AF5E}" type="presParOf" srcId="{3CBF8895-2AF6-4F71-AC61-0FAEE2D5257E}" destId="{9A91D119-DF9E-420C-AEE8-01FF4890E152}" srcOrd="1" destOrd="0" presId="urn:microsoft.com/office/officeart/2005/8/layout/orgChart1"/>
    <dgm:cxn modelId="{CE2FE081-54A8-4800-ADA3-7A94FC0A299E}" type="presParOf" srcId="{3CBF8895-2AF6-4F71-AC61-0FAEE2D5257E}" destId="{3F165FBB-8E09-4FC3-82A4-DB231332E257}" srcOrd="2" destOrd="0" presId="urn:microsoft.com/office/officeart/2005/8/layout/orgChart1"/>
    <dgm:cxn modelId="{D3968C1A-ADC1-4B21-8918-578564A3B498}" type="presParOf" srcId="{CBF86D54-ADE7-46C0-AF01-7B3BB5C7EF85}" destId="{D3A74E0F-C848-43F8-9970-DE79AB5F248F}" srcOrd="4" destOrd="0" presId="urn:microsoft.com/office/officeart/2005/8/layout/orgChart1"/>
    <dgm:cxn modelId="{24EE9CA7-359A-4E19-9FBC-D61DF6611028}" type="presParOf" srcId="{CBF86D54-ADE7-46C0-AF01-7B3BB5C7EF85}" destId="{C68CE242-83AA-492E-A3F7-47E04B5FCD0A}" srcOrd="5" destOrd="0" presId="urn:microsoft.com/office/officeart/2005/8/layout/orgChart1"/>
    <dgm:cxn modelId="{440B7EFA-91C2-4547-B3B7-60E82A2C5BD5}" type="presParOf" srcId="{C68CE242-83AA-492E-A3F7-47E04B5FCD0A}" destId="{48BCFDFE-DF18-4710-9F76-DE9082343A7A}" srcOrd="0" destOrd="0" presId="urn:microsoft.com/office/officeart/2005/8/layout/orgChart1"/>
    <dgm:cxn modelId="{05648F31-BCE2-4CBF-977E-8D303D4661B4}" type="presParOf" srcId="{48BCFDFE-DF18-4710-9F76-DE9082343A7A}" destId="{1A622963-C4F8-4FD9-83AA-D4FD0D846D72}" srcOrd="0" destOrd="0" presId="urn:microsoft.com/office/officeart/2005/8/layout/orgChart1"/>
    <dgm:cxn modelId="{E5246386-6E0A-4BE9-9D7F-4A0848F0DF4D}" type="presParOf" srcId="{48BCFDFE-DF18-4710-9F76-DE9082343A7A}" destId="{E4902E9D-3623-4558-98F1-DC0E1A1A39FE}" srcOrd="1" destOrd="0" presId="urn:microsoft.com/office/officeart/2005/8/layout/orgChart1"/>
    <dgm:cxn modelId="{CC7878C1-4662-43EC-AEB8-EBE40A6D9341}" type="presParOf" srcId="{C68CE242-83AA-492E-A3F7-47E04B5FCD0A}" destId="{96C24B56-F73C-4D38-95AF-74213968CB78}" srcOrd="1" destOrd="0" presId="urn:microsoft.com/office/officeart/2005/8/layout/orgChart1"/>
    <dgm:cxn modelId="{F89F98F7-EF4B-4974-B3BF-3236B2AF704C}" type="presParOf" srcId="{C68CE242-83AA-492E-A3F7-47E04B5FCD0A}" destId="{0E95D764-8E22-4089-92A1-CFC6CE52C586}" srcOrd="2" destOrd="0" presId="urn:microsoft.com/office/officeart/2005/8/layout/orgChart1"/>
    <dgm:cxn modelId="{F027D5EA-8208-42E3-AC9F-792B0F0C5E5E}" type="presParOf" srcId="{CBF86D54-ADE7-46C0-AF01-7B3BB5C7EF85}" destId="{93E53E1C-0027-48E3-BEC1-BCE504758ACB}" srcOrd="6" destOrd="0" presId="urn:microsoft.com/office/officeart/2005/8/layout/orgChart1"/>
    <dgm:cxn modelId="{1FC41569-73C8-4D9C-9FD9-91BFE093A105}" type="presParOf" srcId="{CBF86D54-ADE7-46C0-AF01-7B3BB5C7EF85}" destId="{D81F4399-EED0-4626-940A-415DC09E53DF}" srcOrd="7" destOrd="0" presId="urn:microsoft.com/office/officeart/2005/8/layout/orgChart1"/>
    <dgm:cxn modelId="{3087EBB3-5036-4000-98F9-DE231722204B}" type="presParOf" srcId="{D81F4399-EED0-4626-940A-415DC09E53DF}" destId="{29B658EE-A78A-4AC0-92A6-6FC954EF2675}" srcOrd="0" destOrd="0" presId="urn:microsoft.com/office/officeart/2005/8/layout/orgChart1"/>
    <dgm:cxn modelId="{E22857D1-DF1B-4AAA-898A-54A1D257F1F2}" type="presParOf" srcId="{29B658EE-A78A-4AC0-92A6-6FC954EF2675}" destId="{F7C22BB7-7D3E-4CA2-A783-D6691E4D608A}" srcOrd="0" destOrd="0" presId="urn:microsoft.com/office/officeart/2005/8/layout/orgChart1"/>
    <dgm:cxn modelId="{D4C9FBD6-00B3-4971-A17D-4D42A89B5F8E}" type="presParOf" srcId="{29B658EE-A78A-4AC0-92A6-6FC954EF2675}" destId="{FC91D028-BB16-4D0D-974E-DC452455E7D3}" srcOrd="1" destOrd="0" presId="urn:microsoft.com/office/officeart/2005/8/layout/orgChart1"/>
    <dgm:cxn modelId="{288B7FB2-F170-4D01-8C6F-D287A411437F}" type="presParOf" srcId="{D81F4399-EED0-4626-940A-415DC09E53DF}" destId="{DFA978DF-5766-48AD-BCA7-0D778FB9FCEE}" srcOrd="1" destOrd="0" presId="urn:microsoft.com/office/officeart/2005/8/layout/orgChart1"/>
    <dgm:cxn modelId="{5020EE9E-02E2-4CB3-8CB1-EE61B73C8764}" type="presParOf" srcId="{D81F4399-EED0-4626-940A-415DC09E53DF}" destId="{D994DF85-4796-4759-BF65-EE4F34D72AEF}" srcOrd="2" destOrd="0" presId="urn:microsoft.com/office/officeart/2005/8/layout/orgChart1"/>
    <dgm:cxn modelId="{22494E1E-5820-45B8-A2F8-D33C28EFBB53}" type="presParOf" srcId="{C14ADC0F-DB14-4D25-B270-993163C4E4BB}" destId="{9F816470-F765-4467-8BFE-055142852E76}"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7A73A-748A-44DD-9F5B-BC43245DD2F8}">
      <dsp:nvSpPr>
        <dsp:cNvPr id="0" name=""/>
        <dsp:cNvSpPr/>
      </dsp:nvSpPr>
      <dsp:spPr>
        <a:xfrm>
          <a:off x="5877354" y="1018846"/>
          <a:ext cx="274224" cy="2176551"/>
        </a:xfrm>
        <a:custGeom>
          <a:avLst/>
          <a:gdLst/>
          <a:ahLst/>
          <a:cxnLst/>
          <a:rect l="0" t="0" r="0" b="0"/>
          <a:pathLst>
            <a:path>
              <a:moveTo>
                <a:pt x="0" y="0"/>
              </a:moveTo>
              <a:lnTo>
                <a:pt x="0" y="2176551"/>
              </a:lnTo>
              <a:lnTo>
                <a:pt x="274224" y="21765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166678-F7FF-43B2-AE5E-A7A069981C96}">
      <dsp:nvSpPr>
        <dsp:cNvPr id="0" name=""/>
        <dsp:cNvSpPr/>
      </dsp:nvSpPr>
      <dsp:spPr>
        <a:xfrm>
          <a:off x="5877354" y="1018846"/>
          <a:ext cx="274224" cy="1579890"/>
        </a:xfrm>
        <a:custGeom>
          <a:avLst/>
          <a:gdLst/>
          <a:ahLst/>
          <a:cxnLst/>
          <a:rect l="0" t="0" r="0" b="0"/>
          <a:pathLst>
            <a:path>
              <a:moveTo>
                <a:pt x="0" y="0"/>
              </a:moveTo>
              <a:lnTo>
                <a:pt x="0" y="1579890"/>
              </a:lnTo>
              <a:lnTo>
                <a:pt x="274224" y="157989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460D34-6C02-43E6-9344-E0D477FE27C6}">
      <dsp:nvSpPr>
        <dsp:cNvPr id="0" name=""/>
        <dsp:cNvSpPr/>
      </dsp:nvSpPr>
      <dsp:spPr>
        <a:xfrm>
          <a:off x="5877354" y="1018846"/>
          <a:ext cx="274224" cy="983229"/>
        </a:xfrm>
        <a:custGeom>
          <a:avLst/>
          <a:gdLst/>
          <a:ahLst/>
          <a:cxnLst/>
          <a:rect l="0" t="0" r="0" b="0"/>
          <a:pathLst>
            <a:path>
              <a:moveTo>
                <a:pt x="0" y="0"/>
              </a:moveTo>
              <a:lnTo>
                <a:pt x="0" y="983229"/>
              </a:lnTo>
              <a:lnTo>
                <a:pt x="274224" y="983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403388-DD22-4A5F-B724-FAF301CA200E}">
      <dsp:nvSpPr>
        <dsp:cNvPr id="0" name=""/>
        <dsp:cNvSpPr/>
      </dsp:nvSpPr>
      <dsp:spPr>
        <a:xfrm>
          <a:off x="5877354" y="1018846"/>
          <a:ext cx="274224" cy="386568"/>
        </a:xfrm>
        <a:custGeom>
          <a:avLst/>
          <a:gdLst/>
          <a:ahLst/>
          <a:cxnLst/>
          <a:rect l="0" t="0" r="0" b="0"/>
          <a:pathLst>
            <a:path>
              <a:moveTo>
                <a:pt x="0" y="0"/>
              </a:moveTo>
              <a:lnTo>
                <a:pt x="0" y="386568"/>
              </a:lnTo>
              <a:lnTo>
                <a:pt x="274224" y="38656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5E2B4E-A03A-4CEC-8313-CD85481B51A2}">
      <dsp:nvSpPr>
        <dsp:cNvPr id="0" name=""/>
        <dsp:cNvSpPr/>
      </dsp:nvSpPr>
      <dsp:spPr>
        <a:xfrm>
          <a:off x="4343400" y="422186"/>
          <a:ext cx="2265218" cy="176477"/>
        </a:xfrm>
        <a:custGeom>
          <a:avLst/>
          <a:gdLst/>
          <a:ahLst/>
          <a:cxnLst/>
          <a:rect l="0" t="0" r="0" b="0"/>
          <a:pathLst>
            <a:path>
              <a:moveTo>
                <a:pt x="0" y="0"/>
              </a:moveTo>
              <a:lnTo>
                <a:pt x="0" y="88238"/>
              </a:lnTo>
              <a:lnTo>
                <a:pt x="2265218" y="88238"/>
              </a:lnTo>
              <a:lnTo>
                <a:pt x="2265218" y="17647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EC9D5E-426D-42B2-8A01-2309463C75EE}">
      <dsp:nvSpPr>
        <dsp:cNvPr id="0" name=""/>
        <dsp:cNvSpPr/>
      </dsp:nvSpPr>
      <dsp:spPr>
        <a:xfrm>
          <a:off x="3638194" y="1018846"/>
          <a:ext cx="313311" cy="2176551"/>
        </a:xfrm>
        <a:custGeom>
          <a:avLst/>
          <a:gdLst/>
          <a:ahLst/>
          <a:cxnLst/>
          <a:rect l="0" t="0" r="0" b="0"/>
          <a:pathLst>
            <a:path>
              <a:moveTo>
                <a:pt x="0" y="0"/>
              </a:moveTo>
              <a:lnTo>
                <a:pt x="0" y="2176551"/>
              </a:lnTo>
              <a:lnTo>
                <a:pt x="313311" y="21765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6B8758-AFAB-4F0E-A1EE-C95DF13890DC}">
      <dsp:nvSpPr>
        <dsp:cNvPr id="0" name=""/>
        <dsp:cNvSpPr/>
      </dsp:nvSpPr>
      <dsp:spPr>
        <a:xfrm>
          <a:off x="3638194" y="1018846"/>
          <a:ext cx="313311" cy="1579890"/>
        </a:xfrm>
        <a:custGeom>
          <a:avLst/>
          <a:gdLst/>
          <a:ahLst/>
          <a:cxnLst/>
          <a:rect l="0" t="0" r="0" b="0"/>
          <a:pathLst>
            <a:path>
              <a:moveTo>
                <a:pt x="0" y="0"/>
              </a:moveTo>
              <a:lnTo>
                <a:pt x="0" y="1579890"/>
              </a:lnTo>
              <a:lnTo>
                <a:pt x="313311" y="157989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34620B-96CD-41A7-827F-86BBED84F457}">
      <dsp:nvSpPr>
        <dsp:cNvPr id="0" name=""/>
        <dsp:cNvSpPr/>
      </dsp:nvSpPr>
      <dsp:spPr>
        <a:xfrm>
          <a:off x="3638194" y="1018846"/>
          <a:ext cx="313311" cy="983229"/>
        </a:xfrm>
        <a:custGeom>
          <a:avLst/>
          <a:gdLst/>
          <a:ahLst/>
          <a:cxnLst/>
          <a:rect l="0" t="0" r="0" b="0"/>
          <a:pathLst>
            <a:path>
              <a:moveTo>
                <a:pt x="0" y="0"/>
              </a:moveTo>
              <a:lnTo>
                <a:pt x="0" y="983229"/>
              </a:lnTo>
              <a:lnTo>
                <a:pt x="313311" y="983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83B12F-F2D0-401E-97A0-DA19B14C1332}">
      <dsp:nvSpPr>
        <dsp:cNvPr id="0" name=""/>
        <dsp:cNvSpPr/>
      </dsp:nvSpPr>
      <dsp:spPr>
        <a:xfrm>
          <a:off x="3638194" y="1018846"/>
          <a:ext cx="313311" cy="386568"/>
        </a:xfrm>
        <a:custGeom>
          <a:avLst/>
          <a:gdLst/>
          <a:ahLst/>
          <a:cxnLst/>
          <a:rect l="0" t="0" r="0" b="0"/>
          <a:pathLst>
            <a:path>
              <a:moveTo>
                <a:pt x="0" y="0"/>
              </a:moveTo>
              <a:lnTo>
                <a:pt x="0" y="386568"/>
              </a:lnTo>
              <a:lnTo>
                <a:pt x="313311" y="38656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4343400" y="422186"/>
          <a:ext cx="130290" cy="176477"/>
        </a:xfrm>
        <a:custGeom>
          <a:avLst/>
          <a:gdLst/>
          <a:ahLst/>
          <a:cxnLst/>
          <a:rect l="0" t="0" r="0" b="0"/>
          <a:pathLst>
            <a:path>
              <a:moveTo>
                <a:pt x="0" y="0"/>
              </a:moveTo>
              <a:lnTo>
                <a:pt x="0" y="88238"/>
              </a:lnTo>
              <a:lnTo>
                <a:pt x="130290" y="88238"/>
              </a:lnTo>
              <a:lnTo>
                <a:pt x="130290" y="17647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B5C206-E409-456C-B0BD-58A349196686}">
      <dsp:nvSpPr>
        <dsp:cNvPr id="0" name=""/>
        <dsp:cNvSpPr/>
      </dsp:nvSpPr>
      <dsp:spPr>
        <a:xfrm>
          <a:off x="1372975" y="1018846"/>
          <a:ext cx="313311" cy="3966533"/>
        </a:xfrm>
        <a:custGeom>
          <a:avLst/>
          <a:gdLst/>
          <a:ahLst/>
          <a:cxnLst/>
          <a:rect l="0" t="0" r="0" b="0"/>
          <a:pathLst>
            <a:path>
              <a:moveTo>
                <a:pt x="0" y="0"/>
              </a:moveTo>
              <a:lnTo>
                <a:pt x="0" y="3966533"/>
              </a:lnTo>
              <a:lnTo>
                <a:pt x="313311" y="396653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AE8613-CA75-4B2D-9E96-DEE05012251D}">
      <dsp:nvSpPr>
        <dsp:cNvPr id="0" name=""/>
        <dsp:cNvSpPr/>
      </dsp:nvSpPr>
      <dsp:spPr>
        <a:xfrm>
          <a:off x="1372975" y="1018846"/>
          <a:ext cx="313311" cy="3369872"/>
        </a:xfrm>
        <a:custGeom>
          <a:avLst/>
          <a:gdLst/>
          <a:ahLst/>
          <a:cxnLst/>
          <a:rect l="0" t="0" r="0" b="0"/>
          <a:pathLst>
            <a:path>
              <a:moveTo>
                <a:pt x="0" y="0"/>
              </a:moveTo>
              <a:lnTo>
                <a:pt x="0" y="3369872"/>
              </a:lnTo>
              <a:lnTo>
                <a:pt x="313311" y="336987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277607-9E8D-4464-8DB9-0177332BB7F5}">
      <dsp:nvSpPr>
        <dsp:cNvPr id="0" name=""/>
        <dsp:cNvSpPr/>
      </dsp:nvSpPr>
      <dsp:spPr>
        <a:xfrm>
          <a:off x="1372975" y="1018846"/>
          <a:ext cx="313311" cy="2773212"/>
        </a:xfrm>
        <a:custGeom>
          <a:avLst/>
          <a:gdLst/>
          <a:ahLst/>
          <a:cxnLst/>
          <a:rect l="0" t="0" r="0" b="0"/>
          <a:pathLst>
            <a:path>
              <a:moveTo>
                <a:pt x="0" y="0"/>
              </a:moveTo>
              <a:lnTo>
                <a:pt x="0" y="2773212"/>
              </a:lnTo>
              <a:lnTo>
                <a:pt x="313311" y="27732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4A573A-36FE-4730-9BDA-F36ACA13F0A2}">
      <dsp:nvSpPr>
        <dsp:cNvPr id="0" name=""/>
        <dsp:cNvSpPr/>
      </dsp:nvSpPr>
      <dsp:spPr>
        <a:xfrm>
          <a:off x="1372975" y="1018846"/>
          <a:ext cx="313311" cy="2176551"/>
        </a:xfrm>
        <a:custGeom>
          <a:avLst/>
          <a:gdLst/>
          <a:ahLst/>
          <a:cxnLst/>
          <a:rect l="0" t="0" r="0" b="0"/>
          <a:pathLst>
            <a:path>
              <a:moveTo>
                <a:pt x="0" y="0"/>
              </a:moveTo>
              <a:lnTo>
                <a:pt x="0" y="2176551"/>
              </a:lnTo>
              <a:lnTo>
                <a:pt x="313311" y="21765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FD141F-D981-4B40-BB39-ED9AB6B3D0EB}">
      <dsp:nvSpPr>
        <dsp:cNvPr id="0" name=""/>
        <dsp:cNvSpPr/>
      </dsp:nvSpPr>
      <dsp:spPr>
        <a:xfrm>
          <a:off x="1372975" y="1018846"/>
          <a:ext cx="313311" cy="1579890"/>
        </a:xfrm>
        <a:custGeom>
          <a:avLst/>
          <a:gdLst/>
          <a:ahLst/>
          <a:cxnLst/>
          <a:rect l="0" t="0" r="0" b="0"/>
          <a:pathLst>
            <a:path>
              <a:moveTo>
                <a:pt x="0" y="0"/>
              </a:moveTo>
              <a:lnTo>
                <a:pt x="0" y="1579890"/>
              </a:lnTo>
              <a:lnTo>
                <a:pt x="313311" y="157989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4873FB-6A43-42BF-B3EC-A732DD57818A}">
      <dsp:nvSpPr>
        <dsp:cNvPr id="0" name=""/>
        <dsp:cNvSpPr/>
      </dsp:nvSpPr>
      <dsp:spPr>
        <a:xfrm>
          <a:off x="1372975" y="1018846"/>
          <a:ext cx="313311" cy="983229"/>
        </a:xfrm>
        <a:custGeom>
          <a:avLst/>
          <a:gdLst/>
          <a:ahLst/>
          <a:cxnLst/>
          <a:rect l="0" t="0" r="0" b="0"/>
          <a:pathLst>
            <a:path>
              <a:moveTo>
                <a:pt x="0" y="0"/>
              </a:moveTo>
              <a:lnTo>
                <a:pt x="0" y="983229"/>
              </a:lnTo>
              <a:lnTo>
                <a:pt x="313311" y="983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E3E140-6CAA-4F2F-89BC-3CF14A6A11A7}">
      <dsp:nvSpPr>
        <dsp:cNvPr id="0" name=""/>
        <dsp:cNvSpPr/>
      </dsp:nvSpPr>
      <dsp:spPr>
        <a:xfrm>
          <a:off x="1372975" y="1018846"/>
          <a:ext cx="313311" cy="386568"/>
        </a:xfrm>
        <a:custGeom>
          <a:avLst/>
          <a:gdLst/>
          <a:ahLst/>
          <a:cxnLst/>
          <a:rect l="0" t="0" r="0" b="0"/>
          <a:pathLst>
            <a:path>
              <a:moveTo>
                <a:pt x="0" y="0"/>
              </a:moveTo>
              <a:lnTo>
                <a:pt x="0" y="386568"/>
              </a:lnTo>
              <a:lnTo>
                <a:pt x="313311" y="38656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2208472" y="422186"/>
          <a:ext cx="2134927" cy="176477"/>
        </a:xfrm>
        <a:custGeom>
          <a:avLst/>
          <a:gdLst/>
          <a:ahLst/>
          <a:cxnLst/>
          <a:rect l="0" t="0" r="0" b="0"/>
          <a:pathLst>
            <a:path>
              <a:moveTo>
                <a:pt x="2134927" y="0"/>
              </a:moveTo>
              <a:lnTo>
                <a:pt x="2134927" y="88238"/>
              </a:lnTo>
              <a:lnTo>
                <a:pt x="0" y="88238"/>
              </a:lnTo>
              <a:lnTo>
                <a:pt x="0" y="17647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027994" y="2002"/>
          <a:ext cx="2630811" cy="420183"/>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a:t>
          </a:r>
          <a:r>
            <a:rPr lang="en-US" sz="1600" kern="1200" dirty="0" smtClean="0"/>
            <a:t>11: Write excellent requirements.</a:t>
          </a:r>
          <a:endParaRPr lang="en-US" sz="1600" kern="1200" dirty="0"/>
        </a:p>
      </dsp:txBody>
      <dsp:txXfrm>
        <a:off x="3027994" y="2002"/>
        <a:ext cx="2630811" cy="420183"/>
      </dsp:txXfrm>
    </dsp:sp>
    <dsp:sp modelId="{C9422C4E-2B02-4D33-A16B-EF7B187ECAB7}">
      <dsp:nvSpPr>
        <dsp:cNvPr id="0" name=""/>
        <dsp:cNvSpPr/>
      </dsp:nvSpPr>
      <dsp:spPr>
        <a:xfrm>
          <a:off x="1164101" y="598663"/>
          <a:ext cx="2088741" cy="42018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Characteristics of excellent </a:t>
          </a:r>
          <a:r>
            <a:rPr lang="en-US" sz="1600" kern="1200" dirty="0" err="1" smtClean="0"/>
            <a:t>reqs</a:t>
          </a:r>
          <a:r>
            <a:rPr lang="en-US" sz="1600" kern="1200" dirty="0" smtClean="0"/>
            <a:t>. </a:t>
          </a:r>
          <a:endParaRPr lang="en-US" sz="1600" kern="1200" dirty="0"/>
        </a:p>
      </dsp:txBody>
      <dsp:txXfrm>
        <a:off x="1164101" y="598663"/>
        <a:ext cx="2088741" cy="420183"/>
      </dsp:txXfrm>
    </dsp:sp>
    <dsp:sp modelId="{3CAC798C-6233-4B90-9D6C-EBCF96A82F66}">
      <dsp:nvSpPr>
        <dsp:cNvPr id="0" name=""/>
        <dsp:cNvSpPr/>
      </dsp:nvSpPr>
      <dsp:spPr>
        <a:xfrm>
          <a:off x="1686286" y="119532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Complete</a:t>
          </a:r>
          <a:endParaRPr lang="en-US" sz="1600" kern="1200" dirty="0"/>
        </a:p>
      </dsp:txBody>
      <dsp:txXfrm>
        <a:off x="1686286" y="1195324"/>
        <a:ext cx="1311031" cy="420183"/>
      </dsp:txXfrm>
    </dsp:sp>
    <dsp:sp modelId="{9D9B531C-5C88-4B53-94BC-3022DA1ED7F6}">
      <dsp:nvSpPr>
        <dsp:cNvPr id="0" name=""/>
        <dsp:cNvSpPr/>
      </dsp:nvSpPr>
      <dsp:spPr>
        <a:xfrm>
          <a:off x="1686286" y="179198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Correct</a:t>
          </a:r>
          <a:endParaRPr lang="en-US" sz="1600" kern="1200" dirty="0"/>
        </a:p>
      </dsp:txBody>
      <dsp:txXfrm>
        <a:off x="1686286" y="1791984"/>
        <a:ext cx="1311031" cy="420183"/>
      </dsp:txXfrm>
    </dsp:sp>
    <dsp:sp modelId="{657282B3-D4FB-4AFA-8CED-80E7FE036EF5}">
      <dsp:nvSpPr>
        <dsp:cNvPr id="0" name=""/>
        <dsp:cNvSpPr/>
      </dsp:nvSpPr>
      <dsp:spPr>
        <a:xfrm>
          <a:off x="1686286" y="2388645"/>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Feasible</a:t>
          </a:r>
          <a:endParaRPr lang="en-US" sz="1600" kern="1200" dirty="0"/>
        </a:p>
      </dsp:txBody>
      <dsp:txXfrm>
        <a:off x="1686286" y="2388645"/>
        <a:ext cx="1311031" cy="420183"/>
      </dsp:txXfrm>
    </dsp:sp>
    <dsp:sp modelId="{28642D5E-5ADC-4333-9250-17E5E4DE45C5}">
      <dsp:nvSpPr>
        <dsp:cNvPr id="0" name=""/>
        <dsp:cNvSpPr/>
      </dsp:nvSpPr>
      <dsp:spPr>
        <a:xfrm>
          <a:off x="1686286" y="2985306"/>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Necessary</a:t>
          </a:r>
          <a:endParaRPr lang="en-US" sz="1600" kern="1200" dirty="0"/>
        </a:p>
      </dsp:txBody>
      <dsp:txXfrm>
        <a:off x="1686286" y="2985306"/>
        <a:ext cx="1311031" cy="420183"/>
      </dsp:txXfrm>
    </dsp:sp>
    <dsp:sp modelId="{E234FC0A-2E0C-4093-BD58-476620DCA462}">
      <dsp:nvSpPr>
        <dsp:cNvPr id="0" name=""/>
        <dsp:cNvSpPr/>
      </dsp:nvSpPr>
      <dsp:spPr>
        <a:xfrm>
          <a:off x="1686286" y="3581967"/>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Prioritized</a:t>
          </a:r>
          <a:endParaRPr lang="en-US" sz="1600" kern="1200" dirty="0"/>
        </a:p>
      </dsp:txBody>
      <dsp:txXfrm>
        <a:off x="1686286" y="3581967"/>
        <a:ext cx="1311031" cy="420183"/>
      </dsp:txXfrm>
    </dsp:sp>
    <dsp:sp modelId="{01098325-5C02-499C-B4E0-696A0A10964B}">
      <dsp:nvSpPr>
        <dsp:cNvPr id="0" name=""/>
        <dsp:cNvSpPr/>
      </dsp:nvSpPr>
      <dsp:spPr>
        <a:xfrm>
          <a:off x="1686286" y="4178628"/>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Unambiguous</a:t>
          </a:r>
          <a:endParaRPr lang="en-US" sz="1600" kern="1200" dirty="0"/>
        </a:p>
      </dsp:txBody>
      <dsp:txXfrm>
        <a:off x="1686286" y="4178628"/>
        <a:ext cx="1311031" cy="420183"/>
      </dsp:txXfrm>
    </dsp:sp>
    <dsp:sp modelId="{5A2149F5-C064-4D64-A17B-C55ACAB70DBB}">
      <dsp:nvSpPr>
        <dsp:cNvPr id="0" name=""/>
        <dsp:cNvSpPr/>
      </dsp:nvSpPr>
      <dsp:spPr>
        <a:xfrm>
          <a:off x="1686286" y="4775288"/>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Verifiable</a:t>
          </a:r>
          <a:endParaRPr lang="en-US" sz="1600" kern="1200" dirty="0"/>
        </a:p>
      </dsp:txBody>
      <dsp:txXfrm>
        <a:off x="1686286" y="4775288"/>
        <a:ext cx="1311031" cy="420183"/>
      </dsp:txXfrm>
    </dsp:sp>
    <dsp:sp modelId="{02B28F85-DE51-42FF-859E-1DD3A478F426}">
      <dsp:nvSpPr>
        <dsp:cNvPr id="0" name=""/>
        <dsp:cNvSpPr/>
      </dsp:nvSpPr>
      <dsp:spPr>
        <a:xfrm>
          <a:off x="3429319" y="598663"/>
          <a:ext cx="2088741" cy="42018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Characteristics of </a:t>
          </a:r>
          <a:r>
            <a:rPr lang="en-US" sz="1600" kern="1200" dirty="0" err="1" smtClean="0"/>
            <a:t>reqs</a:t>
          </a:r>
          <a:r>
            <a:rPr lang="en-US" sz="1600" kern="1200" dirty="0" smtClean="0"/>
            <a:t>. collections</a:t>
          </a:r>
          <a:endParaRPr lang="en-US" sz="1600" kern="1200" dirty="0"/>
        </a:p>
      </dsp:txBody>
      <dsp:txXfrm>
        <a:off x="3429319" y="598663"/>
        <a:ext cx="2088741" cy="420183"/>
      </dsp:txXfrm>
    </dsp:sp>
    <dsp:sp modelId="{85A1316D-ED80-4577-B759-788B000317FB}">
      <dsp:nvSpPr>
        <dsp:cNvPr id="0" name=""/>
        <dsp:cNvSpPr/>
      </dsp:nvSpPr>
      <dsp:spPr>
        <a:xfrm>
          <a:off x="3951505" y="119532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Complete</a:t>
          </a:r>
          <a:endParaRPr lang="en-US" sz="1600" kern="1200" dirty="0"/>
        </a:p>
      </dsp:txBody>
      <dsp:txXfrm>
        <a:off x="3951505" y="1195324"/>
        <a:ext cx="1311031" cy="420183"/>
      </dsp:txXfrm>
    </dsp:sp>
    <dsp:sp modelId="{D40D3D2B-DA3A-487C-BB93-30263B47ED17}">
      <dsp:nvSpPr>
        <dsp:cNvPr id="0" name=""/>
        <dsp:cNvSpPr/>
      </dsp:nvSpPr>
      <dsp:spPr>
        <a:xfrm>
          <a:off x="3951505" y="179198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Consistent</a:t>
          </a:r>
          <a:endParaRPr lang="en-US" sz="1600" kern="1200" dirty="0"/>
        </a:p>
      </dsp:txBody>
      <dsp:txXfrm>
        <a:off x="3951505" y="1791984"/>
        <a:ext cx="1311031" cy="420183"/>
      </dsp:txXfrm>
    </dsp:sp>
    <dsp:sp modelId="{B31E0076-5429-4328-B58C-D14D9FD3F8DD}">
      <dsp:nvSpPr>
        <dsp:cNvPr id="0" name=""/>
        <dsp:cNvSpPr/>
      </dsp:nvSpPr>
      <dsp:spPr>
        <a:xfrm>
          <a:off x="3951505" y="2388645"/>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Modifiable</a:t>
          </a:r>
          <a:endParaRPr lang="en-US" sz="1600" kern="1200" dirty="0"/>
        </a:p>
      </dsp:txBody>
      <dsp:txXfrm>
        <a:off x="3951505" y="2388645"/>
        <a:ext cx="1311031" cy="420183"/>
      </dsp:txXfrm>
    </dsp:sp>
    <dsp:sp modelId="{FD8F6A7D-79AA-4C78-B130-D94B5C166E87}">
      <dsp:nvSpPr>
        <dsp:cNvPr id="0" name=""/>
        <dsp:cNvSpPr/>
      </dsp:nvSpPr>
      <dsp:spPr>
        <a:xfrm>
          <a:off x="3951505" y="2985306"/>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Traceable</a:t>
          </a:r>
          <a:endParaRPr lang="en-US" sz="1600" kern="1200" dirty="0"/>
        </a:p>
      </dsp:txBody>
      <dsp:txXfrm>
        <a:off x="3951505" y="2985306"/>
        <a:ext cx="1311031" cy="420183"/>
      </dsp:txXfrm>
    </dsp:sp>
    <dsp:sp modelId="{3974D9EF-2642-4EA6-B022-A6FB2F4B3087}">
      <dsp:nvSpPr>
        <dsp:cNvPr id="0" name=""/>
        <dsp:cNvSpPr/>
      </dsp:nvSpPr>
      <dsp:spPr>
        <a:xfrm>
          <a:off x="5694538" y="598663"/>
          <a:ext cx="1828160" cy="42018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Guidelines for writing </a:t>
          </a:r>
          <a:r>
            <a:rPr lang="en-US" sz="1600" kern="1200" dirty="0" err="1" smtClean="0"/>
            <a:t>reqs</a:t>
          </a:r>
          <a:r>
            <a:rPr lang="en-US" sz="1600" kern="1200" dirty="0" smtClean="0"/>
            <a:t>.</a:t>
          </a:r>
          <a:endParaRPr lang="en-US" sz="1600" kern="1200" dirty="0"/>
        </a:p>
      </dsp:txBody>
      <dsp:txXfrm>
        <a:off x="5694538" y="598663"/>
        <a:ext cx="1828160" cy="420183"/>
      </dsp:txXfrm>
    </dsp:sp>
    <dsp:sp modelId="{66666B8F-37B3-4502-96F6-DA600C8D2357}">
      <dsp:nvSpPr>
        <dsp:cNvPr id="0" name=""/>
        <dsp:cNvSpPr/>
      </dsp:nvSpPr>
      <dsp:spPr>
        <a:xfrm>
          <a:off x="6151578" y="119532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Clarity and conciseness</a:t>
          </a:r>
          <a:endParaRPr lang="en-US" sz="1600" kern="1200" dirty="0"/>
        </a:p>
      </dsp:txBody>
      <dsp:txXfrm>
        <a:off x="6151578" y="1195324"/>
        <a:ext cx="1311031" cy="420183"/>
      </dsp:txXfrm>
    </dsp:sp>
    <dsp:sp modelId="{FD76D8C5-59C9-4CC8-A630-FA2532A1F2CD}">
      <dsp:nvSpPr>
        <dsp:cNvPr id="0" name=""/>
        <dsp:cNvSpPr/>
      </dsp:nvSpPr>
      <dsp:spPr>
        <a:xfrm>
          <a:off x="6151578" y="1791984"/>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The keyword “shall”: </a:t>
          </a:r>
          <a:endParaRPr lang="en-US" sz="1600" kern="1200" dirty="0"/>
        </a:p>
      </dsp:txBody>
      <dsp:txXfrm>
        <a:off x="6151578" y="1791984"/>
        <a:ext cx="1311031" cy="420183"/>
      </dsp:txXfrm>
    </dsp:sp>
    <dsp:sp modelId="{C2F4AD6A-DBE2-4074-9743-69F74AC3C11B}">
      <dsp:nvSpPr>
        <dsp:cNvPr id="0" name=""/>
        <dsp:cNvSpPr/>
      </dsp:nvSpPr>
      <dsp:spPr>
        <a:xfrm>
          <a:off x="6151578" y="2388645"/>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Active voice</a:t>
          </a:r>
          <a:endParaRPr lang="en-US" sz="1600" kern="1200" dirty="0"/>
        </a:p>
      </dsp:txBody>
      <dsp:txXfrm>
        <a:off x="6151578" y="2388645"/>
        <a:ext cx="1311031" cy="420183"/>
      </dsp:txXfrm>
    </dsp:sp>
    <dsp:sp modelId="{850B0851-BC69-41CD-B70C-7D67CE1417FE}">
      <dsp:nvSpPr>
        <dsp:cNvPr id="0" name=""/>
        <dsp:cNvSpPr/>
      </dsp:nvSpPr>
      <dsp:spPr>
        <a:xfrm>
          <a:off x="6151578" y="2985306"/>
          <a:ext cx="1311031" cy="42018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Individual requirements</a:t>
          </a:r>
          <a:endParaRPr lang="en-US" sz="1600" kern="1200" dirty="0"/>
        </a:p>
      </dsp:txBody>
      <dsp:txXfrm>
        <a:off x="6151578" y="2985306"/>
        <a:ext cx="1311031" cy="4201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53E1C-0027-48E3-BEC1-BCE504758ACB}">
      <dsp:nvSpPr>
        <dsp:cNvPr id="0" name=""/>
        <dsp:cNvSpPr/>
      </dsp:nvSpPr>
      <dsp:spPr>
        <a:xfrm>
          <a:off x="6334637" y="1322399"/>
          <a:ext cx="355972" cy="2825397"/>
        </a:xfrm>
        <a:custGeom>
          <a:avLst/>
          <a:gdLst/>
          <a:ahLst/>
          <a:cxnLst/>
          <a:rect l="0" t="0" r="0" b="0"/>
          <a:pathLst>
            <a:path>
              <a:moveTo>
                <a:pt x="0" y="0"/>
              </a:moveTo>
              <a:lnTo>
                <a:pt x="0" y="2825397"/>
              </a:lnTo>
              <a:lnTo>
                <a:pt x="355972" y="28253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A74E0F-C848-43F8-9970-DE79AB5F248F}">
      <dsp:nvSpPr>
        <dsp:cNvPr id="0" name=""/>
        <dsp:cNvSpPr/>
      </dsp:nvSpPr>
      <dsp:spPr>
        <a:xfrm>
          <a:off x="6334637" y="1322399"/>
          <a:ext cx="355972" cy="2050867"/>
        </a:xfrm>
        <a:custGeom>
          <a:avLst/>
          <a:gdLst/>
          <a:ahLst/>
          <a:cxnLst/>
          <a:rect l="0" t="0" r="0" b="0"/>
          <a:pathLst>
            <a:path>
              <a:moveTo>
                <a:pt x="0" y="0"/>
              </a:moveTo>
              <a:lnTo>
                <a:pt x="0" y="2050867"/>
              </a:lnTo>
              <a:lnTo>
                <a:pt x="355972"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3E53D8-EC30-41B0-AA64-C8021BC985E8}">
      <dsp:nvSpPr>
        <dsp:cNvPr id="0" name=""/>
        <dsp:cNvSpPr/>
      </dsp:nvSpPr>
      <dsp:spPr>
        <a:xfrm>
          <a:off x="6334637" y="1322399"/>
          <a:ext cx="355972" cy="1276337"/>
        </a:xfrm>
        <a:custGeom>
          <a:avLst/>
          <a:gdLst/>
          <a:ahLst/>
          <a:cxnLst/>
          <a:rect l="0" t="0" r="0" b="0"/>
          <a:pathLst>
            <a:path>
              <a:moveTo>
                <a:pt x="0" y="0"/>
              </a:moveTo>
              <a:lnTo>
                <a:pt x="0" y="1276337"/>
              </a:lnTo>
              <a:lnTo>
                <a:pt x="355972"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E4C09A-4E7C-48C3-B023-D58BEC148888}">
      <dsp:nvSpPr>
        <dsp:cNvPr id="0" name=""/>
        <dsp:cNvSpPr/>
      </dsp:nvSpPr>
      <dsp:spPr>
        <a:xfrm>
          <a:off x="6334637" y="1322399"/>
          <a:ext cx="355972" cy="501807"/>
        </a:xfrm>
        <a:custGeom>
          <a:avLst/>
          <a:gdLst/>
          <a:ahLst/>
          <a:cxnLst/>
          <a:rect l="0" t="0" r="0" b="0"/>
          <a:pathLst>
            <a:path>
              <a:moveTo>
                <a:pt x="0" y="0"/>
              </a:moveTo>
              <a:lnTo>
                <a:pt x="0" y="501807"/>
              </a:lnTo>
              <a:lnTo>
                <a:pt x="355972"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5E2B4E-A03A-4CEC-8313-CD85481B51A2}">
      <dsp:nvSpPr>
        <dsp:cNvPr id="0" name=""/>
        <dsp:cNvSpPr/>
      </dsp:nvSpPr>
      <dsp:spPr>
        <a:xfrm>
          <a:off x="4343400" y="547870"/>
          <a:ext cx="2940496" cy="229086"/>
        </a:xfrm>
        <a:custGeom>
          <a:avLst/>
          <a:gdLst/>
          <a:ahLst/>
          <a:cxnLst/>
          <a:rect l="0" t="0" r="0" b="0"/>
          <a:pathLst>
            <a:path>
              <a:moveTo>
                <a:pt x="0" y="0"/>
              </a:moveTo>
              <a:lnTo>
                <a:pt x="0" y="114543"/>
              </a:lnTo>
              <a:lnTo>
                <a:pt x="2940496" y="114543"/>
              </a:lnTo>
              <a:lnTo>
                <a:pt x="2940496"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F5B6E1-80F4-4C8E-8855-45D70F1DB245}">
      <dsp:nvSpPr>
        <dsp:cNvPr id="0" name=""/>
        <dsp:cNvSpPr/>
      </dsp:nvSpPr>
      <dsp:spPr>
        <a:xfrm>
          <a:off x="3427966" y="1322399"/>
          <a:ext cx="406711" cy="3599926"/>
        </a:xfrm>
        <a:custGeom>
          <a:avLst/>
          <a:gdLst/>
          <a:ahLst/>
          <a:cxnLst/>
          <a:rect l="0" t="0" r="0" b="0"/>
          <a:pathLst>
            <a:path>
              <a:moveTo>
                <a:pt x="0" y="0"/>
              </a:moveTo>
              <a:lnTo>
                <a:pt x="0" y="3599926"/>
              </a:lnTo>
              <a:lnTo>
                <a:pt x="406711" y="35999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0CEA5F-393A-44D3-AEE5-C58D02ADE719}">
      <dsp:nvSpPr>
        <dsp:cNvPr id="0" name=""/>
        <dsp:cNvSpPr/>
      </dsp:nvSpPr>
      <dsp:spPr>
        <a:xfrm>
          <a:off x="3427966" y="1322399"/>
          <a:ext cx="406711" cy="2825397"/>
        </a:xfrm>
        <a:custGeom>
          <a:avLst/>
          <a:gdLst/>
          <a:ahLst/>
          <a:cxnLst/>
          <a:rect l="0" t="0" r="0" b="0"/>
          <a:pathLst>
            <a:path>
              <a:moveTo>
                <a:pt x="0" y="0"/>
              </a:moveTo>
              <a:lnTo>
                <a:pt x="0" y="2825397"/>
              </a:lnTo>
              <a:lnTo>
                <a:pt x="406711" y="28253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E4B7B2-EFA2-4C54-8CA2-E5F72B03B919}">
      <dsp:nvSpPr>
        <dsp:cNvPr id="0" name=""/>
        <dsp:cNvSpPr/>
      </dsp:nvSpPr>
      <dsp:spPr>
        <a:xfrm>
          <a:off x="3427966" y="1322399"/>
          <a:ext cx="406711" cy="2050867"/>
        </a:xfrm>
        <a:custGeom>
          <a:avLst/>
          <a:gdLst/>
          <a:ahLst/>
          <a:cxnLst/>
          <a:rect l="0" t="0" r="0" b="0"/>
          <a:pathLst>
            <a:path>
              <a:moveTo>
                <a:pt x="0" y="0"/>
              </a:moveTo>
              <a:lnTo>
                <a:pt x="0" y="2050867"/>
              </a:lnTo>
              <a:lnTo>
                <a:pt x="406711"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76B843-1D61-4CCA-8740-1CDB0C0DD5B7}">
      <dsp:nvSpPr>
        <dsp:cNvPr id="0" name=""/>
        <dsp:cNvSpPr/>
      </dsp:nvSpPr>
      <dsp:spPr>
        <a:xfrm>
          <a:off x="3427966" y="1322399"/>
          <a:ext cx="406711" cy="1276337"/>
        </a:xfrm>
        <a:custGeom>
          <a:avLst/>
          <a:gdLst/>
          <a:ahLst/>
          <a:cxnLst/>
          <a:rect l="0" t="0" r="0" b="0"/>
          <a:pathLst>
            <a:path>
              <a:moveTo>
                <a:pt x="0" y="0"/>
              </a:moveTo>
              <a:lnTo>
                <a:pt x="0" y="1276337"/>
              </a:lnTo>
              <a:lnTo>
                <a:pt x="406711"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FA2235-F78F-460F-BCD3-1543BF8B65E6}">
      <dsp:nvSpPr>
        <dsp:cNvPr id="0" name=""/>
        <dsp:cNvSpPr/>
      </dsp:nvSpPr>
      <dsp:spPr>
        <a:xfrm>
          <a:off x="3427966" y="1322399"/>
          <a:ext cx="406711" cy="501807"/>
        </a:xfrm>
        <a:custGeom>
          <a:avLst/>
          <a:gdLst/>
          <a:ahLst/>
          <a:cxnLst/>
          <a:rect l="0" t="0" r="0" b="0"/>
          <a:pathLst>
            <a:path>
              <a:moveTo>
                <a:pt x="0" y="0"/>
              </a:moveTo>
              <a:lnTo>
                <a:pt x="0" y="501807"/>
              </a:lnTo>
              <a:lnTo>
                <a:pt x="406711"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4343400" y="547870"/>
          <a:ext cx="169131" cy="229086"/>
        </a:xfrm>
        <a:custGeom>
          <a:avLst/>
          <a:gdLst/>
          <a:ahLst/>
          <a:cxnLst/>
          <a:rect l="0" t="0" r="0" b="0"/>
          <a:pathLst>
            <a:path>
              <a:moveTo>
                <a:pt x="0" y="0"/>
              </a:moveTo>
              <a:lnTo>
                <a:pt x="0" y="114543"/>
              </a:lnTo>
              <a:lnTo>
                <a:pt x="169131" y="114543"/>
              </a:lnTo>
              <a:lnTo>
                <a:pt x="169131"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572034" y="547870"/>
          <a:ext cx="2771365" cy="229086"/>
        </a:xfrm>
        <a:custGeom>
          <a:avLst/>
          <a:gdLst/>
          <a:ahLst/>
          <a:cxnLst/>
          <a:rect l="0" t="0" r="0" b="0"/>
          <a:pathLst>
            <a:path>
              <a:moveTo>
                <a:pt x="2771365" y="0"/>
              </a:moveTo>
              <a:lnTo>
                <a:pt x="2771365" y="114543"/>
              </a:lnTo>
              <a:lnTo>
                <a:pt x="0" y="114543"/>
              </a:lnTo>
              <a:lnTo>
                <a:pt x="0"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635862" y="2426"/>
          <a:ext cx="3415075" cy="545443"/>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a:t>
          </a:r>
          <a:r>
            <a:rPr lang="en-US" sz="1600" kern="1200" dirty="0" smtClean="0"/>
            <a:t>12: A picture is worth 1024 words.</a:t>
          </a:r>
          <a:endParaRPr lang="en-US" sz="1600" kern="1200" dirty="0"/>
        </a:p>
      </dsp:txBody>
      <dsp:txXfrm>
        <a:off x="2635862" y="2426"/>
        <a:ext cx="3415075" cy="545443"/>
      </dsp:txXfrm>
    </dsp:sp>
    <dsp:sp modelId="{C9422C4E-2B02-4D33-A16B-EF7B187ECAB7}">
      <dsp:nvSpPr>
        <dsp:cNvPr id="0" name=""/>
        <dsp:cNvSpPr/>
      </dsp:nvSpPr>
      <dsp:spPr>
        <a:xfrm>
          <a:off x="216329" y="776956"/>
          <a:ext cx="2711410"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Useful of pictures</a:t>
          </a:r>
          <a:endParaRPr lang="en-US" sz="1600" kern="1200" dirty="0"/>
        </a:p>
      </dsp:txBody>
      <dsp:txXfrm>
        <a:off x="216329" y="776956"/>
        <a:ext cx="2711410" cy="545443"/>
      </dsp:txXfrm>
    </dsp:sp>
    <dsp:sp modelId="{02B28F85-DE51-42FF-859E-1DD3A478F426}">
      <dsp:nvSpPr>
        <dsp:cNvPr id="0" name=""/>
        <dsp:cNvSpPr/>
      </dsp:nvSpPr>
      <dsp:spPr>
        <a:xfrm>
          <a:off x="3156825" y="776956"/>
          <a:ext cx="2711410"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Modeling </a:t>
          </a:r>
          <a:r>
            <a:rPr lang="en-US" sz="1600" kern="1200" dirty="0" err="1" smtClean="0"/>
            <a:t>reqs</a:t>
          </a:r>
          <a:r>
            <a:rPr lang="en-US" sz="1600" kern="1200" dirty="0" smtClean="0"/>
            <a:t>.</a:t>
          </a:r>
          <a:endParaRPr lang="en-US" sz="1600" kern="1200" dirty="0"/>
        </a:p>
      </dsp:txBody>
      <dsp:txXfrm>
        <a:off x="3156825" y="776956"/>
        <a:ext cx="2711410" cy="545443"/>
      </dsp:txXfrm>
    </dsp:sp>
    <dsp:sp modelId="{798E180C-4A57-445D-9705-ABFFD926D250}">
      <dsp:nvSpPr>
        <dsp:cNvPr id="0" name=""/>
        <dsp:cNvSpPr/>
      </dsp:nvSpPr>
      <dsp:spPr>
        <a:xfrm>
          <a:off x="3834678" y="1551486"/>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Data flow diagrams </a:t>
          </a:r>
          <a:endParaRPr lang="en-US" sz="1600" kern="1200" dirty="0"/>
        </a:p>
      </dsp:txBody>
      <dsp:txXfrm>
        <a:off x="3834678" y="1551486"/>
        <a:ext cx="1559390" cy="545443"/>
      </dsp:txXfrm>
    </dsp:sp>
    <dsp:sp modelId="{DC2C27DB-8847-4E51-8F36-3C3F5D643364}">
      <dsp:nvSpPr>
        <dsp:cNvPr id="0" name=""/>
        <dsp:cNvSpPr/>
      </dsp:nvSpPr>
      <dsp:spPr>
        <a:xfrm>
          <a:off x="3834678" y="232601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Swimlane</a:t>
          </a:r>
          <a:r>
            <a:rPr lang="en-US" sz="1600" kern="1200" dirty="0" smtClean="0"/>
            <a:t> diagrams</a:t>
          </a:r>
          <a:endParaRPr lang="en-US" sz="1600" kern="1200" dirty="0"/>
        </a:p>
      </dsp:txBody>
      <dsp:txXfrm>
        <a:off x="3834678" y="2326015"/>
        <a:ext cx="1559390" cy="545443"/>
      </dsp:txXfrm>
    </dsp:sp>
    <dsp:sp modelId="{766EABB1-D278-4D51-ABE3-29143E9C24B9}">
      <dsp:nvSpPr>
        <dsp:cNvPr id="0" name=""/>
        <dsp:cNvSpPr/>
      </dsp:nvSpPr>
      <dsp:spPr>
        <a:xfrm>
          <a:off x="3834678" y="310054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State-transition diagrams</a:t>
          </a:r>
          <a:endParaRPr lang="en-US" sz="1600" kern="1200" dirty="0"/>
        </a:p>
      </dsp:txBody>
      <dsp:txXfrm>
        <a:off x="3834678" y="3100545"/>
        <a:ext cx="1559390" cy="545443"/>
      </dsp:txXfrm>
    </dsp:sp>
    <dsp:sp modelId="{2B0C564E-92EF-47AE-914F-696064361304}">
      <dsp:nvSpPr>
        <dsp:cNvPr id="0" name=""/>
        <dsp:cNvSpPr/>
      </dsp:nvSpPr>
      <dsp:spPr>
        <a:xfrm>
          <a:off x="3834678" y="387507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Dialog maps</a:t>
          </a:r>
          <a:endParaRPr lang="en-US" sz="1600" kern="1200" dirty="0"/>
        </a:p>
      </dsp:txBody>
      <dsp:txXfrm>
        <a:off x="3834678" y="3875075"/>
        <a:ext cx="1559390" cy="545443"/>
      </dsp:txXfrm>
    </dsp:sp>
    <dsp:sp modelId="{2ABCA685-71DE-40B5-96E2-107B3F83F5FB}">
      <dsp:nvSpPr>
        <dsp:cNvPr id="0" name=""/>
        <dsp:cNvSpPr/>
      </dsp:nvSpPr>
      <dsp:spPr>
        <a:xfrm>
          <a:off x="3834678" y="4649604"/>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t>
          </a:r>
          <a:endParaRPr lang="en-US" sz="1600" kern="1200" dirty="0"/>
        </a:p>
      </dsp:txBody>
      <dsp:txXfrm>
        <a:off x="3834678" y="4649604"/>
        <a:ext cx="1559390" cy="545443"/>
      </dsp:txXfrm>
    </dsp:sp>
    <dsp:sp modelId="{3974D9EF-2642-4EA6-B022-A6FB2F4B3087}">
      <dsp:nvSpPr>
        <dsp:cNvPr id="0" name=""/>
        <dsp:cNvSpPr/>
      </dsp:nvSpPr>
      <dsp:spPr>
        <a:xfrm>
          <a:off x="6097322" y="776956"/>
          <a:ext cx="2373148"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Selecting the right model</a:t>
          </a:r>
          <a:endParaRPr lang="en-US" sz="1600" kern="1200" dirty="0"/>
        </a:p>
      </dsp:txBody>
      <dsp:txXfrm>
        <a:off x="6097322" y="776956"/>
        <a:ext cx="2373148" cy="545443"/>
      </dsp:txXfrm>
    </dsp:sp>
    <dsp:sp modelId="{08481336-93DD-4BCB-A9B8-CFA4CFCC429B}">
      <dsp:nvSpPr>
        <dsp:cNvPr id="0" name=""/>
        <dsp:cNvSpPr/>
      </dsp:nvSpPr>
      <dsp:spPr>
        <a:xfrm>
          <a:off x="6690609" y="1551486"/>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DFD</a:t>
          </a:r>
          <a:endParaRPr lang="en-US" sz="1600" kern="1200" dirty="0"/>
        </a:p>
      </dsp:txBody>
      <dsp:txXfrm>
        <a:off x="6690609" y="1551486"/>
        <a:ext cx="1559390" cy="545443"/>
      </dsp:txXfrm>
    </dsp:sp>
    <dsp:sp modelId="{1C4C34F0-0A9D-4A1C-AF5C-F6EC9E43FFF3}">
      <dsp:nvSpPr>
        <dsp:cNvPr id="0" name=""/>
        <dsp:cNvSpPr/>
      </dsp:nvSpPr>
      <dsp:spPr>
        <a:xfrm>
          <a:off x="6690609" y="232601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err="1" smtClean="0"/>
            <a:t>Swimlane</a:t>
          </a:r>
          <a:r>
            <a:rPr lang="en-US" sz="1600" kern="1200" dirty="0" smtClean="0"/>
            <a:t> diagrams</a:t>
          </a:r>
          <a:endParaRPr lang="en-US" sz="1600" kern="1200" dirty="0"/>
        </a:p>
      </dsp:txBody>
      <dsp:txXfrm>
        <a:off x="6690609" y="2326015"/>
        <a:ext cx="1559390" cy="545443"/>
      </dsp:txXfrm>
    </dsp:sp>
    <dsp:sp modelId="{1A622963-C4F8-4FD9-83AA-D4FD0D846D72}">
      <dsp:nvSpPr>
        <dsp:cNvPr id="0" name=""/>
        <dsp:cNvSpPr/>
      </dsp:nvSpPr>
      <dsp:spPr>
        <a:xfrm>
          <a:off x="6690609" y="310054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State-transition diagram </a:t>
          </a:r>
          <a:endParaRPr lang="en-US" sz="1600" kern="1200" dirty="0"/>
        </a:p>
      </dsp:txBody>
      <dsp:txXfrm>
        <a:off x="6690609" y="3100545"/>
        <a:ext cx="1559390" cy="545443"/>
      </dsp:txXfrm>
    </dsp:sp>
    <dsp:sp modelId="{F7C22BB7-7D3E-4CA2-A783-D6691E4D608A}">
      <dsp:nvSpPr>
        <dsp:cNvPr id="0" name=""/>
        <dsp:cNvSpPr/>
      </dsp:nvSpPr>
      <dsp:spPr>
        <a:xfrm>
          <a:off x="6690609" y="387507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about UML diagrams</a:t>
          </a:r>
          <a:endParaRPr lang="en-US" sz="1600" kern="1200" dirty="0"/>
        </a:p>
      </dsp:txBody>
      <dsp:txXfrm>
        <a:off x="6690609" y="3875075"/>
        <a:ext cx="1559390" cy="54544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0248B-FBD2-49C0-A248-ADA5A8E5DE21}" type="datetimeFigureOut">
              <a:rPr lang="en-US" smtClean="0"/>
              <a:t>02/03/2020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243336-8E75-43BB-9271-FB459928A930}" type="slidenum">
              <a:rPr lang="en-US" smtClean="0"/>
              <a:t>‹#›</a:t>
            </a:fld>
            <a:endParaRPr lang="en-US"/>
          </a:p>
        </p:txBody>
      </p:sp>
    </p:spTree>
    <p:extLst>
      <p:ext uri="{BB962C8B-B14F-4D97-AF65-F5344CB8AC3E}">
        <p14:creationId xmlns:p14="http://schemas.microsoft.com/office/powerpoint/2010/main" val="2985292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749788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Pictures help bridge language and vocabulary barriers among team members:</a:t>
            </a:r>
            <a:r>
              <a:rPr lang="en-US" baseline="0" dirty="0" smtClean="0"/>
              <a:t> </a:t>
            </a:r>
            <a:r>
              <a:rPr lang="en-US" baseline="0" dirty="0" err="1" smtClean="0"/>
              <a:t>Hình</a:t>
            </a:r>
            <a:r>
              <a:rPr lang="en-US" baseline="0" dirty="0" smtClean="0"/>
              <a:t> </a:t>
            </a:r>
            <a:r>
              <a:rPr lang="en-US" baseline="0" dirty="0" err="1" smtClean="0"/>
              <a:t>ảnh</a:t>
            </a:r>
            <a:r>
              <a:rPr lang="en-US" baseline="0" dirty="0" smtClean="0"/>
              <a:t> </a:t>
            </a:r>
            <a:r>
              <a:rPr lang="en-US" baseline="0" dirty="0" err="1" smtClean="0"/>
              <a:t>giúp</a:t>
            </a:r>
            <a:r>
              <a:rPr lang="en-US" baseline="0" dirty="0" smtClean="0"/>
              <a:t> </a:t>
            </a:r>
            <a:r>
              <a:rPr lang="en-US" baseline="0" dirty="0" err="1" smtClean="0"/>
              <a:t>thu</a:t>
            </a:r>
            <a:r>
              <a:rPr lang="en-US" baseline="0" dirty="0" smtClean="0"/>
              <a:t> </a:t>
            </a:r>
            <a:r>
              <a:rPr lang="en-US" baseline="0" dirty="0" err="1" smtClean="0"/>
              <a:t>hẹp</a:t>
            </a:r>
            <a:r>
              <a:rPr lang="en-US" baseline="0" dirty="0" smtClean="0"/>
              <a:t> </a:t>
            </a:r>
            <a:r>
              <a:rPr lang="en-US" baseline="0" dirty="0" err="1" smtClean="0"/>
              <a:t>rào</a:t>
            </a:r>
            <a:r>
              <a:rPr lang="en-US" baseline="0" dirty="0" smtClean="0"/>
              <a:t> </a:t>
            </a:r>
            <a:r>
              <a:rPr lang="en-US" baseline="0" dirty="0" err="1" smtClean="0"/>
              <a:t>cản</a:t>
            </a:r>
            <a:r>
              <a:rPr lang="en-US" baseline="0" dirty="0" smtClean="0"/>
              <a:t> </a:t>
            </a:r>
            <a:r>
              <a:rPr lang="en-US" baseline="0" dirty="0" err="1" smtClean="0"/>
              <a:t>ngôn</a:t>
            </a:r>
            <a:r>
              <a:rPr lang="en-US" baseline="0" dirty="0" smtClean="0"/>
              <a:t> </a:t>
            </a:r>
            <a:r>
              <a:rPr lang="en-US" baseline="0" dirty="0" err="1" smtClean="0"/>
              <a:t>ngữ</a:t>
            </a:r>
            <a:r>
              <a:rPr lang="en-US" baseline="0" dirty="0" smtClean="0"/>
              <a:t> </a:t>
            </a:r>
            <a:r>
              <a:rPr lang="en-US" baseline="0" dirty="0" err="1" smtClean="0"/>
              <a:t>và</a:t>
            </a:r>
            <a:r>
              <a:rPr lang="en-US" baseline="0" dirty="0" smtClean="0"/>
              <a:t> </a:t>
            </a:r>
            <a:r>
              <a:rPr lang="en-US" baseline="0" dirty="0" err="1" smtClean="0"/>
              <a:t>từ</a:t>
            </a:r>
            <a:r>
              <a:rPr lang="en-US" baseline="0" dirty="0" smtClean="0"/>
              <a:t> </a:t>
            </a:r>
            <a:r>
              <a:rPr lang="en-US" baseline="0" dirty="0" err="1" smtClean="0"/>
              <a:t>vựng</a:t>
            </a:r>
            <a:r>
              <a:rPr lang="en-US" baseline="0" dirty="0" smtClean="0"/>
              <a:t> </a:t>
            </a:r>
            <a:r>
              <a:rPr lang="en-US" baseline="0" dirty="0" err="1" smtClean="0"/>
              <a:t>giữa</a:t>
            </a:r>
            <a:r>
              <a:rPr lang="en-US" baseline="0" dirty="0" smtClean="0"/>
              <a:t> </a:t>
            </a:r>
            <a:r>
              <a:rPr lang="en-US" baseline="0" dirty="0" err="1" smtClean="0"/>
              <a:t>các</a:t>
            </a:r>
            <a:r>
              <a:rPr lang="en-US" baseline="0" dirty="0" smtClean="0"/>
              <a:t> </a:t>
            </a:r>
            <a:r>
              <a:rPr lang="en-US" baseline="0" dirty="0" err="1" smtClean="0"/>
              <a:t>thành</a:t>
            </a:r>
            <a:r>
              <a:rPr lang="en-US" baseline="0" dirty="0" smtClean="0"/>
              <a:t> viên </a:t>
            </a:r>
            <a:r>
              <a:rPr lang="en-US" baseline="0" dirty="0" err="1" smtClean="0"/>
              <a:t>trong</a:t>
            </a:r>
            <a:r>
              <a:rPr lang="en-US" baseline="0" dirty="0" smtClean="0"/>
              <a:t> </a:t>
            </a:r>
            <a:r>
              <a:rPr lang="en-US" baseline="0" dirty="0" err="1" smtClean="0"/>
              <a:t>nhóm</a:t>
            </a:r>
            <a:r>
              <a:rPr lang="en-US" baseline="0" dirty="0" smtClean="0"/>
              <a:t>..</a:t>
            </a:r>
            <a:endParaRPr lang="en-US" dirty="0" smtClean="0"/>
          </a:p>
        </p:txBody>
      </p:sp>
      <p:sp>
        <p:nvSpPr>
          <p:cNvPr id="4" name="Slide Number Placeholder 3"/>
          <p:cNvSpPr>
            <a:spLocks noGrp="1"/>
          </p:cNvSpPr>
          <p:nvPr>
            <p:ph type="sldNum" sz="quarter" idx="10"/>
          </p:nvPr>
        </p:nvSpPr>
        <p:spPr/>
        <p:txBody>
          <a:bodyPr/>
          <a:lstStyle/>
          <a:p>
            <a:fld id="{34243336-8E75-43BB-9271-FB459928A930}" type="slidenum">
              <a:rPr lang="en-US" smtClean="0"/>
              <a:t>5</a:t>
            </a:fld>
            <a:endParaRPr lang="en-US"/>
          </a:p>
        </p:txBody>
      </p:sp>
    </p:spTree>
    <p:extLst>
      <p:ext uri="{BB962C8B-B14F-4D97-AF65-F5344CB8AC3E}">
        <p14:creationId xmlns:p14="http://schemas.microsoft.com/office/powerpoint/2010/main" val="179849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Given the limitations of human short-term memory, analyzing a list of one thousand requirements for inconsistencies, duplication, and extraneous requirements is nearly impossible: </a:t>
            </a:r>
            <a:r>
              <a:rPr lang="vi-VN" dirty="0" smtClean="0"/>
              <a:t>Với những hạn chế của bộ nhớ ngắn hạn của con người, việc phân tích một danh sách một nghìn yêu cầu về sự không nhất quán, trùng lặp và các yêu cầu không liên quan là gần như không thể</a:t>
            </a:r>
            <a:r>
              <a:rPr lang="en-US" dirty="0" smtClean="0"/>
              <a:t>.</a:t>
            </a:r>
          </a:p>
          <a:p>
            <a:pPr marL="171450" indent="-171450">
              <a:buFontTx/>
              <a:buChar char="-"/>
            </a:pPr>
            <a:endParaRPr lang="en-US" dirty="0" smtClean="0"/>
          </a:p>
          <a:p>
            <a:endParaRPr lang="en-US" dirty="0"/>
          </a:p>
        </p:txBody>
      </p:sp>
      <p:sp>
        <p:nvSpPr>
          <p:cNvPr id="4" name="Slide Number Placeholder 3"/>
          <p:cNvSpPr>
            <a:spLocks noGrp="1"/>
          </p:cNvSpPr>
          <p:nvPr>
            <p:ph type="sldNum" sz="quarter" idx="10"/>
          </p:nvPr>
        </p:nvSpPr>
        <p:spPr/>
        <p:txBody>
          <a:bodyPr/>
          <a:lstStyle/>
          <a:p>
            <a:fld id="{34243336-8E75-43BB-9271-FB459928A930}" type="slidenum">
              <a:rPr lang="en-US" smtClean="0"/>
              <a:t>6</a:t>
            </a:fld>
            <a:endParaRPr lang="en-US"/>
          </a:p>
        </p:txBody>
      </p:sp>
    </p:spTree>
    <p:extLst>
      <p:ext uri="{BB962C8B-B14F-4D97-AF65-F5344CB8AC3E}">
        <p14:creationId xmlns:p14="http://schemas.microsoft.com/office/powerpoint/2010/main" val="2037638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243336-8E75-43BB-9271-FB459928A930}" type="slidenum">
              <a:rPr lang="en-US" smtClean="0"/>
              <a:t>7</a:t>
            </a:fld>
            <a:endParaRPr lang="en-US"/>
          </a:p>
        </p:txBody>
      </p:sp>
    </p:spTree>
    <p:extLst>
      <p:ext uri="{BB962C8B-B14F-4D97-AF65-F5344CB8AC3E}">
        <p14:creationId xmlns:p14="http://schemas.microsoft.com/office/powerpoint/2010/main" val="5788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Table 12-1 suggests possible mappings from customers’ word choices into model component</a:t>
            </a:r>
          </a:p>
          <a:p>
            <a:endParaRPr lang="en-US"/>
          </a:p>
        </p:txBody>
      </p:sp>
      <p:sp>
        <p:nvSpPr>
          <p:cNvPr id="4" name="Slide Number Placeholder 3"/>
          <p:cNvSpPr>
            <a:spLocks noGrp="1"/>
          </p:cNvSpPr>
          <p:nvPr>
            <p:ph type="sldNum" sz="quarter" idx="10"/>
          </p:nvPr>
        </p:nvSpPr>
        <p:spPr/>
        <p:txBody>
          <a:bodyPr/>
          <a:lstStyle/>
          <a:p>
            <a:fld id="{D6D8E87D-860B-4D07-AA9C-845386AB8A4E}" type="slidenum">
              <a:rPr lang="en-US" smtClean="0"/>
              <a:t>8</a:t>
            </a:fld>
            <a:endParaRPr lang="en-US"/>
          </a:p>
        </p:txBody>
      </p:sp>
    </p:spTree>
    <p:extLst>
      <p:ext uri="{BB962C8B-B14F-4D97-AF65-F5344CB8AC3E}">
        <p14:creationId xmlns:p14="http://schemas.microsoft.com/office/powerpoint/2010/main" val="3905138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9</a:t>
            </a:fld>
            <a:endParaRPr lang="en-US"/>
          </a:p>
        </p:txBody>
      </p:sp>
    </p:spTree>
    <p:extLst>
      <p:ext uri="{BB962C8B-B14F-4D97-AF65-F5344CB8AC3E}">
        <p14:creationId xmlns:p14="http://schemas.microsoft.com/office/powerpoint/2010/main" val="2020397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10</a:t>
            </a:fld>
            <a:endParaRPr lang="en-US"/>
          </a:p>
        </p:txBody>
      </p:sp>
    </p:spTree>
    <p:extLst>
      <p:ext uri="{BB962C8B-B14F-4D97-AF65-F5344CB8AC3E}">
        <p14:creationId xmlns:p14="http://schemas.microsoft.com/office/powerpoint/2010/main" val="303362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u="none" strike="noStrike" kern="1200" baseline="0" dirty="0" smtClean="0">
                <a:solidFill>
                  <a:schemeClr val="tx1"/>
                </a:solidFill>
                <a:latin typeface="+mn-lt"/>
                <a:ea typeface="+mn-ea"/>
                <a:cs typeface="+mn-cs"/>
              </a:rPr>
              <a:t>The </a:t>
            </a:r>
            <a:r>
              <a:rPr lang="en-US" sz="1200" b="0" i="1" u="none" strike="noStrike" kern="1200" baseline="0" dirty="0" smtClean="0">
                <a:solidFill>
                  <a:schemeClr val="tx1"/>
                </a:solidFill>
                <a:latin typeface="+mn-lt"/>
                <a:ea typeface="+mn-ea"/>
                <a:cs typeface="+mn-cs"/>
              </a:rPr>
              <a:t>data dictionary </a:t>
            </a:r>
            <a:r>
              <a:rPr lang="en-US" sz="1200" b="0" i="0" u="none" strike="noStrike" kern="1200" baseline="0" dirty="0" smtClean="0">
                <a:solidFill>
                  <a:schemeClr val="tx1"/>
                </a:solidFill>
                <a:latin typeface="+mn-lt"/>
                <a:ea typeface="+mn-ea"/>
                <a:cs typeface="+mn-cs"/>
              </a:rPr>
              <a:t>contains detailed definitions of data structures and individual data items. Complex data objects are progressively broken down into their constituent data elements.:</a:t>
            </a:r>
            <a:r>
              <a:rPr lang="vi-VN" sz="1200" b="0" i="0" u="none" strike="noStrike" kern="1200" baseline="0" dirty="0" smtClean="0">
                <a:solidFill>
                  <a:schemeClr val="tx1"/>
                </a:solidFill>
                <a:latin typeface="+mn-lt"/>
                <a:ea typeface="+mn-ea"/>
                <a:cs typeface="+mn-cs"/>
              </a:rPr>
              <a:t>Từ điển dữ liệu chứa các định nghĩa chi tiết về cấu trúc dữ liệu và các mục dữ liệu riêng lẻ. Các đối tượng dữ liệu phức tạp dần dần được chia thành các thành phần dữ liệu cấu thành của chúng.</a:t>
            </a:r>
            <a:endParaRPr lang="en-US" sz="1200" b="0" i="0" u="none" strike="noStrike" kern="1200" baseline="0" dirty="0" smtClean="0">
              <a:solidFill>
                <a:schemeClr val="tx1"/>
              </a:solidFill>
              <a:latin typeface="+mn-lt"/>
              <a:ea typeface="+mn-ea"/>
              <a:cs typeface="+mn-cs"/>
            </a:endParaRPr>
          </a:p>
          <a:p>
            <a:pPr marL="171450" indent="-171450">
              <a:buFontTx/>
              <a:buChar char="-"/>
            </a:pPr>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4243336-8E75-43BB-9271-FB459928A930}" type="slidenum">
              <a:rPr lang="en-US" smtClean="0"/>
              <a:t>11</a:t>
            </a:fld>
            <a:endParaRPr lang="en-US"/>
          </a:p>
        </p:txBody>
      </p:sp>
    </p:spTree>
    <p:extLst>
      <p:ext uri="{BB962C8B-B14F-4D97-AF65-F5344CB8AC3E}">
        <p14:creationId xmlns:p14="http://schemas.microsoft.com/office/powerpoint/2010/main" val="17691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u="none" strike="noStrike" kern="1200" baseline="0" dirty="0" smtClean="0">
                <a:solidFill>
                  <a:schemeClr val="tx1"/>
                </a:solidFill>
                <a:latin typeface="+mn-lt"/>
                <a:ea typeface="+mn-ea"/>
                <a:cs typeface="+mn-cs"/>
              </a:rPr>
              <a:t>The </a:t>
            </a:r>
            <a:r>
              <a:rPr lang="en-US" sz="1200" b="0" i="1" u="none" strike="noStrike" kern="1200" baseline="0" dirty="0" smtClean="0">
                <a:solidFill>
                  <a:schemeClr val="tx1"/>
                </a:solidFill>
                <a:latin typeface="+mn-lt"/>
                <a:ea typeface="+mn-ea"/>
                <a:cs typeface="+mn-cs"/>
              </a:rPr>
              <a:t>dialog map </a:t>
            </a:r>
            <a:r>
              <a:rPr lang="en-US" sz="1200" b="0" i="0" u="none" strike="noStrike" kern="1200" baseline="0" dirty="0" smtClean="0">
                <a:solidFill>
                  <a:schemeClr val="tx1"/>
                </a:solidFill>
                <a:latin typeface="+mn-lt"/>
                <a:ea typeface="+mn-ea"/>
                <a:cs typeface="+mn-cs"/>
              </a:rPr>
              <a:t>provides a high-level view of a proposed or actual user interface, showing the various display elements and possible navigation pathways between them.: </a:t>
            </a:r>
            <a:r>
              <a:rPr lang="vi-VN" sz="1200" b="0" i="0" u="none" strike="noStrike" kern="1200" baseline="0" dirty="0" smtClean="0">
                <a:solidFill>
                  <a:schemeClr val="tx1"/>
                </a:solidFill>
                <a:latin typeface="+mn-lt"/>
                <a:ea typeface="+mn-ea"/>
                <a:cs typeface="+mn-cs"/>
              </a:rPr>
              <a:t>Bản đồ hộp thoại cung cấp </a:t>
            </a:r>
            <a:r>
              <a:rPr lang="en-US" sz="1200" b="0" i="0" u="none" strike="noStrike" kern="1200" baseline="0" dirty="0" err="1" smtClean="0">
                <a:solidFill>
                  <a:schemeClr val="tx1"/>
                </a:solidFill>
                <a:latin typeface="+mn-lt"/>
                <a:ea typeface="+mn-ea"/>
                <a:cs typeface="+mn-cs"/>
              </a:rPr>
              <a:t>cái</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nhìn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mức</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cao</a:t>
            </a:r>
            <a:r>
              <a:rPr lang="en-US" sz="1200" b="0" i="0" u="none" strike="noStrike" kern="1200" baseline="0" dirty="0" smtClean="0">
                <a:solidFill>
                  <a:schemeClr val="tx1"/>
                </a:solidFill>
                <a:latin typeface="+mn-lt"/>
                <a:ea typeface="+mn-ea"/>
                <a:cs typeface="+mn-cs"/>
              </a:rPr>
              <a:t> </a:t>
            </a:r>
            <a:r>
              <a:rPr lang="vi-VN" sz="1200" b="0" i="0" u="none" strike="noStrike" kern="1200" baseline="0" dirty="0" smtClean="0">
                <a:solidFill>
                  <a:schemeClr val="tx1"/>
                </a:solidFill>
                <a:latin typeface="+mn-lt"/>
                <a:ea typeface="+mn-ea"/>
                <a:cs typeface="+mn-cs"/>
              </a:rPr>
              <a:t>về giao diện người dùng được đề xuất hoặc thực tế, hiển thị các yếu tố hiển thị khác nhau và các đường dẫn điều hướng có thể có giữa chúng.</a:t>
            </a:r>
            <a:endParaRPr lang="en-US" sz="1200" b="0" i="0" u="none" strike="noStrike" kern="1200" baseline="0" dirty="0" smtClean="0">
              <a:solidFill>
                <a:schemeClr val="tx1"/>
              </a:solidFill>
              <a:latin typeface="+mn-lt"/>
              <a:ea typeface="+mn-ea"/>
              <a:cs typeface="+mn-cs"/>
            </a:endParaRPr>
          </a:p>
          <a:p>
            <a:pPr marL="171450" indent="-171450">
              <a:buFontTx/>
              <a:buChar char="-"/>
            </a:pPr>
            <a:r>
              <a:rPr lang="en-US" sz="1200" b="0" i="1" u="none" strike="noStrike" kern="1200" baseline="0" dirty="0" smtClean="0">
                <a:solidFill>
                  <a:schemeClr val="tx1"/>
                </a:solidFill>
                <a:latin typeface="+mn-lt"/>
                <a:ea typeface="+mn-ea"/>
                <a:cs typeface="+mn-cs"/>
              </a:rPr>
              <a:t>Storyboards </a:t>
            </a:r>
            <a:r>
              <a:rPr lang="en-US" sz="1200" b="0" i="0" u="none" strike="noStrike" kern="1200" baseline="0" dirty="0" smtClean="0">
                <a:solidFill>
                  <a:schemeClr val="tx1"/>
                </a:solidFill>
                <a:latin typeface="+mn-lt"/>
                <a:ea typeface="+mn-ea"/>
                <a:cs typeface="+mn-cs"/>
              </a:rPr>
              <a:t>and </a:t>
            </a:r>
            <a:r>
              <a:rPr lang="en-US" sz="1200" b="0" i="1" u="none" strike="noStrike" kern="1200" baseline="0" dirty="0" smtClean="0">
                <a:solidFill>
                  <a:schemeClr val="tx1"/>
                </a:solidFill>
                <a:latin typeface="+mn-lt"/>
                <a:ea typeface="+mn-ea"/>
                <a:cs typeface="+mn-cs"/>
              </a:rPr>
              <a:t>low-fidelity prototypes </a:t>
            </a:r>
            <a:r>
              <a:rPr lang="en-US" sz="1200" b="0" i="0" u="none" strike="noStrike" kern="1200" baseline="0" dirty="0" smtClean="0">
                <a:solidFill>
                  <a:schemeClr val="tx1"/>
                </a:solidFill>
                <a:latin typeface="+mn-lt"/>
                <a:ea typeface="+mn-ea"/>
                <a:cs typeface="+mn-cs"/>
              </a:rPr>
              <a:t>flesh out the dialog map by showing what each screen will contain without depicting precise details. </a:t>
            </a:r>
            <a:r>
              <a:rPr lang="en-US" sz="1200" b="0" i="1" u="none" strike="noStrike" kern="1200" baseline="0" dirty="0" smtClean="0">
                <a:solidFill>
                  <a:schemeClr val="tx1"/>
                </a:solidFill>
                <a:latin typeface="+mn-lt"/>
                <a:ea typeface="+mn-ea"/>
                <a:cs typeface="+mn-cs"/>
              </a:rPr>
              <a:t>Display-action-response models </a:t>
            </a:r>
            <a:r>
              <a:rPr lang="en-US" sz="1200" b="0" i="0" u="none" strike="noStrike" kern="1200" baseline="0" dirty="0" smtClean="0">
                <a:solidFill>
                  <a:schemeClr val="tx1"/>
                </a:solidFill>
                <a:latin typeface="+mn-lt"/>
                <a:ea typeface="+mn-ea"/>
                <a:cs typeface="+mn-cs"/>
              </a:rPr>
              <a:t>describe the display and behavior requirements of each screen.: </a:t>
            </a:r>
            <a:r>
              <a:rPr lang="en-US" sz="1200" b="0" i="0" u="none" strike="noStrike" kern="1200" baseline="0" dirty="0" err="1" smtClean="0">
                <a:solidFill>
                  <a:schemeClr val="tx1"/>
                </a:solidFill>
                <a:latin typeface="+mn-lt"/>
                <a:ea typeface="+mn-ea"/>
                <a:cs typeface="+mn-cs"/>
              </a:rPr>
              <a:t>Bảng</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phân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cảnh</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và</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các</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nguyên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mẫu</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có</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độ</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trung</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thực</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thấp</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xuất</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hiện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trên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bản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đồ</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hộp</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thoại</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bằng</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cách</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hiển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thị</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những</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gì</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mỗi</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màn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hình</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sẽ</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chứa</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mà</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không</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mô</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tả</a:t>
            </a:r>
            <a:r>
              <a:rPr lang="en-US" sz="1200" b="0" i="0" u="none" strike="noStrike" kern="1200" baseline="0" dirty="0" smtClean="0">
                <a:solidFill>
                  <a:schemeClr val="tx1"/>
                </a:solidFill>
                <a:latin typeface="+mn-lt"/>
                <a:ea typeface="+mn-ea"/>
                <a:cs typeface="+mn-cs"/>
              </a:rPr>
              <a:t> chi </a:t>
            </a:r>
            <a:r>
              <a:rPr lang="en-US" sz="1200" b="0" i="0" u="none" strike="noStrike" kern="1200" baseline="0" dirty="0" err="1" smtClean="0">
                <a:solidFill>
                  <a:schemeClr val="tx1"/>
                </a:solidFill>
                <a:latin typeface="+mn-lt"/>
                <a:ea typeface="+mn-ea"/>
                <a:cs typeface="+mn-cs"/>
              </a:rPr>
              <a:t>tiết</a:t>
            </a:r>
            <a:r>
              <a:rPr lang="en-US" sz="1200" b="0" i="0" u="none" strike="noStrike" kern="1200" baseline="0" dirty="0" smtClean="0">
                <a:solidFill>
                  <a:schemeClr val="tx1"/>
                </a:solidFill>
                <a:latin typeface="+mn-lt"/>
                <a:ea typeface="+mn-ea"/>
                <a:cs typeface="+mn-cs"/>
              </a:rPr>
              <a:t> chính </a:t>
            </a:r>
            <a:r>
              <a:rPr lang="en-US" sz="1200" b="0" i="0" u="none" strike="noStrike" kern="1200" baseline="0" dirty="0" err="1" smtClean="0">
                <a:solidFill>
                  <a:schemeClr val="tx1"/>
                </a:solidFill>
                <a:latin typeface="+mn-lt"/>
                <a:ea typeface="+mn-ea"/>
                <a:cs typeface="+mn-cs"/>
              </a:rPr>
              <a:t>xác</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Các</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mô</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hình</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phản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hồi</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hành</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động</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hiển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thị</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mô</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tả</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các</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yêu</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cầu</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hiển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thị</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và</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hành</a:t>
            </a:r>
            <a:r>
              <a:rPr lang="en-US" sz="1200" b="0" i="0" u="none" strike="noStrike" kern="1200" baseline="0" dirty="0" smtClean="0">
                <a:solidFill>
                  <a:schemeClr val="tx1"/>
                </a:solidFill>
                <a:latin typeface="+mn-lt"/>
                <a:ea typeface="+mn-ea"/>
                <a:cs typeface="+mn-cs"/>
              </a:rPr>
              <a:t> vi </a:t>
            </a:r>
            <a:r>
              <a:rPr lang="en-US" sz="1200" b="0" i="0" u="none" strike="noStrike" kern="1200" baseline="0" dirty="0" err="1" smtClean="0">
                <a:solidFill>
                  <a:schemeClr val="tx1"/>
                </a:solidFill>
                <a:latin typeface="+mn-lt"/>
                <a:ea typeface="+mn-ea"/>
                <a:cs typeface="+mn-cs"/>
              </a:rPr>
              <a:t>của</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từng</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màn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hình</a:t>
            </a:r>
            <a:r>
              <a:rPr lang="en-US" sz="1200" b="0" i="0" u="none" strike="noStrike" kern="1200" baseline="0" dirty="0" smtClean="0">
                <a:solidFill>
                  <a:schemeClr val="tx1"/>
                </a:solidFill>
                <a:latin typeface="+mn-lt"/>
                <a:ea typeface="+mn-ea"/>
                <a:cs typeface="+mn-cs"/>
              </a:rPr>
              <a:t>.</a:t>
            </a:r>
          </a:p>
        </p:txBody>
      </p:sp>
      <p:sp>
        <p:nvSpPr>
          <p:cNvPr id="4" name="Slide Number Placeholder 3"/>
          <p:cNvSpPr>
            <a:spLocks noGrp="1"/>
          </p:cNvSpPr>
          <p:nvPr>
            <p:ph type="sldNum" sz="quarter" idx="10"/>
          </p:nvPr>
        </p:nvSpPr>
        <p:spPr/>
        <p:txBody>
          <a:bodyPr/>
          <a:lstStyle/>
          <a:p>
            <a:fld id="{34243336-8E75-43BB-9271-FB459928A930}" type="slidenum">
              <a:rPr lang="en-US" smtClean="0"/>
              <a:t>12</a:t>
            </a:fld>
            <a:endParaRPr lang="en-US"/>
          </a:p>
        </p:txBody>
      </p:sp>
    </p:spTree>
    <p:extLst>
      <p:ext uri="{BB962C8B-B14F-4D97-AF65-F5344CB8AC3E}">
        <p14:creationId xmlns:p14="http://schemas.microsoft.com/office/powerpoint/2010/main" val="56709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u="none" strike="noStrike" kern="1200" baseline="0" dirty="0" smtClean="0">
                <a:solidFill>
                  <a:schemeClr val="tx1"/>
                </a:solidFill>
                <a:latin typeface="+mn-lt"/>
                <a:ea typeface="+mn-ea"/>
                <a:cs typeface="+mn-cs"/>
              </a:rPr>
              <a:t>identifies the transformational processes of a system, the collections (stores) of data or physical materials that the system manipulates, and the flows of data or material between processes, stores, and the outside world : </a:t>
            </a:r>
            <a:r>
              <a:rPr lang="vi-VN" sz="1200" b="0" i="0" u="none" strike="noStrike" kern="1200" baseline="0" dirty="0" smtClean="0">
                <a:solidFill>
                  <a:schemeClr val="tx1"/>
                </a:solidFill>
                <a:latin typeface="+mn-lt"/>
                <a:ea typeface="+mn-ea"/>
                <a:cs typeface="+mn-cs"/>
              </a:rPr>
              <a:t>DFD xác định các quy trình biến đổi của một hệ thống, các bộ sưu tập (lưu trữ) dữ liệu hoặc vật liệu vật lý mà hệ thống thao tác và các luồng dữ liệu hoặc vật liệu giữa các quy trình, lưu trữ và thế giới bên ngoài</a:t>
            </a:r>
            <a:r>
              <a:rPr lang="en-US" sz="1200" b="0" i="0" u="none" strike="noStrike" kern="1200" baseline="0" dirty="0" smtClean="0">
                <a:solidFill>
                  <a:schemeClr val="tx1"/>
                </a:solidFill>
                <a:latin typeface="+mn-lt"/>
                <a:ea typeface="+mn-ea"/>
                <a:cs typeface="+mn-cs"/>
              </a:rPr>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A DFD gives  context to the functional requirements regarding how the user performs specific tasks.:</a:t>
            </a:r>
            <a:r>
              <a:rPr lang="en-US" baseline="0" dirty="0" smtClean="0"/>
              <a:t> </a:t>
            </a:r>
            <a:r>
              <a:rPr lang="vi-VN" dirty="0" smtClean="0"/>
              <a:t>DFD cung cấp ngữ cảnh cho các yêu cầu chức năng liên quan đến cách người dùng thực hiện các tác vụ cụ thể.</a:t>
            </a:r>
            <a:endParaRPr lang="en-US" dirty="0"/>
          </a:p>
        </p:txBody>
      </p:sp>
      <p:sp>
        <p:nvSpPr>
          <p:cNvPr id="4" name="Slide Number Placeholder 3"/>
          <p:cNvSpPr>
            <a:spLocks noGrp="1"/>
          </p:cNvSpPr>
          <p:nvPr>
            <p:ph type="sldNum" sz="quarter" idx="10"/>
          </p:nvPr>
        </p:nvSpPr>
        <p:spPr/>
        <p:txBody>
          <a:bodyPr/>
          <a:lstStyle/>
          <a:p>
            <a:fld id="{34243336-8E75-43BB-9271-FB459928A930}" type="slidenum">
              <a:rPr lang="en-US" smtClean="0"/>
              <a:t>14</a:t>
            </a:fld>
            <a:endParaRPr lang="en-US"/>
          </a:p>
        </p:txBody>
      </p:sp>
    </p:spTree>
    <p:extLst>
      <p:ext uri="{BB962C8B-B14F-4D97-AF65-F5344CB8AC3E}">
        <p14:creationId xmlns:p14="http://schemas.microsoft.com/office/powerpoint/2010/main" val="1170941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Don’t attempt to imply the processing sequence using the DFD: </a:t>
            </a:r>
            <a:endParaRPr lang="en-US" dirty="0"/>
          </a:p>
        </p:txBody>
      </p:sp>
      <p:sp>
        <p:nvSpPr>
          <p:cNvPr id="4" name="Slide Number Placeholder 3"/>
          <p:cNvSpPr>
            <a:spLocks noGrp="1"/>
          </p:cNvSpPr>
          <p:nvPr>
            <p:ph type="sldNum" sz="quarter" idx="10"/>
          </p:nvPr>
        </p:nvSpPr>
        <p:spPr/>
        <p:txBody>
          <a:bodyPr/>
          <a:lstStyle/>
          <a:p>
            <a:fld id="{34243336-8E75-43BB-9271-FB459928A930}" type="slidenum">
              <a:rPr lang="en-US" smtClean="0"/>
              <a:t>16</a:t>
            </a:fld>
            <a:endParaRPr lang="en-US"/>
          </a:p>
        </p:txBody>
      </p:sp>
    </p:spTree>
    <p:extLst>
      <p:ext uri="{BB962C8B-B14F-4D97-AF65-F5344CB8AC3E}">
        <p14:creationId xmlns:p14="http://schemas.microsoft.com/office/powerpoint/2010/main" val="1954561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Postpone (v): </a:t>
            </a:r>
            <a:r>
              <a:rPr lang="en-US" dirty="0" err="1" smtClean="0"/>
              <a:t>trì</a:t>
            </a:r>
            <a:r>
              <a:rPr lang="en-US" baseline="0" dirty="0" smtClean="0"/>
              <a:t> </a:t>
            </a:r>
            <a:r>
              <a:rPr lang="en-US" baseline="0" dirty="0" err="1" smtClean="0"/>
              <a:t>hoãn</a:t>
            </a:r>
            <a:endParaRPr lang="en-US" baseline="0" dirty="0" smtClean="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34243336-8E75-43BB-9271-FB459928A930}" type="slidenum">
              <a:rPr lang="en-US" smtClean="0"/>
              <a:t>20</a:t>
            </a:fld>
            <a:endParaRPr lang="en-US"/>
          </a:p>
        </p:txBody>
      </p:sp>
    </p:spTree>
    <p:extLst>
      <p:ext uri="{BB962C8B-B14F-4D97-AF65-F5344CB8AC3E}">
        <p14:creationId xmlns:p14="http://schemas.microsoft.com/office/powerpoint/2010/main" val="930926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The difference in how traditional and agile projects perform modeling is related to when the models are created and the level of detail in them.:</a:t>
            </a:r>
            <a:r>
              <a:rPr lang="en-US" baseline="0" dirty="0" smtClean="0"/>
              <a:t> </a:t>
            </a:r>
            <a:r>
              <a:rPr lang="vi-VN" baseline="0" dirty="0" smtClean="0"/>
              <a:t>Sự khác biệt trong cách các dự án truyền thống và </a:t>
            </a:r>
            <a:r>
              <a:rPr lang="en-US" baseline="0" dirty="0" smtClean="0"/>
              <a:t>linh </a:t>
            </a:r>
            <a:r>
              <a:rPr lang="en-US" baseline="0" dirty="0" err="1" smtClean="0"/>
              <a:t>hoạt</a:t>
            </a:r>
            <a:r>
              <a:rPr lang="en-US" baseline="0" dirty="0" smtClean="0"/>
              <a:t> </a:t>
            </a:r>
            <a:r>
              <a:rPr lang="vi-VN" baseline="0" dirty="0" smtClean="0"/>
              <a:t>thực hiện mô hình hóa có liên quan đến thời điểm các mô hình được tạo ra và mức độ chi tiết của chúng.</a:t>
            </a:r>
            <a:endParaRPr lang="en-US" dirty="0" smtClean="0"/>
          </a:p>
          <a:p>
            <a:pPr marL="171450" indent="-171450">
              <a:buFontTx/>
              <a:buChar char="-"/>
            </a:pPr>
            <a:r>
              <a:rPr lang="en-US" dirty="0" smtClean="0"/>
              <a:t>The key point in using analysis models on agile projects—or really, on any project—is to focus on creating only the models you need, only when you need them, and only to the level of detail you need to make sure project stakeholders adequately understand the requirements: </a:t>
            </a:r>
            <a:r>
              <a:rPr lang="en-US" dirty="0" err="1" smtClean="0"/>
              <a:t>Điểm</a:t>
            </a:r>
            <a:r>
              <a:rPr lang="en-US" dirty="0" smtClean="0"/>
              <a:t> </a:t>
            </a:r>
            <a:r>
              <a:rPr lang="en-US" dirty="0" err="1" smtClean="0"/>
              <a:t>mấu</a:t>
            </a:r>
            <a:r>
              <a:rPr lang="en-US" dirty="0" smtClean="0"/>
              <a:t> </a:t>
            </a:r>
            <a:r>
              <a:rPr lang="en-US" dirty="0" err="1" smtClean="0"/>
              <a:t>chốt</a:t>
            </a:r>
            <a:r>
              <a:rPr lang="en-US" dirty="0" smtClean="0"/>
              <a:t> </a:t>
            </a:r>
            <a:r>
              <a:rPr lang="en-US" dirty="0" err="1" smtClean="0"/>
              <a:t>trong</a:t>
            </a:r>
            <a:r>
              <a:rPr lang="en-US" dirty="0" smtClean="0"/>
              <a:t> </a:t>
            </a:r>
            <a:r>
              <a:rPr lang="en-US" dirty="0" err="1" smtClean="0"/>
              <a:t>việc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các</a:t>
            </a:r>
            <a:r>
              <a:rPr lang="en-US" dirty="0" smtClean="0"/>
              <a:t> </a:t>
            </a:r>
            <a:r>
              <a:rPr lang="en-US" dirty="0" err="1" smtClean="0"/>
              <a:t>mô</a:t>
            </a:r>
            <a:r>
              <a:rPr lang="en-US" dirty="0" smtClean="0"/>
              <a:t> </a:t>
            </a:r>
            <a:r>
              <a:rPr lang="en-US" dirty="0" err="1" smtClean="0"/>
              <a:t>hình</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trên</a:t>
            </a:r>
            <a:r>
              <a:rPr lang="en-US" dirty="0" smtClean="0"/>
              <a:t> </a:t>
            </a:r>
            <a:r>
              <a:rPr lang="en-US" dirty="0" err="1" smtClean="0"/>
              <a:t>các</a:t>
            </a:r>
            <a:r>
              <a:rPr lang="en-US" dirty="0" smtClean="0"/>
              <a:t> </a:t>
            </a:r>
            <a:r>
              <a:rPr lang="en-US" dirty="0" err="1" smtClean="0"/>
              <a:t>dự</a:t>
            </a:r>
            <a:r>
              <a:rPr lang="en-US" dirty="0" smtClean="0"/>
              <a:t> </a:t>
            </a:r>
            <a:r>
              <a:rPr lang="en-US" dirty="0" err="1" smtClean="0"/>
              <a:t>án</a:t>
            </a:r>
            <a:r>
              <a:rPr lang="en-US" dirty="0" smtClean="0"/>
              <a:t> linh </a:t>
            </a:r>
            <a:r>
              <a:rPr lang="en-US" dirty="0" err="1" smtClean="0"/>
              <a:t>hoạt</a:t>
            </a:r>
            <a:r>
              <a:rPr lang="en-US" dirty="0" smtClean="0"/>
              <a:t>, hay </a:t>
            </a:r>
            <a:r>
              <a:rPr lang="en-US" dirty="0" err="1" smtClean="0"/>
              <a:t>thực</a:t>
            </a:r>
            <a:r>
              <a:rPr lang="en-US" dirty="0" smtClean="0"/>
              <a:t> </a:t>
            </a:r>
            <a:r>
              <a:rPr lang="en-US" dirty="0" err="1" smtClean="0"/>
              <a:t>tế</a:t>
            </a:r>
            <a:r>
              <a:rPr lang="en-US" dirty="0" smtClean="0"/>
              <a:t>, </a:t>
            </a:r>
            <a:r>
              <a:rPr lang="en-US" dirty="0" err="1" smtClean="0"/>
              <a:t>trên</a:t>
            </a:r>
            <a:r>
              <a:rPr lang="en-US" dirty="0" smtClean="0"/>
              <a:t> </a:t>
            </a:r>
            <a:r>
              <a:rPr lang="en-US" dirty="0" err="1" smtClean="0"/>
              <a:t>bất</a:t>
            </a:r>
            <a:r>
              <a:rPr lang="en-US" dirty="0" smtClean="0"/>
              <a:t> </a:t>
            </a:r>
            <a:r>
              <a:rPr lang="en-US" dirty="0" err="1" smtClean="0"/>
              <a:t>kỳ</a:t>
            </a:r>
            <a:r>
              <a:rPr lang="en-US" dirty="0" smtClean="0"/>
              <a:t> </a:t>
            </a:r>
            <a:r>
              <a:rPr lang="en-US" dirty="0" err="1" smtClean="0"/>
              <a:t>dự</a:t>
            </a:r>
            <a:r>
              <a:rPr lang="en-US" dirty="0" smtClean="0"/>
              <a:t> </a:t>
            </a:r>
            <a:r>
              <a:rPr lang="en-US" dirty="0" err="1" smtClean="0"/>
              <a:t>án</a:t>
            </a:r>
            <a:r>
              <a:rPr lang="en-US" dirty="0" smtClean="0"/>
              <a:t> </a:t>
            </a:r>
            <a:r>
              <a:rPr lang="en-US" dirty="0" err="1" smtClean="0"/>
              <a:t>nào</a:t>
            </a:r>
            <a:r>
              <a:rPr lang="en-US" dirty="0" smtClean="0"/>
              <a:t> </a:t>
            </a:r>
            <a:r>
              <a:rPr lang="en-US" dirty="0" err="1" smtClean="0"/>
              <a:t>là</a:t>
            </a:r>
            <a:r>
              <a:rPr lang="en-US" dirty="0" smtClean="0"/>
              <a:t> </a:t>
            </a:r>
            <a:r>
              <a:rPr lang="en-US" dirty="0" err="1" smtClean="0"/>
              <a:t>tập</a:t>
            </a:r>
            <a:r>
              <a:rPr lang="en-US" dirty="0" smtClean="0"/>
              <a:t> </a:t>
            </a:r>
            <a:r>
              <a:rPr lang="en-US" dirty="0" err="1" smtClean="0"/>
              <a:t>trung</a:t>
            </a:r>
            <a:r>
              <a:rPr lang="en-US" dirty="0" smtClean="0"/>
              <a:t> </a:t>
            </a:r>
            <a:r>
              <a:rPr lang="en-US" dirty="0" err="1" smtClean="0"/>
              <a:t>vào</a:t>
            </a:r>
            <a:r>
              <a:rPr lang="en-US" dirty="0" smtClean="0"/>
              <a:t> </a:t>
            </a:r>
            <a:r>
              <a:rPr lang="en-US" dirty="0" err="1" smtClean="0"/>
              <a:t>việc</a:t>
            </a:r>
            <a:r>
              <a:rPr lang="en-US" dirty="0" smtClean="0"/>
              <a:t> </a:t>
            </a:r>
            <a:r>
              <a:rPr lang="en-US" dirty="0" err="1" smtClean="0"/>
              <a:t>tạo</a:t>
            </a:r>
            <a:r>
              <a:rPr lang="en-US" dirty="0" smtClean="0"/>
              <a:t> </a:t>
            </a:r>
            <a:r>
              <a:rPr lang="en-US" dirty="0" err="1" smtClean="0"/>
              <a:t>ra</a:t>
            </a:r>
            <a:r>
              <a:rPr lang="en-US" dirty="0" smtClean="0"/>
              <a:t> </a:t>
            </a:r>
            <a:r>
              <a:rPr lang="en-US" dirty="0" err="1" smtClean="0"/>
              <a:t>các</a:t>
            </a:r>
            <a:r>
              <a:rPr lang="en-US" dirty="0" smtClean="0"/>
              <a:t> </a:t>
            </a:r>
            <a:r>
              <a:rPr lang="en-US" dirty="0" err="1" smtClean="0"/>
              <a:t>mô</a:t>
            </a:r>
            <a:r>
              <a:rPr lang="en-US" dirty="0" smtClean="0"/>
              <a:t> </a:t>
            </a:r>
            <a:r>
              <a:rPr lang="en-US" dirty="0" err="1" smtClean="0"/>
              <a:t>hình</a:t>
            </a:r>
            <a:r>
              <a:rPr lang="en-US" dirty="0" smtClean="0"/>
              <a:t> </a:t>
            </a:r>
            <a:r>
              <a:rPr lang="en-US" dirty="0" err="1" smtClean="0"/>
              <a:t>bạn</a:t>
            </a:r>
            <a:r>
              <a:rPr lang="en-US" dirty="0" smtClean="0"/>
              <a:t> </a:t>
            </a:r>
            <a:r>
              <a:rPr lang="en-US" dirty="0" err="1" smtClean="0"/>
              <a:t>cần</a:t>
            </a:r>
            <a:r>
              <a:rPr lang="en-US" dirty="0" smtClean="0"/>
              <a:t>, </a:t>
            </a:r>
            <a:r>
              <a:rPr lang="en-US" dirty="0" err="1" smtClean="0"/>
              <a:t>chỉ</a:t>
            </a:r>
            <a:r>
              <a:rPr lang="en-US" dirty="0" smtClean="0"/>
              <a:t> </a:t>
            </a:r>
            <a:r>
              <a:rPr lang="en-US" dirty="0" err="1" smtClean="0"/>
              <a:t>khi</a:t>
            </a:r>
            <a:r>
              <a:rPr lang="en-US" dirty="0" smtClean="0"/>
              <a:t> </a:t>
            </a:r>
            <a:r>
              <a:rPr lang="en-US" dirty="0" err="1" smtClean="0"/>
              <a:t>bạn</a:t>
            </a:r>
            <a:r>
              <a:rPr lang="en-US" dirty="0" smtClean="0"/>
              <a:t> </a:t>
            </a:r>
            <a:r>
              <a:rPr lang="en-US" dirty="0" err="1" smtClean="0"/>
              <a:t>cần</a:t>
            </a:r>
            <a:r>
              <a:rPr lang="en-US" dirty="0" smtClean="0"/>
              <a:t> </a:t>
            </a:r>
            <a:r>
              <a:rPr lang="en-US" dirty="0" err="1" smtClean="0"/>
              <a:t>chúng</a:t>
            </a:r>
            <a:r>
              <a:rPr lang="en-US" dirty="0" smtClean="0"/>
              <a:t> </a:t>
            </a:r>
            <a:r>
              <a:rPr lang="en-US" dirty="0" err="1" smtClean="0"/>
              <a:t>và</a:t>
            </a:r>
            <a:r>
              <a:rPr lang="en-US" dirty="0" smtClean="0"/>
              <a:t> </a:t>
            </a:r>
            <a:r>
              <a:rPr lang="en-US" dirty="0" err="1" smtClean="0"/>
              <a:t>chỉ</a:t>
            </a:r>
            <a:r>
              <a:rPr lang="en-US" dirty="0" smtClean="0"/>
              <a:t> ở </a:t>
            </a:r>
            <a:r>
              <a:rPr lang="en-US" dirty="0" err="1" smtClean="0"/>
              <a:t>mức</a:t>
            </a:r>
            <a:r>
              <a:rPr lang="en-US" dirty="0" smtClean="0"/>
              <a:t> </a:t>
            </a:r>
            <a:r>
              <a:rPr lang="en-US" dirty="0" err="1" smtClean="0"/>
              <a:t>độ</a:t>
            </a:r>
            <a:r>
              <a:rPr lang="en-US" dirty="0" smtClean="0"/>
              <a:t> chi </a:t>
            </a:r>
            <a:r>
              <a:rPr lang="en-US" dirty="0" err="1" smtClean="0"/>
              <a:t>tiết</a:t>
            </a:r>
            <a:r>
              <a:rPr lang="en-US" dirty="0" smtClean="0"/>
              <a:t> </a:t>
            </a:r>
            <a:r>
              <a:rPr lang="en-US" dirty="0" err="1" smtClean="0"/>
              <a:t>bạn</a:t>
            </a:r>
            <a:r>
              <a:rPr lang="en-US" dirty="0" smtClean="0"/>
              <a:t> </a:t>
            </a:r>
            <a:r>
              <a:rPr lang="en-US" dirty="0" err="1" smtClean="0"/>
              <a:t>cần</a:t>
            </a:r>
            <a:r>
              <a:rPr lang="en-US" dirty="0" smtClean="0"/>
              <a:t> </a:t>
            </a:r>
            <a:r>
              <a:rPr lang="en-US" dirty="0" err="1" smtClean="0"/>
              <a:t>đảm</a:t>
            </a:r>
            <a:r>
              <a:rPr lang="en-US" dirty="0" smtClean="0"/>
              <a:t> </a:t>
            </a:r>
            <a:r>
              <a:rPr lang="en-US" dirty="0" err="1" smtClean="0"/>
              <a:t>bảo</a:t>
            </a:r>
            <a:r>
              <a:rPr lang="en-US" dirty="0" smtClean="0"/>
              <a:t> </a:t>
            </a:r>
            <a:r>
              <a:rPr lang="en-US" dirty="0" err="1" smtClean="0"/>
              <a:t>các</a:t>
            </a:r>
            <a:r>
              <a:rPr lang="en-US" dirty="0" smtClean="0"/>
              <a:t> </a:t>
            </a:r>
            <a:r>
              <a:rPr lang="en-US" dirty="0" err="1" smtClean="0"/>
              <a:t>bên</a:t>
            </a:r>
            <a:r>
              <a:rPr lang="en-US" dirty="0" smtClean="0"/>
              <a:t> </a:t>
            </a:r>
            <a:r>
              <a:rPr lang="en-US" dirty="0" err="1" smtClean="0"/>
              <a:t>liên</a:t>
            </a:r>
            <a:r>
              <a:rPr lang="en-US" dirty="0" smtClean="0"/>
              <a:t> </a:t>
            </a:r>
            <a:r>
              <a:rPr lang="en-US" dirty="0" err="1" smtClean="0"/>
              <a:t>quan</a:t>
            </a:r>
            <a:r>
              <a:rPr lang="en-US" dirty="0" smtClean="0"/>
              <a:t> </a:t>
            </a:r>
            <a:r>
              <a:rPr lang="en-US" dirty="0" err="1" smtClean="0"/>
              <a:t>của</a:t>
            </a:r>
            <a:r>
              <a:rPr lang="en-US" dirty="0" smtClean="0"/>
              <a:t> </a:t>
            </a:r>
            <a:r>
              <a:rPr lang="en-US" dirty="0" err="1" smtClean="0"/>
              <a:t>dự</a:t>
            </a:r>
            <a:r>
              <a:rPr lang="en-US" dirty="0" smtClean="0"/>
              <a:t> </a:t>
            </a:r>
            <a:r>
              <a:rPr lang="en-US" dirty="0" err="1" smtClean="0"/>
              <a:t>án</a:t>
            </a:r>
            <a:r>
              <a:rPr lang="en-US" dirty="0" smtClean="0"/>
              <a:t> </a:t>
            </a:r>
            <a:r>
              <a:rPr lang="en-US" dirty="0" err="1" smtClean="0"/>
              <a:t>đầy</a:t>
            </a:r>
            <a:r>
              <a:rPr lang="en-US" dirty="0" smtClean="0"/>
              <a:t> </a:t>
            </a:r>
            <a:r>
              <a:rPr lang="en-US" dirty="0" err="1" smtClean="0"/>
              <a:t>đủ</a:t>
            </a:r>
            <a:r>
              <a:rPr lang="en-US" dirty="0" smtClean="0"/>
              <a:t> </a:t>
            </a:r>
            <a:r>
              <a:rPr lang="en-US" dirty="0" err="1" smtClean="0"/>
              <a:t>hiểu</a:t>
            </a:r>
            <a:r>
              <a:rPr lang="en-US" dirty="0" smtClean="0"/>
              <a:t> </a:t>
            </a:r>
            <a:r>
              <a:rPr lang="en-US" dirty="0" err="1" smtClean="0"/>
              <a:t>các</a:t>
            </a:r>
            <a:r>
              <a:rPr lang="en-US" dirty="0" smtClean="0"/>
              <a:t> </a:t>
            </a:r>
            <a:r>
              <a:rPr lang="en-US" dirty="0" err="1" smtClean="0"/>
              <a:t>yêu</a:t>
            </a:r>
            <a:r>
              <a:rPr lang="en-US" dirty="0" smtClean="0"/>
              <a:t> </a:t>
            </a:r>
            <a:r>
              <a:rPr lang="en-US" dirty="0" err="1" smtClean="0"/>
              <a:t>cầu</a:t>
            </a:r>
            <a:r>
              <a:rPr lang="en-US" dirty="0" smtClean="0"/>
              <a:t>.</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34243336-8E75-43BB-9271-FB459928A930}" type="slidenum">
              <a:rPr lang="en-US" smtClean="0"/>
              <a:t>24</a:t>
            </a:fld>
            <a:endParaRPr lang="en-US"/>
          </a:p>
        </p:txBody>
      </p:sp>
    </p:spTree>
    <p:extLst>
      <p:ext uri="{BB962C8B-B14F-4D97-AF65-F5344CB8AC3E}">
        <p14:creationId xmlns:p14="http://schemas.microsoft.com/office/powerpoint/2010/main" val="373310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25</a:t>
            </a:fld>
            <a:endParaRPr lang="en-US"/>
          </a:p>
        </p:txBody>
      </p:sp>
    </p:spTree>
    <p:extLst>
      <p:ext uri="{BB962C8B-B14F-4D97-AF65-F5344CB8AC3E}">
        <p14:creationId xmlns:p14="http://schemas.microsoft.com/office/powerpoint/2010/main" val="2413852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26</a:t>
            </a:fld>
            <a:endParaRPr lang="en-US"/>
          </a:p>
        </p:txBody>
      </p:sp>
    </p:spTree>
    <p:extLst>
      <p:ext uri="{BB962C8B-B14F-4D97-AF65-F5344CB8AC3E}">
        <p14:creationId xmlns:p14="http://schemas.microsoft.com/office/powerpoint/2010/main" val="1891109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8504407"/>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12: A picture is worth 1024 words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2135366"/>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12: A picture is worth 1024 words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9883766"/>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12: A picture is worth 1024 words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6351113"/>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12: A picture is worth 1024 words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9581851"/>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12: A picture is worth 1024 words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763953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0874" y="4053973"/>
            <a:ext cx="6980776" cy="1945045"/>
          </a:xfrm>
        </p:spPr>
        <p:txBody>
          <a:bodyPr>
            <a:normAutofit/>
          </a:bodyPr>
          <a:lstStyle/>
          <a:p>
            <a:r>
              <a:rPr lang="en-US" sz="2400" dirty="0"/>
              <a:t>CHAPTER </a:t>
            </a:r>
            <a:r>
              <a:rPr lang="en-US" sz="2400" dirty="0" smtClean="0"/>
              <a:t>12</a:t>
            </a:r>
            <a:br>
              <a:rPr lang="en-US" sz="2400" dirty="0" smtClean="0"/>
            </a:br>
            <a:r>
              <a:rPr lang="en-US" dirty="0"/>
              <a:t/>
            </a:r>
            <a:br>
              <a:rPr lang="en-US" dirty="0"/>
            </a:br>
            <a:r>
              <a:rPr lang="en-US" sz="4000" dirty="0"/>
              <a:t>A picture is </a:t>
            </a:r>
            <a:r>
              <a:rPr lang="en-US" sz="4000" dirty="0" smtClean="0"/>
              <a:t>worth 1024 words</a:t>
            </a:r>
            <a:endParaRPr lang="en-US" sz="3600" i="1" dirty="0"/>
          </a:p>
        </p:txBody>
      </p:sp>
    </p:spTree>
    <p:extLst>
      <p:ext uri="{BB962C8B-B14F-4D97-AF65-F5344CB8AC3E}">
        <p14:creationId xmlns:p14="http://schemas.microsoft.com/office/powerpoint/2010/main" val="3990681840"/>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a:t>
            </a:r>
            <a:r>
              <a:rPr lang="en-US" sz="3200" dirty="0" smtClean="0"/>
              <a:t>11</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56533001"/>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40443671"/>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63" y="1308100"/>
            <a:ext cx="8728363" cy="4510257"/>
          </a:xfrm>
        </p:spPr>
        <p:txBody>
          <a:bodyPr>
            <a:normAutofit/>
          </a:bodyPr>
          <a:lstStyle/>
          <a:p>
            <a:r>
              <a:rPr lang="en-US" sz="3200" dirty="0" smtClean="0"/>
              <a:t>After finish this chapter, student should understand the purpose of every type of diagrams, when and how to build them. </a:t>
            </a:r>
          </a:p>
          <a:p>
            <a:r>
              <a:rPr lang="en-US" sz="3200" dirty="0" smtClean="0"/>
              <a:t>Student could choice the plan to model requirements.</a:t>
            </a:r>
            <a:endParaRPr lang="en-US" sz="3200" dirty="0"/>
          </a:p>
        </p:txBody>
      </p:sp>
      <p:sp>
        <p:nvSpPr>
          <p:cNvPr id="2" name="Title 1"/>
          <p:cNvSpPr>
            <a:spLocks noGrp="1"/>
          </p:cNvSpPr>
          <p:nvPr>
            <p:ph type="title"/>
          </p:nvPr>
        </p:nvSpPr>
        <p:spPr/>
        <p:txBody>
          <a:bodyPr/>
          <a:lstStyle/>
          <a:p>
            <a:r>
              <a:rPr lang="en-US" smtClean="0"/>
              <a:t>Objectives</a:t>
            </a:r>
            <a:endParaRPr lang="en-US"/>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4164421005"/>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3782"/>
            <a:ext cx="8589818" cy="5176693"/>
          </a:xfrm>
        </p:spPr>
        <p:txBody>
          <a:bodyPr>
            <a:normAutofit/>
          </a:bodyPr>
          <a:lstStyle/>
          <a:p>
            <a:pPr marL="342900" indent="-342900">
              <a:buFont typeface="+mj-lt"/>
              <a:buAutoNum type="arabicPeriod"/>
            </a:pPr>
            <a:r>
              <a:rPr lang="en-US" dirty="0"/>
              <a:t>A useful of picture in requirements </a:t>
            </a:r>
            <a:r>
              <a:rPr lang="en-US" dirty="0" smtClean="0"/>
              <a:t>representation.</a:t>
            </a:r>
          </a:p>
          <a:p>
            <a:pPr marL="342900" indent="-342900">
              <a:buFont typeface="+mj-lt"/>
              <a:buAutoNum type="arabicPeriod"/>
            </a:pPr>
            <a:r>
              <a:rPr lang="en-US" dirty="0" smtClean="0"/>
              <a:t>Modeling the requirements.</a:t>
            </a:r>
          </a:p>
          <a:p>
            <a:pPr marL="342900" indent="-342900">
              <a:buFont typeface="+mj-lt"/>
              <a:buAutoNum type="arabicPeriod"/>
            </a:pPr>
            <a:r>
              <a:rPr lang="en-US" dirty="0"/>
              <a:t>From voice of the customer to analysis </a:t>
            </a:r>
            <a:r>
              <a:rPr lang="en-US" dirty="0" smtClean="0"/>
              <a:t>models.</a:t>
            </a:r>
            <a:endParaRPr lang="en-US" dirty="0"/>
          </a:p>
          <a:p>
            <a:pPr marL="342900" indent="-342900">
              <a:buFont typeface="+mj-lt"/>
              <a:buAutoNum type="arabicPeriod"/>
            </a:pPr>
            <a:r>
              <a:rPr lang="en-US" dirty="0"/>
              <a:t>Selecting the right </a:t>
            </a:r>
            <a:r>
              <a:rPr lang="en-US" dirty="0" smtClean="0"/>
              <a:t>representations.</a:t>
            </a:r>
            <a:endParaRPr lang="en-US" dirty="0"/>
          </a:p>
          <a:p>
            <a:pPr marL="342900" indent="-342900">
              <a:buFont typeface="+mj-lt"/>
              <a:buAutoNum type="arabicPeriod"/>
            </a:pPr>
            <a:r>
              <a:rPr lang="en-US" dirty="0"/>
              <a:t>Data flow </a:t>
            </a:r>
            <a:r>
              <a:rPr lang="en-US" dirty="0" smtClean="0"/>
              <a:t>diagram.</a:t>
            </a:r>
          </a:p>
          <a:p>
            <a:pPr marL="342900" indent="-342900">
              <a:buFont typeface="+mj-lt"/>
              <a:buAutoNum type="arabicPeriod"/>
            </a:pPr>
            <a:r>
              <a:rPr lang="en-US" dirty="0" err="1" smtClean="0"/>
              <a:t>Swimlane</a:t>
            </a:r>
            <a:r>
              <a:rPr lang="en-US" dirty="0" smtClean="0"/>
              <a:t> diagram.</a:t>
            </a:r>
            <a:endParaRPr lang="en-US" dirty="0"/>
          </a:p>
          <a:p>
            <a:pPr marL="342900" indent="-342900">
              <a:buFont typeface="+mj-lt"/>
              <a:buAutoNum type="arabicPeriod"/>
            </a:pPr>
            <a:r>
              <a:rPr lang="en-US" dirty="0"/>
              <a:t>State-transition diagram and state </a:t>
            </a:r>
            <a:r>
              <a:rPr lang="en-US" dirty="0" smtClean="0"/>
              <a:t>table.</a:t>
            </a:r>
            <a:endParaRPr lang="en-US" dirty="0"/>
          </a:p>
          <a:p>
            <a:pPr marL="342900" indent="-342900">
              <a:buFont typeface="+mj-lt"/>
              <a:buAutoNum type="arabicPeriod"/>
            </a:pPr>
            <a:r>
              <a:rPr lang="en-US" dirty="0" smtClean="0"/>
              <a:t>Decision </a:t>
            </a:r>
            <a:r>
              <a:rPr lang="en-US" dirty="0"/>
              <a:t>tables and decision </a:t>
            </a:r>
            <a:r>
              <a:rPr lang="en-US" dirty="0" smtClean="0"/>
              <a:t>trees.</a:t>
            </a:r>
            <a:endParaRPr lang="en-US" dirty="0"/>
          </a:p>
          <a:p>
            <a:pPr marL="342900" indent="-342900">
              <a:buFont typeface="+mj-lt"/>
              <a:buAutoNum type="arabicPeriod"/>
            </a:pPr>
            <a:r>
              <a:rPr lang="en-US" dirty="0" smtClean="0"/>
              <a:t>Modeling </a:t>
            </a:r>
            <a:r>
              <a:rPr lang="en-US" dirty="0"/>
              <a:t>on agile </a:t>
            </a:r>
            <a:r>
              <a:rPr lang="en-US" dirty="0" smtClean="0"/>
              <a:t>projects.</a:t>
            </a:r>
            <a:endParaRPr lang="en-US" dirty="0"/>
          </a:p>
          <a:p>
            <a:pPr marL="342900" indent="-342900">
              <a:buFont typeface="+mj-lt"/>
              <a:buAutoNum type="arabicPeriod"/>
            </a:pPr>
            <a:endParaRPr lang="en-US" dirty="0" smtClean="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p:txBody>
      </p:sp>
      <p:sp>
        <p:nvSpPr>
          <p:cNvPr id="2" name="Title 1"/>
          <p:cNvSpPr>
            <a:spLocks noGrp="1"/>
          </p:cNvSpPr>
          <p:nvPr>
            <p:ph type="title"/>
          </p:nvPr>
        </p:nvSpPr>
        <p:spPr>
          <a:xfrm>
            <a:off x="3853114" y="0"/>
            <a:ext cx="5290886" cy="1032060"/>
          </a:xfrm>
        </p:spPr>
        <p:txBody>
          <a:bodyPr>
            <a:noAutofit/>
          </a:bodyPr>
          <a:lstStyle/>
          <a:p>
            <a:r>
              <a:rPr lang="en-US" sz="3200" dirty="0" smtClean="0"/>
              <a:t/>
            </a:r>
            <a:br>
              <a:rPr lang="en-US" sz="3200" dirty="0" smtClean="0"/>
            </a:br>
            <a:r>
              <a:rPr lang="en-US" sz="3200" dirty="0" smtClean="0"/>
              <a:t>Contents</a:t>
            </a:r>
            <a:br>
              <a:rPr lang="en-US" sz="3200" dirty="0" smtClean="0"/>
            </a:b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2005952506"/>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2050065"/>
          </a:xfrm>
        </p:spPr>
        <p:txBody>
          <a:bodyPr/>
          <a:lstStyle/>
          <a:p>
            <a:r>
              <a:rPr lang="en-US" dirty="0" smtClean="0"/>
              <a:t>Diagrams </a:t>
            </a:r>
            <a:r>
              <a:rPr lang="en-US" dirty="0"/>
              <a:t>communicate certain types of information more efficiently than text can. </a:t>
            </a:r>
            <a:endParaRPr lang="en-US" dirty="0" smtClean="0"/>
          </a:p>
          <a:p>
            <a:r>
              <a:rPr lang="en-US" dirty="0" smtClean="0"/>
              <a:t>Pictures </a:t>
            </a:r>
            <a:r>
              <a:rPr lang="en-US" dirty="0"/>
              <a:t>help </a:t>
            </a:r>
            <a:r>
              <a:rPr lang="en-US" dirty="0" smtClean="0"/>
              <a:t>bridge </a:t>
            </a:r>
            <a:r>
              <a:rPr lang="en-US" sz="2000" dirty="0" smtClean="0"/>
              <a:t>(</a:t>
            </a:r>
            <a:r>
              <a:rPr lang="en-US" sz="2000" dirty="0" err="1" smtClean="0"/>
              <a:t>thu</a:t>
            </a:r>
            <a:r>
              <a:rPr lang="en-US" sz="2000" dirty="0" smtClean="0"/>
              <a:t> </a:t>
            </a:r>
            <a:r>
              <a:rPr lang="en-US" sz="2000" dirty="0" err="1" smtClean="0"/>
              <a:t>hẹp</a:t>
            </a:r>
            <a:r>
              <a:rPr lang="en-US" sz="2000" dirty="0" smtClean="0"/>
              <a:t>)</a:t>
            </a:r>
            <a:r>
              <a:rPr lang="en-US" dirty="0" smtClean="0"/>
              <a:t> </a:t>
            </a:r>
            <a:r>
              <a:rPr lang="en-US" dirty="0"/>
              <a:t>language and vocabulary barriers among team </a:t>
            </a:r>
            <a:r>
              <a:rPr lang="en-US" dirty="0" smtClean="0"/>
              <a:t>members.</a:t>
            </a:r>
            <a:endParaRPr lang="en-US" dirty="0"/>
          </a:p>
        </p:txBody>
      </p:sp>
      <p:sp>
        <p:nvSpPr>
          <p:cNvPr id="2" name="Title 1"/>
          <p:cNvSpPr>
            <a:spLocks noGrp="1"/>
          </p:cNvSpPr>
          <p:nvPr>
            <p:ph type="title"/>
          </p:nvPr>
        </p:nvSpPr>
        <p:spPr>
          <a:xfrm>
            <a:off x="2819400" y="144463"/>
            <a:ext cx="6324600" cy="914399"/>
          </a:xfrm>
        </p:spPr>
        <p:txBody>
          <a:bodyPr>
            <a:noAutofit/>
          </a:bodyPr>
          <a:lstStyle/>
          <a:p>
            <a:r>
              <a:rPr lang="en-US" sz="3200" dirty="0"/>
              <a:t>A useful of picture in requirements </a:t>
            </a:r>
            <a:r>
              <a:rPr lang="en-US" sz="3200" dirty="0" smtClean="0"/>
              <a:t>representation</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pic>
        <p:nvPicPr>
          <p:cNvPr id="6" name="Picture 5"/>
          <p:cNvPicPr>
            <a:picLocks noChangeAspect="1"/>
          </p:cNvPicPr>
          <p:nvPr/>
        </p:nvPicPr>
        <p:blipFill>
          <a:blip r:embed="rId3"/>
          <a:stretch>
            <a:fillRect/>
          </a:stretch>
        </p:blipFill>
        <p:spPr>
          <a:xfrm>
            <a:off x="4782209" y="3018971"/>
            <a:ext cx="4361791" cy="3167516"/>
          </a:xfrm>
          <a:prstGeom prst="rect">
            <a:avLst/>
          </a:prstGeom>
        </p:spPr>
      </p:pic>
      <p:sp>
        <p:nvSpPr>
          <p:cNvPr id="7" name="Content Placeholder 2"/>
          <p:cNvSpPr txBox="1">
            <a:spLocks/>
          </p:cNvSpPr>
          <p:nvPr/>
        </p:nvSpPr>
        <p:spPr bwMode="auto">
          <a:xfrm>
            <a:off x="228601" y="3193065"/>
            <a:ext cx="4154714" cy="2801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FontTx/>
              <a:buBlip>
                <a:blip r:embed="rId4"/>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5"/>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6"/>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There are many different diagrams and modeling techniques to choose from to create visual representations of the requirements. </a:t>
            </a:r>
          </a:p>
        </p:txBody>
      </p:sp>
    </p:spTree>
    <p:extLst>
      <p:ext uri="{BB962C8B-B14F-4D97-AF65-F5344CB8AC3E}">
        <p14:creationId xmlns:p14="http://schemas.microsoft.com/office/powerpoint/2010/main" val="1162837504"/>
      </p:ext>
    </p:extLst>
  </p:cSld>
  <p:clrMapOvr>
    <a:masterClrMapping/>
  </p:clrMapOvr>
  <p:transition>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860971" cy="1582057"/>
          </a:xfrm>
        </p:spPr>
        <p:txBody>
          <a:bodyPr/>
          <a:lstStyle/>
          <a:p>
            <a:r>
              <a:rPr lang="en-US" dirty="0"/>
              <a:t>Visual requirements models can help you identify missing, </a:t>
            </a:r>
            <a:r>
              <a:rPr lang="en-US" dirty="0" smtClean="0"/>
              <a:t>extraneous </a:t>
            </a:r>
            <a:r>
              <a:rPr lang="en-US" sz="1800" dirty="0" smtClean="0"/>
              <a:t>(</a:t>
            </a:r>
            <a:r>
              <a:rPr lang="en-US" sz="1800" dirty="0" err="1" smtClean="0"/>
              <a:t>ko</a:t>
            </a:r>
            <a:r>
              <a:rPr lang="en-US" sz="1800" dirty="0" smtClean="0"/>
              <a:t> </a:t>
            </a:r>
            <a:r>
              <a:rPr lang="en-US" sz="1800" dirty="0" err="1" smtClean="0"/>
              <a:t>liên</a:t>
            </a:r>
            <a:r>
              <a:rPr lang="en-US" sz="1800" dirty="0" smtClean="0"/>
              <a:t> </a:t>
            </a:r>
            <a:r>
              <a:rPr lang="en-US" sz="1800" dirty="0" err="1" smtClean="0"/>
              <a:t>quan</a:t>
            </a:r>
            <a:r>
              <a:rPr lang="en-US" sz="1800" dirty="0" smtClean="0"/>
              <a:t>)</a:t>
            </a:r>
            <a:r>
              <a:rPr lang="en-US" dirty="0" smtClean="0"/>
              <a:t>, </a:t>
            </a:r>
            <a:r>
              <a:rPr lang="en-US" dirty="0"/>
              <a:t>and inconsistent  requirements</a:t>
            </a:r>
            <a:r>
              <a:rPr lang="en-US" dirty="0" smtClean="0"/>
              <a:t>.</a:t>
            </a:r>
          </a:p>
        </p:txBody>
      </p:sp>
      <p:sp>
        <p:nvSpPr>
          <p:cNvPr id="2" name="Title 1"/>
          <p:cNvSpPr>
            <a:spLocks noGrp="1"/>
          </p:cNvSpPr>
          <p:nvPr>
            <p:ph type="title"/>
          </p:nvPr>
        </p:nvSpPr>
        <p:spPr>
          <a:xfrm>
            <a:off x="2819400" y="27105"/>
            <a:ext cx="6324600" cy="1115895"/>
          </a:xfrm>
        </p:spPr>
        <p:txBody>
          <a:bodyPr>
            <a:normAutofit/>
          </a:bodyPr>
          <a:lstStyle/>
          <a:p>
            <a:r>
              <a:rPr lang="en-US" sz="3200" dirty="0"/>
              <a:t>Modeling the </a:t>
            </a:r>
            <a:r>
              <a:rPr lang="en-US" sz="3200" dirty="0" smtClean="0"/>
              <a:t>requirements</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pic>
        <p:nvPicPr>
          <p:cNvPr id="7" name="Picture 6"/>
          <p:cNvPicPr>
            <a:picLocks noChangeAspect="1"/>
          </p:cNvPicPr>
          <p:nvPr/>
        </p:nvPicPr>
        <p:blipFill>
          <a:blip r:embed="rId3"/>
          <a:stretch>
            <a:fillRect/>
          </a:stretch>
        </p:blipFill>
        <p:spPr>
          <a:xfrm>
            <a:off x="5107214" y="2896962"/>
            <a:ext cx="3810000" cy="2409825"/>
          </a:xfrm>
          <a:prstGeom prst="rect">
            <a:avLst/>
          </a:prstGeom>
        </p:spPr>
      </p:pic>
      <p:sp>
        <p:nvSpPr>
          <p:cNvPr id="8" name="Content Placeholder 2"/>
          <p:cNvSpPr txBox="1">
            <a:spLocks/>
          </p:cNvSpPr>
          <p:nvPr/>
        </p:nvSpPr>
        <p:spPr bwMode="auto">
          <a:xfrm>
            <a:off x="228600" y="2544761"/>
            <a:ext cx="4706258" cy="3623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FontTx/>
              <a:buBlip>
                <a:blip r:embed="rId4"/>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5"/>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6"/>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Given the limitations </a:t>
            </a:r>
            <a:r>
              <a:rPr lang="en-US" sz="1800" dirty="0" smtClean="0"/>
              <a:t>(</a:t>
            </a:r>
            <a:r>
              <a:rPr lang="en-US" sz="1800" dirty="0" err="1" smtClean="0"/>
              <a:t>với</a:t>
            </a:r>
            <a:r>
              <a:rPr lang="en-US" sz="1800" dirty="0" smtClean="0"/>
              <a:t> </a:t>
            </a:r>
            <a:r>
              <a:rPr lang="en-US" sz="1800" dirty="0" err="1" smtClean="0"/>
              <a:t>sự</a:t>
            </a:r>
            <a:r>
              <a:rPr lang="en-US" sz="1800" dirty="0" smtClean="0"/>
              <a:t> </a:t>
            </a:r>
            <a:r>
              <a:rPr lang="en-US" sz="1800" dirty="0" err="1" smtClean="0"/>
              <a:t>hạn</a:t>
            </a:r>
            <a:r>
              <a:rPr lang="en-US" sz="1800" dirty="0" smtClean="0"/>
              <a:t> </a:t>
            </a:r>
            <a:r>
              <a:rPr lang="en-US" sz="1800" dirty="0" err="1" smtClean="0"/>
              <a:t>chế</a:t>
            </a:r>
            <a:r>
              <a:rPr lang="en-US" sz="1800" dirty="0" smtClean="0"/>
              <a:t>)</a:t>
            </a:r>
            <a:r>
              <a:rPr lang="en-US" dirty="0" smtClean="0"/>
              <a:t> of human short-term memory, analyzing a list of one thousand requirements for inconsistencies, duplication, and extraneous requirements is nearly impossible.</a:t>
            </a:r>
            <a:endParaRPr lang="en-US" dirty="0"/>
          </a:p>
        </p:txBody>
      </p:sp>
      <p:sp>
        <p:nvSpPr>
          <p:cNvPr id="9" name="TextBox 8"/>
          <p:cNvSpPr txBox="1"/>
          <p:nvPr/>
        </p:nvSpPr>
        <p:spPr>
          <a:xfrm>
            <a:off x="5765967" y="5462236"/>
            <a:ext cx="2726772" cy="369332"/>
          </a:xfrm>
          <a:prstGeom prst="rect">
            <a:avLst/>
          </a:prstGeom>
          <a:noFill/>
        </p:spPr>
        <p:txBody>
          <a:bodyPr wrap="none" rtlCol="0">
            <a:spAutoFit/>
          </a:bodyPr>
          <a:lstStyle/>
          <a:p>
            <a:r>
              <a:rPr lang="en-US" i="1" dirty="0" err="1" smtClean="0"/>
              <a:t>Swimlane</a:t>
            </a:r>
            <a:r>
              <a:rPr lang="en-US" i="1" dirty="0" smtClean="0"/>
              <a:t> diagrams sample</a:t>
            </a:r>
            <a:endParaRPr lang="en-US" i="1" dirty="0"/>
          </a:p>
        </p:txBody>
      </p:sp>
    </p:spTree>
    <p:extLst>
      <p:ext uri="{BB962C8B-B14F-4D97-AF65-F5344CB8AC3E}">
        <p14:creationId xmlns:p14="http://schemas.microsoft.com/office/powerpoint/2010/main" val="625179021"/>
      </p:ext>
    </p:extLst>
  </p:cSld>
  <p:clrMapOvr>
    <a:masterClrMapping/>
  </p:clrMapOvr>
  <p:transition>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10000"/>
          </a:bodyPr>
          <a:lstStyle/>
          <a:p>
            <a:r>
              <a:rPr lang="en-US" dirty="0"/>
              <a:t>Visual requirements models described in this book include:</a:t>
            </a:r>
          </a:p>
          <a:p>
            <a:pPr lvl="1"/>
            <a:r>
              <a:rPr lang="en-US" dirty="0"/>
              <a:t>Data flow diagrams (DFDs</a:t>
            </a:r>
            <a:r>
              <a:rPr lang="en-US" dirty="0" smtClean="0"/>
              <a:t>).</a:t>
            </a:r>
            <a:endParaRPr lang="en-US" dirty="0"/>
          </a:p>
          <a:p>
            <a:pPr lvl="1"/>
            <a:r>
              <a:rPr lang="en-US" dirty="0"/>
              <a:t>Process flow diagrams such as </a:t>
            </a:r>
            <a:r>
              <a:rPr lang="en-US" dirty="0" err="1"/>
              <a:t>swimlane</a:t>
            </a:r>
            <a:r>
              <a:rPr lang="en-US" dirty="0"/>
              <a:t> </a:t>
            </a:r>
            <a:r>
              <a:rPr lang="en-US" dirty="0" smtClean="0"/>
              <a:t>diagrams </a:t>
            </a:r>
            <a:r>
              <a:rPr lang="en-US" sz="1900" dirty="0" smtClean="0"/>
              <a:t>(</a:t>
            </a:r>
            <a:r>
              <a:rPr lang="en-US" sz="1900" dirty="0" err="1" smtClean="0"/>
              <a:t>Sơ</a:t>
            </a:r>
            <a:r>
              <a:rPr lang="en-US" sz="1900" dirty="0" smtClean="0"/>
              <a:t> </a:t>
            </a:r>
            <a:r>
              <a:rPr lang="en-US" sz="1900" dirty="0" err="1" smtClean="0"/>
              <a:t>đồ</a:t>
            </a:r>
            <a:r>
              <a:rPr lang="en-US" sz="1900" dirty="0" smtClean="0"/>
              <a:t> </a:t>
            </a:r>
            <a:r>
              <a:rPr lang="en-US" sz="1900" dirty="0" err="1" smtClean="0"/>
              <a:t>bơi</a:t>
            </a:r>
            <a:r>
              <a:rPr lang="en-US" sz="1900" dirty="0" smtClean="0"/>
              <a:t>).</a:t>
            </a:r>
            <a:endParaRPr lang="en-US" dirty="0"/>
          </a:p>
          <a:p>
            <a:pPr lvl="1"/>
            <a:r>
              <a:rPr lang="en-US" dirty="0"/>
              <a:t>State-transition diagrams (STDs) and state tables</a:t>
            </a:r>
          </a:p>
          <a:p>
            <a:pPr lvl="1"/>
            <a:r>
              <a:rPr lang="en-US" dirty="0"/>
              <a:t>Dialog </a:t>
            </a:r>
            <a:r>
              <a:rPr lang="en-US" dirty="0" smtClean="0"/>
              <a:t>maps.</a:t>
            </a:r>
            <a:endParaRPr lang="en-US" dirty="0"/>
          </a:p>
          <a:p>
            <a:pPr lvl="1"/>
            <a:r>
              <a:rPr lang="en-US" dirty="0"/>
              <a:t>Decision tables and decision </a:t>
            </a:r>
            <a:r>
              <a:rPr lang="en-US" dirty="0" smtClean="0"/>
              <a:t>trees.</a:t>
            </a:r>
            <a:endParaRPr lang="en-US" dirty="0"/>
          </a:p>
          <a:p>
            <a:pPr lvl="1"/>
            <a:r>
              <a:rPr lang="en-US" dirty="0"/>
              <a:t>Event-response </a:t>
            </a:r>
            <a:r>
              <a:rPr lang="en-US" dirty="0" smtClean="0"/>
              <a:t>tables.</a:t>
            </a:r>
            <a:endParaRPr lang="en-US" dirty="0"/>
          </a:p>
          <a:p>
            <a:pPr lvl="1"/>
            <a:r>
              <a:rPr lang="en-US" dirty="0"/>
              <a:t>Feature trees (discussed in Chapter 5, “Establishing the business requirements</a:t>
            </a:r>
            <a:r>
              <a:rPr lang="en-US" dirty="0" smtClean="0"/>
              <a:t>”).</a:t>
            </a:r>
            <a:endParaRPr lang="en-US" dirty="0"/>
          </a:p>
          <a:p>
            <a:pPr lvl="1"/>
            <a:r>
              <a:rPr lang="en-US" dirty="0"/>
              <a:t>Use case diagrams (discussed in Chapter 8, “Understanding user requirements</a:t>
            </a:r>
            <a:r>
              <a:rPr lang="en-US" dirty="0" smtClean="0"/>
              <a:t>”).</a:t>
            </a:r>
            <a:endParaRPr lang="en-US" dirty="0"/>
          </a:p>
          <a:p>
            <a:pPr lvl="1"/>
            <a:r>
              <a:rPr lang="en-US" dirty="0"/>
              <a:t>Activity diagrams (also discussed in Chapter 8</a:t>
            </a:r>
            <a:r>
              <a:rPr lang="en-US" dirty="0" smtClean="0"/>
              <a:t>).</a:t>
            </a:r>
            <a:endParaRPr lang="en-US" dirty="0"/>
          </a:p>
          <a:p>
            <a:pPr lvl="1"/>
            <a:r>
              <a:rPr lang="en-US" dirty="0"/>
              <a:t>Entity-relationship diagrams (ERDs) (discussed in Chapter 13, “Specifying data requirements</a:t>
            </a:r>
            <a:r>
              <a:rPr lang="en-US" dirty="0" smtClean="0"/>
              <a:t>”).</a:t>
            </a:r>
            <a:endParaRPr lang="en-US" dirty="0"/>
          </a:p>
        </p:txBody>
      </p:sp>
      <p:sp>
        <p:nvSpPr>
          <p:cNvPr id="2" name="Title 1"/>
          <p:cNvSpPr>
            <a:spLocks noGrp="1"/>
          </p:cNvSpPr>
          <p:nvPr>
            <p:ph type="title"/>
          </p:nvPr>
        </p:nvSpPr>
        <p:spPr>
          <a:xfrm>
            <a:off x="2819400" y="27105"/>
            <a:ext cx="6324600" cy="1115895"/>
          </a:xfrm>
        </p:spPr>
        <p:txBody>
          <a:bodyPr>
            <a:normAutofit/>
          </a:bodyPr>
          <a:lstStyle/>
          <a:p>
            <a:r>
              <a:rPr lang="en-US" sz="3200" dirty="0"/>
              <a:t>Modeling the </a:t>
            </a:r>
            <a:r>
              <a:rPr lang="en-US" sz="3200" dirty="0" smtClean="0"/>
              <a:t>requirements</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239294454"/>
      </p:ext>
    </p:extLst>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686" y="1266825"/>
            <a:ext cx="8810171" cy="1273175"/>
          </a:xfrm>
        </p:spPr>
        <p:txBody>
          <a:bodyPr>
            <a:normAutofit lnSpcReduction="10000"/>
          </a:bodyPr>
          <a:lstStyle/>
          <a:p>
            <a:r>
              <a:rPr lang="en-US" dirty="0"/>
              <a:t>By listening carefully to how customers present their requirements, the </a:t>
            </a:r>
            <a:r>
              <a:rPr lang="en-US" dirty="0" smtClean="0"/>
              <a:t>BA can </a:t>
            </a:r>
            <a:r>
              <a:rPr lang="en-US" dirty="0"/>
              <a:t>pick out keywords that translate into specific model elements. </a:t>
            </a:r>
          </a:p>
        </p:txBody>
      </p:sp>
      <p:sp>
        <p:nvSpPr>
          <p:cNvPr id="2" name="Title 1"/>
          <p:cNvSpPr>
            <a:spLocks noGrp="1"/>
          </p:cNvSpPr>
          <p:nvPr>
            <p:ph type="title"/>
          </p:nvPr>
        </p:nvSpPr>
        <p:spPr>
          <a:xfrm>
            <a:off x="2819400" y="27105"/>
            <a:ext cx="6324600" cy="1122245"/>
          </a:xfrm>
        </p:spPr>
        <p:txBody>
          <a:bodyPr>
            <a:normAutofit/>
          </a:bodyPr>
          <a:lstStyle/>
          <a:p>
            <a:r>
              <a:rPr lang="en-US" sz="3200" dirty="0"/>
              <a:t>From voice of the customer to analysis </a:t>
            </a:r>
            <a:r>
              <a:rPr lang="en-US" sz="3200" dirty="0" smtClean="0"/>
              <a:t>models</a:t>
            </a:r>
            <a:endParaRPr lang="en-US" sz="3200" dirty="0"/>
          </a:p>
        </p:txBody>
      </p:sp>
      <p:pic>
        <p:nvPicPr>
          <p:cNvPr id="4" name="Picture 3"/>
          <p:cNvPicPr>
            <a:picLocks noChangeAspect="1"/>
          </p:cNvPicPr>
          <p:nvPr/>
        </p:nvPicPr>
        <p:blipFill>
          <a:blip r:embed="rId3"/>
          <a:stretch>
            <a:fillRect/>
          </a:stretch>
        </p:blipFill>
        <p:spPr>
          <a:xfrm>
            <a:off x="725714" y="2640333"/>
            <a:ext cx="8273143" cy="3700142"/>
          </a:xfrm>
          <a:prstGeom prst="rect">
            <a:avLst/>
          </a:prstGeom>
        </p:spPr>
      </p:pic>
      <p:sp>
        <p:nvSpPr>
          <p:cNvPr id="5" name="Footer Placeholder 4"/>
          <p:cNvSpPr>
            <a:spLocks noGrp="1"/>
          </p:cNvSpPr>
          <p:nvPr>
            <p:ph type="ftr" sz="quarter" idx="10"/>
          </p:nvPr>
        </p:nvSpPr>
        <p:spPr/>
        <p:txBody>
          <a:bodyPr/>
          <a:lstStyle/>
          <a:p>
            <a:pPr>
              <a:defRPr/>
            </a:pPr>
            <a:r>
              <a:rPr lang="en-US" smtClean="0"/>
              <a:t>Chapter 12: A picture is worth 1024 words _ 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686214883"/>
      </p:ext>
    </p:extLst>
  </p:cSld>
  <p:clrMapOvr>
    <a:masterClrMapping/>
  </p:clrMapOvr>
  <p:transition>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686" y="1266825"/>
            <a:ext cx="8810171" cy="1273175"/>
          </a:xfrm>
        </p:spPr>
        <p:txBody>
          <a:bodyPr>
            <a:normAutofit fontScale="85000" lnSpcReduction="10000"/>
          </a:bodyPr>
          <a:lstStyle/>
          <a:p>
            <a:r>
              <a:rPr lang="en-US" dirty="0" smtClean="0"/>
              <a:t>EX: </a:t>
            </a:r>
            <a:r>
              <a:rPr lang="en-US" dirty="0"/>
              <a:t>Significant unique nouns are highlighted in </a:t>
            </a:r>
            <a:r>
              <a:rPr lang="en-US" b="1" dirty="0"/>
              <a:t>bold, </a:t>
            </a:r>
            <a:r>
              <a:rPr lang="en-US" dirty="0"/>
              <a:t>verbs are in </a:t>
            </a:r>
            <a:r>
              <a:rPr lang="en-US" i="1" dirty="0"/>
              <a:t>italics</a:t>
            </a:r>
            <a:r>
              <a:rPr lang="en-US" dirty="0"/>
              <a:t>, and conditional statements are in </a:t>
            </a:r>
            <a:r>
              <a:rPr lang="en-US" b="1" i="1" dirty="0"/>
              <a:t>bold italics</a:t>
            </a:r>
            <a:r>
              <a:rPr lang="en-US" dirty="0"/>
              <a:t>; look for these keywords in the analysis models shown later in this chapter.</a:t>
            </a:r>
            <a:r>
              <a:rPr lang="en-US" dirty="0" smtClean="0"/>
              <a:t> </a:t>
            </a:r>
            <a:endParaRPr lang="en-US" dirty="0"/>
          </a:p>
        </p:txBody>
      </p:sp>
      <p:sp>
        <p:nvSpPr>
          <p:cNvPr id="2" name="Title 1"/>
          <p:cNvSpPr>
            <a:spLocks noGrp="1"/>
          </p:cNvSpPr>
          <p:nvPr>
            <p:ph type="title"/>
          </p:nvPr>
        </p:nvSpPr>
        <p:spPr>
          <a:xfrm>
            <a:off x="2819400" y="27105"/>
            <a:ext cx="6324600" cy="1122245"/>
          </a:xfrm>
        </p:spPr>
        <p:txBody>
          <a:bodyPr>
            <a:normAutofit/>
          </a:bodyPr>
          <a:lstStyle/>
          <a:p>
            <a:r>
              <a:rPr lang="en-US" sz="3200" dirty="0"/>
              <a:t>From voice of the customer to analysis </a:t>
            </a:r>
            <a:r>
              <a:rPr lang="en-US" sz="3200" dirty="0" smtClean="0"/>
              <a:t>models</a:t>
            </a:r>
            <a:endParaRPr lang="en-US" sz="3200" dirty="0"/>
          </a:p>
        </p:txBody>
      </p:sp>
      <p:sp>
        <p:nvSpPr>
          <p:cNvPr id="5" name="Footer Placeholder 4"/>
          <p:cNvSpPr>
            <a:spLocks noGrp="1"/>
          </p:cNvSpPr>
          <p:nvPr>
            <p:ph type="ftr" sz="quarter" idx="10"/>
          </p:nvPr>
        </p:nvSpPr>
        <p:spPr/>
        <p:txBody>
          <a:bodyPr/>
          <a:lstStyle/>
          <a:p>
            <a:pPr>
              <a:defRPr/>
            </a:pPr>
            <a:r>
              <a:rPr lang="en-US" smtClean="0"/>
              <a:t>Chapter 12: A picture is worth 1024 words _ 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pic>
        <p:nvPicPr>
          <p:cNvPr id="7" name="Picture 6"/>
          <p:cNvPicPr>
            <a:picLocks noChangeAspect="1"/>
          </p:cNvPicPr>
          <p:nvPr/>
        </p:nvPicPr>
        <p:blipFill>
          <a:blip r:embed="rId3"/>
          <a:stretch>
            <a:fillRect/>
          </a:stretch>
        </p:blipFill>
        <p:spPr>
          <a:xfrm>
            <a:off x="532724" y="2657475"/>
            <a:ext cx="8184525" cy="3554639"/>
          </a:xfrm>
          <a:prstGeom prst="rect">
            <a:avLst/>
          </a:prstGeom>
        </p:spPr>
      </p:pic>
    </p:spTree>
    <p:extLst>
      <p:ext uri="{BB962C8B-B14F-4D97-AF65-F5344CB8AC3E}">
        <p14:creationId xmlns:p14="http://schemas.microsoft.com/office/powerpoint/2010/main" val="3626658212"/>
      </p:ext>
    </p:extLst>
  </p:cSld>
  <p:clrMapOvr>
    <a:masterClrMapping/>
  </p:clrMapOvr>
  <p:transition>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686" y="1149351"/>
            <a:ext cx="8810171" cy="5048250"/>
          </a:xfrm>
        </p:spPr>
        <p:txBody>
          <a:bodyPr>
            <a:normAutofit/>
          </a:bodyPr>
          <a:lstStyle/>
          <a:p>
            <a:r>
              <a:rPr lang="en-US" dirty="0"/>
              <a:t>Rarely does a team need to create a complete set of analysis models for an entire system. </a:t>
            </a:r>
            <a:endParaRPr lang="en-US" dirty="0" smtClean="0"/>
          </a:p>
          <a:p>
            <a:r>
              <a:rPr lang="en-US" dirty="0" smtClean="0"/>
              <a:t>Focus </a:t>
            </a:r>
            <a:r>
              <a:rPr lang="en-US" dirty="0"/>
              <a:t>your modeling on the most complex and riskiest portions of the system and on those portions most subject to ambiguity or uncertainty. </a:t>
            </a:r>
            <a:endParaRPr lang="en-US" dirty="0" smtClean="0"/>
          </a:p>
          <a:p>
            <a:r>
              <a:rPr lang="en-US" dirty="0" smtClean="0"/>
              <a:t>Safety-critical</a:t>
            </a:r>
            <a:r>
              <a:rPr lang="en-US" dirty="0"/>
              <a:t>, security-critical, and mission-critical system elements are good </a:t>
            </a:r>
            <a:r>
              <a:rPr lang="en-US" dirty="0" smtClean="0"/>
              <a:t>candidates </a:t>
            </a:r>
            <a:r>
              <a:rPr lang="en-US" sz="1800" dirty="0" smtClean="0"/>
              <a:t>(</a:t>
            </a:r>
            <a:r>
              <a:rPr lang="en-US" sz="1800" dirty="0" err="1" smtClean="0"/>
              <a:t>những</a:t>
            </a:r>
            <a:r>
              <a:rPr lang="en-US" sz="1800" dirty="0" smtClean="0"/>
              <a:t> </a:t>
            </a:r>
            <a:r>
              <a:rPr lang="en-US" sz="1800" dirty="0" err="1" smtClean="0"/>
              <a:t>ứng</a:t>
            </a:r>
            <a:r>
              <a:rPr lang="en-US" sz="1800" dirty="0" smtClean="0"/>
              <a:t> viên </a:t>
            </a:r>
            <a:r>
              <a:rPr lang="en-US" sz="1800" dirty="0" err="1" smtClean="0"/>
              <a:t>tốt</a:t>
            </a:r>
            <a:r>
              <a:rPr lang="en-US" sz="1800" dirty="0" smtClean="0"/>
              <a:t>)</a:t>
            </a:r>
            <a:r>
              <a:rPr lang="en-US" dirty="0" smtClean="0"/>
              <a:t> </a:t>
            </a:r>
            <a:r>
              <a:rPr lang="en-US" dirty="0"/>
              <a:t>for modeling because the </a:t>
            </a:r>
            <a:r>
              <a:rPr lang="en-US" dirty="0" smtClean="0"/>
              <a:t>impact </a:t>
            </a:r>
            <a:r>
              <a:rPr lang="en-US" dirty="0"/>
              <a:t>of defects in those areas is so </a:t>
            </a:r>
            <a:r>
              <a:rPr lang="en-US" dirty="0" smtClean="0"/>
              <a:t>severe.</a:t>
            </a:r>
          </a:p>
          <a:p>
            <a:r>
              <a:rPr lang="en-US" dirty="0" smtClean="0"/>
              <a:t>Next slide shows you some  representation techniques you can choose.</a:t>
            </a:r>
            <a:endParaRPr lang="en-US" dirty="0"/>
          </a:p>
        </p:txBody>
      </p:sp>
      <p:sp>
        <p:nvSpPr>
          <p:cNvPr id="2" name="Title 1"/>
          <p:cNvSpPr>
            <a:spLocks noGrp="1"/>
          </p:cNvSpPr>
          <p:nvPr>
            <p:ph type="title"/>
          </p:nvPr>
        </p:nvSpPr>
        <p:spPr>
          <a:xfrm>
            <a:off x="2819400" y="27105"/>
            <a:ext cx="6324600" cy="1122245"/>
          </a:xfrm>
        </p:spPr>
        <p:txBody>
          <a:bodyPr>
            <a:normAutofit/>
          </a:bodyPr>
          <a:lstStyle/>
          <a:p>
            <a:r>
              <a:rPr lang="en-US" sz="3200" dirty="0"/>
              <a:t>Selecting the right representations</a:t>
            </a:r>
          </a:p>
        </p:txBody>
      </p:sp>
      <p:sp>
        <p:nvSpPr>
          <p:cNvPr id="5" name="Footer Placeholder 4"/>
          <p:cNvSpPr>
            <a:spLocks noGrp="1"/>
          </p:cNvSpPr>
          <p:nvPr>
            <p:ph type="ftr" sz="quarter" idx="10"/>
          </p:nvPr>
        </p:nvSpPr>
        <p:spPr/>
        <p:txBody>
          <a:bodyPr/>
          <a:lstStyle/>
          <a:p>
            <a:pPr>
              <a:defRPr/>
            </a:pPr>
            <a:r>
              <a:rPr lang="en-US" smtClean="0"/>
              <a:t>Chapter 12: A picture is worth 1024 words _ 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976873709"/>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600" y="23229"/>
            <a:ext cx="6502400" cy="1052161"/>
          </a:xfrm>
        </p:spPr>
        <p:txBody>
          <a:bodyPr/>
          <a:lstStyle/>
          <a:p>
            <a:pPr marL="342900" indent="-342900"/>
            <a:r>
              <a:rPr lang="en-US" sz="3200" dirty="0"/>
              <a:t>Selecting the right representations</a:t>
            </a:r>
          </a:p>
        </p:txBody>
      </p:sp>
      <p:pic>
        <p:nvPicPr>
          <p:cNvPr id="4" name="Picture 3"/>
          <p:cNvPicPr>
            <a:picLocks noChangeAspect="1"/>
          </p:cNvPicPr>
          <p:nvPr/>
        </p:nvPicPr>
        <p:blipFill>
          <a:blip r:embed="rId3"/>
          <a:stretch>
            <a:fillRect/>
          </a:stretch>
        </p:blipFill>
        <p:spPr>
          <a:xfrm>
            <a:off x="457200" y="1156998"/>
            <a:ext cx="8135430" cy="5101869"/>
          </a:xfrm>
          <a:prstGeom prst="rect">
            <a:avLst/>
          </a:prstGeom>
        </p:spPr>
      </p:pic>
      <p:sp>
        <p:nvSpPr>
          <p:cNvPr id="3" name="Footer Placeholder 2"/>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2063732876"/>
      </p:ext>
    </p:extLst>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9142" y="-116501"/>
            <a:ext cx="6811691" cy="1052161"/>
          </a:xfrm>
        </p:spPr>
        <p:txBody>
          <a:bodyPr/>
          <a:lstStyle/>
          <a:p>
            <a:r>
              <a:rPr lang="en-US"/>
              <a:t>Selecting the right representations</a:t>
            </a:r>
          </a:p>
        </p:txBody>
      </p:sp>
      <p:pic>
        <p:nvPicPr>
          <p:cNvPr id="4" name="Picture 3"/>
          <p:cNvPicPr>
            <a:picLocks noChangeAspect="1"/>
          </p:cNvPicPr>
          <p:nvPr/>
        </p:nvPicPr>
        <p:blipFill>
          <a:blip r:embed="rId3"/>
          <a:stretch>
            <a:fillRect/>
          </a:stretch>
        </p:blipFill>
        <p:spPr>
          <a:xfrm>
            <a:off x="457199" y="1104409"/>
            <a:ext cx="8149771" cy="5301067"/>
          </a:xfrm>
          <a:prstGeom prst="rect">
            <a:avLst/>
          </a:prstGeom>
        </p:spPr>
      </p:pic>
      <p:sp>
        <p:nvSpPr>
          <p:cNvPr id="3" name="Footer Placeholder 2"/>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2123228613"/>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309" y="0"/>
            <a:ext cx="6811691" cy="1052161"/>
          </a:xfrm>
        </p:spPr>
        <p:txBody>
          <a:bodyPr/>
          <a:lstStyle/>
          <a:p>
            <a:r>
              <a:rPr lang="en-US" sz="3200" dirty="0"/>
              <a:t>Selecting the right representations</a:t>
            </a:r>
          </a:p>
        </p:txBody>
      </p:sp>
      <p:pic>
        <p:nvPicPr>
          <p:cNvPr id="4" name="Picture 3"/>
          <p:cNvPicPr>
            <a:picLocks noChangeAspect="1"/>
          </p:cNvPicPr>
          <p:nvPr/>
        </p:nvPicPr>
        <p:blipFill>
          <a:blip r:embed="rId2"/>
          <a:stretch>
            <a:fillRect/>
          </a:stretch>
        </p:blipFill>
        <p:spPr>
          <a:xfrm>
            <a:off x="342089" y="1869270"/>
            <a:ext cx="8420911" cy="2884714"/>
          </a:xfrm>
          <a:prstGeom prst="rect">
            <a:avLst/>
          </a:prstGeom>
        </p:spPr>
      </p:pic>
      <p:pic>
        <p:nvPicPr>
          <p:cNvPr id="5" name="Picture 4"/>
          <p:cNvPicPr>
            <a:picLocks noChangeAspect="1"/>
          </p:cNvPicPr>
          <p:nvPr/>
        </p:nvPicPr>
        <p:blipFill>
          <a:blip r:embed="rId3"/>
          <a:stretch>
            <a:fillRect/>
          </a:stretch>
        </p:blipFill>
        <p:spPr>
          <a:xfrm>
            <a:off x="457199" y="1384392"/>
            <a:ext cx="7903029" cy="484878"/>
          </a:xfrm>
          <a:prstGeom prst="rect">
            <a:avLst/>
          </a:prstGeom>
        </p:spPr>
      </p:pic>
      <p:sp>
        <p:nvSpPr>
          <p:cNvPr id="3" name="Footer Placeholder 2"/>
          <p:cNvSpPr>
            <a:spLocks noGrp="1"/>
          </p:cNvSpPr>
          <p:nvPr>
            <p:ph type="ftr" sz="quarter" idx="10"/>
          </p:nvPr>
        </p:nvSpPr>
        <p:spPr/>
        <p:txBody>
          <a:bodyPr/>
          <a:lstStyle/>
          <a:p>
            <a:pPr>
              <a:defRPr/>
            </a:pPr>
            <a:r>
              <a:rPr lang="en-US" smtClean="0"/>
              <a:t>Chapter 12: A picture is worth 1024 words _ 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2838521211"/>
      </p:ext>
    </p:extLst>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smtClean="0"/>
              <a:t>The </a:t>
            </a:r>
            <a:r>
              <a:rPr lang="en-US" i="1" dirty="0" smtClean="0"/>
              <a:t>data flow diagrams (DFD) </a:t>
            </a:r>
            <a:r>
              <a:rPr lang="en-US" dirty="0" smtClean="0"/>
              <a:t>is the basic tool of structured analysis. A DFD </a:t>
            </a:r>
            <a:r>
              <a:rPr lang="en-US" dirty="0"/>
              <a:t>identifies the transformational processes of a system, the collections (stores) of data or physical materials that the system manipulates, and the flows of data or material between processes, stores, and the outside </a:t>
            </a:r>
            <a:r>
              <a:rPr lang="en-US" dirty="0" smtClean="0"/>
              <a:t>world.</a:t>
            </a:r>
          </a:p>
          <a:p>
            <a:r>
              <a:rPr lang="en-US" dirty="0" smtClean="0"/>
              <a:t>Purpose</a:t>
            </a:r>
          </a:p>
          <a:p>
            <a:pPr lvl="1"/>
            <a:r>
              <a:rPr lang="en-US" dirty="0"/>
              <a:t>DFDs provide a big-picture view of how data moves through a system, which other models don’t show </a:t>
            </a:r>
            <a:r>
              <a:rPr lang="en-US" dirty="0" smtClean="0"/>
              <a:t>well.</a:t>
            </a:r>
          </a:p>
          <a:p>
            <a:pPr lvl="1"/>
            <a:r>
              <a:rPr lang="en-US" dirty="0"/>
              <a:t>A </a:t>
            </a:r>
            <a:r>
              <a:rPr lang="en-US" dirty="0" smtClean="0"/>
              <a:t>DFD gives  </a:t>
            </a:r>
            <a:r>
              <a:rPr lang="en-US" dirty="0"/>
              <a:t>context to the functional requirements </a:t>
            </a:r>
            <a:r>
              <a:rPr lang="en-US" dirty="0" smtClean="0"/>
              <a:t>regarding </a:t>
            </a:r>
            <a:r>
              <a:rPr lang="en-US" sz="1700" dirty="0" smtClean="0"/>
              <a:t>(</a:t>
            </a:r>
            <a:r>
              <a:rPr lang="en-US" sz="1700" dirty="0" err="1" smtClean="0"/>
              <a:t>liên</a:t>
            </a:r>
            <a:r>
              <a:rPr lang="en-US" sz="1700" dirty="0" smtClean="0"/>
              <a:t> </a:t>
            </a:r>
            <a:r>
              <a:rPr lang="en-US" sz="1700" dirty="0" err="1" smtClean="0"/>
              <a:t>quan</a:t>
            </a:r>
            <a:r>
              <a:rPr lang="en-US" sz="1700" dirty="0" smtClean="0"/>
              <a:t> </a:t>
            </a:r>
            <a:r>
              <a:rPr lang="en-US" sz="1700" dirty="0" err="1" smtClean="0"/>
              <a:t>đến</a:t>
            </a:r>
            <a:r>
              <a:rPr lang="en-US" sz="1700" dirty="0" smtClean="0"/>
              <a:t>)</a:t>
            </a:r>
            <a:r>
              <a:rPr lang="en-US" dirty="0" smtClean="0"/>
              <a:t> </a:t>
            </a:r>
            <a:r>
              <a:rPr lang="en-US" dirty="0"/>
              <a:t>how the user performs specific </a:t>
            </a:r>
            <a:r>
              <a:rPr lang="en-US" dirty="0" smtClean="0"/>
              <a:t>tasks.</a:t>
            </a:r>
          </a:p>
          <a:p>
            <a:pPr lvl="1"/>
            <a:r>
              <a:rPr lang="en-US" dirty="0" smtClean="0"/>
              <a:t>DFDs </a:t>
            </a:r>
            <a:r>
              <a:rPr lang="en-US" dirty="0"/>
              <a:t>can be used as a technique to identify missing data </a:t>
            </a:r>
            <a:r>
              <a:rPr lang="en-US" dirty="0" smtClean="0"/>
              <a:t>requirements.</a:t>
            </a:r>
          </a:p>
          <a:p>
            <a:pPr lvl="1"/>
            <a:endParaRPr lang="en-US" dirty="0"/>
          </a:p>
        </p:txBody>
      </p:sp>
      <p:sp>
        <p:nvSpPr>
          <p:cNvPr id="2" name="Title 1"/>
          <p:cNvSpPr>
            <a:spLocks noGrp="1"/>
          </p:cNvSpPr>
          <p:nvPr>
            <p:ph type="title"/>
          </p:nvPr>
        </p:nvSpPr>
        <p:spPr>
          <a:xfrm>
            <a:off x="2819400" y="27105"/>
            <a:ext cx="6324600" cy="1115895"/>
          </a:xfrm>
        </p:spPr>
        <p:txBody>
          <a:bodyPr>
            <a:normAutofit/>
          </a:bodyPr>
          <a:lstStyle/>
          <a:p>
            <a:r>
              <a:rPr lang="en-US" sz="3200" dirty="0"/>
              <a:t>Data flow </a:t>
            </a:r>
            <a:r>
              <a:rPr lang="en-US" sz="3200" dirty="0" smtClean="0"/>
              <a:t>diagram – context diagram</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2469598566"/>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578" name="Rectangle 2"/>
          <p:cNvSpPr>
            <a:spLocks noGrp="1" noChangeArrowheads="1"/>
          </p:cNvSpPr>
          <p:nvPr>
            <p:ph type="title"/>
          </p:nvPr>
        </p:nvSpPr>
        <p:spPr>
          <a:xfrm>
            <a:off x="3316486" y="18256"/>
            <a:ext cx="5818585" cy="1071925"/>
          </a:xfrm>
        </p:spPr>
        <p:txBody>
          <a:bodyPr>
            <a:normAutofit/>
          </a:bodyPr>
          <a:lstStyle/>
          <a:p>
            <a:pPr>
              <a:defRPr/>
            </a:pPr>
            <a:r>
              <a:rPr kumimoji="0" lang="en-US" sz="3200" dirty="0" smtClean="0"/>
              <a:t>Dataflow diagram: example</a:t>
            </a:r>
            <a:endParaRPr lang="en-US" sz="2000" dirty="0">
              <a:effectLst>
                <a:outerShdw blurRad="38100" dist="38100" dir="2700000" algn="tl">
                  <a:srgbClr val="000000"/>
                </a:outerShdw>
              </a:effectLst>
            </a:endParaRPr>
          </a:p>
        </p:txBody>
      </p:sp>
      <p:sp>
        <p:nvSpPr>
          <p:cNvPr id="2" name="Footer Placeholder 1"/>
          <p:cNvSpPr>
            <a:spLocks noGrp="1"/>
          </p:cNvSpPr>
          <p:nvPr>
            <p:ph type="ftr" sz="quarter" idx="10"/>
          </p:nvPr>
        </p:nvSpPr>
        <p:spPr/>
        <p:txBody>
          <a:bodyPr/>
          <a:lstStyle/>
          <a:p>
            <a:pPr>
              <a:defRPr/>
            </a:pPr>
            <a:r>
              <a:rPr lang="en-US" smtClean="0"/>
              <a:t>Chapter 12: A picture is worth 1024 words _ BayHV</a:t>
            </a:r>
            <a:endParaRPr lang="en-US"/>
          </a:p>
        </p:txBody>
      </p:sp>
      <p:sp>
        <p:nvSpPr>
          <p:cNvPr id="3" name="Slide Number Placeholder 2"/>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pic>
        <p:nvPicPr>
          <p:cNvPr id="4" name="Picture 3"/>
          <p:cNvPicPr>
            <a:picLocks noChangeAspect="1"/>
          </p:cNvPicPr>
          <p:nvPr/>
        </p:nvPicPr>
        <p:blipFill>
          <a:blip r:embed="rId2"/>
          <a:stretch>
            <a:fillRect/>
          </a:stretch>
        </p:blipFill>
        <p:spPr>
          <a:xfrm>
            <a:off x="1980294" y="1119832"/>
            <a:ext cx="5495328" cy="4878795"/>
          </a:xfrm>
          <a:prstGeom prst="rect">
            <a:avLst/>
          </a:prstGeom>
        </p:spPr>
      </p:pic>
      <p:sp>
        <p:nvSpPr>
          <p:cNvPr id="5" name="TextBox 4"/>
          <p:cNvSpPr txBox="1"/>
          <p:nvPr/>
        </p:nvSpPr>
        <p:spPr>
          <a:xfrm>
            <a:off x="2117565" y="5999725"/>
            <a:ext cx="6783524" cy="338554"/>
          </a:xfrm>
          <a:prstGeom prst="rect">
            <a:avLst/>
          </a:prstGeom>
          <a:noFill/>
        </p:spPr>
        <p:txBody>
          <a:bodyPr wrap="none" rtlCol="0">
            <a:spAutoFit/>
          </a:bodyPr>
          <a:lstStyle/>
          <a:p>
            <a:r>
              <a:rPr lang="en-US" sz="1600" b="1" dirty="0"/>
              <a:t>FIGURE 12-1 </a:t>
            </a:r>
            <a:r>
              <a:rPr lang="en-US" sz="1600" dirty="0"/>
              <a:t>Partial level 0 data flow diagram for the Chemical Tracking System.</a:t>
            </a:r>
          </a:p>
        </p:txBody>
      </p:sp>
    </p:spTree>
    <p:extLst>
      <p:ext uri="{BB962C8B-B14F-4D97-AF65-F5344CB8AC3E}">
        <p14:creationId xmlns:p14="http://schemas.microsoft.com/office/powerpoint/2010/main" val="2440140165"/>
      </p:ext>
    </p:extLst>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578" name="Rectangle 2"/>
          <p:cNvSpPr>
            <a:spLocks noGrp="1" noChangeArrowheads="1"/>
          </p:cNvSpPr>
          <p:nvPr>
            <p:ph type="title"/>
          </p:nvPr>
        </p:nvSpPr>
        <p:spPr>
          <a:xfrm>
            <a:off x="3316486" y="18256"/>
            <a:ext cx="5818585" cy="1071925"/>
          </a:xfrm>
        </p:spPr>
        <p:txBody>
          <a:bodyPr>
            <a:normAutofit/>
          </a:bodyPr>
          <a:lstStyle/>
          <a:p>
            <a:pPr>
              <a:defRPr/>
            </a:pPr>
            <a:r>
              <a:rPr kumimoji="0" lang="en-US" sz="3200" dirty="0" smtClean="0"/>
              <a:t>Dataflow diagram: Explanation</a:t>
            </a:r>
            <a:endParaRPr lang="en-US" sz="2000" dirty="0">
              <a:effectLst>
                <a:outerShdw blurRad="38100" dist="38100" dir="2700000" algn="tl">
                  <a:srgbClr val="000000"/>
                </a:outerShdw>
              </a:effectLst>
            </a:endParaRPr>
          </a:p>
        </p:txBody>
      </p:sp>
      <p:sp>
        <p:nvSpPr>
          <p:cNvPr id="2" name="Footer Placeholder 1"/>
          <p:cNvSpPr>
            <a:spLocks noGrp="1"/>
          </p:cNvSpPr>
          <p:nvPr>
            <p:ph type="ftr" sz="quarter" idx="10"/>
          </p:nvPr>
        </p:nvSpPr>
        <p:spPr/>
        <p:txBody>
          <a:bodyPr/>
          <a:lstStyle/>
          <a:p>
            <a:pPr>
              <a:defRPr/>
            </a:pPr>
            <a:r>
              <a:rPr lang="en-US" smtClean="0"/>
              <a:t>Chapter 12: A picture is worth 1024 words _ BayHV</a:t>
            </a:r>
            <a:endParaRPr lang="en-US"/>
          </a:p>
        </p:txBody>
      </p:sp>
      <p:sp>
        <p:nvSpPr>
          <p:cNvPr id="3" name="Slide Number Placeholder 2"/>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
        <p:nvSpPr>
          <p:cNvPr id="7" name="Content Placeholder 2"/>
          <p:cNvSpPr>
            <a:spLocks noGrp="1"/>
          </p:cNvSpPr>
          <p:nvPr>
            <p:ph idx="1"/>
          </p:nvPr>
        </p:nvSpPr>
        <p:spPr>
          <a:xfrm>
            <a:off x="228600" y="1143000"/>
            <a:ext cx="8686800" cy="5029200"/>
          </a:xfrm>
        </p:spPr>
        <p:txBody>
          <a:bodyPr>
            <a:normAutofit fontScale="77500" lnSpcReduction="20000"/>
          </a:bodyPr>
          <a:lstStyle/>
          <a:p>
            <a:r>
              <a:rPr lang="en-US" dirty="0" smtClean="0">
                <a:solidFill>
                  <a:srgbClr val="003399"/>
                </a:solidFill>
              </a:rPr>
              <a:t>Processes</a:t>
            </a:r>
            <a:r>
              <a:rPr lang="en-US" dirty="0" smtClean="0"/>
              <a:t> </a:t>
            </a:r>
            <a:r>
              <a:rPr lang="en-US" dirty="0"/>
              <a:t>communicate through data stores, not by direct flows from one </a:t>
            </a:r>
            <a:r>
              <a:rPr lang="en-US" dirty="0">
                <a:solidFill>
                  <a:srgbClr val="003399"/>
                </a:solidFill>
              </a:rPr>
              <a:t>process</a:t>
            </a:r>
            <a:r>
              <a:rPr lang="en-US" dirty="0"/>
              <a:t> to another. Similarly, data cannot flow directly from one store to another or directly between external entities and data stores; it must pass through a process bubble.</a:t>
            </a:r>
          </a:p>
          <a:p>
            <a:r>
              <a:rPr lang="en-US" dirty="0" smtClean="0"/>
              <a:t>Name </a:t>
            </a:r>
            <a:r>
              <a:rPr lang="en-US" dirty="0"/>
              <a:t>each process as a concise action: verb plus object (such as “generate reports”). Use names that are meaningful to the </a:t>
            </a:r>
            <a:r>
              <a:rPr lang="en-US" dirty="0" smtClean="0"/>
              <a:t>customers.</a:t>
            </a:r>
            <a:endParaRPr lang="en-US" dirty="0"/>
          </a:p>
          <a:p>
            <a:r>
              <a:rPr lang="en-US" dirty="0" smtClean="0"/>
              <a:t>Number </a:t>
            </a:r>
            <a:r>
              <a:rPr lang="en-US" dirty="0"/>
              <a:t>the processes uniquely and hierarchically. On the level 0 diagram, number each process with an integer. If you create a child DFD for process </a:t>
            </a:r>
            <a:r>
              <a:rPr lang="en-US" dirty="0">
                <a:solidFill>
                  <a:srgbClr val="C00000"/>
                </a:solidFill>
              </a:rPr>
              <a:t>3</a:t>
            </a:r>
            <a:r>
              <a:rPr lang="en-US" dirty="0"/>
              <a:t>, number the processes in that child diagram </a:t>
            </a:r>
            <a:r>
              <a:rPr lang="en-US" dirty="0">
                <a:solidFill>
                  <a:srgbClr val="C00000"/>
                </a:solidFill>
              </a:rPr>
              <a:t>3.1</a:t>
            </a:r>
            <a:r>
              <a:rPr lang="en-US" dirty="0"/>
              <a:t>, </a:t>
            </a:r>
            <a:r>
              <a:rPr lang="en-US" dirty="0">
                <a:solidFill>
                  <a:srgbClr val="C00000"/>
                </a:solidFill>
              </a:rPr>
              <a:t>3.2</a:t>
            </a:r>
            <a:r>
              <a:rPr lang="en-US" dirty="0"/>
              <a:t>, and so on.</a:t>
            </a:r>
          </a:p>
          <a:p>
            <a:r>
              <a:rPr lang="en-US" dirty="0" smtClean="0"/>
              <a:t>Don’t </a:t>
            </a:r>
            <a:r>
              <a:rPr lang="en-US" dirty="0"/>
              <a:t>show more than </a:t>
            </a:r>
            <a:r>
              <a:rPr lang="en-US" dirty="0">
                <a:solidFill>
                  <a:srgbClr val="C00000"/>
                </a:solidFill>
              </a:rPr>
              <a:t>8 to 10 </a:t>
            </a:r>
            <a:r>
              <a:rPr lang="en-US" dirty="0"/>
              <a:t>processes on a single diagram or it will be difficult to draw, change, and understand. </a:t>
            </a:r>
          </a:p>
          <a:p>
            <a:r>
              <a:rPr lang="en-US" dirty="0" smtClean="0"/>
              <a:t>Bubbles </a:t>
            </a:r>
            <a:r>
              <a:rPr lang="en-US" dirty="0"/>
              <a:t>with flows that are only coming in or only going out are </a:t>
            </a:r>
            <a:r>
              <a:rPr lang="en-US" dirty="0" smtClean="0">
                <a:solidFill>
                  <a:srgbClr val="C00000"/>
                </a:solidFill>
              </a:rPr>
              <a:t>suspect</a:t>
            </a:r>
            <a:r>
              <a:rPr lang="en-US" dirty="0" smtClean="0"/>
              <a:t> </a:t>
            </a:r>
            <a:r>
              <a:rPr lang="en-US" sz="2300" dirty="0" smtClean="0"/>
              <a:t>(</a:t>
            </a:r>
            <a:r>
              <a:rPr lang="en-US" sz="2300" dirty="0" err="1" smtClean="0"/>
              <a:t>nghi</a:t>
            </a:r>
            <a:r>
              <a:rPr lang="en-US" sz="2300" dirty="0" smtClean="0"/>
              <a:t> </a:t>
            </a:r>
            <a:r>
              <a:rPr lang="en-US" sz="2300" dirty="0" err="1" smtClean="0"/>
              <a:t>ngờ</a:t>
            </a:r>
            <a:r>
              <a:rPr lang="en-US" sz="2300" dirty="0" smtClean="0"/>
              <a:t>)</a:t>
            </a:r>
            <a:r>
              <a:rPr lang="en-US" dirty="0" smtClean="0"/>
              <a:t>. </a:t>
            </a:r>
            <a:r>
              <a:rPr lang="en-US" dirty="0"/>
              <a:t>The processing that a DFD bubble represents normally requires </a:t>
            </a:r>
            <a:r>
              <a:rPr lang="en-US" dirty="0">
                <a:solidFill>
                  <a:srgbClr val="003399"/>
                </a:solidFill>
              </a:rPr>
              <a:t>both input and output flows</a:t>
            </a:r>
            <a:r>
              <a:rPr lang="en-US" dirty="0" smtClean="0"/>
              <a:t>.</a:t>
            </a:r>
            <a:endParaRPr lang="en-US" dirty="0"/>
          </a:p>
        </p:txBody>
      </p:sp>
    </p:spTree>
    <p:extLst>
      <p:ext uri="{BB962C8B-B14F-4D97-AF65-F5344CB8AC3E}">
        <p14:creationId xmlns:p14="http://schemas.microsoft.com/office/powerpoint/2010/main" val="2285780585"/>
      </p:ext>
    </p:extLst>
  </p:cSld>
  <p:clrMapOvr>
    <a:masterClrMapping/>
  </p:clrMapOvr>
  <p:transition>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6675" y="1122780"/>
            <a:ext cx="8646693" cy="5233570"/>
          </a:xfrm>
        </p:spPr>
        <p:txBody>
          <a:bodyPr>
            <a:normAutofit fontScale="92500"/>
          </a:bodyPr>
          <a:lstStyle/>
          <a:p>
            <a:r>
              <a:rPr lang="en-US" dirty="0" smtClean="0"/>
              <a:t>Purpose:</a:t>
            </a:r>
          </a:p>
          <a:p>
            <a:pPr lvl="1"/>
            <a:r>
              <a:rPr lang="en-US" dirty="0"/>
              <a:t>P</a:t>
            </a:r>
            <a:r>
              <a:rPr lang="en-US" dirty="0" smtClean="0"/>
              <a:t>rovide </a:t>
            </a:r>
            <a:r>
              <a:rPr lang="en-US" dirty="0"/>
              <a:t>a way to represent the steps involved </a:t>
            </a:r>
            <a:r>
              <a:rPr lang="en-US" dirty="0" smtClean="0"/>
              <a:t>in </a:t>
            </a:r>
            <a:r>
              <a:rPr lang="en-US" sz="1800" dirty="0" smtClean="0"/>
              <a:t>(</a:t>
            </a:r>
            <a:r>
              <a:rPr lang="en-US" sz="1800" dirty="0" err="1" smtClean="0"/>
              <a:t>tham</a:t>
            </a:r>
            <a:r>
              <a:rPr lang="en-US" sz="1800" dirty="0" smtClean="0"/>
              <a:t> </a:t>
            </a:r>
            <a:r>
              <a:rPr lang="en-US" sz="1800" dirty="0" err="1" smtClean="0"/>
              <a:t>gia</a:t>
            </a:r>
            <a:r>
              <a:rPr lang="en-US" sz="1800" dirty="0" smtClean="0"/>
              <a:t> </a:t>
            </a:r>
            <a:r>
              <a:rPr lang="en-US" sz="1800" dirty="0" err="1" smtClean="0"/>
              <a:t>vào</a:t>
            </a:r>
            <a:r>
              <a:rPr lang="en-US" sz="1800" dirty="0" smtClean="0"/>
              <a:t>)</a:t>
            </a:r>
            <a:r>
              <a:rPr lang="en-US" dirty="0" smtClean="0"/>
              <a:t> </a:t>
            </a:r>
            <a:r>
              <a:rPr lang="en-US" dirty="0"/>
              <a:t>a business process or the  operations of a proposed software system. </a:t>
            </a:r>
            <a:endParaRPr lang="en-US" dirty="0" smtClean="0"/>
          </a:p>
          <a:p>
            <a:pPr lvl="1"/>
            <a:r>
              <a:rPr lang="en-US" dirty="0" smtClean="0"/>
              <a:t>They </a:t>
            </a:r>
            <a:r>
              <a:rPr lang="en-US" dirty="0"/>
              <a:t>are a variation of flowcharts, subdivided into visual subcomponents called </a:t>
            </a:r>
            <a:r>
              <a:rPr lang="en-US" dirty="0" smtClean="0"/>
              <a:t>lanes </a:t>
            </a:r>
            <a:r>
              <a:rPr lang="en-US" sz="1800" dirty="0" smtClean="0"/>
              <a:t>(con </a:t>
            </a:r>
            <a:r>
              <a:rPr lang="en-US" sz="1800" dirty="0" err="1" smtClean="0"/>
              <a:t>đường</a:t>
            </a:r>
            <a:r>
              <a:rPr lang="en-US" sz="1800" dirty="0" smtClean="0"/>
              <a:t>)</a:t>
            </a:r>
            <a:r>
              <a:rPr lang="en-US" dirty="0" smtClean="0"/>
              <a:t>. </a:t>
            </a:r>
            <a:r>
              <a:rPr lang="en-US" dirty="0"/>
              <a:t>The lanes can represent different systems or actors that execute the steps in the process. </a:t>
            </a:r>
            <a:endParaRPr lang="en-US" dirty="0" smtClean="0"/>
          </a:p>
          <a:p>
            <a:pPr lvl="1"/>
            <a:r>
              <a:rPr lang="en-US" dirty="0" err="1" smtClean="0"/>
              <a:t>Swimlane</a:t>
            </a:r>
            <a:r>
              <a:rPr lang="en-US" dirty="0" smtClean="0"/>
              <a:t> </a:t>
            </a:r>
            <a:r>
              <a:rPr lang="en-US" dirty="0"/>
              <a:t>diagrams are most commonly used to show business processes,  workflows, or system and user interactions</a:t>
            </a:r>
            <a:r>
              <a:rPr lang="en-US" dirty="0" smtClean="0"/>
              <a:t>.</a:t>
            </a:r>
          </a:p>
          <a:p>
            <a:pPr lvl="1"/>
            <a:r>
              <a:rPr lang="en-US" dirty="0" smtClean="0"/>
              <a:t> </a:t>
            </a:r>
            <a:r>
              <a:rPr lang="en-US" dirty="0"/>
              <a:t>They are similar to UML activity diagrams. </a:t>
            </a:r>
            <a:r>
              <a:rPr lang="en-US" dirty="0" err="1"/>
              <a:t>Swimlane</a:t>
            </a:r>
            <a:r>
              <a:rPr lang="en-US" dirty="0"/>
              <a:t>  diagrams are sometimes called cross-functional diagrams</a:t>
            </a:r>
            <a:r>
              <a:rPr lang="en-US" dirty="0" smtClean="0"/>
              <a:t>.</a:t>
            </a:r>
          </a:p>
          <a:p>
            <a:pPr lvl="1"/>
            <a:r>
              <a:rPr lang="en-US" dirty="0"/>
              <a:t>The </a:t>
            </a:r>
            <a:r>
              <a:rPr lang="en-US" dirty="0" err="1"/>
              <a:t>swimlane</a:t>
            </a:r>
            <a:r>
              <a:rPr lang="en-US" dirty="0"/>
              <a:t> diagram is one of the easiest models for stakeholders to understand because the notation is simple and commonly used. </a:t>
            </a:r>
            <a:r>
              <a:rPr lang="en-US" dirty="0" smtClean="0"/>
              <a:t> </a:t>
            </a:r>
            <a:endParaRPr lang="en-US" dirty="0"/>
          </a:p>
        </p:txBody>
      </p:sp>
      <p:sp>
        <p:nvSpPr>
          <p:cNvPr id="2" name="Title 1"/>
          <p:cNvSpPr>
            <a:spLocks noGrp="1"/>
          </p:cNvSpPr>
          <p:nvPr>
            <p:ph type="title"/>
          </p:nvPr>
        </p:nvSpPr>
        <p:spPr>
          <a:xfrm>
            <a:off x="2819400" y="27105"/>
            <a:ext cx="6324600" cy="1079800"/>
          </a:xfrm>
        </p:spPr>
        <p:txBody>
          <a:bodyPr>
            <a:normAutofit/>
          </a:bodyPr>
          <a:lstStyle/>
          <a:p>
            <a:r>
              <a:rPr lang="en-US" sz="3200" dirty="0" err="1"/>
              <a:t>Swimlane</a:t>
            </a:r>
            <a:r>
              <a:rPr lang="en-US" sz="3200" dirty="0"/>
              <a:t> </a:t>
            </a:r>
            <a:r>
              <a:rPr lang="en-US" sz="3200" dirty="0" smtClean="0"/>
              <a:t>diagram</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1797619616"/>
      </p:ext>
    </p:extLst>
  </p:cSld>
  <p:clrMapOvr>
    <a:masterClrMapping/>
  </p:clrMapOvr>
  <p:transition>
    <p:split orient="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528812" y="1124948"/>
            <a:ext cx="5615188" cy="5099389"/>
          </a:xfrm>
          <a:prstGeom prst="rect">
            <a:avLst/>
          </a:prstGeom>
        </p:spPr>
      </p:pic>
      <p:sp>
        <p:nvSpPr>
          <p:cNvPr id="3" name="Footer Placeholder 2"/>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sp>
        <p:nvSpPr>
          <p:cNvPr id="2" name="Title 1"/>
          <p:cNvSpPr>
            <a:spLocks noGrp="1"/>
          </p:cNvSpPr>
          <p:nvPr>
            <p:ph type="title"/>
          </p:nvPr>
        </p:nvSpPr>
        <p:spPr/>
        <p:txBody>
          <a:bodyPr/>
          <a:lstStyle/>
          <a:p>
            <a:r>
              <a:rPr lang="en-US" sz="3200" dirty="0" err="1" smtClean="0"/>
              <a:t>Swimlane</a:t>
            </a:r>
            <a:r>
              <a:rPr lang="en-US" sz="3200" dirty="0" smtClean="0"/>
              <a:t> example</a:t>
            </a:r>
            <a:endParaRPr lang="en-US" sz="3200" dirty="0"/>
          </a:p>
        </p:txBody>
      </p:sp>
      <p:sp>
        <p:nvSpPr>
          <p:cNvPr id="6" name="Content Placeholder 2"/>
          <p:cNvSpPr>
            <a:spLocks noGrp="1"/>
          </p:cNvSpPr>
          <p:nvPr>
            <p:ph idx="1"/>
          </p:nvPr>
        </p:nvSpPr>
        <p:spPr>
          <a:xfrm>
            <a:off x="256675" y="1122780"/>
            <a:ext cx="3272137" cy="5233570"/>
          </a:xfrm>
        </p:spPr>
        <p:txBody>
          <a:bodyPr>
            <a:normAutofit fontScale="62500" lnSpcReduction="20000"/>
          </a:bodyPr>
          <a:lstStyle/>
          <a:p>
            <a:r>
              <a:rPr lang="en-US" dirty="0" smtClean="0"/>
              <a:t>Process </a:t>
            </a:r>
            <a:r>
              <a:rPr lang="en-US" dirty="0"/>
              <a:t>steps, shown as rectangles.</a:t>
            </a:r>
          </a:p>
          <a:p>
            <a:r>
              <a:rPr lang="en-US" dirty="0" smtClean="0"/>
              <a:t>Transitions </a:t>
            </a:r>
            <a:r>
              <a:rPr lang="en-US" dirty="0"/>
              <a:t>between process steps, shown as arrows connecting pairs of rectangles.</a:t>
            </a:r>
          </a:p>
          <a:p>
            <a:r>
              <a:rPr lang="en-US" dirty="0" smtClean="0"/>
              <a:t>Decisions</a:t>
            </a:r>
            <a:r>
              <a:rPr lang="en-US" dirty="0"/>
              <a:t>, shown as diamonds with multiple branches leaving each diamond. The decision choices are shown as text labels on each arrow leaving a diamond.</a:t>
            </a:r>
          </a:p>
          <a:p>
            <a:r>
              <a:rPr lang="en-US" dirty="0" err="1" smtClean="0"/>
              <a:t>Swimlanes</a:t>
            </a:r>
            <a:r>
              <a:rPr lang="en-US" dirty="0" smtClean="0"/>
              <a:t> </a:t>
            </a:r>
            <a:r>
              <a:rPr lang="en-US" dirty="0"/>
              <a:t>to subdivide the process, shown as horizontal or vertical lines on the page. The lanes are most commonly roles, departments, or systems. They show who or what is executing the steps in a given lane.</a:t>
            </a:r>
          </a:p>
        </p:txBody>
      </p:sp>
    </p:spTree>
    <p:extLst>
      <p:ext uri="{BB962C8B-B14F-4D97-AF65-F5344CB8AC3E}">
        <p14:creationId xmlns:p14="http://schemas.microsoft.com/office/powerpoint/2010/main" val="1739313567"/>
      </p:ext>
    </p:extLst>
  </p:cSld>
  <p:clrMapOvr>
    <a:masterClrMapping/>
  </p:clrMapOvr>
  <p:transition>
    <p:split orient="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8" y="1251284"/>
            <a:ext cx="8474242" cy="5089191"/>
          </a:xfrm>
        </p:spPr>
        <p:txBody>
          <a:bodyPr>
            <a:normAutofit fontScale="92500" lnSpcReduction="20000"/>
          </a:bodyPr>
          <a:lstStyle/>
          <a:p>
            <a:r>
              <a:rPr lang="en-US" dirty="0" smtClean="0"/>
              <a:t>Purpose: Software </a:t>
            </a:r>
            <a:r>
              <a:rPr lang="en-US" dirty="0"/>
              <a:t>systems </a:t>
            </a:r>
            <a:r>
              <a:rPr lang="en-US" dirty="0" smtClean="0"/>
              <a:t>involve </a:t>
            </a:r>
            <a:r>
              <a:rPr lang="en-US" sz="1900" dirty="0" smtClean="0"/>
              <a:t>(</a:t>
            </a:r>
            <a:r>
              <a:rPr lang="en-US" sz="1900" dirty="0" err="1" smtClean="0"/>
              <a:t>bao</a:t>
            </a:r>
            <a:r>
              <a:rPr lang="en-US" sz="1900" dirty="0" smtClean="0"/>
              <a:t> </a:t>
            </a:r>
            <a:r>
              <a:rPr lang="en-US" sz="1900" dirty="0" err="1" smtClean="0"/>
              <a:t>hàm</a:t>
            </a:r>
            <a:r>
              <a:rPr lang="en-US" sz="1900" dirty="0" smtClean="0"/>
              <a:t>)</a:t>
            </a:r>
            <a:r>
              <a:rPr lang="en-US" dirty="0" smtClean="0"/>
              <a:t> </a:t>
            </a:r>
            <a:r>
              <a:rPr lang="en-US" dirty="0"/>
              <a:t>a combination of functional </a:t>
            </a:r>
            <a:r>
              <a:rPr lang="en-US" dirty="0" smtClean="0"/>
              <a:t>behavior </a:t>
            </a:r>
            <a:r>
              <a:rPr lang="en-US" sz="1900" dirty="0" smtClean="0"/>
              <a:t>(</a:t>
            </a:r>
            <a:r>
              <a:rPr lang="en-US" sz="1900" dirty="0" err="1" smtClean="0"/>
              <a:t>hoạt</a:t>
            </a:r>
            <a:r>
              <a:rPr lang="en-US" sz="1900" dirty="0" smtClean="0"/>
              <a:t> </a:t>
            </a:r>
            <a:r>
              <a:rPr lang="en-US" sz="1900" dirty="0" err="1" smtClean="0"/>
              <a:t>động</a:t>
            </a:r>
            <a:r>
              <a:rPr lang="en-US" sz="1900" dirty="0" smtClean="0"/>
              <a:t>)</a:t>
            </a:r>
            <a:r>
              <a:rPr lang="en-US" dirty="0" smtClean="0"/>
              <a:t>, </a:t>
            </a:r>
            <a:r>
              <a:rPr lang="en-US" dirty="0"/>
              <a:t>data manipulation, and state changes. Real-time systems and process control applications can exist in one of a limited number of states at any given time. </a:t>
            </a:r>
            <a:endParaRPr lang="en-US" dirty="0" smtClean="0"/>
          </a:p>
          <a:p>
            <a:r>
              <a:rPr lang="en-US" dirty="0" smtClean="0"/>
              <a:t>A </a:t>
            </a:r>
            <a:r>
              <a:rPr lang="en-US" dirty="0"/>
              <a:t>state change can take </a:t>
            </a:r>
            <a:r>
              <a:rPr lang="en-US" dirty="0" smtClean="0"/>
              <a:t>place </a:t>
            </a:r>
            <a:r>
              <a:rPr lang="en-US" sz="1900" dirty="0" smtClean="0"/>
              <a:t>(</a:t>
            </a:r>
            <a:r>
              <a:rPr lang="en-US" sz="1900" dirty="0" err="1" smtClean="0"/>
              <a:t>xảy</a:t>
            </a:r>
            <a:r>
              <a:rPr lang="en-US" sz="1900" dirty="0" smtClean="0"/>
              <a:t> </a:t>
            </a:r>
            <a:r>
              <a:rPr lang="en-US" sz="1900" dirty="0" err="1" smtClean="0"/>
              <a:t>ra</a:t>
            </a:r>
            <a:r>
              <a:rPr lang="en-US" sz="1900" dirty="0" smtClean="0"/>
              <a:t>)</a:t>
            </a:r>
            <a:r>
              <a:rPr lang="en-US" dirty="0" smtClean="0"/>
              <a:t> </a:t>
            </a:r>
            <a:r>
              <a:rPr lang="en-US" dirty="0"/>
              <a:t>only when well-defined criteria are satisfied, such as receiving a </a:t>
            </a:r>
            <a:r>
              <a:rPr lang="en-US" dirty="0" smtClean="0"/>
              <a:t>specific </a:t>
            </a:r>
            <a:r>
              <a:rPr lang="en-US" dirty="0"/>
              <a:t>input </a:t>
            </a:r>
            <a:r>
              <a:rPr lang="en-US" dirty="0" smtClean="0"/>
              <a:t>stimulus </a:t>
            </a:r>
            <a:r>
              <a:rPr lang="en-US" sz="1900" dirty="0" smtClean="0"/>
              <a:t>(</a:t>
            </a:r>
            <a:r>
              <a:rPr lang="en-US" sz="1900" dirty="0" err="1" smtClean="0"/>
              <a:t>kích</a:t>
            </a:r>
            <a:r>
              <a:rPr lang="en-US" sz="1900" dirty="0" smtClean="0"/>
              <a:t> </a:t>
            </a:r>
            <a:r>
              <a:rPr lang="en-US" sz="1900" dirty="0" err="1" smtClean="0"/>
              <a:t>thích</a:t>
            </a:r>
            <a:r>
              <a:rPr lang="en-US" sz="1900" dirty="0" smtClean="0"/>
              <a:t>)</a:t>
            </a:r>
            <a:r>
              <a:rPr lang="en-US" dirty="0" smtClean="0"/>
              <a:t> </a:t>
            </a:r>
            <a:r>
              <a:rPr lang="en-US" dirty="0"/>
              <a:t>under certain </a:t>
            </a:r>
            <a:r>
              <a:rPr lang="en-US" dirty="0" smtClean="0"/>
              <a:t>conditions.</a:t>
            </a:r>
          </a:p>
          <a:p>
            <a:r>
              <a:rPr lang="en-US" dirty="0" smtClean="0"/>
              <a:t>State transition diagram contains three type of elements:</a:t>
            </a:r>
          </a:p>
          <a:p>
            <a:pPr lvl="1"/>
            <a:r>
              <a:rPr lang="en-US" dirty="0"/>
              <a:t> Possible system states, shown as </a:t>
            </a:r>
            <a:r>
              <a:rPr lang="en-US" dirty="0" smtClean="0"/>
              <a:t>rectangles.</a:t>
            </a:r>
          </a:p>
          <a:p>
            <a:pPr lvl="1"/>
            <a:r>
              <a:rPr lang="en-US" dirty="0"/>
              <a:t> Allowed state changes or transitions, shown as arrows connecting pairs of </a:t>
            </a:r>
            <a:r>
              <a:rPr lang="en-US" dirty="0" smtClean="0"/>
              <a:t>rectangles.</a:t>
            </a:r>
          </a:p>
          <a:p>
            <a:pPr lvl="1"/>
            <a:r>
              <a:rPr lang="en-US" dirty="0"/>
              <a:t>Events or conditions that cause each transition to take place, shown as text labels on each transition arrow</a:t>
            </a:r>
          </a:p>
        </p:txBody>
      </p:sp>
      <p:sp>
        <p:nvSpPr>
          <p:cNvPr id="2" name="Title 1"/>
          <p:cNvSpPr>
            <a:spLocks noGrp="1"/>
          </p:cNvSpPr>
          <p:nvPr>
            <p:ph type="title"/>
          </p:nvPr>
        </p:nvSpPr>
        <p:spPr>
          <a:xfrm>
            <a:off x="2827421" y="117477"/>
            <a:ext cx="6324600" cy="914399"/>
          </a:xfrm>
        </p:spPr>
        <p:txBody>
          <a:bodyPr>
            <a:noAutofit/>
          </a:bodyPr>
          <a:lstStyle/>
          <a:p>
            <a:r>
              <a:rPr lang="en-US" sz="3200" dirty="0"/>
              <a:t>State-transition diagram </a:t>
            </a:r>
            <a:r>
              <a:rPr lang="en-US" sz="3200" dirty="0" smtClean="0"/>
              <a:t/>
            </a:r>
            <a:br>
              <a:rPr lang="en-US" sz="3200" dirty="0" smtClean="0"/>
            </a:br>
            <a:r>
              <a:rPr lang="en-US" sz="3200" dirty="0" smtClean="0"/>
              <a:t>and </a:t>
            </a:r>
            <a:r>
              <a:rPr lang="en-US" sz="3200" dirty="0"/>
              <a:t>state </a:t>
            </a:r>
            <a:r>
              <a:rPr lang="en-US" sz="3200" dirty="0" smtClean="0"/>
              <a:t>table</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Tree>
    <p:extLst>
      <p:ext uri="{BB962C8B-B14F-4D97-AF65-F5344CB8AC3E}">
        <p14:creationId xmlns:p14="http://schemas.microsoft.com/office/powerpoint/2010/main" val="2985038845"/>
      </p:ext>
    </p:extLst>
  </p:cSld>
  <p:clrMapOvr>
    <a:masterClrMapping/>
  </p:clrMapOvr>
  <p:transition>
    <p:split orient="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309" y="38702"/>
            <a:ext cx="6811691" cy="1052161"/>
          </a:xfrm>
        </p:spPr>
        <p:txBody>
          <a:bodyPr/>
          <a:lstStyle/>
          <a:p>
            <a:r>
              <a:rPr lang="en-US" sz="3200" dirty="0"/>
              <a:t> </a:t>
            </a:r>
            <a:r>
              <a:rPr lang="en-US" sz="3200" dirty="0" smtClean="0"/>
              <a:t>State-transition diagram example</a:t>
            </a:r>
            <a:endParaRPr lang="en-US" sz="3200" dirty="0"/>
          </a:p>
        </p:txBody>
      </p:sp>
      <p:pic>
        <p:nvPicPr>
          <p:cNvPr id="3" name="Picture 2"/>
          <p:cNvPicPr>
            <a:picLocks noChangeAspect="1"/>
          </p:cNvPicPr>
          <p:nvPr/>
        </p:nvPicPr>
        <p:blipFill>
          <a:blip r:embed="rId3"/>
          <a:stretch>
            <a:fillRect/>
          </a:stretch>
        </p:blipFill>
        <p:spPr>
          <a:xfrm>
            <a:off x="3930316" y="1272543"/>
            <a:ext cx="5213684" cy="4920507"/>
          </a:xfrm>
          <a:prstGeom prst="rect">
            <a:avLst/>
          </a:prstGeom>
        </p:spPr>
      </p:pic>
      <p:sp>
        <p:nvSpPr>
          <p:cNvPr id="4" name="Footer Placeholder 3"/>
          <p:cNvSpPr>
            <a:spLocks noGrp="1"/>
          </p:cNvSpPr>
          <p:nvPr>
            <p:ph type="ftr" sz="quarter" idx="10"/>
          </p:nvPr>
        </p:nvSpPr>
        <p:spPr/>
        <p:txBody>
          <a:bodyPr/>
          <a:lstStyle/>
          <a:p>
            <a:pPr>
              <a:defRPr/>
            </a:pPr>
            <a:r>
              <a:rPr lang="en-US" dirty="0" smtClean="0"/>
              <a:t>Chapter 12: A picture is worth 1024 words _ </a:t>
            </a:r>
            <a:r>
              <a:rPr lang="en-US" dirty="0" err="1" smtClean="0"/>
              <a:t>BayHV</a:t>
            </a:r>
            <a:endParaRPr lang="en-US" dirty="0"/>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sp>
        <p:nvSpPr>
          <p:cNvPr id="6" name="Content Placeholder 2"/>
          <p:cNvSpPr>
            <a:spLocks noGrp="1"/>
          </p:cNvSpPr>
          <p:nvPr>
            <p:ph idx="1"/>
          </p:nvPr>
        </p:nvSpPr>
        <p:spPr>
          <a:xfrm>
            <a:off x="288758" y="1090865"/>
            <a:ext cx="3641558" cy="5502440"/>
          </a:xfrm>
        </p:spPr>
        <p:txBody>
          <a:bodyPr>
            <a:normAutofit fontScale="55000" lnSpcReduction="20000"/>
          </a:bodyPr>
          <a:lstStyle/>
          <a:p>
            <a:r>
              <a:rPr lang="en-US" b="1" dirty="0" smtClean="0"/>
              <a:t>In </a:t>
            </a:r>
            <a:r>
              <a:rPr lang="en-US" b="1" dirty="0"/>
              <a:t>Preparation </a:t>
            </a:r>
            <a:r>
              <a:rPr lang="en-US" dirty="0"/>
              <a:t>The Requester is creating a new </a:t>
            </a:r>
            <a:r>
              <a:rPr lang="en-US" dirty="0" smtClean="0"/>
              <a:t>request.</a:t>
            </a:r>
            <a:endParaRPr lang="en-US" dirty="0"/>
          </a:p>
          <a:p>
            <a:r>
              <a:rPr lang="en-US" b="1" dirty="0" smtClean="0"/>
              <a:t>Postponed </a:t>
            </a:r>
            <a:r>
              <a:rPr lang="en-US" sz="2000" dirty="0" smtClean="0"/>
              <a:t>(</a:t>
            </a:r>
            <a:r>
              <a:rPr lang="en-US" sz="2000" dirty="0" err="1" smtClean="0"/>
              <a:t>trì</a:t>
            </a:r>
            <a:r>
              <a:rPr lang="en-US" sz="2000" dirty="0" smtClean="0"/>
              <a:t> </a:t>
            </a:r>
            <a:r>
              <a:rPr lang="en-US" sz="2000" dirty="0" err="1" smtClean="0"/>
              <a:t>hoãn</a:t>
            </a:r>
            <a:r>
              <a:rPr lang="en-US" sz="2000" dirty="0" smtClean="0"/>
              <a:t>)</a:t>
            </a:r>
            <a:r>
              <a:rPr lang="en-US" dirty="0" smtClean="0"/>
              <a:t>The </a:t>
            </a:r>
            <a:r>
              <a:rPr lang="en-US" dirty="0"/>
              <a:t>Requester saved a partial request for future completion without either submitting the request to the system or canceling the request operation.</a:t>
            </a:r>
          </a:p>
          <a:p>
            <a:r>
              <a:rPr lang="en-US" b="1" dirty="0" smtClean="0"/>
              <a:t>Accepted </a:t>
            </a:r>
            <a:r>
              <a:rPr lang="en-US" dirty="0"/>
              <a:t>The Requester submitted a completed chemical request and the system accepted it for processing.</a:t>
            </a:r>
          </a:p>
          <a:p>
            <a:r>
              <a:rPr lang="en-US" b="1" dirty="0" smtClean="0"/>
              <a:t>Placed </a:t>
            </a:r>
            <a:r>
              <a:rPr lang="en-US" dirty="0"/>
              <a:t>The request must be satisfied by an outside vendor and a buyer has placed an order with the vendor</a:t>
            </a:r>
            <a:r>
              <a:rPr lang="en-US" dirty="0" smtClean="0"/>
              <a:t>.</a:t>
            </a:r>
          </a:p>
          <a:p>
            <a:r>
              <a:rPr lang="en-US" b="1" dirty="0" smtClean="0"/>
              <a:t>Fulfilled </a:t>
            </a:r>
            <a:r>
              <a:rPr lang="en-US" dirty="0"/>
              <a:t>The request has been satisfied, either by the delivery of a chemical container from the chemical stockroom to the Requester or by receipt of a chemical from a vendor.</a:t>
            </a:r>
          </a:p>
          <a:p>
            <a:r>
              <a:rPr lang="en-US" b="1" dirty="0" smtClean="0"/>
              <a:t>Back-ordered </a:t>
            </a:r>
            <a:r>
              <a:rPr lang="en-US" dirty="0"/>
              <a:t>The vendor didn’t have the chemical available and notified the buyer that it was back-ordered for future delivery.</a:t>
            </a:r>
          </a:p>
          <a:p>
            <a:r>
              <a:rPr lang="en-US" b="1" dirty="0" smtClean="0"/>
              <a:t>Canceled </a:t>
            </a:r>
            <a:r>
              <a:rPr lang="en-US" dirty="0"/>
              <a:t>The Requester canceled an accepted request before it was fulfilled, or the buyer canceled a vendor order before it was fulfilled or while it was back-ordered</a:t>
            </a:r>
            <a:r>
              <a:rPr lang="en-US" dirty="0" smtClean="0"/>
              <a:t>.</a:t>
            </a:r>
            <a:endParaRPr lang="en-US" dirty="0"/>
          </a:p>
        </p:txBody>
      </p:sp>
    </p:spTree>
    <p:extLst>
      <p:ext uri="{BB962C8B-B14F-4D97-AF65-F5344CB8AC3E}">
        <p14:creationId xmlns:p14="http://schemas.microsoft.com/office/powerpoint/2010/main" val="3082211610"/>
      </p:ext>
    </p:extLst>
  </p:cSld>
  <p:clrMapOvr>
    <a:masterClrMapping/>
  </p:clrMapOvr>
  <p:transition>
    <p:split orient="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309" y="-4010"/>
            <a:ext cx="6811691" cy="1052161"/>
          </a:xfrm>
        </p:spPr>
        <p:txBody>
          <a:bodyPr/>
          <a:lstStyle/>
          <a:p>
            <a:r>
              <a:rPr lang="en-US" sz="3200" dirty="0"/>
              <a:t>State </a:t>
            </a:r>
            <a:r>
              <a:rPr lang="en-US" sz="3200" dirty="0" smtClean="0"/>
              <a:t>table example</a:t>
            </a:r>
            <a:endParaRPr lang="en-US" sz="3200" dirty="0"/>
          </a:p>
        </p:txBody>
      </p:sp>
      <p:pic>
        <p:nvPicPr>
          <p:cNvPr id="4" name="Picture 3"/>
          <p:cNvPicPr>
            <a:picLocks noChangeAspect="1"/>
          </p:cNvPicPr>
          <p:nvPr/>
        </p:nvPicPr>
        <p:blipFill>
          <a:blip r:embed="rId2"/>
          <a:stretch>
            <a:fillRect/>
          </a:stretch>
        </p:blipFill>
        <p:spPr>
          <a:xfrm>
            <a:off x="457200" y="1148266"/>
            <a:ext cx="8473306" cy="4498555"/>
          </a:xfrm>
          <a:prstGeom prst="rect">
            <a:avLst/>
          </a:prstGeom>
        </p:spPr>
      </p:pic>
      <p:sp>
        <p:nvSpPr>
          <p:cNvPr id="3" name="Footer Placeholder 2"/>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spTree>
    <p:extLst>
      <p:ext uri="{BB962C8B-B14F-4D97-AF65-F5344CB8AC3E}">
        <p14:creationId xmlns:p14="http://schemas.microsoft.com/office/powerpoint/2010/main" val="2091420060"/>
      </p:ext>
    </p:extLst>
  </p:cSld>
  <p:clrMapOvr>
    <a:masterClrMapping/>
  </p:clrMapOvr>
  <p:transition>
    <p:split orient="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115895"/>
          </a:xfrm>
        </p:spPr>
        <p:txBody>
          <a:bodyPr/>
          <a:lstStyle/>
          <a:p>
            <a:r>
              <a:rPr lang="en-US" sz="3200" dirty="0" smtClean="0"/>
              <a:t>Several diagrams for self-studying</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22</a:t>
            </a:fld>
            <a:endParaRPr lang="en-US" dirty="0"/>
          </a:p>
        </p:txBody>
      </p:sp>
      <p:sp>
        <p:nvSpPr>
          <p:cNvPr id="3" name="Content Placeholder 2"/>
          <p:cNvSpPr>
            <a:spLocks noGrp="1"/>
          </p:cNvSpPr>
          <p:nvPr>
            <p:ph idx="1"/>
          </p:nvPr>
        </p:nvSpPr>
        <p:spPr/>
        <p:txBody>
          <a:bodyPr/>
          <a:lstStyle/>
          <a:p>
            <a:r>
              <a:rPr lang="en-US" sz="3200" dirty="0" smtClean="0"/>
              <a:t>Dialog </a:t>
            </a:r>
            <a:r>
              <a:rPr lang="en-US" sz="3200" dirty="0"/>
              <a:t>map</a:t>
            </a:r>
            <a:endParaRPr lang="en-US" sz="3200" dirty="0" smtClean="0"/>
          </a:p>
          <a:p>
            <a:r>
              <a:rPr lang="en-US" sz="3200" dirty="0"/>
              <a:t>Decision tables and decision </a:t>
            </a:r>
            <a:r>
              <a:rPr lang="en-US" sz="3200" dirty="0" smtClean="0"/>
              <a:t>trees</a:t>
            </a:r>
          </a:p>
          <a:p>
            <a:r>
              <a:rPr lang="en-US" sz="3200" dirty="0"/>
              <a:t>Event-response tables</a:t>
            </a:r>
          </a:p>
          <a:p>
            <a:endParaRPr lang="en-US" sz="3200" dirty="0"/>
          </a:p>
        </p:txBody>
      </p:sp>
      <p:pic>
        <p:nvPicPr>
          <p:cNvPr id="6" name="Picture 5"/>
          <p:cNvPicPr>
            <a:picLocks noChangeAspect="1"/>
          </p:cNvPicPr>
          <p:nvPr/>
        </p:nvPicPr>
        <p:blipFill>
          <a:blip r:embed="rId2"/>
          <a:stretch>
            <a:fillRect/>
          </a:stretch>
        </p:blipFill>
        <p:spPr>
          <a:xfrm>
            <a:off x="5592645" y="2704982"/>
            <a:ext cx="3551355" cy="3551355"/>
          </a:xfrm>
          <a:prstGeom prst="rect">
            <a:avLst/>
          </a:prstGeom>
        </p:spPr>
      </p:pic>
    </p:spTree>
    <p:extLst>
      <p:ext uri="{BB962C8B-B14F-4D97-AF65-F5344CB8AC3E}">
        <p14:creationId xmlns:p14="http://schemas.microsoft.com/office/powerpoint/2010/main" val="2624817354"/>
      </p:ext>
    </p:extLst>
  </p:cSld>
  <p:clrMapOvr>
    <a:masterClrMapping/>
  </p:clrMapOvr>
  <p:transition>
    <p:split orient="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Many projects use object-oriented analysis, design, and development methods. </a:t>
            </a:r>
            <a:r>
              <a:rPr lang="en-US" i="1" dirty="0"/>
              <a:t>Objects </a:t>
            </a:r>
            <a:r>
              <a:rPr lang="en-US" dirty="0"/>
              <a:t>typically correspond to real-world items in the </a:t>
            </a:r>
            <a:r>
              <a:rPr lang="en-US" dirty="0" smtClean="0"/>
              <a:t>business. </a:t>
            </a:r>
            <a:r>
              <a:rPr lang="en-US" dirty="0"/>
              <a:t>They represent individual instances derived from a generic template called a </a:t>
            </a:r>
            <a:r>
              <a:rPr lang="en-US" i="1" dirty="0"/>
              <a:t>class</a:t>
            </a:r>
            <a:r>
              <a:rPr lang="en-US" dirty="0"/>
              <a:t>. </a:t>
            </a:r>
            <a:endParaRPr lang="en-US" dirty="0" smtClean="0"/>
          </a:p>
          <a:p>
            <a:r>
              <a:rPr lang="en-US" dirty="0" smtClean="0"/>
              <a:t>Class </a:t>
            </a:r>
            <a:r>
              <a:rPr lang="en-US" dirty="0"/>
              <a:t>descriptions encompass both attributes (data) and the operations that can be performed on the attributes. </a:t>
            </a:r>
            <a:endParaRPr lang="en-US" dirty="0" smtClean="0"/>
          </a:p>
          <a:p>
            <a:r>
              <a:rPr lang="en-US" dirty="0" smtClean="0"/>
              <a:t>A </a:t>
            </a:r>
            <a:r>
              <a:rPr lang="en-US" i="1" dirty="0"/>
              <a:t>class diagram </a:t>
            </a:r>
            <a:r>
              <a:rPr lang="en-US" dirty="0"/>
              <a:t>is a graphical way to depict the classes identified during object-oriented analysis and the relationships among </a:t>
            </a:r>
            <a:r>
              <a:rPr lang="en-US" dirty="0" smtClean="0"/>
              <a:t>them.</a:t>
            </a:r>
          </a:p>
          <a:p>
            <a:r>
              <a:rPr lang="en-US" dirty="0"/>
              <a:t>The standard object-oriented modeling language is the Unified Modeling </a:t>
            </a:r>
            <a:r>
              <a:rPr lang="en-US" dirty="0" smtClean="0"/>
              <a:t>Language. </a:t>
            </a:r>
            <a:r>
              <a:rPr lang="en-US" dirty="0"/>
              <a:t>The UML is primarily used for creating design models. </a:t>
            </a:r>
            <a:endParaRPr lang="en-US" dirty="0" smtClean="0"/>
          </a:p>
          <a:p>
            <a:pPr lvl="1"/>
            <a:r>
              <a:rPr lang="en-US" dirty="0" smtClean="0"/>
              <a:t>Class </a:t>
            </a:r>
            <a:r>
              <a:rPr lang="en-US" dirty="0"/>
              <a:t>diagrams, to show the object classes that pertain </a:t>
            </a:r>
            <a:r>
              <a:rPr lang="en-US" dirty="0" smtClean="0"/>
              <a:t>to </a:t>
            </a:r>
            <a:r>
              <a:rPr lang="en-US" sz="1800" dirty="0" smtClean="0"/>
              <a:t>(</a:t>
            </a:r>
            <a:r>
              <a:rPr lang="en-US" sz="1800" dirty="0" err="1" smtClean="0"/>
              <a:t>gắn</a:t>
            </a:r>
            <a:r>
              <a:rPr lang="en-US" sz="1800" dirty="0" smtClean="0"/>
              <a:t> </a:t>
            </a:r>
            <a:r>
              <a:rPr lang="en-US" sz="1800" dirty="0" err="1" smtClean="0"/>
              <a:t>với</a:t>
            </a:r>
            <a:r>
              <a:rPr lang="en-US" sz="1800" dirty="0" smtClean="0"/>
              <a:t>)</a:t>
            </a:r>
            <a:r>
              <a:rPr lang="en-US" dirty="0" smtClean="0"/>
              <a:t> </a:t>
            </a:r>
            <a:r>
              <a:rPr lang="en-US" dirty="0"/>
              <a:t>the application domain; their attributes, behavior, and properties; and relations among classes. </a:t>
            </a:r>
            <a:endParaRPr lang="en-US" dirty="0" smtClean="0"/>
          </a:p>
          <a:p>
            <a:pPr lvl="1"/>
            <a:r>
              <a:rPr lang="en-US" dirty="0" smtClean="0"/>
              <a:t>Use </a:t>
            </a:r>
            <a:r>
              <a:rPr lang="en-US" dirty="0"/>
              <a:t>case diagrams, to show the relationships between actors external to the system and the use cases with which they </a:t>
            </a:r>
            <a:r>
              <a:rPr lang="en-US" dirty="0" smtClean="0"/>
              <a:t>interact.</a:t>
            </a:r>
            <a:endParaRPr lang="en-US" dirty="0"/>
          </a:p>
        </p:txBody>
      </p:sp>
      <p:sp>
        <p:nvSpPr>
          <p:cNvPr id="2" name="Title 1"/>
          <p:cNvSpPr>
            <a:spLocks noGrp="1"/>
          </p:cNvSpPr>
          <p:nvPr>
            <p:ph type="title"/>
          </p:nvPr>
        </p:nvSpPr>
        <p:spPr>
          <a:xfrm>
            <a:off x="2332309" y="6701"/>
            <a:ext cx="6811691" cy="1052161"/>
          </a:xfrm>
        </p:spPr>
        <p:txBody>
          <a:bodyPr>
            <a:normAutofit/>
          </a:bodyPr>
          <a:lstStyle/>
          <a:p>
            <a:r>
              <a:rPr lang="en-US" sz="3200" dirty="0"/>
              <a:t>A few words about UML </a:t>
            </a:r>
            <a:r>
              <a:rPr lang="en-US" sz="3200" dirty="0" smtClean="0"/>
              <a:t>diagrams</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23</a:t>
            </a:fld>
            <a:endParaRPr lang="en-US" dirty="0"/>
          </a:p>
        </p:txBody>
      </p:sp>
    </p:spTree>
    <p:extLst>
      <p:ext uri="{BB962C8B-B14F-4D97-AF65-F5344CB8AC3E}">
        <p14:creationId xmlns:p14="http://schemas.microsoft.com/office/powerpoint/2010/main" val="3256710325"/>
      </p:ext>
    </p:extLst>
  </p:cSld>
  <p:clrMapOvr>
    <a:masterClrMapping/>
  </p:clrMapOvr>
  <p:transition>
    <p:split orient="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difference in how traditional and agile projects perform modeling is related to when the models are created and the level of detail in </a:t>
            </a:r>
            <a:r>
              <a:rPr lang="en-US" dirty="0" smtClean="0"/>
              <a:t>them.</a:t>
            </a:r>
          </a:p>
          <a:p>
            <a:r>
              <a:rPr lang="en-US" dirty="0"/>
              <a:t>The key point in using analysis models on agile projects—or really, on any project—is to focus on creating only the models you need, only when you need them, and only to the level of detail you need to make sure project stakeholders adequately understand the </a:t>
            </a:r>
            <a:r>
              <a:rPr lang="en-US" dirty="0" smtClean="0"/>
              <a:t>requirements.</a:t>
            </a:r>
            <a:endParaRPr lang="en-US" dirty="0"/>
          </a:p>
        </p:txBody>
      </p:sp>
      <p:sp>
        <p:nvSpPr>
          <p:cNvPr id="2" name="Title 1"/>
          <p:cNvSpPr>
            <a:spLocks noGrp="1"/>
          </p:cNvSpPr>
          <p:nvPr>
            <p:ph type="title"/>
          </p:nvPr>
        </p:nvSpPr>
        <p:spPr>
          <a:xfrm>
            <a:off x="2819400" y="27105"/>
            <a:ext cx="6324600" cy="999590"/>
          </a:xfrm>
        </p:spPr>
        <p:txBody>
          <a:bodyPr>
            <a:normAutofit/>
          </a:bodyPr>
          <a:lstStyle/>
          <a:p>
            <a:r>
              <a:rPr lang="en-US" sz="3200" dirty="0"/>
              <a:t>Modeling on agile </a:t>
            </a:r>
            <a:r>
              <a:rPr lang="en-US" sz="3200" dirty="0" smtClean="0"/>
              <a:t>projects</a:t>
            </a:r>
            <a:endParaRPr lang="en-US" sz="3200" dirty="0"/>
          </a:p>
        </p:txBody>
      </p:sp>
      <p:sp>
        <p:nvSpPr>
          <p:cNvPr id="4" name="Footer Placeholder 3"/>
          <p:cNvSpPr>
            <a:spLocks noGrp="1"/>
          </p:cNvSpPr>
          <p:nvPr>
            <p:ph type="ftr" sz="quarter" idx="10"/>
          </p:nvPr>
        </p:nvSpPr>
        <p:spPr/>
        <p:txBody>
          <a:bodyPr/>
          <a:lstStyle/>
          <a:p>
            <a:pPr>
              <a:defRPr/>
            </a:pPr>
            <a:r>
              <a:rPr lang="en-US" smtClean="0"/>
              <a:t>Chapter 12: A picture is worth 1024 words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24</a:t>
            </a:fld>
            <a:endParaRPr lang="en-US" dirty="0"/>
          </a:p>
        </p:txBody>
      </p:sp>
    </p:spTree>
    <p:extLst>
      <p:ext uri="{BB962C8B-B14F-4D97-AF65-F5344CB8AC3E}">
        <p14:creationId xmlns:p14="http://schemas.microsoft.com/office/powerpoint/2010/main" val="2980581121"/>
      </p:ext>
    </p:extLst>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a:t>
            </a:r>
            <a:r>
              <a:rPr lang="en-US" sz="3200" dirty="0" smtClean="0"/>
              <a:t>12</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25</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8119530"/>
      </p:ext>
    </p:extLst>
  </p:cSld>
  <p:clrMapOvr>
    <a:masterClrMapping/>
  </p:clrMapOvr>
  <p:transition>
    <p:split orient="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Requirements engineering for good practices_BayHV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26</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680761543"/>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609</TotalTime>
  <Words>2637</Words>
  <Application>Microsoft Office PowerPoint</Application>
  <PresentationFormat>On-screen Show (4:3)</PresentationFormat>
  <Paragraphs>216</Paragraphs>
  <Slides>26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Tahoma</vt:lpstr>
      <vt:lpstr>1_template</vt:lpstr>
      <vt:lpstr>CHAPTER 12  A picture is worth 1024 words</vt:lpstr>
      <vt:lpstr>Review chapter 11</vt:lpstr>
      <vt:lpstr>Objectives</vt:lpstr>
      <vt:lpstr> Contents </vt:lpstr>
      <vt:lpstr>A useful of picture in requirements representation</vt:lpstr>
      <vt:lpstr>Modeling the requirements</vt:lpstr>
      <vt:lpstr>Modeling the requirements</vt:lpstr>
      <vt:lpstr>From voice of the customer to analysis models</vt:lpstr>
      <vt:lpstr>From voice of the customer to analysis models</vt:lpstr>
      <vt:lpstr>Selecting the right representations</vt:lpstr>
      <vt:lpstr>Selecting the right representations</vt:lpstr>
      <vt:lpstr>Selecting the right representations</vt:lpstr>
      <vt:lpstr>Selecting the right representations</vt:lpstr>
      <vt:lpstr>Data flow diagram – context diagram</vt:lpstr>
      <vt:lpstr>Dataflow diagram: example</vt:lpstr>
      <vt:lpstr>Dataflow diagram: Explanation</vt:lpstr>
      <vt:lpstr>Swimlane diagram</vt:lpstr>
      <vt:lpstr>Swimlane example</vt:lpstr>
      <vt:lpstr>State-transition diagram  and state table</vt:lpstr>
      <vt:lpstr> State-transition diagram example</vt:lpstr>
      <vt:lpstr>State table example</vt:lpstr>
      <vt:lpstr>Several diagrams for self-studying</vt:lpstr>
      <vt:lpstr>A few words about UML diagrams</vt:lpstr>
      <vt:lpstr>Modeling on agile projects</vt:lpstr>
      <vt:lpstr>Review chapter 12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A picture is worth  1024 words</dc:title>
  <dc:creator>Huong</dc:creator>
  <cp:lastModifiedBy>Huynh Bay</cp:lastModifiedBy>
  <cp:revision>59</cp:revision>
  <dcterms:created xsi:type="dcterms:W3CDTF">2018-04-24T06:45:51Z</dcterms:created>
  <dcterms:modified xsi:type="dcterms:W3CDTF">2020-03-02T09:56:06Z</dcterms:modified>
</cp:coreProperties>
</file>