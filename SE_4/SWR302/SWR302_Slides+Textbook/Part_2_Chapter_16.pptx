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1" r:id="rId1"/>
  </p:sldMasterIdLst>
  <p:notesMasterIdLst>
    <p:notesMasterId r:id="rId17"/>
  </p:notesMasterIdLst>
  <p:handoutMasterIdLst>
    <p:handoutMasterId r:id="rId18"/>
  </p:handoutMasterIdLst>
  <p:sldIdLst>
    <p:sldId id="257" r:id="rId2"/>
    <p:sldId id="266" r:id="rId3"/>
    <p:sldId id="258" r:id="rId4"/>
    <p:sldId id="259" r:id="rId5"/>
    <p:sldId id="260" r:id="rId6"/>
    <p:sldId id="261" r:id="rId7"/>
    <p:sldId id="262" r:id="rId8"/>
    <p:sldId id="263" r:id="rId9"/>
    <p:sldId id="267" r:id="rId10"/>
    <p:sldId id="268" r:id="rId11"/>
    <p:sldId id="269" r:id="rId12"/>
    <p:sldId id="264" r:id="rId13"/>
    <p:sldId id="270" r:id="rId14"/>
    <p:sldId id="271" r:id="rId15"/>
    <p:sldId id="26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788" autoAdjust="0"/>
  </p:normalViewPr>
  <p:slideViewPr>
    <p:cSldViewPr snapToGrid="0">
      <p:cViewPr varScale="1">
        <p:scale>
          <a:sx n="67" d="100"/>
          <a:sy n="67" d="100"/>
        </p:scale>
        <p:origin x="1476" y="72"/>
      </p:cViewPr>
      <p:guideLst/>
    </p:cSldViewPr>
  </p:slideViewPr>
  <p:notesTextViewPr>
    <p:cViewPr>
      <p:scale>
        <a:sx n="1" d="1"/>
        <a:sy n="1" d="1"/>
      </p:scale>
      <p:origin x="0" y="0"/>
    </p:cViewPr>
  </p:notesTextViewPr>
  <p:notesViewPr>
    <p:cSldViewPr snapToGrid="0">
      <p:cViewPr varScale="1">
        <p:scale>
          <a:sx n="60" d="100"/>
          <a:sy n="60" d="100"/>
        </p:scale>
        <p:origin x="24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15 – Risk reduction through prototyping</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Types of prototypes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What &amp; Why?</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Mock-up,</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Proof of concept</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CD9272D-1AC8-4166-B759-BD2460765B07}">
      <dgm:prSet phldrT="[Text]" custT="1"/>
      <dgm:spPr/>
      <dgm:t>
        <a:bodyPr/>
        <a:lstStyle/>
        <a:p>
          <a:r>
            <a:rPr lang="en-US" sz="1200" dirty="0" smtClean="0"/>
            <a:t>Working with prototypes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D666730B-F8C4-489E-87FF-10A9E7718A12}">
      <dgm:prSet phldrT="[Text]" custT="1"/>
      <dgm:spPr/>
      <dgm:t>
        <a:bodyPr/>
        <a:lstStyle/>
        <a:p>
          <a:r>
            <a:rPr lang="en-US" sz="1200" dirty="0" smtClean="0"/>
            <a:t>Throwaway</a:t>
          </a:r>
          <a:endParaRPr lang="en-US" sz="1200" dirty="0"/>
        </a:p>
      </dgm:t>
    </dgm:pt>
    <dgm:pt modelId="{5116E518-2BAD-4C82-9FE3-9CFE788A2A86}" type="parTrans" cxnId="{D8E91F45-3E3F-4C25-B958-AA634A31D61C}">
      <dgm:prSet/>
      <dgm:spPr/>
      <dgm:t>
        <a:bodyPr/>
        <a:lstStyle/>
        <a:p>
          <a:endParaRPr lang="en-US"/>
        </a:p>
      </dgm:t>
    </dgm:pt>
    <dgm:pt modelId="{AA62F5D7-8B80-458D-B0A2-B339292401E3}" type="sibTrans" cxnId="{D8E91F45-3E3F-4C25-B958-AA634A31D61C}">
      <dgm:prSet/>
      <dgm:spPr/>
      <dgm:t>
        <a:bodyPr/>
        <a:lstStyle/>
        <a:p>
          <a:endParaRPr lang="en-US"/>
        </a:p>
      </dgm:t>
    </dgm:pt>
    <dgm:pt modelId="{C179C489-C5FD-40BE-B595-79DE35DDC9CE}">
      <dgm:prSet phldrT="[Text]" custT="1"/>
      <dgm:spPr/>
      <dgm:t>
        <a:bodyPr/>
        <a:lstStyle/>
        <a:p>
          <a:r>
            <a:rPr lang="en-US" sz="1200" dirty="0" smtClean="0"/>
            <a:t>Evolutionary</a:t>
          </a:r>
          <a:endParaRPr lang="en-US" sz="1200" dirty="0"/>
        </a:p>
      </dgm:t>
    </dgm:pt>
    <dgm:pt modelId="{C3D4C136-18A0-41EC-9A0B-E0BF780AC235}" type="parTrans" cxnId="{3EB98175-2383-4E7B-B741-8871F2FEA819}">
      <dgm:prSet/>
      <dgm:spPr/>
      <dgm:t>
        <a:bodyPr/>
        <a:lstStyle/>
        <a:p>
          <a:endParaRPr lang="en-US"/>
        </a:p>
      </dgm:t>
    </dgm:pt>
    <dgm:pt modelId="{B3C36CFC-4222-46ED-A4C4-2E4DCBBEDDAC}" type="sibTrans" cxnId="{3EB98175-2383-4E7B-B741-8871F2FEA819}">
      <dgm:prSet/>
      <dgm:spPr/>
      <dgm:t>
        <a:bodyPr/>
        <a:lstStyle/>
        <a:p>
          <a:endParaRPr lang="en-US"/>
        </a:p>
      </dgm:t>
    </dgm:pt>
    <dgm:pt modelId="{082C692E-C0AB-499C-9E9B-BD67F3F0D18C}">
      <dgm:prSet phldrT="[Text]" custT="1"/>
      <dgm:spPr/>
      <dgm:t>
        <a:bodyPr/>
        <a:lstStyle/>
        <a:p>
          <a:r>
            <a:rPr lang="en-US" sz="1200" dirty="0" smtClean="0"/>
            <a:t>Paper </a:t>
          </a:r>
          <a:endParaRPr lang="en-US" sz="1200" dirty="0"/>
        </a:p>
      </dgm:t>
    </dgm:pt>
    <dgm:pt modelId="{E6962A79-4279-4847-AF21-F58927821798}" type="parTrans" cxnId="{F586FB13-0D2B-473C-B2D0-98545A891549}">
      <dgm:prSet/>
      <dgm:spPr/>
      <dgm:t>
        <a:bodyPr/>
        <a:lstStyle/>
        <a:p>
          <a:endParaRPr lang="en-US"/>
        </a:p>
      </dgm:t>
    </dgm:pt>
    <dgm:pt modelId="{63CCA588-B5C3-4FFE-9A0C-206C647BCEBB}" type="sibTrans" cxnId="{F586FB13-0D2B-473C-B2D0-98545A891549}">
      <dgm:prSet/>
      <dgm:spPr/>
      <dgm:t>
        <a:bodyPr/>
        <a:lstStyle/>
        <a:p>
          <a:endParaRPr lang="en-US"/>
        </a:p>
      </dgm:t>
    </dgm:pt>
    <dgm:pt modelId="{5A81FE1A-C626-4C5E-8DCB-CC602E39566D}">
      <dgm:prSet phldrT="[Text]" custT="1"/>
      <dgm:spPr/>
      <dgm:t>
        <a:bodyPr/>
        <a:lstStyle/>
        <a:p>
          <a:r>
            <a:rPr lang="en-US" sz="1200" dirty="0" smtClean="0"/>
            <a:t>Electronic</a:t>
          </a:r>
          <a:endParaRPr lang="en-US" sz="1200" dirty="0"/>
        </a:p>
      </dgm:t>
    </dgm:pt>
    <dgm:pt modelId="{BD607842-5FCD-4D50-A7A5-45C0EC395A29}" type="parTrans" cxnId="{C3B6CA58-ABC9-4714-B531-65BF24ABCEF9}">
      <dgm:prSet/>
      <dgm:spPr/>
      <dgm:t>
        <a:bodyPr/>
        <a:lstStyle/>
        <a:p>
          <a:endParaRPr lang="en-US"/>
        </a:p>
      </dgm:t>
    </dgm:pt>
    <dgm:pt modelId="{5D22E000-7965-4676-B2E7-119E60ACE1E4}" type="sibTrans" cxnId="{C3B6CA58-ABC9-4714-B531-65BF24ABCEF9}">
      <dgm:prSet/>
      <dgm:spPr/>
      <dgm:t>
        <a:bodyPr/>
        <a:lstStyle/>
        <a:p>
          <a:endParaRPr lang="en-US"/>
        </a:p>
      </dgm:t>
    </dgm:pt>
    <dgm:pt modelId="{6B69A9D6-9AED-45AA-B3E9-D119059C1234}">
      <dgm:prSet phldrT="[Text]" custT="1"/>
      <dgm:spPr/>
      <dgm:t>
        <a:bodyPr/>
        <a:lstStyle/>
        <a:p>
          <a:r>
            <a:rPr lang="en-US" sz="1200" dirty="0" smtClean="0"/>
            <a:t>Use case</a:t>
          </a:r>
          <a:endParaRPr lang="en-US" sz="1200" dirty="0"/>
        </a:p>
      </dgm:t>
    </dgm:pt>
    <dgm:pt modelId="{38FA2678-4F86-40A1-821B-F2EDBBD02DF5}" type="parTrans" cxnId="{49DB2F0B-28E7-4447-9E1F-3BA043EE43DE}">
      <dgm:prSet/>
      <dgm:spPr/>
      <dgm:t>
        <a:bodyPr/>
        <a:lstStyle/>
        <a:p>
          <a:endParaRPr lang="en-US"/>
        </a:p>
      </dgm:t>
    </dgm:pt>
    <dgm:pt modelId="{E037FDFA-12A6-4855-AB40-A35B45A3BC74}" type="sibTrans" cxnId="{49DB2F0B-28E7-4447-9E1F-3BA043EE43DE}">
      <dgm:prSet/>
      <dgm:spPr/>
      <dgm:t>
        <a:bodyPr/>
        <a:lstStyle/>
        <a:p>
          <a:endParaRPr lang="en-US"/>
        </a:p>
      </dgm:t>
    </dgm:pt>
    <dgm:pt modelId="{42697813-E546-4A75-9A82-80BBD259A796}">
      <dgm:prSet phldrT="[Text]" custT="1"/>
      <dgm:spPr/>
      <dgm:t>
        <a:bodyPr/>
        <a:lstStyle/>
        <a:p>
          <a:r>
            <a:rPr lang="en-US" sz="1200" dirty="0" smtClean="0"/>
            <a:t>Dialog map</a:t>
          </a:r>
          <a:endParaRPr lang="en-US" sz="1200" dirty="0"/>
        </a:p>
      </dgm:t>
    </dgm:pt>
    <dgm:pt modelId="{95561690-DAF4-4C42-83FD-AF6358165ED3}" type="parTrans" cxnId="{6D71B66D-2120-4D99-9A38-65F6BB5ECA00}">
      <dgm:prSet/>
      <dgm:spPr/>
      <dgm:t>
        <a:bodyPr/>
        <a:lstStyle/>
        <a:p>
          <a:endParaRPr lang="en-US"/>
        </a:p>
      </dgm:t>
    </dgm:pt>
    <dgm:pt modelId="{03A9D5CD-4CD9-444B-A366-C9A19C1EC646}" type="sibTrans" cxnId="{6D71B66D-2120-4D99-9A38-65F6BB5ECA00}">
      <dgm:prSet/>
      <dgm:spPr/>
      <dgm:t>
        <a:bodyPr/>
        <a:lstStyle/>
        <a:p>
          <a:endParaRPr lang="en-US"/>
        </a:p>
      </dgm:t>
    </dgm:pt>
    <dgm:pt modelId="{B6B46A80-4BC6-4538-990B-765000BB3840}">
      <dgm:prSet phldrT="[Text]" custT="1"/>
      <dgm:spPr/>
      <dgm:t>
        <a:bodyPr/>
        <a:lstStyle/>
        <a:p>
          <a:r>
            <a:rPr lang="en-US" sz="1200" dirty="0" smtClean="0"/>
            <a:t>Prototypes</a:t>
          </a:r>
          <a:endParaRPr lang="en-US" sz="1200" dirty="0"/>
        </a:p>
      </dgm:t>
    </dgm:pt>
    <dgm:pt modelId="{79F5B209-E25D-46D8-8257-1B7E5A604241}" type="parTrans" cxnId="{99511B5D-4F39-416F-8026-0BD3F24DF285}">
      <dgm:prSet/>
      <dgm:spPr/>
      <dgm:t>
        <a:bodyPr/>
        <a:lstStyle/>
        <a:p>
          <a:endParaRPr lang="en-US"/>
        </a:p>
      </dgm:t>
    </dgm:pt>
    <dgm:pt modelId="{776C0810-911A-40BB-A583-1E51C783AC35}" type="sibTrans" cxnId="{99511B5D-4F39-416F-8026-0BD3F24DF285}">
      <dgm:prSet/>
      <dgm:spPr/>
      <dgm:t>
        <a:bodyPr/>
        <a:lstStyle/>
        <a:p>
          <a:endParaRPr lang="en-US"/>
        </a:p>
      </dgm:t>
    </dgm:pt>
    <dgm:pt modelId="{B4490D48-F16E-42A3-A4EA-8C77207C2460}">
      <dgm:prSet phldrT="[Text]" custT="1"/>
      <dgm:spPr/>
      <dgm:t>
        <a:bodyPr/>
        <a:lstStyle/>
        <a:p>
          <a:r>
            <a:rPr lang="en-US" sz="1200" dirty="0" smtClean="0"/>
            <a:t>User interface design</a:t>
          </a:r>
          <a:endParaRPr lang="en-US" sz="1200" dirty="0"/>
        </a:p>
      </dgm:t>
    </dgm:pt>
    <dgm:pt modelId="{68EADB79-E7DD-40D3-9CF1-65D2EE115C12}" type="parTrans" cxnId="{D20269E8-805A-4544-B292-55FEA8C0FA55}">
      <dgm:prSet/>
      <dgm:spPr/>
      <dgm:t>
        <a:bodyPr/>
        <a:lstStyle/>
        <a:p>
          <a:endParaRPr lang="en-US"/>
        </a:p>
      </dgm:t>
    </dgm:pt>
    <dgm:pt modelId="{8B13D783-87A3-47F0-856B-873A2BBE2502}" type="sibTrans" cxnId="{D20269E8-805A-4544-B292-55FEA8C0FA55}">
      <dgm:prSet/>
      <dgm:spPr/>
      <dgm:t>
        <a:bodyPr/>
        <a:lstStyle/>
        <a:p>
          <a:endParaRPr lang="en-US"/>
        </a:p>
      </dgm:t>
    </dgm:pt>
    <dgm:pt modelId="{BB9574AB-A1DA-4110-B9DD-0585676408E6}">
      <dgm:prSet phldrT="[Text]" custT="1"/>
      <dgm:spPr/>
      <dgm:t>
        <a:bodyPr/>
        <a:lstStyle/>
        <a:p>
          <a:r>
            <a:rPr lang="en-US" sz="1200" dirty="0" smtClean="0"/>
            <a:t>Prototype evaluation</a:t>
          </a:r>
          <a:endParaRPr lang="en-US" sz="1200" dirty="0"/>
        </a:p>
      </dgm:t>
    </dgm:pt>
    <dgm:pt modelId="{EF244CF0-2309-4984-909D-0C3CCDEF1DAF}" type="parTrans" cxnId="{F60BE3C9-C32F-4FBF-9617-9CADD798FF81}">
      <dgm:prSet/>
      <dgm:spPr/>
      <dgm:t>
        <a:bodyPr/>
        <a:lstStyle/>
        <a:p>
          <a:endParaRPr lang="en-US"/>
        </a:p>
      </dgm:t>
    </dgm:pt>
    <dgm:pt modelId="{CA2A76C8-2779-410E-945B-371DEEEEFD29}" type="sibTrans" cxnId="{F60BE3C9-C32F-4FBF-9617-9CADD798FF81}">
      <dgm:prSet/>
      <dgm:spPr/>
      <dgm:t>
        <a:bodyPr/>
        <a:lstStyle/>
        <a:p>
          <a:endParaRPr lang="en-US"/>
        </a:p>
      </dgm:t>
    </dgm:pt>
    <dgm:pt modelId="{281F0229-B4CC-41F2-B955-4ADF05E43AD3}">
      <dgm:prSet phldrT="[Text]" custT="1"/>
      <dgm:spPr/>
      <dgm:t>
        <a:bodyPr/>
        <a:lstStyle/>
        <a:p>
          <a:r>
            <a:rPr lang="en-US" sz="1200" dirty="0" smtClean="0"/>
            <a:t>Risks of prototyping</a:t>
          </a:r>
          <a:endParaRPr lang="en-US" sz="1200" dirty="0"/>
        </a:p>
      </dgm:t>
    </dgm:pt>
    <dgm:pt modelId="{794AC602-8301-4F52-8379-3966F1A32012}" type="parTrans" cxnId="{19D06532-C616-4909-B6EB-C1F81F77C8F3}">
      <dgm:prSet/>
      <dgm:spPr/>
      <dgm:t>
        <a:bodyPr/>
        <a:lstStyle/>
        <a:p>
          <a:endParaRPr lang="en-US"/>
        </a:p>
      </dgm:t>
    </dgm:pt>
    <dgm:pt modelId="{518DE37A-0863-4122-A09F-3ED343808B3B}" type="sibTrans" cxnId="{19D06532-C616-4909-B6EB-C1F81F77C8F3}">
      <dgm:prSet/>
      <dgm:spPr/>
      <dgm:t>
        <a:bodyPr/>
        <a:lstStyle/>
        <a:p>
          <a:endParaRPr lang="en-US"/>
        </a:p>
      </dgm:t>
    </dgm:pt>
    <dgm:pt modelId="{54F59EC5-3963-479D-8F75-F749773BF388}">
      <dgm:prSet phldrT="[Text]" custT="1"/>
      <dgm:spPr/>
      <dgm:t>
        <a:bodyPr/>
        <a:lstStyle/>
        <a:p>
          <a:r>
            <a:rPr lang="en-US" sz="1200" dirty="0" smtClean="0"/>
            <a:t>Prototype success factors</a:t>
          </a:r>
          <a:endParaRPr lang="en-US" sz="1200" dirty="0"/>
        </a:p>
      </dgm:t>
    </dgm:pt>
    <dgm:pt modelId="{1E45622F-2B99-4B14-AE10-6DB2DE31EC3D}" type="parTrans" cxnId="{3C8CA309-B011-40C9-8E87-44DC20B0587E}">
      <dgm:prSet/>
      <dgm:spPr/>
      <dgm:t>
        <a:bodyPr/>
        <a:lstStyle/>
        <a:p>
          <a:endParaRPr lang="en-US"/>
        </a:p>
      </dgm:t>
    </dgm:pt>
    <dgm:pt modelId="{21DC572D-5FD0-46CD-BB9E-753B40B49E1D}" type="sibTrans" cxnId="{3C8CA309-B011-40C9-8E87-44DC20B0587E}">
      <dgm:prSet/>
      <dgm:spPr/>
      <dgm:t>
        <a:bodyPr/>
        <a:lstStyle/>
        <a:p>
          <a:endParaRPr lang="en-US"/>
        </a:p>
      </dgm:t>
    </dgm:pt>
    <dgm:pt modelId="{C3C8ED6E-CB8F-46FC-86FF-49A525C7A6EC}">
      <dgm:prSet phldrT="[Text]" custT="1"/>
      <dgm:spPr/>
      <dgm:t>
        <a:bodyPr/>
        <a:lstStyle/>
        <a:p>
          <a:r>
            <a:rPr lang="en-US" sz="1200" dirty="0" smtClean="0"/>
            <a:t>Notes for prototypes</a:t>
          </a:r>
          <a:endParaRPr lang="en-US" sz="1200" dirty="0"/>
        </a:p>
      </dgm:t>
    </dgm:pt>
    <dgm:pt modelId="{662137B2-EBFF-4B77-8453-809C32C53449}" type="parTrans" cxnId="{5384FE3E-E24B-492E-BA3C-4238DC0F5262}">
      <dgm:prSet/>
      <dgm:spPr/>
      <dgm:t>
        <a:bodyPr/>
        <a:lstStyle/>
        <a:p>
          <a:endParaRPr lang="en-US"/>
        </a:p>
      </dgm:t>
    </dgm:pt>
    <dgm:pt modelId="{C6E8CE1A-E4DC-479C-A139-38A9011B2C9F}" type="sibTrans" cxnId="{5384FE3E-E24B-492E-BA3C-4238DC0F5262}">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0" presStyleCnt="13"/>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0" presStyleCnt="13" custScaleX="96004" custScaleY="90830">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0" presStyleCnt="13"/>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1" presStyleCnt="13"/>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1" presStyleCnt="13" custScaleX="96004" custScaleY="90830">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1" presStyleCnt="13"/>
      <dgm:spPr/>
      <dgm:t>
        <a:bodyPr/>
        <a:lstStyle/>
        <a:p>
          <a:endParaRPr lang="en-US"/>
        </a:p>
      </dgm:t>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A4659DA7-BC81-4AD7-B119-499310DCB294}" type="pres">
      <dgm:prSet presAssocID="{5116E518-2BAD-4C82-9FE3-9CFE788A2A86}" presName="Name37" presStyleLbl="parChTrans1D3" presStyleIdx="2" presStyleCnt="13"/>
      <dgm:spPr/>
      <dgm:t>
        <a:bodyPr/>
        <a:lstStyle/>
        <a:p>
          <a:endParaRPr lang="en-US"/>
        </a:p>
      </dgm:t>
    </dgm:pt>
    <dgm:pt modelId="{5F67BCF6-AFDE-4A66-9367-5CFB9E350F0E}" type="pres">
      <dgm:prSet presAssocID="{D666730B-F8C4-489E-87FF-10A9E7718A12}" presName="hierRoot2" presStyleCnt="0">
        <dgm:presLayoutVars>
          <dgm:hierBranch val="init"/>
        </dgm:presLayoutVars>
      </dgm:prSet>
      <dgm:spPr/>
    </dgm:pt>
    <dgm:pt modelId="{859B8FF5-4405-484B-B2CE-935551FAD375}" type="pres">
      <dgm:prSet presAssocID="{D666730B-F8C4-489E-87FF-10A9E7718A12}" presName="rootComposite" presStyleCnt="0"/>
      <dgm:spPr/>
    </dgm:pt>
    <dgm:pt modelId="{256AF9DD-6748-4D88-A3F9-C1BEAA44B2B7}" type="pres">
      <dgm:prSet presAssocID="{D666730B-F8C4-489E-87FF-10A9E7718A12}" presName="rootText" presStyleLbl="node3" presStyleIdx="2" presStyleCnt="13">
        <dgm:presLayoutVars>
          <dgm:chPref val="3"/>
        </dgm:presLayoutVars>
      </dgm:prSet>
      <dgm:spPr/>
      <dgm:t>
        <a:bodyPr/>
        <a:lstStyle/>
        <a:p>
          <a:endParaRPr lang="en-US"/>
        </a:p>
      </dgm:t>
    </dgm:pt>
    <dgm:pt modelId="{4128B72E-9B9F-4920-9B55-B09D02FD46D5}" type="pres">
      <dgm:prSet presAssocID="{D666730B-F8C4-489E-87FF-10A9E7718A12}" presName="rootConnector" presStyleLbl="node3" presStyleIdx="2" presStyleCnt="13"/>
      <dgm:spPr/>
      <dgm:t>
        <a:bodyPr/>
        <a:lstStyle/>
        <a:p>
          <a:endParaRPr lang="en-US"/>
        </a:p>
      </dgm:t>
    </dgm:pt>
    <dgm:pt modelId="{BD2ED242-B737-492C-A274-8E21C92E3844}" type="pres">
      <dgm:prSet presAssocID="{D666730B-F8C4-489E-87FF-10A9E7718A12}" presName="hierChild4" presStyleCnt="0"/>
      <dgm:spPr/>
    </dgm:pt>
    <dgm:pt modelId="{519FABC1-2AEB-4F67-88AD-513AE4929F7E}" type="pres">
      <dgm:prSet presAssocID="{D666730B-F8C4-489E-87FF-10A9E7718A12}" presName="hierChild5" presStyleCnt="0"/>
      <dgm:spPr/>
    </dgm:pt>
    <dgm:pt modelId="{3B638B4C-53A5-4D12-B60D-D4DA913A425A}" type="pres">
      <dgm:prSet presAssocID="{C3D4C136-18A0-41EC-9A0B-E0BF780AC235}" presName="Name37" presStyleLbl="parChTrans1D3" presStyleIdx="3" presStyleCnt="13"/>
      <dgm:spPr/>
      <dgm:t>
        <a:bodyPr/>
        <a:lstStyle/>
        <a:p>
          <a:endParaRPr lang="en-US"/>
        </a:p>
      </dgm:t>
    </dgm:pt>
    <dgm:pt modelId="{A1F93EC6-5D1E-4398-8294-98711092A667}" type="pres">
      <dgm:prSet presAssocID="{C179C489-C5FD-40BE-B595-79DE35DDC9CE}" presName="hierRoot2" presStyleCnt="0">
        <dgm:presLayoutVars>
          <dgm:hierBranch val="init"/>
        </dgm:presLayoutVars>
      </dgm:prSet>
      <dgm:spPr/>
    </dgm:pt>
    <dgm:pt modelId="{F830BFCF-A416-4E42-8BCA-735A583E9BC7}" type="pres">
      <dgm:prSet presAssocID="{C179C489-C5FD-40BE-B595-79DE35DDC9CE}" presName="rootComposite" presStyleCnt="0"/>
      <dgm:spPr/>
    </dgm:pt>
    <dgm:pt modelId="{A6B16DE7-0EC3-4396-BFD5-DD7A7D622CAB}" type="pres">
      <dgm:prSet presAssocID="{C179C489-C5FD-40BE-B595-79DE35DDC9CE}" presName="rootText" presStyleLbl="node3" presStyleIdx="3" presStyleCnt="13">
        <dgm:presLayoutVars>
          <dgm:chPref val="3"/>
        </dgm:presLayoutVars>
      </dgm:prSet>
      <dgm:spPr/>
      <dgm:t>
        <a:bodyPr/>
        <a:lstStyle/>
        <a:p>
          <a:endParaRPr lang="en-US"/>
        </a:p>
      </dgm:t>
    </dgm:pt>
    <dgm:pt modelId="{C6C7CF8B-FF9C-4425-9DB9-B4FD302B57E8}" type="pres">
      <dgm:prSet presAssocID="{C179C489-C5FD-40BE-B595-79DE35DDC9CE}" presName="rootConnector" presStyleLbl="node3" presStyleIdx="3" presStyleCnt="13"/>
      <dgm:spPr/>
      <dgm:t>
        <a:bodyPr/>
        <a:lstStyle/>
        <a:p>
          <a:endParaRPr lang="en-US"/>
        </a:p>
      </dgm:t>
    </dgm:pt>
    <dgm:pt modelId="{479B77CE-065C-4C1C-805B-817122889D5B}" type="pres">
      <dgm:prSet presAssocID="{C179C489-C5FD-40BE-B595-79DE35DDC9CE}" presName="hierChild4" presStyleCnt="0"/>
      <dgm:spPr/>
    </dgm:pt>
    <dgm:pt modelId="{221F0C01-B0EA-4502-91B4-DB63F9074299}" type="pres">
      <dgm:prSet presAssocID="{C179C489-C5FD-40BE-B595-79DE35DDC9CE}" presName="hierChild5" presStyleCnt="0"/>
      <dgm:spPr/>
    </dgm:pt>
    <dgm:pt modelId="{0D3AFCB4-FE14-4EDA-A0F6-3A2828B10060}" type="pres">
      <dgm:prSet presAssocID="{E6962A79-4279-4847-AF21-F58927821798}" presName="Name37" presStyleLbl="parChTrans1D3" presStyleIdx="4" presStyleCnt="13"/>
      <dgm:spPr/>
      <dgm:t>
        <a:bodyPr/>
        <a:lstStyle/>
        <a:p>
          <a:endParaRPr lang="en-US"/>
        </a:p>
      </dgm:t>
    </dgm:pt>
    <dgm:pt modelId="{EA6CED2A-8D06-4653-AED9-289FE3D25025}" type="pres">
      <dgm:prSet presAssocID="{082C692E-C0AB-499C-9E9B-BD67F3F0D18C}" presName="hierRoot2" presStyleCnt="0">
        <dgm:presLayoutVars>
          <dgm:hierBranch val="init"/>
        </dgm:presLayoutVars>
      </dgm:prSet>
      <dgm:spPr/>
    </dgm:pt>
    <dgm:pt modelId="{B22A0421-5013-460B-9259-F96D72B09F8C}" type="pres">
      <dgm:prSet presAssocID="{082C692E-C0AB-499C-9E9B-BD67F3F0D18C}" presName="rootComposite" presStyleCnt="0"/>
      <dgm:spPr/>
    </dgm:pt>
    <dgm:pt modelId="{1BF91BE6-53E2-43C3-9198-6D241126B573}" type="pres">
      <dgm:prSet presAssocID="{082C692E-C0AB-499C-9E9B-BD67F3F0D18C}" presName="rootText" presStyleLbl="node3" presStyleIdx="4" presStyleCnt="13">
        <dgm:presLayoutVars>
          <dgm:chPref val="3"/>
        </dgm:presLayoutVars>
      </dgm:prSet>
      <dgm:spPr/>
      <dgm:t>
        <a:bodyPr/>
        <a:lstStyle/>
        <a:p>
          <a:endParaRPr lang="en-US"/>
        </a:p>
      </dgm:t>
    </dgm:pt>
    <dgm:pt modelId="{9139EBD0-8CA0-40E7-B916-B498CABC6E40}" type="pres">
      <dgm:prSet presAssocID="{082C692E-C0AB-499C-9E9B-BD67F3F0D18C}" presName="rootConnector" presStyleLbl="node3" presStyleIdx="4" presStyleCnt="13"/>
      <dgm:spPr/>
      <dgm:t>
        <a:bodyPr/>
        <a:lstStyle/>
        <a:p>
          <a:endParaRPr lang="en-US"/>
        </a:p>
      </dgm:t>
    </dgm:pt>
    <dgm:pt modelId="{8F98789F-787B-4C56-A59A-39B5C9D978BB}" type="pres">
      <dgm:prSet presAssocID="{082C692E-C0AB-499C-9E9B-BD67F3F0D18C}" presName="hierChild4" presStyleCnt="0"/>
      <dgm:spPr/>
    </dgm:pt>
    <dgm:pt modelId="{110196F9-E757-42ED-A1E6-4D38BDFBE94D}" type="pres">
      <dgm:prSet presAssocID="{082C692E-C0AB-499C-9E9B-BD67F3F0D18C}" presName="hierChild5" presStyleCnt="0"/>
      <dgm:spPr/>
    </dgm:pt>
    <dgm:pt modelId="{9D1CB3D7-3ED8-4E7D-A415-7FE8A60495E3}" type="pres">
      <dgm:prSet presAssocID="{BD607842-5FCD-4D50-A7A5-45C0EC395A29}" presName="Name37" presStyleLbl="parChTrans1D3" presStyleIdx="5" presStyleCnt="13"/>
      <dgm:spPr/>
      <dgm:t>
        <a:bodyPr/>
        <a:lstStyle/>
        <a:p>
          <a:endParaRPr lang="en-US"/>
        </a:p>
      </dgm:t>
    </dgm:pt>
    <dgm:pt modelId="{D0F4501F-62CD-4DCD-8588-917F775CF51F}" type="pres">
      <dgm:prSet presAssocID="{5A81FE1A-C626-4C5E-8DCB-CC602E39566D}" presName="hierRoot2" presStyleCnt="0">
        <dgm:presLayoutVars>
          <dgm:hierBranch val="init"/>
        </dgm:presLayoutVars>
      </dgm:prSet>
      <dgm:spPr/>
    </dgm:pt>
    <dgm:pt modelId="{6BC7DF0A-7CC6-49F2-970F-147D3547F936}" type="pres">
      <dgm:prSet presAssocID="{5A81FE1A-C626-4C5E-8DCB-CC602E39566D}" presName="rootComposite" presStyleCnt="0"/>
      <dgm:spPr/>
    </dgm:pt>
    <dgm:pt modelId="{A6130F63-8B94-4835-9CA1-204FC5D4C76D}" type="pres">
      <dgm:prSet presAssocID="{5A81FE1A-C626-4C5E-8DCB-CC602E39566D}" presName="rootText" presStyleLbl="node3" presStyleIdx="5" presStyleCnt="13">
        <dgm:presLayoutVars>
          <dgm:chPref val="3"/>
        </dgm:presLayoutVars>
      </dgm:prSet>
      <dgm:spPr/>
      <dgm:t>
        <a:bodyPr/>
        <a:lstStyle/>
        <a:p>
          <a:endParaRPr lang="en-US"/>
        </a:p>
      </dgm:t>
    </dgm:pt>
    <dgm:pt modelId="{4ED11279-92EA-44D0-90B8-58483C305B1E}" type="pres">
      <dgm:prSet presAssocID="{5A81FE1A-C626-4C5E-8DCB-CC602E39566D}" presName="rootConnector" presStyleLbl="node3" presStyleIdx="5" presStyleCnt="13"/>
      <dgm:spPr/>
      <dgm:t>
        <a:bodyPr/>
        <a:lstStyle/>
        <a:p>
          <a:endParaRPr lang="en-US"/>
        </a:p>
      </dgm:t>
    </dgm:pt>
    <dgm:pt modelId="{7A64ED89-A594-4C1F-8749-09D00865C54F}" type="pres">
      <dgm:prSet presAssocID="{5A81FE1A-C626-4C5E-8DCB-CC602E39566D}" presName="hierChild4" presStyleCnt="0"/>
      <dgm:spPr/>
    </dgm:pt>
    <dgm:pt modelId="{FD5D6F5D-940A-405C-A86F-57AABE2C488B}" type="pres">
      <dgm:prSet presAssocID="{5A81FE1A-C626-4C5E-8DCB-CC602E39566D}" presName="hierChild5" presStyleCnt="0"/>
      <dgm:spPr/>
    </dgm:pt>
    <dgm:pt modelId="{3E362709-8DF5-4ED1-BE78-2D67C7F6CD59}" type="pres">
      <dgm:prSet presAssocID="{620DD3EC-BDCD-468B-B566-7FE2B848507E}" presName="hierChild5" presStyleCnt="0"/>
      <dgm:spPr/>
    </dgm:pt>
    <dgm:pt modelId="{41173D40-128D-4048-83A1-7C68DE4B0041}" type="pres">
      <dgm:prSet presAssocID="{4A0D96F5-06D9-485F-AEB5-2B27D37DA6F8}" presName="Name37" presStyleLbl="parChTrans1D2" presStyleIdx="2" presStyleCnt="4"/>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2" presStyleCnt="4" custScaleX="166646" custScaleY="107464" custLinFactNeighborX="4006" custLinFactNeighborY="12120">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2" presStyleCnt="4"/>
      <dgm:spPr/>
      <dgm:t>
        <a:bodyPr/>
        <a:lstStyle/>
        <a:p>
          <a:endParaRPr lang="en-US"/>
        </a:p>
      </dgm:t>
    </dgm:pt>
    <dgm:pt modelId="{89E75F9B-EF94-49CA-B184-A185FABDCC9E}" type="pres">
      <dgm:prSet presAssocID="{1CD9272D-1AC8-4166-B759-BD2460765B07}" presName="hierChild4" presStyleCnt="0"/>
      <dgm:spPr/>
    </dgm:pt>
    <dgm:pt modelId="{424CB9F7-BD12-464D-9D50-35FB2F2EE2BA}" type="pres">
      <dgm:prSet presAssocID="{38FA2678-4F86-40A1-821B-F2EDBBD02DF5}" presName="Name37" presStyleLbl="parChTrans1D3" presStyleIdx="6" presStyleCnt="13"/>
      <dgm:spPr/>
      <dgm:t>
        <a:bodyPr/>
        <a:lstStyle/>
        <a:p>
          <a:endParaRPr lang="en-US"/>
        </a:p>
      </dgm:t>
    </dgm:pt>
    <dgm:pt modelId="{08B9B998-E2DF-408D-9786-09318B4802CF}" type="pres">
      <dgm:prSet presAssocID="{6B69A9D6-9AED-45AA-B3E9-D119059C1234}" presName="hierRoot2" presStyleCnt="0">
        <dgm:presLayoutVars>
          <dgm:hierBranch val="init"/>
        </dgm:presLayoutVars>
      </dgm:prSet>
      <dgm:spPr/>
    </dgm:pt>
    <dgm:pt modelId="{FBB51A07-7046-494C-9B19-35FB3F9993E8}" type="pres">
      <dgm:prSet presAssocID="{6B69A9D6-9AED-45AA-B3E9-D119059C1234}" presName="rootComposite" presStyleCnt="0"/>
      <dgm:spPr/>
    </dgm:pt>
    <dgm:pt modelId="{A09725EF-3FB3-4768-97B8-009E6D2343F4}" type="pres">
      <dgm:prSet presAssocID="{6B69A9D6-9AED-45AA-B3E9-D119059C1234}" presName="rootText" presStyleLbl="node3" presStyleIdx="6" presStyleCnt="13">
        <dgm:presLayoutVars>
          <dgm:chPref val="3"/>
        </dgm:presLayoutVars>
      </dgm:prSet>
      <dgm:spPr/>
      <dgm:t>
        <a:bodyPr/>
        <a:lstStyle/>
        <a:p>
          <a:endParaRPr lang="en-US"/>
        </a:p>
      </dgm:t>
    </dgm:pt>
    <dgm:pt modelId="{D791631C-CA1E-463B-8EE6-8A6528A12700}" type="pres">
      <dgm:prSet presAssocID="{6B69A9D6-9AED-45AA-B3E9-D119059C1234}" presName="rootConnector" presStyleLbl="node3" presStyleIdx="6" presStyleCnt="13"/>
      <dgm:spPr/>
      <dgm:t>
        <a:bodyPr/>
        <a:lstStyle/>
        <a:p>
          <a:endParaRPr lang="en-US"/>
        </a:p>
      </dgm:t>
    </dgm:pt>
    <dgm:pt modelId="{676A0363-27B6-45A8-9F46-A1DB09F6CBEA}" type="pres">
      <dgm:prSet presAssocID="{6B69A9D6-9AED-45AA-B3E9-D119059C1234}" presName="hierChild4" presStyleCnt="0"/>
      <dgm:spPr/>
    </dgm:pt>
    <dgm:pt modelId="{C67584F9-D296-46FC-B19E-38D5A48B7A9E}" type="pres">
      <dgm:prSet presAssocID="{6B69A9D6-9AED-45AA-B3E9-D119059C1234}" presName="hierChild5" presStyleCnt="0"/>
      <dgm:spPr/>
    </dgm:pt>
    <dgm:pt modelId="{3459CCC4-62B6-4304-A245-416B7C7F84E8}" type="pres">
      <dgm:prSet presAssocID="{95561690-DAF4-4C42-83FD-AF6358165ED3}" presName="Name37" presStyleLbl="parChTrans1D3" presStyleIdx="7" presStyleCnt="13"/>
      <dgm:spPr/>
      <dgm:t>
        <a:bodyPr/>
        <a:lstStyle/>
        <a:p>
          <a:endParaRPr lang="en-US"/>
        </a:p>
      </dgm:t>
    </dgm:pt>
    <dgm:pt modelId="{C92B4941-34DD-4A97-B517-DFD626A6EC86}" type="pres">
      <dgm:prSet presAssocID="{42697813-E546-4A75-9A82-80BBD259A796}" presName="hierRoot2" presStyleCnt="0">
        <dgm:presLayoutVars>
          <dgm:hierBranch val="init"/>
        </dgm:presLayoutVars>
      </dgm:prSet>
      <dgm:spPr/>
    </dgm:pt>
    <dgm:pt modelId="{9BEBD7A7-D453-460B-8645-3FAF230EF8EF}" type="pres">
      <dgm:prSet presAssocID="{42697813-E546-4A75-9A82-80BBD259A796}" presName="rootComposite" presStyleCnt="0"/>
      <dgm:spPr/>
    </dgm:pt>
    <dgm:pt modelId="{736A3B4F-561D-45EE-A5B3-1EDEA71440B6}" type="pres">
      <dgm:prSet presAssocID="{42697813-E546-4A75-9A82-80BBD259A796}" presName="rootText" presStyleLbl="node3" presStyleIdx="7" presStyleCnt="13">
        <dgm:presLayoutVars>
          <dgm:chPref val="3"/>
        </dgm:presLayoutVars>
      </dgm:prSet>
      <dgm:spPr/>
      <dgm:t>
        <a:bodyPr/>
        <a:lstStyle/>
        <a:p>
          <a:endParaRPr lang="en-US"/>
        </a:p>
      </dgm:t>
    </dgm:pt>
    <dgm:pt modelId="{67EBBFD6-CEA6-4954-8670-2F6F47ADC04F}" type="pres">
      <dgm:prSet presAssocID="{42697813-E546-4A75-9A82-80BBD259A796}" presName="rootConnector" presStyleLbl="node3" presStyleIdx="7" presStyleCnt="13"/>
      <dgm:spPr/>
      <dgm:t>
        <a:bodyPr/>
        <a:lstStyle/>
        <a:p>
          <a:endParaRPr lang="en-US"/>
        </a:p>
      </dgm:t>
    </dgm:pt>
    <dgm:pt modelId="{46ECF8AA-004F-46F6-B3CB-8822362535F7}" type="pres">
      <dgm:prSet presAssocID="{42697813-E546-4A75-9A82-80BBD259A796}" presName="hierChild4" presStyleCnt="0"/>
      <dgm:spPr/>
    </dgm:pt>
    <dgm:pt modelId="{535BC9BA-727A-4FEA-8341-94DDD273C95C}" type="pres">
      <dgm:prSet presAssocID="{42697813-E546-4A75-9A82-80BBD259A796}" presName="hierChild5" presStyleCnt="0"/>
      <dgm:spPr/>
    </dgm:pt>
    <dgm:pt modelId="{142A7032-47B0-4992-A51C-9BDAFA692CCD}" type="pres">
      <dgm:prSet presAssocID="{79F5B209-E25D-46D8-8257-1B7E5A604241}" presName="Name37" presStyleLbl="parChTrans1D3" presStyleIdx="8" presStyleCnt="13"/>
      <dgm:spPr/>
      <dgm:t>
        <a:bodyPr/>
        <a:lstStyle/>
        <a:p>
          <a:endParaRPr lang="en-US"/>
        </a:p>
      </dgm:t>
    </dgm:pt>
    <dgm:pt modelId="{D06AE94A-73F3-4302-BD46-1D2C449066A7}" type="pres">
      <dgm:prSet presAssocID="{B6B46A80-4BC6-4538-990B-765000BB3840}" presName="hierRoot2" presStyleCnt="0">
        <dgm:presLayoutVars>
          <dgm:hierBranch val="init"/>
        </dgm:presLayoutVars>
      </dgm:prSet>
      <dgm:spPr/>
    </dgm:pt>
    <dgm:pt modelId="{7C289C7B-800A-455D-A2FD-D8ADDB615D9B}" type="pres">
      <dgm:prSet presAssocID="{B6B46A80-4BC6-4538-990B-765000BB3840}" presName="rootComposite" presStyleCnt="0"/>
      <dgm:spPr/>
    </dgm:pt>
    <dgm:pt modelId="{E8405D25-25CC-425F-BB3B-45D71B4B4888}" type="pres">
      <dgm:prSet presAssocID="{B6B46A80-4BC6-4538-990B-765000BB3840}" presName="rootText" presStyleLbl="node3" presStyleIdx="8" presStyleCnt="13">
        <dgm:presLayoutVars>
          <dgm:chPref val="3"/>
        </dgm:presLayoutVars>
      </dgm:prSet>
      <dgm:spPr/>
      <dgm:t>
        <a:bodyPr/>
        <a:lstStyle/>
        <a:p>
          <a:endParaRPr lang="en-US"/>
        </a:p>
      </dgm:t>
    </dgm:pt>
    <dgm:pt modelId="{2627E1BA-B8D3-41C4-B4A5-D58B4B67F693}" type="pres">
      <dgm:prSet presAssocID="{B6B46A80-4BC6-4538-990B-765000BB3840}" presName="rootConnector" presStyleLbl="node3" presStyleIdx="8" presStyleCnt="13"/>
      <dgm:spPr/>
      <dgm:t>
        <a:bodyPr/>
        <a:lstStyle/>
        <a:p>
          <a:endParaRPr lang="en-US"/>
        </a:p>
      </dgm:t>
    </dgm:pt>
    <dgm:pt modelId="{526A5564-593C-436B-8FED-B33179049F37}" type="pres">
      <dgm:prSet presAssocID="{B6B46A80-4BC6-4538-990B-765000BB3840}" presName="hierChild4" presStyleCnt="0"/>
      <dgm:spPr/>
    </dgm:pt>
    <dgm:pt modelId="{4328706F-62C7-468E-A355-C2C3C87AF44E}" type="pres">
      <dgm:prSet presAssocID="{B6B46A80-4BC6-4538-990B-765000BB3840}" presName="hierChild5" presStyleCnt="0"/>
      <dgm:spPr/>
    </dgm:pt>
    <dgm:pt modelId="{64CB3B5C-CA39-4C43-A505-7D2BC5392DCD}" type="pres">
      <dgm:prSet presAssocID="{68EADB79-E7DD-40D3-9CF1-65D2EE115C12}" presName="Name37" presStyleLbl="parChTrans1D3" presStyleIdx="9" presStyleCnt="13"/>
      <dgm:spPr/>
      <dgm:t>
        <a:bodyPr/>
        <a:lstStyle/>
        <a:p>
          <a:endParaRPr lang="en-US"/>
        </a:p>
      </dgm:t>
    </dgm:pt>
    <dgm:pt modelId="{4D487DFD-22CF-498C-8628-F74B4E26E02B}" type="pres">
      <dgm:prSet presAssocID="{B4490D48-F16E-42A3-A4EA-8C77207C2460}" presName="hierRoot2" presStyleCnt="0">
        <dgm:presLayoutVars>
          <dgm:hierBranch val="init"/>
        </dgm:presLayoutVars>
      </dgm:prSet>
      <dgm:spPr/>
    </dgm:pt>
    <dgm:pt modelId="{A885801D-CD75-4E54-A4E7-62C765E8231F}" type="pres">
      <dgm:prSet presAssocID="{B4490D48-F16E-42A3-A4EA-8C77207C2460}" presName="rootComposite" presStyleCnt="0"/>
      <dgm:spPr/>
    </dgm:pt>
    <dgm:pt modelId="{35C74C81-EC28-4115-AF2D-5047B0C50EF4}" type="pres">
      <dgm:prSet presAssocID="{B4490D48-F16E-42A3-A4EA-8C77207C2460}" presName="rootText" presStyleLbl="node3" presStyleIdx="9" presStyleCnt="13">
        <dgm:presLayoutVars>
          <dgm:chPref val="3"/>
        </dgm:presLayoutVars>
      </dgm:prSet>
      <dgm:spPr/>
      <dgm:t>
        <a:bodyPr/>
        <a:lstStyle/>
        <a:p>
          <a:endParaRPr lang="en-US"/>
        </a:p>
      </dgm:t>
    </dgm:pt>
    <dgm:pt modelId="{97D8ADFB-E246-4995-9BC3-58B77C94E5D8}" type="pres">
      <dgm:prSet presAssocID="{B4490D48-F16E-42A3-A4EA-8C77207C2460}" presName="rootConnector" presStyleLbl="node3" presStyleIdx="9" presStyleCnt="13"/>
      <dgm:spPr/>
      <dgm:t>
        <a:bodyPr/>
        <a:lstStyle/>
        <a:p>
          <a:endParaRPr lang="en-US"/>
        </a:p>
      </dgm:t>
    </dgm:pt>
    <dgm:pt modelId="{6ADC06C0-9F64-4343-8107-8C2B3BF4DD64}" type="pres">
      <dgm:prSet presAssocID="{B4490D48-F16E-42A3-A4EA-8C77207C2460}" presName="hierChild4" presStyleCnt="0"/>
      <dgm:spPr/>
    </dgm:pt>
    <dgm:pt modelId="{3A144DAA-0EFE-42D0-849C-342AB710398A}" type="pres">
      <dgm:prSet presAssocID="{B4490D48-F16E-42A3-A4EA-8C77207C2460}" presName="hierChild5" presStyleCnt="0"/>
      <dgm:spPr/>
    </dgm:pt>
    <dgm:pt modelId="{723E8A3D-30CC-43F6-B950-6A5B5D6CC2D7}" type="pres">
      <dgm:prSet presAssocID="{1CD9272D-1AC8-4166-B759-BD2460765B07}" presName="hierChild5" presStyleCnt="0"/>
      <dgm:spPr/>
    </dgm:pt>
    <dgm:pt modelId="{353E71C0-A296-46B8-BAB0-268BA4C59D7C}" type="pres">
      <dgm:prSet presAssocID="{662137B2-EBFF-4B77-8453-809C32C53449}" presName="Name37" presStyleLbl="parChTrans1D2" presStyleIdx="3" presStyleCnt="4"/>
      <dgm:spPr/>
      <dgm:t>
        <a:bodyPr/>
        <a:lstStyle/>
        <a:p>
          <a:endParaRPr lang="en-US"/>
        </a:p>
      </dgm:t>
    </dgm:pt>
    <dgm:pt modelId="{7C556C8E-4126-4403-8CEB-51B59AA69FCE}" type="pres">
      <dgm:prSet presAssocID="{C3C8ED6E-CB8F-46FC-86FF-49A525C7A6EC}" presName="hierRoot2" presStyleCnt="0">
        <dgm:presLayoutVars>
          <dgm:hierBranch val="init"/>
        </dgm:presLayoutVars>
      </dgm:prSet>
      <dgm:spPr/>
    </dgm:pt>
    <dgm:pt modelId="{792CB3AC-3271-4253-9453-ACCE18AB5F73}" type="pres">
      <dgm:prSet presAssocID="{C3C8ED6E-CB8F-46FC-86FF-49A525C7A6EC}" presName="rootComposite" presStyleCnt="0"/>
      <dgm:spPr/>
    </dgm:pt>
    <dgm:pt modelId="{3FE29DE7-91AC-456D-96C3-01A8723E90DD}" type="pres">
      <dgm:prSet presAssocID="{C3C8ED6E-CB8F-46FC-86FF-49A525C7A6EC}" presName="rootText" presStyleLbl="node2" presStyleIdx="3" presStyleCnt="4" custScaleX="142745" custLinFactNeighborY="12120">
        <dgm:presLayoutVars>
          <dgm:chPref val="3"/>
        </dgm:presLayoutVars>
      </dgm:prSet>
      <dgm:spPr/>
      <dgm:t>
        <a:bodyPr/>
        <a:lstStyle/>
        <a:p>
          <a:endParaRPr lang="en-US"/>
        </a:p>
      </dgm:t>
    </dgm:pt>
    <dgm:pt modelId="{13BFADD0-1160-4E94-B239-1C8F225F6CFC}" type="pres">
      <dgm:prSet presAssocID="{C3C8ED6E-CB8F-46FC-86FF-49A525C7A6EC}" presName="rootConnector" presStyleLbl="node2" presStyleIdx="3" presStyleCnt="4"/>
      <dgm:spPr/>
      <dgm:t>
        <a:bodyPr/>
        <a:lstStyle/>
        <a:p>
          <a:endParaRPr lang="en-US"/>
        </a:p>
      </dgm:t>
    </dgm:pt>
    <dgm:pt modelId="{966D70F9-F0E7-4F8D-98FE-BF1FCEA430A3}" type="pres">
      <dgm:prSet presAssocID="{C3C8ED6E-CB8F-46FC-86FF-49A525C7A6EC}" presName="hierChild4" presStyleCnt="0"/>
      <dgm:spPr/>
    </dgm:pt>
    <dgm:pt modelId="{D7F04456-B99E-44B7-8382-21538AB8948B}" type="pres">
      <dgm:prSet presAssocID="{EF244CF0-2309-4984-909D-0C3CCDEF1DAF}" presName="Name37" presStyleLbl="parChTrans1D3" presStyleIdx="10" presStyleCnt="13"/>
      <dgm:spPr/>
      <dgm:t>
        <a:bodyPr/>
        <a:lstStyle/>
        <a:p>
          <a:endParaRPr lang="en-US"/>
        </a:p>
      </dgm:t>
    </dgm:pt>
    <dgm:pt modelId="{F96A1C18-AB96-4B86-BDF5-39B72D23BB68}" type="pres">
      <dgm:prSet presAssocID="{BB9574AB-A1DA-4110-B9DD-0585676408E6}" presName="hierRoot2" presStyleCnt="0">
        <dgm:presLayoutVars>
          <dgm:hierBranch val="init"/>
        </dgm:presLayoutVars>
      </dgm:prSet>
      <dgm:spPr/>
    </dgm:pt>
    <dgm:pt modelId="{56E373BD-99AB-40AE-9F2F-D454E9F3E7AF}" type="pres">
      <dgm:prSet presAssocID="{BB9574AB-A1DA-4110-B9DD-0585676408E6}" presName="rootComposite" presStyleCnt="0"/>
      <dgm:spPr/>
    </dgm:pt>
    <dgm:pt modelId="{796C32B1-3F96-4A4C-A22F-A472B2E1782B}" type="pres">
      <dgm:prSet presAssocID="{BB9574AB-A1DA-4110-B9DD-0585676408E6}" presName="rootText" presStyleLbl="node3" presStyleIdx="10" presStyleCnt="13">
        <dgm:presLayoutVars>
          <dgm:chPref val="3"/>
        </dgm:presLayoutVars>
      </dgm:prSet>
      <dgm:spPr/>
      <dgm:t>
        <a:bodyPr/>
        <a:lstStyle/>
        <a:p>
          <a:endParaRPr lang="en-US"/>
        </a:p>
      </dgm:t>
    </dgm:pt>
    <dgm:pt modelId="{D6882167-1277-4BC2-80F2-D4327D69BB99}" type="pres">
      <dgm:prSet presAssocID="{BB9574AB-A1DA-4110-B9DD-0585676408E6}" presName="rootConnector" presStyleLbl="node3" presStyleIdx="10" presStyleCnt="13"/>
      <dgm:spPr/>
      <dgm:t>
        <a:bodyPr/>
        <a:lstStyle/>
        <a:p>
          <a:endParaRPr lang="en-US"/>
        </a:p>
      </dgm:t>
    </dgm:pt>
    <dgm:pt modelId="{EC353C88-DD31-4877-BC21-0C351194BEBB}" type="pres">
      <dgm:prSet presAssocID="{BB9574AB-A1DA-4110-B9DD-0585676408E6}" presName="hierChild4" presStyleCnt="0"/>
      <dgm:spPr/>
    </dgm:pt>
    <dgm:pt modelId="{79DC418B-71DA-4B3C-A6DF-D7608F18F105}" type="pres">
      <dgm:prSet presAssocID="{BB9574AB-A1DA-4110-B9DD-0585676408E6}" presName="hierChild5" presStyleCnt="0"/>
      <dgm:spPr/>
    </dgm:pt>
    <dgm:pt modelId="{BD25D3D1-6D5B-4B95-A5F5-73C591C82291}" type="pres">
      <dgm:prSet presAssocID="{794AC602-8301-4F52-8379-3966F1A32012}" presName="Name37" presStyleLbl="parChTrans1D3" presStyleIdx="11" presStyleCnt="13"/>
      <dgm:spPr/>
      <dgm:t>
        <a:bodyPr/>
        <a:lstStyle/>
        <a:p>
          <a:endParaRPr lang="en-US"/>
        </a:p>
      </dgm:t>
    </dgm:pt>
    <dgm:pt modelId="{AD8C9AD8-9528-46C4-B1E7-BD47A90C2AE9}" type="pres">
      <dgm:prSet presAssocID="{281F0229-B4CC-41F2-B955-4ADF05E43AD3}" presName="hierRoot2" presStyleCnt="0">
        <dgm:presLayoutVars>
          <dgm:hierBranch val="init"/>
        </dgm:presLayoutVars>
      </dgm:prSet>
      <dgm:spPr/>
    </dgm:pt>
    <dgm:pt modelId="{8A93C2E4-124B-4251-ACBA-A266DF8725E4}" type="pres">
      <dgm:prSet presAssocID="{281F0229-B4CC-41F2-B955-4ADF05E43AD3}" presName="rootComposite" presStyleCnt="0"/>
      <dgm:spPr/>
    </dgm:pt>
    <dgm:pt modelId="{54C26DD9-A165-43CA-A7A5-372B768A2247}" type="pres">
      <dgm:prSet presAssocID="{281F0229-B4CC-41F2-B955-4ADF05E43AD3}" presName="rootText" presStyleLbl="node3" presStyleIdx="11" presStyleCnt="13">
        <dgm:presLayoutVars>
          <dgm:chPref val="3"/>
        </dgm:presLayoutVars>
      </dgm:prSet>
      <dgm:spPr/>
      <dgm:t>
        <a:bodyPr/>
        <a:lstStyle/>
        <a:p>
          <a:endParaRPr lang="en-US"/>
        </a:p>
      </dgm:t>
    </dgm:pt>
    <dgm:pt modelId="{38A3D2EB-1C22-4372-8863-0CDE996A0564}" type="pres">
      <dgm:prSet presAssocID="{281F0229-B4CC-41F2-B955-4ADF05E43AD3}" presName="rootConnector" presStyleLbl="node3" presStyleIdx="11" presStyleCnt="13"/>
      <dgm:spPr/>
      <dgm:t>
        <a:bodyPr/>
        <a:lstStyle/>
        <a:p>
          <a:endParaRPr lang="en-US"/>
        </a:p>
      </dgm:t>
    </dgm:pt>
    <dgm:pt modelId="{94277B58-17D4-4CD2-8871-471E78571BB7}" type="pres">
      <dgm:prSet presAssocID="{281F0229-B4CC-41F2-B955-4ADF05E43AD3}" presName="hierChild4" presStyleCnt="0"/>
      <dgm:spPr/>
    </dgm:pt>
    <dgm:pt modelId="{6AC5BE60-88AB-4219-8E2F-F11B3F957B4F}" type="pres">
      <dgm:prSet presAssocID="{281F0229-B4CC-41F2-B955-4ADF05E43AD3}" presName="hierChild5" presStyleCnt="0"/>
      <dgm:spPr/>
    </dgm:pt>
    <dgm:pt modelId="{F8EEBE2A-9566-4236-91B6-EE1AD2EDBD86}" type="pres">
      <dgm:prSet presAssocID="{1E45622F-2B99-4B14-AE10-6DB2DE31EC3D}" presName="Name37" presStyleLbl="parChTrans1D3" presStyleIdx="12" presStyleCnt="13"/>
      <dgm:spPr/>
      <dgm:t>
        <a:bodyPr/>
        <a:lstStyle/>
        <a:p>
          <a:endParaRPr lang="en-US"/>
        </a:p>
      </dgm:t>
    </dgm:pt>
    <dgm:pt modelId="{1705640D-8551-4A77-958E-BC9220448A19}" type="pres">
      <dgm:prSet presAssocID="{54F59EC5-3963-479D-8F75-F749773BF388}" presName="hierRoot2" presStyleCnt="0">
        <dgm:presLayoutVars>
          <dgm:hierBranch val="init"/>
        </dgm:presLayoutVars>
      </dgm:prSet>
      <dgm:spPr/>
    </dgm:pt>
    <dgm:pt modelId="{9A1828BF-A308-4F99-A7CB-5B89D5734ADE}" type="pres">
      <dgm:prSet presAssocID="{54F59EC5-3963-479D-8F75-F749773BF388}" presName="rootComposite" presStyleCnt="0"/>
      <dgm:spPr/>
    </dgm:pt>
    <dgm:pt modelId="{1C603766-7A77-4049-AA66-7237769060F5}" type="pres">
      <dgm:prSet presAssocID="{54F59EC5-3963-479D-8F75-F749773BF388}" presName="rootText" presStyleLbl="node3" presStyleIdx="12" presStyleCnt="13">
        <dgm:presLayoutVars>
          <dgm:chPref val="3"/>
        </dgm:presLayoutVars>
      </dgm:prSet>
      <dgm:spPr/>
      <dgm:t>
        <a:bodyPr/>
        <a:lstStyle/>
        <a:p>
          <a:endParaRPr lang="en-US"/>
        </a:p>
      </dgm:t>
    </dgm:pt>
    <dgm:pt modelId="{B3EDECC0-7140-45B3-8272-083E584FB583}" type="pres">
      <dgm:prSet presAssocID="{54F59EC5-3963-479D-8F75-F749773BF388}" presName="rootConnector" presStyleLbl="node3" presStyleIdx="12" presStyleCnt="13"/>
      <dgm:spPr/>
      <dgm:t>
        <a:bodyPr/>
        <a:lstStyle/>
        <a:p>
          <a:endParaRPr lang="en-US"/>
        </a:p>
      </dgm:t>
    </dgm:pt>
    <dgm:pt modelId="{067E1650-30BE-4AAA-9BF2-0E51688520ED}" type="pres">
      <dgm:prSet presAssocID="{54F59EC5-3963-479D-8F75-F749773BF388}" presName="hierChild4" presStyleCnt="0"/>
      <dgm:spPr/>
    </dgm:pt>
    <dgm:pt modelId="{FE85A856-858C-4A1B-B724-E0F6CFEDD4C4}" type="pres">
      <dgm:prSet presAssocID="{54F59EC5-3963-479D-8F75-F749773BF388}" presName="hierChild5" presStyleCnt="0"/>
      <dgm:spPr/>
    </dgm:pt>
    <dgm:pt modelId="{8C890729-6A60-4D4F-A0C4-9E3A9BF60082}" type="pres">
      <dgm:prSet presAssocID="{C3C8ED6E-CB8F-46FC-86FF-49A525C7A6EC}" presName="hierChild5" presStyleCnt="0"/>
      <dgm:spPr/>
    </dgm:pt>
    <dgm:pt modelId="{96DEF822-DC52-4FFC-82DA-389CD5B29657}" type="pres">
      <dgm:prSet presAssocID="{9E6404DC-1053-49D6-95EE-599A97C88DD3}" presName="hierChild3" presStyleCnt="0"/>
      <dgm:spPr/>
    </dgm:pt>
  </dgm:ptLst>
  <dgm:cxnLst>
    <dgm:cxn modelId="{B4271FAD-4D95-4F1B-8083-FB4B6EA21FE5}" type="presOf" srcId="{248E9311-DF61-4B0E-BD57-16AE2D707A60}" destId="{76E33A9D-9480-40FB-A4DF-EE1E2E7E401E}" srcOrd="0" destOrd="0" presId="urn:microsoft.com/office/officeart/2005/8/layout/orgChart1"/>
    <dgm:cxn modelId="{C4D93BAB-AB2E-42AE-A5AB-1CF7E771223E}" type="presOf" srcId="{082C692E-C0AB-499C-9E9B-BD67F3F0D18C}" destId="{9139EBD0-8CA0-40E7-B916-B498CABC6E40}" srcOrd="1" destOrd="0" presId="urn:microsoft.com/office/officeart/2005/8/layout/orgChart1"/>
    <dgm:cxn modelId="{5384FE3E-E24B-492E-BA3C-4238DC0F5262}" srcId="{9E6404DC-1053-49D6-95EE-599A97C88DD3}" destId="{C3C8ED6E-CB8F-46FC-86FF-49A525C7A6EC}" srcOrd="3" destOrd="0" parTransId="{662137B2-EBFF-4B77-8453-809C32C53449}" sibTransId="{C6E8CE1A-E4DC-479C-A139-38A9011B2C9F}"/>
    <dgm:cxn modelId="{85B3DE1B-4AE6-420F-83A0-A1953890CAC8}" type="presOf" srcId="{E6962A79-4279-4847-AF21-F58927821798}" destId="{0D3AFCB4-FE14-4EDA-A0F6-3A2828B10060}"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A3E85D0-7E80-49FC-B2FE-42303CCD1A30}" type="presOf" srcId="{1F903EBE-540A-403B-AE13-6A09126352BD}" destId="{B4DA07B5-29B3-4442-A69E-055EEC652BE8}" srcOrd="0" destOrd="0" presId="urn:microsoft.com/office/officeart/2005/8/layout/orgChart1"/>
    <dgm:cxn modelId="{4A2F7737-7510-4DC7-9007-CB1B9321F293}" type="presOf" srcId="{EF244CF0-2309-4984-909D-0C3CCDEF1DAF}" destId="{D7F04456-B99E-44B7-8382-21538AB8948B}" srcOrd="0" destOrd="0" presId="urn:microsoft.com/office/officeart/2005/8/layout/orgChart1"/>
    <dgm:cxn modelId="{F586FB13-0D2B-473C-B2D0-98545A891549}" srcId="{620DD3EC-BDCD-468B-B566-7FE2B848507E}" destId="{082C692E-C0AB-499C-9E9B-BD67F3F0D18C}" srcOrd="4" destOrd="0" parTransId="{E6962A79-4279-4847-AF21-F58927821798}" sibTransId="{63CCA588-B5C3-4FFE-9A0C-206C647BCEBB}"/>
    <dgm:cxn modelId="{F18689F3-2833-4D89-B895-821504DB09C6}" type="presOf" srcId="{1E45622F-2B99-4B14-AE10-6DB2DE31EC3D}" destId="{F8EEBE2A-9566-4236-91B6-EE1AD2EDBD8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D8E91F45-3E3F-4C25-B958-AA634A31D61C}" srcId="{620DD3EC-BDCD-468B-B566-7FE2B848507E}" destId="{D666730B-F8C4-489E-87FF-10A9E7718A12}" srcOrd="2" destOrd="0" parTransId="{5116E518-2BAD-4C82-9FE3-9CFE788A2A86}" sibTransId="{AA62F5D7-8B80-458D-B0A2-B339292401E3}"/>
    <dgm:cxn modelId="{6879FE68-77D2-46B3-9835-A79060060FA9}" type="presOf" srcId="{5116E518-2BAD-4C82-9FE3-9CFE788A2A86}" destId="{A4659DA7-BC81-4AD7-B119-499310DCB294}" srcOrd="0" destOrd="0" presId="urn:microsoft.com/office/officeart/2005/8/layout/orgChart1"/>
    <dgm:cxn modelId="{8C061523-B039-40B4-B363-325DF2C9237C}" type="presOf" srcId="{1CD9272D-1AC8-4166-B759-BD2460765B07}" destId="{1FF2C928-7E62-4953-B1D7-8B0B163A6AFE}" srcOrd="0"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853C2D01-C1BE-4049-ABC0-D7B69B9250DD}" type="presOf" srcId="{C3C8ED6E-CB8F-46FC-86FF-49A525C7A6EC}" destId="{13BFADD0-1160-4E94-B239-1C8F225F6CFC}" srcOrd="1" destOrd="0" presId="urn:microsoft.com/office/officeart/2005/8/layout/orgChart1"/>
    <dgm:cxn modelId="{E0D4094C-9D3E-4B40-97C2-00E249DCE29F}" type="presOf" srcId="{C179C489-C5FD-40BE-B595-79DE35DDC9CE}" destId="{A6B16DE7-0EC3-4396-BFD5-DD7A7D622CAB}"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49DB2F0B-28E7-4447-9E1F-3BA043EE43DE}" srcId="{1CD9272D-1AC8-4166-B759-BD2460765B07}" destId="{6B69A9D6-9AED-45AA-B3E9-D119059C1234}" srcOrd="0" destOrd="0" parTransId="{38FA2678-4F86-40A1-821B-F2EDBBD02DF5}" sibTransId="{E037FDFA-12A6-4855-AB40-A35B45A3BC74}"/>
    <dgm:cxn modelId="{BC71DE5D-C9B1-40DD-BFD8-389B4720ADBB}" type="presOf" srcId="{79F5B209-E25D-46D8-8257-1B7E5A604241}" destId="{142A7032-47B0-4992-A51C-9BDAFA692CCD}" srcOrd="0" destOrd="0" presId="urn:microsoft.com/office/officeart/2005/8/layout/orgChart1"/>
    <dgm:cxn modelId="{198DFBB1-F35F-4CC0-BDC4-A2E7E212EBD2}" type="presOf" srcId="{5A81FE1A-C626-4C5E-8DCB-CC602E39566D}" destId="{A6130F63-8B94-4835-9CA1-204FC5D4C76D}"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C0B20020-BC81-4D8C-807A-231762CEF17D}" type="presOf" srcId="{C179C489-C5FD-40BE-B595-79DE35DDC9CE}" destId="{C6C7CF8B-FF9C-4425-9DB9-B4FD302B57E8}"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B3E85488-B677-45DF-B8F8-A048E53AF51E}" type="presOf" srcId="{D666730B-F8C4-489E-87FF-10A9E7718A12}" destId="{256AF9DD-6748-4D88-A3F9-C1BEAA44B2B7}" srcOrd="0" destOrd="0" presId="urn:microsoft.com/office/officeart/2005/8/layout/orgChart1"/>
    <dgm:cxn modelId="{4320DA65-7AD3-4D7F-A64A-7DDD9B777521}" type="presOf" srcId="{C3D4C136-18A0-41EC-9A0B-E0BF780AC235}" destId="{3B638B4C-53A5-4D12-B60D-D4DA913A425A}"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D1BE16D-9D6C-4957-981F-8D9764194003}" type="presOf" srcId="{BB9574AB-A1DA-4110-B9DD-0585676408E6}" destId="{D6882167-1277-4BC2-80F2-D4327D69BB99}" srcOrd="1" destOrd="0" presId="urn:microsoft.com/office/officeart/2005/8/layout/orgChart1"/>
    <dgm:cxn modelId="{2C832470-8104-4A14-BB17-8A81F687F64B}" type="presOf" srcId="{42697813-E546-4A75-9A82-80BBD259A796}" destId="{67EBBFD6-CEA6-4954-8670-2F6F47ADC04F}" srcOrd="1" destOrd="0" presId="urn:microsoft.com/office/officeart/2005/8/layout/orgChart1"/>
    <dgm:cxn modelId="{D432DAC7-AC20-4799-A184-CBBBBCBA39EA}" type="presOf" srcId="{68EADB79-E7DD-40D3-9CF1-65D2EE115C12}" destId="{64CB3B5C-CA39-4C43-A505-7D2BC5392DCD}" srcOrd="0" destOrd="0" presId="urn:microsoft.com/office/officeart/2005/8/layout/orgChart1"/>
    <dgm:cxn modelId="{5F53DFBD-0494-40B1-A5BF-F7149D131457}" type="presOf" srcId="{1F903EBE-540A-403B-AE13-6A09126352BD}" destId="{746FE1B3-37E8-4050-B0B7-5668D5D7D118}" srcOrd="1" destOrd="0" presId="urn:microsoft.com/office/officeart/2005/8/layout/orgChart1"/>
    <dgm:cxn modelId="{19D06532-C616-4909-B6EB-C1F81F77C8F3}" srcId="{C3C8ED6E-CB8F-46FC-86FF-49A525C7A6EC}" destId="{281F0229-B4CC-41F2-B955-4ADF05E43AD3}" srcOrd="1" destOrd="0" parTransId="{794AC602-8301-4F52-8379-3966F1A32012}" sibTransId="{518DE37A-0863-4122-A09F-3ED343808B3B}"/>
    <dgm:cxn modelId="{6B802CD7-F7F5-4DA7-B988-D341B6B19B79}" type="presOf" srcId="{4A0D96F5-06D9-485F-AEB5-2B27D37DA6F8}" destId="{41173D40-128D-4048-83A1-7C68DE4B0041}"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AD36AA7A-E908-4A09-BC45-382DC1477389}" type="presOf" srcId="{662137B2-EBFF-4B77-8453-809C32C53449}" destId="{353E71C0-A296-46B8-BAB0-268BA4C59D7C}" srcOrd="0" destOrd="0" presId="urn:microsoft.com/office/officeart/2005/8/layout/orgChart1"/>
    <dgm:cxn modelId="{01FAF066-6697-4A16-A34C-B61F6B7DAE7C}" type="presOf" srcId="{552219B0-29E3-4A6C-90E3-BE0B83069EBC}" destId="{9449DAAE-E410-44C5-A07D-A0445C0B7E6B}" srcOrd="0"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82C6F8B9-F0E4-489F-889B-00727ABCFA44}" type="presOf" srcId="{1CD9272D-1AC8-4166-B759-BD2460765B07}" destId="{BD367FDB-F21D-4007-903C-1680264363A2}" srcOrd="1"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F60BE3C9-C32F-4FBF-9617-9CADD798FF81}" srcId="{C3C8ED6E-CB8F-46FC-86FF-49A525C7A6EC}" destId="{BB9574AB-A1DA-4110-B9DD-0585676408E6}" srcOrd="0" destOrd="0" parTransId="{EF244CF0-2309-4984-909D-0C3CCDEF1DAF}" sibTransId="{CA2A76C8-2779-410E-945B-371DEEEEFD29}"/>
    <dgm:cxn modelId="{C3B6CA58-ABC9-4714-B531-65BF24ABCEF9}" srcId="{620DD3EC-BDCD-468B-B566-7FE2B848507E}" destId="{5A81FE1A-C626-4C5E-8DCB-CC602E39566D}" srcOrd="5" destOrd="0" parTransId="{BD607842-5FCD-4D50-A7A5-45C0EC395A29}" sibTransId="{5D22E000-7965-4676-B2E7-119E60ACE1E4}"/>
    <dgm:cxn modelId="{13E6690C-C830-48B9-8E92-518403025487}" type="presOf" srcId="{B6B46A80-4BC6-4538-990B-765000BB3840}" destId="{E8405D25-25CC-425F-BB3B-45D71B4B4888}" srcOrd="0" destOrd="0" presId="urn:microsoft.com/office/officeart/2005/8/layout/orgChart1"/>
    <dgm:cxn modelId="{8A08AA34-75CE-4124-98F4-BC58E7D18376}" type="presOf" srcId="{D666730B-F8C4-489E-87FF-10A9E7718A12}" destId="{4128B72E-9B9F-4920-9B55-B09D02FD46D5}" srcOrd="1" destOrd="0" presId="urn:microsoft.com/office/officeart/2005/8/layout/orgChart1"/>
    <dgm:cxn modelId="{BA9657A6-57B8-407B-AB38-26E12E253AFA}" type="presOf" srcId="{281F0229-B4CC-41F2-B955-4ADF05E43AD3}" destId="{54C26DD9-A165-43CA-A7A5-372B768A2247}"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3989C35E-619E-482D-8FC7-CA6DCB252F7D}" type="presOf" srcId="{95561690-DAF4-4C42-83FD-AF6358165ED3}" destId="{3459CCC4-62B6-4304-A245-416B7C7F84E8}" srcOrd="0" destOrd="0" presId="urn:microsoft.com/office/officeart/2005/8/layout/orgChart1"/>
    <dgm:cxn modelId="{99511B5D-4F39-416F-8026-0BD3F24DF285}" srcId="{1CD9272D-1AC8-4166-B759-BD2460765B07}" destId="{B6B46A80-4BC6-4538-990B-765000BB3840}" srcOrd="2" destOrd="0" parTransId="{79F5B209-E25D-46D8-8257-1B7E5A604241}" sibTransId="{776C0810-911A-40BB-A583-1E51C783AC35}"/>
    <dgm:cxn modelId="{26E19329-92D6-4EA5-B952-59D6DEB0689F}" type="presOf" srcId="{B4490D48-F16E-42A3-A4EA-8C77207C2460}" destId="{35C74C81-EC28-4115-AF2D-5047B0C50EF4}" srcOrd="0" destOrd="0" presId="urn:microsoft.com/office/officeart/2005/8/layout/orgChart1"/>
    <dgm:cxn modelId="{0A631A19-EE41-4123-A3C7-B13BE8778576}" type="presOf" srcId="{C3C8ED6E-CB8F-46FC-86FF-49A525C7A6EC}" destId="{3FE29DE7-91AC-456D-96C3-01A8723E90DD}" srcOrd="0" destOrd="0" presId="urn:microsoft.com/office/officeart/2005/8/layout/orgChart1"/>
    <dgm:cxn modelId="{F105EBAE-C3E3-4859-84CE-080B57B3FE9E}" type="presOf" srcId="{082C692E-C0AB-499C-9E9B-BD67F3F0D18C}" destId="{1BF91BE6-53E2-43C3-9198-6D241126B573}" srcOrd="0" destOrd="0" presId="urn:microsoft.com/office/officeart/2005/8/layout/orgChart1"/>
    <dgm:cxn modelId="{AD50FD39-6856-40F4-9D84-345C4ADD510D}" type="presOf" srcId="{BB9574AB-A1DA-4110-B9DD-0585676408E6}" destId="{796C32B1-3F96-4A4C-A22F-A472B2E1782B}" srcOrd="0" destOrd="0" presId="urn:microsoft.com/office/officeart/2005/8/layout/orgChart1"/>
    <dgm:cxn modelId="{D10BA572-8928-4822-A9BA-0F097E99A263}" type="presOf" srcId="{54F59EC5-3963-479D-8F75-F749773BF388}" destId="{1C603766-7A77-4049-AA66-7237769060F5}"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D20269E8-805A-4544-B292-55FEA8C0FA55}" srcId="{1CD9272D-1AC8-4166-B759-BD2460765B07}" destId="{B4490D48-F16E-42A3-A4EA-8C77207C2460}" srcOrd="3" destOrd="0" parTransId="{68EADB79-E7DD-40D3-9CF1-65D2EE115C12}" sibTransId="{8B13D783-87A3-47F0-856B-873A2BBE2502}"/>
    <dgm:cxn modelId="{3C8CA309-B011-40C9-8E87-44DC20B0587E}" srcId="{C3C8ED6E-CB8F-46FC-86FF-49A525C7A6EC}" destId="{54F59EC5-3963-479D-8F75-F749773BF388}" srcOrd="2" destOrd="0" parTransId="{1E45622F-2B99-4B14-AE10-6DB2DE31EC3D}" sibTransId="{21DC572D-5FD0-46CD-BB9E-753B40B49E1D}"/>
    <dgm:cxn modelId="{9752C8B1-4851-486E-8BD3-4D299AC170C5}" type="presOf" srcId="{620DD3EC-BDCD-468B-B566-7FE2B848507E}" destId="{02B28F85-DE51-42FF-859E-1DD3A478F426}" srcOrd="0" destOrd="0" presId="urn:microsoft.com/office/officeart/2005/8/layout/orgChart1"/>
    <dgm:cxn modelId="{1D61283B-F2C2-4394-99D3-7E0569399A66}" type="presOf" srcId="{42697813-E546-4A75-9A82-80BBD259A796}" destId="{736A3B4F-561D-45EE-A5B3-1EDEA71440B6}" srcOrd="0" destOrd="0" presId="urn:microsoft.com/office/officeart/2005/8/layout/orgChart1"/>
    <dgm:cxn modelId="{CF06D94B-3768-4F9D-811F-A7412828411E}" type="presOf" srcId="{6B69A9D6-9AED-45AA-B3E9-D119059C1234}" destId="{D791631C-CA1E-463B-8EE6-8A6528A12700}" srcOrd="1" destOrd="0" presId="urn:microsoft.com/office/officeart/2005/8/layout/orgChart1"/>
    <dgm:cxn modelId="{DA812A13-54BE-49B8-A9E6-699AA085DA26}" type="presOf" srcId="{5A81FE1A-C626-4C5E-8DCB-CC602E39566D}" destId="{4ED11279-92EA-44D0-90B8-58483C305B1E}" srcOrd="1" destOrd="0" presId="urn:microsoft.com/office/officeart/2005/8/layout/orgChart1"/>
    <dgm:cxn modelId="{885B2AF7-C8B3-4345-8811-3A7432AA9067}" type="presOf" srcId="{38FA2678-4F86-40A1-821B-F2EDBBD02DF5}" destId="{424CB9F7-BD12-464D-9D50-35FB2F2EE2BA}" srcOrd="0" destOrd="0" presId="urn:microsoft.com/office/officeart/2005/8/layout/orgChart1"/>
    <dgm:cxn modelId="{1557BE37-33DD-402F-B5BF-411BF6BDD0A3}" type="presOf" srcId="{B6B46A80-4BC6-4538-990B-765000BB3840}" destId="{2627E1BA-B8D3-41C4-B4A5-D58B4B67F693}" srcOrd="1" destOrd="0" presId="urn:microsoft.com/office/officeart/2005/8/layout/orgChart1"/>
    <dgm:cxn modelId="{9BC5E597-3329-4F01-B13A-247B453FFE38}" type="presOf" srcId="{54F59EC5-3963-479D-8F75-F749773BF388}" destId="{B3EDECC0-7140-45B3-8272-083E584FB583}" srcOrd="1" destOrd="0" presId="urn:microsoft.com/office/officeart/2005/8/layout/orgChart1"/>
    <dgm:cxn modelId="{3EB98175-2383-4E7B-B741-8871F2FEA819}" srcId="{620DD3EC-BDCD-468B-B566-7FE2B848507E}" destId="{C179C489-C5FD-40BE-B595-79DE35DDC9CE}" srcOrd="3" destOrd="0" parTransId="{C3D4C136-18A0-41EC-9A0B-E0BF780AC235}" sibTransId="{B3C36CFC-4222-46ED-A4C4-2E4DCBBEDDAC}"/>
    <dgm:cxn modelId="{4CA9C32A-C8CD-40F1-AFCB-D726CB5C7F3F}" srcId="{1A65A4D7-7720-45CB-8279-86EBD3407E97}" destId="{9E6404DC-1053-49D6-95EE-599A97C88DD3}" srcOrd="0" destOrd="0" parTransId="{541DED35-EA1D-4B2B-8573-F418430E3EF8}" sibTransId="{8EA0B31F-0422-4926-B862-5636855C8DF2}"/>
    <dgm:cxn modelId="{3D05336E-AAAD-4D1E-8AB5-0C50BDF7E979}" type="presOf" srcId="{281F0229-B4CC-41F2-B955-4ADF05E43AD3}" destId="{38A3D2EB-1C22-4372-8863-0CDE996A0564}" srcOrd="1" destOrd="0" presId="urn:microsoft.com/office/officeart/2005/8/layout/orgChart1"/>
    <dgm:cxn modelId="{6D71B66D-2120-4D99-9A38-65F6BB5ECA00}" srcId="{1CD9272D-1AC8-4166-B759-BD2460765B07}" destId="{42697813-E546-4A75-9A82-80BBD259A796}" srcOrd="1" destOrd="0" parTransId="{95561690-DAF4-4C42-83FD-AF6358165ED3}" sibTransId="{03A9D5CD-4CD9-444B-A366-C9A19C1EC646}"/>
    <dgm:cxn modelId="{B4B3D950-5E6C-4A46-B156-AF2126EF9C0E}" type="presOf" srcId="{6B69A9D6-9AED-45AA-B3E9-D119059C1234}" destId="{A09725EF-3FB3-4768-97B8-009E6D2343F4}" srcOrd="0" destOrd="0" presId="urn:microsoft.com/office/officeart/2005/8/layout/orgChart1"/>
    <dgm:cxn modelId="{8CCA335F-8754-4967-88DE-F1342C376DFF}" type="presOf" srcId="{BD607842-5FCD-4D50-A7A5-45C0EC395A29}" destId="{9D1CB3D7-3ED8-4E7D-A415-7FE8A60495E3}" srcOrd="0" destOrd="0" presId="urn:microsoft.com/office/officeart/2005/8/layout/orgChart1"/>
    <dgm:cxn modelId="{F2C569BE-A560-44EA-8EC3-6D5C39F3E3C7}" type="presOf" srcId="{B4490D48-F16E-42A3-A4EA-8C77207C2460}" destId="{97D8ADFB-E246-4995-9BC3-58B77C94E5D8}" srcOrd="1" destOrd="0" presId="urn:microsoft.com/office/officeart/2005/8/layout/orgChart1"/>
    <dgm:cxn modelId="{13B3BFF7-1EF8-4606-A41E-9D0509FC99FB}" type="presOf" srcId="{794AC602-8301-4F52-8379-3966F1A32012}" destId="{BD25D3D1-6D5B-4B95-A5F5-73C591C82291}" srcOrd="0" destOrd="0" presId="urn:microsoft.com/office/officeart/2005/8/layout/orgChart1"/>
    <dgm:cxn modelId="{72609910-D3BA-48BD-A7DA-80D91E1FA6B6}" srcId="{9E6404DC-1053-49D6-95EE-599A97C88DD3}" destId="{1CD9272D-1AC8-4166-B759-BD2460765B07}" srcOrd="2" destOrd="0" parTransId="{4A0D96F5-06D9-485F-AEB5-2B27D37DA6F8}" sibTransId="{8DC6733E-1600-4C4F-9D0D-BA8273CB5ECB}"/>
    <dgm:cxn modelId="{7506067E-541A-4A3A-B687-F79671A6EB44}" type="presOf" srcId="{D723B879-676C-4614-8859-D09DEFF2A3B3}" destId="{8BF33A23-B9E7-4732-917C-5D66B726362F}"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55B267DE-C967-4F0A-9370-F277510CCDD0}" type="presParOf" srcId="{4C592C92-3156-443C-BB98-9204DFF01F72}" destId="{A4659DA7-BC81-4AD7-B119-499310DCB294}" srcOrd="4" destOrd="0" presId="urn:microsoft.com/office/officeart/2005/8/layout/orgChart1"/>
    <dgm:cxn modelId="{25E35329-FB3E-40EC-916F-A495B66781EE}" type="presParOf" srcId="{4C592C92-3156-443C-BB98-9204DFF01F72}" destId="{5F67BCF6-AFDE-4A66-9367-5CFB9E350F0E}" srcOrd="5" destOrd="0" presId="urn:microsoft.com/office/officeart/2005/8/layout/orgChart1"/>
    <dgm:cxn modelId="{DDC778D4-405F-4E9C-90CD-8045CC14DDBB}" type="presParOf" srcId="{5F67BCF6-AFDE-4A66-9367-5CFB9E350F0E}" destId="{859B8FF5-4405-484B-B2CE-935551FAD375}" srcOrd="0" destOrd="0" presId="urn:microsoft.com/office/officeart/2005/8/layout/orgChart1"/>
    <dgm:cxn modelId="{DF813696-A594-4ABA-847F-AB534106F53A}" type="presParOf" srcId="{859B8FF5-4405-484B-B2CE-935551FAD375}" destId="{256AF9DD-6748-4D88-A3F9-C1BEAA44B2B7}" srcOrd="0" destOrd="0" presId="urn:microsoft.com/office/officeart/2005/8/layout/orgChart1"/>
    <dgm:cxn modelId="{5B258967-6310-4770-8966-24D183810969}" type="presParOf" srcId="{859B8FF5-4405-484B-B2CE-935551FAD375}" destId="{4128B72E-9B9F-4920-9B55-B09D02FD46D5}" srcOrd="1" destOrd="0" presId="urn:microsoft.com/office/officeart/2005/8/layout/orgChart1"/>
    <dgm:cxn modelId="{B376CBAF-4BFA-40EB-8092-6DF77F4AB95A}" type="presParOf" srcId="{5F67BCF6-AFDE-4A66-9367-5CFB9E350F0E}" destId="{BD2ED242-B737-492C-A274-8E21C92E3844}" srcOrd="1" destOrd="0" presId="urn:microsoft.com/office/officeart/2005/8/layout/orgChart1"/>
    <dgm:cxn modelId="{F45D89D4-A031-4204-B66F-8D5BA86AA82C}" type="presParOf" srcId="{5F67BCF6-AFDE-4A66-9367-5CFB9E350F0E}" destId="{519FABC1-2AEB-4F67-88AD-513AE4929F7E}" srcOrd="2" destOrd="0" presId="urn:microsoft.com/office/officeart/2005/8/layout/orgChart1"/>
    <dgm:cxn modelId="{3A80A1C3-27C6-4EAD-A10F-CCC844436B7A}" type="presParOf" srcId="{4C592C92-3156-443C-BB98-9204DFF01F72}" destId="{3B638B4C-53A5-4D12-B60D-D4DA913A425A}" srcOrd="6" destOrd="0" presId="urn:microsoft.com/office/officeart/2005/8/layout/orgChart1"/>
    <dgm:cxn modelId="{1CABC518-A941-48B5-867F-604B06739924}" type="presParOf" srcId="{4C592C92-3156-443C-BB98-9204DFF01F72}" destId="{A1F93EC6-5D1E-4398-8294-98711092A667}" srcOrd="7" destOrd="0" presId="urn:microsoft.com/office/officeart/2005/8/layout/orgChart1"/>
    <dgm:cxn modelId="{A3C1049A-C1A6-4C67-BA9F-083AE5E2F817}" type="presParOf" srcId="{A1F93EC6-5D1E-4398-8294-98711092A667}" destId="{F830BFCF-A416-4E42-8BCA-735A583E9BC7}" srcOrd="0" destOrd="0" presId="urn:microsoft.com/office/officeart/2005/8/layout/orgChart1"/>
    <dgm:cxn modelId="{47C6036E-F743-4E00-9F66-4E9183621787}" type="presParOf" srcId="{F830BFCF-A416-4E42-8BCA-735A583E9BC7}" destId="{A6B16DE7-0EC3-4396-BFD5-DD7A7D622CAB}" srcOrd="0" destOrd="0" presId="urn:microsoft.com/office/officeart/2005/8/layout/orgChart1"/>
    <dgm:cxn modelId="{ECD495FD-C07C-4633-B0DA-755036AFED2A}" type="presParOf" srcId="{F830BFCF-A416-4E42-8BCA-735A583E9BC7}" destId="{C6C7CF8B-FF9C-4425-9DB9-B4FD302B57E8}" srcOrd="1" destOrd="0" presId="urn:microsoft.com/office/officeart/2005/8/layout/orgChart1"/>
    <dgm:cxn modelId="{422D1609-6DDF-47B2-993E-D8D684C290F9}" type="presParOf" srcId="{A1F93EC6-5D1E-4398-8294-98711092A667}" destId="{479B77CE-065C-4C1C-805B-817122889D5B}" srcOrd="1" destOrd="0" presId="urn:microsoft.com/office/officeart/2005/8/layout/orgChart1"/>
    <dgm:cxn modelId="{A8DF268C-A6A1-47F5-8504-729EA2879F8B}" type="presParOf" srcId="{A1F93EC6-5D1E-4398-8294-98711092A667}" destId="{221F0C01-B0EA-4502-91B4-DB63F9074299}" srcOrd="2" destOrd="0" presId="urn:microsoft.com/office/officeart/2005/8/layout/orgChart1"/>
    <dgm:cxn modelId="{C946BB5F-6163-48F0-B483-AAF37BFDC2F9}" type="presParOf" srcId="{4C592C92-3156-443C-BB98-9204DFF01F72}" destId="{0D3AFCB4-FE14-4EDA-A0F6-3A2828B10060}" srcOrd="8" destOrd="0" presId="urn:microsoft.com/office/officeart/2005/8/layout/orgChart1"/>
    <dgm:cxn modelId="{232632BD-BAAF-4689-83F0-B4D30911FF4C}" type="presParOf" srcId="{4C592C92-3156-443C-BB98-9204DFF01F72}" destId="{EA6CED2A-8D06-4653-AED9-289FE3D25025}" srcOrd="9" destOrd="0" presId="urn:microsoft.com/office/officeart/2005/8/layout/orgChart1"/>
    <dgm:cxn modelId="{3B15AD5C-F584-4013-9AF1-CEE31594A1E2}" type="presParOf" srcId="{EA6CED2A-8D06-4653-AED9-289FE3D25025}" destId="{B22A0421-5013-460B-9259-F96D72B09F8C}" srcOrd="0" destOrd="0" presId="urn:microsoft.com/office/officeart/2005/8/layout/orgChart1"/>
    <dgm:cxn modelId="{5A298E23-6CCC-4A35-BA06-4A2A318BDC25}" type="presParOf" srcId="{B22A0421-5013-460B-9259-F96D72B09F8C}" destId="{1BF91BE6-53E2-43C3-9198-6D241126B573}" srcOrd="0" destOrd="0" presId="urn:microsoft.com/office/officeart/2005/8/layout/orgChart1"/>
    <dgm:cxn modelId="{F00A538E-0F9C-4BBC-B21F-0FD80032F8A0}" type="presParOf" srcId="{B22A0421-5013-460B-9259-F96D72B09F8C}" destId="{9139EBD0-8CA0-40E7-B916-B498CABC6E40}" srcOrd="1" destOrd="0" presId="urn:microsoft.com/office/officeart/2005/8/layout/orgChart1"/>
    <dgm:cxn modelId="{6029FE49-2041-495A-A4DD-7A016900653C}" type="presParOf" srcId="{EA6CED2A-8D06-4653-AED9-289FE3D25025}" destId="{8F98789F-787B-4C56-A59A-39B5C9D978BB}" srcOrd="1" destOrd="0" presId="urn:microsoft.com/office/officeart/2005/8/layout/orgChart1"/>
    <dgm:cxn modelId="{14741D32-D558-45A1-9E0E-C079C2ABB35D}" type="presParOf" srcId="{EA6CED2A-8D06-4653-AED9-289FE3D25025}" destId="{110196F9-E757-42ED-A1E6-4D38BDFBE94D}" srcOrd="2" destOrd="0" presId="urn:microsoft.com/office/officeart/2005/8/layout/orgChart1"/>
    <dgm:cxn modelId="{28BFB0CC-488D-4A6D-8103-9A00C0586027}" type="presParOf" srcId="{4C592C92-3156-443C-BB98-9204DFF01F72}" destId="{9D1CB3D7-3ED8-4E7D-A415-7FE8A60495E3}" srcOrd="10" destOrd="0" presId="urn:microsoft.com/office/officeart/2005/8/layout/orgChart1"/>
    <dgm:cxn modelId="{D138AB8A-BD95-460C-8945-946C4A331707}" type="presParOf" srcId="{4C592C92-3156-443C-BB98-9204DFF01F72}" destId="{D0F4501F-62CD-4DCD-8588-917F775CF51F}" srcOrd="11" destOrd="0" presId="urn:microsoft.com/office/officeart/2005/8/layout/orgChart1"/>
    <dgm:cxn modelId="{54F5AAF1-6BC8-4F89-8496-53C4263D631E}" type="presParOf" srcId="{D0F4501F-62CD-4DCD-8588-917F775CF51F}" destId="{6BC7DF0A-7CC6-49F2-970F-147D3547F936}" srcOrd="0" destOrd="0" presId="urn:microsoft.com/office/officeart/2005/8/layout/orgChart1"/>
    <dgm:cxn modelId="{1EF6A9DC-80C1-4E3C-9A66-CBC585BA03CD}" type="presParOf" srcId="{6BC7DF0A-7CC6-49F2-970F-147D3547F936}" destId="{A6130F63-8B94-4835-9CA1-204FC5D4C76D}" srcOrd="0" destOrd="0" presId="urn:microsoft.com/office/officeart/2005/8/layout/orgChart1"/>
    <dgm:cxn modelId="{4A36BC22-2DBD-404A-AE44-85F98881F109}" type="presParOf" srcId="{6BC7DF0A-7CC6-49F2-970F-147D3547F936}" destId="{4ED11279-92EA-44D0-90B8-58483C305B1E}" srcOrd="1" destOrd="0" presId="urn:microsoft.com/office/officeart/2005/8/layout/orgChart1"/>
    <dgm:cxn modelId="{6AC7E1FB-0D8E-4A17-B680-B9E7F6F2B7FC}" type="presParOf" srcId="{D0F4501F-62CD-4DCD-8588-917F775CF51F}" destId="{7A64ED89-A594-4C1F-8749-09D00865C54F}" srcOrd="1" destOrd="0" presId="urn:microsoft.com/office/officeart/2005/8/layout/orgChart1"/>
    <dgm:cxn modelId="{85F20C02-3466-4728-AE10-8EEC82EAF03F}" type="presParOf" srcId="{D0F4501F-62CD-4DCD-8588-917F775CF51F}" destId="{FD5D6F5D-940A-405C-A86F-57AABE2C488B}"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80A0243D-DD1E-49DF-AA99-E061AFB40076}" type="presParOf" srcId="{AD53A4B1-01E7-41E8-9724-31F3910545A4}" destId="{41173D40-128D-4048-83A1-7C68DE4B0041}" srcOrd="4" destOrd="0" presId="urn:microsoft.com/office/officeart/2005/8/layout/orgChart1"/>
    <dgm:cxn modelId="{44A13285-2B1E-4BF6-9FFA-7EA0C2EBE986}" type="presParOf" srcId="{AD53A4B1-01E7-41E8-9724-31F3910545A4}" destId="{77C8DAFF-F1C4-4376-ADCE-FAE7B586EEC6}" srcOrd="5" destOrd="0" presId="urn:microsoft.com/office/officeart/2005/8/layout/orgChart1"/>
    <dgm:cxn modelId="{ED079C27-F3A6-4B4A-9021-128B26E5D09E}" type="presParOf" srcId="{77C8DAFF-F1C4-4376-ADCE-FAE7B586EEC6}" destId="{9BA2FD92-C266-461A-9CEF-3F5B3F322573}" srcOrd="0" destOrd="0" presId="urn:microsoft.com/office/officeart/2005/8/layout/orgChart1"/>
    <dgm:cxn modelId="{D8F9B64C-0DA9-4EA3-8C4A-E5D94A9A7AAE}" type="presParOf" srcId="{9BA2FD92-C266-461A-9CEF-3F5B3F322573}" destId="{1FF2C928-7E62-4953-B1D7-8B0B163A6AFE}" srcOrd="0" destOrd="0" presId="urn:microsoft.com/office/officeart/2005/8/layout/orgChart1"/>
    <dgm:cxn modelId="{8B32C646-1110-4B54-AC6A-65CADF87E362}" type="presParOf" srcId="{9BA2FD92-C266-461A-9CEF-3F5B3F322573}" destId="{BD367FDB-F21D-4007-903C-1680264363A2}" srcOrd="1" destOrd="0" presId="urn:microsoft.com/office/officeart/2005/8/layout/orgChart1"/>
    <dgm:cxn modelId="{9E199201-D47C-477E-BC03-EAB544D16D4B}" type="presParOf" srcId="{77C8DAFF-F1C4-4376-ADCE-FAE7B586EEC6}" destId="{89E75F9B-EF94-49CA-B184-A185FABDCC9E}" srcOrd="1" destOrd="0" presId="urn:microsoft.com/office/officeart/2005/8/layout/orgChart1"/>
    <dgm:cxn modelId="{949CC4C5-258E-468A-ACA7-52482F9EC110}" type="presParOf" srcId="{89E75F9B-EF94-49CA-B184-A185FABDCC9E}" destId="{424CB9F7-BD12-464D-9D50-35FB2F2EE2BA}" srcOrd="0" destOrd="0" presId="urn:microsoft.com/office/officeart/2005/8/layout/orgChart1"/>
    <dgm:cxn modelId="{35DB1B00-614A-44A7-8686-01290651EF89}" type="presParOf" srcId="{89E75F9B-EF94-49CA-B184-A185FABDCC9E}" destId="{08B9B998-E2DF-408D-9786-09318B4802CF}" srcOrd="1" destOrd="0" presId="urn:microsoft.com/office/officeart/2005/8/layout/orgChart1"/>
    <dgm:cxn modelId="{3C020A77-D33A-4088-B02B-7F52EDABAF36}" type="presParOf" srcId="{08B9B998-E2DF-408D-9786-09318B4802CF}" destId="{FBB51A07-7046-494C-9B19-35FB3F9993E8}" srcOrd="0" destOrd="0" presId="urn:microsoft.com/office/officeart/2005/8/layout/orgChart1"/>
    <dgm:cxn modelId="{20E6A253-03AC-432F-BE1D-9D20108969AC}" type="presParOf" srcId="{FBB51A07-7046-494C-9B19-35FB3F9993E8}" destId="{A09725EF-3FB3-4768-97B8-009E6D2343F4}" srcOrd="0" destOrd="0" presId="urn:microsoft.com/office/officeart/2005/8/layout/orgChart1"/>
    <dgm:cxn modelId="{9FDF199D-FD91-42FB-8F29-6F0F2799F6C5}" type="presParOf" srcId="{FBB51A07-7046-494C-9B19-35FB3F9993E8}" destId="{D791631C-CA1E-463B-8EE6-8A6528A12700}" srcOrd="1" destOrd="0" presId="urn:microsoft.com/office/officeart/2005/8/layout/orgChart1"/>
    <dgm:cxn modelId="{28C73DB0-9EA1-4B4D-8052-726F3DBB64A0}" type="presParOf" srcId="{08B9B998-E2DF-408D-9786-09318B4802CF}" destId="{676A0363-27B6-45A8-9F46-A1DB09F6CBEA}" srcOrd="1" destOrd="0" presId="urn:microsoft.com/office/officeart/2005/8/layout/orgChart1"/>
    <dgm:cxn modelId="{56E48661-565E-4AFB-AD94-63730985DEEF}" type="presParOf" srcId="{08B9B998-E2DF-408D-9786-09318B4802CF}" destId="{C67584F9-D296-46FC-B19E-38D5A48B7A9E}" srcOrd="2" destOrd="0" presId="urn:microsoft.com/office/officeart/2005/8/layout/orgChart1"/>
    <dgm:cxn modelId="{F75E1845-CA7A-4DCF-B256-1D565F56E1C4}" type="presParOf" srcId="{89E75F9B-EF94-49CA-B184-A185FABDCC9E}" destId="{3459CCC4-62B6-4304-A245-416B7C7F84E8}" srcOrd="2" destOrd="0" presId="urn:microsoft.com/office/officeart/2005/8/layout/orgChart1"/>
    <dgm:cxn modelId="{75DF8E1A-3D0F-4219-934A-544387EC44B0}" type="presParOf" srcId="{89E75F9B-EF94-49CA-B184-A185FABDCC9E}" destId="{C92B4941-34DD-4A97-B517-DFD626A6EC86}" srcOrd="3" destOrd="0" presId="urn:microsoft.com/office/officeart/2005/8/layout/orgChart1"/>
    <dgm:cxn modelId="{745284B3-2BDC-478A-8CCF-91DF7D9DAF7D}" type="presParOf" srcId="{C92B4941-34DD-4A97-B517-DFD626A6EC86}" destId="{9BEBD7A7-D453-460B-8645-3FAF230EF8EF}" srcOrd="0" destOrd="0" presId="urn:microsoft.com/office/officeart/2005/8/layout/orgChart1"/>
    <dgm:cxn modelId="{B120E6FD-7D79-44B1-A2C0-996F0789DBC0}" type="presParOf" srcId="{9BEBD7A7-D453-460B-8645-3FAF230EF8EF}" destId="{736A3B4F-561D-45EE-A5B3-1EDEA71440B6}" srcOrd="0" destOrd="0" presId="urn:microsoft.com/office/officeart/2005/8/layout/orgChart1"/>
    <dgm:cxn modelId="{82E4531E-211F-4906-A5DC-4627EE9B489A}" type="presParOf" srcId="{9BEBD7A7-D453-460B-8645-3FAF230EF8EF}" destId="{67EBBFD6-CEA6-4954-8670-2F6F47ADC04F}" srcOrd="1" destOrd="0" presId="urn:microsoft.com/office/officeart/2005/8/layout/orgChart1"/>
    <dgm:cxn modelId="{3C5562CA-BAEC-4D06-B2B5-E7F0743C1676}" type="presParOf" srcId="{C92B4941-34DD-4A97-B517-DFD626A6EC86}" destId="{46ECF8AA-004F-46F6-B3CB-8822362535F7}" srcOrd="1" destOrd="0" presId="urn:microsoft.com/office/officeart/2005/8/layout/orgChart1"/>
    <dgm:cxn modelId="{B55DA1BD-9673-4D24-9129-32CC7F323D1D}" type="presParOf" srcId="{C92B4941-34DD-4A97-B517-DFD626A6EC86}" destId="{535BC9BA-727A-4FEA-8341-94DDD273C95C}" srcOrd="2" destOrd="0" presId="urn:microsoft.com/office/officeart/2005/8/layout/orgChart1"/>
    <dgm:cxn modelId="{E669894A-10A3-4EC8-94D0-6D74502DE14E}" type="presParOf" srcId="{89E75F9B-EF94-49CA-B184-A185FABDCC9E}" destId="{142A7032-47B0-4992-A51C-9BDAFA692CCD}" srcOrd="4" destOrd="0" presId="urn:microsoft.com/office/officeart/2005/8/layout/orgChart1"/>
    <dgm:cxn modelId="{54B31275-B5D7-4B9D-AFED-48B55C8FE43B}" type="presParOf" srcId="{89E75F9B-EF94-49CA-B184-A185FABDCC9E}" destId="{D06AE94A-73F3-4302-BD46-1D2C449066A7}" srcOrd="5" destOrd="0" presId="urn:microsoft.com/office/officeart/2005/8/layout/orgChart1"/>
    <dgm:cxn modelId="{5CA01E07-103B-4DC1-94EC-F2291C32FC78}" type="presParOf" srcId="{D06AE94A-73F3-4302-BD46-1D2C449066A7}" destId="{7C289C7B-800A-455D-A2FD-D8ADDB615D9B}" srcOrd="0" destOrd="0" presId="urn:microsoft.com/office/officeart/2005/8/layout/orgChart1"/>
    <dgm:cxn modelId="{17EA8CF5-9AC5-470E-B9B9-40CFF18DBBCB}" type="presParOf" srcId="{7C289C7B-800A-455D-A2FD-D8ADDB615D9B}" destId="{E8405D25-25CC-425F-BB3B-45D71B4B4888}" srcOrd="0" destOrd="0" presId="urn:microsoft.com/office/officeart/2005/8/layout/orgChart1"/>
    <dgm:cxn modelId="{50067EAE-CA74-45B3-BE52-453FD7806BC2}" type="presParOf" srcId="{7C289C7B-800A-455D-A2FD-D8ADDB615D9B}" destId="{2627E1BA-B8D3-41C4-B4A5-D58B4B67F693}" srcOrd="1" destOrd="0" presId="urn:microsoft.com/office/officeart/2005/8/layout/orgChart1"/>
    <dgm:cxn modelId="{31D64835-E0DD-4EB1-B599-9B5F537BC384}" type="presParOf" srcId="{D06AE94A-73F3-4302-BD46-1D2C449066A7}" destId="{526A5564-593C-436B-8FED-B33179049F37}" srcOrd="1" destOrd="0" presId="urn:microsoft.com/office/officeart/2005/8/layout/orgChart1"/>
    <dgm:cxn modelId="{806D730C-0F1D-44C9-BED8-4178DBD1C55D}" type="presParOf" srcId="{D06AE94A-73F3-4302-BD46-1D2C449066A7}" destId="{4328706F-62C7-468E-A355-C2C3C87AF44E}" srcOrd="2" destOrd="0" presId="urn:microsoft.com/office/officeart/2005/8/layout/orgChart1"/>
    <dgm:cxn modelId="{7B17DD16-F790-4DFB-B0FF-C15C729593DB}" type="presParOf" srcId="{89E75F9B-EF94-49CA-B184-A185FABDCC9E}" destId="{64CB3B5C-CA39-4C43-A505-7D2BC5392DCD}" srcOrd="6" destOrd="0" presId="urn:microsoft.com/office/officeart/2005/8/layout/orgChart1"/>
    <dgm:cxn modelId="{FD5E9092-3905-4974-BC7A-B987154BF07C}" type="presParOf" srcId="{89E75F9B-EF94-49CA-B184-A185FABDCC9E}" destId="{4D487DFD-22CF-498C-8628-F74B4E26E02B}" srcOrd="7" destOrd="0" presId="urn:microsoft.com/office/officeart/2005/8/layout/orgChart1"/>
    <dgm:cxn modelId="{0D04E0E3-3F1C-41DA-A073-D56104147CD2}" type="presParOf" srcId="{4D487DFD-22CF-498C-8628-F74B4E26E02B}" destId="{A885801D-CD75-4E54-A4E7-62C765E8231F}" srcOrd="0" destOrd="0" presId="urn:microsoft.com/office/officeart/2005/8/layout/orgChart1"/>
    <dgm:cxn modelId="{4F714D16-C8DD-4C22-9DDC-7F0240B55345}" type="presParOf" srcId="{A885801D-CD75-4E54-A4E7-62C765E8231F}" destId="{35C74C81-EC28-4115-AF2D-5047B0C50EF4}" srcOrd="0" destOrd="0" presId="urn:microsoft.com/office/officeart/2005/8/layout/orgChart1"/>
    <dgm:cxn modelId="{9FF7C48B-2352-4134-ABF9-036FA49DC7FB}" type="presParOf" srcId="{A885801D-CD75-4E54-A4E7-62C765E8231F}" destId="{97D8ADFB-E246-4995-9BC3-58B77C94E5D8}" srcOrd="1" destOrd="0" presId="urn:microsoft.com/office/officeart/2005/8/layout/orgChart1"/>
    <dgm:cxn modelId="{8D3880E9-4434-4F80-B939-C4F3C384CD60}" type="presParOf" srcId="{4D487DFD-22CF-498C-8628-F74B4E26E02B}" destId="{6ADC06C0-9F64-4343-8107-8C2B3BF4DD64}" srcOrd="1" destOrd="0" presId="urn:microsoft.com/office/officeart/2005/8/layout/orgChart1"/>
    <dgm:cxn modelId="{0378A6CE-80BD-48B6-820D-05C9FF03DDCB}" type="presParOf" srcId="{4D487DFD-22CF-498C-8628-F74B4E26E02B}" destId="{3A144DAA-0EFE-42D0-849C-342AB710398A}" srcOrd="2" destOrd="0" presId="urn:microsoft.com/office/officeart/2005/8/layout/orgChart1"/>
    <dgm:cxn modelId="{AF814075-ED25-4F17-96EA-A1690B09F2C0}" type="presParOf" srcId="{77C8DAFF-F1C4-4376-ADCE-FAE7B586EEC6}" destId="{723E8A3D-30CC-43F6-B950-6A5B5D6CC2D7}" srcOrd="2" destOrd="0" presId="urn:microsoft.com/office/officeart/2005/8/layout/orgChart1"/>
    <dgm:cxn modelId="{1EA2C973-CC6A-4435-A6B7-068EA12E208C}" type="presParOf" srcId="{AD53A4B1-01E7-41E8-9724-31F3910545A4}" destId="{353E71C0-A296-46B8-BAB0-268BA4C59D7C}" srcOrd="6" destOrd="0" presId="urn:microsoft.com/office/officeart/2005/8/layout/orgChart1"/>
    <dgm:cxn modelId="{92950DAE-059B-4146-B9C0-D2AA2F76B7C0}" type="presParOf" srcId="{AD53A4B1-01E7-41E8-9724-31F3910545A4}" destId="{7C556C8E-4126-4403-8CEB-51B59AA69FCE}" srcOrd="7" destOrd="0" presId="urn:microsoft.com/office/officeart/2005/8/layout/orgChart1"/>
    <dgm:cxn modelId="{8AA71A29-693C-4861-A752-142EEDADA77F}" type="presParOf" srcId="{7C556C8E-4126-4403-8CEB-51B59AA69FCE}" destId="{792CB3AC-3271-4253-9453-ACCE18AB5F73}" srcOrd="0" destOrd="0" presId="urn:microsoft.com/office/officeart/2005/8/layout/orgChart1"/>
    <dgm:cxn modelId="{7823DAB5-50CB-43DE-B5C7-DD56AC978691}" type="presParOf" srcId="{792CB3AC-3271-4253-9453-ACCE18AB5F73}" destId="{3FE29DE7-91AC-456D-96C3-01A8723E90DD}" srcOrd="0" destOrd="0" presId="urn:microsoft.com/office/officeart/2005/8/layout/orgChart1"/>
    <dgm:cxn modelId="{C9D3ADEF-3F16-4229-BF32-4200F0ABC47A}" type="presParOf" srcId="{792CB3AC-3271-4253-9453-ACCE18AB5F73}" destId="{13BFADD0-1160-4E94-B239-1C8F225F6CFC}" srcOrd="1" destOrd="0" presId="urn:microsoft.com/office/officeart/2005/8/layout/orgChart1"/>
    <dgm:cxn modelId="{3C917A8A-5239-4971-BF50-94179C1B1036}" type="presParOf" srcId="{7C556C8E-4126-4403-8CEB-51B59AA69FCE}" destId="{966D70F9-F0E7-4F8D-98FE-BF1FCEA430A3}" srcOrd="1" destOrd="0" presId="urn:microsoft.com/office/officeart/2005/8/layout/orgChart1"/>
    <dgm:cxn modelId="{815B8D81-AA72-4CB8-8190-83010E6E573E}" type="presParOf" srcId="{966D70F9-F0E7-4F8D-98FE-BF1FCEA430A3}" destId="{D7F04456-B99E-44B7-8382-21538AB8948B}" srcOrd="0" destOrd="0" presId="urn:microsoft.com/office/officeart/2005/8/layout/orgChart1"/>
    <dgm:cxn modelId="{B3D8F146-9A87-48AA-8EB1-5EBD88B242FA}" type="presParOf" srcId="{966D70F9-F0E7-4F8D-98FE-BF1FCEA430A3}" destId="{F96A1C18-AB96-4B86-BDF5-39B72D23BB68}" srcOrd="1" destOrd="0" presId="urn:microsoft.com/office/officeart/2005/8/layout/orgChart1"/>
    <dgm:cxn modelId="{48B5E963-A150-465E-B7CF-BE2B7291D0D6}" type="presParOf" srcId="{F96A1C18-AB96-4B86-BDF5-39B72D23BB68}" destId="{56E373BD-99AB-40AE-9F2F-D454E9F3E7AF}" srcOrd="0" destOrd="0" presId="urn:microsoft.com/office/officeart/2005/8/layout/orgChart1"/>
    <dgm:cxn modelId="{BC84304E-421D-47F1-B673-696CF2599317}" type="presParOf" srcId="{56E373BD-99AB-40AE-9F2F-D454E9F3E7AF}" destId="{796C32B1-3F96-4A4C-A22F-A472B2E1782B}" srcOrd="0" destOrd="0" presId="urn:microsoft.com/office/officeart/2005/8/layout/orgChart1"/>
    <dgm:cxn modelId="{AB8ED058-571C-43E6-B32F-FE06B5363395}" type="presParOf" srcId="{56E373BD-99AB-40AE-9F2F-D454E9F3E7AF}" destId="{D6882167-1277-4BC2-80F2-D4327D69BB99}" srcOrd="1" destOrd="0" presId="urn:microsoft.com/office/officeart/2005/8/layout/orgChart1"/>
    <dgm:cxn modelId="{51182325-2B1B-4751-BB58-F5438722ED0B}" type="presParOf" srcId="{F96A1C18-AB96-4B86-BDF5-39B72D23BB68}" destId="{EC353C88-DD31-4877-BC21-0C351194BEBB}" srcOrd="1" destOrd="0" presId="urn:microsoft.com/office/officeart/2005/8/layout/orgChart1"/>
    <dgm:cxn modelId="{92DB3591-2D18-4744-8DD9-7821E6972D4F}" type="presParOf" srcId="{F96A1C18-AB96-4B86-BDF5-39B72D23BB68}" destId="{79DC418B-71DA-4B3C-A6DF-D7608F18F105}" srcOrd="2" destOrd="0" presId="urn:microsoft.com/office/officeart/2005/8/layout/orgChart1"/>
    <dgm:cxn modelId="{74E366F7-FB4B-4EE8-A399-7F18E190293D}" type="presParOf" srcId="{966D70F9-F0E7-4F8D-98FE-BF1FCEA430A3}" destId="{BD25D3D1-6D5B-4B95-A5F5-73C591C82291}" srcOrd="2" destOrd="0" presId="urn:microsoft.com/office/officeart/2005/8/layout/orgChart1"/>
    <dgm:cxn modelId="{A3FCFA49-20B9-47EE-B0B3-76476412952D}" type="presParOf" srcId="{966D70F9-F0E7-4F8D-98FE-BF1FCEA430A3}" destId="{AD8C9AD8-9528-46C4-B1E7-BD47A90C2AE9}" srcOrd="3" destOrd="0" presId="urn:microsoft.com/office/officeart/2005/8/layout/orgChart1"/>
    <dgm:cxn modelId="{81904641-E0F9-4C60-98E5-9EB4AE21F0A8}" type="presParOf" srcId="{AD8C9AD8-9528-46C4-B1E7-BD47A90C2AE9}" destId="{8A93C2E4-124B-4251-ACBA-A266DF8725E4}" srcOrd="0" destOrd="0" presId="urn:microsoft.com/office/officeart/2005/8/layout/orgChart1"/>
    <dgm:cxn modelId="{77B9A4E4-7A48-4FB9-8632-8F3C85526297}" type="presParOf" srcId="{8A93C2E4-124B-4251-ACBA-A266DF8725E4}" destId="{54C26DD9-A165-43CA-A7A5-372B768A2247}" srcOrd="0" destOrd="0" presId="urn:microsoft.com/office/officeart/2005/8/layout/orgChart1"/>
    <dgm:cxn modelId="{F914CE93-B414-4E94-8D82-EF5DC99A63FC}" type="presParOf" srcId="{8A93C2E4-124B-4251-ACBA-A266DF8725E4}" destId="{38A3D2EB-1C22-4372-8863-0CDE996A0564}" srcOrd="1" destOrd="0" presId="urn:microsoft.com/office/officeart/2005/8/layout/orgChart1"/>
    <dgm:cxn modelId="{12F1C95B-D98E-4EC1-BCDA-4481C9AB164B}" type="presParOf" srcId="{AD8C9AD8-9528-46C4-B1E7-BD47A90C2AE9}" destId="{94277B58-17D4-4CD2-8871-471E78571BB7}" srcOrd="1" destOrd="0" presId="urn:microsoft.com/office/officeart/2005/8/layout/orgChart1"/>
    <dgm:cxn modelId="{272AE65E-D263-4B18-B99E-44C0EBFB83C4}" type="presParOf" srcId="{AD8C9AD8-9528-46C4-B1E7-BD47A90C2AE9}" destId="{6AC5BE60-88AB-4219-8E2F-F11B3F957B4F}" srcOrd="2" destOrd="0" presId="urn:microsoft.com/office/officeart/2005/8/layout/orgChart1"/>
    <dgm:cxn modelId="{0C8842CE-0F4D-4FC0-8D6E-ACEF2CF644B4}" type="presParOf" srcId="{966D70F9-F0E7-4F8D-98FE-BF1FCEA430A3}" destId="{F8EEBE2A-9566-4236-91B6-EE1AD2EDBD86}" srcOrd="4" destOrd="0" presId="urn:microsoft.com/office/officeart/2005/8/layout/orgChart1"/>
    <dgm:cxn modelId="{6B9DAA50-6545-4ECC-BB9E-F0D6A892C15F}" type="presParOf" srcId="{966D70F9-F0E7-4F8D-98FE-BF1FCEA430A3}" destId="{1705640D-8551-4A77-958E-BC9220448A19}" srcOrd="5" destOrd="0" presId="urn:microsoft.com/office/officeart/2005/8/layout/orgChart1"/>
    <dgm:cxn modelId="{C77CD205-BE84-41A7-A70A-5591B210DB78}" type="presParOf" srcId="{1705640D-8551-4A77-958E-BC9220448A19}" destId="{9A1828BF-A308-4F99-A7CB-5B89D5734ADE}" srcOrd="0" destOrd="0" presId="urn:microsoft.com/office/officeart/2005/8/layout/orgChart1"/>
    <dgm:cxn modelId="{5D64C818-E1EB-4E50-9B98-EB4942D85114}" type="presParOf" srcId="{9A1828BF-A308-4F99-A7CB-5B89D5734ADE}" destId="{1C603766-7A77-4049-AA66-7237769060F5}" srcOrd="0" destOrd="0" presId="urn:microsoft.com/office/officeart/2005/8/layout/orgChart1"/>
    <dgm:cxn modelId="{9DB82874-0C39-42D5-895C-306EEC48020D}" type="presParOf" srcId="{9A1828BF-A308-4F99-A7CB-5B89D5734ADE}" destId="{B3EDECC0-7140-45B3-8272-083E584FB583}" srcOrd="1" destOrd="0" presId="urn:microsoft.com/office/officeart/2005/8/layout/orgChart1"/>
    <dgm:cxn modelId="{672B1114-0A23-4947-8F2D-FF0E1D6F43BC}" type="presParOf" srcId="{1705640D-8551-4A77-958E-BC9220448A19}" destId="{067E1650-30BE-4AAA-9BF2-0E51688520ED}" srcOrd="1" destOrd="0" presId="urn:microsoft.com/office/officeart/2005/8/layout/orgChart1"/>
    <dgm:cxn modelId="{F1F7BDB8-AE67-49AD-91CC-CD3C4560CA93}" type="presParOf" srcId="{1705640D-8551-4A77-958E-BC9220448A19}" destId="{FE85A856-858C-4A1B-B724-E0F6CFEDD4C4}" srcOrd="2" destOrd="0" presId="urn:microsoft.com/office/officeart/2005/8/layout/orgChart1"/>
    <dgm:cxn modelId="{CA98F1B6-39C3-4C71-AD6E-E4988FA8DE59}" type="presParOf" srcId="{7C556C8E-4126-4403-8CEB-51B59AA69FCE}" destId="{8C890729-6A60-4D4F-A0C4-9E3A9BF60082}"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16 – Fist things first: Setting requirement priorities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smtClean="0"/>
            <a:t>Some prioritization pragmatics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smtClean="0"/>
            <a:t>Why prioritize requirements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552219B0-29E3-4A6C-90E3-BE0B83069EBC}">
      <dgm:prSet phldrT="[Text]" custT="1"/>
      <dgm:spPr/>
      <dgm:t>
        <a:bodyPr/>
        <a:lstStyle/>
        <a:p>
          <a:r>
            <a:rPr lang="en-US" sz="1200" dirty="0" smtClean="0"/>
            <a:t>The needs of the customers</a:t>
          </a:r>
          <a:endParaRPr lang="en-US" sz="1200" dirty="0"/>
        </a:p>
      </dgm:t>
    </dgm:pt>
    <dgm:pt modelId="{D723B879-676C-4614-8859-D09DEFF2A3B3}" type="parTrans" cxnId="{81ECBBE0-B641-4AE9-A53F-16A71BDFB9C1}">
      <dgm:prSet/>
      <dgm:spPr/>
      <dgm:t>
        <a:bodyPr/>
        <a:lstStyle/>
        <a:p>
          <a:endParaRPr lang="en-US"/>
        </a:p>
      </dgm:t>
    </dgm:pt>
    <dgm:pt modelId="{3AAC379C-C229-429B-B8C5-9157680B919C}" type="sibTrans" cxnId="{81ECBBE0-B641-4AE9-A53F-16A71BDFB9C1}">
      <dgm:prSet/>
      <dgm:spPr/>
      <dgm:t>
        <a:bodyPr/>
        <a:lstStyle/>
        <a:p>
          <a:endParaRPr lang="en-US"/>
        </a:p>
      </dgm:t>
    </dgm:pt>
    <dgm:pt modelId="{1F903EBE-540A-403B-AE13-6A09126352BD}">
      <dgm:prSet phldrT="[Text]" custT="1"/>
      <dgm:spPr/>
      <dgm:t>
        <a:bodyPr/>
        <a:lstStyle/>
        <a:p>
          <a:r>
            <a:rPr lang="en-US" sz="1200" dirty="0" smtClean="0"/>
            <a:t>The relative importance of </a:t>
          </a:r>
          <a:r>
            <a:rPr lang="en-US" sz="1200" dirty="0" err="1" smtClean="0"/>
            <a:t>reqs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1CD9272D-1AC8-4166-B759-BD2460765B07}">
      <dgm:prSet phldrT="[Text]" custT="1"/>
      <dgm:spPr/>
      <dgm:t>
        <a:bodyPr/>
        <a:lstStyle/>
        <a:p>
          <a:r>
            <a:rPr lang="en-US" sz="1200" smtClean="0"/>
            <a:t>Some prioritization techniques</a:t>
          </a:r>
          <a:endParaRPr lang="en-US" sz="1200" dirty="0"/>
        </a:p>
      </dgm:t>
    </dgm:pt>
    <dgm:pt modelId="{4A0D96F5-06D9-485F-AEB5-2B27D37DA6F8}" type="parTrans" cxnId="{72609910-D3BA-48BD-A7DA-80D91E1FA6B6}">
      <dgm:prSet/>
      <dgm:spPr/>
      <dgm:t>
        <a:bodyPr/>
        <a:lstStyle/>
        <a:p>
          <a:endParaRPr lang="en-US"/>
        </a:p>
      </dgm:t>
    </dgm:pt>
    <dgm:pt modelId="{8DC6733E-1600-4C4F-9D0D-BA8273CB5ECB}" type="sibTrans" cxnId="{72609910-D3BA-48BD-A7DA-80D91E1FA6B6}">
      <dgm:prSet/>
      <dgm:spPr/>
      <dgm:t>
        <a:bodyPr/>
        <a:lstStyle/>
        <a:p>
          <a:endParaRPr lang="en-US"/>
        </a:p>
      </dgm:t>
    </dgm:pt>
    <dgm:pt modelId="{D666730B-F8C4-489E-87FF-10A9E7718A12}">
      <dgm:prSet phldrT="[Text]" custT="1"/>
      <dgm:spPr/>
      <dgm:t>
        <a:bodyPr/>
        <a:lstStyle/>
        <a:p>
          <a:r>
            <a:rPr lang="en-US" sz="1200" dirty="0" smtClean="0"/>
            <a:t>Timing at which capabilities need to be delivered </a:t>
          </a:r>
          <a:endParaRPr lang="en-US" sz="1200" dirty="0"/>
        </a:p>
      </dgm:t>
    </dgm:pt>
    <dgm:pt modelId="{5116E518-2BAD-4C82-9FE3-9CFE788A2A86}" type="parTrans" cxnId="{D8E91F45-3E3F-4C25-B958-AA634A31D61C}">
      <dgm:prSet/>
      <dgm:spPr/>
      <dgm:t>
        <a:bodyPr/>
        <a:lstStyle/>
        <a:p>
          <a:endParaRPr lang="en-US"/>
        </a:p>
      </dgm:t>
    </dgm:pt>
    <dgm:pt modelId="{AA62F5D7-8B80-458D-B0A2-B339292401E3}" type="sibTrans" cxnId="{D8E91F45-3E3F-4C25-B958-AA634A31D61C}">
      <dgm:prSet/>
      <dgm:spPr/>
      <dgm:t>
        <a:bodyPr/>
        <a:lstStyle/>
        <a:p>
          <a:endParaRPr lang="en-US"/>
        </a:p>
      </dgm:t>
    </dgm:pt>
    <dgm:pt modelId="{C179C489-C5FD-40BE-B595-79DE35DDC9CE}">
      <dgm:prSet phldrT="[Text]" custT="1"/>
      <dgm:spPr/>
      <dgm:t>
        <a:bodyPr/>
        <a:lstStyle/>
        <a:p>
          <a:r>
            <a:rPr lang="en-US" sz="1200" dirty="0" err="1" smtClean="0"/>
            <a:t>Reqs</a:t>
          </a:r>
          <a:r>
            <a:rPr lang="en-US" sz="1200" dirty="0" smtClean="0"/>
            <a:t> that serve as predecessors </a:t>
          </a:r>
          <a:endParaRPr lang="en-US" sz="1200" dirty="0"/>
        </a:p>
      </dgm:t>
    </dgm:pt>
    <dgm:pt modelId="{C3D4C136-18A0-41EC-9A0B-E0BF780AC235}" type="parTrans" cxnId="{3EB98175-2383-4E7B-B741-8871F2FEA819}">
      <dgm:prSet/>
      <dgm:spPr/>
      <dgm:t>
        <a:bodyPr/>
        <a:lstStyle/>
        <a:p>
          <a:endParaRPr lang="en-US"/>
        </a:p>
      </dgm:t>
    </dgm:pt>
    <dgm:pt modelId="{B3C36CFC-4222-46ED-A4C4-2E4DCBBEDDAC}" type="sibTrans" cxnId="{3EB98175-2383-4E7B-B741-8871F2FEA819}">
      <dgm:prSet/>
      <dgm:spPr/>
      <dgm:t>
        <a:bodyPr/>
        <a:lstStyle/>
        <a:p>
          <a:endParaRPr lang="en-US"/>
        </a:p>
      </dgm:t>
    </dgm:pt>
    <dgm:pt modelId="{082C692E-C0AB-499C-9E9B-BD67F3F0D18C}">
      <dgm:prSet phldrT="[Text]" custT="1"/>
      <dgm:spPr/>
      <dgm:t>
        <a:bodyPr/>
        <a:lstStyle/>
        <a:p>
          <a:r>
            <a:rPr lang="en-US" sz="1200" dirty="0" smtClean="0"/>
            <a:t>Which req. must be implemented as a group </a:t>
          </a:r>
          <a:endParaRPr lang="en-US" sz="1200" dirty="0"/>
        </a:p>
      </dgm:t>
    </dgm:pt>
    <dgm:pt modelId="{E6962A79-4279-4847-AF21-F58927821798}" type="parTrans" cxnId="{F586FB13-0D2B-473C-B2D0-98545A891549}">
      <dgm:prSet/>
      <dgm:spPr/>
      <dgm:t>
        <a:bodyPr/>
        <a:lstStyle/>
        <a:p>
          <a:endParaRPr lang="en-US"/>
        </a:p>
      </dgm:t>
    </dgm:pt>
    <dgm:pt modelId="{63CCA588-B5C3-4FFE-9A0C-206C647BCEBB}" type="sibTrans" cxnId="{F586FB13-0D2B-473C-B2D0-98545A891549}">
      <dgm:prSet/>
      <dgm:spPr/>
      <dgm:t>
        <a:bodyPr/>
        <a:lstStyle/>
        <a:p>
          <a:endParaRPr lang="en-US"/>
        </a:p>
      </dgm:t>
    </dgm:pt>
    <dgm:pt modelId="{5A81FE1A-C626-4C5E-8DCB-CC602E39566D}">
      <dgm:prSet phldrT="[Text]" custT="1"/>
      <dgm:spPr/>
      <dgm:t>
        <a:bodyPr/>
        <a:lstStyle/>
        <a:p>
          <a:r>
            <a:rPr lang="en-US" sz="1200" dirty="0" smtClean="0"/>
            <a:t>The cost to satisfy each req.</a:t>
          </a:r>
          <a:endParaRPr lang="en-US" sz="1200" dirty="0"/>
        </a:p>
      </dgm:t>
    </dgm:pt>
    <dgm:pt modelId="{BD607842-5FCD-4D50-A7A5-45C0EC395A29}" type="parTrans" cxnId="{C3B6CA58-ABC9-4714-B531-65BF24ABCEF9}">
      <dgm:prSet/>
      <dgm:spPr/>
      <dgm:t>
        <a:bodyPr/>
        <a:lstStyle/>
        <a:p>
          <a:endParaRPr lang="en-US"/>
        </a:p>
      </dgm:t>
    </dgm:pt>
    <dgm:pt modelId="{5D22E000-7965-4676-B2E7-119E60ACE1E4}" type="sibTrans" cxnId="{C3B6CA58-ABC9-4714-B531-65BF24ABCEF9}">
      <dgm:prSet/>
      <dgm:spPr/>
      <dgm:t>
        <a:bodyPr/>
        <a:lstStyle/>
        <a:p>
          <a:endParaRPr lang="en-US"/>
        </a:p>
      </dgm:t>
    </dgm:pt>
    <dgm:pt modelId="{6B69A9D6-9AED-45AA-B3E9-D119059C1234}">
      <dgm:prSet phldrT="[Text]" custT="1"/>
      <dgm:spPr/>
      <dgm:t>
        <a:bodyPr/>
        <a:lstStyle/>
        <a:p>
          <a:r>
            <a:rPr lang="en-US" sz="1200" dirty="0" smtClean="0"/>
            <a:t>In or out</a:t>
          </a:r>
          <a:endParaRPr lang="en-US" sz="1200" dirty="0"/>
        </a:p>
      </dgm:t>
    </dgm:pt>
    <dgm:pt modelId="{38FA2678-4F86-40A1-821B-F2EDBBD02DF5}" type="parTrans" cxnId="{49DB2F0B-28E7-4447-9E1F-3BA043EE43DE}">
      <dgm:prSet/>
      <dgm:spPr/>
      <dgm:t>
        <a:bodyPr/>
        <a:lstStyle/>
        <a:p>
          <a:endParaRPr lang="en-US"/>
        </a:p>
      </dgm:t>
    </dgm:pt>
    <dgm:pt modelId="{E037FDFA-12A6-4855-AB40-A35B45A3BC74}" type="sibTrans" cxnId="{49DB2F0B-28E7-4447-9E1F-3BA043EE43DE}">
      <dgm:prSet/>
      <dgm:spPr/>
      <dgm:t>
        <a:bodyPr/>
        <a:lstStyle/>
        <a:p>
          <a:endParaRPr lang="en-US"/>
        </a:p>
      </dgm:t>
    </dgm:pt>
    <dgm:pt modelId="{42697813-E546-4A75-9A82-80BBD259A796}">
      <dgm:prSet phldrT="[Text]" custT="1"/>
      <dgm:spPr/>
      <dgm:t>
        <a:bodyPr/>
        <a:lstStyle/>
        <a:p>
          <a:r>
            <a:rPr lang="en-US" sz="1200" dirty="0" smtClean="0"/>
            <a:t>Pairwise comparison/ranking</a:t>
          </a:r>
          <a:endParaRPr lang="en-US" sz="1200" dirty="0"/>
        </a:p>
      </dgm:t>
    </dgm:pt>
    <dgm:pt modelId="{95561690-DAF4-4C42-83FD-AF6358165ED3}" type="parTrans" cxnId="{6D71B66D-2120-4D99-9A38-65F6BB5ECA00}">
      <dgm:prSet/>
      <dgm:spPr/>
      <dgm:t>
        <a:bodyPr/>
        <a:lstStyle/>
        <a:p>
          <a:endParaRPr lang="en-US"/>
        </a:p>
      </dgm:t>
    </dgm:pt>
    <dgm:pt modelId="{03A9D5CD-4CD9-444B-A366-C9A19C1EC646}" type="sibTrans" cxnId="{6D71B66D-2120-4D99-9A38-65F6BB5ECA00}">
      <dgm:prSet/>
      <dgm:spPr/>
      <dgm:t>
        <a:bodyPr/>
        <a:lstStyle/>
        <a:p>
          <a:endParaRPr lang="en-US"/>
        </a:p>
      </dgm:t>
    </dgm:pt>
    <dgm:pt modelId="{B6B46A80-4BC6-4538-990B-765000BB3840}">
      <dgm:prSet phldrT="[Text]" custT="1"/>
      <dgm:spPr/>
      <dgm:t>
        <a:bodyPr/>
        <a:lstStyle/>
        <a:p>
          <a:r>
            <a:rPr lang="en-US" sz="1200" dirty="0" smtClean="0"/>
            <a:t>Three-level scale</a:t>
          </a:r>
          <a:endParaRPr lang="en-US" sz="1200" dirty="0"/>
        </a:p>
      </dgm:t>
    </dgm:pt>
    <dgm:pt modelId="{79F5B209-E25D-46D8-8257-1B7E5A604241}" type="parTrans" cxnId="{99511B5D-4F39-416F-8026-0BD3F24DF285}">
      <dgm:prSet/>
      <dgm:spPr/>
      <dgm:t>
        <a:bodyPr/>
        <a:lstStyle/>
        <a:p>
          <a:endParaRPr lang="en-US"/>
        </a:p>
      </dgm:t>
    </dgm:pt>
    <dgm:pt modelId="{776C0810-911A-40BB-A583-1E51C783AC35}" type="sibTrans" cxnId="{99511B5D-4F39-416F-8026-0BD3F24DF285}">
      <dgm:prSet/>
      <dgm:spPr/>
      <dgm:t>
        <a:bodyPr/>
        <a:lstStyle/>
        <a:p>
          <a:endParaRPr lang="en-US"/>
        </a:p>
      </dgm:t>
    </dgm:pt>
    <dgm:pt modelId="{B4490D48-F16E-42A3-A4EA-8C77207C2460}">
      <dgm:prSet phldrT="[Text]" custT="1"/>
      <dgm:spPr/>
      <dgm:t>
        <a:bodyPr/>
        <a:lstStyle/>
        <a:p>
          <a:r>
            <a:rPr lang="en-US" sz="1200" smtClean="0"/>
            <a:t>MoSCoW</a:t>
          </a:r>
          <a:endParaRPr lang="en-US" sz="1200" dirty="0"/>
        </a:p>
      </dgm:t>
    </dgm:pt>
    <dgm:pt modelId="{68EADB79-E7DD-40D3-9CF1-65D2EE115C12}" type="parTrans" cxnId="{D20269E8-805A-4544-B292-55FEA8C0FA55}">
      <dgm:prSet/>
      <dgm:spPr/>
      <dgm:t>
        <a:bodyPr/>
        <a:lstStyle/>
        <a:p>
          <a:endParaRPr lang="en-US"/>
        </a:p>
      </dgm:t>
    </dgm:pt>
    <dgm:pt modelId="{8B13D783-87A3-47F0-856B-873A2BBE2502}" type="sibTrans" cxnId="{D20269E8-805A-4544-B292-55FEA8C0FA55}">
      <dgm:prSet/>
      <dgm:spPr/>
      <dgm:t>
        <a:bodyPr/>
        <a:lstStyle/>
        <a:p>
          <a:endParaRPr lang="en-US"/>
        </a:p>
      </dgm:t>
    </dgm:pt>
    <dgm:pt modelId="{C3C8ED6E-CB8F-46FC-86FF-49A525C7A6EC}">
      <dgm:prSet phldrT="[Text]" custT="1"/>
      <dgm:spPr/>
      <dgm:t>
        <a:bodyPr/>
        <a:lstStyle/>
        <a:p>
          <a:r>
            <a:rPr lang="en-US" sz="1200" dirty="0" smtClean="0"/>
            <a:t>based on value, cost,</a:t>
          </a:r>
          <a:br>
            <a:rPr lang="en-US" sz="1200" dirty="0" smtClean="0"/>
          </a:br>
          <a:r>
            <a:rPr lang="en-US" sz="1200" dirty="0" smtClean="0"/>
            <a:t> and risk</a:t>
          </a:r>
          <a:endParaRPr lang="en-US" sz="1200" dirty="0"/>
        </a:p>
      </dgm:t>
    </dgm:pt>
    <dgm:pt modelId="{662137B2-EBFF-4B77-8453-809C32C53449}" type="parTrans" cxnId="{5384FE3E-E24B-492E-BA3C-4238DC0F5262}">
      <dgm:prSet/>
      <dgm:spPr/>
      <dgm:t>
        <a:bodyPr/>
        <a:lstStyle/>
        <a:p>
          <a:endParaRPr lang="en-US"/>
        </a:p>
      </dgm:t>
    </dgm:pt>
    <dgm:pt modelId="{C6E8CE1A-E4DC-479C-A139-38A9011B2C9F}" type="sibTrans" cxnId="{5384FE3E-E24B-492E-BA3C-4238DC0F5262}">
      <dgm:prSet/>
      <dgm:spPr/>
      <dgm:t>
        <a:bodyPr/>
        <a:lstStyle/>
        <a:p>
          <a:endParaRPr lang="en-US"/>
        </a:p>
      </dgm:t>
    </dgm:pt>
    <dgm:pt modelId="{94CC2DC7-0C6B-43E0-AD9D-62FD9B773F0B}">
      <dgm:prSet phldrT="[Text]" custT="1"/>
      <dgm:spPr/>
      <dgm:t>
        <a:bodyPr/>
        <a:lstStyle/>
        <a:p>
          <a:r>
            <a:rPr lang="en-US" sz="1200" dirty="0" smtClean="0"/>
            <a:t>$100</a:t>
          </a:r>
          <a:endParaRPr lang="en-US" sz="1200" dirty="0"/>
        </a:p>
      </dgm:t>
    </dgm:pt>
    <dgm:pt modelId="{2944BFD4-2647-4FEF-84F8-E46BA76C4B84}" type="parTrans" cxnId="{A0B27E55-6D7E-4C99-82B6-A491AD991C24}">
      <dgm:prSet/>
      <dgm:spPr/>
      <dgm:t>
        <a:bodyPr/>
        <a:lstStyle/>
        <a:p>
          <a:endParaRPr lang="en-US"/>
        </a:p>
      </dgm:t>
    </dgm:pt>
    <dgm:pt modelId="{42B4F185-94E2-4E24-889F-7084B101BB27}" type="sibTrans" cxnId="{A0B27E55-6D7E-4C99-82B6-A491AD991C24}">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66646"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66646"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8BF33A23-B9E7-4732-917C-5D66B726362F}" type="pres">
      <dgm:prSet presAssocID="{D723B879-676C-4614-8859-D09DEFF2A3B3}" presName="Name37" presStyleLbl="parChTrans1D3" presStyleIdx="0" presStyleCnt="11"/>
      <dgm:spPr/>
      <dgm:t>
        <a:bodyPr/>
        <a:lstStyle/>
        <a:p>
          <a:endParaRPr lang="en-US"/>
        </a:p>
      </dgm:t>
    </dgm:pt>
    <dgm:pt modelId="{20C774D7-4094-42B3-BC8F-AB5D0586E671}" type="pres">
      <dgm:prSet presAssocID="{552219B0-29E3-4A6C-90E3-BE0B83069EBC}" presName="hierRoot2" presStyleCnt="0">
        <dgm:presLayoutVars>
          <dgm:hierBranch val="init"/>
        </dgm:presLayoutVars>
      </dgm:prSet>
      <dgm:spPr/>
    </dgm:pt>
    <dgm:pt modelId="{B158E239-C176-4132-B1BA-6C1E7461F09C}" type="pres">
      <dgm:prSet presAssocID="{552219B0-29E3-4A6C-90E3-BE0B83069EBC}" presName="rootComposite" presStyleCnt="0"/>
      <dgm:spPr/>
    </dgm:pt>
    <dgm:pt modelId="{9449DAAE-E410-44C5-A07D-A0445C0B7E6B}" type="pres">
      <dgm:prSet presAssocID="{552219B0-29E3-4A6C-90E3-BE0B83069EBC}" presName="rootText" presStyleLbl="node3" presStyleIdx="0" presStyleCnt="11" custScaleX="144470" custScaleY="90830">
        <dgm:presLayoutVars>
          <dgm:chPref val="3"/>
        </dgm:presLayoutVars>
      </dgm:prSet>
      <dgm:spPr/>
      <dgm:t>
        <a:bodyPr/>
        <a:lstStyle/>
        <a:p>
          <a:endParaRPr lang="en-US"/>
        </a:p>
      </dgm:t>
    </dgm:pt>
    <dgm:pt modelId="{44F89C81-6EDD-4313-B033-6AFE4A6B1597}" type="pres">
      <dgm:prSet presAssocID="{552219B0-29E3-4A6C-90E3-BE0B83069EBC}" presName="rootConnector" presStyleLbl="node3" presStyleIdx="0" presStyleCnt="11"/>
      <dgm:spPr/>
      <dgm:t>
        <a:bodyPr/>
        <a:lstStyle/>
        <a:p>
          <a:endParaRPr lang="en-US"/>
        </a:p>
      </dgm:t>
    </dgm:pt>
    <dgm:pt modelId="{131D6045-90D5-4A9B-AF7A-E47E958A6183}" type="pres">
      <dgm:prSet presAssocID="{552219B0-29E3-4A6C-90E3-BE0B83069EBC}" presName="hierChild4" presStyleCnt="0"/>
      <dgm:spPr/>
    </dgm:pt>
    <dgm:pt modelId="{61412022-130F-4D56-8A65-CD43AA487E99}" type="pres">
      <dgm:prSet presAssocID="{552219B0-29E3-4A6C-90E3-BE0B83069EBC}" presName="hierChild5" presStyleCnt="0"/>
      <dgm:spPr/>
    </dgm:pt>
    <dgm:pt modelId="{76E33A9D-9480-40FB-A4DF-EE1E2E7E401E}" type="pres">
      <dgm:prSet presAssocID="{248E9311-DF61-4B0E-BD57-16AE2D707A60}" presName="Name37" presStyleLbl="parChTrans1D3" presStyleIdx="1" presStyleCnt="11"/>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3" presStyleIdx="1" presStyleCnt="11" custScaleX="144470" custScaleY="90830">
        <dgm:presLayoutVars>
          <dgm:chPref val="3"/>
        </dgm:presLayoutVars>
      </dgm:prSet>
      <dgm:spPr/>
      <dgm:t>
        <a:bodyPr/>
        <a:lstStyle/>
        <a:p>
          <a:endParaRPr lang="en-US"/>
        </a:p>
      </dgm:t>
    </dgm:pt>
    <dgm:pt modelId="{746FE1B3-37E8-4050-B0B7-5668D5D7D118}" type="pres">
      <dgm:prSet presAssocID="{1F903EBE-540A-403B-AE13-6A09126352BD}" presName="rootConnector" presStyleLbl="node3" presStyleIdx="1" presStyleCnt="11"/>
      <dgm:spPr/>
      <dgm:t>
        <a:bodyPr/>
        <a:lstStyle/>
        <a:p>
          <a:endParaRPr lang="en-US"/>
        </a:p>
      </dgm:t>
    </dgm:pt>
    <dgm:pt modelId="{CA531930-87B7-4E2B-AA93-B0ECAA52CC09}" type="pres">
      <dgm:prSet presAssocID="{1F903EBE-540A-403B-AE13-6A09126352BD}" presName="hierChild4" presStyleCnt="0"/>
      <dgm:spPr/>
    </dgm:pt>
    <dgm:pt modelId="{E9A486E8-3FB6-41A6-BD46-32EB689AD74B}" type="pres">
      <dgm:prSet presAssocID="{1F903EBE-540A-403B-AE13-6A09126352BD}" presName="hierChild5" presStyleCnt="0"/>
      <dgm:spPr/>
    </dgm:pt>
    <dgm:pt modelId="{A4659DA7-BC81-4AD7-B119-499310DCB294}" type="pres">
      <dgm:prSet presAssocID="{5116E518-2BAD-4C82-9FE3-9CFE788A2A86}" presName="Name37" presStyleLbl="parChTrans1D3" presStyleIdx="2" presStyleCnt="11"/>
      <dgm:spPr/>
      <dgm:t>
        <a:bodyPr/>
        <a:lstStyle/>
        <a:p>
          <a:endParaRPr lang="en-US"/>
        </a:p>
      </dgm:t>
    </dgm:pt>
    <dgm:pt modelId="{5F67BCF6-AFDE-4A66-9367-5CFB9E350F0E}" type="pres">
      <dgm:prSet presAssocID="{D666730B-F8C4-489E-87FF-10A9E7718A12}" presName="hierRoot2" presStyleCnt="0">
        <dgm:presLayoutVars>
          <dgm:hierBranch val="init"/>
        </dgm:presLayoutVars>
      </dgm:prSet>
      <dgm:spPr/>
    </dgm:pt>
    <dgm:pt modelId="{859B8FF5-4405-484B-B2CE-935551FAD375}" type="pres">
      <dgm:prSet presAssocID="{D666730B-F8C4-489E-87FF-10A9E7718A12}" presName="rootComposite" presStyleCnt="0"/>
      <dgm:spPr/>
    </dgm:pt>
    <dgm:pt modelId="{256AF9DD-6748-4D88-A3F9-C1BEAA44B2B7}" type="pres">
      <dgm:prSet presAssocID="{D666730B-F8C4-489E-87FF-10A9E7718A12}" presName="rootText" presStyleLbl="node3" presStyleIdx="2" presStyleCnt="11" custScaleX="150483">
        <dgm:presLayoutVars>
          <dgm:chPref val="3"/>
        </dgm:presLayoutVars>
      </dgm:prSet>
      <dgm:spPr/>
      <dgm:t>
        <a:bodyPr/>
        <a:lstStyle/>
        <a:p>
          <a:endParaRPr lang="en-US"/>
        </a:p>
      </dgm:t>
    </dgm:pt>
    <dgm:pt modelId="{4128B72E-9B9F-4920-9B55-B09D02FD46D5}" type="pres">
      <dgm:prSet presAssocID="{D666730B-F8C4-489E-87FF-10A9E7718A12}" presName="rootConnector" presStyleLbl="node3" presStyleIdx="2" presStyleCnt="11"/>
      <dgm:spPr/>
      <dgm:t>
        <a:bodyPr/>
        <a:lstStyle/>
        <a:p>
          <a:endParaRPr lang="en-US"/>
        </a:p>
      </dgm:t>
    </dgm:pt>
    <dgm:pt modelId="{BD2ED242-B737-492C-A274-8E21C92E3844}" type="pres">
      <dgm:prSet presAssocID="{D666730B-F8C4-489E-87FF-10A9E7718A12}" presName="hierChild4" presStyleCnt="0"/>
      <dgm:spPr/>
    </dgm:pt>
    <dgm:pt modelId="{519FABC1-2AEB-4F67-88AD-513AE4929F7E}" type="pres">
      <dgm:prSet presAssocID="{D666730B-F8C4-489E-87FF-10A9E7718A12}" presName="hierChild5" presStyleCnt="0"/>
      <dgm:spPr/>
    </dgm:pt>
    <dgm:pt modelId="{3B638B4C-53A5-4D12-B60D-D4DA913A425A}" type="pres">
      <dgm:prSet presAssocID="{C3D4C136-18A0-41EC-9A0B-E0BF780AC235}" presName="Name37" presStyleLbl="parChTrans1D3" presStyleIdx="3" presStyleCnt="11"/>
      <dgm:spPr/>
      <dgm:t>
        <a:bodyPr/>
        <a:lstStyle/>
        <a:p>
          <a:endParaRPr lang="en-US"/>
        </a:p>
      </dgm:t>
    </dgm:pt>
    <dgm:pt modelId="{A1F93EC6-5D1E-4398-8294-98711092A667}" type="pres">
      <dgm:prSet presAssocID="{C179C489-C5FD-40BE-B595-79DE35DDC9CE}" presName="hierRoot2" presStyleCnt="0">
        <dgm:presLayoutVars>
          <dgm:hierBranch val="init"/>
        </dgm:presLayoutVars>
      </dgm:prSet>
      <dgm:spPr/>
    </dgm:pt>
    <dgm:pt modelId="{F830BFCF-A416-4E42-8BCA-735A583E9BC7}" type="pres">
      <dgm:prSet presAssocID="{C179C489-C5FD-40BE-B595-79DE35DDC9CE}" presName="rootComposite" presStyleCnt="0"/>
      <dgm:spPr/>
    </dgm:pt>
    <dgm:pt modelId="{A6B16DE7-0EC3-4396-BFD5-DD7A7D622CAB}" type="pres">
      <dgm:prSet presAssocID="{C179C489-C5FD-40BE-B595-79DE35DDC9CE}" presName="rootText" presStyleLbl="node3" presStyleIdx="3" presStyleCnt="11" custScaleX="150483">
        <dgm:presLayoutVars>
          <dgm:chPref val="3"/>
        </dgm:presLayoutVars>
      </dgm:prSet>
      <dgm:spPr/>
      <dgm:t>
        <a:bodyPr/>
        <a:lstStyle/>
        <a:p>
          <a:endParaRPr lang="en-US"/>
        </a:p>
      </dgm:t>
    </dgm:pt>
    <dgm:pt modelId="{C6C7CF8B-FF9C-4425-9DB9-B4FD302B57E8}" type="pres">
      <dgm:prSet presAssocID="{C179C489-C5FD-40BE-B595-79DE35DDC9CE}" presName="rootConnector" presStyleLbl="node3" presStyleIdx="3" presStyleCnt="11"/>
      <dgm:spPr/>
      <dgm:t>
        <a:bodyPr/>
        <a:lstStyle/>
        <a:p>
          <a:endParaRPr lang="en-US"/>
        </a:p>
      </dgm:t>
    </dgm:pt>
    <dgm:pt modelId="{479B77CE-065C-4C1C-805B-817122889D5B}" type="pres">
      <dgm:prSet presAssocID="{C179C489-C5FD-40BE-B595-79DE35DDC9CE}" presName="hierChild4" presStyleCnt="0"/>
      <dgm:spPr/>
    </dgm:pt>
    <dgm:pt modelId="{221F0C01-B0EA-4502-91B4-DB63F9074299}" type="pres">
      <dgm:prSet presAssocID="{C179C489-C5FD-40BE-B595-79DE35DDC9CE}" presName="hierChild5" presStyleCnt="0"/>
      <dgm:spPr/>
    </dgm:pt>
    <dgm:pt modelId="{0D3AFCB4-FE14-4EDA-A0F6-3A2828B10060}" type="pres">
      <dgm:prSet presAssocID="{E6962A79-4279-4847-AF21-F58927821798}" presName="Name37" presStyleLbl="parChTrans1D3" presStyleIdx="4" presStyleCnt="11"/>
      <dgm:spPr/>
      <dgm:t>
        <a:bodyPr/>
        <a:lstStyle/>
        <a:p>
          <a:endParaRPr lang="en-US"/>
        </a:p>
      </dgm:t>
    </dgm:pt>
    <dgm:pt modelId="{EA6CED2A-8D06-4653-AED9-289FE3D25025}" type="pres">
      <dgm:prSet presAssocID="{082C692E-C0AB-499C-9E9B-BD67F3F0D18C}" presName="hierRoot2" presStyleCnt="0">
        <dgm:presLayoutVars>
          <dgm:hierBranch val="init"/>
        </dgm:presLayoutVars>
      </dgm:prSet>
      <dgm:spPr/>
    </dgm:pt>
    <dgm:pt modelId="{B22A0421-5013-460B-9259-F96D72B09F8C}" type="pres">
      <dgm:prSet presAssocID="{082C692E-C0AB-499C-9E9B-BD67F3F0D18C}" presName="rootComposite" presStyleCnt="0"/>
      <dgm:spPr/>
    </dgm:pt>
    <dgm:pt modelId="{1BF91BE6-53E2-43C3-9198-6D241126B573}" type="pres">
      <dgm:prSet presAssocID="{082C692E-C0AB-499C-9E9B-BD67F3F0D18C}" presName="rootText" presStyleLbl="node3" presStyleIdx="4" presStyleCnt="11" custScaleX="150483">
        <dgm:presLayoutVars>
          <dgm:chPref val="3"/>
        </dgm:presLayoutVars>
      </dgm:prSet>
      <dgm:spPr/>
      <dgm:t>
        <a:bodyPr/>
        <a:lstStyle/>
        <a:p>
          <a:endParaRPr lang="en-US"/>
        </a:p>
      </dgm:t>
    </dgm:pt>
    <dgm:pt modelId="{9139EBD0-8CA0-40E7-B916-B498CABC6E40}" type="pres">
      <dgm:prSet presAssocID="{082C692E-C0AB-499C-9E9B-BD67F3F0D18C}" presName="rootConnector" presStyleLbl="node3" presStyleIdx="4" presStyleCnt="11"/>
      <dgm:spPr/>
      <dgm:t>
        <a:bodyPr/>
        <a:lstStyle/>
        <a:p>
          <a:endParaRPr lang="en-US"/>
        </a:p>
      </dgm:t>
    </dgm:pt>
    <dgm:pt modelId="{8F98789F-787B-4C56-A59A-39B5C9D978BB}" type="pres">
      <dgm:prSet presAssocID="{082C692E-C0AB-499C-9E9B-BD67F3F0D18C}" presName="hierChild4" presStyleCnt="0"/>
      <dgm:spPr/>
    </dgm:pt>
    <dgm:pt modelId="{110196F9-E757-42ED-A1E6-4D38BDFBE94D}" type="pres">
      <dgm:prSet presAssocID="{082C692E-C0AB-499C-9E9B-BD67F3F0D18C}" presName="hierChild5" presStyleCnt="0"/>
      <dgm:spPr/>
    </dgm:pt>
    <dgm:pt modelId="{9D1CB3D7-3ED8-4E7D-A415-7FE8A60495E3}" type="pres">
      <dgm:prSet presAssocID="{BD607842-5FCD-4D50-A7A5-45C0EC395A29}" presName="Name37" presStyleLbl="parChTrans1D3" presStyleIdx="5" presStyleCnt="11"/>
      <dgm:spPr/>
      <dgm:t>
        <a:bodyPr/>
        <a:lstStyle/>
        <a:p>
          <a:endParaRPr lang="en-US"/>
        </a:p>
      </dgm:t>
    </dgm:pt>
    <dgm:pt modelId="{D0F4501F-62CD-4DCD-8588-917F775CF51F}" type="pres">
      <dgm:prSet presAssocID="{5A81FE1A-C626-4C5E-8DCB-CC602E39566D}" presName="hierRoot2" presStyleCnt="0">
        <dgm:presLayoutVars>
          <dgm:hierBranch val="init"/>
        </dgm:presLayoutVars>
      </dgm:prSet>
      <dgm:spPr/>
    </dgm:pt>
    <dgm:pt modelId="{6BC7DF0A-7CC6-49F2-970F-147D3547F936}" type="pres">
      <dgm:prSet presAssocID="{5A81FE1A-C626-4C5E-8DCB-CC602E39566D}" presName="rootComposite" presStyleCnt="0"/>
      <dgm:spPr/>
    </dgm:pt>
    <dgm:pt modelId="{A6130F63-8B94-4835-9CA1-204FC5D4C76D}" type="pres">
      <dgm:prSet presAssocID="{5A81FE1A-C626-4C5E-8DCB-CC602E39566D}" presName="rootText" presStyleLbl="node3" presStyleIdx="5" presStyleCnt="11" custScaleX="150483">
        <dgm:presLayoutVars>
          <dgm:chPref val="3"/>
        </dgm:presLayoutVars>
      </dgm:prSet>
      <dgm:spPr/>
      <dgm:t>
        <a:bodyPr/>
        <a:lstStyle/>
        <a:p>
          <a:endParaRPr lang="en-US"/>
        </a:p>
      </dgm:t>
    </dgm:pt>
    <dgm:pt modelId="{4ED11279-92EA-44D0-90B8-58483C305B1E}" type="pres">
      <dgm:prSet presAssocID="{5A81FE1A-C626-4C5E-8DCB-CC602E39566D}" presName="rootConnector" presStyleLbl="node3" presStyleIdx="5" presStyleCnt="11"/>
      <dgm:spPr/>
      <dgm:t>
        <a:bodyPr/>
        <a:lstStyle/>
        <a:p>
          <a:endParaRPr lang="en-US"/>
        </a:p>
      </dgm:t>
    </dgm:pt>
    <dgm:pt modelId="{7A64ED89-A594-4C1F-8749-09D00865C54F}" type="pres">
      <dgm:prSet presAssocID="{5A81FE1A-C626-4C5E-8DCB-CC602E39566D}" presName="hierChild4" presStyleCnt="0"/>
      <dgm:spPr/>
    </dgm:pt>
    <dgm:pt modelId="{FD5D6F5D-940A-405C-A86F-57AABE2C488B}" type="pres">
      <dgm:prSet presAssocID="{5A81FE1A-C626-4C5E-8DCB-CC602E39566D}" presName="hierChild5" presStyleCnt="0"/>
      <dgm:spPr/>
    </dgm:pt>
    <dgm:pt modelId="{3E362709-8DF5-4ED1-BE78-2D67C7F6CD59}" type="pres">
      <dgm:prSet presAssocID="{620DD3EC-BDCD-468B-B566-7FE2B848507E}" presName="hierChild5" presStyleCnt="0"/>
      <dgm:spPr/>
    </dgm:pt>
    <dgm:pt modelId="{41173D40-128D-4048-83A1-7C68DE4B0041}" type="pres">
      <dgm:prSet presAssocID="{4A0D96F5-06D9-485F-AEB5-2B27D37DA6F8}" presName="Name37" presStyleLbl="parChTrans1D2" presStyleIdx="2" presStyleCnt="4"/>
      <dgm:spPr/>
      <dgm:t>
        <a:bodyPr/>
        <a:lstStyle/>
        <a:p>
          <a:endParaRPr lang="en-US"/>
        </a:p>
      </dgm:t>
    </dgm:pt>
    <dgm:pt modelId="{77C8DAFF-F1C4-4376-ADCE-FAE7B586EEC6}" type="pres">
      <dgm:prSet presAssocID="{1CD9272D-1AC8-4166-B759-BD2460765B07}" presName="hierRoot2" presStyleCnt="0">
        <dgm:presLayoutVars>
          <dgm:hierBranch val="init"/>
        </dgm:presLayoutVars>
      </dgm:prSet>
      <dgm:spPr/>
    </dgm:pt>
    <dgm:pt modelId="{9BA2FD92-C266-461A-9CEF-3F5B3F322573}" type="pres">
      <dgm:prSet presAssocID="{1CD9272D-1AC8-4166-B759-BD2460765B07}" presName="rootComposite" presStyleCnt="0"/>
      <dgm:spPr/>
    </dgm:pt>
    <dgm:pt modelId="{1FF2C928-7E62-4953-B1D7-8B0B163A6AFE}" type="pres">
      <dgm:prSet presAssocID="{1CD9272D-1AC8-4166-B759-BD2460765B07}" presName="rootText" presStyleLbl="node2" presStyleIdx="2" presStyleCnt="4" custScaleX="166646" custScaleY="107464" custLinFactNeighborX="4006" custLinFactNeighborY="12120">
        <dgm:presLayoutVars>
          <dgm:chPref val="3"/>
        </dgm:presLayoutVars>
      </dgm:prSet>
      <dgm:spPr/>
      <dgm:t>
        <a:bodyPr/>
        <a:lstStyle/>
        <a:p>
          <a:endParaRPr lang="en-US"/>
        </a:p>
      </dgm:t>
    </dgm:pt>
    <dgm:pt modelId="{BD367FDB-F21D-4007-903C-1680264363A2}" type="pres">
      <dgm:prSet presAssocID="{1CD9272D-1AC8-4166-B759-BD2460765B07}" presName="rootConnector" presStyleLbl="node2" presStyleIdx="2" presStyleCnt="4"/>
      <dgm:spPr/>
      <dgm:t>
        <a:bodyPr/>
        <a:lstStyle/>
        <a:p>
          <a:endParaRPr lang="en-US"/>
        </a:p>
      </dgm:t>
    </dgm:pt>
    <dgm:pt modelId="{89E75F9B-EF94-49CA-B184-A185FABDCC9E}" type="pres">
      <dgm:prSet presAssocID="{1CD9272D-1AC8-4166-B759-BD2460765B07}" presName="hierChild4" presStyleCnt="0"/>
      <dgm:spPr/>
    </dgm:pt>
    <dgm:pt modelId="{424CB9F7-BD12-464D-9D50-35FB2F2EE2BA}" type="pres">
      <dgm:prSet presAssocID="{38FA2678-4F86-40A1-821B-F2EDBBD02DF5}" presName="Name37" presStyleLbl="parChTrans1D3" presStyleIdx="6" presStyleCnt="11"/>
      <dgm:spPr/>
      <dgm:t>
        <a:bodyPr/>
        <a:lstStyle/>
        <a:p>
          <a:endParaRPr lang="en-US"/>
        </a:p>
      </dgm:t>
    </dgm:pt>
    <dgm:pt modelId="{08B9B998-E2DF-408D-9786-09318B4802CF}" type="pres">
      <dgm:prSet presAssocID="{6B69A9D6-9AED-45AA-B3E9-D119059C1234}" presName="hierRoot2" presStyleCnt="0">
        <dgm:presLayoutVars>
          <dgm:hierBranch val="init"/>
        </dgm:presLayoutVars>
      </dgm:prSet>
      <dgm:spPr/>
    </dgm:pt>
    <dgm:pt modelId="{FBB51A07-7046-494C-9B19-35FB3F9993E8}" type="pres">
      <dgm:prSet presAssocID="{6B69A9D6-9AED-45AA-B3E9-D119059C1234}" presName="rootComposite" presStyleCnt="0"/>
      <dgm:spPr/>
    </dgm:pt>
    <dgm:pt modelId="{A09725EF-3FB3-4768-97B8-009E6D2343F4}" type="pres">
      <dgm:prSet presAssocID="{6B69A9D6-9AED-45AA-B3E9-D119059C1234}" presName="rootText" presStyleLbl="node3" presStyleIdx="6" presStyleCnt="11" custScaleX="150483">
        <dgm:presLayoutVars>
          <dgm:chPref val="3"/>
        </dgm:presLayoutVars>
      </dgm:prSet>
      <dgm:spPr/>
      <dgm:t>
        <a:bodyPr/>
        <a:lstStyle/>
        <a:p>
          <a:endParaRPr lang="en-US"/>
        </a:p>
      </dgm:t>
    </dgm:pt>
    <dgm:pt modelId="{D791631C-CA1E-463B-8EE6-8A6528A12700}" type="pres">
      <dgm:prSet presAssocID="{6B69A9D6-9AED-45AA-B3E9-D119059C1234}" presName="rootConnector" presStyleLbl="node3" presStyleIdx="6" presStyleCnt="11"/>
      <dgm:spPr/>
      <dgm:t>
        <a:bodyPr/>
        <a:lstStyle/>
        <a:p>
          <a:endParaRPr lang="en-US"/>
        </a:p>
      </dgm:t>
    </dgm:pt>
    <dgm:pt modelId="{676A0363-27B6-45A8-9F46-A1DB09F6CBEA}" type="pres">
      <dgm:prSet presAssocID="{6B69A9D6-9AED-45AA-B3E9-D119059C1234}" presName="hierChild4" presStyleCnt="0"/>
      <dgm:spPr/>
    </dgm:pt>
    <dgm:pt modelId="{C67584F9-D296-46FC-B19E-38D5A48B7A9E}" type="pres">
      <dgm:prSet presAssocID="{6B69A9D6-9AED-45AA-B3E9-D119059C1234}" presName="hierChild5" presStyleCnt="0"/>
      <dgm:spPr/>
    </dgm:pt>
    <dgm:pt modelId="{3459CCC4-62B6-4304-A245-416B7C7F84E8}" type="pres">
      <dgm:prSet presAssocID="{95561690-DAF4-4C42-83FD-AF6358165ED3}" presName="Name37" presStyleLbl="parChTrans1D3" presStyleIdx="7" presStyleCnt="11"/>
      <dgm:spPr/>
      <dgm:t>
        <a:bodyPr/>
        <a:lstStyle/>
        <a:p>
          <a:endParaRPr lang="en-US"/>
        </a:p>
      </dgm:t>
    </dgm:pt>
    <dgm:pt modelId="{C92B4941-34DD-4A97-B517-DFD626A6EC86}" type="pres">
      <dgm:prSet presAssocID="{42697813-E546-4A75-9A82-80BBD259A796}" presName="hierRoot2" presStyleCnt="0">
        <dgm:presLayoutVars>
          <dgm:hierBranch val="init"/>
        </dgm:presLayoutVars>
      </dgm:prSet>
      <dgm:spPr/>
    </dgm:pt>
    <dgm:pt modelId="{9BEBD7A7-D453-460B-8645-3FAF230EF8EF}" type="pres">
      <dgm:prSet presAssocID="{42697813-E546-4A75-9A82-80BBD259A796}" presName="rootComposite" presStyleCnt="0"/>
      <dgm:spPr/>
    </dgm:pt>
    <dgm:pt modelId="{736A3B4F-561D-45EE-A5B3-1EDEA71440B6}" type="pres">
      <dgm:prSet presAssocID="{42697813-E546-4A75-9A82-80BBD259A796}" presName="rootText" presStyleLbl="node3" presStyleIdx="7" presStyleCnt="11" custScaleX="150483">
        <dgm:presLayoutVars>
          <dgm:chPref val="3"/>
        </dgm:presLayoutVars>
      </dgm:prSet>
      <dgm:spPr/>
      <dgm:t>
        <a:bodyPr/>
        <a:lstStyle/>
        <a:p>
          <a:endParaRPr lang="en-US"/>
        </a:p>
      </dgm:t>
    </dgm:pt>
    <dgm:pt modelId="{67EBBFD6-CEA6-4954-8670-2F6F47ADC04F}" type="pres">
      <dgm:prSet presAssocID="{42697813-E546-4A75-9A82-80BBD259A796}" presName="rootConnector" presStyleLbl="node3" presStyleIdx="7" presStyleCnt="11"/>
      <dgm:spPr/>
      <dgm:t>
        <a:bodyPr/>
        <a:lstStyle/>
        <a:p>
          <a:endParaRPr lang="en-US"/>
        </a:p>
      </dgm:t>
    </dgm:pt>
    <dgm:pt modelId="{46ECF8AA-004F-46F6-B3CB-8822362535F7}" type="pres">
      <dgm:prSet presAssocID="{42697813-E546-4A75-9A82-80BBD259A796}" presName="hierChild4" presStyleCnt="0"/>
      <dgm:spPr/>
    </dgm:pt>
    <dgm:pt modelId="{535BC9BA-727A-4FEA-8341-94DDD273C95C}" type="pres">
      <dgm:prSet presAssocID="{42697813-E546-4A75-9A82-80BBD259A796}" presName="hierChild5" presStyleCnt="0"/>
      <dgm:spPr/>
    </dgm:pt>
    <dgm:pt modelId="{142A7032-47B0-4992-A51C-9BDAFA692CCD}" type="pres">
      <dgm:prSet presAssocID="{79F5B209-E25D-46D8-8257-1B7E5A604241}" presName="Name37" presStyleLbl="parChTrans1D3" presStyleIdx="8" presStyleCnt="11"/>
      <dgm:spPr/>
      <dgm:t>
        <a:bodyPr/>
        <a:lstStyle/>
        <a:p>
          <a:endParaRPr lang="en-US"/>
        </a:p>
      </dgm:t>
    </dgm:pt>
    <dgm:pt modelId="{D06AE94A-73F3-4302-BD46-1D2C449066A7}" type="pres">
      <dgm:prSet presAssocID="{B6B46A80-4BC6-4538-990B-765000BB3840}" presName="hierRoot2" presStyleCnt="0">
        <dgm:presLayoutVars>
          <dgm:hierBranch val="init"/>
        </dgm:presLayoutVars>
      </dgm:prSet>
      <dgm:spPr/>
    </dgm:pt>
    <dgm:pt modelId="{7C289C7B-800A-455D-A2FD-D8ADDB615D9B}" type="pres">
      <dgm:prSet presAssocID="{B6B46A80-4BC6-4538-990B-765000BB3840}" presName="rootComposite" presStyleCnt="0"/>
      <dgm:spPr/>
    </dgm:pt>
    <dgm:pt modelId="{E8405D25-25CC-425F-BB3B-45D71B4B4888}" type="pres">
      <dgm:prSet presAssocID="{B6B46A80-4BC6-4538-990B-765000BB3840}" presName="rootText" presStyleLbl="node3" presStyleIdx="8" presStyleCnt="11" custScaleX="150483">
        <dgm:presLayoutVars>
          <dgm:chPref val="3"/>
        </dgm:presLayoutVars>
      </dgm:prSet>
      <dgm:spPr/>
      <dgm:t>
        <a:bodyPr/>
        <a:lstStyle/>
        <a:p>
          <a:endParaRPr lang="en-US"/>
        </a:p>
      </dgm:t>
    </dgm:pt>
    <dgm:pt modelId="{2627E1BA-B8D3-41C4-B4A5-D58B4B67F693}" type="pres">
      <dgm:prSet presAssocID="{B6B46A80-4BC6-4538-990B-765000BB3840}" presName="rootConnector" presStyleLbl="node3" presStyleIdx="8" presStyleCnt="11"/>
      <dgm:spPr/>
      <dgm:t>
        <a:bodyPr/>
        <a:lstStyle/>
        <a:p>
          <a:endParaRPr lang="en-US"/>
        </a:p>
      </dgm:t>
    </dgm:pt>
    <dgm:pt modelId="{526A5564-593C-436B-8FED-B33179049F37}" type="pres">
      <dgm:prSet presAssocID="{B6B46A80-4BC6-4538-990B-765000BB3840}" presName="hierChild4" presStyleCnt="0"/>
      <dgm:spPr/>
    </dgm:pt>
    <dgm:pt modelId="{4328706F-62C7-468E-A355-C2C3C87AF44E}" type="pres">
      <dgm:prSet presAssocID="{B6B46A80-4BC6-4538-990B-765000BB3840}" presName="hierChild5" presStyleCnt="0"/>
      <dgm:spPr/>
    </dgm:pt>
    <dgm:pt modelId="{64CB3B5C-CA39-4C43-A505-7D2BC5392DCD}" type="pres">
      <dgm:prSet presAssocID="{68EADB79-E7DD-40D3-9CF1-65D2EE115C12}" presName="Name37" presStyleLbl="parChTrans1D3" presStyleIdx="9" presStyleCnt="11"/>
      <dgm:spPr/>
      <dgm:t>
        <a:bodyPr/>
        <a:lstStyle/>
        <a:p>
          <a:endParaRPr lang="en-US"/>
        </a:p>
      </dgm:t>
    </dgm:pt>
    <dgm:pt modelId="{4D487DFD-22CF-498C-8628-F74B4E26E02B}" type="pres">
      <dgm:prSet presAssocID="{B4490D48-F16E-42A3-A4EA-8C77207C2460}" presName="hierRoot2" presStyleCnt="0">
        <dgm:presLayoutVars>
          <dgm:hierBranch val="init"/>
        </dgm:presLayoutVars>
      </dgm:prSet>
      <dgm:spPr/>
    </dgm:pt>
    <dgm:pt modelId="{A885801D-CD75-4E54-A4E7-62C765E8231F}" type="pres">
      <dgm:prSet presAssocID="{B4490D48-F16E-42A3-A4EA-8C77207C2460}" presName="rootComposite" presStyleCnt="0"/>
      <dgm:spPr/>
    </dgm:pt>
    <dgm:pt modelId="{35C74C81-EC28-4115-AF2D-5047B0C50EF4}" type="pres">
      <dgm:prSet presAssocID="{B4490D48-F16E-42A3-A4EA-8C77207C2460}" presName="rootText" presStyleLbl="node3" presStyleIdx="9" presStyleCnt="11" custScaleX="150483">
        <dgm:presLayoutVars>
          <dgm:chPref val="3"/>
        </dgm:presLayoutVars>
      </dgm:prSet>
      <dgm:spPr/>
      <dgm:t>
        <a:bodyPr/>
        <a:lstStyle/>
        <a:p>
          <a:endParaRPr lang="en-US"/>
        </a:p>
      </dgm:t>
    </dgm:pt>
    <dgm:pt modelId="{97D8ADFB-E246-4995-9BC3-58B77C94E5D8}" type="pres">
      <dgm:prSet presAssocID="{B4490D48-F16E-42A3-A4EA-8C77207C2460}" presName="rootConnector" presStyleLbl="node3" presStyleIdx="9" presStyleCnt="11"/>
      <dgm:spPr/>
      <dgm:t>
        <a:bodyPr/>
        <a:lstStyle/>
        <a:p>
          <a:endParaRPr lang="en-US"/>
        </a:p>
      </dgm:t>
    </dgm:pt>
    <dgm:pt modelId="{6ADC06C0-9F64-4343-8107-8C2B3BF4DD64}" type="pres">
      <dgm:prSet presAssocID="{B4490D48-F16E-42A3-A4EA-8C77207C2460}" presName="hierChild4" presStyleCnt="0"/>
      <dgm:spPr/>
    </dgm:pt>
    <dgm:pt modelId="{3A144DAA-0EFE-42D0-849C-342AB710398A}" type="pres">
      <dgm:prSet presAssocID="{B4490D48-F16E-42A3-A4EA-8C77207C2460}" presName="hierChild5" presStyleCnt="0"/>
      <dgm:spPr/>
    </dgm:pt>
    <dgm:pt modelId="{63C8E1E4-CDD1-4461-819E-41D01ECBA212}" type="pres">
      <dgm:prSet presAssocID="{2944BFD4-2647-4FEF-84F8-E46BA76C4B84}" presName="Name37" presStyleLbl="parChTrans1D3" presStyleIdx="10" presStyleCnt="11"/>
      <dgm:spPr/>
      <dgm:t>
        <a:bodyPr/>
        <a:lstStyle/>
        <a:p>
          <a:endParaRPr lang="en-US"/>
        </a:p>
      </dgm:t>
    </dgm:pt>
    <dgm:pt modelId="{4FCE2B41-E86B-4856-88CF-F5BB51EE62A3}" type="pres">
      <dgm:prSet presAssocID="{94CC2DC7-0C6B-43E0-AD9D-62FD9B773F0B}" presName="hierRoot2" presStyleCnt="0">
        <dgm:presLayoutVars>
          <dgm:hierBranch val="init"/>
        </dgm:presLayoutVars>
      </dgm:prSet>
      <dgm:spPr/>
    </dgm:pt>
    <dgm:pt modelId="{6154A06A-386E-4FA9-8B49-CEC1EE797E1D}" type="pres">
      <dgm:prSet presAssocID="{94CC2DC7-0C6B-43E0-AD9D-62FD9B773F0B}" presName="rootComposite" presStyleCnt="0"/>
      <dgm:spPr/>
    </dgm:pt>
    <dgm:pt modelId="{60506E1B-433B-4FE1-9B0C-DDA80843FBC1}" type="pres">
      <dgm:prSet presAssocID="{94CC2DC7-0C6B-43E0-AD9D-62FD9B773F0B}" presName="rootText" presStyleLbl="node3" presStyleIdx="10" presStyleCnt="11" custScaleX="150483">
        <dgm:presLayoutVars>
          <dgm:chPref val="3"/>
        </dgm:presLayoutVars>
      </dgm:prSet>
      <dgm:spPr/>
      <dgm:t>
        <a:bodyPr/>
        <a:lstStyle/>
        <a:p>
          <a:endParaRPr lang="en-US"/>
        </a:p>
      </dgm:t>
    </dgm:pt>
    <dgm:pt modelId="{D4588A80-E8E4-48F5-A383-3BDDB9F98D5D}" type="pres">
      <dgm:prSet presAssocID="{94CC2DC7-0C6B-43E0-AD9D-62FD9B773F0B}" presName="rootConnector" presStyleLbl="node3" presStyleIdx="10" presStyleCnt="11"/>
      <dgm:spPr/>
      <dgm:t>
        <a:bodyPr/>
        <a:lstStyle/>
        <a:p>
          <a:endParaRPr lang="en-US"/>
        </a:p>
      </dgm:t>
    </dgm:pt>
    <dgm:pt modelId="{FBB285EC-CFD7-455F-811F-F5C3C33A4090}" type="pres">
      <dgm:prSet presAssocID="{94CC2DC7-0C6B-43E0-AD9D-62FD9B773F0B}" presName="hierChild4" presStyleCnt="0"/>
      <dgm:spPr/>
    </dgm:pt>
    <dgm:pt modelId="{3F16B3DC-72E0-467D-A843-C6F641F17B33}" type="pres">
      <dgm:prSet presAssocID="{94CC2DC7-0C6B-43E0-AD9D-62FD9B773F0B}" presName="hierChild5" presStyleCnt="0"/>
      <dgm:spPr/>
    </dgm:pt>
    <dgm:pt modelId="{723E8A3D-30CC-43F6-B950-6A5B5D6CC2D7}" type="pres">
      <dgm:prSet presAssocID="{1CD9272D-1AC8-4166-B759-BD2460765B07}" presName="hierChild5" presStyleCnt="0"/>
      <dgm:spPr/>
    </dgm:pt>
    <dgm:pt modelId="{353E71C0-A296-46B8-BAB0-268BA4C59D7C}" type="pres">
      <dgm:prSet presAssocID="{662137B2-EBFF-4B77-8453-809C32C53449}" presName="Name37" presStyleLbl="parChTrans1D2" presStyleIdx="3" presStyleCnt="4"/>
      <dgm:spPr/>
      <dgm:t>
        <a:bodyPr/>
        <a:lstStyle/>
        <a:p>
          <a:endParaRPr lang="en-US"/>
        </a:p>
      </dgm:t>
    </dgm:pt>
    <dgm:pt modelId="{7C556C8E-4126-4403-8CEB-51B59AA69FCE}" type="pres">
      <dgm:prSet presAssocID="{C3C8ED6E-CB8F-46FC-86FF-49A525C7A6EC}" presName="hierRoot2" presStyleCnt="0">
        <dgm:presLayoutVars>
          <dgm:hierBranch val="init"/>
        </dgm:presLayoutVars>
      </dgm:prSet>
      <dgm:spPr/>
    </dgm:pt>
    <dgm:pt modelId="{792CB3AC-3271-4253-9453-ACCE18AB5F73}" type="pres">
      <dgm:prSet presAssocID="{C3C8ED6E-CB8F-46FC-86FF-49A525C7A6EC}" presName="rootComposite" presStyleCnt="0"/>
      <dgm:spPr/>
    </dgm:pt>
    <dgm:pt modelId="{3FE29DE7-91AC-456D-96C3-01A8723E90DD}" type="pres">
      <dgm:prSet presAssocID="{C3C8ED6E-CB8F-46FC-86FF-49A525C7A6EC}" presName="rootText" presStyleLbl="node2" presStyleIdx="3" presStyleCnt="4" custScaleX="142745" custLinFactNeighborY="12120">
        <dgm:presLayoutVars>
          <dgm:chPref val="3"/>
        </dgm:presLayoutVars>
      </dgm:prSet>
      <dgm:spPr/>
      <dgm:t>
        <a:bodyPr/>
        <a:lstStyle/>
        <a:p>
          <a:endParaRPr lang="en-US"/>
        </a:p>
      </dgm:t>
    </dgm:pt>
    <dgm:pt modelId="{13BFADD0-1160-4E94-B239-1C8F225F6CFC}" type="pres">
      <dgm:prSet presAssocID="{C3C8ED6E-CB8F-46FC-86FF-49A525C7A6EC}" presName="rootConnector" presStyleLbl="node2" presStyleIdx="3" presStyleCnt="4"/>
      <dgm:spPr/>
      <dgm:t>
        <a:bodyPr/>
        <a:lstStyle/>
        <a:p>
          <a:endParaRPr lang="en-US"/>
        </a:p>
      </dgm:t>
    </dgm:pt>
    <dgm:pt modelId="{966D70F9-F0E7-4F8D-98FE-BF1FCEA430A3}" type="pres">
      <dgm:prSet presAssocID="{C3C8ED6E-CB8F-46FC-86FF-49A525C7A6EC}" presName="hierChild4" presStyleCnt="0"/>
      <dgm:spPr/>
    </dgm:pt>
    <dgm:pt modelId="{8C890729-6A60-4D4F-A0C4-9E3A9BF60082}" type="pres">
      <dgm:prSet presAssocID="{C3C8ED6E-CB8F-46FC-86FF-49A525C7A6EC}" presName="hierChild5" presStyleCnt="0"/>
      <dgm:spPr/>
    </dgm:pt>
    <dgm:pt modelId="{96DEF822-DC52-4FFC-82DA-389CD5B29657}" type="pres">
      <dgm:prSet presAssocID="{9E6404DC-1053-49D6-95EE-599A97C88DD3}" presName="hierChild3" presStyleCnt="0"/>
      <dgm:spPr/>
    </dgm:pt>
  </dgm:ptLst>
  <dgm:cxnLst>
    <dgm:cxn modelId="{B4B3D950-5E6C-4A46-B156-AF2126EF9C0E}" type="presOf" srcId="{6B69A9D6-9AED-45AA-B3E9-D119059C1234}" destId="{A09725EF-3FB3-4768-97B8-009E6D2343F4}" srcOrd="0" destOrd="0" presId="urn:microsoft.com/office/officeart/2005/8/layout/orgChart1"/>
    <dgm:cxn modelId="{C4D93BAB-AB2E-42AE-A5AB-1CF7E771223E}" type="presOf" srcId="{082C692E-C0AB-499C-9E9B-BD67F3F0D18C}" destId="{9139EBD0-8CA0-40E7-B916-B498CABC6E40}" srcOrd="1" destOrd="0" presId="urn:microsoft.com/office/officeart/2005/8/layout/orgChart1"/>
    <dgm:cxn modelId="{E0D4094C-9D3E-4B40-97C2-00E249DCE29F}" type="presOf" srcId="{C179C489-C5FD-40BE-B595-79DE35DDC9CE}" destId="{A6B16DE7-0EC3-4396-BFD5-DD7A7D622CAB}" srcOrd="0" destOrd="0" presId="urn:microsoft.com/office/officeart/2005/8/layout/orgChart1"/>
    <dgm:cxn modelId="{5384FE3E-E24B-492E-BA3C-4238DC0F5262}" srcId="{9E6404DC-1053-49D6-95EE-599A97C88DD3}" destId="{C3C8ED6E-CB8F-46FC-86FF-49A525C7A6EC}" srcOrd="3" destOrd="0" parTransId="{662137B2-EBFF-4B77-8453-809C32C53449}" sibTransId="{C6E8CE1A-E4DC-479C-A139-38A9011B2C9F}"/>
    <dgm:cxn modelId="{07AB8472-A651-48C8-9CF2-00815F444309}" type="presOf" srcId="{9E6404DC-1053-49D6-95EE-599A97C88DD3}" destId="{0F3C8968-31FF-46A5-BCB3-A2E771257413}" srcOrd="0" destOrd="0" presId="urn:microsoft.com/office/officeart/2005/8/layout/orgChart1"/>
    <dgm:cxn modelId="{3AA2732E-E1F3-4BD5-9990-5D30D82B08ED}" srcId="{620DD3EC-BDCD-468B-B566-7FE2B848507E}" destId="{1F903EBE-540A-403B-AE13-6A09126352BD}" srcOrd="1" destOrd="0" parTransId="{248E9311-DF61-4B0E-BD57-16AE2D707A60}" sibTransId="{BB52F0E9-3899-452E-BFB9-D8344A4C6147}"/>
    <dgm:cxn modelId="{CA3E85D0-7E80-49FC-B2FE-42303CCD1A30}" type="presOf" srcId="{1F903EBE-540A-403B-AE13-6A09126352BD}" destId="{B4DA07B5-29B3-4442-A69E-055EEC652BE8}" srcOrd="0" destOrd="0" presId="urn:microsoft.com/office/officeart/2005/8/layout/orgChart1"/>
    <dgm:cxn modelId="{4320DA65-7AD3-4D7F-A64A-7DDD9B777521}" type="presOf" srcId="{C3D4C136-18A0-41EC-9A0B-E0BF780AC235}" destId="{3B638B4C-53A5-4D12-B60D-D4DA913A425A}" srcOrd="0" destOrd="0" presId="urn:microsoft.com/office/officeart/2005/8/layout/orgChart1"/>
    <dgm:cxn modelId="{D1B2DC81-ABB0-474C-9D60-C28C23EE06A2}" type="presOf" srcId="{2944BFD4-2647-4FEF-84F8-E46BA76C4B84}" destId="{63C8E1E4-CDD1-4461-819E-41D01ECBA212}" srcOrd="0" destOrd="0" presId="urn:microsoft.com/office/officeart/2005/8/layout/orgChart1"/>
    <dgm:cxn modelId="{B4271FAD-4D95-4F1B-8083-FB4B6EA21FE5}" type="presOf" srcId="{248E9311-DF61-4B0E-BD57-16AE2D707A60}" destId="{76E33A9D-9480-40FB-A4DF-EE1E2E7E401E}" srcOrd="0" destOrd="0" presId="urn:microsoft.com/office/officeart/2005/8/layout/orgChart1"/>
    <dgm:cxn modelId="{82C6F8B9-F0E4-489F-889B-00727ABCFA44}" type="presOf" srcId="{1CD9272D-1AC8-4166-B759-BD2460765B07}" destId="{BD367FDB-F21D-4007-903C-1680264363A2}" srcOrd="1" destOrd="0" presId="urn:microsoft.com/office/officeart/2005/8/layout/orgChart1"/>
    <dgm:cxn modelId="{2C832470-8104-4A14-BB17-8A81F687F64B}" type="presOf" srcId="{42697813-E546-4A75-9A82-80BBD259A796}" destId="{67EBBFD6-CEA6-4954-8670-2F6F47ADC04F}" srcOrd="1" destOrd="0" presId="urn:microsoft.com/office/officeart/2005/8/layout/orgChart1"/>
    <dgm:cxn modelId="{B3E85488-B677-45DF-B8F8-A048E53AF51E}" type="presOf" srcId="{D666730B-F8C4-489E-87FF-10A9E7718A12}" destId="{256AF9DD-6748-4D88-A3F9-C1BEAA44B2B7}" srcOrd="0" destOrd="0" presId="urn:microsoft.com/office/officeart/2005/8/layout/orgChart1"/>
    <dgm:cxn modelId="{99511B5D-4F39-416F-8026-0BD3F24DF285}" srcId="{1CD9272D-1AC8-4166-B759-BD2460765B07}" destId="{B6B46A80-4BC6-4538-990B-765000BB3840}" srcOrd="2" destOrd="0" parTransId="{79F5B209-E25D-46D8-8257-1B7E5A604241}" sibTransId="{776C0810-911A-40BB-A583-1E51C783AC35}"/>
    <dgm:cxn modelId="{1D61283B-F2C2-4394-99D3-7E0569399A66}" type="presOf" srcId="{42697813-E546-4A75-9A82-80BBD259A796}" destId="{736A3B4F-561D-45EE-A5B3-1EDEA71440B6}" srcOrd="0" destOrd="0" presId="urn:microsoft.com/office/officeart/2005/8/layout/orgChart1"/>
    <dgm:cxn modelId="{198DFBB1-F35F-4CC0-BDC4-A2E7E212EBD2}" type="presOf" srcId="{5A81FE1A-C626-4C5E-8DCB-CC602E39566D}" destId="{A6130F63-8B94-4835-9CA1-204FC5D4C76D}" srcOrd="0" destOrd="0" presId="urn:microsoft.com/office/officeart/2005/8/layout/orgChart1"/>
    <dgm:cxn modelId="{CF06D94B-3768-4F9D-811F-A7412828411E}" type="presOf" srcId="{6B69A9D6-9AED-45AA-B3E9-D119059C1234}" destId="{D791631C-CA1E-463B-8EE6-8A6528A12700}" srcOrd="1" destOrd="0" presId="urn:microsoft.com/office/officeart/2005/8/layout/orgChart1"/>
    <dgm:cxn modelId="{F2C569BE-A560-44EA-8EC3-6D5C39F3E3C7}" type="presOf" srcId="{B4490D48-F16E-42A3-A4EA-8C77207C2460}" destId="{97D8ADFB-E246-4995-9BC3-58B77C94E5D8}"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D20269E8-805A-4544-B292-55FEA8C0FA55}" srcId="{1CD9272D-1AC8-4166-B759-BD2460765B07}" destId="{B4490D48-F16E-42A3-A4EA-8C77207C2460}" srcOrd="3" destOrd="0" parTransId="{68EADB79-E7DD-40D3-9CF1-65D2EE115C12}" sibTransId="{8B13D783-87A3-47F0-856B-873A2BBE2502}"/>
    <dgm:cxn modelId="{85B3DE1B-4AE6-420F-83A0-A1953890CAC8}" type="presOf" srcId="{E6962A79-4279-4847-AF21-F58927821798}" destId="{0D3AFCB4-FE14-4EDA-A0F6-3A2828B10060}"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F29C2B4A-4A32-488D-B3C6-F39504D2CFE6}" type="presOf" srcId="{552219B0-29E3-4A6C-90E3-BE0B83069EBC}" destId="{44F89C81-6EDD-4313-B033-6AFE4A6B1597}" srcOrd="1" destOrd="0" presId="urn:microsoft.com/office/officeart/2005/8/layout/orgChart1"/>
    <dgm:cxn modelId="{1557BE37-33DD-402F-B5BF-411BF6BDD0A3}" type="presOf" srcId="{B6B46A80-4BC6-4538-990B-765000BB3840}" destId="{2627E1BA-B8D3-41C4-B4A5-D58B4B67F693}" srcOrd="1" destOrd="0" presId="urn:microsoft.com/office/officeart/2005/8/layout/orgChart1"/>
    <dgm:cxn modelId="{885B2AF7-C8B3-4345-8811-3A7432AA9067}" type="presOf" srcId="{38FA2678-4F86-40A1-821B-F2EDBBD02DF5}" destId="{424CB9F7-BD12-464D-9D50-35FB2F2EE2BA}" srcOrd="0" destOrd="0" presId="urn:microsoft.com/office/officeart/2005/8/layout/orgChart1"/>
    <dgm:cxn modelId="{B1EEA695-F118-45AB-BEA8-67A89BE95B43}" type="presOf" srcId="{94CC2DC7-0C6B-43E0-AD9D-62FD9B773F0B}" destId="{D4588A80-E8E4-48F5-A383-3BDDB9F98D5D}" srcOrd="1"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EB98175-2383-4E7B-B741-8871F2FEA819}" srcId="{620DD3EC-BDCD-468B-B566-7FE2B848507E}" destId="{C179C489-C5FD-40BE-B595-79DE35DDC9CE}" srcOrd="3" destOrd="0" parTransId="{C3D4C136-18A0-41EC-9A0B-E0BF780AC235}" sibTransId="{B3C36CFC-4222-46ED-A4C4-2E4DCBBEDDAC}"/>
    <dgm:cxn modelId="{8A08AA34-75CE-4124-98F4-BC58E7D18376}" type="presOf" srcId="{D666730B-F8C4-489E-87FF-10A9E7718A12}" destId="{4128B72E-9B9F-4920-9B55-B09D02FD46D5}" srcOrd="1" destOrd="0" presId="urn:microsoft.com/office/officeart/2005/8/layout/orgChart1"/>
    <dgm:cxn modelId="{26E19329-92D6-4EA5-B952-59D6DEB0689F}" type="presOf" srcId="{B4490D48-F16E-42A3-A4EA-8C77207C2460}" destId="{35C74C81-EC28-4115-AF2D-5047B0C50EF4}" srcOrd="0" destOrd="0" presId="urn:microsoft.com/office/officeart/2005/8/layout/orgChart1"/>
    <dgm:cxn modelId="{DA812A13-54BE-49B8-A9E6-699AA085DA26}" type="presOf" srcId="{5A81FE1A-C626-4C5E-8DCB-CC602E39566D}" destId="{4ED11279-92EA-44D0-90B8-58483C305B1E}" srcOrd="1" destOrd="0" presId="urn:microsoft.com/office/officeart/2005/8/layout/orgChart1"/>
    <dgm:cxn modelId="{7506067E-541A-4A3A-B687-F79671A6EB44}" type="presOf" srcId="{D723B879-676C-4614-8859-D09DEFF2A3B3}" destId="{8BF33A23-B9E7-4732-917C-5D66B726362F}" srcOrd="0" destOrd="0" presId="urn:microsoft.com/office/officeart/2005/8/layout/orgChart1"/>
    <dgm:cxn modelId="{49DB2F0B-28E7-4447-9E1F-3BA043EE43DE}" srcId="{1CD9272D-1AC8-4166-B759-BD2460765B07}" destId="{6B69A9D6-9AED-45AA-B3E9-D119059C1234}" srcOrd="0" destOrd="0" parTransId="{38FA2678-4F86-40A1-821B-F2EDBBD02DF5}" sibTransId="{E037FDFA-12A6-4855-AB40-A35B45A3BC74}"/>
    <dgm:cxn modelId="{D432DAC7-AC20-4799-A184-CBBBBCBA39EA}" type="presOf" srcId="{68EADB79-E7DD-40D3-9CF1-65D2EE115C12}" destId="{64CB3B5C-CA39-4C43-A505-7D2BC5392DCD}"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5F53DFBD-0494-40B1-A5BF-F7149D131457}" type="presOf" srcId="{1F903EBE-540A-403B-AE13-6A09126352BD}" destId="{746FE1B3-37E8-4050-B0B7-5668D5D7D118}" srcOrd="1" destOrd="0" presId="urn:microsoft.com/office/officeart/2005/8/layout/orgChart1"/>
    <dgm:cxn modelId="{D8E91F45-3E3F-4C25-B958-AA634A31D61C}" srcId="{620DD3EC-BDCD-468B-B566-7FE2B848507E}" destId="{D666730B-F8C4-489E-87FF-10A9E7718A12}" srcOrd="2" destOrd="0" parTransId="{5116E518-2BAD-4C82-9FE3-9CFE788A2A86}" sibTransId="{AA62F5D7-8B80-458D-B0A2-B339292401E3}"/>
    <dgm:cxn modelId="{C0B20020-BC81-4D8C-807A-231762CEF17D}" type="presOf" srcId="{C179C489-C5FD-40BE-B595-79DE35DDC9CE}" destId="{C6C7CF8B-FF9C-4425-9DB9-B4FD302B57E8}" srcOrd="1" destOrd="0" presId="urn:microsoft.com/office/officeart/2005/8/layout/orgChart1"/>
    <dgm:cxn modelId="{A0B27E55-6D7E-4C99-82B6-A491AD991C24}" srcId="{1CD9272D-1AC8-4166-B759-BD2460765B07}" destId="{94CC2DC7-0C6B-43E0-AD9D-62FD9B773F0B}" srcOrd="4" destOrd="0" parTransId="{2944BFD4-2647-4FEF-84F8-E46BA76C4B84}" sibTransId="{42B4F185-94E2-4E24-889F-7084B101BB27}"/>
    <dgm:cxn modelId="{13E6690C-C830-48B9-8E92-518403025487}" type="presOf" srcId="{B6B46A80-4BC6-4538-990B-765000BB3840}" destId="{E8405D25-25CC-425F-BB3B-45D71B4B4888}"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F105EBAE-C3E3-4859-84CE-080B57B3FE9E}" type="presOf" srcId="{082C692E-C0AB-499C-9E9B-BD67F3F0D18C}" destId="{1BF91BE6-53E2-43C3-9198-6D241126B573}"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BC71DE5D-C9B1-40DD-BFD8-389B4720ADBB}" type="presOf" srcId="{79F5B209-E25D-46D8-8257-1B7E5A604241}" destId="{142A7032-47B0-4992-A51C-9BDAFA692CCD}" srcOrd="0" destOrd="0" presId="urn:microsoft.com/office/officeart/2005/8/layout/orgChart1"/>
    <dgm:cxn modelId="{8CCA335F-8754-4967-88DE-F1342C376DFF}" type="presOf" srcId="{BD607842-5FCD-4D50-A7A5-45C0EC395A29}" destId="{9D1CB3D7-3ED8-4E7D-A415-7FE8A60495E3}" srcOrd="0" destOrd="0" presId="urn:microsoft.com/office/officeart/2005/8/layout/orgChart1"/>
    <dgm:cxn modelId="{DAF8ABFF-7DC0-4101-8E99-3DBAF8900CE4}" type="presOf" srcId="{94CC2DC7-0C6B-43E0-AD9D-62FD9B773F0B}" destId="{60506E1B-433B-4FE1-9B0C-DDA80843FBC1}" srcOrd="0" destOrd="0" presId="urn:microsoft.com/office/officeart/2005/8/layout/orgChart1"/>
    <dgm:cxn modelId="{AD36AA7A-E908-4A09-BC45-382DC1477389}" type="presOf" srcId="{662137B2-EBFF-4B77-8453-809C32C53449}" destId="{353E71C0-A296-46B8-BAB0-268BA4C59D7C}" srcOrd="0" destOrd="0" presId="urn:microsoft.com/office/officeart/2005/8/layout/orgChart1"/>
    <dgm:cxn modelId="{C3B6CA58-ABC9-4714-B531-65BF24ABCEF9}" srcId="{620DD3EC-BDCD-468B-B566-7FE2B848507E}" destId="{5A81FE1A-C626-4C5E-8DCB-CC602E39566D}" srcOrd="5" destOrd="0" parTransId="{BD607842-5FCD-4D50-A7A5-45C0EC395A29}" sibTransId="{5D22E000-7965-4676-B2E7-119E60ACE1E4}"/>
    <dgm:cxn modelId="{6879FE68-77D2-46B3-9835-A79060060FA9}" type="presOf" srcId="{5116E518-2BAD-4C82-9FE3-9CFE788A2A86}" destId="{A4659DA7-BC81-4AD7-B119-499310DCB294}" srcOrd="0" destOrd="0" presId="urn:microsoft.com/office/officeart/2005/8/layout/orgChart1"/>
    <dgm:cxn modelId="{81ECBBE0-B641-4AE9-A53F-16A71BDFB9C1}" srcId="{620DD3EC-BDCD-468B-B566-7FE2B848507E}" destId="{552219B0-29E3-4A6C-90E3-BE0B83069EBC}" srcOrd="0" destOrd="0" parTransId="{D723B879-676C-4614-8859-D09DEFF2A3B3}" sibTransId="{3AAC379C-C229-429B-B8C5-9157680B919C}"/>
    <dgm:cxn modelId="{9752C8B1-4851-486E-8BD3-4D299AC170C5}" type="presOf" srcId="{620DD3EC-BDCD-468B-B566-7FE2B848507E}" destId="{02B28F85-DE51-42FF-859E-1DD3A478F426}"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6D71B66D-2120-4D99-9A38-65F6BB5ECA00}" srcId="{1CD9272D-1AC8-4166-B759-BD2460765B07}" destId="{42697813-E546-4A75-9A82-80BBD259A796}" srcOrd="1" destOrd="0" parTransId="{95561690-DAF4-4C42-83FD-AF6358165ED3}" sibTransId="{03A9D5CD-4CD9-444B-A366-C9A19C1EC646}"/>
    <dgm:cxn modelId="{6B802CD7-F7F5-4DA7-B988-D341B6B19B79}" type="presOf" srcId="{4A0D96F5-06D9-485F-AEB5-2B27D37DA6F8}" destId="{41173D40-128D-4048-83A1-7C68DE4B0041}" srcOrd="0" destOrd="0" presId="urn:microsoft.com/office/officeart/2005/8/layout/orgChart1"/>
    <dgm:cxn modelId="{72609910-D3BA-48BD-A7DA-80D91E1FA6B6}" srcId="{9E6404DC-1053-49D6-95EE-599A97C88DD3}" destId="{1CD9272D-1AC8-4166-B759-BD2460765B07}" srcOrd="2" destOrd="0" parTransId="{4A0D96F5-06D9-485F-AEB5-2B27D37DA6F8}" sibTransId="{8DC6733E-1600-4C4F-9D0D-BA8273CB5ECB}"/>
    <dgm:cxn modelId="{8C061523-B039-40B4-B363-325DF2C9237C}" type="presOf" srcId="{1CD9272D-1AC8-4166-B759-BD2460765B07}" destId="{1FF2C928-7E62-4953-B1D7-8B0B163A6AFE}"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0A631A19-EE41-4123-A3C7-B13BE8778576}" type="presOf" srcId="{C3C8ED6E-CB8F-46FC-86FF-49A525C7A6EC}" destId="{3FE29DE7-91AC-456D-96C3-01A8723E90DD}" srcOrd="0" destOrd="0" presId="urn:microsoft.com/office/officeart/2005/8/layout/orgChart1"/>
    <dgm:cxn modelId="{853C2D01-C1BE-4049-ABC0-D7B69B9250DD}" type="presOf" srcId="{C3C8ED6E-CB8F-46FC-86FF-49A525C7A6EC}" destId="{13BFADD0-1160-4E94-B239-1C8F225F6CFC}" srcOrd="1" destOrd="0" presId="urn:microsoft.com/office/officeart/2005/8/layout/orgChart1"/>
    <dgm:cxn modelId="{F586FB13-0D2B-473C-B2D0-98545A891549}" srcId="{620DD3EC-BDCD-468B-B566-7FE2B848507E}" destId="{082C692E-C0AB-499C-9E9B-BD67F3F0D18C}" srcOrd="4" destOrd="0" parTransId="{E6962A79-4279-4847-AF21-F58927821798}" sibTransId="{63CCA588-B5C3-4FFE-9A0C-206C647BCEBB}"/>
    <dgm:cxn modelId="{01FAF066-6697-4A16-A34C-B61F6B7DAE7C}" type="presOf" srcId="{552219B0-29E3-4A6C-90E3-BE0B83069EBC}" destId="{9449DAAE-E410-44C5-A07D-A0445C0B7E6B}" srcOrd="0" destOrd="0" presId="urn:microsoft.com/office/officeart/2005/8/layout/orgChart1"/>
    <dgm:cxn modelId="{3989C35E-619E-482D-8FC7-CA6DCB252F7D}" type="presOf" srcId="{95561690-DAF4-4C42-83FD-AF6358165ED3}" destId="{3459CCC4-62B6-4304-A245-416B7C7F84E8}" srcOrd="0"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D5FE90A-5A76-4746-A0E6-6E5DCD06734D}" type="presParOf" srcId="{4C592C92-3156-443C-BB98-9204DFF01F72}" destId="{8BF33A23-B9E7-4732-917C-5D66B726362F}" srcOrd="0" destOrd="0" presId="urn:microsoft.com/office/officeart/2005/8/layout/orgChart1"/>
    <dgm:cxn modelId="{DDD2DA3D-5A91-4E8F-B0C3-FC2CB0352C2C}" type="presParOf" srcId="{4C592C92-3156-443C-BB98-9204DFF01F72}" destId="{20C774D7-4094-42B3-BC8F-AB5D0586E671}" srcOrd="1" destOrd="0" presId="urn:microsoft.com/office/officeart/2005/8/layout/orgChart1"/>
    <dgm:cxn modelId="{ABA6A3AD-A1B1-40A5-BE8D-12862AB27A08}" type="presParOf" srcId="{20C774D7-4094-42B3-BC8F-AB5D0586E671}" destId="{B158E239-C176-4132-B1BA-6C1E7461F09C}" srcOrd="0" destOrd="0" presId="urn:microsoft.com/office/officeart/2005/8/layout/orgChart1"/>
    <dgm:cxn modelId="{882CDF62-AD7B-4F87-B134-424062227C48}" type="presParOf" srcId="{B158E239-C176-4132-B1BA-6C1E7461F09C}" destId="{9449DAAE-E410-44C5-A07D-A0445C0B7E6B}" srcOrd="0" destOrd="0" presId="urn:microsoft.com/office/officeart/2005/8/layout/orgChart1"/>
    <dgm:cxn modelId="{EA654119-2C8F-4500-9717-999EDB31627C}" type="presParOf" srcId="{B158E239-C176-4132-B1BA-6C1E7461F09C}" destId="{44F89C81-6EDD-4313-B033-6AFE4A6B1597}" srcOrd="1" destOrd="0" presId="urn:microsoft.com/office/officeart/2005/8/layout/orgChart1"/>
    <dgm:cxn modelId="{23504326-4C99-4969-926C-16EDD405C94A}" type="presParOf" srcId="{20C774D7-4094-42B3-BC8F-AB5D0586E671}" destId="{131D6045-90D5-4A9B-AF7A-E47E958A6183}" srcOrd="1" destOrd="0" presId="urn:microsoft.com/office/officeart/2005/8/layout/orgChart1"/>
    <dgm:cxn modelId="{3589BF7E-629D-432D-B0CA-9280AF8AD34B}" type="presParOf" srcId="{20C774D7-4094-42B3-BC8F-AB5D0586E671}" destId="{61412022-130F-4D56-8A65-CD43AA487E99}" srcOrd="2" destOrd="0" presId="urn:microsoft.com/office/officeart/2005/8/layout/orgChart1"/>
    <dgm:cxn modelId="{AC94A215-E159-4C9E-BC7A-F334F7EAD016}" type="presParOf" srcId="{4C592C92-3156-443C-BB98-9204DFF01F72}" destId="{76E33A9D-9480-40FB-A4DF-EE1E2E7E401E}" srcOrd="2" destOrd="0" presId="urn:microsoft.com/office/officeart/2005/8/layout/orgChart1"/>
    <dgm:cxn modelId="{ED75B494-8157-4E29-95DC-D94D470C7C8C}" type="presParOf" srcId="{4C592C92-3156-443C-BB98-9204DFF01F72}" destId="{04B8EA4A-11CB-4AF7-85D7-32F9AD439CB7}" srcOrd="3" destOrd="0" presId="urn:microsoft.com/office/officeart/2005/8/layout/orgChart1"/>
    <dgm:cxn modelId="{8F02A0C7-BF79-4406-BF5A-84BF14E99C51}" type="presParOf" srcId="{04B8EA4A-11CB-4AF7-85D7-32F9AD439CB7}" destId="{D50DA092-4409-4311-BEA8-2E2A816EFE92}" srcOrd="0" destOrd="0" presId="urn:microsoft.com/office/officeart/2005/8/layout/orgChart1"/>
    <dgm:cxn modelId="{298E27EE-9470-4784-A90F-E14BF486EA5D}" type="presParOf" srcId="{D50DA092-4409-4311-BEA8-2E2A816EFE92}" destId="{B4DA07B5-29B3-4442-A69E-055EEC652BE8}" srcOrd="0" destOrd="0" presId="urn:microsoft.com/office/officeart/2005/8/layout/orgChart1"/>
    <dgm:cxn modelId="{B03EAFB3-5681-4586-AEC8-52084CC1FE52}" type="presParOf" srcId="{D50DA092-4409-4311-BEA8-2E2A816EFE92}" destId="{746FE1B3-37E8-4050-B0B7-5668D5D7D118}" srcOrd="1" destOrd="0" presId="urn:microsoft.com/office/officeart/2005/8/layout/orgChart1"/>
    <dgm:cxn modelId="{03C0DF5F-37B0-4999-92CE-0CAB2C2742F2}" type="presParOf" srcId="{04B8EA4A-11CB-4AF7-85D7-32F9AD439CB7}" destId="{CA531930-87B7-4E2B-AA93-B0ECAA52CC09}" srcOrd="1" destOrd="0" presId="urn:microsoft.com/office/officeart/2005/8/layout/orgChart1"/>
    <dgm:cxn modelId="{3E91A5FF-C80D-4BC6-96B2-3C0A0F34E50F}" type="presParOf" srcId="{04B8EA4A-11CB-4AF7-85D7-32F9AD439CB7}" destId="{E9A486E8-3FB6-41A6-BD46-32EB689AD74B}" srcOrd="2" destOrd="0" presId="urn:microsoft.com/office/officeart/2005/8/layout/orgChart1"/>
    <dgm:cxn modelId="{55B267DE-C967-4F0A-9370-F277510CCDD0}" type="presParOf" srcId="{4C592C92-3156-443C-BB98-9204DFF01F72}" destId="{A4659DA7-BC81-4AD7-B119-499310DCB294}" srcOrd="4" destOrd="0" presId="urn:microsoft.com/office/officeart/2005/8/layout/orgChart1"/>
    <dgm:cxn modelId="{25E35329-FB3E-40EC-916F-A495B66781EE}" type="presParOf" srcId="{4C592C92-3156-443C-BB98-9204DFF01F72}" destId="{5F67BCF6-AFDE-4A66-9367-5CFB9E350F0E}" srcOrd="5" destOrd="0" presId="urn:microsoft.com/office/officeart/2005/8/layout/orgChart1"/>
    <dgm:cxn modelId="{DDC778D4-405F-4E9C-90CD-8045CC14DDBB}" type="presParOf" srcId="{5F67BCF6-AFDE-4A66-9367-5CFB9E350F0E}" destId="{859B8FF5-4405-484B-B2CE-935551FAD375}" srcOrd="0" destOrd="0" presId="urn:microsoft.com/office/officeart/2005/8/layout/orgChart1"/>
    <dgm:cxn modelId="{DF813696-A594-4ABA-847F-AB534106F53A}" type="presParOf" srcId="{859B8FF5-4405-484B-B2CE-935551FAD375}" destId="{256AF9DD-6748-4D88-A3F9-C1BEAA44B2B7}" srcOrd="0" destOrd="0" presId="urn:microsoft.com/office/officeart/2005/8/layout/orgChart1"/>
    <dgm:cxn modelId="{5B258967-6310-4770-8966-24D183810969}" type="presParOf" srcId="{859B8FF5-4405-484B-B2CE-935551FAD375}" destId="{4128B72E-9B9F-4920-9B55-B09D02FD46D5}" srcOrd="1" destOrd="0" presId="urn:microsoft.com/office/officeart/2005/8/layout/orgChart1"/>
    <dgm:cxn modelId="{B376CBAF-4BFA-40EB-8092-6DF77F4AB95A}" type="presParOf" srcId="{5F67BCF6-AFDE-4A66-9367-5CFB9E350F0E}" destId="{BD2ED242-B737-492C-A274-8E21C92E3844}" srcOrd="1" destOrd="0" presId="urn:microsoft.com/office/officeart/2005/8/layout/orgChart1"/>
    <dgm:cxn modelId="{F45D89D4-A031-4204-B66F-8D5BA86AA82C}" type="presParOf" srcId="{5F67BCF6-AFDE-4A66-9367-5CFB9E350F0E}" destId="{519FABC1-2AEB-4F67-88AD-513AE4929F7E}" srcOrd="2" destOrd="0" presId="urn:microsoft.com/office/officeart/2005/8/layout/orgChart1"/>
    <dgm:cxn modelId="{3A80A1C3-27C6-4EAD-A10F-CCC844436B7A}" type="presParOf" srcId="{4C592C92-3156-443C-BB98-9204DFF01F72}" destId="{3B638B4C-53A5-4D12-B60D-D4DA913A425A}" srcOrd="6" destOrd="0" presId="urn:microsoft.com/office/officeart/2005/8/layout/orgChart1"/>
    <dgm:cxn modelId="{1CABC518-A941-48B5-867F-604B06739924}" type="presParOf" srcId="{4C592C92-3156-443C-BB98-9204DFF01F72}" destId="{A1F93EC6-5D1E-4398-8294-98711092A667}" srcOrd="7" destOrd="0" presId="urn:microsoft.com/office/officeart/2005/8/layout/orgChart1"/>
    <dgm:cxn modelId="{A3C1049A-C1A6-4C67-BA9F-083AE5E2F817}" type="presParOf" srcId="{A1F93EC6-5D1E-4398-8294-98711092A667}" destId="{F830BFCF-A416-4E42-8BCA-735A583E9BC7}" srcOrd="0" destOrd="0" presId="urn:microsoft.com/office/officeart/2005/8/layout/orgChart1"/>
    <dgm:cxn modelId="{47C6036E-F743-4E00-9F66-4E9183621787}" type="presParOf" srcId="{F830BFCF-A416-4E42-8BCA-735A583E9BC7}" destId="{A6B16DE7-0EC3-4396-BFD5-DD7A7D622CAB}" srcOrd="0" destOrd="0" presId="urn:microsoft.com/office/officeart/2005/8/layout/orgChart1"/>
    <dgm:cxn modelId="{ECD495FD-C07C-4633-B0DA-755036AFED2A}" type="presParOf" srcId="{F830BFCF-A416-4E42-8BCA-735A583E9BC7}" destId="{C6C7CF8B-FF9C-4425-9DB9-B4FD302B57E8}" srcOrd="1" destOrd="0" presId="urn:microsoft.com/office/officeart/2005/8/layout/orgChart1"/>
    <dgm:cxn modelId="{422D1609-6DDF-47B2-993E-D8D684C290F9}" type="presParOf" srcId="{A1F93EC6-5D1E-4398-8294-98711092A667}" destId="{479B77CE-065C-4C1C-805B-817122889D5B}" srcOrd="1" destOrd="0" presId="urn:microsoft.com/office/officeart/2005/8/layout/orgChart1"/>
    <dgm:cxn modelId="{A8DF268C-A6A1-47F5-8504-729EA2879F8B}" type="presParOf" srcId="{A1F93EC6-5D1E-4398-8294-98711092A667}" destId="{221F0C01-B0EA-4502-91B4-DB63F9074299}" srcOrd="2" destOrd="0" presId="urn:microsoft.com/office/officeart/2005/8/layout/orgChart1"/>
    <dgm:cxn modelId="{C946BB5F-6163-48F0-B483-AAF37BFDC2F9}" type="presParOf" srcId="{4C592C92-3156-443C-BB98-9204DFF01F72}" destId="{0D3AFCB4-FE14-4EDA-A0F6-3A2828B10060}" srcOrd="8" destOrd="0" presId="urn:microsoft.com/office/officeart/2005/8/layout/orgChart1"/>
    <dgm:cxn modelId="{232632BD-BAAF-4689-83F0-B4D30911FF4C}" type="presParOf" srcId="{4C592C92-3156-443C-BB98-9204DFF01F72}" destId="{EA6CED2A-8D06-4653-AED9-289FE3D25025}" srcOrd="9" destOrd="0" presId="urn:microsoft.com/office/officeart/2005/8/layout/orgChart1"/>
    <dgm:cxn modelId="{3B15AD5C-F584-4013-9AF1-CEE31594A1E2}" type="presParOf" srcId="{EA6CED2A-8D06-4653-AED9-289FE3D25025}" destId="{B22A0421-5013-460B-9259-F96D72B09F8C}" srcOrd="0" destOrd="0" presId="urn:microsoft.com/office/officeart/2005/8/layout/orgChart1"/>
    <dgm:cxn modelId="{5A298E23-6CCC-4A35-BA06-4A2A318BDC25}" type="presParOf" srcId="{B22A0421-5013-460B-9259-F96D72B09F8C}" destId="{1BF91BE6-53E2-43C3-9198-6D241126B573}" srcOrd="0" destOrd="0" presId="urn:microsoft.com/office/officeart/2005/8/layout/orgChart1"/>
    <dgm:cxn modelId="{F00A538E-0F9C-4BBC-B21F-0FD80032F8A0}" type="presParOf" srcId="{B22A0421-5013-460B-9259-F96D72B09F8C}" destId="{9139EBD0-8CA0-40E7-B916-B498CABC6E40}" srcOrd="1" destOrd="0" presId="urn:microsoft.com/office/officeart/2005/8/layout/orgChart1"/>
    <dgm:cxn modelId="{6029FE49-2041-495A-A4DD-7A016900653C}" type="presParOf" srcId="{EA6CED2A-8D06-4653-AED9-289FE3D25025}" destId="{8F98789F-787B-4C56-A59A-39B5C9D978BB}" srcOrd="1" destOrd="0" presId="urn:microsoft.com/office/officeart/2005/8/layout/orgChart1"/>
    <dgm:cxn modelId="{14741D32-D558-45A1-9E0E-C079C2ABB35D}" type="presParOf" srcId="{EA6CED2A-8D06-4653-AED9-289FE3D25025}" destId="{110196F9-E757-42ED-A1E6-4D38BDFBE94D}" srcOrd="2" destOrd="0" presId="urn:microsoft.com/office/officeart/2005/8/layout/orgChart1"/>
    <dgm:cxn modelId="{28BFB0CC-488D-4A6D-8103-9A00C0586027}" type="presParOf" srcId="{4C592C92-3156-443C-BB98-9204DFF01F72}" destId="{9D1CB3D7-3ED8-4E7D-A415-7FE8A60495E3}" srcOrd="10" destOrd="0" presId="urn:microsoft.com/office/officeart/2005/8/layout/orgChart1"/>
    <dgm:cxn modelId="{D138AB8A-BD95-460C-8945-946C4A331707}" type="presParOf" srcId="{4C592C92-3156-443C-BB98-9204DFF01F72}" destId="{D0F4501F-62CD-4DCD-8588-917F775CF51F}" srcOrd="11" destOrd="0" presId="urn:microsoft.com/office/officeart/2005/8/layout/orgChart1"/>
    <dgm:cxn modelId="{54F5AAF1-6BC8-4F89-8496-53C4263D631E}" type="presParOf" srcId="{D0F4501F-62CD-4DCD-8588-917F775CF51F}" destId="{6BC7DF0A-7CC6-49F2-970F-147D3547F936}" srcOrd="0" destOrd="0" presId="urn:microsoft.com/office/officeart/2005/8/layout/orgChart1"/>
    <dgm:cxn modelId="{1EF6A9DC-80C1-4E3C-9A66-CBC585BA03CD}" type="presParOf" srcId="{6BC7DF0A-7CC6-49F2-970F-147D3547F936}" destId="{A6130F63-8B94-4835-9CA1-204FC5D4C76D}" srcOrd="0" destOrd="0" presId="urn:microsoft.com/office/officeart/2005/8/layout/orgChart1"/>
    <dgm:cxn modelId="{4A36BC22-2DBD-404A-AE44-85F98881F109}" type="presParOf" srcId="{6BC7DF0A-7CC6-49F2-970F-147D3547F936}" destId="{4ED11279-92EA-44D0-90B8-58483C305B1E}" srcOrd="1" destOrd="0" presId="urn:microsoft.com/office/officeart/2005/8/layout/orgChart1"/>
    <dgm:cxn modelId="{6AC7E1FB-0D8E-4A17-B680-B9E7F6F2B7FC}" type="presParOf" srcId="{D0F4501F-62CD-4DCD-8588-917F775CF51F}" destId="{7A64ED89-A594-4C1F-8749-09D00865C54F}" srcOrd="1" destOrd="0" presId="urn:microsoft.com/office/officeart/2005/8/layout/orgChart1"/>
    <dgm:cxn modelId="{85F20C02-3466-4728-AE10-8EEC82EAF03F}" type="presParOf" srcId="{D0F4501F-62CD-4DCD-8588-917F775CF51F}" destId="{FD5D6F5D-940A-405C-A86F-57AABE2C488B}"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80A0243D-DD1E-49DF-AA99-E061AFB40076}" type="presParOf" srcId="{AD53A4B1-01E7-41E8-9724-31F3910545A4}" destId="{41173D40-128D-4048-83A1-7C68DE4B0041}" srcOrd="4" destOrd="0" presId="urn:microsoft.com/office/officeart/2005/8/layout/orgChart1"/>
    <dgm:cxn modelId="{44A13285-2B1E-4BF6-9FFA-7EA0C2EBE986}" type="presParOf" srcId="{AD53A4B1-01E7-41E8-9724-31F3910545A4}" destId="{77C8DAFF-F1C4-4376-ADCE-FAE7B586EEC6}" srcOrd="5" destOrd="0" presId="urn:microsoft.com/office/officeart/2005/8/layout/orgChart1"/>
    <dgm:cxn modelId="{ED079C27-F3A6-4B4A-9021-128B26E5D09E}" type="presParOf" srcId="{77C8DAFF-F1C4-4376-ADCE-FAE7B586EEC6}" destId="{9BA2FD92-C266-461A-9CEF-3F5B3F322573}" srcOrd="0" destOrd="0" presId="urn:microsoft.com/office/officeart/2005/8/layout/orgChart1"/>
    <dgm:cxn modelId="{D8F9B64C-0DA9-4EA3-8C4A-E5D94A9A7AAE}" type="presParOf" srcId="{9BA2FD92-C266-461A-9CEF-3F5B3F322573}" destId="{1FF2C928-7E62-4953-B1D7-8B0B163A6AFE}" srcOrd="0" destOrd="0" presId="urn:microsoft.com/office/officeart/2005/8/layout/orgChart1"/>
    <dgm:cxn modelId="{8B32C646-1110-4B54-AC6A-65CADF87E362}" type="presParOf" srcId="{9BA2FD92-C266-461A-9CEF-3F5B3F322573}" destId="{BD367FDB-F21D-4007-903C-1680264363A2}" srcOrd="1" destOrd="0" presId="urn:microsoft.com/office/officeart/2005/8/layout/orgChart1"/>
    <dgm:cxn modelId="{9E199201-D47C-477E-BC03-EAB544D16D4B}" type="presParOf" srcId="{77C8DAFF-F1C4-4376-ADCE-FAE7B586EEC6}" destId="{89E75F9B-EF94-49CA-B184-A185FABDCC9E}" srcOrd="1" destOrd="0" presId="urn:microsoft.com/office/officeart/2005/8/layout/orgChart1"/>
    <dgm:cxn modelId="{949CC4C5-258E-468A-ACA7-52482F9EC110}" type="presParOf" srcId="{89E75F9B-EF94-49CA-B184-A185FABDCC9E}" destId="{424CB9F7-BD12-464D-9D50-35FB2F2EE2BA}" srcOrd="0" destOrd="0" presId="urn:microsoft.com/office/officeart/2005/8/layout/orgChart1"/>
    <dgm:cxn modelId="{35DB1B00-614A-44A7-8686-01290651EF89}" type="presParOf" srcId="{89E75F9B-EF94-49CA-B184-A185FABDCC9E}" destId="{08B9B998-E2DF-408D-9786-09318B4802CF}" srcOrd="1" destOrd="0" presId="urn:microsoft.com/office/officeart/2005/8/layout/orgChart1"/>
    <dgm:cxn modelId="{3C020A77-D33A-4088-B02B-7F52EDABAF36}" type="presParOf" srcId="{08B9B998-E2DF-408D-9786-09318B4802CF}" destId="{FBB51A07-7046-494C-9B19-35FB3F9993E8}" srcOrd="0" destOrd="0" presId="urn:microsoft.com/office/officeart/2005/8/layout/orgChart1"/>
    <dgm:cxn modelId="{20E6A253-03AC-432F-BE1D-9D20108969AC}" type="presParOf" srcId="{FBB51A07-7046-494C-9B19-35FB3F9993E8}" destId="{A09725EF-3FB3-4768-97B8-009E6D2343F4}" srcOrd="0" destOrd="0" presId="urn:microsoft.com/office/officeart/2005/8/layout/orgChart1"/>
    <dgm:cxn modelId="{9FDF199D-FD91-42FB-8F29-6F0F2799F6C5}" type="presParOf" srcId="{FBB51A07-7046-494C-9B19-35FB3F9993E8}" destId="{D791631C-CA1E-463B-8EE6-8A6528A12700}" srcOrd="1" destOrd="0" presId="urn:microsoft.com/office/officeart/2005/8/layout/orgChart1"/>
    <dgm:cxn modelId="{28C73DB0-9EA1-4B4D-8052-726F3DBB64A0}" type="presParOf" srcId="{08B9B998-E2DF-408D-9786-09318B4802CF}" destId="{676A0363-27B6-45A8-9F46-A1DB09F6CBEA}" srcOrd="1" destOrd="0" presId="urn:microsoft.com/office/officeart/2005/8/layout/orgChart1"/>
    <dgm:cxn modelId="{56E48661-565E-4AFB-AD94-63730985DEEF}" type="presParOf" srcId="{08B9B998-E2DF-408D-9786-09318B4802CF}" destId="{C67584F9-D296-46FC-B19E-38D5A48B7A9E}" srcOrd="2" destOrd="0" presId="urn:microsoft.com/office/officeart/2005/8/layout/orgChart1"/>
    <dgm:cxn modelId="{F75E1845-CA7A-4DCF-B256-1D565F56E1C4}" type="presParOf" srcId="{89E75F9B-EF94-49CA-B184-A185FABDCC9E}" destId="{3459CCC4-62B6-4304-A245-416B7C7F84E8}" srcOrd="2" destOrd="0" presId="urn:microsoft.com/office/officeart/2005/8/layout/orgChart1"/>
    <dgm:cxn modelId="{75DF8E1A-3D0F-4219-934A-544387EC44B0}" type="presParOf" srcId="{89E75F9B-EF94-49CA-B184-A185FABDCC9E}" destId="{C92B4941-34DD-4A97-B517-DFD626A6EC86}" srcOrd="3" destOrd="0" presId="urn:microsoft.com/office/officeart/2005/8/layout/orgChart1"/>
    <dgm:cxn modelId="{745284B3-2BDC-478A-8CCF-91DF7D9DAF7D}" type="presParOf" srcId="{C92B4941-34DD-4A97-B517-DFD626A6EC86}" destId="{9BEBD7A7-D453-460B-8645-3FAF230EF8EF}" srcOrd="0" destOrd="0" presId="urn:microsoft.com/office/officeart/2005/8/layout/orgChart1"/>
    <dgm:cxn modelId="{B120E6FD-7D79-44B1-A2C0-996F0789DBC0}" type="presParOf" srcId="{9BEBD7A7-D453-460B-8645-3FAF230EF8EF}" destId="{736A3B4F-561D-45EE-A5B3-1EDEA71440B6}" srcOrd="0" destOrd="0" presId="urn:microsoft.com/office/officeart/2005/8/layout/orgChart1"/>
    <dgm:cxn modelId="{82E4531E-211F-4906-A5DC-4627EE9B489A}" type="presParOf" srcId="{9BEBD7A7-D453-460B-8645-3FAF230EF8EF}" destId="{67EBBFD6-CEA6-4954-8670-2F6F47ADC04F}" srcOrd="1" destOrd="0" presId="urn:microsoft.com/office/officeart/2005/8/layout/orgChart1"/>
    <dgm:cxn modelId="{3C5562CA-BAEC-4D06-B2B5-E7F0743C1676}" type="presParOf" srcId="{C92B4941-34DD-4A97-B517-DFD626A6EC86}" destId="{46ECF8AA-004F-46F6-B3CB-8822362535F7}" srcOrd="1" destOrd="0" presId="urn:microsoft.com/office/officeart/2005/8/layout/orgChart1"/>
    <dgm:cxn modelId="{B55DA1BD-9673-4D24-9129-32CC7F323D1D}" type="presParOf" srcId="{C92B4941-34DD-4A97-B517-DFD626A6EC86}" destId="{535BC9BA-727A-4FEA-8341-94DDD273C95C}" srcOrd="2" destOrd="0" presId="urn:microsoft.com/office/officeart/2005/8/layout/orgChart1"/>
    <dgm:cxn modelId="{E669894A-10A3-4EC8-94D0-6D74502DE14E}" type="presParOf" srcId="{89E75F9B-EF94-49CA-B184-A185FABDCC9E}" destId="{142A7032-47B0-4992-A51C-9BDAFA692CCD}" srcOrd="4" destOrd="0" presId="urn:microsoft.com/office/officeart/2005/8/layout/orgChart1"/>
    <dgm:cxn modelId="{54B31275-B5D7-4B9D-AFED-48B55C8FE43B}" type="presParOf" srcId="{89E75F9B-EF94-49CA-B184-A185FABDCC9E}" destId="{D06AE94A-73F3-4302-BD46-1D2C449066A7}" srcOrd="5" destOrd="0" presId="urn:microsoft.com/office/officeart/2005/8/layout/orgChart1"/>
    <dgm:cxn modelId="{5CA01E07-103B-4DC1-94EC-F2291C32FC78}" type="presParOf" srcId="{D06AE94A-73F3-4302-BD46-1D2C449066A7}" destId="{7C289C7B-800A-455D-A2FD-D8ADDB615D9B}" srcOrd="0" destOrd="0" presId="urn:microsoft.com/office/officeart/2005/8/layout/orgChart1"/>
    <dgm:cxn modelId="{17EA8CF5-9AC5-470E-B9B9-40CFF18DBBCB}" type="presParOf" srcId="{7C289C7B-800A-455D-A2FD-D8ADDB615D9B}" destId="{E8405D25-25CC-425F-BB3B-45D71B4B4888}" srcOrd="0" destOrd="0" presId="urn:microsoft.com/office/officeart/2005/8/layout/orgChart1"/>
    <dgm:cxn modelId="{50067EAE-CA74-45B3-BE52-453FD7806BC2}" type="presParOf" srcId="{7C289C7B-800A-455D-A2FD-D8ADDB615D9B}" destId="{2627E1BA-B8D3-41C4-B4A5-D58B4B67F693}" srcOrd="1" destOrd="0" presId="urn:microsoft.com/office/officeart/2005/8/layout/orgChart1"/>
    <dgm:cxn modelId="{31D64835-E0DD-4EB1-B599-9B5F537BC384}" type="presParOf" srcId="{D06AE94A-73F3-4302-BD46-1D2C449066A7}" destId="{526A5564-593C-436B-8FED-B33179049F37}" srcOrd="1" destOrd="0" presId="urn:microsoft.com/office/officeart/2005/8/layout/orgChart1"/>
    <dgm:cxn modelId="{806D730C-0F1D-44C9-BED8-4178DBD1C55D}" type="presParOf" srcId="{D06AE94A-73F3-4302-BD46-1D2C449066A7}" destId="{4328706F-62C7-468E-A355-C2C3C87AF44E}" srcOrd="2" destOrd="0" presId="urn:microsoft.com/office/officeart/2005/8/layout/orgChart1"/>
    <dgm:cxn modelId="{7B17DD16-F790-4DFB-B0FF-C15C729593DB}" type="presParOf" srcId="{89E75F9B-EF94-49CA-B184-A185FABDCC9E}" destId="{64CB3B5C-CA39-4C43-A505-7D2BC5392DCD}" srcOrd="6" destOrd="0" presId="urn:microsoft.com/office/officeart/2005/8/layout/orgChart1"/>
    <dgm:cxn modelId="{FD5E9092-3905-4974-BC7A-B987154BF07C}" type="presParOf" srcId="{89E75F9B-EF94-49CA-B184-A185FABDCC9E}" destId="{4D487DFD-22CF-498C-8628-F74B4E26E02B}" srcOrd="7" destOrd="0" presId="urn:microsoft.com/office/officeart/2005/8/layout/orgChart1"/>
    <dgm:cxn modelId="{0D04E0E3-3F1C-41DA-A073-D56104147CD2}" type="presParOf" srcId="{4D487DFD-22CF-498C-8628-F74B4E26E02B}" destId="{A885801D-CD75-4E54-A4E7-62C765E8231F}" srcOrd="0" destOrd="0" presId="urn:microsoft.com/office/officeart/2005/8/layout/orgChart1"/>
    <dgm:cxn modelId="{4F714D16-C8DD-4C22-9DDC-7F0240B55345}" type="presParOf" srcId="{A885801D-CD75-4E54-A4E7-62C765E8231F}" destId="{35C74C81-EC28-4115-AF2D-5047B0C50EF4}" srcOrd="0" destOrd="0" presId="urn:microsoft.com/office/officeart/2005/8/layout/orgChart1"/>
    <dgm:cxn modelId="{9FF7C48B-2352-4134-ABF9-036FA49DC7FB}" type="presParOf" srcId="{A885801D-CD75-4E54-A4E7-62C765E8231F}" destId="{97D8ADFB-E246-4995-9BC3-58B77C94E5D8}" srcOrd="1" destOrd="0" presId="urn:microsoft.com/office/officeart/2005/8/layout/orgChart1"/>
    <dgm:cxn modelId="{8D3880E9-4434-4F80-B939-C4F3C384CD60}" type="presParOf" srcId="{4D487DFD-22CF-498C-8628-F74B4E26E02B}" destId="{6ADC06C0-9F64-4343-8107-8C2B3BF4DD64}" srcOrd="1" destOrd="0" presId="urn:microsoft.com/office/officeart/2005/8/layout/orgChart1"/>
    <dgm:cxn modelId="{0378A6CE-80BD-48B6-820D-05C9FF03DDCB}" type="presParOf" srcId="{4D487DFD-22CF-498C-8628-F74B4E26E02B}" destId="{3A144DAA-0EFE-42D0-849C-342AB710398A}" srcOrd="2" destOrd="0" presId="urn:microsoft.com/office/officeart/2005/8/layout/orgChart1"/>
    <dgm:cxn modelId="{78F722DC-1499-43F7-9556-90E2DF36A2D1}" type="presParOf" srcId="{89E75F9B-EF94-49CA-B184-A185FABDCC9E}" destId="{63C8E1E4-CDD1-4461-819E-41D01ECBA212}" srcOrd="8" destOrd="0" presId="urn:microsoft.com/office/officeart/2005/8/layout/orgChart1"/>
    <dgm:cxn modelId="{59D5FDA0-72F0-41D1-9B1C-008DE6079C87}" type="presParOf" srcId="{89E75F9B-EF94-49CA-B184-A185FABDCC9E}" destId="{4FCE2B41-E86B-4856-88CF-F5BB51EE62A3}" srcOrd="9" destOrd="0" presId="urn:microsoft.com/office/officeart/2005/8/layout/orgChart1"/>
    <dgm:cxn modelId="{828EE6FC-AA65-41D0-A534-822853EA63D0}" type="presParOf" srcId="{4FCE2B41-E86B-4856-88CF-F5BB51EE62A3}" destId="{6154A06A-386E-4FA9-8B49-CEC1EE797E1D}" srcOrd="0" destOrd="0" presId="urn:microsoft.com/office/officeart/2005/8/layout/orgChart1"/>
    <dgm:cxn modelId="{FE36E148-A2C8-466A-B29A-B562D3ADA32A}" type="presParOf" srcId="{6154A06A-386E-4FA9-8B49-CEC1EE797E1D}" destId="{60506E1B-433B-4FE1-9B0C-DDA80843FBC1}" srcOrd="0" destOrd="0" presId="urn:microsoft.com/office/officeart/2005/8/layout/orgChart1"/>
    <dgm:cxn modelId="{F0B0426A-D2AF-44AA-8D68-EBA5841D06F6}" type="presParOf" srcId="{6154A06A-386E-4FA9-8B49-CEC1EE797E1D}" destId="{D4588A80-E8E4-48F5-A383-3BDDB9F98D5D}" srcOrd="1" destOrd="0" presId="urn:microsoft.com/office/officeart/2005/8/layout/orgChart1"/>
    <dgm:cxn modelId="{CF57585E-CE42-49CE-B454-E91B398DCF46}" type="presParOf" srcId="{4FCE2B41-E86B-4856-88CF-F5BB51EE62A3}" destId="{FBB285EC-CFD7-455F-811F-F5C3C33A4090}" srcOrd="1" destOrd="0" presId="urn:microsoft.com/office/officeart/2005/8/layout/orgChart1"/>
    <dgm:cxn modelId="{D36F332A-CCEA-4B86-A9EB-9218AB7EE81D}" type="presParOf" srcId="{4FCE2B41-E86B-4856-88CF-F5BB51EE62A3}" destId="{3F16B3DC-72E0-467D-A843-C6F641F17B33}" srcOrd="2" destOrd="0" presId="urn:microsoft.com/office/officeart/2005/8/layout/orgChart1"/>
    <dgm:cxn modelId="{AF814075-ED25-4F17-96EA-A1690B09F2C0}" type="presParOf" srcId="{77C8DAFF-F1C4-4376-ADCE-FAE7B586EEC6}" destId="{723E8A3D-30CC-43F6-B950-6A5B5D6CC2D7}" srcOrd="2" destOrd="0" presId="urn:microsoft.com/office/officeart/2005/8/layout/orgChart1"/>
    <dgm:cxn modelId="{1EA2C973-CC6A-4435-A6B7-068EA12E208C}" type="presParOf" srcId="{AD53A4B1-01E7-41E8-9724-31F3910545A4}" destId="{353E71C0-A296-46B8-BAB0-268BA4C59D7C}" srcOrd="6" destOrd="0" presId="urn:microsoft.com/office/officeart/2005/8/layout/orgChart1"/>
    <dgm:cxn modelId="{92950DAE-059B-4146-B9C0-D2AA2F76B7C0}" type="presParOf" srcId="{AD53A4B1-01E7-41E8-9724-31F3910545A4}" destId="{7C556C8E-4126-4403-8CEB-51B59AA69FCE}" srcOrd="7" destOrd="0" presId="urn:microsoft.com/office/officeart/2005/8/layout/orgChart1"/>
    <dgm:cxn modelId="{8AA71A29-693C-4861-A752-142EEDADA77F}" type="presParOf" srcId="{7C556C8E-4126-4403-8CEB-51B59AA69FCE}" destId="{792CB3AC-3271-4253-9453-ACCE18AB5F73}" srcOrd="0" destOrd="0" presId="urn:microsoft.com/office/officeart/2005/8/layout/orgChart1"/>
    <dgm:cxn modelId="{7823DAB5-50CB-43DE-B5C7-DD56AC978691}" type="presParOf" srcId="{792CB3AC-3271-4253-9453-ACCE18AB5F73}" destId="{3FE29DE7-91AC-456D-96C3-01A8723E90DD}" srcOrd="0" destOrd="0" presId="urn:microsoft.com/office/officeart/2005/8/layout/orgChart1"/>
    <dgm:cxn modelId="{C9D3ADEF-3F16-4229-BF32-4200F0ABC47A}" type="presParOf" srcId="{792CB3AC-3271-4253-9453-ACCE18AB5F73}" destId="{13BFADD0-1160-4E94-B239-1C8F225F6CFC}" srcOrd="1" destOrd="0" presId="urn:microsoft.com/office/officeart/2005/8/layout/orgChart1"/>
    <dgm:cxn modelId="{3C917A8A-5239-4971-BF50-94179C1B1036}" type="presParOf" srcId="{7C556C8E-4126-4403-8CEB-51B59AA69FCE}" destId="{966D70F9-F0E7-4F8D-98FE-BF1FCEA430A3}" srcOrd="1" destOrd="0" presId="urn:microsoft.com/office/officeart/2005/8/layout/orgChart1"/>
    <dgm:cxn modelId="{CA98F1B6-39C3-4C71-AD6E-E4988FA8DE59}" type="presParOf" srcId="{7C556C8E-4126-4403-8CEB-51B59AA69FCE}" destId="{8C890729-6A60-4D4F-A0C4-9E3A9BF60082}"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EEBE2A-9566-4236-91B6-EE1AD2EDBD86}">
      <dsp:nvSpPr>
        <dsp:cNvPr id="0" name=""/>
        <dsp:cNvSpPr/>
      </dsp:nvSpPr>
      <dsp:spPr>
        <a:xfrm>
          <a:off x="6395486" y="1406425"/>
          <a:ext cx="195830" cy="1664014"/>
        </a:xfrm>
        <a:custGeom>
          <a:avLst/>
          <a:gdLst/>
          <a:ahLst/>
          <a:cxnLst/>
          <a:rect l="0" t="0" r="0" b="0"/>
          <a:pathLst>
            <a:path>
              <a:moveTo>
                <a:pt x="0" y="0"/>
              </a:moveTo>
              <a:lnTo>
                <a:pt x="0" y="1664014"/>
              </a:lnTo>
              <a:lnTo>
                <a:pt x="195830"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D25D3D1-6D5B-4B95-A5F5-73C591C82291}">
      <dsp:nvSpPr>
        <dsp:cNvPr id="0" name=""/>
        <dsp:cNvSpPr/>
      </dsp:nvSpPr>
      <dsp:spPr>
        <a:xfrm>
          <a:off x="6395486" y="1406425"/>
          <a:ext cx="195830" cy="1014652"/>
        </a:xfrm>
        <a:custGeom>
          <a:avLst/>
          <a:gdLst/>
          <a:ahLst/>
          <a:cxnLst/>
          <a:rect l="0" t="0" r="0" b="0"/>
          <a:pathLst>
            <a:path>
              <a:moveTo>
                <a:pt x="0" y="0"/>
              </a:moveTo>
              <a:lnTo>
                <a:pt x="0" y="1014652"/>
              </a:lnTo>
              <a:lnTo>
                <a:pt x="195830"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F04456-B99E-44B7-8382-21538AB8948B}">
      <dsp:nvSpPr>
        <dsp:cNvPr id="0" name=""/>
        <dsp:cNvSpPr/>
      </dsp:nvSpPr>
      <dsp:spPr>
        <a:xfrm>
          <a:off x="6395486" y="1406425"/>
          <a:ext cx="195830" cy="365289"/>
        </a:xfrm>
        <a:custGeom>
          <a:avLst/>
          <a:gdLst/>
          <a:ahLst/>
          <a:cxnLst/>
          <a:rect l="0" t="0" r="0" b="0"/>
          <a:pathLst>
            <a:path>
              <a:moveTo>
                <a:pt x="0" y="0"/>
              </a:moveTo>
              <a:lnTo>
                <a:pt x="0" y="365289"/>
              </a:lnTo>
              <a:lnTo>
                <a:pt x="195830"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53E71C0-A296-46B8-BAB0-268BA4C59D7C}">
      <dsp:nvSpPr>
        <dsp:cNvPr id="0" name=""/>
        <dsp:cNvSpPr/>
      </dsp:nvSpPr>
      <dsp:spPr>
        <a:xfrm>
          <a:off x="4301474" y="701604"/>
          <a:ext cx="2616227" cy="247523"/>
        </a:xfrm>
        <a:custGeom>
          <a:avLst/>
          <a:gdLst/>
          <a:ahLst/>
          <a:cxnLst/>
          <a:rect l="0" t="0" r="0" b="0"/>
          <a:pathLst>
            <a:path>
              <a:moveTo>
                <a:pt x="0" y="0"/>
              </a:moveTo>
              <a:lnTo>
                <a:pt x="0" y="151490"/>
              </a:lnTo>
              <a:lnTo>
                <a:pt x="2616227" y="151490"/>
              </a:lnTo>
              <a:lnTo>
                <a:pt x="2616227"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CB3B5C-CA39-4C43-A505-7D2BC5392DCD}">
      <dsp:nvSpPr>
        <dsp:cNvPr id="0" name=""/>
        <dsp:cNvSpPr/>
      </dsp:nvSpPr>
      <dsp:spPr>
        <a:xfrm>
          <a:off x="4737783" y="1440557"/>
          <a:ext cx="191981" cy="2313377"/>
        </a:xfrm>
        <a:custGeom>
          <a:avLst/>
          <a:gdLst/>
          <a:ahLst/>
          <a:cxnLst/>
          <a:rect l="0" t="0" r="0" b="0"/>
          <a:pathLst>
            <a:path>
              <a:moveTo>
                <a:pt x="0" y="0"/>
              </a:moveTo>
              <a:lnTo>
                <a:pt x="0" y="2313377"/>
              </a:lnTo>
              <a:lnTo>
                <a:pt x="191981" y="23133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2A7032-47B0-4992-A51C-9BDAFA692CCD}">
      <dsp:nvSpPr>
        <dsp:cNvPr id="0" name=""/>
        <dsp:cNvSpPr/>
      </dsp:nvSpPr>
      <dsp:spPr>
        <a:xfrm>
          <a:off x="4737783" y="1440557"/>
          <a:ext cx="191981" cy="1664014"/>
        </a:xfrm>
        <a:custGeom>
          <a:avLst/>
          <a:gdLst/>
          <a:ahLst/>
          <a:cxnLst/>
          <a:rect l="0" t="0" r="0" b="0"/>
          <a:pathLst>
            <a:path>
              <a:moveTo>
                <a:pt x="0" y="0"/>
              </a:moveTo>
              <a:lnTo>
                <a:pt x="0" y="1664014"/>
              </a:lnTo>
              <a:lnTo>
                <a:pt x="191981"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9CCC4-62B6-4304-A245-416B7C7F84E8}">
      <dsp:nvSpPr>
        <dsp:cNvPr id="0" name=""/>
        <dsp:cNvSpPr/>
      </dsp:nvSpPr>
      <dsp:spPr>
        <a:xfrm>
          <a:off x="4737783" y="1440557"/>
          <a:ext cx="191981" cy="1014652"/>
        </a:xfrm>
        <a:custGeom>
          <a:avLst/>
          <a:gdLst/>
          <a:ahLst/>
          <a:cxnLst/>
          <a:rect l="0" t="0" r="0" b="0"/>
          <a:pathLst>
            <a:path>
              <a:moveTo>
                <a:pt x="0" y="0"/>
              </a:moveTo>
              <a:lnTo>
                <a:pt x="0" y="1014652"/>
              </a:lnTo>
              <a:lnTo>
                <a:pt x="191981"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CB9F7-BD12-464D-9D50-35FB2F2EE2BA}">
      <dsp:nvSpPr>
        <dsp:cNvPr id="0" name=""/>
        <dsp:cNvSpPr/>
      </dsp:nvSpPr>
      <dsp:spPr>
        <a:xfrm>
          <a:off x="4737783" y="1440557"/>
          <a:ext cx="191981" cy="365289"/>
        </a:xfrm>
        <a:custGeom>
          <a:avLst/>
          <a:gdLst/>
          <a:ahLst/>
          <a:cxnLst/>
          <a:rect l="0" t="0" r="0" b="0"/>
          <a:pathLst>
            <a:path>
              <a:moveTo>
                <a:pt x="0" y="0"/>
              </a:moveTo>
              <a:lnTo>
                <a:pt x="0" y="365289"/>
              </a:lnTo>
              <a:lnTo>
                <a:pt x="191981"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73D40-128D-4048-83A1-7C68DE4B0041}">
      <dsp:nvSpPr>
        <dsp:cNvPr id="0" name=""/>
        <dsp:cNvSpPr/>
      </dsp:nvSpPr>
      <dsp:spPr>
        <a:xfrm>
          <a:off x="4301474" y="701604"/>
          <a:ext cx="1045963" cy="247523"/>
        </a:xfrm>
        <a:custGeom>
          <a:avLst/>
          <a:gdLst/>
          <a:ahLst/>
          <a:cxnLst/>
          <a:rect l="0" t="0" r="0" b="0"/>
          <a:pathLst>
            <a:path>
              <a:moveTo>
                <a:pt x="0" y="0"/>
              </a:moveTo>
              <a:lnTo>
                <a:pt x="0" y="151490"/>
              </a:lnTo>
              <a:lnTo>
                <a:pt x="1045963" y="151490"/>
              </a:lnTo>
              <a:lnTo>
                <a:pt x="1045963"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1CB3D7-3ED8-4E7D-A415-7FE8A60495E3}">
      <dsp:nvSpPr>
        <dsp:cNvPr id="0" name=""/>
        <dsp:cNvSpPr/>
      </dsp:nvSpPr>
      <dsp:spPr>
        <a:xfrm>
          <a:off x="3021582" y="1434581"/>
          <a:ext cx="191981" cy="3534211"/>
        </a:xfrm>
        <a:custGeom>
          <a:avLst/>
          <a:gdLst/>
          <a:ahLst/>
          <a:cxnLst/>
          <a:rect l="0" t="0" r="0" b="0"/>
          <a:pathLst>
            <a:path>
              <a:moveTo>
                <a:pt x="0" y="0"/>
              </a:moveTo>
              <a:lnTo>
                <a:pt x="0" y="3534211"/>
              </a:lnTo>
              <a:lnTo>
                <a:pt x="191981" y="353421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3AFCB4-FE14-4EDA-A0F6-3A2828B10060}">
      <dsp:nvSpPr>
        <dsp:cNvPr id="0" name=""/>
        <dsp:cNvSpPr/>
      </dsp:nvSpPr>
      <dsp:spPr>
        <a:xfrm>
          <a:off x="3021582" y="1434581"/>
          <a:ext cx="191981" cy="2884848"/>
        </a:xfrm>
        <a:custGeom>
          <a:avLst/>
          <a:gdLst/>
          <a:ahLst/>
          <a:cxnLst/>
          <a:rect l="0" t="0" r="0" b="0"/>
          <a:pathLst>
            <a:path>
              <a:moveTo>
                <a:pt x="0" y="0"/>
              </a:moveTo>
              <a:lnTo>
                <a:pt x="0" y="2884848"/>
              </a:lnTo>
              <a:lnTo>
                <a:pt x="191981" y="2884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638B4C-53A5-4D12-B60D-D4DA913A425A}">
      <dsp:nvSpPr>
        <dsp:cNvPr id="0" name=""/>
        <dsp:cNvSpPr/>
      </dsp:nvSpPr>
      <dsp:spPr>
        <a:xfrm>
          <a:off x="3021582" y="1434581"/>
          <a:ext cx="191981" cy="2235485"/>
        </a:xfrm>
        <a:custGeom>
          <a:avLst/>
          <a:gdLst/>
          <a:ahLst/>
          <a:cxnLst/>
          <a:rect l="0" t="0" r="0" b="0"/>
          <a:pathLst>
            <a:path>
              <a:moveTo>
                <a:pt x="0" y="0"/>
              </a:moveTo>
              <a:lnTo>
                <a:pt x="0" y="2235485"/>
              </a:lnTo>
              <a:lnTo>
                <a:pt x="191981" y="22354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659DA7-BC81-4AD7-B119-499310DCB294}">
      <dsp:nvSpPr>
        <dsp:cNvPr id="0" name=""/>
        <dsp:cNvSpPr/>
      </dsp:nvSpPr>
      <dsp:spPr>
        <a:xfrm>
          <a:off x="3021582" y="1434581"/>
          <a:ext cx="191981" cy="1586123"/>
        </a:xfrm>
        <a:custGeom>
          <a:avLst/>
          <a:gdLst/>
          <a:ahLst/>
          <a:cxnLst/>
          <a:rect l="0" t="0" r="0" b="0"/>
          <a:pathLst>
            <a:path>
              <a:moveTo>
                <a:pt x="0" y="0"/>
              </a:moveTo>
              <a:lnTo>
                <a:pt x="0" y="1586123"/>
              </a:lnTo>
              <a:lnTo>
                <a:pt x="191981" y="15861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3021582" y="1434581"/>
          <a:ext cx="191981" cy="957727"/>
        </a:xfrm>
        <a:custGeom>
          <a:avLst/>
          <a:gdLst/>
          <a:ahLst/>
          <a:cxnLst/>
          <a:rect l="0" t="0" r="0" b="0"/>
          <a:pathLst>
            <a:path>
              <a:moveTo>
                <a:pt x="0" y="0"/>
              </a:moveTo>
              <a:lnTo>
                <a:pt x="0" y="957727"/>
              </a:lnTo>
              <a:lnTo>
                <a:pt x="191981" y="957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3021582" y="1434581"/>
          <a:ext cx="191981" cy="350299"/>
        </a:xfrm>
        <a:custGeom>
          <a:avLst/>
          <a:gdLst/>
          <a:ahLst/>
          <a:cxnLst/>
          <a:rect l="0" t="0" r="0" b="0"/>
          <a:pathLst>
            <a:path>
              <a:moveTo>
                <a:pt x="0" y="0"/>
              </a:moveTo>
              <a:lnTo>
                <a:pt x="0" y="350299"/>
              </a:lnTo>
              <a:lnTo>
                <a:pt x="191981" y="3502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631236" y="701604"/>
          <a:ext cx="670238" cy="241546"/>
        </a:xfrm>
        <a:custGeom>
          <a:avLst/>
          <a:gdLst/>
          <a:ahLst/>
          <a:cxnLst/>
          <a:rect l="0" t="0" r="0" b="0"/>
          <a:pathLst>
            <a:path>
              <a:moveTo>
                <a:pt x="670238" y="0"/>
              </a:moveTo>
              <a:lnTo>
                <a:pt x="670238"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915035" y="701604"/>
          <a:ext cx="2386439" cy="241546"/>
        </a:xfrm>
        <a:custGeom>
          <a:avLst/>
          <a:gdLst/>
          <a:ahLst/>
          <a:cxnLst/>
          <a:rect l="0" t="0" r="0" b="0"/>
          <a:pathLst>
            <a:path>
              <a:moveTo>
                <a:pt x="2386439" y="0"/>
              </a:moveTo>
              <a:lnTo>
                <a:pt x="2386439"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565806" y="0"/>
          <a:ext cx="3471337" cy="70160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15 – Risk reduction through prototyping</a:t>
          </a:r>
          <a:endParaRPr lang="en-US" sz="1600" kern="1200" dirty="0"/>
        </a:p>
      </dsp:txBody>
      <dsp:txXfrm>
        <a:off x="2565806" y="0"/>
        <a:ext cx="3471337" cy="701604"/>
      </dsp:txXfrm>
    </dsp:sp>
    <dsp:sp modelId="{C9422C4E-2B02-4D33-A16B-EF7B187ECAB7}">
      <dsp:nvSpPr>
        <dsp:cNvPr id="0" name=""/>
        <dsp:cNvSpPr/>
      </dsp:nvSpPr>
      <dsp:spPr>
        <a:xfrm>
          <a:off x="1152966"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 &amp; Why?</a:t>
          </a:r>
          <a:endParaRPr lang="en-US" sz="1200" kern="1200" dirty="0"/>
        </a:p>
      </dsp:txBody>
      <dsp:txXfrm>
        <a:off x="1152966" y="943150"/>
        <a:ext cx="1524136" cy="491430"/>
      </dsp:txXfrm>
    </dsp:sp>
    <dsp:sp modelId="{02B28F85-DE51-42FF-859E-1DD3A478F426}">
      <dsp:nvSpPr>
        <dsp:cNvPr id="0" name=""/>
        <dsp:cNvSpPr/>
      </dsp:nvSpPr>
      <dsp:spPr>
        <a:xfrm>
          <a:off x="2869168"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Types of prototypes</a:t>
          </a:r>
          <a:endParaRPr lang="en-US" sz="1200" kern="1200" dirty="0"/>
        </a:p>
      </dsp:txBody>
      <dsp:txXfrm>
        <a:off x="2869168" y="943150"/>
        <a:ext cx="1524136" cy="491430"/>
      </dsp:txXfrm>
    </dsp:sp>
    <dsp:sp modelId="{9449DAAE-E410-44C5-A07D-A0445C0B7E6B}">
      <dsp:nvSpPr>
        <dsp:cNvPr id="0" name=""/>
        <dsp:cNvSpPr/>
      </dsp:nvSpPr>
      <dsp:spPr>
        <a:xfrm>
          <a:off x="3213563" y="1577198"/>
          <a:ext cx="878048"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Mock-up,</a:t>
          </a:r>
          <a:endParaRPr lang="en-US" sz="1200" kern="1200" dirty="0"/>
        </a:p>
      </dsp:txBody>
      <dsp:txXfrm>
        <a:off x="3213563" y="1577198"/>
        <a:ext cx="878048" cy="415363"/>
      </dsp:txXfrm>
    </dsp:sp>
    <dsp:sp modelId="{B4DA07B5-29B3-4442-A69E-055EEC652BE8}">
      <dsp:nvSpPr>
        <dsp:cNvPr id="0" name=""/>
        <dsp:cNvSpPr/>
      </dsp:nvSpPr>
      <dsp:spPr>
        <a:xfrm>
          <a:off x="3213563" y="2184627"/>
          <a:ext cx="878048"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Proof of concept</a:t>
          </a:r>
          <a:endParaRPr lang="en-US" sz="1200" kern="1200" dirty="0"/>
        </a:p>
      </dsp:txBody>
      <dsp:txXfrm>
        <a:off x="3213563" y="2184627"/>
        <a:ext cx="878048" cy="415363"/>
      </dsp:txXfrm>
    </dsp:sp>
    <dsp:sp modelId="{256AF9DD-6748-4D88-A3F9-C1BEAA44B2B7}">
      <dsp:nvSpPr>
        <dsp:cNvPr id="0" name=""/>
        <dsp:cNvSpPr/>
      </dsp:nvSpPr>
      <dsp:spPr>
        <a:xfrm>
          <a:off x="3213563" y="2792055"/>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Throwaway</a:t>
          </a:r>
          <a:endParaRPr lang="en-US" sz="1200" kern="1200" dirty="0"/>
        </a:p>
      </dsp:txBody>
      <dsp:txXfrm>
        <a:off x="3213563" y="2792055"/>
        <a:ext cx="914595" cy="457297"/>
      </dsp:txXfrm>
    </dsp:sp>
    <dsp:sp modelId="{A6B16DE7-0EC3-4396-BFD5-DD7A7D622CAB}">
      <dsp:nvSpPr>
        <dsp:cNvPr id="0" name=""/>
        <dsp:cNvSpPr/>
      </dsp:nvSpPr>
      <dsp:spPr>
        <a:xfrm>
          <a:off x="3213563" y="344141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Evolutionary</a:t>
          </a:r>
          <a:endParaRPr lang="en-US" sz="1200" kern="1200" dirty="0"/>
        </a:p>
      </dsp:txBody>
      <dsp:txXfrm>
        <a:off x="3213563" y="3441418"/>
        <a:ext cx="914595" cy="457297"/>
      </dsp:txXfrm>
    </dsp:sp>
    <dsp:sp modelId="{1BF91BE6-53E2-43C3-9198-6D241126B573}">
      <dsp:nvSpPr>
        <dsp:cNvPr id="0" name=""/>
        <dsp:cNvSpPr/>
      </dsp:nvSpPr>
      <dsp:spPr>
        <a:xfrm>
          <a:off x="3213563" y="4090780"/>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Paper </a:t>
          </a:r>
          <a:endParaRPr lang="en-US" sz="1200" kern="1200" dirty="0"/>
        </a:p>
      </dsp:txBody>
      <dsp:txXfrm>
        <a:off x="3213563" y="4090780"/>
        <a:ext cx="914595" cy="457297"/>
      </dsp:txXfrm>
    </dsp:sp>
    <dsp:sp modelId="{A6130F63-8B94-4835-9CA1-204FC5D4C76D}">
      <dsp:nvSpPr>
        <dsp:cNvPr id="0" name=""/>
        <dsp:cNvSpPr/>
      </dsp:nvSpPr>
      <dsp:spPr>
        <a:xfrm>
          <a:off x="3213563" y="4740143"/>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Electronic</a:t>
          </a:r>
          <a:endParaRPr lang="en-US" sz="1200" kern="1200" dirty="0"/>
        </a:p>
      </dsp:txBody>
      <dsp:txXfrm>
        <a:off x="3213563" y="4740143"/>
        <a:ext cx="914595" cy="457297"/>
      </dsp:txXfrm>
    </dsp:sp>
    <dsp:sp modelId="{1FF2C928-7E62-4953-B1D7-8B0B163A6AFE}">
      <dsp:nvSpPr>
        <dsp:cNvPr id="0" name=""/>
        <dsp:cNvSpPr/>
      </dsp:nvSpPr>
      <dsp:spPr>
        <a:xfrm>
          <a:off x="4585369" y="949127"/>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Working with prototypes</a:t>
          </a:r>
          <a:endParaRPr lang="en-US" sz="1200" kern="1200" dirty="0"/>
        </a:p>
      </dsp:txBody>
      <dsp:txXfrm>
        <a:off x="4585369" y="949127"/>
        <a:ext cx="1524136" cy="491430"/>
      </dsp:txXfrm>
    </dsp:sp>
    <dsp:sp modelId="{A09725EF-3FB3-4768-97B8-009E6D2343F4}">
      <dsp:nvSpPr>
        <dsp:cNvPr id="0" name=""/>
        <dsp:cNvSpPr/>
      </dsp:nvSpPr>
      <dsp:spPr>
        <a:xfrm>
          <a:off x="4929765" y="157719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Use case</a:t>
          </a:r>
          <a:endParaRPr lang="en-US" sz="1200" kern="1200" dirty="0"/>
        </a:p>
      </dsp:txBody>
      <dsp:txXfrm>
        <a:off x="4929765" y="1577198"/>
        <a:ext cx="914595" cy="457297"/>
      </dsp:txXfrm>
    </dsp:sp>
    <dsp:sp modelId="{736A3B4F-561D-45EE-A5B3-1EDEA71440B6}">
      <dsp:nvSpPr>
        <dsp:cNvPr id="0" name=""/>
        <dsp:cNvSpPr/>
      </dsp:nvSpPr>
      <dsp:spPr>
        <a:xfrm>
          <a:off x="4929765" y="2226561"/>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Dialog map</a:t>
          </a:r>
          <a:endParaRPr lang="en-US" sz="1200" kern="1200" dirty="0"/>
        </a:p>
      </dsp:txBody>
      <dsp:txXfrm>
        <a:off x="4929765" y="2226561"/>
        <a:ext cx="914595" cy="457297"/>
      </dsp:txXfrm>
    </dsp:sp>
    <dsp:sp modelId="{E8405D25-25CC-425F-BB3B-45D71B4B4888}">
      <dsp:nvSpPr>
        <dsp:cNvPr id="0" name=""/>
        <dsp:cNvSpPr/>
      </dsp:nvSpPr>
      <dsp:spPr>
        <a:xfrm>
          <a:off x="4929765" y="2875923"/>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Prototypes</a:t>
          </a:r>
          <a:endParaRPr lang="en-US" sz="1200" kern="1200" dirty="0"/>
        </a:p>
      </dsp:txBody>
      <dsp:txXfrm>
        <a:off x="4929765" y="2875923"/>
        <a:ext cx="914595" cy="457297"/>
      </dsp:txXfrm>
    </dsp:sp>
    <dsp:sp modelId="{35C74C81-EC28-4115-AF2D-5047B0C50EF4}">
      <dsp:nvSpPr>
        <dsp:cNvPr id="0" name=""/>
        <dsp:cNvSpPr/>
      </dsp:nvSpPr>
      <dsp:spPr>
        <a:xfrm>
          <a:off x="4929765" y="3525286"/>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User interface design</a:t>
          </a:r>
          <a:endParaRPr lang="en-US" sz="1200" kern="1200" dirty="0"/>
        </a:p>
      </dsp:txBody>
      <dsp:txXfrm>
        <a:off x="4929765" y="3525286"/>
        <a:ext cx="914595" cy="457297"/>
      </dsp:txXfrm>
    </dsp:sp>
    <dsp:sp modelId="{3FE29DE7-91AC-456D-96C3-01A8723E90DD}">
      <dsp:nvSpPr>
        <dsp:cNvPr id="0" name=""/>
        <dsp:cNvSpPr/>
      </dsp:nvSpPr>
      <dsp:spPr>
        <a:xfrm>
          <a:off x="6264932" y="949127"/>
          <a:ext cx="1305539" cy="45729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Notes for prototypes</a:t>
          </a:r>
          <a:endParaRPr lang="en-US" sz="1200" kern="1200" dirty="0"/>
        </a:p>
      </dsp:txBody>
      <dsp:txXfrm>
        <a:off x="6264932" y="949127"/>
        <a:ext cx="1305539" cy="457297"/>
      </dsp:txXfrm>
    </dsp:sp>
    <dsp:sp modelId="{796C32B1-3F96-4A4C-A22F-A472B2E1782B}">
      <dsp:nvSpPr>
        <dsp:cNvPr id="0" name=""/>
        <dsp:cNvSpPr/>
      </dsp:nvSpPr>
      <dsp:spPr>
        <a:xfrm>
          <a:off x="6591317" y="1543065"/>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 evaluation</a:t>
          </a:r>
          <a:endParaRPr lang="en-US" sz="1200" kern="1200" dirty="0"/>
        </a:p>
      </dsp:txBody>
      <dsp:txXfrm>
        <a:off x="6591317" y="1543065"/>
        <a:ext cx="914595" cy="457297"/>
      </dsp:txXfrm>
    </dsp:sp>
    <dsp:sp modelId="{54C26DD9-A165-43CA-A7A5-372B768A2247}">
      <dsp:nvSpPr>
        <dsp:cNvPr id="0" name=""/>
        <dsp:cNvSpPr/>
      </dsp:nvSpPr>
      <dsp:spPr>
        <a:xfrm>
          <a:off x="6591317" y="2192428"/>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Risks of prototyping</a:t>
          </a:r>
          <a:endParaRPr lang="en-US" sz="1200" kern="1200" dirty="0"/>
        </a:p>
      </dsp:txBody>
      <dsp:txXfrm>
        <a:off x="6591317" y="2192428"/>
        <a:ext cx="914595" cy="457297"/>
      </dsp:txXfrm>
    </dsp:sp>
    <dsp:sp modelId="{1C603766-7A77-4049-AA66-7237769060F5}">
      <dsp:nvSpPr>
        <dsp:cNvPr id="0" name=""/>
        <dsp:cNvSpPr/>
      </dsp:nvSpPr>
      <dsp:spPr>
        <a:xfrm>
          <a:off x="6591317" y="2841791"/>
          <a:ext cx="914595"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Prototype success factors</a:t>
          </a:r>
          <a:endParaRPr lang="en-US" sz="1200" kern="1200" dirty="0"/>
        </a:p>
      </dsp:txBody>
      <dsp:txXfrm>
        <a:off x="6591317" y="2841791"/>
        <a:ext cx="914595" cy="4572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E71C0-A296-46B8-BAB0-268BA4C59D7C}">
      <dsp:nvSpPr>
        <dsp:cNvPr id="0" name=""/>
        <dsp:cNvSpPr/>
      </dsp:nvSpPr>
      <dsp:spPr>
        <a:xfrm>
          <a:off x="4301474" y="701604"/>
          <a:ext cx="2616227" cy="247523"/>
        </a:xfrm>
        <a:custGeom>
          <a:avLst/>
          <a:gdLst/>
          <a:ahLst/>
          <a:cxnLst/>
          <a:rect l="0" t="0" r="0" b="0"/>
          <a:pathLst>
            <a:path>
              <a:moveTo>
                <a:pt x="0" y="0"/>
              </a:moveTo>
              <a:lnTo>
                <a:pt x="0" y="151490"/>
              </a:lnTo>
              <a:lnTo>
                <a:pt x="2616227" y="151490"/>
              </a:lnTo>
              <a:lnTo>
                <a:pt x="2616227"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3C8E1E4-CDD1-4461-819E-41D01ECBA212}">
      <dsp:nvSpPr>
        <dsp:cNvPr id="0" name=""/>
        <dsp:cNvSpPr/>
      </dsp:nvSpPr>
      <dsp:spPr>
        <a:xfrm>
          <a:off x="4737783" y="1440557"/>
          <a:ext cx="191981" cy="2962740"/>
        </a:xfrm>
        <a:custGeom>
          <a:avLst/>
          <a:gdLst/>
          <a:ahLst/>
          <a:cxnLst/>
          <a:rect l="0" t="0" r="0" b="0"/>
          <a:pathLst>
            <a:path>
              <a:moveTo>
                <a:pt x="0" y="0"/>
              </a:moveTo>
              <a:lnTo>
                <a:pt x="0" y="2962740"/>
              </a:lnTo>
              <a:lnTo>
                <a:pt x="191981" y="296274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CB3B5C-CA39-4C43-A505-7D2BC5392DCD}">
      <dsp:nvSpPr>
        <dsp:cNvPr id="0" name=""/>
        <dsp:cNvSpPr/>
      </dsp:nvSpPr>
      <dsp:spPr>
        <a:xfrm>
          <a:off x="4737783" y="1440557"/>
          <a:ext cx="191981" cy="2313377"/>
        </a:xfrm>
        <a:custGeom>
          <a:avLst/>
          <a:gdLst/>
          <a:ahLst/>
          <a:cxnLst/>
          <a:rect l="0" t="0" r="0" b="0"/>
          <a:pathLst>
            <a:path>
              <a:moveTo>
                <a:pt x="0" y="0"/>
              </a:moveTo>
              <a:lnTo>
                <a:pt x="0" y="2313377"/>
              </a:lnTo>
              <a:lnTo>
                <a:pt x="191981" y="231337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2A7032-47B0-4992-A51C-9BDAFA692CCD}">
      <dsp:nvSpPr>
        <dsp:cNvPr id="0" name=""/>
        <dsp:cNvSpPr/>
      </dsp:nvSpPr>
      <dsp:spPr>
        <a:xfrm>
          <a:off x="4737783" y="1440557"/>
          <a:ext cx="191981" cy="1664014"/>
        </a:xfrm>
        <a:custGeom>
          <a:avLst/>
          <a:gdLst/>
          <a:ahLst/>
          <a:cxnLst/>
          <a:rect l="0" t="0" r="0" b="0"/>
          <a:pathLst>
            <a:path>
              <a:moveTo>
                <a:pt x="0" y="0"/>
              </a:moveTo>
              <a:lnTo>
                <a:pt x="0" y="1664014"/>
              </a:lnTo>
              <a:lnTo>
                <a:pt x="191981" y="166401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59CCC4-62B6-4304-A245-416B7C7F84E8}">
      <dsp:nvSpPr>
        <dsp:cNvPr id="0" name=""/>
        <dsp:cNvSpPr/>
      </dsp:nvSpPr>
      <dsp:spPr>
        <a:xfrm>
          <a:off x="4737783" y="1440557"/>
          <a:ext cx="191981" cy="1014652"/>
        </a:xfrm>
        <a:custGeom>
          <a:avLst/>
          <a:gdLst/>
          <a:ahLst/>
          <a:cxnLst/>
          <a:rect l="0" t="0" r="0" b="0"/>
          <a:pathLst>
            <a:path>
              <a:moveTo>
                <a:pt x="0" y="0"/>
              </a:moveTo>
              <a:lnTo>
                <a:pt x="0" y="1014652"/>
              </a:lnTo>
              <a:lnTo>
                <a:pt x="191981" y="10146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24CB9F7-BD12-464D-9D50-35FB2F2EE2BA}">
      <dsp:nvSpPr>
        <dsp:cNvPr id="0" name=""/>
        <dsp:cNvSpPr/>
      </dsp:nvSpPr>
      <dsp:spPr>
        <a:xfrm>
          <a:off x="4737783" y="1440557"/>
          <a:ext cx="191981" cy="365289"/>
        </a:xfrm>
        <a:custGeom>
          <a:avLst/>
          <a:gdLst/>
          <a:ahLst/>
          <a:cxnLst/>
          <a:rect l="0" t="0" r="0" b="0"/>
          <a:pathLst>
            <a:path>
              <a:moveTo>
                <a:pt x="0" y="0"/>
              </a:moveTo>
              <a:lnTo>
                <a:pt x="0" y="365289"/>
              </a:lnTo>
              <a:lnTo>
                <a:pt x="191981" y="36528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173D40-128D-4048-83A1-7C68DE4B0041}">
      <dsp:nvSpPr>
        <dsp:cNvPr id="0" name=""/>
        <dsp:cNvSpPr/>
      </dsp:nvSpPr>
      <dsp:spPr>
        <a:xfrm>
          <a:off x="4301474" y="701604"/>
          <a:ext cx="1045963" cy="247523"/>
        </a:xfrm>
        <a:custGeom>
          <a:avLst/>
          <a:gdLst/>
          <a:ahLst/>
          <a:cxnLst/>
          <a:rect l="0" t="0" r="0" b="0"/>
          <a:pathLst>
            <a:path>
              <a:moveTo>
                <a:pt x="0" y="0"/>
              </a:moveTo>
              <a:lnTo>
                <a:pt x="0" y="151490"/>
              </a:lnTo>
              <a:lnTo>
                <a:pt x="1045963" y="151490"/>
              </a:lnTo>
              <a:lnTo>
                <a:pt x="1045963" y="2475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1CB3D7-3ED8-4E7D-A415-7FE8A60495E3}">
      <dsp:nvSpPr>
        <dsp:cNvPr id="0" name=""/>
        <dsp:cNvSpPr/>
      </dsp:nvSpPr>
      <dsp:spPr>
        <a:xfrm>
          <a:off x="3021582" y="1434581"/>
          <a:ext cx="191981" cy="3534211"/>
        </a:xfrm>
        <a:custGeom>
          <a:avLst/>
          <a:gdLst/>
          <a:ahLst/>
          <a:cxnLst/>
          <a:rect l="0" t="0" r="0" b="0"/>
          <a:pathLst>
            <a:path>
              <a:moveTo>
                <a:pt x="0" y="0"/>
              </a:moveTo>
              <a:lnTo>
                <a:pt x="0" y="3534211"/>
              </a:lnTo>
              <a:lnTo>
                <a:pt x="191981" y="353421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3AFCB4-FE14-4EDA-A0F6-3A2828B10060}">
      <dsp:nvSpPr>
        <dsp:cNvPr id="0" name=""/>
        <dsp:cNvSpPr/>
      </dsp:nvSpPr>
      <dsp:spPr>
        <a:xfrm>
          <a:off x="3021582" y="1434581"/>
          <a:ext cx="191981" cy="2884848"/>
        </a:xfrm>
        <a:custGeom>
          <a:avLst/>
          <a:gdLst/>
          <a:ahLst/>
          <a:cxnLst/>
          <a:rect l="0" t="0" r="0" b="0"/>
          <a:pathLst>
            <a:path>
              <a:moveTo>
                <a:pt x="0" y="0"/>
              </a:moveTo>
              <a:lnTo>
                <a:pt x="0" y="2884848"/>
              </a:lnTo>
              <a:lnTo>
                <a:pt x="191981" y="28848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638B4C-53A5-4D12-B60D-D4DA913A425A}">
      <dsp:nvSpPr>
        <dsp:cNvPr id="0" name=""/>
        <dsp:cNvSpPr/>
      </dsp:nvSpPr>
      <dsp:spPr>
        <a:xfrm>
          <a:off x="3021582" y="1434581"/>
          <a:ext cx="191981" cy="2235485"/>
        </a:xfrm>
        <a:custGeom>
          <a:avLst/>
          <a:gdLst/>
          <a:ahLst/>
          <a:cxnLst/>
          <a:rect l="0" t="0" r="0" b="0"/>
          <a:pathLst>
            <a:path>
              <a:moveTo>
                <a:pt x="0" y="0"/>
              </a:moveTo>
              <a:lnTo>
                <a:pt x="0" y="2235485"/>
              </a:lnTo>
              <a:lnTo>
                <a:pt x="191981" y="22354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659DA7-BC81-4AD7-B119-499310DCB294}">
      <dsp:nvSpPr>
        <dsp:cNvPr id="0" name=""/>
        <dsp:cNvSpPr/>
      </dsp:nvSpPr>
      <dsp:spPr>
        <a:xfrm>
          <a:off x="3021582" y="1434581"/>
          <a:ext cx="191981" cy="1586123"/>
        </a:xfrm>
        <a:custGeom>
          <a:avLst/>
          <a:gdLst/>
          <a:ahLst/>
          <a:cxnLst/>
          <a:rect l="0" t="0" r="0" b="0"/>
          <a:pathLst>
            <a:path>
              <a:moveTo>
                <a:pt x="0" y="0"/>
              </a:moveTo>
              <a:lnTo>
                <a:pt x="0" y="1586123"/>
              </a:lnTo>
              <a:lnTo>
                <a:pt x="191981" y="158612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3021582" y="1434581"/>
          <a:ext cx="191981" cy="957727"/>
        </a:xfrm>
        <a:custGeom>
          <a:avLst/>
          <a:gdLst/>
          <a:ahLst/>
          <a:cxnLst/>
          <a:rect l="0" t="0" r="0" b="0"/>
          <a:pathLst>
            <a:path>
              <a:moveTo>
                <a:pt x="0" y="0"/>
              </a:moveTo>
              <a:lnTo>
                <a:pt x="0" y="957727"/>
              </a:lnTo>
              <a:lnTo>
                <a:pt x="191981" y="95772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BF33A23-B9E7-4732-917C-5D66B726362F}">
      <dsp:nvSpPr>
        <dsp:cNvPr id="0" name=""/>
        <dsp:cNvSpPr/>
      </dsp:nvSpPr>
      <dsp:spPr>
        <a:xfrm>
          <a:off x="3021582" y="1434581"/>
          <a:ext cx="191981" cy="350299"/>
        </a:xfrm>
        <a:custGeom>
          <a:avLst/>
          <a:gdLst/>
          <a:ahLst/>
          <a:cxnLst/>
          <a:rect l="0" t="0" r="0" b="0"/>
          <a:pathLst>
            <a:path>
              <a:moveTo>
                <a:pt x="0" y="0"/>
              </a:moveTo>
              <a:lnTo>
                <a:pt x="0" y="350299"/>
              </a:lnTo>
              <a:lnTo>
                <a:pt x="191981" y="35029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631236" y="701604"/>
          <a:ext cx="670238" cy="241546"/>
        </a:xfrm>
        <a:custGeom>
          <a:avLst/>
          <a:gdLst/>
          <a:ahLst/>
          <a:cxnLst/>
          <a:rect l="0" t="0" r="0" b="0"/>
          <a:pathLst>
            <a:path>
              <a:moveTo>
                <a:pt x="670238" y="0"/>
              </a:moveTo>
              <a:lnTo>
                <a:pt x="670238"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915035" y="701604"/>
          <a:ext cx="2386439" cy="241546"/>
        </a:xfrm>
        <a:custGeom>
          <a:avLst/>
          <a:gdLst/>
          <a:ahLst/>
          <a:cxnLst/>
          <a:rect l="0" t="0" r="0" b="0"/>
          <a:pathLst>
            <a:path>
              <a:moveTo>
                <a:pt x="2386439" y="0"/>
              </a:moveTo>
              <a:lnTo>
                <a:pt x="2386439" y="145513"/>
              </a:lnTo>
              <a:lnTo>
                <a:pt x="0" y="145513"/>
              </a:lnTo>
              <a:lnTo>
                <a:pt x="0" y="24154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565806" y="0"/>
          <a:ext cx="3471337" cy="70160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16 – Fist things first: Setting requirement priorities</a:t>
          </a:r>
          <a:endParaRPr lang="en-US" sz="1600" kern="1200" dirty="0"/>
        </a:p>
      </dsp:txBody>
      <dsp:txXfrm>
        <a:off x="2565806" y="0"/>
        <a:ext cx="3471337" cy="701604"/>
      </dsp:txXfrm>
    </dsp:sp>
    <dsp:sp modelId="{C9422C4E-2B02-4D33-A16B-EF7B187ECAB7}">
      <dsp:nvSpPr>
        <dsp:cNvPr id="0" name=""/>
        <dsp:cNvSpPr/>
      </dsp:nvSpPr>
      <dsp:spPr>
        <a:xfrm>
          <a:off x="1152966"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Why prioritize requirements</a:t>
          </a:r>
          <a:endParaRPr lang="en-US" sz="1200" kern="1200" dirty="0"/>
        </a:p>
      </dsp:txBody>
      <dsp:txXfrm>
        <a:off x="1152966" y="943150"/>
        <a:ext cx="1524136" cy="491430"/>
      </dsp:txXfrm>
    </dsp:sp>
    <dsp:sp modelId="{02B28F85-DE51-42FF-859E-1DD3A478F426}">
      <dsp:nvSpPr>
        <dsp:cNvPr id="0" name=""/>
        <dsp:cNvSpPr/>
      </dsp:nvSpPr>
      <dsp:spPr>
        <a:xfrm>
          <a:off x="2869168" y="943150"/>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Some prioritization pragmatics</a:t>
          </a:r>
          <a:endParaRPr lang="en-US" sz="1200" kern="1200" dirty="0"/>
        </a:p>
      </dsp:txBody>
      <dsp:txXfrm>
        <a:off x="2869168" y="943150"/>
        <a:ext cx="1524136" cy="491430"/>
      </dsp:txXfrm>
    </dsp:sp>
    <dsp:sp modelId="{9449DAAE-E410-44C5-A07D-A0445C0B7E6B}">
      <dsp:nvSpPr>
        <dsp:cNvPr id="0" name=""/>
        <dsp:cNvSpPr/>
      </dsp:nvSpPr>
      <dsp:spPr>
        <a:xfrm>
          <a:off x="3213563" y="1577198"/>
          <a:ext cx="1321315"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needs of the customers</a:t>
          </a:r>
          <a:endParaRPr lang="en-US" sz="1200" kern="1200" dirty="0"/>
        </a:p>
      </dsp:txBody>
      <dsp:txXfrm>
        <a:off x="3213563" y="1577198"/>
        <a:ext cx="1321315" cy="415363"/>
      </dsp:txXfrm>
    </dsp:sp>
    <dsp:sp modelId="{B4DA07B5-29B3-4442-A69E-055EEC652BE8}">
      <dsp:nvSpPr>
        <dsp:cNvPr id="0" name=""/>
        <dsp:cNvSpPr/>
      </dsp:nvSpPr>
      <dsp:spPr>
        <a:xfrm>
          <a:off x="3213563" y="2184627"/>
          <a:ext cx="1321315" cy="4153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relative importance of </a:t>
          </a:r>
          <a:r>
            <a:rPr lang="en-US" sz="1200" kern="1200" dirty="0" err="1" smtClean="0"/>
            <a:t>reqs</a:t>
          </a:r>
          <a:endParaRPr lang="en-US" sz="1200" kern="1200" dirty="0"/>
        </a:p>
      </dsp:txBody>
      <dsp:txXfrm>
        <a:off x="3213563" y="2184627"/>
        <a:ext cx="1321315" cy="415363"/>
      </dsp:txXfrm>
    </dsp:sp>
    <dsp:sp modelId="{256AF9DD-6748-4D88-A3F9-C1BEAA44B2B7}">
      <dsp:nvSpPr>
        <dsp:cNvPr id="0" name=""/>
        <dsp:cNvSpPr/>
      </dsp:nvSpPr>
      <dsp:spPr>
        <a:xfrm>
          <a:off x="3213563" y="2792055"/>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Timing at which capabilities need to be delivered </a:t>
          </a:r>
          <a:endParaRPr lang="en-US" sz="1200" kern="1200" dirty="0"/>
        </a:p>
      </dsp:txBody>
      <dsp:txXfrm>
        <a:off x="3213563" y="2792055"/>
        <a:ext cx="1376310" cy="457297"/>
      </dsp:txXfrm>
    </dsp:sp>
    <dsp:sp modelId="{A6B16DE7-0EC3-4396-BFD5-DD7A7D622CAB}">
      <dsp:nvSpPr>
        <dsp:cNvPr id="0" name=""/>
        <dsp:cNvSpPr/>
      </dsp:nvSpPr>
      <dsp:spPr>
        <a:xfrm>
          <a:off x="3213563" y="3441418"/>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that serve as predecessors </a:t>
          </a:r>
          <a:endParaRPr lang="en-US" sz="1200" kern="1200" dirty="0"/>
        </a:p>
      </dsp:txBody>
      <dsp:txXfrm>
        <a:off x="3213563" y="3441418"/>
        <a:ext cx="1376310" cy="457297"/>
      </dsp:txXfrm>
    </dsp:sp>
    <dsp:sp modelId="{1BF91BE6-53E2-43C3-9198-6D241126B573}">
      <dsp:nvSpPr>
        <dsp:cNvPr id="0" name=""/>
        <dsp:cNvSpPr/>
      </dsp:nvSpPr>
      <dsp:spPr>
        <a:xfrm>
          <a:off x="3213563" y="4090780"/>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Which req. must be implemented as a group </a:t>
          </a:r>
          <a:endParaRPr lang="en-US" sz="1200" kern="1200" dirty="0"/>
        </a:p>
      </dsp:txBody>
      <dsp:txXfrm>
        <a:off x="3213563" y="4090780"/>
        <a:ext cx="1376310" cy="457297"/>
      </dsp:txXfrm>
    </dsp:sp>
    <dsp:sp modelId="{A6130F63-8B94-4835-9CA1-204FC5D4C76D}">
      <dsp:nvSpPr>
        <dsp:cNvPr id="0" name=""/>
        <dsp:cNvSpPr/>
      </dsp:nvSpPr>
      <dsp:spPr>
        <a:xfrm>
          <a:off x="3213563" y="4740143"/>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cost to satisfy each req.</a:t>
          </a:r>
          <a:endParaRPr lang="en-US" sz="1200" kern="1200" dirty="0"/>
        </a:p>
      </dsp:txBody>
      <dsp:txXfrm>
        <a:off x="3213563" y="4740143"/>
        <a:ext cx="1376310" cy="457297"/>
      </dsp:txXfrm>
    </dsp:sp>
    <dsp:sp modelId="{1FF2C928-7E62-4953-B1D7-8B0B163A6AFE}">
      <dsp:nvSpPr>
        <dsp:cNvPr id="0" name=""/>
        <dsp:cNvSpPr/>
      </dsp:nvSpPr>
      <dsp:spPr>
        <a:xfrm>
          <a:off x="4585369" y="949127"/>
          <a:ext cx="1524136" cy="49143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Some prioritization techniques</a:t>
          </a:r>
          <a:endParaRPr lang="en-US" sz="1200" kern="1200" dirty="0"/>
        </a:p>
      </dsp:txBody>
      <dsp:txXfrm>
        <a:off x="4585369" y="949127"/>
        <a:ext cx="1524136" cy="491430"/>
      </dsp:txXfrm>
    </dsp:sp>
    <dsp:sp modelId="{A09725EF-3FB3-4768-97B8-009E6D2343F4}">
      <dsp:nvSpPr>
        <dsp:cNvPr id="0" name=""/>
        <dsp:cNvSpPr/>
      </dsp:nvSpPr>
      <dsp:spPr>
        <a:xfrm>
          <a:off x="4929765" y="1577198"/>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In or out</a:t>
          </a:r>
          <a:endParaRPr lang="en-US" sz="1200" kern="1200" dirty="0"/>
        </a:p>
      </dsp:txBody>
      <dsp:txXfrm>
        <a:off x="4929765" y="1577198"/>
        <a:ext cx="1376310" cy="457297"/>
      </dsp:txXfrm>
    </dsp:sp>
    <dsp:sp modelId="{736A3B4F-561D-45EE-A5B3-1EDEA71440B6}">
      <dsp:nvSpPr>
        <dsp:cNvPr id="0" name=""/>
        <dsp:cNvSpPr/>
      </dsp:nvSpPr>
      <dsp:spPr>
        <a:xfrm>
          <a:off x="4929765" y="2226561"/>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Pairwise comparison/ranking</a:t>
          </a:r>
          <a:endParaRPr lang="en-US" sz="1200" kern="1200" dirty="0"/>
        </a:p>
      </dsp:txBody>
      <dsp:txXfrm>
        <a:off x="4929765" y="2226561"/>
        <a:ext cx="1376310" cy="457297"/>
      </dsp:txXfrm>
    </dsp:sp>
    <dsp:sp modelId="{E8405D25-25CC-425F-BB3B-45D71B4B4888}">
      <dsp:nvSpPr>
        <dsp:cNvPr id="0" name=""/>
        <dsp:cNvSpPr/>
      </dsp:nvSpPr>
      <dsp:spPr>
        <a:xfrm>
          <a:off x="4929765" y="2875923"/>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Three-level scale</a:t>
          </a:r>
          <a:endParaRPr lang="en-US" sz="1200" kern="1200" dirty="0"/>
        </a:p>
      </dsp:txBody>
      <dsp:txXfrm>
        <a:off x="4929765" y="2875923"/>
        <a:ext cx="1376310" cy="457297"/>
      </dsp:txXfrm>
    </dsp:sp>
    <dsp:sp modelId="{35C74C81-EC28-4115-AF2D-5047B0C50EF4}">
      <dsp:nvSpPr>
        <dsp:cNvPr id="0" name=""/>
        <dsp:cNvSpPr/>
      </dsp:nvSpPr>
      <dsp:spPr>
        <a:xfrm>
          <a:off x="4929765" y="3525286"/>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MoSCoW</a:t>
          </a:r>
          <a:endParaRPr lang="en-US" sz="1200" kern="1200" dirty="0"/>
        </a:p>
      </dsp:txBody>
      <dsp:txXfrm>
        <a:off x="4929765" y="3525286"/>
        <a:ext cx="1376310" cy="457297"/>
      </dsp:txXfrm>
    </dsp:sp>
    <dsp:sp modelId="{60506E1B-433B-4FE1-9B0C-DDA80843FBC1}">
      <dsp:nvSpPr>
        <dsp:cNvPr id="0" name=""/>
        <dsp:cNvSpPr/>
      </dsp:nvSpPr>
      <dsp:spPr>
        <a:xfrm>
          <a:off x="4929765" y="4174649"/>
          <a:ext cx="1376310" cy="45729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$100</a:t>
          </a:r>
          <a:endParaRPr lang="en-US" sz="1200" kern="1200" dirty="0"/>
        </a:p>
      </dsp:txBody>
      <dsp:txXfrm>
        <a:off x="4929765" y="4174649"/>
        <a:ext cx="1376310" cy="457297"/>
      </dsp:txXfrm>
    </dsp:sp>
    <dsp:sp modelId="{3FE29DE7-91AC-456D-96C3-01A8723E90DD}">
      <dsp:nvSpPr>
        <dsp:cNvPr id="0" name=""/>
        <dsp:cNvSpPr/>
      </dsp:nvSpPr>
      <dsp:spPr>
        <a:xfrm>
          <a:off x="6264932" y="949127"/>
          <a:ext cx="1305539" cy="45729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based on value, cost,</a:t>
          </a:r>
          <a:br>
            <a:rPr lang="en-US" sz="1200" kern="1200" dirty="0" smtClean="0"/>
          </a:br>
          <a:r>
            <a:rPr lang="en-US" sz="1200" kern="1200" dirty="0" smtClean="0"/>
            <a:t> and risk</a:t>
          </a:r>
          <a:endParaRPr lang="en-US" sz="1200" kern="1200" dirty="0"/>
        </a:p>
      </dsp:txBody>
      <dsp:txXfrm>
        <a:off x="6264932" y="949127"/>
        <a:ext cx="1305539" cy="45729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511D2D-436F-4848-9424-AF5B2E549D6B}" type="datetimeFigureOut">
              <a:rPr lang="en-US" smtClean="0"/>
              <a:t>09/03/2020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3CBBE68-1B7E-46DB-BCED-9365FE6D6A6A}" type="slidenum">
              <a:rPr lang="en-US" smtClean="0"/>
              <a:t>‹#›</a:t>
            </a:fld>
            <a:endParaRPr lang="en-US"/>
          </a:p>
        </p:txBody>
      </p:sp>
    </p:spTree>
    <p:extLst>
      <p:ext uri="{BB962C8B-B14F-4D97-AF65-F5344CB8AC3E}">
        <p14:creationId xmlns:p14="http://schemas.microsoft.com/office/powerpoint/2010/main" val="32290879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CD4B08-02FD-48DF-9626-484F128A2980}" type="datetimeFigureOut">
              <a:rPr lang="en-US" smtClean="0"/>
              <a:t>09/03/2020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634452-4DFE-4DC5-AA20-421EFA864CCF}" type="slidenum">
              <a:rPr lang="en-US" smtClean="0"/>
              <a:t>‹#›</a:t>
            </a:fld>
            <a:endParaRPr lang="en-US"/>
          </a:p>
        </p:txBody>
      </p:sp>
    </p:spTree>
    <p:extLst>
      <p:ext uri="{BB962C8B-B14F-4D97-AF65-F5344CB8AC3E}">
        <p14:creationId xmlns:p14="http://schemas.microsoft.com/office/powerpoint/2010/main" val="23887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1605363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r>
              <a:rPr lang="en-US" sz="1200" b="0" i="0" u="none" strike="noStrike" kern="1200" baseline="0" dirty="0" smtClean="0">
                <a:solidFill>
                  <a:schemeClr val="tx1"/>
                </a:solidFill>
                <a:latin typeface="+mn-lt"/>
                <a:ea typeface="+mn-ea"/>
                <a:cs typeface="+mn-cs"/>
              </a:rPr>
              <a:t>One way to make prioritization more tangible is to cast it in terms of an actual resource: money : </a:t>
            </a:r>
            <a:r>
              <a:rPr lang="vi-VN" sz="1200" b="0" i="0" u="none" strike="noStrike" kern="1200" baseline="0" dirty="0" smtClean="0">
                <a:solidFill>
                  <a:schemeClr val="tx1"/>
                </a:solidFill>
                <a:latin typeface="+mn-lt"/>
                <a:ea typeface="+mn-ea"/>
                <a:cs typeface="+mn-cs"/>
              </a:rPr>
              <a:t>Một cách để làm cho mức độ ưu tiên trở nên hữu hình hơn là sử dụng tài nguyên thực tế: tiền</a:t>
            </a:r>
            <a:endParaRPr lang="en-US" dirty="0"/>
          </a:p>
        </p:txBody>
      </p:sp>
      <p:sp>
        <p:nvSpPr>
          <p:cNvPr id="4" name="Slide Number Placeholder 3"/>
          <p:cNvSpPr>
            <a:spLocks noGrp="1"/>
          </p:cNvSpPr>
          <p:nvPr>
            <p:ph type="sldNum" sz="quarter" idx="10"/>
          </p:nvPr>
        </p:nvSpPr>
        <p:spPr/>
        <p:txBody>
          <a:bodyPr/>
          <a:lstStyle/>
          <a:p>
            <a:fld id="{4A634452-4DFE-4DC5-AA20-421EFA864CCF}" type="slidenum">
              <a:rPr lang="en-US" smtClean="0"/>
              <a:t>11</a:t>
            </a:fld>
            <a:endParaRPr lang="en-US"/>
          </a:p>
        </p:txBody>
      </p:sp>
    </p:spTree>
    <p:extLst>
      <p:ext uri="{BB962C8B-B14F-4D97-AF65-F5344CB8AC3E}">
        <p14:creationId xmlns:p14="http://schemas.microsoft.com/office/powerpoint/2010/main" val="31862743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14</a:t>
            </a:fld>
            <a:endParaRPr lang="en-US"/>
          </a:p>
        </p:txBody>
      </p:sp>
    </p:spTree>
    <p:extLst>
      <p:ext uri="{BB962C8B-B14F-4D97-AF65-F5344CB8AC3E}">
        <p14:creationId xmlns:p14="http://schemas.microsoft.com/office/powerpoint/2010/main" val="1625154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15</a:t>
            </a:fld>
            <a:endParaRPr lang="en-US"/>
          </a:p>
        </p:txBody>
      </p:sp>
    </p:spTree>
    <p:extLst>
      <p:ext uri="{BB962C8B-B14F-4D97-AF65-F5344CB8AC3E}">
        <p14:creationId xmlns:p14="http://schemas.microsoft.com/office/powerpoint/2010/main" val="38878035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888110"/>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914399"/>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16: Setting requirement priorities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0032539"/>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28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16: Setting requirement priorities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8059802"/>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79986" y="13967"/>
            <a:ext cx="6400800" cy="9906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16: Setting requirement priorities</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7081972"/>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914400"/>
          </a:xfrm>
        </p:spPr>
        <p:txBody>
          <a:bodyPr/>
          <a:lstStyle>
            <a:lvl1pPr algn="r">
              <a:defRPr sz="28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16: Setting requirement priorities</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2094658"/>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381000"/>
            <a:ext cx="86868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16: Setting requirement priorities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15092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6.em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5" Type="http://schemas.openxmlformats.org/officeDocument/2006/relationships/hyperlink" Target="Table_16_1.xlsx" TargetMode="External"/><Relationship Id="rId4" Type="http://schemas.openxmlformats.org/officeDocument/2006/relationships/image" Target="../media/image4.gif"/></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5518" y="4211782"/>
            <a:ext cx="7861299" cy="1745673"/>
          </a:xfrm>
        </p:spPr>
        <p:txBody>
          <a:bodyPr>
            <a:normAutofit fontScale="90000"/>
          </a:bodyPr>
          <a:lstStyle/>
          <a:p>
            <a:r>
              <a:rPr lang="en-US" sz="2800" dirty="0"/>
              <a:t>CHAPTER </a:t>
            </a:r>
            <a:r>
              <a:rPr lang="en-US" sz="2800" dirty="0" smtClean="0"/>
              <a:t>16</a:t>
            </a:r>
            <a:br>
              <a:rPr lang="en-US" sz="2800" dirty="0" smtClean="0"/>
            </a:br>
            <a:r>
              <a:rPr lang="en-US" sz="3600" dirty="0"/>
              <a:t/>
            </a:r>
            <a:br>
              <a:rPr lang="en-US" sz="3600" dirty="0"/>
            </a:br>
            <a:r>
              <a:rPr lang="en-US" sz="3600" dirty="0" smtClean="0"/>
              <a:t>First things first: </a:t>
            </a:r>
            <a:br>
              <a:rPr lang="en-US" sz="3600" dirty="0" smtClean="0"/>
            </a:br>
            <a:r>
              <a:rPr lang="en-US" sz="3600" dirty="0" smtClean="0"/>
              <a:t>Setting </a:t>
            </a:r>
            <a:r>
              <a:rPr lang="en-US" sz="3600" dirty="0"/>
              <a:t>requirement </a:t>
            </a:r>
            <a:r>
              <a:rPr lang="en-US" sz="3600" dirty="0" smtClean="0"/>
              <a:t>priorities</a:t>
            </a:r>
            <a:endParaRPr lang="en-US" sz="3600" dirty="0"/>
          </a:p>
        </p:txBody>
      </p:sp>
    </p:spTree>
    <p:extLst>
      <p:ext uri="{BB962C8B-B14F-4D97-AF65-F5344CB8AC3E}">
        <p14:creationId xmlns:p14="http://schemas.microsoft.com/office/powerpoint/2010/main" val="2298292034"/>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15</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905579514"/>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70068268"/>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191491"/>
            <a:ext cx="8612909" cy="4849091"/>
          </a:xfrm>
        </p:spPr>
        <p:txBody>
          <a:bodyPr>
            <a:normAutofit/>
          </a:bodyPr>
          <a:lstStyle/>
          <a:p>
            <a:r>
              <a:rPr lang="en-US" dirty="0" smtClean="0"/>
              <a:t>This </a:t>
            </a:r>
            <a:r>
              <a:rPr lang="en-US" dirty="0"/>
              <a:t>chapter discusses the importance of  prioritizing  </a:t>
            </a:r>
            <a:r>
              <a:rPr lang="en-US" dirty="0" smtClean="0"/>
              <a:t>requirements.</a:t>
            </a:r>
          </a:p>
          <a:p>
            <a:r>
              <a:rPr lang="en-US" dirty="0"/>
              <a:t>D</a:t>
            </a:r>
            <a:r>
              <a:rPr lang="en-US" dirty="0" smtClean="0"/>
              <a:t>escribes </a:t>
            </a:r>
            <a:r>
              <a:rPr lang="en-US" dirty="0"/>
              <a:t>several prioritization techniques, and presents a spreadsheet tool for  prioritization analysis based on value, cost, and risk</a:t>
            </a:r>
            <a:r>
              <a:rPr lang="en-US" dirty="0" smtClean="0"/>
              <a:t>.</a:t>
            </a:r>
          </a:p>
          <a:p>
            <a:r>
              <a:rPr lang="en-US" dirty="0" smtClean="0"/>
              <a:t>After finish this chapter, student should priority list of requirements basing on their projects.</a:t>
            </a:r>
            <a:endParaRPr lang="en-US" dirty="0"/>
          </a:p>
          <a:p>
            <a:endParaRPr lang="en-US" dirty="0"/>
          </a:p>
        </p:txBody>
      </p:sp>
      <p:sp>
        <p:nvSpPr>
          <p:cNvPr id="2" name="Title 1"/>
          <p:cNvSpPr>
            <a:spLocks noGrp="1"/>
          </p:cNvSpPr>
          <p:nvPr>
            <p:ph type="title"/>
          </p:nvPr>
        </p:nvSpPr>
        <p:spPr>
          <a:xfrm>
            <a:off x="2819400" y="27105"/>
            <a:ext cx="6324600" cy="1025840"/>
          </a:xfrm>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spTree>
    <p:extLst>
      <p:ext uri="{BB962C8B-B14F-4D97-AF65-F5344CB8AC3E}">
        <p14:creationId xmlns:p14="http://schemas.microsoft.com/office/powerpoint/2010/main" val="632384779"/>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6364" y="1177636"/>
            <a:ext cx="8548254" cy="5001491"/>
          </a:xfrm>
        </p:spPr>
        <p:txBody>
          <a:bodyPr/>
          <a:lstStyle/>
          <a:p>
            <a:pPr marL="342900" indent="-342900">
              <a:buFont typeface="+mj-lt"/>
              <a:buAutoNum type="arabicPeriod"/>
            </a:pPr>
            <a:r>
              <a:rPr lang="en-US" dirty="0"/>
              <a:t>Why prioritize requirements?</a:t>
            </a:r>
          </a:p>
          <a:p>
            <a:pPr marL="342900" indent="-342900">
              <a:buFont typeface="+mj-lt"/>
              <a:buAutoNum type="arabicPeriod"/>
            </a:pPr>
            <a:r>
              <a:rPr lang="en-US" dirty="0"/>
              <a:t>Some prioritization </a:t>
            </a:r>
            <a:r>
              <a:rPr lang="en-US" dirty="0" smtClean="0"/>
              <a:t>pragmatics </a:t>
            </a:r>
            <a:r>
              <a:rPr lang="en-US" sz="2000" dirty="0" smtClean="0"/>
              <a:t>(</a:t>
            </a:r>
            <a:r>
              <a:rPr lang="en-US" sz="2000" dirty="0" err="1" smtClean="0"/>
              <a:t>thực</a:t>
            </a:r>
            <a:r>
              <a:rPr lang="en-US" sz="2000" dirty="0" smtClean="0"/>
              <a:t> </a:t>
            </a:r>
            <a:r>
              <a:rPr lang="en-US" sz="2000" dirty="0" err="1" smtClean="0"/>
              <a:t>dụng</a:t>
            </a:r>
            <a:r>
              <a:rPr lang="en-US" sz="2000" dirty="0" smtClean="0"/>
              <a:t>)</a:t>
            </a:r>
            <a:r>
              <a:rPr lang="en-US" dirty="0" smtClean="0"/>
              <a:t>.</a:t>
            </a:r>
            <a:endParaRPr lang="en-US" dirty="0"/>
          </a:p>
          <a:p>
            <a:pPr marL="342900" indent="-342900">
              <a:buFont typeface="+mj-lt"/>
              <a:buAutoNum type="arabicPeriod"/>
            </a:pPr>
            <a:r>
              <a:rPr lang="en-US" dirty="0"/>
              <a:t>Games people play with </a:t>
            </a:r>
            <a:r>
              <a:rPr lang="en-US" dirty="0" smtClean="0"/>
              <a:t>priorities.</a:t>
            </a:r>
            <a:endParaRPr lang="en-US" dirty="0"/>
          </a:p>
          <a:p>
            <a:pPr marL="342900" indent="-342900">
              <a:buFont typeface="+mj-lt"/>
              <a:buAutoNum type="arabicPeriod"/>
            </a:pPr>
            <a:r>
              <a:rPr lang="en-US" dirty="0"/>
              <a:t>Some prioritization </a:t>
            </a:r>
            <a:r>
              <a:rPr lang="en-US" dirty="0" smtClean="0"/>
              <a:t>techniques.</a:t>
            </a:r>
            <a:endParaRPr lang="en-US" dirty="0"/>
          </a:p>
          <a:p>
            <a:pPr marL="342900" indent="-342900">
              <a:buFont typeface="+mj-lt"/>
              <a:buAutoNum type="arabicPeriod"/>
            </a:pPr>
            <a:r>
              <a:rPr lang="en-US" dirty="0"/>
              <a:t>Prioritization based on value, cost, and </a:t>
            </a:r>
            <a:r>
              <a:rPr lang="en-US" dirty="0" smtClean="0"/>
              <a:t>risk.</a:t>
            </a:r>
            <a:endParaRPr lang="en-US" dirty="0"/>
          </a:p>
          <a:p>
            <a:pPr marL="342900" indent="-342900">
              <a:buFont typeface="+mj-lt"/>
              <a:buAutoNum type="arabicPeriod"/>
            </a:pPr>
            <a:endParaRPr lang="en-US" dirty="0" smtClean="0"/>
          </a:p>
          <a:p>
            <a:pPr marL="342900" indent="-342900">
              <a:buFont typeface="+mj-lt"/>
              <a:buAutoNum type="arabicPeriod"/>
            </a:pPr>
            <a:endParaRPr lang="en-US" dirty="0" smtClean="0"/>
          </a:p>
          <a:p>
            <a:pPr marL="342900" indent="-342900">
              <a:buFont typeface="+mj-lt"/>
              <a:buAutoNum type="arabicPeriod"/>
            </a:pPr>
            <a:endParaRPr lang="en-US" dirty="0" smtClean="0"/>
          </a:p>
          <a:p>
            <a:pPr marL="342900" indent="-342900">
              <a:buFont typeface="+mj-lt"/>
              <a:buAutoNum type="arabicPeriod"/>
            </a:pPr>
            <a:endParaRPr lang="en-US" dirty="0"/>
          </a:p>
        </p:txBody>
      </p:sp>
      <p:sp>
        <p:nvSpPr>
          <p:cNvPr id="2" name="Title 1"/>
          <p:cNvSpPr>
            <a:spLocks noGrp="1"/>
          </p:cNvSpPr>
          <p:nvPr>
            <p:ph type="title"/>
          </p:nvPr>
        </p:nvSpPr>
        <p:spPr>
          <a:xfrm>
            <a:off x="3853114" y="0"/>
            <a:ext cx="5290886" cy="1032060"/>
          </a:xfrm>
        </p:spPr>
        <p:txBody>
          <a:bodyPr>
            <a:noAutofit/>
          </a:bodyPr>
          <a:lstStyle/>
          <a:p>
            <a:r>
              <a:rPr lang="en-US" dirty="0" smtClean="0"/>
              <a:t/>
            </a:r>
            <a:br>
              <a:rPr lang="en-US" dirty="0" smtClean="0"/>
            </a:br>
            <a:r>
              <a:rPr lang="en-US" dirty="0" smtClean="0"/>
              <a:t>Contents</a:t>
            </a:r>
            <a:br>
              <a:rPr lang="en-US" dirty="0" smtClean="0"/>
            </a:br>
            <a:endParaRPr lang="en-US" dirty="0"/>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spTree>
    <p:extLst>
      <p:ext uri="{BB962C8B-B14F-4D97-AF65-F5344CB8AC3E}">
        <p14:creationId xmlns:p14="http://schemas.microsoft.com/office/powerpoint/2010/main" val="1343654544"/>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dirty="0"/>
              <a:t>Prioritization, also called </a:t>
            </a:r>
            <a:r>
              <a:rPr lang="en-US" i="1" dirty="0">
                <a:solidFill>
                  <a:srgbClr val="003399"/>
                </a:solidFill>
              </a:rPr>
              <a:t>requirements </a:t>
            </a:r>
            <a:r>
              <a:rPr lang="en-US" i="1" dirty="0" smtClean="0">
                <a:solidFill>
                  <a:srgbClr val="003399"/>
                </a:solidFill>
              </a:rPr>
              <a:t>triage </a:t>
            </a:r>
            <a:r>
              <a:rPr lang="en-US" sz="1800" dirty="0" smtClean="0"/>
              <a:t>(</a:t>
            </a:r>
            <a:r>
              <a:rPr lang="en-US" sz="1800" dirty="0" err="1" smtClean="0"/>
              <a:t>chọn</a:t>
            </a:r>
            <a:r>
              <a:rPr lang="en-US" sz="1800" dirty="0" smtClean="0"/>
              <a:t> </a:t>
            </a:r>
            <a:r>
              <a:rPr lang="en-US" sz="1800" dirty="0" err="1" smtClean="0"/>
              <a:t>để</a:t>
            </a:r>
            <a:r>
              <a:rPr lang="en-US" sz="1800" dirty="0" smtClean="0"/>
              <a:t> </a:t>
            </a:r>
            <a:r>
              <a:rPr lang="en-US" sz="1800" dirty="0" err="1" smtClean="0"/>
              <a:t>làm</a:t>
            </a:r>
            <a:r>
              <a:rPr lang="en-US" sz="1800" dirty="0" smtClean="0"/>
              <a:t>)</a:t>
            </a:r>
            <a:r>
              <a:rPr lang="en-US" dirty="0" smtClean="0"/>
              <a:t> </a:t>
            </a:r>
            <a:r>
              <a:rPr lang="en-US" dirty="0"/>
              <a:t>(Davis 2005), helps reveal competing goals, resolve conflicts, plan for staged or incremental deliveries, control scope creep, </a:t>
            </a:r>
            <a:r>
              <a:rPr lang="en-US" dirty="0" smtClean="0"/>
              <a:t>and </a:t>
            </a:r>
            <a:r>
              <a:rPr lang="en-US" dirty="0"/>
              <a:t>make the necessary trade-off </a:t>
            </a:r>
            <a:r>
              <a:rPr lang="en-US" dirty="0" smtClean="0"/>
              <a:t>decisions.</a:t>
            </a:r>
          </a:p>
          <a:p>
            <a:r>
              <a:rPr lang="en-US" dirty="0"/>
              <a:t>When customer expectations are high and timelines are short, you need to make sure the product delivers the most critical or valuable functionality as early as possible. Prioritization is a way to deal with competing demands for limited resources.</a:t>
            </a:r>
            <a:endParaRPr lang="en-US" dirty="0" smtClean="0"/>
          </a:p>
          <a:p>
            <a:r>
              <a:rPr lang="en-US" dirty="0"/>
              <a:t>Prioritization is a critical strategy for agile or other projects that develop products through a series of fixed-schedule </a:t>
            </a:r>
            <a:r>
              <a:rPr lang="en-US" dirty="0" err="1" smtClean="0"/>
              <a:t>timeboxes</a:t>
            </a:r>
            <a:r>
              <a:rPr lang="en-US" dirty="0" smtClean="0"/>
              <a:t>.</a:t>
            </a:r>
          </a:p>
          <a:p>
            <a:r>
              <a:rPr lang="en-US" dirty="0" smtClean="0"/>
              <a:t>Establish </a:t>
            </a:r>
            <a:r>
              <a:rPr lang="en-US" dirty="0"/>
              <a:t>priorities early in the project, when you have more flexibility for achieving a successful project outcome, and revisit them </a:t>
            </a:r>
            <a:r>
              <a:rPr lang="en-US" dirty="0" smtClean="0"/>
              <a:t>periodically.</a:t>
            </a:r>
            <a:endParaRPr lang="en-US" dirty="0"/>
          </a:p>
        </p:txBody>
      </p:sp>
      <p:sp>
        <p:nvSpPr>
          <p:cNvPr id="2" name="Title 1"/>
          <p:cNvSpPr>
            <a:spLocks noGrp="1"/>
          </p:cNvSpPr>
          <p:nvPr>
            <p:ph type="title"/>
          </p:nvPr>
        </p:nvSpPr>
        <p:spPr>
          <a:xfrm>
            <a:off x="2819400" y="27106"/>
            <a:ext cx="6324600" cy="1115894"/>
          </a:xfrm>
        </p:spPr>
        <p:txBody>
          <a:bodyPr>
            <a:normAutofit/>
          </a:bodyPr>
          <a:lstStyle/>
          <a:p>
            <a:r>
              <a:rPr lang="en-US" sz="3200" dirty="0"/>
              <a:t>Why prioritize requirements</a:t>
            </a:r>
            <a:r>
              <a:rPr lang="en-US" sz="3200" dirty="0" smtClean="0"/>
              <a:t>?</a:t>
            </a:r>
            <a:endParaRPr lang="en-US" sz="3200" dirty="0"/>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1137027253"/>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3" y="1136073"/>
            <a:ext cx="8728363" cy="5204402"/>
          </a:xfrm>
        </p:spPr>
        <p:txBody>
          <a:bodyPr>
            <a:normAutofit fontScale="77500" lnSpcReduction="20000"/>
          </a:bodyPr>
          <a:lstStyle/>
          <a:p>
            <a:r>
              <a:rPr lang="en-US" dirty="0"/>
              <a:t>Various stakeholders need to participate in prioritization, representing customers, project sponsors, project management, development, and perhaps other perspectives. </a:t>
            </a:r>
            <a:endParaRPr lang="en-US" dirty="0" smtClean="0"/>
          </a:p>
          <a:p>
            <a:r>
              <a:rPr lang="en-US" dirty="0" smtClean="0"/>
              <a:t>You </a:t>
            </a:r>
            <a:r>
              <a:rPr lang="en-US" dirty="0"/>
              <a:t>really need one ultimate decision maker when stakeholders can’t agree. </a:t>
            </a:r>
            <a:endParaRPr lang="en-US" dirty="0" smtClean="0"/>
          </a:p>
          <a:p>
            <a:r>
              <a:rPr lang="en-US" dirty="0" smtClean="0"/>
              <a:t>A </a:t>
            </a:r>
            <a:r>
              <a:rPr lang="en-US" dirty="0"/>
              <a:t>good starting point is for the prioritization participants to agree upon a set of criteria to use for judging whether one requirement has higher priority than another.</a:t>
            </a:r>
            <a:endParaRPr lang="en-US" sz="2400" dirty="0" smtClean="0"/>
          </a:p>
          <a:p>
            <a:r>
              <a:rPr lang="en-US" dirty="0" smtClean="0"/>
              <a:t>Alan </a:t>
            </a:r>
            <a:r>
              <a:rPr lang="en-US" dirty="0"/>
              <a:t>Davis (2005) indicates that successful prioritization requires an understanding of six issues:</a:t>
            </a:r>
          </a:p>
          <a:p>
            <a:pPr lvl="1"/>
            <a:r>
              <a:rPr lang="en-US" dirty="0" smtClean="0"/>
              <a:t>The </a:t>
            </a:r>
            <a:r>
              <a:rPr lang="en-US" dirty="0"/>
              <a:t>needs of the </a:t>
            </a:r>
            <a:r>
              <a:rPr lang="en-US" dirty="0" smtClean="0"/>
              <a:t>customers</a:t>
            </a:r>
          </a:p>
          <a:p>
            <a:pPr lvl="1"/>
            <a:r>
              <a:rPr lang="en-US" dirty="0" smtClean="0"/>
              <a:t>The </a:t>
            </a:r>
            <a:r>
              <a:rPr lang="en-US" dirty="0"/>
              <a:t>relative importance of requirements to the </a:t>
            </a:r>
            <a:r>
              <a:rPr lang="en-US" dirty="0" smtClean="0"/>
              <a:t>customers</a:t>
            </a:r>
          </a:p>
          <a:p>
            <a:pPr lvl="1"/>
            <a:r>
              <a:rPr lang="en-US" dirty="0" smtClean="0"/>
              <a:t>The </a:t>
            </a:r>
            <a:r>
              <a:rPr lang="en-US" dirty="0"/>
              <a:t>timing at which capabilities need to be delivered </a:t>
            </a:r>
            <a:endParaRPr lang="en-US" dirty="0" smtClean="0"/>
          </a:p>
          <a:p>
            <a:pPr lvl="1"/>
            <a:r>
              <a:rPr lang="en-US" dirty="0" smtClean="0"/>
              <a:t>Requirements </a:t>
            </a:r>
            <a:r>
              <a:rPr lang="en-US" dirty="0"/>
              <a:t>that serve as predecessors for other requirements and other relationships among </a:t>
            </a:r>
            <a:r>
              <a:rPr lang="en-US" dirty="0" smtClean="0"/>
              <a:t>requirements</a:t>
            </a:r>
          </a:p>
          <a:p>
            <a:pPr lvl="1"/>
            <a:r>
              <a:rPr lang="en-US" dirty="0" smtClean="0"/>
              <a:t>Which </a:t>
            </a:r>
            <a:r>
              <a:rPr lang="en-US" dirty="0"/>
              <a:t>requirements must be implemented as a </a:t>
            </a:r>
            <a:r>
              <a:rPr lang="en-US" dirty="0" smtClean="0"/>
              <a:t>group</a:t>
            </a:r>
          </a:p>
          <a:p>
            <a:pPr lvl="1"/>
            <a:r>
              <a:rPr lang="en-US" dirty="0" smtClean="0"/>
              <a:t>The </a:t>
            </a:r>
            <a:r>
              <a:rPr lang="en-US" dirty="0"/>
              <a:t>cost to satisfy each requirement</a:t>
            </a:r>
            <a:endParaRPr lang="en-US" sz="2000" dirty="0"/>
          </a:p>
        </p:txBody>
      </p:sp>
      <p:sp>
        <p:nvSpPr>
          <p:cNvPr id="2" name="Title 1"/>
          <p:cNvSpPr>
            <a:spLocks noGrp="1"/>
          </p:cNvSpPr>
          <p:nvPr>
            <p:ph type="title"/>
          </p:nvPr>
        </p:nvSpPr>
        <p:spPr>
          <a:xfrm>
            <a:off x="2819400" y="27105"/>
            <a:ext cx="6324600" cy="984277"/>
          </a:xfrm>
        </p:spPr>
        <p:txBody>
          <a:bodyPr/>
          <a:lstStyle/>
          <a:p>
            <a:r>
              <a:rPr lang="en-US" sz="3200" dirty="0"/>
              <a:t>Some prioritization pragmatics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1515171999"/>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673" y="1062662"/>
            <a:ext cx="8642927" cy="5293688"/>
          </a:xfrm>
        </p:spPr>
        <p:txBody>
          <a:bodyPr>
            <a:normAutofit fontScale="92500" lnSpcReduction="10000"/>
          </a:bodyPr>
          <a:lstStyle/>
          <a:p>
            <a:r>
              <a:rPr lang="en-US" sz="2400" dirty="0"/>
              <a:t>The </a:t>
            </a:r>
            <a:r>
              <a:rPr lang="en-US" sz="2400" dirty="0" smtClean="0"/>
              <a:t>knee-jerk </a:t>
            </a:r>
            <a:r>
              <a:rPr lang="en-US" sz="1700" dirty="0" smtClean="0"/>
              <a:t>(</a:t>
            </a:r>
            <a:r>
              <a:rPr lang="en-US" sz="1700" dirty="0" err="1" smtClean="0"/>
              <a:t>ko</a:t>
            </a:r>
            <a:r>
              <a:rPr lang="en-US" sz="1700" dirty="0" smtClean="0"/>
              <a:t> </a:t>
            </a:r>
            <a:r>
              <a:rPr lang="en-US" sz="1700" dirty="0" err="1" smtClean="0"/>
              <a:t>suy</a:t>
            </a:r>
            <a:r>
              <a:rPr lang="en-US" sz="1700" dirty="0" smtClean="0"/>
              <a:t> </a:t>
            </a:r>
            <a:r>
              <a:rPr lang="en-US" sz="1700" dirty="0" err="1" smtClean="0"/>
              <a:t>nghĩ</a:t>
            </a:r>
            <a:r>
              <a:rPr lang="en-US" sz="1700" dirty="0" smtClean="0"/>
              <a:t>)</a:t>
            </a:r>
            <a:r>
              <a:rPr lang="en-US" sz="2400" dirty="0" smtClean="0"/>
              <a:t> </a:t>
            </a:r>
            <a:r>
              <a:rPr lang="en-US" sz="2400" dirty="0"/>
              <a:t>response to a request for customers to set priorities sometimes is, “I need all these features. Just make it happen.” They feel that every requirement should be ranked as high priority, and they might not recognize that prioritization will help to ensure the project’s success.</a:t>
            </a:r>
            <a:endParaRPr lang="en-US" sz="2400" dirty="0" smtClean="0"/>
          </a:p>
          <a:p>
            <a:r>
              <a:rPr lang="en-US" sz="2400" dirty="0" smtClean="0"/>
              <a:t>To </a:t>
            </a:r>
            <a:r>
              <a:rPr lang="en-US" sz="2400" dirty="0"/>
              <a:t>encourage customers to acknowledge that some requirements have lower priority, the analyst can ask questions such as the following:</a:t>
            </a:r>
            <a:endParaRPr lang="en-US" sz="2400" dirty="0" smtClean="0"/>
          </a:p>
          <a:p>
            <a:pPr lvl="1">
              <a:spcBef>
                <a:spcPts val="0"/>
              </a:spcBef>
            </a:pPr>
            <a:r>
              <a:rPr lang="en-US" sz="2200" dirty="0" smtClean="0"/>
              <a:t>Is there some other way to satisfy the need that this requirement addresses? </a:t>
            </a:r>
          </a:p>
          <a:p>
            <a:pPr lvl="1">
              <a:spcBef>
                <a:spcPts val="0"/>
              </a:spcBef>
            </a:pPr>
            <a:r>
              <a:rPr lang="en-US" sz="2200" dirty="0" smtClean="0"/>
              <a:t>What </a:t>
            </a:r>
            <a:r>
              <a:rPr lang="en-US" sz="2200" dirty="0"/>
              <a:t>would the consequences be of omitting or deferring this </a:t>
            </a:r>
            <a:r>
              <a:rPr lang="en-US" sz="2200" dirty="0" smtClean="0"/>
              <a:t>requirement?</a:t>
            </a:r>
          </a:p>
          <a:p>
            <a:pPr lvl="1">
              <a:spcBef>
                <a:spcPts val="0"/>
              </a:spcBef>
            </a:pPr>
            <a:r>
              <a:rPr lang="en-US" sz="2200" dirty="0" smtClean="0"/>
              <a:t>What </a:t>
            </a:r>
            <a:r>
              <a:rPr lang="en-US" sz="2200" dirty="0"/>
              <a:t>effect would it have on the project’s business objectives if this requirement weren’t implemented for several </a:t>
            </a:r>
            <a:r>
              <a:rPr lang="en-US" sz="2200" dirty="0" smtClean="0"/>
              <a:t>months?</a:t>
            </a:r>
          </a:p>
          <a:p>
            <a:pPr lvl="1">
              <a:spcBef>
                <a:spcPts val="0"/>
              </a:spcBef>
            </a:pPr>
            <a:r>
              <a:rPr lang="en-US" sz="2200" dirty="0" smtClean="0"/>
              <a:t>Why </a:t>
            </a:r>
            <a:r>
              <a:rPr lang="en-US" sz="2200" dirty="0"/>
              <a:t>might a customer be unhappy if this requirement were deferred to a later release</a:t>
            </a:r>
            <a:r>
              <a:rPr lang="en-US" sz="2200" dirty="0" smtClean="0"/>
              <a:t>?</a:t>
            </a:r>
          </a:p>
          <a:p>
            <a:pPr lvl="1">
              <a:spcBef>
                <a:spcPts val="0"/>
              </a:spcBef>
            </a:pPr>
            <a:r>
              <a:rPr lang="en-US" sz="2200" dirty="0" smtClean="0"/>
              <a:t>Is </a:t>
            </a:r>
            <a:r>
              <a:rPr lang="en-US" sz="2200" dirty="0"/>
              <a:t>having this feature worth delaying release of all of the other features with this same priority?</a:t>
            </a:r>
          </a:p>
          <a:p>
            <a:endParaRPr lang="en-US" sz="2400" dirty="0" smtClean="0"/>
          </a:p>
          <a:p>
            <a:endParaRPr lang="en-US" sz="2400" dirty="0"/>
          </a:p>
        </p:txBody>
      </p:sp>
      <p:sp>
        <p:nvSpPr>
          <p:cNvPr id="2" name="Title 1"/>
          <p:cNvSpPr>
            <a:spLocks noGrp="1"/>
          </p:cNvSpPr>
          <p:nvPr>
            <p:ph type="title"/>
          </p:nvPr>
        </p:nvSpPr>
        <p:spPr>
          <a:xfrm>
            <a:off x="2819400" y="27105"/>
            <a:ext cx="6324600" cy="1035557"/>
          </a:xfrm>
        </p:spPr>
        <p:txBody>
          <a:bodyPr/>
          <a:lstStyle/>
          <a:p>
            <a:r>
              <a:rPr lang="en-US" sz="3200" dirty="0"/>
              <a:t>Games people play with priorities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2069308789"/>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213351"/>
          </a:xfrm>
        </p:spPr>
        <p:txBody>
          <a:bodyPr>
            <a:normAutofit fontScale="85000" lnSpcReduction="20000"/>
          </a:bodyPr>
          <a:lstStyle/>
          <a:p>
            <a:r>
              <a:rPr lang="en-US" dirty="0"/>
              <a:t>Several analytical and mathematical techniques have been proposed to assist with requirements prioritization</a:t>
            </a:r>
            <a:r>
              <a:rPr lang="en-US" dirty="0" smtClean="0"/>
              <a:t>.</a:t>
            </a:r>
          </a:p>
          <a:p>
            <a:r>
              <a:rPr lang="en-US" dirty="0" smtClean="0"/>
              <a:t>Some techniques are:</a:t>
            </a:r>
          </a:p>
          <a:p>
            <a:pPr lvl="1"/>
            <a:r>
              <a:rPr lang="en-US" dirty="0" smtClean="0"/>
              <a:t>In </a:t>
            </a:r>
            <a:r>
              <a:rPr lang="en-US" dirty="0"/>
              <a:t>or </a:t>
            </a:r>
            <a:r>
              <a:rPr lang="en-US" dirty="0" smtClean="0"/>
              <a:t>out:</a:t>
            </a:r>
          </a:p>
          <a:p>
            <a:pPr lvl="2"/>
            <a:r>
              <a:rPr lang="en-US" sz="2100" dirty="0"/>
              <a:t>The simplest of all prioritization methods is to have a group of stakeholders work down a list of requirements and make a binary decision: is it in, or is it out? </a:t>
            </a:r>
            <a:endParaRPr lang="en-US" sz="2100" dirty="0" smtClean="0"/>
          </a:p>
          <a:p>
            <a:pPr lvl="2"/>
            <a:r>
              <a:rPr lang="en-US" sz="2100" dirty="0" smtClean="0"/>
              <a:t>Keep </a:t>
            </a:r>
            <a:r>
              <a:rPr lang="en-US" sz="2100" dirty="0"/>
              <a:t>referring to the project’s business objectives to make this judgment, </a:t>
            </a:r>
            <a:r>
              <a:rPr lang="en-US" sz="2100" dirty="0" smtClean="0"/>
              <a:t>paring </a:t>
            </a:r>
            <a:r>
              <a:rPr lang="en-US" sz="1600" dirty="0" smtClean="0"/>
              <a:t>(</a:t>
            </a:r>
            <a:r>
              <a:rPr lang="en-US" sz="1600" dirty="0" err="1" smtClean="0"/>
              <a:t>cắt</a:t>
            </a:r>
            <a:r>
              <a:rPr lang="en-US" sz="1600" dirty="0" smtClean="0"/>
              <a:t> </a:t>
            </a:r>
            <a:r>
              <a:rPr lang="en-US" sz="1600" dirty="0" err="1" smtClean="0"/>
              <a:t>giảm</a:t>
            </a:r>
            <a:r>
              <a:rPr lang="en-US" sz="1600" dirty="0" smtClean="0"/>
              <a:t>)</a:t>
            </a:r>
            <a:r>
              <a:rPr lang="en-US" sz="2100" dirty="0" smtClean="0"/>
              <a:t> </a:t>
            </a:r>
            <a:r>
              <a:rPr lang="en-US" sz="2100" dirty="0"/>
              <a:t>the list down to the bare minimum </a:t>
            </a:r>
            <a:r>
              <a:rPr lang="en-US" sz="1900" dirty="0" smtClean="0"/>
              <a:t>(</a:t>
            </a:r>
            <a:r>
              <a:rPr lang="en-US" sz="1900" dirty="0" err="1" smtClean="0"/>
              <a:t>tối</a:t>
            </a:r>
            <a:r>
              <a:rPr lang="en-US" sz="1900" dirty="0" smtClean="0"/>
              <a:t> </a:t>
            </a:r>
            <a:r>
              <a:rPr lang="en-US" sz="1900" dirty="0" err="1" smtClean="0"/>
              <a:t>thiểu</a:t>
            </a:r>
            <a:r>
              <a:rPr lang="en-US" sz="1900" dirty="0" smtClean="0"/>
              <a:t>) </a:t>
            </a:r>
            <a:r>
              <a:rPr lang="en-US" sz="2100" dirty="0" smtClean="0"/>
              <a:t>needed </a:t>
            </a:r>
            <a:r>
              <a:rPr lang="en-US" sz="2100" dirty="0"/>
              <a:t>for the first release</a:t>
            </a:r>
            <a:r>
              <a:rPr lang="en-US" sz="2100" dirty="0" smtClean="0"/>
              <a:t>.</a:t>
            </a:r>
          </a:p>
          <a:p>
            <a:pPr lvl="2"/>
            <a:r>
              <a:rPr lang="en-US" sz="2100" dirty="0"/>
              <a:t>Then, when implementation of that release is under </a:t>
            </a:r>
            <a:r>
              <a:rPr lang="en-US" sz="2100" dirty="0" smtClean="0"/>
              <a:t>way </a:t>
            </a:r>
            <a:r>
              <a:rPr lang="en-US" sz="1600" dirty="0" smtClean="0"/>
              <a:t>(</a:t>
            </a:r>
            <a:r>
              <a:rPr lang="en-US" sz="1600" dirty="0" err="1" smtClean="0"/>
              <a:t>được</a:t>
            </a:r>
            <a:r>
              <a:rPr lang="en-US" sz="1600" dirty="0" smtClean="0"/>
              <a:t> </a:t>
            </a:r>
            <a:r>
              <a:rPr lang="en-US" sz="1600" dirty="0" err="1" smtClean="0"/>
              <a:t>thực</a:t>
            </a:r>
            <a:r>
              <a:rPr lang="en-US" sz="1600" dirty="0" smtClean="0"/>
              <a:t> </a:t>
            </a:r>
            <a:r>
              <a:rPr lang="en-US" sz="1600" dirty="0" err="1" smtClean="0"/>
              <a:t>hiện</a:t>
            </a:r>
            <a:r>
              <a:rPr lang="en-US" sz="1600" dirty="0" smtClean="0"/>
              <a:t>)</a:t>
            </a:r>
            <a:r>
              <a:rPr lang="en-US" sz="2100" dirty="0" smtClean="0"/>
              <a:t>, </a:t>
            </a:r>
            <a:r>
              <a:rPr lang="en-US" sz="2100" dirty="0"/>
              <a:t>you can go back to the previously “out” requirements and go through the process again for the next </a:t>
            </a:r>
            <a:r>
              <a:rPr lang="en-US" sz="2100" dirty="0" smtClean="0"/>
              <a:t>release.</a:t>
            </a:r>
          </a:p>
          <a:p>
            <a:pPr lvl="1"/>
            <a:r>
              <a:rPr lang="en-US" dirty="0"/>
              <a:t>Pairwise </a:t>
            </a:r>
            <a:r>
              <a:rPr lang="en-US" dirty="0" smtClean="0"/>
              <a:t>comparison </a:t>
            </a:r>
            <a:r>
              <a:rPr lang="en-US" sz="1700" dirty="0" smtClean="0"/>
              <a:t>(so </a:t>
            </a:r>
            <a:r>
              <a:rPr lang="en-US" sz="1700" dirty="0" err="1" smtClean="0"/>
              <a:t>sánh</a:t>
            </a:r>
            <a:r>
              <a:rPr lang="en-US" sz="1700" dirty="0" smtClean="0"/>
              <a:t> </a:t>
            </a:r>
            <a:r>
              <a:rPr lang="en-US" sz="1700" dirty="0" err="1" smtClean="0"/>
              <a:t>cặp</a:t>
            </a:r>
            <a:r>
              <a:rPr lang="en-US" sz="1700" dirty="0" smtClean="0"/>
              <a:t>)</a:t>
            </a:r>
            <a:r>
              <a:rPr lang="en-US" dirty="0" smtClean="0"/>
              <a:t> </a:t>
            </a:r>
            <a:r>
              <a:rPr lang="en-US" dirty="0"/>
              <a:t>and rank </a:t>
            </a:r>
            <a:r>
              <a:rPr lang="en-US" dirty="0" smtClean="0"/>
              <a:t>ordering:</a:t>
            </a:r>
          </a:p>
          <a:p>
            <a:pPr lvl="2"/>
            <a:r>
              <a:rPr lang="en-US" sz="2100" dirty="0"/>
              <a:t>Rank ordering a list of requirements involves making pairwise comparisons between all of them so you can judge which member of each pair has higher priority</a:t>
            </a:r>
            <a:r>
              <a:rPr lang="en-US" sz="2100" dirty="0" smtClean="0"/>
              <a:t>.</a:t>
            </a:r>
          </a:p>
          <a:p>
            <a:pPr lvl="2"/>
            <a:r>
              <a:rPr lang="en-US" sz="2100" dirty="0"/>
              <a:t>Performing such comparisons becomes </a:t>
            </a:r>
            <a:r>
              <a:rPr lang="en-US" sz="2100" dirty="0" smtClean="0"/>
              <a:t>unwieldy </a:t>
            </a:r>
            <a:r>
              <a:rPr lang="en-US" sz="1900" dirty="0" smtClean="0"/>
              <a:t>(</a:t>
            </a:r>
            <a:r>
              <a:rPr lang="en-US" sz="1900" dirty="0" err="1" smtClean="0"/>
              <a:t>khó</a:t>
            </a:r>
            <a:r>
              <a:rPr lang="en-US" sz="1900" dirty="0" smtClean="0"/>
              <a:t> </a:t>
            </a:r>
            <a:r>
              <a:rPr lang="en-US" sz="1900" dirty="0" err="1" smtClean="0"/>
              <a:t>sử</a:t>
            </a:r>
            <a:r>
              <a:rPr lang="en-US" sz="1900" dirty="0" smtClean="0"/>
              <a:t> </a:t>
            </a:r>
            <a:r>
              <a:rPr lang="en-US" sz="1900" dirty="0" err="1" smtClean="0"/>
              <a:t>dụng</a:t>
            </a:r>
            <a:r>
              <a:rPr lang="en-US" sz="1900" dirty="0" smtClean="0"/>
              <a:t>)</a:t>
            </a:r>
            <a:r>
              <a:rPr lang="en-US" sz="2100" dirty="0" smtClean="0"/>
              <a:t> </a:t>
            </a:r>
            <a:r>
              <a:rPr lang="en-US" sz="2100" dirty="0"/>
              <a:t>for more than a couple of dozen requirements.</a:t>
            </a:r>
            <a:endParaRPr lang="en-US" sz="2100" dirty="0" smtClean="0"/>
          </a:p>
        </p:txBody>
      </p:sp>
      <p:sp>
        <p:nvSpPr>
          <p:cNvPr id="2" name="Title 1"/>
          <p:cNvSpPr>
            <a:spLocks noGrp="1"/>
          </p:cNvSpPr>
          <p:nvPr>
            <p:ph type="title"/>
          </p:nvPr>
        </p:nvSpPr>
        <p:spPr>
          <a:xfrm>
            <a:off x="2819400" y="27105"/>
            <a:ext cx="6324600" cy="947620"/>
          </a:xfrm>
        </p:spPr>
        <p:txBody>
          <a:bodyPr/>
          <a:lstStyle/>
          <a:p>
            <a:r>
              <a:rPr lang="en-US" sz="3200" dirty="0"/>
              <a:t>Some prioritization techniques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3696367583"/>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2902528"/>
          </a:xfrm>
        </p:spPr>
        <p:txBody>
          <a:bodyPr>
            <a:normAutofit fontScale="92500" lnSpcReduction="20000"/>
          </a:bodyPr>
          <a:lstStyle/>
          <a:p>
            <a:r>
              <a:rPr lang="en-US" dirty="0" smtClean="0"/>
              <a:t>Some techniques are:</a:t>
            </a:r>
          </a:p>
          <a:p>
            <a:pPr lvl="1"/>
            <a:r>
              <a:rPr lang="en-US" dirty="0" smtClean="0"/>
              <a:t>Three-level scale: </a:t>
            </a:r>
            <a:r>
              <a:rPr lang="en-US" dirty="0"/>
              <a:t>A common prioritization approach groups requirements into three </a:t>
            </a:r>
            <a:r>
              <a:rPr lang="en-US" dirty="0" smtClean="0"/>
              <a:t>categories: High – Medium – Low</a:t>
            </a:r>
            <a:endParaRPr lang="en-US" dirty="0"/>
          </a:p>
          <a:p>
            <a:pPr lvl="2"/>
            <a:r>
              <a:rPr lang="en-US" i="1" dirty="0" smtClean="0">
                <a:solidFill>
                  <a:srgbClr val="003399"/>
                </a:solidFill>
              </a:rPr>
              <a:t>High-priority</a:t>
            </a:r>
            <a:r>
              <a:rPr lang="en-US" i="1" dirty="0" smtClean="0"/>
              <a:t> </a:t>
            </a:r>
            <a:r>
              <a:rPr lang="en-US" dirty="0"/>
              <a:t>requirements are both important (customers need the capability) and urgent (customers need it in the next release</a:t>
            </a:r>
            <a:r>
              <a:rPr lang="en-US" dirty="0" smtClean="0"/>
              <a:t>).</a:t>
            </a:r>
          </a:p>
          <a:p>
            <a:pPr lvl="2"/>
            <a:r>
              <a:rPr lang="en-US" i="1" dirty="0" smtClean="0">
                <a:solidFill>
                  <a:srgbClr val="003399"/>
                </a:solidFill>
              </a:rPr>
              <a:t>Medium-priority</a:t>
            </a:r>
            <a:r>
              <a:rPr lang="en-US" i="1" dirty="0" smtClean="0"/>
              <a:t> </a:t>
            </a:r>
            <a:r>
              <a:rPr lang="en-US" dirty="0"/>
              <a:t>requirements are important (customers need the capability) but not urgent (they can wait for a later release</a:t>
            </a:r>
            <a:r>
              <a:rPr lang="en-US" dirty="0" smtClean="0"/>
              <a:t>).</a:t>
            </a:r>
          </a:p>
          <a:p>
            <a:pPr lvl="2"/>
            <a:r>
              <a:rPr lang="en-US" i="1" dirty="0" smtClean="0">
                <a:solidFill>
                  <a:srgbClr val="003399"/>
                </a:solidFill>
              </a:rPr>
              <a:t>Low-priority</a:t>
            </a:r>
            <a:r>
              <a:rPr lang="en-US" i="1" dirty="0" smtClean="0"/>
              <a:t> </a:t>
            </a:r>
            <a:r>
              <a:rPr lang="en-US" dirty="0"/>
              <a:t>requirements are neither important (customers can live without the capability if necessary) nor urgent (customers can wait, perhaps forever).</a:t>
            </a:r>
          </a:p>
          <a:p>
            <a:pPr lvl="1"/>
            <a:endParaRPr lang="en-US" dirty="0"/>
          </a:p>
          <a:p>
            <a:pPr lvl="1"/>
            <a:endParaRPr lang="en-US" dirty="0" smtClean="0"/>
          </a:p>
        </p:txBody>
      </p:sp>
      <p:sp>
        <p:nvSpPr>
          <p:cNvPr id="2" name="Title 1"/>
          <p:cNvSpPr>
            <a:spLocks noGrp="1"/>
          </p:cNvSpPr>
          <p:nvPr>
            <p:ph type="title"/>
          </p:nvPr>
        </p:nvSpPr>
        <p:spPr>
          <a:xfrm>
            <a:off x="2819400" y="27105"/>
            <a:ext cx="6324600" cy="947620"/>
          </a:xfrm>
        </p:spPr>
        <p:txBody>
          <a:bodyPr/>
          <a:lstStyle/>
          <a:p>
            <a:r>
              <a:rPr lang="en-US" sz="3200" dirty="0"/>
              <a:t>Some prioritization techniques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pic>
        <p:nvPicPr>
          <p:cNvPr id="6" name="Picture 5"/>
          <p:cNvPicPr>
            <a:picLocks noChangeAspect="1"/>
          </p:cNvPicPr>
          <p:nvPr/>
        </p:nvPicPr>
        <p:blipFill>
          <a:blip r:embed="rId2"/>
          <a:stretch>
            <a:fillRect/>
          </a:stretch>
        </p:blipFill>
        <p:spPr>
          <a:xfrm>
            <a:off x="457200" y="4082773"/>
            <a:ext cx="4471250" cy="2275103"/>
          </a:xfrm>
          <a:prstGeom prst="rect">
            <a:avLst/>
          </a:prstGeom>
        </p:spPr>
      </p:pic>
      <p:sp>
        <p:nvSpPr>
          <p:cNvPr id="7" name="Content Placeholder 2"/>
          <p:cNvSpPr txBox="1">
            <a:spLocks/>
          </p:cNvSpPr>
          <p:nvPr/>
        </p:nvSpPr>
        <p:spPr bwMode="auto">
          <a:xfrm>
            <a:off x="5527964" y="4045526"/>
            <a:ext cx="3387436" cy="22577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i="1" dirty="0" smtClean="0"/>
              <a:t>Requirements </a:t>
            </a:r>
            <a:r>
              <a:rPr lang="en-US" i="1" dirty="0"/>
              <a:t>in the fourth quadrant appear to be urgent to some stakeholder, perhaps for political reasons, but they really aren’t important to achieving the business objectives. Don’t waste your time working on these, because they don’t add sufficient value to the product. </a:t>
            </a:r>
          </a:p>
          <a:p>
            <a:pPr marL="0" indent="0">
              <a:buNone/>
            </a:pPr>
            <a:endParaRPr lang="en-US" i="1" dirty="0" smtClean="0"/>
          </a:p>
        </p:txBody>
      </p:sp>
      <p:sp>
        <p:nvSpPr>
          <p:cNvPr id="8" name="Right Arrow 7"/>
          <p:cNvSpPr/>
          <p:nvPr/>
        </p:nvSpPr>
        <p:spPr>
          <a:xfrm>
            <a:off x="4710545" y="4724400"/>
            <a:ext cx="775855" cy="180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2841104"/>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810492"/>
          </a:xfrm>
        </p:spPr>
        <p:txBody>
          <a:bodyPr>
            <a:normAutofit fontScale="92500" lnSpcReduction="20000"/>
          </a:bodyPr>
          <a:lstStyle/>
          <a:p>
            <a:r>
              <a:rPr lang="en-US" dirty="0" smtClean="0"/>
              <a:t>Some techniques are:</a:t>
            </a:r>
          </a:p>
          <a:p>
            <a:pPr lvl="1"/>
            <a:r>
              <a:rPr lang="en-US" dirty="0" smtClean="0"/>
              <a:t>Three-level scale: The way to use this technique</a:t>
            </a:r>
          </a:p>
        </p:txBody>
      </p:sp>
      <p:sp>
        <p:nvSpPr>
          <p:cNvPr id="2" name="Title 1"/>
          <p:cNvSpPr>
            <a:spLocks noGrp="1"/>
          </p:cNvSpPr>
          <p:nvPr>
            <p:ph type="title"/>
          </p:nvPr>
        </p:nvSpPr>
        <p:spPr>
          <a:xfrm>
            <a:off x="2819400" y="27105"/>
            <a:ext cx="6324600" cy="947620"/>
          </a:xfrm>
        </p:spPr>
        <p:txBody>
          <a:bodyPr/>
          <a:lstStyle/>
          <a:p>
            <a:r>
              <a:rPr lang="en-US" sz="3200" dirty="0"/>
              <a:t>Some prioritization techniques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pic>
        <p:nvPicPr>
          <p:cNvPr id="6" name="Picture 5"/>
          <p:cNvPicPr>
            <a:picLocks noChangeAspect="1"/>
          </p:cNvPicPr>
          <p:nvPr/>
        </p:nvPicPr>
        <p:blipFill>
          <a:blip r:embed="rId2"/>
          <a:stretch>
            <a:fillRect/>
          </a:stretch>
        </p:blipFill>
        <p:spPr>
          <a:xfrm>
            <a:off x="2649413" y="1953492"/>
            <a:ext cx="6369892" cy="4316429"/>
          </a:xfrm>
          <a:prstGeom prst="rect">
            <a:avLst/>
          </a:prstGeom>
        </p:spPr>
      </p:pic>
    </p:spTree>
    <p:extLst>
      <p:ext uri="{BB962C8B-B14F-4D97-AF65-F5344CB8AC3E}">
        <p14:creationId xmlns:p14="http://schemas.microsoft.com/office/powerpoint/2010/main" val="3688489764"/>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20000"/>
          </a:bodyPr>
          <a:lstStyle/>
          <a:p>
            <a:r>
              <a:rPr lang="en-US" dirty="0" smtClean="0"/>
              <a:t>Some techniques are:</a:t>
            </a:r>
          </a:p>
          <a:p>
            <a:pPr lvl="1"/>
            <a:r>
              <a:rPr lang="en-US" dirty="0" err="1" smtClean="0"/>
              <a:t>MoSCoW</a:t>
            </a:r>
            <a:r>
              <a:rPr lang="en-US" dirty="0" smtClean="0"/>
              <a:t>: </a:t>
            </a:r>
            <a:r>
              <a:rPr lang="en-US" dirty="0" smtClean="0">
                <a:solidFill>
                  <a:srgbClr val="FF0000"/>
                </a:solidFill>
              </a:rPr>
              <a:t>M</a:t>
            </a:r>
            <a:r>
              <a:rPr lang="en-US" dirty="0" smtClean="0"/>
              <a:t>ust – </a:t>
            </a:r>
            <a:r>
              <a:rPr lang="en-US" dirty="0" smtClean="0">
                <a:solidFill>
                  <a:srgbClr val="FF0000"/>
                </a:solidFill>
              </a:rPr>
              <a:t>S</a:t>
            </a:r>
            <a:r>
              <a:rPr lang="en-US" dirty="0" smtClean="0"/>
              <a:t>hould – </a:t>
            </a:r>
            <a:r>
              <a:rPr lang="en-US" dirty="0" smtClean="0">
                <a:solidFill>
                  <a:srgbClr val="FF0000"/>
                </a:solidFill>
              </a:rPr>
              <a:t>C</a:t>
            </a:r>
            <a:r>
              <a:rPr lang="en-US" dirty="0" smtClean="0"/>
              <a:t>ould – </a:t>
            </a:r>
            <a:r>
              <a:rPr lang="en-US" dirty="0" smtClean="0">
                <a:solidFill>
                  <a:srgbClr val="FF0000"/>
                </a:solidFill>
              </a:rPr>
              <a:t>W</a:t>
            </a:r>
            <a:r>
              <a:rPr lang="en-US" dirty="0" smtClean="0"/>
              <a:t>on’t</a:t>
            </a:r>
          </a:p>
          <a:p>
            <a:pPr lvl="2"/>
            <a:r>
              <a:rPr lang="en-US" b="1" dirty="0" smtClean="0">
                <a:solidFill>
                  <a:srgbClr val="003399"/>
                </a:solidFill>
              </a:rPr>
              <a:t>M</a:t>
            </a:r>
            <a:r>
              <a:rPr lang="en-US" dirty="0" smtClean="0"/>
              <a:t>ust</a:t>
            </a:r>
            <a:r>
              <a:rPr lang="en-US" dirty="0"/>
              <a:t>: The requirement must be satisfied for the solution to be considered a </a:t>
            </a:r>
            <a:r>
              <a:rPr lang="en-US" dirty="0" smtClean="0"/>
              <a:t>success.</a:t>
            </a:r>
          </a:p>
          <a:p>
            <a:pPr lvl="2"/>
            <a:r>
              <a:rPr lang="en-US" b="1" dirty="0" smtClean="0">
                <a:solidFill>
                  <a:srgbClr val="003399"/>
                </a:solidFill>
              </a:rPr>
              <a:t>S</a:t>
            </a:r>
            <a:r>
              <a:rPr lang="en-US" dirty="0" smtClean="0"/>
              <a:t>hould</a:t>
            </a:r>
            <a:r>
              <a:rPr lang="en-US" dirty="0"/>
              <a:t>: The requirement is important and should be included in the solution if possible, but it’s not mandatory to </a:t>
            </a:r>
            <a:r>
              <a:rPr lang="en-US" dirty="0" smtClean="0"/>
              <a:t>success.</a:t>
            </a:r>
          </a:p>
          <a:p>
            <a:pPr lvl="2"/>
            <a:r>
              <a:rPr lang="en-US" b="1" dirty="0" smtClean="0">
                <a:solidFill>
                  <a:srgbClr val="003399"/>
                </a:solidFill>
              </a:rPr>
              <a:t>C</a:t>
            </a:r>
            <a:r>
              <a:rPr lang="en-US" dirty="0" smtClean="0"/>
              <a:t>ould</a:t>
            </a:r>
            <a:r>
              <a:rPr lang="en-US" dirty="0"/>
              <a:t>: It’s a desirable capability, but one that could be deferred or eliminated. Implement it only if time and resources </a:t>
            </a:r>
            <a:r>
              <a:rPr lang="en-US" dirty="0" smtClean="0"/>
              <a:t>permit.</a:t>
            </a:r>
          </a:p>
          <a:p>
            <a:pPr lvl="2"/>
            <a:r>
              <a:rPr lang="en-US" b="1" dirty="0" smtClean="0">
                <a:solidFill>
                  <a:srgbClr val="003399"/>
                </a:solidFill>
              </a:rPr>
              <a:t>W</a:t>
            </a:r>
            <a:r>
              <a:rPr lang="en-US" dirty="0" smtClean="0"/>
              <a:t>on’t</a:t>
            </a:r>
            <a:r>
              <a:rPr lang="en-US" dirty="0"/>
              <a:t>: This indicates a requirement that will not be implemented at this time but could be included in a future release</a:t>
            </a:r>
            <a:r>
              <a:rPr lang="en-US" dirty="0" smtClean="0"/>
              <a:t>.</a:t>
            </a:r>
          </a:p>
          <a:p>
            <a:pPr lvl="1"/>
            <a:r>
              <a:rPr lang="en-US" dirty="0"/>
              <a:t>$</a:t>
            </a:r>
            <a:r>
              <a:rPr lang="en-US" dirty="0" smtClean="0"/>
              <a:t>100: </a:t>
            </a:r>
            <a:r>
              <a:rPr lang="en-US" dirty="0"/>
              <a:t>One way to make prioritization more tangible is to cast </a:t>
            </a:r>
            <a:r>
              <a:rPr lang="en-US" dirty="0" smtClean="0"/>
              <a:t>it</a:t>
            </a:r>
            <a:r>
              <a:rPr lang="en-US" sz="1700" dirty="0" smtClean="0"/>
              <a:t> (</a:t>
            </a:r>
            <a:r>
              <a:rPr lang="en-US" sz="1700" dirty="0" err="1" smtClean="0"/>
              <a:t>sử</a:t>
            </a:r>
            <a:r>
              <a:rPr lang="en-US" sz="1700" dirty="0" smtClean="0"/>
              <a:t> dung)</a:t>
            </a:r>
            <a:r>
              <a:rPr lang="en-US" dirty="0" smtClean="0"/>
              <a:t> </a:t>
            </a:r>
            <a:r>
              <a:rPr lang="en-US" dirty="0"/>
              <a:t>in terms of an actual resource: </a:t>
            </a:r>
            <a:r>
              <a:rPr lang="en-US" dirty="0" smtClean="0"/>
              <a:t>money.</a:t>
            </a:r>
          </a:p>
          <a:p>
            <a:pPr lvl="2"/>
            <a:r>
              <a:rPr lang="en-US" dirty="0"/>
              <a:t>Give the prioritization team 100 imaginary dollars to work </a:t>
            </a:r>
            <a:r>
              <a:rPr lang="en-US" dirty="0" smtClean="0"/>
              <a:t>with.</a:t>
            </a:r>
          </a:p>
          <a:p>
            <a:pPr lvl="2"/>
            <a:r>
              <a:rPr lang="en-US" dirty="0"/>
              <a:t>Team members allocate these dollars to “buy” items that they would like to have implemented from the complete set of candidate requirements</a:t>
            </a:r>
            <a:r>
              <a:rPr lang="en-US" dirty="0" smtClean="0"/>
              <a:t>.</a:t>
            </a:r>
          </a:p>
          <a:p>
            <a:pPr lvl="2"/>
            <a:r>
              <a:rPr lang="en-US" dirty="0"/>
              <a:t>T</a:t>
            </a:r>
            <a:r>
              <a:rPr lang="en-US" dirty="0" smtClean="0"/>
              <a:t>hen </a:t>
            </a:r>
            <a:r>
              <a:rPr lang="en-US" dirty="0"/>
              <a:t>add up the total number of dollars assigned to each requirement to see which ones collectively come out as having the highest priority.</a:t>
            </a:r>
            <a:endParaRPr lang="en-US" dirty="0" smtClean="0"/>
          </a:p>
          <a:p>
            <a:endParaRPr lang="en-US" dirty="0"/>
          </a:p>
        </p:txBody>
      </p:sp>
      <p:sp>
        <p:nvSpPr>
          <p:cNvPr id="2" name="Title 1"/>
          <p:cNvSpPr>
            <a:spLocks noGrp="1"/>
          </p:cNvSpPr>
          <p:nvPr>
            <p:ph type="title"/>
          </p:nvPr>
        </p:nvSpPr>
        <p:spPr>
          <a:xfrm>
            <a:off x="2819400" y="27105"/>
            <a:ext cx="6324600" cy="947620"/>
          </a:xfrm>
        </p:spPr>
        <p:txBody>
          <a:bodyPr/>
          <a:lstStyle/>
          <a:p>
            <a:r>
              <a:rPr lang="en-US" sz="3200" dirty="0"/>
              <a:t>Some prioritization techniques</a:t>
            </a:r>
          </a:p>
        </p:txBody>
      </p:sp>
      <p:sp>
        <p:nvSpPr>
          <p:cNvPr id="4" name="Footer Placeholder 3"/>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1138389837"/>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830" y="1"/>
            <a:ext cx="6735169" cy="1039090"/>
          </a:xfrm>
        </p:spPr>
        <p:txBody>
          <a:bodyPr>
            <a:noAutofit/>
          </a:bodyPr>
          <a:lstStyle/>
          <a:p>
            <a:r>
              <a:rPr lang="en-US" sz="3200" dirty="0"/>
              <a:t>Prioritization based on value, cost</a:t>
            </a:r>
            <a:r>
              <a:rPr lang="en-US" sz="3200" dirty="0" smtClean="0"/>
              <a:t>,</a:t>
            </a:r>
            <a:br>
              <a:rPr lang="en-US" sz="3200" dirty="0" smtClean="0"/>
            </a:br>
            <a:r>
              <a:rPr lang="en-US" sz="3200" dirty="0" smtClean="0"/>
              <a:t> </a:t>
            </a:r>
            <a:r>
              <a:rPr lang="en-US" sz="3200" dirty="0"/>
              <a:t>and </a:t>
            </a:r>
            <a:r>
              <a:rPr lang="en-US" sz="3200" dirty="0" smtClean="0"/>
              <a:t>risk</a:t>
            </a:r>
            <a:endParaRPr lang="en-US" sz="3200" dirty="0"/>
          </a:p>
        </p:txBody>
      </p:sp>
      <p:pic>
        <p:nvPicPr>
          <p:cNvPr id="4" name="Picture 3"/>
          <p:cNvPicPr>
            <a:picLocks noChangeAspect="1"/>
          </p:cNvPicPr>
          <p:nvPr/>
        </p:nvPicPr>
        <p:blipFill>
          <a:blip r:embed="rId2"/>
          <a:stretch>
            <a:fillRect/>
          </a:stretch>
        </p:blipFill>
        <p:spPr>
          <a:xfrm>
            <a:off x="706582" y="1099141"/>
            <a:ext cx="7536873" cy="5165409"/>
          </a:xfrm>
          <a:prstGeom prst="rect">
            <a:avLst/>
          </a:prstGeom>
        </p:spPr>
      </p:pic>
      <p:sp>
        <p:nvSpPr>
          <p:cNvPr id="3" name="Footer Placeholder 2"/>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3428217026"/>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830" y="1"/>
            <a:ext cx="6735169" cy="1039090"/>
          </a:xfrm>
        </p:spPr>
        <p:txBody>
          <a:bodyPr>
            <a:noAutofit/>
          </a:bodyPr>
          <a:lstStyle/>
          <a:p>
            <a:r>
              <a:rPr lang="en-US" sz="3200" dirty="0"/>
              <a:t>Prioritization based on value, cost</a:t>
            </a:r>
            <a:r>
              <a:rPr lang="en-US" sz="3200" dirty="0" smtClean="0"/>
              <a:t>,</a:t>
            </a:r>
            <a:br>
              <a:rPr lang="en-US" sz="3200" dirty="0" smtClean="0"/>
            </a:br>
            <a:r>
              <a:rPr lang="en-US" sz="3200" dirty="0" smtClean="0"/>
              <a:t> </a:t>
            </a:r>
            <a:r>
              <a:rPr lang="en-US" sz="3200" dirty="0"/>
              <a:t>and </a:t>
            </a:r>
            <a:r>
              <a:rPr lang="en-US" sz="3200" dirty="0" smtClean="0"/>
              <a:t>risk</a:t>
            </a:r>
            <a:endParaRPr lang="en-US" sz="3200" dirty="0"/>
          </a:p>
        </p:txBody>
      </p:sp>
      <p:sp>
        <p:nvSpPr>
          <p:cNvPr id="3" name="Footer Placeholder 2"/>
          <p:cNvSpPr>
            <a:spLocks noGrp="1"/>
          </p:cNvSpPr>
          <p:nvPr>
            <p:ph type="ftr" sz="quarter" idx="10"/>
          </p:nvPr>
        </p:nvSpPr>
        <p:spPr/>
        <p:txBody>
          <a:bodyPr/>
          <a:lstStyle/>
          <a:p>
            <a:pPr>
              <a:defRPr/>
            </a:pPr>
            <a:r>
              <a:rPr lang="en-US" smtClean="0"/>
              <a:t>Chapter 16: Setting requirement priorities</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
        <p:nvSpPr>
          <p:cNvPr id="6" name="Content Placeholder 2"/>
          <p:cNvSpPr>
            <a:spLocks noGrp="1"/>
          </p:cNvSpPr>
          <p:nvPr>
            <p:ph idx="1"/>
          </p:nvPr>
        </p:nvSpPr>
        <p:spPr>
          <a:xfrm>
            <a:off x="110836" y="1142999"/>
            <a:ext cx="3823855" cy="5197475"/>
          </a:xfrm>
        </p:spPr>
        <p:txBody>
          <a:bodyPr>
            <a:normAutofit fontScale="62500" lnSpcReduction="20000"/>
          </a:bodyPr>
          <a:lstStyle/>
          <a:p>
            <a:pPr marL="514350" indent="-514350">
              <a:buAutoNum type="arabicPeriod"/>
            </a:pPr>
            <a:r>
              <a:rPr lang="en-US" dirty="0" smtClean="0"/>
              <a:t>List </a:t>
            </a:r>
            <a:r>
              <a:rPr lang="en-US" dirty="0"/>
              <a:t>in the spreadsheet all the features, use cases, use case flows, user stories, or functional requirements that you want to prioritize against each </a:t>
            </a:r>
            <a:r>
              <a:rPr lang="en-US" dirty="0" smtClean="0"/>
              <a:t>other.</a:t>
            </a:r>
          </a:p>
          <a:p>
            <a:pPr marL="514350" indent="-514350">
              <a:buAutoNum type="arabicPeriod"/>
            </a:pPr>
            <a:r>
              <a:rPr lang="en-US" dirty="0" smtClean="0"/>
              <a:t>The </a:t>
            </a:r>
            <a:r>
              <a:rPr lang="en-US" dirty="0"/>
              <a:t>customer representatives estimate the relative benefit each feature would provide to the customer or to the business on a scale of </a:t>
            </a:r>
            <a:r>
              <a:rPr lang="en-US" dirty="0">
                <a:solidFill>
                  <a:srgbClr val="FF0000"/>
                </a:solidFill>
              </a:rPr>
              <a:t>1 to </a:t>
            </a:r>
            <a:r>
              <a:rPr lang="en-US" dirty="0" smtClean="0">
                <a:solidFill>
                  <a:srgbClr val="FF0000"/>
                </a:solidFill>
              </a:rPr>
              <a:t>9</a:t>
            </a:r>
            <a:r>
              <a:rPr lang="en-US" dirty="0" smtClean="0"/>
              <a:t>.</a:t>
            </a:r>
          </a:p>
          <a:p>
            <a:pPr marL="514350" indent="-514350">
              <a:buAutoNum type="arabicPeriod"/>
            </a:pPr>
            <a:r>
              <a:rPr lang="en-US" dirty="0" smtClean="0"/>
              <a:t>Estimate </a:t>
            </a:r>
            <a:r>
              <a:rPr lang="en-US" dirty="0"/>
              <a:t>the relative penalty that the customer or the business would suffer if each feature were </a:t>
            </a:r>
            <a:r>
              <a:rPr lang="en-US" i="1" dirty="0">
                <a:solidFill>
                  <a:srgbClr val="FF0000"/>
                </a:solidFill>
              </a:rPr>
              <a:t>not</a:t>
            </a:r>
            <a:r>
              <a:rPr lang="en-US" i="1" dirty="0"/>
              <a:t> </a:t>
            </a:r>
            <a:r>
              <a:rPr lang="en-US" dirty="0"/>
              <a:t>included. Again, use a scale of </a:t>
            </a:r>
            <a:r>
              <a:rPr lang="en-US" dirty="0">
                <a:solidFill>
                  <a:srgbClr val="FF0000"/>
                </a:solidFill>
              </a:rPr>
              <a:t>1 to 9</a:t>
            </a:r>
            <a:r>
              <a:rPr lang="en-US" dirty="0"/>
              <a:t>. A rating of </a:t>
            </a:r>
            <a:r>
              <a:rPr lang="en-US" dirty="0">
                <a:solidFill>
                  <a:srgbClr val="FF0000"/>
                </a:solidFill>
              </a:rPr>
              <a:t>1 </a:t>
            </a:r>
            <a:r>
              <a:rPr lang="en-US" dirty="0"/>
              <a:t>means that no one will be upset if it’s absent; </a:t>
            </a:r>
            <a:r>
              <a:rPr lang="en-US" dirty="0">
                <a:solidFill>
                  <a:srgbClr val="FF0000"/>
                </a:solidFill>
              </a:rPr>
              <a:t>9</a:t>
            </a:r>
            <a:r>
              <a:rPr lang="en-US" dirty="0"/>
              <a:t> indicates a serious downside. </a:t>
            </a:r>
          </a:p>
          <a:p>
            <a:pPr marL="514350" indent="-514350">
              <a:buAutoNum type="arabicPeriod"/>
            </a:pPr>
            <a:r>
              <a:rPr lang="en-US" dirty="0" smtClean="0"/>
              <a:t>The </a:t>
            </a:r>
            <a:r>
              <a:rPr lang="en-US" dirty="0"/>
              <a:t>spreadsheet calculates the total value for each feature as the sum of its benefit and penalty scores (weighted as described later in the chapter). </a:t>
            </a:r>
          </a:p>
          <a:p>
            <a:pPr marL="514350" indent="-514350">
              <a:buAutoNum type="arabicPeriod"/>
            </a:pPr>
            <a:endParaRPr lang="en-US" dirty="0" smtClean="0"/>
          </a:p>
        </p:txBody>
      </p:sp>
      <p:sp>
        <p:nvSpPr>
          <p:cNvPr id="7" name="Content Placeholder 2"/>
          <p:cNvSpPr txBox="1">
            <a:spLocks/>
          </p:cNvSpPr>
          <p:nvPr/>
        </p:nvSpPr>
        <p:spPr bwMode="auto">
          <a:xfrm>
            <a:off x="4958026" y="1098983"/>
            <a:ext cx="3922738" cy="5197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just" rtl="0" eaLnBrk="0" fontAlgn="base" hangingPunct="0">
              <a:spcBef>
                <a:spcPct val="20000"/>
              </a:spcBef>
              <a:spcAft>
                <a:spcPct val="0"/>
              </a:spcAft>
              <a:buFontTx/>
              <a:buBlip>
                <a:blip r:embed="rId2"/>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3"/>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4"/>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mj-lt"/>
              <a:buAutoNum type="arabicPeriod" startAt="5"/>
            </a:pPr>
            <a:r>
              <a:rPr lang="en-US" dirty="0" smtClean="0"/>
              <a:t>Developers </a:t>
            </a:r>
            <a:r>
              <a:rPr lang="en-US" dirty="0"/>
              <a:t>estimate the relative cost of implementing each feature, again on a scale of </a:t>
            </a:r>
            <a:r>
              <a:rPr lang="en-US" dirty="0">
                <a:solidFill>
                  <a:srgbClr val="FF0000"/>
                </a:solidFill>
              </a:rPr>
              <a:t>1</a:t>
            </a:r>
            <a:r>
              <a:rPr lang="en-US" dirty="0"/>
              <a:t> (quick and easy) to </a:t>
            </a:r>
            <a:r>
              <a:rPr lang="en-US" dirty="0">
                <a:solidFill>
                  <a:srgbClr val="FF0000"/>
                </a:solidFill>
              </a:rPr>
              <a:t>9</a:t>
            </a:r>
            <a:r>
              <a:rPr lang="en-US" dirty="0"/>
              <a:t> (time-consuming and expensive). The spreadsheet will calculate the percentage of the total cost that each feature contributes. </a:t>
            </a:r>
          </a:p>
          <a:p>
            <a:pPr marL="514350" indent="-514350">
              <a:buFontTx/>
              <a:buAutoNum type="arabicPeriod" startAt="5"/>
            </a:pPr>
            <a:r>
              <a:rPr lang="en-US" dirty="0" smtClean="0"/>
              <a:t>Developers </a:t>
            </a:r>
            <a:r>
              <a:rPr lang="en-US" dirty="0"/>
              <a:t>rate the relative technical (not business) risk associated with each feature on a scale of </a:t>
            </a:r>
            <a:r>
              <a:rPr lang="en-US" dirty="0">
                <a:solidFill>
                  <a:srgbClr val="FF0000"/>
                </a:solidFill>
              </a:rPr>
              <a:t>1 to 9</a:t>
            </a:r>
            <a:r>
              <a:rPr lang="en-US" dirty="0"/>
              <a:t>. Technical risk is the </a:t>
            </a:r>
            <a:r>
              <a:rPr lang="en-US" dirty="0" smtClean="0"/>
              <a:t>probability </a:t>
            </a:r>
            <a:r>
              <a:rPr lang="en-US" sz="1900" dirty="0" smtClean="0"/>
              <a:t>(</a:t>
            </a:r>
            <a:r>
              <a:rPr lang="en-US" sz="1900" dirty="0" err="1" smtClean="0"/>
              <a:t>xác</a:t>
            </a:r>
            <a:r>
              <a:rPr lang="en-US" sz="1900" dirty="0" smtClean="0"/>
              <a:t> </a:t>
            </a:r>
            <a:r>
              <a:rPr lang="en-US" sz="1900" dirty="0" err="1" smtClean="0"/>
              <a:t>suất</a:t>
            </a:r>
            <a:r>
              <a:rPr lang="en-US" sz="1900" dirty="0" smtClean="0"/>
              <a:t>)</a:t>
            </a:r>
            <a:r>
              <a:rPr lang="en-US" dirty="0" smtClean="0"/>
              <a:t> </a:t>
            </a:r>
            <a:r>
              <a:rPr lang="en-US" dirty="0"/>
              <a:t>of </a:t>
            </a:r>
            <a:r>
              <a:rPr lang="en-US" i="1" dirty="0">
                <a:solidFill>
                  <a:srgbClr val="FF0000"/>
                </a:solidFill>
              </a:rPr>
              <a:t>not</a:t>
            </a:r>
            <a:r>
              <a:rPr lang="en-US" i="1" dirty="0"/>
              <a:t> </a:t>
            </a:r>
            <a:r>
              <a:rPr lang="en-US" dirty="0"/>
              <a:t>getting the feature right on the first </a:t>
            </a:r>
            <a:r>
              <a:rPr lang="en-US" dirty="0" smtClean="0"/>
              <a:t>try.</a:t>
            </a:r>
            <a:endParaRPr lang="en-US" dirty="0"/>
          </a:p>
          <a:p>
            <a:pPr marL="514350" indent="-514350">
              <a:buFontTx/>
              <a:buAutoNum type="arabicPeriod" startAt="5"/>
            </a:pPr>
            <a:r>
              <a:rPr lang="en-US" dirty="0" smtClean="0"/>
              <a:t>The </a:t>
            </a:r>
            <a:r>
              <a:rPr lang="en-US" dirty="0"/>
              <a:t>priority value for each feature by using the following formula: </a:t>
            </a:r>
          </a:p>
          <a:p>
            <a:pPr marL="0" indent="0" algn="ctr">
              <a:buNone/>
            </a:pPr>
            <a:r>
              <a:rPr lang="en-US" dirty="0" smtClean="0"/>
              <a:t>          </a:t>
            </a:r>
            <a:r>
              <a:rPr lang="en-US" dirty="0" smtClean="0">
                <a:solidFill>
                  <a:srgbClr val="003399"/>
                </a:solidFill>
              </a:rPr>
              <a:t>(value %)/(cost % + risk %)</a:t>
            </a:r>
            <a:endParaRPr lang="en-US" dirty="0" smtClean="0"/>
          </a:p>
          <a:p>
            <a:pPr marL="514350" indent="-514350">
              <a:buFont typeface="+mj-lt"/>
              <a:buAutoNum type="arabicPeriod" startAt="8"/>
            </a:pPr>
            <a:r>
              <a:rPr lang="en-US" dirty="0" smtClean="0"/>
              <a:t>Finally</a:t>
            </a:r>
            <a:r>
              <a:rPr lang="en-US" dirty="0"/>
              <a:t>, sort the list of features in descending order by calculated priority, the rightmost column</a:t>
            </a:r>
            <a:r>
              <a:rPr lang="en-US" dirty="0" smtClean="0"/>
              <a:t>.</a:t>
            </a:r>
          </a:p>
          <a:p>
            <a:pPr marL="0" indent="0" algn="ctr">
              <a:buNone/>
            </a:pPr>
            <a:r>
              <a:rPr lang="en-US" b="1" i="1" dirty="0" smtClean="0">
                <a:hlinkClick r:id="rId5" action="ppaction://hlinkfile"/>
              </a:rPr>
              <a:t>Demo </a:t>
            </a:r>
            <a:r>
              <a:rPr lang="en-US" b="1" i="1" dirty="0">
                <a:hlinkClick r:id="rId5" action="ppaction://hlinkfile"/>
              </a:rPr>
              <a:t>e</a:t>
            </a:r>
            <a:r>
              <a:rPr lang="en-US" b="1" i="1" dirty="0" smtClean="0">
                <a:hlinkClick r:id="rId5" action="ppaction://hlinkfile"/>
              </a:rPr>
              <a:t>xcel sheet</a:t>
            </a:r>
            <a:r>
              <a:rPr lang="en-US" b="1" i="1" dirty="0" smtClean="0">
                <a:hlinkClick r:id="rId5" action="ppaction://hlinkfile"/>
              </a:rPr>
              <a:t> </a:t>
            </a:r>
            <a:endParaRPr lang="en-US" b="1" i="1" dirty="0"/>
          </a:p>
        </p:txBody>
      </p:sp>
    </p:spTree>
    <p:extLst>
      <p:ext uri="{BB962C8B-B14F-4D97-AF65-F5344CB8AC3E}">
        <p14:creationId xmlns:p14="http://schemas.microsoft.com/office/powerpoint/2010/main" val="1221175814"/>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16</a:t>
            </a:r>
            <a:endParaRPr lang="en-US" sz="3200" dirty="0"/>
          </a:p>
        </p:txBody>
      </p:sp>
      <p:sp>
        <p:nvSpPr>
          <p:cNvPr id="4" name="Footer Placeholder 3"/>
          <p:cNvSpPr>
            <a:spLocks noGrp="1"/>
          </p:cNvSpPr>
          <p:nvPr>
            <p:ph type="ftr" sz="quarter" idx="10"/>
          </p:nvPr>
        </p:nvSpPr>
        <p:spPr/>
        <p:txBody>
          <a:bodyPr/>
          <a:lstStyle/>
          <a:p>
            <a:pPr>
              <a:defRPr/>
            </a:pPr>
            <a:r>
              <a:rPr lang="en-US" smtClean="0"/>
              <a:t>Chapter 2: Requirements from customer's perspective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8484310"/>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4: The business analyst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2910808877"/>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1390</TotalTime>
  <Words>1604</Words>
  <Application>Microsoft Office PowerPoint</Application>
  <PresentationFormat>On-screen Show (4:3)</PresentationFormat>
  <Paragraphs>150</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Tahoma</vt:lpstr>
      <vt:lpstr>1_template</vt:lpstr>
      <vt:lpstr>CHAPTER 16  First things first:  Setting requirement priorities</vt:lpstr>
      <vt:lpstr>Review chapter 15</vt:lpstr>
      <vt:lpstr>Objectives</vt:lpstr>
      <vt:lpstr> Contents </vt:lpstr>
      <vt:lpstr>Why prioritize requirements?</vt:lpstr>
      <vt:lpstr>Some prioritization pragmatics</vt:lpstr>
      <vt:lpstr>Games people play with priorities</vt:lpstr>
      <vt:lpstr>Some prioritization techniques</vt:lpstr>
      <vt:lpstr>Some prioritization techniques</vt:lpstr>
      <vt:lpstr>Some prioritization techniques</vt:lpstr>
      <vt:lpstr>Some prioritization techniques</vt:lpstr>
      <vt:lpstr>Prioritization based on value, cost,  and risk</vt:lpstr>
      <vt:lpstr>Prioritization based on value, cost,  and risk</vt:lpstr>
      <vt:lpstr>Review chapter 16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Setting requirement priorities</dc:title>
  <dc:creator>Huong</dc:creator>
  <cp:lastModifiedBy>Bay Huynh Van (FE FPTU CT)</cp:lastModifiedBy>
  <cp:revision>49</cp:revision>
  <dcterms:created xsi:type="dcterms:W3CDTF">2018-04-24T06:59:35Z</dcterms:created>
  <dcterms:modified xsi:type="dcterms:W3CDTF">2020-03-09T12:45:46Z</dcterms:modified>
</cp:coreProperties>
</file>