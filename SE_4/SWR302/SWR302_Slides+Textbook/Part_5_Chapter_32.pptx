
<file path=[Content_Types].xml><?xml version="1.0" encoding="utf-8"?>
<Types xmlns="http://schemas.openxmlformats.org/package/2006/content-types">
  <Default Extension="png" ContentType="image/png"/>
  <Default Extension="emf" ContentType="image/x-emf"/>
  <Default Extension="jpeg" ContentType="image/jpeg"/>
  <Default Extension="rels" ContentType="application/vnd.openxmlformats-package.relationships+xml"/>
  <Default Extension="xml" ContentType="application/xml"/>
  <Default Extension="gif" ContentType="image/gif"/>
  <Default Extension="jpg" ContentType="image/jpe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notesSlides/notesSlide2.xml" ContentType="application/vnd.openxmlformats-officedocument.presentationml.notesSlide+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notesSlides/notesSlide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p:sldMasterIdLst>
    <p:sldMasterId id="2147483693" r:id="rId1"/>
  </p:sldMasterIdLst>
  <p:notesMasterIdLst>
    <p:notesMasterId r:id="rId20"/>
  </p:notesMasterIdLst>
  <p:sldIdLst>
    <p:sldId id="257" r:id="rId2"/>
    <p:sldId id="263" r:id="rId3"/>
    <p:sldId id="258" r:id="rId4"/>
    <p:sldId id="259" r:id="rId5"/>
    <p:sldId id="264" r:id="rId6"/>
    <p:sldId id="260" r:id="rId7"/>
    <p:sldId id="265" r:id="rId8"/>
    <p:sldId id="266" r:id="rId9"/>
    <p:sldId id="261" r:id="rId10"/>
    <p:sldId id="269" r:id="rId11"/>
    <p:sldId id="268" r:id="rId12"/>
    <p:sldId id="270" r:id="rId13"/>
    <p:sldId id="267" r:id="rId14"/>
    <p:sldId id="271" r:id="rId15"/>
    <p:sldId id="272" r:id="rId16"/>
    <p:sldId id="273" r:id="rId17"/>
    <p:sldId id="274" r:id="rId18"/>
    <p:sldId id="262" r:id="rId19"/>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3399"/>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varScale="1">
        <p:scale>
          <a:sx n="69" d="100"/>
          <a:sy n="69" d="100"/>
        </p:scale>
        <p:origin x="1416" y="66"/>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presProps" Target="pres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notesMaster" Target="notesMasters/notesMaster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viewProps" Target="viewProps.xml"/></Relationships>
</file>

<file path=ppt/diagrams/colors1.xml><?xml version="1.0" encoding="utf-8"?>
<dgm:colorsDef xmlns:dgm="http://schemas.openxmlformats.org/drawingml/2006/diagram" xmlns:a="http://schemas.openxmlformats.org/drawingml/2006/main" uniqueId="urn:microsoft.com/office/officeart/2005/8/colors/colorful2">
  <dgm:title val=""/>
  <dgm:desc val=""/>
  <dgm:catLst>
    <dgm:cat type="colorful" pri="10200"/>
  </dgm:catLst>
  <dgm:styleLbl name="node0">
    <dgm:fillClrLst meth="repeat">
      <a:schemeClr val="accent1"/>
    </dgm:fillClrLst>
    <dgm:linClrLst meth="repeat">
      <a:schemeClr val="lt1"/>
    </dgm:linClrLst>
    <dgm:effectClrLst/>
    <dgm:txLinClrLst/>
    <dgm:txFillClrLst/>
    <dgm:txEffectClrLst/>
  </dgm:styleLbl>
  <dgm:styleLbl name="node1">
    <dgm:fillClrLst>
      <a:schemeClr val="accent2"/>
      <a:schemeClr val="accent3"/>
    </dgm:fillClrLst>
    <dgm:linClrLst meth="repeat">
      <a:schemeClr val="lt1"/>
    </dgm:linClrLst>
    <dgm:effectClrLst/>
    <dgm:txLinClrLst/>
    <dgm:txFillClrLst/>
    <dgm:txEffectClrLst/>
  </dgm:styleLbl>
  <dgm:styleLbl name="alignNode1">
    <dgm:fillClrLst>
      <a:schemeClr val="accent2"/>
      <a:schemeClr val="accent3"/>
    </dgm:fillClrLst>
    <dgm:linClrLst>
      <a:schemeClr val="accent2"/>
      <a:schemeClr val="accent3"/>
    </dgm:linClrLst>
    <dgm:effectClrLst/>
    <dgm:txLinClrLst/>
    <dgm:txFillClrLst/>
    <dgm:txEffectClrLst/>
  </dgm:styleLbl>
  <dgm:styleLbl name="lnNode1">
    <dgm:fillClrLst>
      <a:schemeClr val="accent2"/>
      <a:schemeClr val="accent3"/>
    </dgm:fillClrLst>
    <dgm:linClrLst meth="repeat">
      <a:schemeClr val="lt1"/>
    </dgm:linClrLst>
    <dgm:effectClrLst/>
    <dgm:txLinClrLst/>
    <dgm:txFillClrLst/>
    <dgm:txEffectClrLst/>
  </dgm:styleLbl>
  <dgm:styleLbl name="vennNode1">
    <dgm:fillClrLst>
      <a:schemeClr val="accent2">
        <a:alpha val="50000"/>
      </a:schemeClr>
      <a:schemeClr val="accent3">
        <a:alpha val="50000"/>
      </a:schemeClr>
    </dgm:fillClrLst>
    <dgm:linClrLst meth="repeat">
      <a:schemeClr val="lt1"/>
    </dgm:linClrLst>
    <dgm:effectClrLst/>
    <dgm:txLinClrLst/>
    <dgm:txFillClrLst/>
    <dgm:txEffectClrLst/>
  </dgm:styleLbl>
  <dgm:styleLbl name="node2">
    <dgm:fillClrLst>
      <a:schemeClr val="accent3"/>
    </dgm:fillClrLst>
    <dgm:linClrLst meth="repeat">
      <a:schemeClr val="lt1"/>
    </dgm:linClrLst>
    <dgm:effectClrLst/>
    <dgm:txLinClrLst/>
    <dgm:txFillClrLst/>
    <dgm:txEffectClrLst/>
  </dgm:styleLbl>
  <dgm:styleLbl name="node3">
    <dgm:fillClrLst>
      <a:schemeClr val="accent4"/>
    </dgm:fillClrLst>
    <dgm:linClrLst meth="repeat">
      <a:schemeClr val="lt1"/>
    </dgm:linClrLst>
    <dgm:effectClrLst/>
    <dgm:txLinClrLst/>
    <dgm:txFillClrLst/>
    <dgm:txEffectClrLst/>
  </dgm:styleLbl>
  <dgm:styleLbl name="node4">
    <dgm:fillClrLst>
      <a:schemeClr val="accent5"/>
    </dgm:fillClrLst>
    <dgm:linClrLst meth="repeat">
      <a:schemeClr val="lt1"/>
    </dgm:linClrLst>
    <dgm:effectClrLst/>
    <dgm:txLinClrLst/>
    <dgm:txFillClrLst/>
    <dgm:txEffectClrLst/>
  </dgm:styleLbl>
  <dgm:styleLbl name="fgImgPlace1">
    <dgm:fillClrLst>
      <a:schemeClr val="accent2">
        <a:tint val="50000"/>
      </a:schemeClr>
      <a:schemeClr val="accent3">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2"/>
      <a:schemeClr val="accent3"/>
    </dgm:fillClrLst>
    <dgm:linClrLst meth="repeat">
      <a:schemeClr val="lt1"/>
    </dgm:linClrLst>
    <dgm:effectClrLst/>
    <dgm:txLinClrLst/>
    <dgm:txFillClrLst/>
    <dgm:txEffectClrLst/>
  </dgm:styleLbl>
  <dgm:styleLbl name="fgSibTrans2D1">
    <dgm:fillClrLst>
      <a:schemeClr val="accent2"/>
      <a:schemeClr val="accent3"/>
    </dgm:fillClrLst>
    <dgm:linClrLst meth="repeat">
      <a:schemeClr val="lt1"/>
    </dgm:linClrLst>
    <dgm:effectClrLst/>
    <dgm:txLinClrLst/>
    <dgm:txFillClrLst meth="repeat">
      <a:schemeClr val="lt1"/>
    </dgm:txFillClrLst>
    <dgm:txEffectClrLst/>
  </dgm:styleLbl>
  <dgm:styleLbl name="bgSibTrans2D1">
    <dgm:fillClrLst>
      <a:schemeClr val="accent2"/>
      <a:schemeClr val="accent3"/>
    </dgm:fillClrLst>
    <dgm:linClrLst meth="repeat">
      <a:schemeClr val="lt1"/>
    </dgm:linClrLst>
    <dgm:effectClrLst/>
    <dgm:txLinClrLst/>
    <dgm:txFillClrLst meth="repeat">
      <a:schemeClr val="lt1"/>
    </dgm:txFillClrLst>
    <dgm:txEffectClrLst/>
  </dgm:styleLbl>
  <dgm:styleLbl name="sibTrans1D1">
    <dgm:fillClrLst/>
    <dgm:linClrLst>
      <a:schemeClr val="accent2"/>
      <a:schemeClr val="accent3"/>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2"/>
    </dgm:fillClrLst>
    <dgm:linClrLst meth="repeat">
      <a:schemeClr val="lt1">
        <a:shade val="80000"/>
      </a:schemeClr>
    </dgm:linClrLst>
    <dgm:effectClrLst/>
    <dgm:txLinClrLst/>
    <dgm:txFillClrLst/>
    <dgm:txEffectClrLst/>
  </dgm:styleLbl>
  <dgm:styleLbl name="asst1">
    <dgm:fillClrLst meth="repeat">
      <a:schemeClr val="accent3"/>
    </dgm:fillClrLst>
    <dgm:linClrLst meth="repeat">
      <a:schemeClr val="lt1">
        <a:shade val="80000"/>
      </a:schemeClr>
    </dgm:linClrLst>
    <dgm:effectClrLst/>
    <dgm:txLinClrLst/>
    <dgm:txFillClrLst/>
    <dgm:txEffectClrLst/>
  </dgm:styleLbl>
  <dgm:styleLbl name="asst2">
    <dgm:fillClrLst>
      <a:schemeClr val="accent4"/>
    </dgm:fillClrLst>
    <dgm:linClrLst meth="repeat">
      <a:schemeClr val="lt1"/>
    </dgm:linClrLst>
    <dgm:effectClrLst/>
    <dgm:txLinClrLst/>
    <dgm:txFillClrLst/>
    <dgm:txEffectClrLst/>
  </dgm:styleLbl>
  <dgm:styleLbl name="asst3">
    <dgm:fillClrLst>
      <a:schemeClr val="accent5"/>
    </dgm:fillClrLst>
    <dgm:linClrLst meth="repeat">
      <a:schemeClr val="lt1"/>
    </dgm:linClrLst>
    <dgm:effectClrLst/>
    <dgm:txLinClrLst/>
    <dgm:txFillClrLst/>
    <dgm:txEffectClrLst/>
  </dgm:styleLbl>
  <dgm:styleLbl name="asst4">
    <dgm:fillClrLst>
      <a:schemeClr val="accent6"/>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2"/>
    </dgm:linClrLst>
    <dgm:effectClrLst/>
    <dgm:txLinClrLst/>
    <dgm:txFillClrLst meth="repeat">
      <a:schemeClr val="tx1"/>
    </dgm:txFillClrLst>
    <dgm:txEffectClrLst/>
  </dgm:styleLbl>
  <dgm:styleLbl name="parChTrans1D2">
    <dgm:fillClrLst meth="repeat">
      <a:schemeClr val="accent2">
        <a:tint val="90000"/>
      </a:schemeClr>
    </dgm:fillClrLst>
    <dgm:linClrLst meth="repeat">
      <a:schemeClr val="accent3"/>
    </dgm:linClrLst>
    <dgm:effectClrLst/>
    <dgm:txLinClrLst/>
    <dgm:txFillClrLst meth="repeat">
      <a:schemeClr val="tx1"/>
    </dgm:txFillClrLst>
    <dgm:txEffectClrLst/>
  </dgm:styleLbl>
  <dgm:styleLbl name="parChTrans1D3">
    <dgm:fillClrLst meth="repeat">
      <a:schemeClr val="accent2">
        <a:tint val="70000"/>
      </a:schemeClr>
    </dgm:fillClrLst>
    <dgm:linClrLst meth="repeat">
      <a:schemeClr val="accent4"/>
    </dgm:linClrLst>
    <dgm:effectClrLst/>
    <dgm:txLinClrLst/>
    <dgm:txFillClrLst meth="repeat">
      <a:schemeClr val="tx1"/>
    </dgm:txFillClrLst>
    <dgm:txEffectClrLst/>
  </dgm:styleLbl>
  <dgm:styleLbl name="parChTrans1D4">
    <dgm:fillClrLst meth="repeat">
      <a:schemeClr val="accent2">
        <a:tint val="50000"/>
      </a:schemeClr>
    </dgm:fillClrLst>
    <dgm:linClrLst meth="repeat">
      <a:schemeClr val="accent5"/>
    </dgm:linClrLst>
    <dgm:effectClrLst/>
    <dgm:txLinClrLst/>
    <dgm:txFillClrLst meth="repeat">
      <a:schemeClr val="tx1"/>
    </dgm:txFillClrLst>
    <dgm:txEffectClrLst/>
  </dgm:styleLbl>
  <dgm:styleLbl name="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con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align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solidFgAcc1">
    <dgm:fillClrLst meth="repeat">
      <a:schemeClr val="lt1"/>
    </dgm:fillClrLst>
    <dgm:linClrLst>
      <a:schemeClr val="accent2"/>
      <a:schemeClr val="accent3"/>
    </dgm:linClrLst>
    <dgm:effectClrLst/>
    <dgm:txLinClrLst/>
    <dgm:txFillClrLst meth="repeat">
      <a:schemeClr val="dk1"/>
    </dgm:txFillClrLst>
    <dgm:txEffectClrLst/>
  </dgm:styleLbl>
  <dgm:styleLbl name="solidAlignAcc1">
    <dgm:fillClrLst meth="repeat">
      <a:schemeClr val="lt1"/>
    </dgm:fillClrLst>
    <dgm:linClrLst>
      <a:schemeClr val="accent2"/>
      <a:schemeClr val="accent3"/>
    </dgm:linClrLst>
    <dgm:effectClrLst/>
    <dgm:txLinClrLst/>
    <dgm:txFillClrLst meth="repeat">
      <a:schemeClr val="dk1"/>
    </dgm:txFillClrLst>
    <dgm:txEffectClrLst/>
  </dgm:styleLbl>
  <dgm:styleLbl name="solidBgAcc1">
    <dgm:fillClrLst meth="repeat">
      <a:schemeClr val="lt1"/>
    </dgm:fillClrLst>
    <dgm:linClrLst>
      <a:schemeClr val="accent2"/>
      <a:schemeClr val="accent3"/>
    </dgm:linClrLst>
    <dgm:effectClrLst/>
    <dgm:txLinClrLst/>
    <dgm:txFillClrLst meth="repeat">
      <a:schemeClr val="dk1"/>
    </dgm:txFillClrLst>
    <dgm:txEffectClrLst/>
  </dgm:styleLbl>
  <dgm:styleLbl name="f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align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b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3"/>
    </dgm:linClrLst>
    <dgm:effectClrLst/>
    <dgm:txLinClrLst/>
    <dgm:txFillClrLst meth="repeat">
      <a:schemeClr val="dk1"/>
    </dgm:txFillClrLst>
    <dgm:txEffectClrLst/>
  </dgm:styleLbl>
  <dgm:styleLbl name="fgAcc3">
    <dgm:fillClrLst meth="repeat">
      <a:schemeClr val="lt1">
        <a:alpha val="90000"/>
      </a:schemeClr>
    </dgm:fillClrLst>
    <dgm:linClrLst>
      <a:schemeClr val="accent4"/>
    </dgm:linClrLst>
    <dgm:effectClrLst/>
    <dgm:txLinClrLst/>
    <dgm:txFillClrLst meth="repeat">
      <a:schemeClr val="dk1"/>
    </dgm:txFillClrLst>
    <dgm:txEffectClrLst/>
  </dgm:styleLbl>
  <dgm:styleLbl name="fgAcc4">
    <dgm:fillClrLst meth="repeat">
      <a:schemeClr val="lt1">
        <a:alpha val="90000"/>
      </a:schemeClr>
    </dgm:fillClrLst>
    <dgm:linClrLst>
      <a:schemeClr val="accent5"/>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colorful2">
  <dgm:title val=""/>
  <dgm:desc val=""/>
  <dgm:catLst>
    <dgm:cat type="colorful" pri="10200"/>
  </dgm:catLst>
  <dgm:styleLbl name="node0">
    <dgm:fillClrLst meth="repeat">
      <a:schemeClr val="accent1"/>
    </dgm:fillClrLst>
    <dgm:linClrLst meth="repeat">
      <a:schemeClr val="lt1"/>
    </dgm:linClrLst>
    <dgm:effectClrLst/>
    <dgm:txLinClrLst/>
    <dgm:txFillClrLst/>
    <dgm:txEffectClrLst/>
  </dgm:styleLbl>
  <dgm:styleLbl name="node1">
    <dgm:fillClrLst>
      <a:schemeClr val="accent2"/>
      <a:schemeClr val="accent3"/>
    </dgm:fillClrLst>
    <dgm:linClrLst meth="repeat">
      <a:schemeClr val="lt1"/>
    </dgm:linClrLst>
    <dgm:effectClrLst/>
    <dgm:txLinClrLst/>
    <dgm:txFillClrLst/>
    <dgm:txEffectClrLst/>
  </dgm:styleLbl>
  <dgm:styleLbl name="alignNode1">
    <dgm:fillClrLst>
      <a:schemeClr val="accent2"/>
      <a:schemeClr val="accent3"/>
    </dgm:fillClrLst>
    <dgm:linClrLst>
      <a:schemeClr val="accent2"/>
      <a:schemeClr val="accent3"/>
    </dgm:linClrLst>
    <dgm:effectClrLst/>
    <dgm:txLinClrLst/>
    <dgm:txFillClrLst/>
    <dgm:txEffectClrLst/>
  </dgm:styleLbl>
  <dgm:styleLbl name="lnNode1">
    <dgm:fillClrLst>
      <a:schemeClr val="accent2"/>
      <a:schemeClr val="accent3"/>
    </dgm:fillClrLst>
    <dgm:linClrLst meth="repeat">
      <a:schemeClr val="lt1"/>
    </dgm:linClrLst>
    <dgm:effectClrLst/>
    <dgm:txLinClrLst/>
    <dgm:txFillClrLst/>
    <dgm:txEffectClrLst/>
  </dgm:styleLbl>
  <dgm:styleLbl name="vennNode1">
    <dgm:fillClrLst>
      <a:schemeClr val="accent2">
        <a:alpha val="50000"/>
      </a:schemeClr>
      <a:schemeClr val="accent3">
        <a:alpha val="50000"/>
      </a:schemeClr>
    </dgm:fillClrLst>
    <dgm:linClrLst meth="repeat">
      <a:schemeClr val="lt1"/>
    </dgm:linClrLst>
    <dgm:effectClrLst/>
    <dgm:txLinClrLst/>
    <dgm:txFillClrLst/>
    <dgm:txEffectClrLst/>
  </dgm:styleLbl>
  <dgm:styleLbl name="node2">
    <dgm:fillClrLst>
      <a:schemeClr val="accent3"/>
    </dgm:fillClrLst>
    <dgm:linClrLst meth="repeat">
      <a:schemeClr val="lt1"/>
    </dgm:linClrLst>
    <dgm:effectClrLst/>
    <dgm:txLinClrLst/>
    <dgm:txFillClrLst/>
    <dgm:txEffectClrLst/>
  </dgm:styleLbl>
  <dgm:styleLbl name="node3">
    <dgm:fillClrLst>
      <a:schemeClr val="accent4"/>
    </dgm:fillClrLst>
    <dgm:linClrLst meth="repeat">
      <a:schemeClr val="lt1"/>
    </dgm:linClrLst>
    <dgm:effectClrLst/>
    <dgm:txLinClrLst/>
    <dgm:txFillClrLst/>
    <dgm:txEffectClrLst/>
  </dgm:styleLbl>
  <dgm:styleLbl name="node4">
    <dgm:fillClrLst>
      <a:schemeClr val="accent5"/>
    </dgm:fillClrLst>
    <dgm:linClrLst meth="repeat">
      <a:schemeClr val="lt1"/>
    </dgm:linClrLst>
    <dgm:effectClrLst/>
    <dgm:txLinClrLst/>
    <dgm:txFillClrLst/>
    <dgm:txEffectClrLst/>
  </dgm:styleLbl>
  <dgm:styleLbl name="fgImgPlace1">
    <dgm:fillClrLst>
      <a:schemeClr val="accent2">
        <a:tint val="50000"/>
      </a:schemeClr>
      <a:schemeClr val="accent3">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2"/>
      <a:schemeClr val="accent3"/>
    </dgm:fillClrLst>
    <dgm:linClrLst meth="repeat">
      <a:schemeClr val="lt1"/>
    </dgm:linClrLst>
    <dgm:effectClrLst/>
    <dgm:txLinClrLst/>
    <dgm:txFillClrLst/>
    <dgm:txEffectClrLst/>
  </dgm:styleLbl>
  <dgm:styleLbl name="fgSibTrans2D1">
    <dgm:fillClrLst>
      <a:schemeClr val="accent2"/>
      <a:schemeClr val="accent3"/>
    </dgm:fillClrLst>
    <dgm:linClrLst meth="repeat">
      <a:schemeClr val="lt1"/>
    </dgm:linClrLst>
    <dgm:effectClrLst/>
    <dgm:txLinClrLst/>
    <dgm:txFillClrLst meth="repeat">
      <a:schemeClr val="lt1"/>
    </dgm:txFillClrLst>
    <dgm:txEffectClrLst/>
  </dgm:styleLbl>
  <dgm:styleLbl name="bgSibTrans2D1">
    <dgm:fillClrLst>
      <a:schemeClr val="accent2"/>
      <a:schemeClr val="accent3"/>
    </dgm:fillClrLst>
    <dgm:linClrLst meth="repeat">
      <a:schemeClr val="lt1"/>
    </dgm:linClrLst>
    <dgm:effectClrLst/>
    <dgm:txLinClrLst/>
    <dgm:txFillClrLst meth="repeat">
      <a:schemeClr val="lt1"/>
    </dgm:txFillClrLst>
    <dgm:txEffectClrLst/>
  </dgm:styleLbl>
  <dgm:styleLbl name="sibTrans1D1">
    <dgm:fillClrLst/>
    <dgm:linClrLst>
      <a:schemeClr val="accent2"/>
      <a:schemeClr val="accent3"/>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2"/>
    </dgm:fillClrLst>
    <dgm:linClrLst meth="repeat">
      <a:schemeClr val="lt1">
        <a:shade val="80000"/>
      </a:schemeClr>
    </dgm:linClrLst>
    <dgm:effectClrLst/>
    <dgm:txLinClrLst/>
    <dgm:txFillClrLst/>
    <dgm:txEffectClrLst/>
  </dgm:styleLbl>
  <dgm:styleLbl name="asst1">
    <dgm:fillClrLst meth="repeat">
      <a:schemeClr val="accent3"/>
    </dgm:fillClrLst>
    <dgm:linClrLst meth="repeat">
      <a:schemeClr val="lt1">
        <a:shade val="80000"/>
      </a:schemeClr>
    </dgm:linClrLst>
    <dgm:effectClrLst/>
    <dgm:txLinClrLst/>
    <dgm:txFillClrLst/>
    <dgm:txEffectClrLst/>
  </dgm:styleLbl>
  <dgm:styleLbl name="asst2">
    <dgm:fillClrLst>
      <a:schemeClr val="accent4"/>
    </dgm:fillClrLst>
    <dgm:linClrLst meth="repeat">
      <a:schemeClr val="lt1"/>
    </dgm:linClrLst>
    <dgm:effectClrLst/>
    <dgm:txLinClrLst/>
    <dgm:txFillClrLst/>
    <dgm:txEffectClrLst/>
  </dgm:styleLbl>
  <dgm:styleLbl name="asst3">
    <dgm:fillClrLst>
      <a:schemeClr val="accent5"/>
    </dgm:fillClrLst>
    <dgm:linClrLst meth="repeat">
      <a:schemeClr val="lt1"/>
    </dgm:linClrLst>
    <dgm:effectClrLst/>
    <dgm:txLinClrLst/>
    <dgm:txFillClrLst/>
    <dgm:txEffectClrLst/>
  </dgm:styleLbl>
  <dgm:styleLbl name="asst4">
    <dgm:fillClrLst>
      <a:schemeClr val="accent6"/>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2"/>
    </dgm:linClrLst>
    <dgm:effectClrLst/>
    <dgm:txLinClrLst/>
    <dgm:txFillClrLst meth="repeat">
      <a:schemeClr val="tx1"/>
    </dgm:txFillClrLst>
    <dgm:txEffectClrLst/>
  </dgm:styleLbl>
  <dgm:styleLbl name="parChTrans1D2">
    <dgm:fillClrLst meth="repeat">
      <a:schemeClr val="accent2">
        <a:tint val="90000"/>
      </a:schemeClr>
    </dgm:fillClrLst>
    <dgm:linClrLst meth="repeat">
      <a:schemeClr val="accent3"/>
    </dgm:linClrLst>
    <dgm:effectClrLst/>
    <dgm:txLinClrLst/>
    <dgm:txFillClrLst meth="repeat">
      <a:schemeClr val="tx1"/>
    </dgm:txFillClrLst>
    <dgm:txEffectClrLst/>
  </dgm:styleLbl>
  <dgm:styleLbl name="parChTrans1D3">
    <dgm:fillClrLst meth="repeat">
      <a:schemeClr val="accent2">
        <a:tint val="70000"/>
      </a:schemeClr>
    </dgm:fillClrLst>
    <dgm:linClrLst meth="repeat">
      <a:schemeClr val="accent4"/>
    </dgm:linClrLst>
    <dgm:effectClrLst/>
    <dgm:txLinClrLst/>
    <dgm:txFillClrLst meth="repeat">
      <a:schemeClr val="tx1"/>
    </dgm:txFillClrLst>
    <dgm:txEffectClrLst/>
  </dgm:styleLbl>
  <dgm:styleLbl name="parChTrans1D4">
    <dgm:fillClrLst meth="repeat">
      <a:schemeClr val="accent2">
        <a:tint val="50000"/>
      </a:schemeClr>
    </dgm:fillClrLst>
    <dgm:linClrLst meth="repeat">
      <a:schemeClr val="accent5"/>
    </dgm:linClrLst>
    <dgm:effectClrLst/>
    <dgm:txLinClrLst/>
    <dgm:txFillClrLst meth="repeat">
      <a:schemeClr val="tx1"/>
    </dgm:txFillClrLst>
    <dgm:txEffectClrLst/>
  </dgm:styleLbl>
  <dgm:styleLbl name="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con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align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solidFgAcc1">
    <dgm:fillClrLst meth="repeat">
      <a:schemeClr val="lt1"/>
    </dgm:fillClrLst>
    <dgm:linClrLst>
      <a:schemeClr val="accent2"/>
      <a:schemeClr val="accent3"/>
    </dgm:linClrLst>
    <dgm:effectClrLst/>
    <dgm:txLinClrLst/>
    <dgm:txFillClrLst meth="repeat">
      <a:schemeClr val="dk1"/>
    </dgm:txFillClrLst>
    <dgm:txEffectClrLst/>
  </dgm:styleLbl>
  <dgm:styleLbl name="solidAlignAcc1">
    <dgm:fillClrLst meth="repeat">
      <a:schemeClr val="lt1"/>
    </dgm:fillClrLst>
    <dgm:linClrLst>
      <a:schemeClr val="accent2"/>
      <a:schemeClr val="accent3"/>
    </dgm:linClrLst>
    <dgm:effectClrLst/>
    <dgm:txLinClrLst/>
    <dgm:txFillClrLst meth="repeat">
      <a:schemeClr val="dk1"/>
    </dgm:txFillClrLst>
    <dgm:txEffectClrLst/>
  </dgm:styleLbl>
  <dgm:styleLbl name="solidBgAcc1">
    <dgm:fillClrLst meth="repeat">
      <a:schemeClr val="lt1"/>
    </dgm:fillClrLst>
    <dgm:linClrLst>
      <a:schemeClr val="accent2"/>
      <a:schemeClr val="accent3"/>
    </dgm:linClrLst>
    <dgm:effectClrLst/>
    <dgm:txLinClrLst/>
    <dgm:txFillClrLst meth="repeat">
      <a:schemeClr val="dk1"/>
    </dgm:txFillClrLst>
    <dgm:txEffectClrLst/>
  </dgm:styleLbl>
  <dgm:styleLbl name="f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align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b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3"/>
    </dgm:linClrLst>
    <dgm:effectClrLst/>
    <dgm:txLinClrLst/>
    <dgm:txFillClrLst meth="repeat">
      <a:schemeClr val="dk1"/>
    </dgm:txFillClrLst>
    <dgm:txEffectClrLst/>
  </dgm:styleLbl>
  <dgm:styleLbl name="fgAcc3">
    <dgm:fillClrLst meth="repeat">
      <a:schemeClr val="lt1">
        <a:alpha val="90000"/>
      </a:schemeClr>
    </dgm:fillClrLst>
    <dgm:linClrLst>
      <a:schemeClr val="accent4"/>
    </dgm:linClrLst>
    <dgm:effectClrLst/>
    <dgm:txLinClrLst/>
    <dgm:txFillClrLst meth="repeat">
      <a:schemeClr val="dk1"/>
    </dgm:txFillClrLst>
    <dgm:txEffectClrLst/>
  </dgm:styleLbl>
  <dgm:styleLbl name="fgAcc4">
    <dgm:fillClrLst meth="repeat">
      <a:schemeClr val="lt1">
        <a:alpha val="90000"/>
      </a:schemeClr>
    </dgm:fillClrLst>
    <dgm:linClrLst>
      <a:schemeClr val="accent5"/>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1A65A4D7-7720-45CB-8279-86EBD3407E97}" type="doc">
      <dgm:prSet loTypeId="urn:microsoft.com/office/officeart/2005/8/layout/orgChart1" loCatId="hierarchy" qsTypeId="urn:microsoft.com/office/officeart/2005/8/quickstyle/simple3" qsCatId="simple" csTypeId="urn:microsoft.com/office/officeart/2005/8/colors/colorful2" csCatId="colorful" phldr="1"/>
      <dgm:spPr/>
      <dgm:t>
        <a:bodyPr/>
        <a:lstStyle/>
        <a:p>
          <a:endParaRPr lang="en-US"/>
        </a:p>
      </dgm:t>
    </dgm:pt>
    <dgm:pt modelId="{9E6404DC-1053-49D6-95EE-599A97C88DD3}">
      <dgm:prSet phldrT="[Text]" custT="1"/>
      <dgm:spPr/>
      <dgm:t>
        <a:bodyPr/>
        <a:lstStyle/>
        <a:p>
          <a:r>
            <a:rPr lang="en-US" sz="1600" dirty="0" smtClean="0"/>
            <a:t>Chapter 31 – Improving your requirements processes</a:t>
          </a:r>
          <a:endParaRPr lang="en-US" sz="1600" dirty="0"/>
        </a:p>
      </dgm:t>
    </dgm:pt>
    <dgm:pt modelId="{541DED35-EA1D-4B2B-8573-F418430E3EF8}" type="parTrans" cxnId="{4CA9C32A-C8CD-40F1-AFCB-D726CB5C7F3F}">
      <dgm:prSet/>
      <dgm:spPr/>
      <dgm:t>
        <a:bodyPr/>
        <a:lstStyle/>
        <a:p>
          <a:endParaRPr lang="en-US"/>
        </a:p>
      </dgm:t>
    </dgm:pt>
    <dgm:pt modelId="{8EA0B31F-0422-4926-B862-5636855C8DF2}" type="sibTrans" cxnId="{4CA9C32A-C8CD-40F1-AFCB-D726CB5C7F3F}">
      <dgm:prSet/>
      <dgm:spPr/>
      <dgm:t>
        <a:bodyPr/>
        <a:lstStyle/>
        <a:p>
          <a:endParaRPr lang="en-US"/>
        </a:p>
      </dgm:t>
    </dgm:pt>
    <dgm:pt modelId="{9286A5EC-F2A9-487D-8BF1-B96EEEFD636B}">
      <dgm:prSet phldrT="[Text]" custT="1"/>
      <dgm:spPr/>
      <dgm:t>
        <a:bodyPr/>
        <a:lstStyle/>
        <a:p>
          <a:r>
            <a:rPr lang="en-US" sz="1200" dirty="0" smtClean="0"/>
            <a:t>How requirements relate to other project processes</a:t>
          </a:r>
          <a:endParaRPr lang="en-US" sz="1200" dirty="0"/>
        </a:p>
      </dgm:t>
    </dgm:pt>
    <dgm:pt modelId="{D6357A36-116B-440B-A9E1-8EDB3A4D1B88}" type="sibTrans" cxnId="{3371D227-869E-4636-B9B0-BA373BCE5AD6}">
      <dgm:prSet/>
      <dgm:spPr/>
      <dgm:t>
        <a:bodyPr/>
        <a:lstStyle/>
        <a:p>
          <a:endParaRPr lang="en-US"/>
        </a:p>
      </dgm:t>
    </dgm:pt>
    <dgm:pt modelId="{8CE2CE9A-EBD7-445E-BD99-21666869C1D4}" type="parTrans" cxnId="{3371D227-869E-4636-B9B0-BA373BCE5AD6}">
      <dgm:prSet/>
      <dgm:spPr/>
      <dgm:t>
        <a:bodyPr/>
        <a:lstStyle/>
        <a:p>
          <a:endParaRPr lang="en-US"/>
        </a:p>
      </dgm:t>
    </dgm:pt>
    <dgm:pt modelId="{0B0BE489-18FC-4AB8-89F0-E5B83E82DEE3}">
      <dgm:prSet phldrT="[Text]" custT="1"/>
      <dgm:spPr/>
      <dgm:t>
        <a:bodyPr/>
        <a:lstStyle/>
        <a:p>
          <a:r>
            <a:rPr lang="en-US" sz="1200" dirty="0" err="1" smtClean="0"/>
            <a:t>Reqs</a:t>
          </a:r>
          <a:r>
            <a:rPr lang="en-US" sz="1200" dirty="0" smtClean="0"/>
            <a:t> and various stakeholder groups</a:t>
          </a:r>
          <a:endParaRPr lang="en-US" sz="1200" dirty="0"/>
        </a:p>
      </dgm:t>
    </dgm:pt>
    <dgm:pt modelId="{D790EDC8-DBC7-47D9-AD8D-E7CE4F48BB0A}" type="parTrans" cxnId="{6954F8C0-BCB4-46A0-969C-D1E8639FAFCB}">
      <dgm:prSet/>
      <dgm:spPr/>
      <dgm:t>
        <a:bodyPr/>
        <a:lstStyle/>
        <a:p>
          <a:endParaRPr lang="en-US"/>
        </a:p>
      </dgm:t>
    </dgm:pt>
    <dgm:pt modelId="{B707AAE7-D88C-41C7-9B1B-D8B970E4AED3}" type="sibTrans" cxnId="{6954F8C0-BCB4-46A0-969C-D1E8639FAFCB}">
      <dgm:prSet/>
      <dgm:spPr/>
      <dgm:t>
        <a:bodyPr/>
        <a:lstStyle/>
        <a:p>
          <a:endParaRPr lang="en-US"/>
        </a:p>
      </dgm:t>
    </dgm:pt>
    <dgm:pt modelId="{7C839D19-893E-444F-BC66-38E1A072902D}">
      <dgm:prSet phldrT="[Text]" custT="1"/>
      <dgm:spPr/>
      <dgm:t>
        <a:bodyPr/>
        <a:lstStyle/>
        <a:p>
          <a:r>
            <a:rPr lang="en-US" sz="1200" dirty="0" smtClean="0">
              <a:solidFill>
                <a:srgbClr val="003399"/>
              </a:solidFill>
            </a:rPr>
            <a:t>Project planning process</a:t>
          </a:r>
          <a:endParaRPr lang="en-US" sz="1200" dirty="0"/>
        </a:p>
      </dgm:t>
    </dgm:pt>
    <dgm:pt modelId="{B0A1E639-7820-4EBF-83D7-A40B66A6D4CD}" type="parTrans" cxnId="{D571F958-3B60-4327-86E0-B3E25BB0650D}">
      <dgm:prSet/>
      <dgm:spPr/>
      <dgm:t>
        <a:bodyPr/>
        <a:lstStyle/>
        <a:p>
          <a:endParaRPr lang="en-US"/>
        </a:p>
      </dgm:t>
    </dgm:pt>
    <dgm:pt modelId="{7D46E187-0B28-460E-B9D9-51088447D864}" type="sibTrans" cxnId="{D571F958-3B60-4327-86E0-B3E25BB0650D}">
      <dgm:prSet/>
      <dgm:spPr/>
      <dgm:t>
        <a:bodyPr/>
        <a:lstStyle/>
        <a:p>
          <a:endParaRPr lang="en-US"/>
        </a:p>
      </dgm:t>
    </dgm:pt>
    <dgm:pt modelId="{BF786AF5-1454-4301-99F8-D86B1665C3A8}">
      <dgm:prSet phldrT="[Text]" custT="1"/>
      <dgm:spPr/>
      <dgm:t>
        <a:bodyPr/>
        <a:lstStyle/>
        <a:p>
          <a:r>
            <a:rPr lang="en-US" sz="1200" dirty="0" smtClean="0">
              <a:solidFill>
                <a:srgbClr val="003399"/>
              </a:solidFill>
            </a:rPr>
            <a:t>Project tracking &amp; control process</a:t>
          </a:r>
          <a:endParaRPr lang="en-US" sz="1200" dirty="0"/>
        </a:p>
      </dgm:t>
    </dgm:pt>
    <dgm:pt modelId="{DBCC86AF-5728-46F6-AD06-5B066D803A61}" type="parTrans" cxnId="{074D65B9-F6AE-4EE9-A12D-8D54E3F82F5F}">
      <dgm:prSet/>
      <dgm:spPr/>
      <dgm:t>
        <a:bodyPr/>
        <a:lstStyle/>
        <a:p>
          <a:endParaRPr lang="en-US"/>
        </a:p>
      </dgm:t>
    </dgm:pt>
    <dgm:pt modelId="{60429624-4B82-4988-801D-718D0322446E}" type="sibTrans" cxnId="{074D65B9-F6AE-4EE9-A12D-8D54E3F82F5F}">
      <dgm:prSet/>
      <dgm:spPr/>
      <dgm:t>
        <a:bodyPr/>
        <a:lstStyle/>
        <a:p>
          <a:endParaRPr lang="en-US"/>
        </a:p>
      </dgm:t>
    </dgm:pt>
    <dgm:pt modelId="{C13F53A9-0197-42BD-A09C-17F0B6433C8E}">
      <dgm:prSet phldrT="[Text]" custT="1"/>
      <dgm:spPr/>
      <dgm:t>
        <a:bodyPr/>
        <a:lstStyle/>
        <a:p>
          <a:r>
            <a:rPr lang="en-US" sz="1200" dirty="0" smtClean="0">
              <a:solidFill>
                <a:srgbClr val="003399"/>
              </a:solidFill>
            </a:rPr>
            <a:t>Change control process</a:t>
          </a:r>
          <a:endParaRPr lang="en-US" sz="1200" dirty="0"/>
        </a:p>
      </dgm:t>
    </dgm:pt>
    <dgm:pt modelId="{AC866810-B0CF-48BC-96B8-992DFD8E0FF0}" type="parTrans" cxnId="{4B0A0FE0-EFCD-46BC-8DB3-B9F02D048BCD}">
      <dgm:prSet/>
      <dgm:spPr/>
      <dgm:t>
        <a:bodyPr/>
        <a:lstStyle/>
        <a:p>
          <a:endParaRPr lang="en-US"/>
        </a:p>
      </dgm:t>
    </dgm:pt>
    <dgm:pt modelId="{CBC0A4C8-52D1-4C41-9B74-A2A55E9E694C}" type="sibTrans" cxnId="{4B0A0FE0-EFCD-46BC-8DB3-B9F02D048BCD}">
      <dgm:prSet/>
      <dgm:spPr/>
      <dgm:t>
        <a:bodyPr/>
        <a:lstStyle/>
        <a:p>
          <a:endParaRPr lang="en-US"/>
        </a:p>
      </dgm:t>
    </dgm:pt>
    <dgm:pt modelId="{04F9E5AD-5BB4-41D2-95D4-5E0E583084F4}">
      <dgm:prSet phldrT="[Text]" custT="1"/>
      <dgm:spPr/>
      <dgm:t>
        <a:bodyPr/>
        <a:lstStyle/>
        <a:p>
          <a:r>
            <a:rPr lang="en-US" sz="1200" dirty="0" smtClean="0"/>
            <a:t>Gaining commitment to change</a:t>
          </a:r>
          <a:endParaRPr lang="en-US" sz="1200" dirty="0"/>
        </a:p>
      </dgm:t>
    </dgm:pt>
    <dgm:pt modelId="{5818EE86-F20F-4576-8664-7683A1781B91}" type="parTrans" cxnId="{37B6F6F9-9DD4-40B1-95E1-0BF9A2C2A1FE}">
      <dgm:prSet/>
      <dgm:spPr/>
      <dgm:t>
        <a:bodyPr/>
        <a:lstStyle/>
        <a:p>
          <a:endParaRPr lang="en-US"/>
        </a:p>
      </dgm:t>
    </dgm:pt>
    <dgm:pt modelId="{4B4008F4-D84D-4B91-966C-6F2E66D8B404}" type="sibTrans" cxnId="{37B6F6F9-9DD4-40B1-95E1-0BF9A2C2A1FE}">
      <dgm:prSet/>
      <dgm:spPr/>
      <dgm:t>
        <a:bodyPr/>
        <a:lstStyle/>
        <a:p>
          <a:endParaRPr lang="en-US"/>
        </a:p>
      </dgm:t>
    </dgm:pt>
    <dgm:pt modelId="{FAD8C68A-148F-45D5-839B-74F518C323B1}">
      <dgm:prSet phldrT="[Text]" custT="1"/>
      <dgm:spPr/>
      <dgm:t>
        <a:bodyPr/>
        <a:lstStyle/>
        <a:p>
          <a:r>
            <a:rPr lang="en-US" sz="1200" dirty="0" smtClean="0"/>
            <a:t>Fundamentals of software process improvement</a:t>
          </a:r>
          <a:endParaRPr lang="en-US" sz="1200" dirty="0"/>
        </a:p>
      </dgm:t>
    </dgm:pt>
    <dgm:pt modelId="{F4749D64-3362-486E-B7C0-2A4D4AC3F782}" type="parTrans" cxnId="{DCAC6BC1-8C85-48DC-B188-5655111C01AA}">
      <dgm:prSet/>
      <dgm:spPr/>
      <dgm:t>
        <a:bodyPr/>
        <a:lstStyle/>
        <a:p>
          <a:endParaRPr lang="en-US"/>
        </a:p>
      </dgm:t>
    </dgm:pt>
    <dgm:pt modelId="{FE04AAEC-65DF-4176-8F3D-FBB4F12C9BA3}" type="sibTrans" cxnId="{DCAC6BC1-8C85-48DC-B188-5655111C01AA}">
      <dgm:prSet/>
      <dgm:spPr/>
      <dgm:t>
        <a:bodyPr/>
        <a:lstStyle/>
        <a:p>
          <a:endParaRPr lang="en-US"/>
        </a:p>
      </dgm:t>
    </dgm:pt>
    <dgm:pt modelId="{55D06D02-16D5-487C-8E7B-D99AC83B330E}">
      <dgm:prSet phldrT="[Text]" custT="1"/>
      <dgm:spPr/>
      <dgm:t>
        <a:bodyPr/>
        <a:lstStyle/>
        <a:p>
          <a:r>
            <a:rPr lang="en-US" sz="1200" dirty="0" smtClean="0"/>
            <a:t>Root cause analysis</a:t>
          </a:r>
          <a:endParaRPr lang="en-US" sz="1200" dirty="0"/>
        </a:p>
      </dgm:t>
    </dgm:pt>
    <dgm:pt modelId="{4ED94479-1ECB-494A-992A-FA0E36F14261}" type="parTrans" cxnId="{146F2DD9-298E-407E-867D-6263F4E81B52}">
      <dgm:prSet/>
      <dgm:spPr/>
      <dgm:t>
        <a:bodyPr/>
        <a:lstStyle/>
        <a:p>
          <a:endParaRPr lang="en-US"/>
        </a:p>
      </dgm:t>
    </dgm:pt>
    <dgm:pt modelId="{2FAD6011-7AFE-44D8-B209-C12FAB59C1A5}" type="sibTrans" cxnId="{146F2DD9-298E-407E-867D-6263F4E81B52}">
      <dgm:prSet/>
      <dgm:spPr/>
      <dgm:t>
        <a:bodyPr/>
        <a:lstStyle/>
        <a:p>
          <a:endParaRPr lang="en-US"/>
        </a:p>
      </dgm:t>
    </dgm:pt>
    <dgm:pt modelId="{24579C68-62ED-453D-A21D-2C0A62715727}">
      <dgm:prSet phldrT="[Text]" custT="1"/>
      <dgm:spPr/>
      <dgm:t>
        <a:bodyPr/>
        <a:lstStyle/>
        <a:p>
          <a:r>
            <a:rPr lang="en-US" sz="1200" dirty="0" smtClean="0">
              <a:solidFill>
                <a:srgbClr val="003399"/>
              </a:solidFill>
            </a:rPr>
            <a:t>Acceptance &amp; system testing process</a:t>
          </a:r>
          <a:endParaRPr lang="en-US" sz="1200" dirty="0"/>
        </a:p>
      </dgm:t>
    </dgm:pt>
    <dgm:pt modelId="{DBE67F04-AF4A-452C-B675-9895E608A568}" type="parTrans" cxnId="{33131EBD-6894-44AA-BA47-3CA4ACE71163}">
      <dgm:prSet/>
      <dgm:spPr/>
      <dgm:t>
        <a:bodyPr/>
        <a:lstStyle/>
        <a:p>
          <a:endParaRPr lang="en-US"/>
        </a:p>
      </dgm:t>
    </dgm:pt>
    <dgm:pt modelId="{2D8AC4FC-4D71-41AE-9F71-4484A6A9CB42}" type="sibTrans" cxnId="{33131EBD-6894-44AA-BA47-3CA4ACE71163}">
      <dgm:prSet/>
      <dgm:spPr/>
      <dgm:t>
        <a:bodyPr/>
        <a:lstStyle/>
        <a:p>
          <a:endParaRPr lang="en-US"/>
        </a:p>
      </dgm:t>
    </dgm:pt>
    <dgm:pt modelId="{30A3573A-28C3-4C45-BD5A-286CD3C12E36}">
      <dgm:prSet phldrT="[Text]" custT="1"/>
      <dgm:spPr/>
      <dgm:t>
        <a:bodyPr/>
        <a:lstStyle/>
        <a:p>
          <a:r>
            <a:rPr lang="en-US" sz="1200" dirty="0" smtClean="0">
              <a:solidFill>
                <a:srgbClr val="003399"/>
              </a:solidFill>
            </a:rPr>
            <a:t>Construction process</a:t>
          </a:r>
          <a:endParaRPr lang="en-US" sz="1200" dirty="0"/>
        </a:p>
      </dgm:t>
    </dgm:pt>
    <dgm:pt modelId="{FC40C445-235C-4F1E-91F6-2326A85B7831}" type="parTrans" cxnId="{F2B967BE-B86F-4E8F-8649-8F0C3E093928}">
      <dgm:prSet/>
      <dgm:spPr/>
      <dgm:t>
        <a:bodyPr/>
        <a:lstStyle/>
        <a:p>
          <a:endParaRPr lang="en-US"/>
        </a:p>
      </dgm:t>
    </dgm:pt>
    <dgm:pt modelId="{9D1EA7F2-E76D-4890-87B1-5549BC610A28}" type="sibTrans" cxnId="{F2B967BE-B86F-4E8F-8649-8F0C3E093928}">
      <dgm:prSet/>
      <dgm:spPr/>
      <dgm:t>
        <a:bodyPr/>
        <a:lstStyle/>
        <a:p>
          <a:endParaRPr lang="en-US"/>
        </a:p>
      </dgm:t>
    </dgm:pt>
    <dgm:pt modelId="{66420757-8D11-4C52-8BE4-B49F92626FF4}">
      <dgm:prSet phldrT="[Text]" custT="1"/>
      <dgm:spPr/>
      <dgm:t>
        <a:bodyPr/>
        <a:lstStyle/>
        <a:p>
          <a:r>
            <a:rPr lang="en-US" sz="1200" dirty="0" smtClean="0">
              <a:solidFill>
                <a:srgbClr val="003399"/>
              </a:solidFill>
            </a:rPr>
            <a:t>User documentation process</a:t>
          </a:r>
          <a:endParaRPr lang="en-US" sz="1200" dirty="0"/>
        </a:p>
      </dgm:t>
    </dgm:pt>
    <dgm:pt modelId="{94DD4250-E5C7-49AA-9303-24DB1EC2CD1A}" type="parTrans" cxnId="{3444AEF0-1403-4DD3-9AE3-2745FD9B43D1}">
      <dgm:prSet/>
      <dgm:spPr/>
      <dgm:t>
        <a:bodyPr/>
        <a:lstStyle/>
        <a:p>
          <a:endParaRPr lang="en-US"/>
        </a:p>
      </dgm:t>
    </dgm:pt>
    <dgm:pt modelId="{895B718B-8A76-445C-8EFA-6A9368966959}" type="sibTrans" cxnId="{3444AEF0-1403-4DD3-9AE3-2745FD9B43D1}">
      <dgm:prSet/>
      <dgm:spPr/>
      <dgm:t>
        <a:bodyPr/>
        <a:lstStyle/>
        <a:p>
          <a:endParaRPr lang="en-US"/>
        </a:p>
      </dgm:t>
    </dgm:pt>
    <dgm:pt modelId="{5C064CD3-359F-4290-A261-9F58B8864B8A}">
      <dgm:prSet phldrT="[Text]" custT="1"/>
      <dgm:spPr/>
      <dgm:t>
        <a:bodyPr/>
        <a:lstStyle/>
        <a:p>
          <a:r>
            <a:rPr lang="en-US" sz="1200" dirty="0" smtClean="0"/>
            <a:t>The process improvement cycle</a:t>
          </a:r>
          <a:endParaRPr lang="en-US" sz="1200" dirty="0"/>
        </a:p>
      </dgm:t>
    </dgm:pt>
    <dgm:pt modelId="{7CC068AC-0886-4F21-9DA5-733379906E94}" type="parTrans" cxnId="{EFA2A8C4-DD68-4936-A5B9-77B03A732105}">
      <dgm:prSet/>
      <dgm:spPr/>
      <dgm:t>
        <a:bodyPr/>
        <a:lstStyle/>
        <a:p>
          <a:endParaRPr lang="en-US"/>
        </a:p>
      </dgm:t>
    </dgm:pt>
    <dgm:pt modelId="{7681F73F-7A81-4E16-840E-E625AC385456}" type="sibTrans" cxnId="{EFA2A8C4-DD68-4936-A5B9-77B03A732105}">
      <dgm:prSet/>
      <dgm:spPr/>
      <dgm:t>
        <a:bodyPr/>
        <a:lstStyle/>
        <a:p>
          <a:endParaRPr lang="en-US"/>
        </a:p>
      </dgm:t>
    </dgm:pt>
    <dgm:pt modelId="{8F3032B2-9F9F-43F3-A6B4-5A6431551232}">
      <dgm:prSet phldrT="[Text]" custT="1"/>
      <dgm:spPr/>
      <dgm:t>
        <a:bodyPr/>
        <a:lstStyle/>
        <a:p>
          <a:r>
            <a:rPr lang="en-US" sz="1200" dirty="0" smtClean="0">
              <a:solidFill>
                <a:srgbClr val="003399"/>
              </a:solidFill>
            </a:rPr>
            <a:t>Access current practices</a:t>
          </a:r>
          <a:endParaRPr lang="en-US" sz="1200" dirty="0"/>
        </a:p>
      </dgm:t>
    </dgm:pt>
    <dgm:pt modelId="{16005CF5-CE14-42C7-8424-6541F32E943C}" type="parTrans" cxnId="{9568D348-BBAA-4389-9451-E933A5DACEAC}">
      <dgm:prSet/>
      <dgm:spPr/>
      <dgm:t>
        <a:bodyPr/>
        <a:lstStyle/>
        <a:p>
          <a:endParaRPr lang="en-US"/>
        </a:p>
      </dgm:t>
    </dgm:pt>
    <dgm:pt modelId="{983633CE-5DD6-4B1C-BDCA-E13AA66C05B2}" type="sibTrans" cxnId="{9568D348-BBAA-4389-9451-E933A5DACEAC}">
      <dgm:prSet/>
      <dgm:spPr/>
      <dgm:t>
        <a:bodyPr/>
        <a:lstStyle/>
        <a:p>
          <a:endParaRPr lang="en-US"/>
        </a:p>
      </dgm:t>
    </dgm:pt>
    <dgm:pt modelId="{2EF2315B-B6AC-4F58-8DBD-5817A4533432}">
      <dgm:prSet phldrT="[Text]" custT="1"/>
      <dgm:spPr/>
      <dgm:t>
        <a:bodyPr/>
        <a:lstStyle/>
        <a:p>
          <a:r>
            <a:rPr lang="en-US" sz="1200" dirty="0" smtClean="0">
              <a:solidFill>
                <a:srgbClr val="003399"/>
              </a:solidFill>
            </a:rPr>
            <a:t>Plan improvement actions</a:t>
          </a:r>
          <a:endParaRPr lang="en-US" sz="1200" dirty="0"/>
        </a:p>
      </dgm:t>
    </dgm:pt>
    <dgm:pt modelId="{83E7A951-3736-4FAB-808C-80D97975F938}" type="parTrans" cxnId="{C18EA098-BF31-412F-9375-A215E795DE07}">
      <dgm:prSet/>
      <dgm:spPr/>
      <dgm:t>
        <a:bodyPr/>
        <a:lstStyle/>
        <a:p>
          <a:endParaRPr lang="en-US"/>
        </a:p>
      </dgm:t>
    </dgm:pt>
    <dgm:pt modelId="{3708B772-C167-4EF7-9857-44F377940390}" type="sibTrans" cxnId="{C18EA098-BF31-412F-9375-A215E795DE07}">
      <dgm:prSet/>
      <dgm:spPr/>
      <dgm:t>
        <a:bodyPr/>
        <a:lstStyle/>
        <a:p>
          <a:endParaRPr lang="en-US"/>
        </a:p>
      </dgm:t>
    </dgm:pt>
    <dgm:pt modelId="{E2E1DA52-9148-44AC-9A71-F7EB79065B45}">
      <dgm:prSet phldrT="[Text]" custT="1"/>
      <dgm:spPr/>
      <dgm:t>
        <a:bodyPr/>
        <a:lstStyle/>
        <a:p>
          <a:r>
            <a:rPr lang="en-US" sz="1200" smtClean="0">
              <a:solidFill>
                <a:srgbClr val="003399"/>
              </a:solidFill>
            </a:rPr>
            <a:t>Create, pilot, and roll out processes</a:t>
          </a:r>
          <a:endParaRPr lang="en-US" sz="1200" dirty="0"/>
        </a:p>
      </dgm:t>
    </dgm:pt>
    <dgm:pt modelId="{6B8F5990-94C7-4475-BD5E-EF8D92FF11E2}" type="parTrans" cxnId="{968B759F-2953-4831-BE08-FCF0BBC04ACD}">
      <dgm:prSet/>
      <dgm:spPr/>
      <dgm:t>
        <a:bodyPr/>
        <a:lstStyle/>
        <a:p>
          <a:endParaRPr lang="en-US"/>
        </a:p>
      </dgm:t>
    </dgm:pt>
    <dgm:pt modelId="{5E68572A-EE22-47A7-9CDC-2186EAF5A99B}" type="sibTrans" cxnId="{968B759F-2953-4831-BE08-FCF0BBC04ACD}">
      <dgm:prSet/>
      <dgm:spPr/>
      <dgm:t>
        <a:bodyPr/>
        <a:lstStyle/>
        <a:p>
          <a:endParaRPr lang="en-US"/>
        </a:p>
      </dgm:t>
    </dgm:pt>
    <dgm:pt modelId="{0D758F84-0123-499F-BC30-88C6956AF24A}">
      <dgm:prSet phldrT="[Text]" custT="1"/>
      <dgm:spPr/>
      <dgm:t>
        <a:bodyPr/>
        <a:lstStyle/>
        <a:p>
          <a:r>
            <a:rPr lang="en-US" sz="1200" smtClean="0">
              <a:solidFill>
                <a:srgbClr val="003399"/>
              </a:solidFill>
            </a:rPr>
            <a:t>Evaluate results</a:t>
          </a:r>
          <a:endParaRPr lang="en-US" sz="1200" dirty="0"/>
        </a:p>
      </dgm:t>
    </dgm:pt>
    <dgm:pt modelId="{038A2DE9-80CD-4E46-92CB-CAD7C0F197F8}" type="parTrans" cxnId="{C2B889CA-FE79-4EE9-9B81-DA2137542CFE}">
      <dgm:prSet/>
      <dgm:spPr/>
      <dgm:t>
        <a:bodyPr/>
        <a:lstStyle/>
        <a:p>
          <a:endParaRPr lang="en-US"/>
        </a:p>
      </dgm:t>
    </dgm:pt>
    <dgm:pt modelId="{DB9C215B-3C56-464B-84BE-192275F749A0}" type="sibTrans" cxnId="{C2B889CA-FE79-4EE9-9B81-DA2137542CFE}">
      <dgm:prSet/>
      <dgm:spPr/>
      <dgm:t>
        <a:bodyPr/>
        <a:lstStyle/>
        <a:p>
          <a:endParaRPr lang="en-US"/>
        </a:p>
      </dgm:t>
    </dgm:pt>
    <dgm:pt modelId="{6CF1DDF2-D3D8-4188-B43A-5933164270ED}">
      <dgm:prSet phldrT="[Text]" custT="1"/>
      <dgm:spPr/>
      <dgm:t>
        <a:bodyPr/>
        <a:lstStyle/>
        <a:p>
          <a:r>
            <a:rPr lang="en-US" sz="1200" dirty="0" smtClean="0"/>
            <a:t>Requirements engineering process assets</a:t>
          </a:r>
          <a:endParaRPr lang="en-US" sz="1200" dirty="0"/>
        </a:p>
      </dgm:t>
    </dgm:pt>
    <dgm:pt modelId="{CA24AC75-4172-46C0-B5EC-9CDAD2CAE537}" type="parTrans" cxnId="{0B30FE30-52FD-47B9-8928-FF627DB40219}">
      <dgm:prSet/>
      <dgm:spPr/>
      <dgm:t>
        <a:bodyPr/>
        <a:lstStyle/>
        <a:p>
          <a:endParaRPr lang="en-US"/>
        </a:p>
      </dgm:t>
    </dgm:pt>
    <dgm:pt modelId="{5CCDD4A5-F1CF-4D98-8C57-90A614338FF4}" type="sibTrans" cxnId="{0B30FE30-52FD-47B9-8928-FF627DB40219}">
      <dgm:prSet/>
      <dgm:spPr/>
      <dgm:t>
        <a:bodyPr/>
        <a:lstStyle/>
        <a:p>
          <a:endParaRPr lang="en-US"/>
        </a:p>
      </dgm:t>
    </dgm:pt>
    <dgm:pt modelId="{7AD2EE84-A000-444B-9F76-A2F5A22126CD}">
      <dgm:prSet phldrT="[Text]" custT="1"/>
      <dgm:spPr/>
      <dgm:t>
        <a:bodyPr/>
        <a:lstStyle/>
        <a:p>
          <a:r>
            <a:rPr lang="en-US" sz="1200" dirty="0" smtClean="0"/>
            <a:t>requirements process improvement road map</a:t>
          </a:r>
          <a:endParaRPr lang="en-US" sz="1200" dirty="0"/>
        </a:p>
      </dgm:t>
    </dgm:pt>
    <dgm:pt modelId="{88332880-1732-479E-8A54-2924D7FD9F13}" type="parTrans" cxnId="{143552EB-C05B-41B2-A688-609B7DA71DB6}">
      <dgm:prSet/>
      <dgm:spPr/>
      <dgm:t>
        <a:bodyPr/>
        <a:lstStyle/>
        <a:p>
          <a:endParaRPr lang="en-US"/>
        </a:p>
      </dgm:t>
    </dgm:pt>
    <dgm:pt modelId="{D6B7E923-8801-4BCC-B1C3-422B0632BBDA}" type="sibTrans" cxnId="{143552EB-C05B-41B2-A688-609B7DA71DB6}">
      <dgm:prSet/>
      <dgm:spPr/>
      <dgm:t>
        <a:bodyPr/>
        <a:lstStyle/>
        <a:p>
          <a:endParaRPr lang="en-US"/>
        </a:p>
      </dgm:t>
    </dgm:pt>
    <dgm:pt modelId="{11077618-9302-474C-8482-1BBB83E3AEF1}" type="pres">
      <dgm:prSet presAssocID="{1A65A4D7-7720-45CB-8279-86EBD3407E97}" presName="hierChild1" presStyleCnt="0">
        <dgm:presLayoutVars>
          <dgm:orgChart val="1"/>
          <dgm:chPref val="1"/>
          <dgm:dir/>
          <dgm:animOne val="branch"/>
          <dgm:animLvl val="lvl"/>
          <dgm:resizeHandles/>
        </dgm:presLayoutVars>
      </dgm:prSet>
      <dgm:spPr/>
      <dgm:t>
        <a:bodyPr/>
        <a:lstStyle/>
        <a:p>
          <a:endParaRPr lang="en-US"/>
        </a:p>
      </dgm:t>
    </dgm:pt>
    <dgm:pt modelId="{38ED7B2E-63E5-438D-91CD-EFA6DE9BBF61}" type="pres">
      <dgm:prSet presAssocID="{9E6404DC-1053-49D6-95EE-599A97C88DD3}" presName="hierRoot1" presStyleCnt="0">
        <dgm:presLayoutVars>
          <dgm:hierBranch val="init"/>
        </dgm:presLayoutVars>
      </dgm:prSet>
      <dgm:spPr/>
    </dgm:pt>
    <dgm:pt modelId="{ADCB6C6D-2F95-4AD5-B3EB-BEA9A3239732}" type="pres">
      <dgm:prSet presAssocID="{9E6404DC-1053-49D6-95EE-599A97C88DD3}" presName="rootComposite1" presStyleCnt="0"/>
      <dgm:spPr/>
    </dgm:pt>
    <dgm:pt modelId="{0F3C8968-31FF-46A5-BCB3-A2E771257413}" type="pres">
      <dgm:prSet presAssocID="{9E6404DC-1053-49D6-95EE-599A97C88DD3}" presName="rootText1" presStyleLbl="node0" presStyleIdx="0" presStyleCnt="1" custScaleX="379549" custScaleY="205779" custLinFactNeighborX="-2386" custLinFactNeighborY="-20455">
        <dgm:presLayoutVars>
          <dgm:chPref val="3"/>
        </dgm:presLayoutVars>
      </dgm:prSet>
      <dgm:spPr/>
      <dgm:t>
        <a:bodyPr/>
        <a:lstStyle/>
        <a:p>
          <a:endParaRPr lang="en-US"/>
        </a:p>
      </dgm:t>
    </dgm:pt>
    <dgm:pt modelId="{C8C73746-D1E9-45A4-A4B2-4DB251C0CC5A}" type="pres">
      <dgm:prSet presAssocID="{9E6404DC-1053-49D6-95EE-599A97C88DD3}" presName="rootConnector1" presStyleLbl="node1" presStyleIdx="0" presStyleCnt="0"/>
      <dgm:spPr/>
      <dgm:t>
        <a:bodyPr/>
        <a:lstStyle/>
        <a:p>
          <a:endParaRPr lang="en-US"/>
        </a:p>
      </dgm:t>
    </dgm:pt>
    <dgm:pt modelId="{AD53A4B1-01E7-41E8-9724-31F3910545A4}" type="pres">
      <dgm:prSet presAssocID="{9E6404DC-1053-49D6-95EE-599A97C88DD3}" presName="hierChild2" presStyleCnt="0"/>
      <dgm:spPr/>
    </dgm:pt>
    <dgm:pt modelId="{7B4371B5-9FE0-4A41-B872-D27DD755166A}" type="pres">
      <dgm:prSet presAssocID="{8CE2CE9A-EBD7-445E-BD99-21666869C1D4}" presName="Name37" presStyleLbl="parChTrans1D2" presStyleIdx="0" presStyleCnt="8"/>
      <dgm:spPr/>
      <dgm:t>
        <a:bodyPr/>
        <a:lstStyle/>
        <a:p>
          <a:endParaRPr lang="en-US"/>
        </a:p>
      </dgm:t>
    </dgm:pt>
    <dgm:pt modelId="{ED726A71-3CEE-43E5-B36E-E99BBF451E5B}" type="pres">
      <dgm:prSet presAssocID="{9286A5EC-F2A9-487D-8BF1-B96EEEFD636B}" presName="hierRoot2" presStyleCnt="0">
        <dgm:presLayoutVars>
          <dgm:hierBranch val="init"/>
        </dgm:presLayoutVars>
      </dgm:prSet>
      <dgm:spPr/>
    </dgm:pt>
    <dgm:pt modelId="{82B2FC70-3C15-48D4-B101-71C09EFE19F9}" type="pres">
      <dgm:prSet presAssocID="{9286A5EC-F2A9-487D-8BF1-B96EEEFD636B}" presName="rootComposite" presStyleCnt="0"/>
      <dgm:spPr/>
    </dgm:pt>
    <dgm:pt modelId="{C9422C4E-2B02-4D33-A16B-EF7B187ECAB7}" type="pres">
      <dgm:prSet presAssocID="{9286A5EC-F2A9-487D-8BF1-B96EEEFD636B}" presName="rootText" presStyleLbl="node2" presStyleIdx="0" presStyleCnt="8" custScaleX="179806" custScaleY="247154" custLinFactNeighborX="4006" custLinFactNeighborY="53476">
        <dgm:presLayoutVars>
          <dgm:chPref val="3"/>
        </dgm:presLayoutVars>
      </dgm:prSet>
      <dgm:spPr/>
      <dgm:t>
        <a:bodyPr/>
        <a:lstStyle/>
        <a:p>
          <a:endParaRPr lang="en-US"/>
        </a:p>
      </dgm:t>
    </dgm:pt>
    <dgm:pt modelId="{A10B8E6A-AEE1-4C2B-8634-C515AEDBA0E5}" type="pres">
      <dgm:prSet presAssocID="{9286A5EC-F2A9-487D-8BF1-B96EEEFD636B}" presName="rootConnector" presStyleLbl="node2" presStyleIdx="0" presStyleCnt="8"/>
      <dgm:spPr/>
      <dgm:t>
        <a:bodyPr/>
        <a:lstStyle/>
        <a:p>
          <a:endParaRPr lang="en-US"/>
        </a:p>
      </dgm:t>
    </dgm:pt>
    <dgm:pt modelId="{C9264EDA-91B6-4FAE-AFE6-AFC29BE66386}" type="pres">
      <dgm:prSet presAssocID="{9286A5EC-F2A9-487D-8BF1-B96EEEFD636B}" presName="hierChild4" presStyleCnt="0"/>
      <dgm:spPr/>
    </dgm:pt>
    <dgm:pt modelId="{7E5B4EED-8F8A-44FB-BA06-E88292DE9A10}" type="pres">
      <dgm:prSet presAssocID="{B0A1E639-7820-4EBF-83D7-A40B66A6D4CD}" presName="Name37" presStyleLbl="parChTrans1D3" presStyleIdx="0" presStyleCnt="10"/>
      <dgm:spPr/>
      <dgm:t>
        <a:bodyPr/>
        <a:lstStyle/>
        <a:p>
          <a:endParaRPr lang="en-US"/>
        </a:p>
      </dgm:t>
    </dgm:pt>
    <dgm:pt modelId="{7273551E-4069-4549-8DDF-1954EF17D3B4}" type="pres">
      <dgm:prSet presAssocID="{7C839D19-893E-444F-BC66-38E1A072902D}" presName="hierRoot2" presStyleCnt="0">
        <dgm:presLayoutVars>
          <dgm:hierBranch val="init"/>
        </dgm:presLayoutVars>
      </dgm:prSet>
      <dgm:spPr/>
    </dgm:pt>
    <dgm:pt modelId="{5090A920-C971-4BBC-86CE-457A206CFA3A}" type="pres">
      <dgm:prSet presAssocID="{7C839D19-893E-444F-BC66-38E1A072902D}" presName="rootComposite" presStyleCnt="0"/>
      <dgm:spPr/>
    </dgm:pt>
    <dgm:pt modelId="{C6FAE040-2A5A-4E02-94DD-A745D018122F}" type="pres">
      <dgm:prSet presAssocID="{7C839D19-893E-444F-BC66-38E1A072902D}" presName="rootText" presStyleLbl="node3" presStyleIdx="0" presStyleCnt="10" custScaleX="187279" custScaleY="129429" custLinFactNeighborX="-9210" custLinFactNeighborY="61141">
        <dgm:presLayoutVars>
          <dgm:chPref val="3"/>
        </dgm:presLayoutVars>
      </dgm:prSet>
      <dgm:spPr/>
      <dgm:t>
        <a:bodyPr/>
        <a:lstStyle/>
        <a:p>
          <a:endParaRPr lang="en-US"/>
        </a:p>
      </dgm:t>
    </dgm:pt>
    <dgm:pt modelId="{7C244878-274A-428A-82EF-793EAA6A8212}" type="pres">
      <dgm:prSet presAssocID="{7C839D19-893E-444F-BC66-38E1A072902D}" presName="rootConnector" presStyleLbl="node3" presStyleIdx="0" presStyleCnt="10"/>
      <dgm:spPr/>
      <dgm:t>
        <a:bodyPr/>
        <a:lstStyle/>
        <a:p>
          <a:endParaRPr lang="en-US"/>
        </a:p>
      </dgm:t>
    </dgm:pt>
    <dgm:pt modelId="{1714A8E4-5EA8-4AA1-A52A-26022F7A450C}" type="pres">
      <dgm:prSet presAssocID="{7C839D19-893E-444F-BC66-38E1A072902D}" presName="hierChild4" presStyleCnt="0"/>
      <dgm:spPr/>
    </dgm:pt>
    <dgm:pt modelId="{10541011-2494-46ED-BA3E-E75873803913}" type="pres">
      <dgm:prSet presAssocID="{7C839D19-893E-444F-BC66-38E1A072902D}" presName="hierChild5" presStyleCnt="0"/>
      <dgm:spPr/>
    </dgm:pt>
    <dgm:pt modelId="{CE3C8DF7-9CB2-47F0-A42C-554D5D6B5498}" type="pres">
      <dgm:prSet presAssocID="{DBCC86AF-5728-46F6-AD06-5B066D803A61}" presName="Name37" presStyleLbl="parChTrans1D3" presStyleIdx="1" presStyleCnt="10"/>
      <dgm:spPr/>
      <dgm:t>
        <a:bodyPr/>
        <a:lstStyle/>
        <a:p>
          <a:endParaRPr lang="en-US"/>
        </a:p>
      </dgm:t>
    </dgm:pt>
    <dgm:pt modelId="{77BAFC8B-1A93-46D0-95A3-BC9F47D8073B}" type="pres">
      <dgm:prSet presAssocID="{BF786AF5-1454-4301-99F8-D86B1665C3A8}" presName="hierRoot2" presStyleCnt="0">
        <dgm:presLayoutVars>
          <dgm:hierBranch val="init"/>
        </dgm:presLayoutVars>
      </dgm:prSet>
      <dgm:spPr/>
    </dgm:pt>
    <dgm:pt modelId="{67A8194D-CE80-43DE-A481-0C652A768422}" type="pres">
      <dgm:prSet presAssocID="{BF786AF5-1454-4301-99F8-D86B1665C3A8}" presName="rootComposite" presStyleCnt="0"/>
      <dgm:spPr/>
    </dgm:pt>
    <dgm:pt modelId="{D051AD6C-BD44-4B30-BAA8-766706739534}" type="pres">
      <dgm:prSet presAssocID="{BF786AF5-1454-4301-99F8-D86B1665C3A8}" presName="rootText" presStyleLbl="node3" presStyleIdx="1" presStyleCnt="10" custScaleX="195202" custScaleY="168565" custLinFactNeighborX="-9210" custLinFactNeighborY="52020">
        <dgm:presLayoutVars>
          <dgm:chPref val="3"/>
        </dgm:presLayoutVars>
      </dgm:prSet>
      <dgm:spPr/>
      <dgm:t>
        <a:bodyPr/>
        <a:lstStyle/>
        <a:p>
          <a:endParaRPr lang="en-US"/>
        </a:p>
      </dgm:t>
    </dgm:pt>
    <dgm:pt modelId="{82DD5E05-6F70-43B9-B33F-EB9E97675CB4}" type="pres">
      <dgm:prSet presAssocID="{BF786AF5-1454-4301-99F8-D86B1665C3A8}" presName="rootConnector" presStyleLbl="node3" presStyleIdx="1" presStyleCnt="10"/>
      <dgm:spPr/>
      <dgm:t>
        <a:bodyPr/>
        <a:lstStyle/>
        <a:p>
          <a:endParaRPr lang="en-US"/>
        </a:p>
      </dgm:t>
    </dgm:pt>
    <dgm:pt modelId="{D66BB385-F612-40C5-A75D-32A8B0E65F9B}" type="pres">
      <dgm:prSet presAssocID="{BF786AF5-1454-4301-99F8-D86B1665C3A8}" presName="hierChild4" presStyleCnt="0"/>
      <dgm:spPr/>
    </dgm:pt>
    <dgm:pt modelId="{6E8B4A6C-1070-46D9-B551-69F49D1C0DC0}" type="pres">
      <dgm:prSet presAssocID="{BF786AF5-1454-4301-99F8-D86B1665C3A8}" presName="hierChild5" presStyleCnt="0"/>
      <dgm:spPr/>
    </dgm:pt>
    <dgm:pt modelId="{E4636C06-AABB-4991-99EF-D519C9F01F26}" type="pres">
      <dgm:prSet presAssocID="{AC866810-B0CF-48BC-96B8-992DFD8E0FF0}" presName="Name37" presStyleLbl="parChTrans1D3" presStyleIdx="2" presStyleCnt="10"/>
      <dgm:spPr/>
      <dgm:t>
        <a:bodyPr/>
        <a:lstStyle/>
        <a:p>
          <a:endParaRPr lang="en-US"/>
        </a:p>
      </dgm:t>
    </dgm:pt>
    <dgm:pt modelId="{48E9BED8-2671-4DE8-9479-797DE4AA6444}" type="pres">
      <dgm:prSet presAssocID="{C13F53A9-0197-42BD-A09C-17F0B6433C8E}" presName="hierRoot2" presStyleCnt="0">
        <dgm:presLayoutVars>
          <dgm:hierBranch val="init"/>
        </dgm:presLayoutVars>
      </dgm:prSet>
      <dgm:spPr/>
    </dgm:pt>
    <dgm:pt modelId="{238E99CA-C072-4BC0-8AA5-0C6B0C916672}" type="pres">
      <dgm:prSet presAssocID="{C13F53A9-0197-42BD-A09C-17F0B6433C8E}" presName="rootComposite" presStyleCnt="0"/>
      <dgm:spPr/>
    </dgm:pt>
    <dgm:pt modelId="{2CF404F2-0ACA-4C8A-B4A0-A3CC582C9107}" type="pres">
      <dgm:prSet presAssocID="{C13F53A9-0197-42BD-A09C-17F0B6433C8E}" presName="rootText" presStyleLbl="node3" presStyleIdx="2" presStyleCnt="10" custScaleX="200469" custScaleY="161754" custLinFactNeighborX="-9210" custLinFactNeighborY="34436">
        <dgm:presLayoutVars>
          <dgm:chPref val="3"/>
        </dgm:presLayoutVars>
      </dgm:prSet>
      <dgm:spPr/>
      <dgm:t>
        <a:bodyPr/>
        <a:lstStyle/>
        <a:p>
          <a:endParaRPr lang="en-US"/>
        </a:p>
      </dgm:t>
    </dgm:pt>
    <dgm:pt modelId="{6E87612E-C982-4B08-BE76-332DBA145DD3}" type="pres">
      <dgm:prSet presAssocID="{C13F53A9-0197-42BD-A09C-17F0B6433C8E}" presName="rootConnector" presStyleLbl="node3" presStyleIdx="2" presStyleCnt="10"/>
      <dgm:spPr/>
      <dgm:t>
        <a:bodyPr/>
        <a:lstStyle/>
        <a:p>
          <a:endParaRPr lang="en-US"/>
        </a:p>
      </dgm:t>
    </dgm:pt>
    <dgm:pt modelId="{4CB63330-2DB3-433F-ABC0-BBA61091E2A5}" type="pres">
      <dgm:prSet presAssocID="{C13F53A9-0197-42BD-A09C-17F0B6433C8E}" presName="hierChild4" presStyleCnt="0"/>
      <dgm:spPr/>
    </dgm:pt>
    <dgm:pt modelId="{4BFC675F-FE74-4B72-A967-4EDBFEF74FDF}" type="pres">
      <dgm:prSet presAssocID="{C13F53A9-0197-42BD-A09C-17F0B6433C8E}" presName="hierChild5" presStyleCnt="0"/>
      <dgm:spPr/>
    </dgm:pt>
    <dgm:pt modelId="{B319A6FD-1BB8-4AF3-A57C-B0E2EB03B3A8}" type="pres">
      <dgm:prSet presAssocID="{DBE67F04-AF4A-452C-B675-9895E608A568}" presName="Name37" presStyleLbl="parChTrans1D3" presStyleIdx="3" presStyleCnt="10"/>
      <dgm:spPr/>
      <dgm:t>
        <a:bodyPr/>
        <a:lstStyle/>
        <a:p>
          <a:endParaRPr lang="en-US"/>
        </a:p>
      </dgm:t>
    </dgm:pt>
    <dgm:pt modelId="{7CA02A55-62FE-4DF3-A576-8FF058DA279E}" type="pres">
      <dgm:prSet presAssocID="{24579C68-62ED-453D-A21D-2C0A62715727}" presName="hierRoot2" presStyleCnt="0">
        <dgm:presLayoutVars>
          <dgm:hierBranch val="init"/>
        </dgm:presLayoutVars>
      </dgm:prSet>
      <dgm:spPr/>
    </dgm:pt>
    <dgm:pt modelId="{193E7042-5970-4B78-AD42-29577668EE12}" type="pres">
      <dgm:prSet presAssocID="{24579C68-62ED-453D-A21D-2C0A62715727}" presName="rootComposite" presStyleCnt="0"/>
      <dgm:spPr/>
    </dgm:pt>
    <dgm:pt modelId="{B884830D-3363-4530-B0AD-560D97BED530}" type="pres">
      <dgm:prSet presAssocID="{24579C68-62ED-453D-A21D-2C0A62715727}" presName="rootText" presStyleLbl="node3" presStyleIdx="3" presStyleCnt="10" custScaleX="196719" custScaleY="144022" custLinFactNeighborX="-9210" custLinFactNeighborY="13190">
        <dgm:presLayoutVars>
          <dgm:chPref val="3"/>
        </dgm:presLayoutVars>
      </dgm:prSet>
      <dgm:spPr/>
      <dgm:t>
        <a:bodyPr/>
        <a:lstStyle/>
        <a:p>
          <a:endParaRPr lang="en-US"/>
        </a:p>
      </dgm:t>
    </dgm:pt>
    <dgm:pt modelId="{DC84C4F1-C8D4-430E-98C5-2D80424D639E}" type="pres">
      <dgm:prSet presAssocID="{24579C68-62ED-453D-A21D-2C0A62715727}" presName="rootConnector" presStyleLbl="node3" presStyleIdx="3" presStyleCnt="10"/>
      <dgm:spPr/>
      <dgm:t>
        <a:bodyPr/>
        <a:lstStyle/>
        <a:p>
          <a:endParaRPr lang="en-US"/>
        </a:p>
      </dgm:t>
    </dgm:pt>
    <dgm:pt modelId="{8341EF83-C913-4CFD-82AD-8D429C8B2C1F}" type="pres">
      <dgm:prSet presAssocID="{24579C68-62ED-453D-A21D-2C0A62715727}" presName="hierChild4" presStyleCnt="0"/>
      <dgm:spPr/>
    </dgm:pt>
    <dgm:pt modelId="{300354E7-8108-408D-AE9E-C4738DC4AEA9}" type="pres">
      <dgm:prSet presAssocID="{24579C68-62ED-453D-A21D-2C0A62715727}" presName="hierChild5" presStyleCnt="0"/>
      <dgm:spPr/>
    </dgm:pt>
    <dgm:pt modelId="{49D33D41-F9C5-45C7-949F-72D5165C073A}" type="pres">
      <dgm:prSet presAssocID="{FC40C445-235C-4F1E-91F6-2326A85B7831}" presName="Name37" presStyleLbl="parChTrans1D3" presStyleIdx="4" presStyleCnt="10"/>
      <dgm:spPr/>
      <dgm:t>
        <a:bodyPr/>
        <a:lstStyle/>
        <a:p>
          <a:endParaRPr lang="en-US"/>
        </a:p>
      </dgm:t>
    </dgm:pt>
    <dgm:pt modelId="{F7CAA1D8-FCED-43FE-BD77-94E281C36D6F}" type="pres">
      <dgm:prSet presAssocID="{30A3573A-28C3-4C45-BD5A-286CD3C12E36}" presName="hierRoot2" presStyleCnt="0">
        <dgm:presLayoutVars>
          <dgm:hierBranch val="init"/>
        </dgm:presLayoutVars>
      </dgm:prSet>
      <dgm:spPr/>
    </dgm:pt>
    <dgm:pt modelId="{DEAB46A6-CBA6-49C9-8078-10ADD5007385}" type="pres">
      <dgm:prSet presAssocID="{30A3573A-28C3-4C45-BD5A-286CD3C12E36}" presName="rootComposite" presStyleCnt="0"/>
      <dgm:spPr/>
    </dgm:pt>
    <dgm:pt modelId="{99B13230-78A2-4446-AEF8-C26E6EC3E5B0}" type="pres">
      <dgm:prSet presAssocID="{30A3573A-28C3-4C45-BD5A-286CD3C12E36}" presName="rootText" presStyleLbl="node3" presStyleIdx="4" presStyleCnt="10" custScaleX="196719" custScaleY="144022" custLinFactNeighborX="-9210" custLinFactNeighborY="2">
        <dgm:presLayoutVars>
          <dgm:chPref val="3"/>
        </dgm:presLayoutVars>
      </dgm:prSet>
      <dgm:spPr/>
      <dgm:t>
        <a:bodyPr/>
        <a:lstStyle/>
        <a:p>
          <a:endParaRPr lang="en-US"/>
        </a:p>
      </dgm:t>
    </dgm:pt>
    <dgm:pt modelId="{20AD1473-3310-4ED6-918D-EEC94B799A78}" type="pres">
      <dgm:prSet presAssocID="{30A3573A-28C3-4C45-BD5A-286CD3C12E36}" presName="rootConnector" presStyleLbl="node3" presStyleIdx="4" presStyleCnt="10"/>
      <dgm:spPr/>
      <dgm:t>
        <a:bodyPr/>
        <a:lstStyle/>
        <a:p>
          <a:endParaRPr lang="en-US"/>
        </a:p>
      </dgm:t>
    </dgm:pt>
    <dgm:pt modelId="{9393029B-F992-4CEF-A22B-13904C8AB418}" type="pres">
      <dgm:prSet presAssocID="{30A3573A-28C3-4C45-BD5A-286CD3C12E36}" presName="hierChild4" presStyleCnt="0"/>
      <dgm:spPr/>
    </dgm:pt>
    <dgm:pt modelId="{609F574D-4C01-462B-BC81-912A3DEF1D9B}" type="pres">
      <dgm:prSet presAssocID="{30A3573A-28C3-4C45-BD5A-286CD3C12E36}" presName="hierChild5" presStyleCnt="0"/>
      <dgm:spPr/>
    </dgm:pt>
    <dgm:pt modelId="{4EA00C17-D0E1-45B0-A01E-1EEC6763C52A}" type="pres">
      <dgm:prSet presAssocID="{94DD4250-E5C7-49AA-9303-24DB1EC2CD1A}" presName="Name37" presStyleLbl="parChTrans1D3" presStyleIdx="5" presStyleCnt="10"/>
      <dgm:spPr/>
      <dgm:t>
        <a:bodyPr/>
        <a:lstStyle/>
        <a:p>
          <a:endParaRPr lang="en-US"/>
        </a:p>
      </dgm:t>
    </dgm:pt>
    <dgm:pt modelId="{E13FDB0C-82BF-46EF-9E2A-B74833EBE083}" type="pres">
      <dgm:prSet presAssocID="{66420757-8D11-4C52-8BE4-B49F92626FF4}" presName="hierRoot2" presStyleCnt="0">
        <dgm:presLayoutVars>
          <dgm:hierBranch val="init"/>
        </dgm:presLayoutVars>
      </dgm:prSet>
      <dgm:spPr/>
    </dgm:pt>
    <dgm:pt modelId="{6F889A8A-15EA-4175-AFAB-E5C4633A55C6}" type="pres">
      <dgm:prSet presAssocID="{66420757-8D11-4C52-8BE4-B49F92626FF4}" presName="rootComposite" presStyleCnt="0"/>
      <dgm:spPr/>
    </dgm:pt>
    <dgm:pt modelId="{9B3B753F-3337-4FC5-847E-03B30A2CFC72}" type="pres">
      <dgm:prSet presAssocID="{66420757-8D11-4C52-8BE4-B49F92626FF4}" presName="rootText" presStyleLbl="node3" presStyleIdx="5" presStyleCnt="10" custScaleX="196719" custScaleY="144022" custLinFactNeighborX="-9210" custLinFactNeighborY="-15632">
        <dgm:presLayoutVars>
          <dgm:chPref val="3"/>
        </dgm:presLayoutVars>
      </dgm:prSet>
      <dgm:spPr/>
      <dgm:t>
        <a:bodyPr/>
        <a:lstStyle/>
        <a:p>
          <a:endParaRPr lang="en-US"/>
        </a:p>
      </dgm:t>
    </dgm:pt>
    <dgm:pt modelId="{DDD5F3FA-5881-44F2-A1E4-6971704526F7}" type="pres">
      <dgm:prSet presAssocID="{66420757-8D11-4C52-8BE4-B49F92626FF4}" presName="rootConnector" presStyleLbl="node3" presStyleIdx="5" presStyleCnt="10"/>
      <dgm:spPr/>
      <dgm:t>
        <a:bodyPr/>
        <a:lstStyle/>
        <a:p>
          <a:endParaRPr lang="en-US"/>
        </a:p>
      </dgm:t>
    </dgm:pt>
    <dgm:pt modelId="{676ABBB4-3C98-4704-ACC5-762B2C2E471C}" type="pres">
      <dgm:prSet presAssocID="{66420757-8D11-4C52-8BE4-B49F92626FF4}" presName="hierChild4" presStyleCnt="0"/>
      <dgm:spPr/>
    </dgm:pt>
    <dgm:pt modelId="{AB7EDDB3-9B61-4F08-9251-CA1DBC985988}" type="pres">
      <dgm:prSet presAssocID="{66420757-8D11-4C52-8BE4-B49F92626FF4}" presName="hierChild5" presStyleCnt="0"/>
      <dgm:spPr/>
    </dgm:pt>
    <dgm:pt modelId="{C5C54053-3A12-46C3-BAAB-BDE4C3102748}" type="pres">
      <dgm:prSet presAssocID="{9286A5EC-F2A9-487D-8BF1-B96EEEFD636B}" presName="hierChild5" presStyleCnt="0"/>
      <dgm:spPr/>
    </dgm:pt>
    <dgm:pt modelId="{270151AE-D139-40DF-A603-F0B3F7DDDC4D}" type="pres">
      <dgm:prSet presAssocID="{D790EDC8-DBC7-47D9-AD8D-E7CE4F48BB0A}" presName="Name37" presStyleLbl="parChTrans1D2" presStyleIdx="1" presStyleCnt="8"/>
      <dgm:spPr/>
      <dgm:t>
        <a:bodyPr/>
        <a:lstStyle/>
        <a:p>
          <a:endParaRPr lang="en-US"/>
        </a:p>
      </dgm:t>
    </dgm:pt>
    <dgm:pt modelId="{5E7476B3-AD7E-4825-A023-25C6BDFD35CA}" type="pres">
      <dgm:prSet presAssocID="{0B0BE489-18FC-4AB8-89F0-E5B83E82DEE3}" presName="hierRoot2" presStyleCnt="0">
        <dgm:presLayoutVars>
          <dgm:hierBranch val="init"/>
        </dgm:presLayoutVars>
      </dgm:prSet>
      <dgm:spPr/>
    </dgm:pt>
    <dgm:pt modelId="{132C54E8-DB97-4D17-8179-D1BC98F5D07C}" type="pres">
      <dgm:prSet presAssocID="{0B0BE489-18FC-4AB8-89F0-E5B83E82DEE3}" presName="rootComposite" presStyleCnt="0"/>
      <dgm:spPr/>
    </dgm:pt>
    <dgm:pt modelId="{F3605272-BB3C-482A-BD0E-4FF39B81FDEE}" type="pres">
      <dgm:prSet presAssocID="{0B0BE489-18FC-4AB8-89F0-E5B83E82DEE3}" presName="rootText" presStyleLbl="node2" presStyleIdx="1" presStyleCnt="8" custScaleX="142414" custScaleY="260653" custLinFactNeighborX="-2715" custLinFactNeighborY="53523">
        <dgm:presLayoutVars>
          <dgm:chPref val="3"/>
        </dgm:presLayoutVars>
      </dgm:prSet>
      <dgm:spPr/>
      <dgm:t>
        <a:bodyPr/>
        <a:lstStyle/>
        <a:p>
          <a:endParaRPr lang="en-US"/>
        </a:p>
      </dgm:t>
    </dgm:pt>
    <dgm:pt modelId="{80D30C1D-7614-46E9-A72C-A8C7C4CE7688}" type="pres">
      <dgm:prSet presAssocID="{0B0BE489-18FC-4AB8-89F0-E5B83E82DEE3}" presName="rootConnector" presStyleLbl="node2" presStyleIdx="1" presStyleCnt="8"/>
      <dgm:spPr/>
      <dgm:t>
        <a:bodyPr/>
        <a:lstStyle/>
        <a:p>
          <a:endParaRPr lang="en-US"/>
        </a:p>
      </dgm:t>
    </dgm:pt>
    <dgm:pt modelId="{52A2A06A-EC5A-449C-89CB-5D43FB38563B}" type="pres">
      <dgm:prSet presAssocID="{0B0BE489-18FC-4AB8-89F0-E5B83E82DEE3}" presName="hierChild4" presStyleCnt="0"/>
      <dgm:spPr/>
    </dgm:pt>
    <dgm:pt modelId="{642F05A1-9B99-45A9-95F7-36FBF693468C}" type="pres">
      <dgm:prSet presAssocID="{0B0BE489-18FC-4AB8-89F0-E5B83E82DEE3}" presName="hierChild5" presStyleCnt="0"/>
      <dgm:spPr/>
    </dgm:pt>
    <dgm:pt modelId="{21B7DE50-6919-48CD-B44F-BDEA9F2E1367}" type="pres">
      <dgm:prSet presAssocID="{5818EE86-F20F-4576-8664-7683A1781B91}" presName="Name37" presStyleLbl="parChTrans1D2" presStyleIdx="2" presStyleCnt="8"/>
      <dgm:spPr/>
      <dgm:t>
        <a:bodyPr/>
        <a:lstStyle/>
        <a:p>
          <a:endParaRPr lang="en-US"/>
        </a:p>
      </dgm:t>
    </dgm:pt>
    <dgm:pt modelId="{740AA342-B1DB-46CD-90AF-370113876707}" type="pres">
      <dgm:prSet presAssocID="{04F9E5AD-5BB4-41D2-95D4-5E0E583084F4}" presName="hierRoot2" presStyleCnt="0">
        <dgm:presLayoutVars>
          <dgm:hierBranch val="init"/>
        </dgm:presLayoutVars>
      </dgm:prSet>
      <dgm:spPr/>
    </dgm:pt>
    <dgm:pt modelId="{4131081F-D0AD-4506-882E-8F3E0ABD8C4F}" type="pres">
      <dgm:prSet presAssocID="{04F9E5AD-5BB4-41D2-95D4-5E0E583084F4}" presName="rootComposite" presStyleCnt="0"/>
      <dgm:spPr/>
    </dgm:pt>
    <dgm:pt modelId="{BB595DBD-E598-416C-B1C2-0E8039923FA8}" type="pres">
      <dgm:prSet presAssocID="{04F9E5AD-5BB4-41D2-95D4-5E0E583084F4}" presName="rootText" presStyleLbl="node2" presStyleIdx="2" presStyleCnt="8" custScaleX="143201" custScaleY="238321" custLinFactNeighborX="-14816" custLinFactNeighborY="58283">
        <dgm:presLayoutVars>
          <dgm:chPref val="3"/>
        </dgm:presLayoutVars>
      </dgm:prSet>
      <dgm:spPr/>
      <dgm:t>
        <a:bodyPr/>
        <a:lstStyle/>
        <a:p>
          <a:endParaRPr lang="en-US"/>
        </a:p>
      </dgm:t>
    </dgm:pt>
    <dgm:pt modelId="{2B36D2E8-27F5-4110-8C1A-EBB6D9D00BA9}" type="pres">
      <dgm:prSet presAssocID="{04F9E5AD-5BB4-41D2-95D4-5E0E583084F4}" presName="rootConnector" presStyleLbl="node2" presStyleIdx="2" presStyleCnt="8"/>
      <dgm:spPr/>
      <dgm:t>
        <a:bodyPr/>
        <a:lstStyle/>
        <a:p>
          <a:endParaRPr lang="en-US"/>
        </a:p>
      </dgm:t>
    </dgm:pt>
    <dgm:pt modelId="{6E5E9CAE-39AB-411B-9FD8-EABCDEB90CB4}" type="pres">
      <dgm:prSet presAssocID="{04F9E5AD-5BB4-41D2-95D4-5E0E583084F4}" presName="hierChild4" presStyleCnt="0"/>
      <dgm:spPr/>
    </dgm:pt>
    <dgm:pt modelId="{6E86841D-64DF-4306-BB50-F34CD6A2638F}" type="pres">
      <dgm:prSet presAssocID="{04F9E5AD-5BB4-41D2-95D4-5E0E583084F4}" presName="hierChild5" presStyleCnt="0"/>
      <dgm:spPr/>
    </dgm:pt>
    <dgm:pt modelId="{D97770BE-745F-4E41-B346-F3FBCA5F86BE}" type="pres">
      <dgm:prSet presAssocID="{F4749D64-3362-486E-B7C0-2A4D4AC3F782}" presName="Name37" presStyleLbl="parChTrans1D2" presStyleIdx="3" presStyleCnt="8"/>
      <dgm:spPr/>
      <dgm:t>
        <a:bodyPr/>
        <a:lstStyle/>
        <a:p>
          <a:endParaRPr lang="en-US"/>
        </a:p>
      </dgm:t>
    </dgm:pt>
    <dgm:pt modelId="{9BE568D1-03CD-4D08-8549-DD0D6D932218}" type="pres">
      <dgm:prSet presAssocID="{FAD8C68A-148F-45D5-839B-74F518C323B1}" presName="hierRoot2" presStyleCnt="0">
        <dgm:presLayoutVars>
          <dgm:hierBranch val="init"/>
        </dgm:presLayoutVars>
      </dgm:prSet>
      <dgm:spPr/>
    </dgm:pt>
    <dgm:pt modelId="{577865C9-BB9F-4553-9FF3-1CD1A87F98F6}" type="pres">
      <dgm:prSet presAssocID="{FAD8C68A-148F-45D5-839B-74F518C323B1}" presName="rootComposite" presStyleCnt="0"/>
      <dgm:spPr/>
    </dgm:pt>
    <dgm:pt modelId="{E7A6A566-BA08-49B0-B30B-F6E0719DD840}" type="pres">
      <dgm:prSet presAssocID="{FAD8C68A-148F-45D5-839B-74F518C323B1}" presName="rootText" presStyleLbl="node2" presStyleIdx="3" presStyleCnt="8" custScaleX="159792" custScaleY="222798" custLinFactNeighborX="-25607" custLinFactNeighborY="59789">
        <dgm:presLayoutVars>
          <dgm:chPref val="3"/>
        </dgm:presLayoutVars>
      </dgm:prSet>
      <dgm:spPr/>
      <dgm:t>
        <a:bodyPr/>
        <a:lstStyle/>
        <a:p>
          <a:endParaRPr lang="en-US"/>
        </a:p>
      </dgm:t>
    </dgm:pt>
    <dgm:pt modelId="{94BFD7CF-C6FE-44D2-A927-DA028212ADAD}" type="pres">
      <dgm:prSet presAssocID="{FAD8C68A-148F-45D5-839B-74F518C323B1}" presName="rootConnector" presStyleLbl="node2" presStyleIdx="3" presStyleCnt="8"/>
      <dgm:spPr/>
      <dgm:t>
        <a:bodyPr/>
        <a:lstStyle/>
        <a:p>
          <a:endParaRPr lang="en-US"/>
        </a:p>
      </dgm:t>
    </dgm:pt>
    <dgm:pt modelId="{54D2D1A1-D84C-4D3C-ACFB-33FD67C32D35}" type="pres">
      <dgm:prSet presAssocID="{FAD8C68A-148F-45D5-839B-74F518C323B1}" presName="hierChild4" presStyleCnt="0"/>
      <dgm:spPr/>
    </dgm:pt>
    <dgm:pt modelId="{F59628C8-39E8-44F2-A316-37460E8AEC6E}" type="pres">
      <dgm:prSet presAssocID="{FAD8C68A-148F-45D5-839B-74F518C323B1}" presName="hierChild5" presStyleCnt="0"/>
      <dgm:spPr/>
    </dgm:pt>
    <dgm:pt modelId="{FF1D27C0-0312-4DF4-B3F3-8719F3443DCE}" type="pres">
      <dgm:prSet presAssocID="{4ED94479-1ECB-494A-992A-FA0E36F14261}" presName="Name37" presStyleLbl="parChTrans1D2" presStyleIdx="4" presStyleCnt="8"/>
      <dgm:spPr/>
      <dgm:t>
        <a:bodyPr/>
        <a:lstStyle/>
        <a:p>
          <a:endParaRPr lang="en-US"/>
        </a:p>
      </dgm:t>
    </dgm:pt>
    <dgm:pt modelId="{0B00EA89-CD21-4CF6-842B-808B88A9E0D6}" type="pres">
      <dgm:prSet presAssocID="{55D06D02-16D5-487C-8E7B-D99AC83B330E}" presName="hierRoot2" presStyleCnt="0">
        <dgm:presLayoutVars>
          <dgm:hierBranch val="init"/>
        </dgm:presLayoutVars>
      </dgm:prSet>
      <dgm:spPr/>
    </dgm:pt>
    <dgm:pt modelId="{8331AE2E-74BA-4944-9C64-8E9128DAEEA9}" type="pres">
      <dgm:prSet presAssocID="{55D06D02-16D5-487C-8E7B-D99AC83B330E}" presName="rootComposite" presStyleCnt="0"/>
      <dgm:spPr/>
    </dgm:pt>
    <dgm:pt modelId="{12B5D86A-1EDA-415C-8D92-DA9EDF7DD9D7}" type="pres">
      <dgm:prSet presAssocID="{55D06D02-16D5-487C-8E7B-D99AC83B330E}" presName="rootText" presStyleLbl="node2" presStyleIdx="4" presStyleCnt="8" custScaleX="151406" custScaleY="237761" custLinFactNeighborX="-34206" custLinFactNeighborY="57278">
        <dgm:presLayoutVars>
          <dgm:chPref val="3"/>
        </dgm:presLayoutVars>
      </dgm:prSet>
      <dgm:spPr/>
      <dgm:t>
        <a:bodyPr/>
        <a:lstStyle/>
        <a:p>
          <a:endParaRPr lang="en-US"/>
        </a:p>
      </dgm:t>
    </dgm:pt>
    <dgm:pt modelId="{852A19FB-1446-4C12-9977-B8D9F3ED7822}" type="pres">
      <dgm:prSet presAssocID="{55D06D02-16D5-487C-8E7B-D99AC83B330E}" presName="rootConnector" presStyleLbl="node2" presStyleIdx="4" presStyleCnt="8"/>
      <dgm:spPr/>
      <dgm:t>
        <a:bodyPr/>
        <a:lstStyle/>
        <a:p>
          <a:endParaRPr lang="en-US"/>
        </a:p>
      </dgm:t>
    </dgm:pt>
    <dgm:pt modelId="{16758649-FBF4-49B7-9DD6-0CEE8F6AF779}" type="pres">
      <dgm:prSet presAssocID="{55D06D02-16D5-487C-8E7B-D99AC83B330E}" presName="hierChild4" presStyleCnt="0"/>
      <dgm:spPr/>
    </dgm:pt>
    <dgm:pt modelId="{2DD868FD-58D0-4DAE-ACD7-CF25EB4EB274}" type="pres">
      <dgm:prSet presAssocID="{55D06D02-16D5-487C-8E7B-D99AC83B330E}" presName="hierChild5" presStyleCnt="0"/>
      <dgm:spPr/>
    </dgm:pt>
    <dgm:pt modelId="{074BF953-E540-4994-B38D-7DD02C74CA11}" type="pres">
      <dgm:prSet presAssocID="{7CC068AC-0886-4F21-9DA5-733379906E94}" presName="Name37" presStyleLbl="parChTrans1D2" presStyleIdx="5" presStyleCnt="8"/>
      <dgm:spPr/>
      <dgm:t>
        <a:bodyPr/>
        <a:lstStyle/>
        <a:p>
          <a:endParaRPr lang="en-US"/>
        </a:p>
      </dgm:t>
    </dgm:pt>
    <dgm:pt modelId="{05C9C32E-8419-4A21-8FE4-B89589F7563E}" type="pres">
      <dgm:prSet presAssocID="{5C064CD3-359F-4290-A261-9F58B8864B8A}" presName="hierRoot2" presStyleCnt="0">
        <dgm:presLayoutVars>
          <dgm:hierBranch val="init"/>
        </dgm:presLayoutVars>
      </dgm:prSet>
      <dgm:spPr/>
    </dgm:pt>
    <dgm:pt modelId="{B597792D-FEA7-49B4-8E2E-536E85A479A5}" type="pres">
      <dgm:prSet presAssocID="{5C064CD3-359F-4290-A261-9F58B8864B8A}" presName="rootComposite" presStyleCnt="0"/>
      <dgm:spPr/>
    </dgm:pt>
    <dgm:pt modelId="{6700DCAE-9865-4201-9F5F-49E4DEA36F22}" type="pres">
      <dgm:prSet presAssocID="{5C064CD3-359F-4290-A261-9F58B8864B8A}" presName="rootText" presStyleLbl="node2" presStyleIdx="5" presStyleCnt="8" custScaleX="147916" custScaleY="224907" custLinFactNeighborX="-25855" custLinFactNeighborY="58410">
        <dgm:presLayoutVars>
          <dgm:chPref val="3"/>
        </dgm:presLayoutVars>
      </dgm:prSet>
      <dgm:spPr/>
      <dgm:t>
        <a:bodyPr/>
        <a:lstStyle/>
        <a:p>
          <a:endParaRPr lang="en-US"/>
        </a:p>
      </dgm:t>
    </dgm:pt>
    <dgm:pt modelId="{007A14A2-122A-46AE-A76B-5ED4224B5D4C}" type="pres">
      <dgm:prSet presAssocID="{5C064CD3-359F-4290-A261-9F58B8864B8A}" presName="rootConnector" presStyleLbl="node2" presStyleIdx="5" presStyleCnt="8"/>
      <dgm:spPr/>
      <dgm:t>
        <a:bodyPr/>
        <a:lstStyle/>
        <a:p>
          <a:endParaRPr lang="en-US"/>
        </a:p>
      </dgm:t>
    </dgm:pt>
    <dgm:pt modelId="{9437FF9F-D15F-4D96-9BC8-C30065FDC65C}" type="pres">
      <dgm:prSet presAssocID="{5C064CD3-359F-4290-A261-9F58B8864B8A}" presName="hierChild4" presStyleCnt="0"/>
      <dgm:spPr/>
    </dgm:pt>
    <dgm:pt modelId="{C607B073-6124-4410-959E-CD49AB39C81A}" type="pres">
      <dgm:prSet presAssocID="{16005CF5-CE14-42C7-8424-6541F32E943C}" presName="Name37" presStyleLbl="parChTrans1D3" presStyleIdx="6" presStyleCnt="10"/>
      <dgm:spPr/>
      <dgm:t>
        <a:bodyPr/>
        <a:lstStyle/>
        <a:p>
          <a:endParaRPr lang="en-US"/>
        </a:p>
      </dgm:t>
    </dgm:pt>
    <dgm:pt modelId="{FD7AF38D-90FF-4370-8B1C-C3DB80A642F2}" type="pres">
      <dgm:prSet presAssocID="{8F3032B2-9F9F-43F3-A6B4-5A6431551232}" presName="hierRoot2" presStyleCnt="0">
        <dgm:presLayoutVars>
          <dgm:hierBranch val="init"/>
        </dgm:presLayoutVars>
      </dgm:prSet>
      <dgm:spPr/>
    </dgm:pt>
    <dgm:pt modelId="{99327EB6-95BC-46A1-8D6C-D74C28DC7438}" type="pres">
      <dgm:prSet presAssocID="{8F3032B2-9F9F-43F3-A6B4-5A6431551232}" presName="rootComposite" presStyleCnt="0"/>
      <dgm:spPr/>
    </dgm:pt>
    <dgm:pt modelId="{71EE5E1B-263D-497A-BF00-B6A2321711ED}" type="pres">
      <dgm:prSet presAssocID="{8F3032B2-9F9F-43F3-A6B4-5A6431551232}" presName="rootText" presStyleLbl="node3" presStyleIdx="6" presStyleCnt="10" custScaleX="166410" custScaleY="126592" custLinFactNeighborX="12613" custLinFactNeighborY="81642">
        <dgm:presLayoutVars>
          <dgm:chPref val="3"/>
        </dgm:presLayoutVars>
      </dgm:prSet>
      <dgm:spPr/>
      <dgm:t>
        <a:bodyPr/>
        <a:lstStyle/>
        <a:p>
          <a:endParaRPr lang="en-US"/>
        </a:p>
      </dgm:t>
    </dgm:pt>
    <dgm:pt modelId="{BB80EEEA-2278-4757-8967-1D0CBD2B55DB}" type="pres">
      <dgm:prSet presAssocID="{8F3032B2-9F9F-43F3-A6B4-5A6431551232}" presName="rootConnector" presStyleLbl="node3" presStyleIdx="6" presStyleCnt="10"/>
      <dgm:spPr/>
      <dgm:t>
        <a:bodyPr/>
        <a:lstStyle/>
        <a:p>
          <a:endParaRPr lang="en-US"/>
        </a:p>
      </dgm:t>
    </dgm:pt>
    <dgm:pt modelId="{6397DB09-3F02-4031-9E40-853334AED1B2}" type="pres">
      <dgm:prSet presAssocID="{8F3032B2-9F9F-43F3-A6B4-5A6431551232}" presName="hierChild4" presStyleCnt="0"/>
      <dgm:spPr/>
    </dgm:pt>
    <dgm:pt modelId="{07C93F97-B0B9-4C4C-BDF1-C197334DD38B}" type="pres">
      <dgm:prSet presAssocID="{8F3032B2-9F9F-43F3-A6B4-5A6431551232}" presName="hierChild5" presStyleCnt="0"/>
      <dgm:spPr/>
    </dgm:pt>
    <dgm:pt modelId="{36E8B849-DCAB-4394-9C7C-D06D5EDAA3DC}" type="pres">
      <dgm:prSet presAssocID="{83E7A951-3736-4FAB-808C-80D97975F938}" presName="Name37" presStyleLbl="parChTrans1D3" presStyleIdx="7" presStyleCnt="10"/>
      <dgm:spPr/>
      <dgm:t>
        <a:bodyPr/>
        <a:lstStyle/>
        <a:p>
          <a:endParaRPr lang="en-US"/>
        </a:p>
      </dgm:t>
    </dgm:pt>
    <dgm:pt modelId="{95E8E6C9-1B24-4D24-9A45-3231968DFB52}" type="pres">
      <dgm:prSet presAssocID="{2EF2315B-B6AC-4F58-8DBD-5817A4533432}" presName="hierRoot2" presStyleCnt="0">
        <dgm:presLayoutVars>
          <dgm:hierBranch val="init"/>
        </dgm:presLayoutVars>
      </dgm:prSet>
      <dgm:spPr/>
    </dgm:pt>
    <dgm:pt modelId="{A3121785-727B-4E65-97A0-A31270421EFF}" type="pres">
      <dgm:prSet presAssocID="{2EF2315B-B6AC-4F58-8DBD-5817A4533432}" presName="rootComposite" presStyleCnt="0"/>
      <dgm:spPr/>
    </dgm:pt>
    <dgm:pt modelId="{D782E0B1-7687-4A87-BCE3-A84D23CC38D7}" type="pres">
      <dgm:prSet presAssocID="{2EF2315B-B6AC-4F58-8DBD-5817A4533432}" presName="rootText" presStyleLbl="node3" presStyleIdx="7" presStyleCnt="10" custScaleX="166410" custScaleY="126592" custLinFactNeighborX="12613" custLinFactNeighborY="81642">
        <dgm:presLayoutVars>
          <dgm:chPref val="3"/>
        </dgm:presLayoutVars>
      </dgm:prSet>
      <dgm:spPr/>
      <dgm:t>
        <a:bodyPr/>
        <a:lstStyle/>
        <a:p>
          <a:endParaRPr lang="en-US"/>
        </a:p>
      </dgm:t>
    </dgm:pt>
    <dgm:pt modelId="{D77F53C8-4591-4C8B-B71C-78BFCE16B155}" type="pres">
      <dgm:prSet presAssocID="{2EF2315B-B6AC-4F58-8DBD-5817A4533432}" presName="rootConnector" presStyleLbl="node3" presStyleIdx="7" presStyleCnt="10"/>
      <dgm:spPr/>
      <dgm:t>
        <a:bodyPr/>
        <a:lstStyle/>
        <a:p>
          <a:endParaRPr lang="en-US"/>
        </a:p>
      </dgm:t>
    </dgm:pt>
    <dgm:pt modelId="{B9BD9EF9-4839-474D-A4A3-CEAC21B225E0}" type="pres">
      <dgm:prSet presAssocID="{2EF2315B-B6AC-4F58-8DBD-5817A4533432}" presName="hierChild4" presStyleCnt="0"/>
      <dgm:spPr/>
    </dgm:pt>
    <dgm:pt modelId="{1F68ADAC-9CA2-4BD8-84CE-20B65F5E4EF6}" type="pres">
      <dgm:prSet presAssocID="{2EF2315B-B6AC-4F58-8DBD-5817A4533432}" presName="hierChild5" presStyleCnt="0"/>
      <dgm:spPr/>
    </dgm:pt>
    <dgm:pt modelId="{3370CE9F-0E23-47FB-86E9-0E4F835D3CA6}" type="pres">
      <dgm:prSet presAssocID="{6B8F5990-94C7-4475-BD5E-EF8D92FF11E2}" presName="Name37" presStyleLbl="parChTrans1D3" presStyleIdx="8" presStyleCnt="10"/>
      <dgm:spPr/>
      <dgm:t>
        <a:bodyPr/>
        <a:lstStyle/>
        <a:p>
          <a:endParaRPr lang="en-US"/>
        </a:p>
      </dgm:t>
    </dgm:pt>
    <dgm:pt modelId="{7010AA23-5AE4-4754-BDBC-A28714CD6EA6}" type="pres">
      <dgm:prSet presAssocID="{E2E1DA52-9148-44AC-9A71-F7EB79065B45}" presName="hierRoot2" presStyleCnt="0">
        <dgm:presLayoutVars>
          <dgm:hierBranch val="init"/>
        </dgm:presLayoutVars>
      </dgm:prSet>
      <dgm:spPr/>
    </dgm:pt>
    <dgm:pt modelId="{B660F07D-19AB-4DD3-ACB7-711BB9B28AC8}" type="pres">
      <dgm:prSet presAssocID="{E2E1DA52-9148-44AC-9A71-F7EB79065B45}" presName="rootComposite" presStyleCnt="0"/>
      <dgm:spPr/>
    </dgm:pt>
    <dgm:pt modelId="{E66DF0A1-146C-482A-8894-3AE183E22CE7}" type="pres">
      <dgm:prSet presAssocID="{E2E1DA52-9148-44AC-9A71-F7EB79065B45}" presName="rootText" presStyleLbl="node3" presStyleIdx="8" presStyleCnt="10" custScaleX="166410" custScaleY="126592" custLinFactNeighborX="12613" custLinFactNeighborY="81642">
        <dgm:presLayoutVars>
          <dgm:chPref val="3"/>
        </dgm:presLayoutVars>
      </dgm:prSet>
      <dgm:spPr/>
      <dgm:t>
        <a:bodyPr/>
        <a:lstStyle/>
        <a:p>
          <a:endParaRPr lang="en-US"/>
        </a:p>
      </dgm:t>
    </dgm:pt>
    <dgm:pt modelId="{0663880F-F5A6-470A-AEDB-0216396B0986}" type="pres">
      <dgm:prSet presAssocID="{E2E1DA52-9148-44AC-9A71-F7EB79065B45}" presName="rootConnector" presStyleLbl="node3" presStyleIdx="8" presStyleCnt="10"/>
      <dgm:spPr/>
      <dgm:t>
        <a:bodyPr/>
        <a:lstStyle/>
        <a:p>
          <a:endParaRPr lang="en-US"/>
        </a:p>
      </dgm:t>
    </dgm:pt>
    <dgm:pt modelId="{C965363E-0213-43E1-9C2F-CE169C1D0E21}" type="pres">
      <dgm:prSet presAssocID="{E2E1DA52-9148-44AC-9A71-F7EB79065B45}" presName="hierChild4" presStyleCnt="0"/>
      <dgm:spPr/>
    </dgm:pt>
    <dgm:pt modelId="{658F60F0-A196-44A0-A39A-93D07877D123}" type="pres">
      <dgm:prSet presAssocID="{E2E1DA52-9148-44AC-9A71-F7EB79065B45}" presName="hierChild5" presStyleCnt="0"/>
      <dgm:spPr/>
    </dgm:pt>
    <dgm:pt modelId="{AD29D894-A146-40ED-AA50-8E54287CED63}" type="pres">
      <dgm:prSet presAssocID="{038A2DE9-80CD-4E46-92CB-CAD7C0F197F8}" presName="Name37" presStyleLbl="parChTrans1D3" presStyleIdx="9" presStyleCnt="10"/>
      <dgm:spPr/>
      <dgm:t>
        <a:bodyPr/>
        <a:lstStyle/>
        <a:p>
          <a:endParaRPr lang="en-US"/>
        </a:p>
      </dgm:t>
    </dgm:pt>
    <dgm:pt modelId="{C09E5E6C-1E4A-448A-8D17-005410C09D15}" type="pres">
      <dgm:prSet presAssocID="{0D758F84-0123-499F-BC30-88C6956AF24A}" presName="hierRoot2" presStyleCnt="0">
        <dgm:presLayoutVars>
          <dgm:hierBranch val="init"/>
        </dgm:presLayoutVars>
      </dgm:prSet>
      <dgm:spPr/>
    </dgm:pt>
    <dgm:pt modelId="{A25386E8-8E2E-4988-9D44-6F58B18FBB54}" type="pres">
      <dgm:prSet presAssocID="{0D758F84-0123-499F-BC30-88C6956AF24A}" presName="rootComposite" presStyleCnt="0"/>
      <dgm:spPr/>
    </dgm:pt>
    <dgm:pt modelId="{3D2A00EF-1908-4CBB-BEA5-08CBE58BE3A2}" type="pres">
      <dgm:prSet presAssocID="{0D758F84-0123-499F-BC30-88C6956AF24A}" presName="rootText" presStyleLbl="node3" presStyleIdx="9" presStyleCnt="10" custScaleX="166410" custScaleY="126592" custLinFactNeighborX="12613" custLinFactNeighborY="81642">
        <dgm:presLayoutVars>
          <dgm:chPref val="3"/>
        </dgm:presLayoutVars>
      </dgm:prSet>
      <dgm:spPr/>
      <dgm:t>
        <a:bodyPr/>
        <a:lstStyle/>
        <a:p>
          <a:endParaRPr lang="en-US"/>
        </a:p>
      </dgm:t>
    </dgm:pt>
    <dgm:pt modelId="{62E5F984-C669-48F3-869C-F1E20D075C78}" type="pres">
      <dgm:prSet presAssocID="{0D758F84-0123-499F-BC30-88C6956AF24A}" presName="rootConnector" presStyleLbl="node3" presStyleIdx="9" presStyleCnt="10"/>
      <dgm:spPr/>
      <dgm:t>
        <a:bodyPr/>
        <a:lstStyle/>
        <a:p>
          <a:endParaRPr lang="en-US"/>
        </a:p>
      </dgm:t>
    </dgm:pt>
    <dgm:pt modelId="{FEE049EB-0530-421E-A9D5-E59B1956E4DB}" type="pres">
      <dgm:prSet presAssocID="{0D758F84-0123-499F-BC30-88C6956AF24A}" presName="hierChild4" presStyleCnt="0"/>
      <dgm:spPr/>
    </dgm:pt>
    <dgm:pt modelId="{41E5553A-BF6E-4600-A6C2-2B89CEA36825}" type="pres">
      <dgm:prSet presAssocID="{0D758F84-0123-499F-BC30-88C6956AF24A}" presName="hierChild5" presStyleCnt="0"/>
      <dgm:spPr/>
    </dgm:pt>
    <dgm:pt modelId="{FA48B5C7-D73B-41CD-84BD-4E44B718D68B}" type="pres">
      <dgm:prSet presAssocID="{5C064CD3-359F-4290-A261-9F58B8864B8A}" presName="hierChild5" presStyleCnt="0"/>
      <dgm:spPr/>
    </dgm:pt>
    <dgm:pt modelId="{0A945A8F-3910-4024-8258-75F42FACA433}" type="pres">
      <dgm:prSet presAssocID="{CA24AC75-4172-46C0-B5EC-9CDAD2CAE537}" presName="Name37" presStyleLbl="parChTrans1D2" presStyleIdx="6" presStyleCnt="8"/>
      <dgm:spPr/>
      <dgm:t>
        <a:bodyPr/>
        <a:lstStyle/>
        <a:p>
          <a:endParaRPr lang="en-US"/>
        </a:p>
      </dgm:t>
    </dgm:pt>
    <dgm:pt modelId="{8D850227-F473-4CCF-9F9D-7A5CDE04C865}" type="pres">
      <dgm:prSet presAssocID="{6CF1DDF2-D3D8-4188-B43A-5933164270ED}" presName="hierRoot2" presStyleCnt="0">
        <dgm:presLayoutVars>
          <dgm:hierBranch val="init"/>
        </dgm:presLayoutVars>
      </dgm:prSet>
      <dgm:spPr/>
    </dgm:pt>
    <dgm:pt modelId="{7BD65097-B582-48D5-9395-D7D515BAB253}" type="pres">
      <dgm:prSet presAssocID="{6CF1DDF2-D3D8-4188-B43A-5933164270ED}" presName="rootComposite" presStyleCnt="0"/>
      <dgm:spPr/>
    </dgm:pt>
    <dgm:pt modelId="{77DDDD68-CACB-4E6E-B03E-2E9BBBBC0DC0}" type="pres">
      <dgm:prSet presAssocID="{6CF1DDF2-D3D8-4188-B43A-5933164270ED}" presName="rootText" presStyleLbl="node2" presStyleIdx="6" presStyleCnt="8" custScaleX="148220" custScaleY="214065" custLinFactNeighborX="-34831" custLinFactNeighborY="58828">
        <dgm:presLayoutVars>
          <dgm:chPref val="3"/>
        </dgm:presLayoutVars>
      </dgm:prSet>
      <dgm:spPr/>
      <dgm:t>
        <a:bodyPr/>
        <a:lstStyle/>
        <a:p>
          <a:endParaRPr lang="en-US"/>
        </a:p>
      </dgm:t>
    </dgm:pt>
    <dgm:pt modelId="{CF8D07E9-56EC-465F-ACF4-7F8A1D850333}" type="pres">
      <dgm:prSet presAssocID="{6CF1DDF2-D3D8-4188-B43A-5933164270ED}" presName="rootConnector" presStyleLbl="node2" presStyleIdx="6" presStyleCnt="8"/>
      <dgm:spPr/>
      <dgm:t>
        <a:bodyPr/>
        <a:lstStyle/>
        <a:p>
          <a:endParaRPr lang="en-US"/>
        </a:p>
      </dgm:t>
    </dgm:pt>
    <dgm:pt modelId="{1DA49241-D0CA-4826-B276-45685AC8291F}" type="pres">
      <dgm:prSet presAssocID="{6CF1DDF2-D3D8-4188-B43A-5933164270ED}" presName="hierChild4" presStyleCnt="0"/>
      <dgm:spPr/>
    </dgm:pt>
    <dgm:pt modelId="{6ED28BB0-2EC4-406F-989E-854070F72FC0}" type="pres">
      <dgm:prSet presAssocID="{6CF1DDF2-D3D8-4188-B43A-5933164270ED}" presName="hierChild5" presStyleCnt="0"/>
      <dgm:spPr/>
    </dgm:pt>
    <dgm:pt modelId="{5726BF0F-FF29-4C3E-A1ED-EEB899109616}" type="pres">
      <dgm:prSet presAssocID="{88332880-1732-479E-8A54-2924D7FD9F13}" presName="Name37" presStyleLbl="parChTrans1D2" presStyleIdx="7" presStyleCnt="8"/>
      <dgm:spPr/>
      <dgm:t>
        <a:bodyPr/>
        <a:lstStyle/>
        <a:p>
          <a:endParaRPr lang="en-US"/>
        </a:p>
      </dgm:t>
    </dgm:pt>
    <dgm:pt modelId="{4DE04422-2DBD-4799-B1E7-6CE1C96FF04D}" type="pres">
      <dgm:prSet presAssocID="{7AD2EE84-A000-444B-9F76-A2F5A22126CD}" presName="hierRoot2" presStyleCnt="0">
        <dgm:presLayoutVars>
          <dgm:hierBranch val="init"/>
        </dgm:presLayoutVars>
      </dgm:prSet>
      <dgm:spPr/>
    </dgm:pt>
    <dgm:pt modelId="{66519FFF-048A-4FEB-BDD1-165B8F83C131}" type="pres">
      <dgm:prSet presAssocID="{7AD2EE84-A000-444B-9F76-A2F5A22126CD}" presName="rootComposite" presStyleCnt="0"/>
      <dgm:spPr/>
    </dgm:pt>
    <dgm:pt modelId="{7107D20C-6242-4AB2-B0A3-F4B3A0F465D2}" type="pres">
      <dgm:prSet presAssocID="{7AD2EE84-A000-444B-9F76-A2F5A22126CD}" presName="rootText" presStyleLbl="node2" presStyleIdx="7" presStyleCnt="8" custScaleX="157442" custScaleY="248309" custLinFactNeighborX="-29281" custLinFactNeighborY="55097">
        <dgm:presLayoutVars>
          <dgm:chPref val="3"/>
        </dgm:presLayoutVars>
      </dgm:prSet>
      <dgm:spPr/>
      <dgm:t>
        <a:bodyPr/>
        <a:lstStyle/>
        <a:p>
          <a:endParaRPr lang="en-US"/>
        </a:p>
      </dgm:t>
    </dgm:pt>
    <dgm:pt modelId="{A680A606-652C-4A63-B87B-AA3F63D2F374}" type="pres">
      <dgm:prSet presAssocID="{7AD2EE84-A000-444B-9F76-A2F5A22126CD}" presName="rootConnector" presStyleLbl="node2" presStyleIdx="7" presStyleCnt="8"/>
      <dgm:spPr/>
      <dgm:t>
        <a:bodyPr/>
        <a:lstStyle/>
        <a:p>
          <a:endParaRPr lang="en-US"/>
        </a:p>
      </dgm:t>
    </dgm:pt>
    <dgm:pt modelId="{B4EEC163-F84A-4788-9987-59B2E31272C4}" type="pres">
      <dgm:prSet presAssocID="{7AD2EE84-A000-444B-9F76-A2F5A22126CD}" presName="hierChild4" presStyleCnt="0"/>
      <dgm:spPr/>
    </dgm:pt>
    <dgm:pt modelId="{93509374-D9A8-47D5-8115-2816BBEF714D}" type="pres">
      <dgm:prSet presAssocID="{7AD2EE84-A000-444B-9F76-A2F5A22126CD}" presName="hierChild5" presStyleCnt="0"/>
      <dgm:spPr/>
    </dgm:pt>
    <dgm:pt modelId="{96DEF822-DC52-4FFC-82DA-389CD5B29657}" type="pres">
      <dgm:prSet presAssocID="{9E6404DC-1053-49D6-95EE-599A97C88DD3}" presName="hierChild3" presStyleCnt="0"/>
      <dgm:spPr/>
    </dgm:pt>
  </dgm:ptLst>
  <dgm:cxnLst>
    <dgm:cxn modelId="{C18EA098-BF31-412F-9375-A215E795DE07}" srcId="{5C064CD3-359F-4290-A261-9F58B8864B8A}" destId="{2EF2315B-B6AC-4F58-8DBD-5817A4533432}" srcOrd="1" destOrd="0" parTransId="{83E7A951-3736-4FAB-808C-80D97975F938}" sibTransId="{3708B772-C167-4EF7-9857-44F377940390}"/>
    <dgm:cxn modelId="{EA013C1E-8342-489C-8B5C-EE5A8B53A68E}" type="presOf" srcId="{7CC068AC-0886-4F21-9DA5-733379906E94}" destId="{074BF953-E540-4994-B38D-7DD02C74CA11}" srcOrd="0" destOrd="0" presId="urn:microsoft.com/office/officeart/2005/8/layout/orgChart1"/>
    <dgm:cxn modelId="{FAF52A58-B8D3-4F3C-A9F2-47482B0333AC}" type="presOf" srcId="{E2E1DA52-9148-44AC-9A71-F7EB79065B45}" destId="{E66DF0A1-146C-482A-8894-3AE183E22CE7}" srcOrd="0" destOrd="0" presId="urn:microsoft.com/office/officeart/2005/8/layout/orgChart1"/>
    <dgm:cxn modelId="{E02F7630-06CF-44C7-A4DE-4923ED04BE54}" type="presOf" srcId="{16005CF5-CE14-42C7-8424-6541F32E943C}" destId="{C607B073-6124-4410-959E-CD49AB39C81A}" srcOrd="0" destOrd="0" presId="urn:microsoft.com/office/officeart/2005/8/layout/orgChart1"/>
    <dgm:cxn modelId="{DD7D86DC-481F-4ABD-B137-93E00E36F1EB}" type="presOf" srcId="{94DD4250-E5C7-49AA-9303-24DB1EC2CD1A}" destId="{4EA00C17-D0E1-45B0-A01E-1EEC6763C52A}" srcOrd="0" destOrd="0" presId="urn:microsoft.com/office/officeart/2005/8/layout/orgChart1"/>
    <dgm:cxn modelId="{9B8353BB-4AA2-4154-AAF3-DFF817701E72}" type="presOf" srcId="{038A2DE9-80CD-4E46-92CB-CAD7C0F197F8}" destId="{AD29D894-A146-40ED-AA50-8E54287CED63}" srcOrd="0" destOrd="0" presId="urn:microsoft.com/office/officeart/2005/8/layout/orgChart1"/>
    <dgm:cxn modelId="{37B6F6F9-9DD4-40B1-95E1-0BF9A2C2A1FE}" srcId="{9E6404DC-1053-49D6-95EE-599A97C88DD3}" destId="{04F9E5AD-5BB4-41D2-95D4-5E0E583084F4}" srcOrd="2" destOrd="0" parTransId="{5818EE86-F20F-4576-8664-7683A1781B91}" sibTransId="{4B4008F4-D84D-4B91-966C-6F2E66D8B404}"/>
    <dgm:cxn modelId="{D8AB9C43-3AAD-4539-A048-EAABDEF7E16A}" type="presOf" srcId="{24579C68-62ED-453D-A21D-2C0A62715727}" destId="{B884830D-3363-4530-B0AD-560D97BED530}" srcOrd="0" destOrd="0" presId="urn:microsoft.com/office/officeart/2005/8/layout/orgChart1"/>
    <dgm:cxn modelId="{DFF71204-97E4-4F71-89A0-8D3732F40216}" type="presOf" srcId="{24579C68-62ED-453D-A21D-2C0A62715727}" destId="{DC84C4F1-C8D4-430E-98C5-2D80424D639E}" srcOrd="1" destOrd="0" presId="urn:microsoft.com/office/officeart/2005/8/layout/orgChart1"/>
    <dgm:cxn modelId="{3424C575-45CF-4E39-B45B-B83F4DC1E194}" type="presOf" srcId="{FAD8C68A-148F-45D5-839B-74F518C323B1}" destId="{94BFD7CF-C6FE-44D2-A927-DA028212ADAD}" srcOrd="1" destOrd="0" presId="urn:microsoft.com/office/officeart/2005/8/layout/orgChart1"/>
    <dgm:cxn modelId="{1EAD89EE-11AC-458E-AFDE-D65B78D7EF55}" type="presOf" srcId="{9286A5EC-F2A9-487D-8BF1-B96EEEFD636B}" destId="{A10B8E6A-AEE1-4C2B-8634-C515AEDBA0E5}" srcOrd="1" destOrd="0" presId="urn:microsoft.com/office/officeart/2005/8/layout/orgChart1"/>
    <dgm:cxn modelId="{48DBD30C-2EAC-4C6F-9BDF-F58911F9E631}" type="presOf" srcId="{7C839D19-893E-444F-BC66-38E1A072902D}" destId="{C6FAE040-2A5A-4E02-94DD-A745D018122F}" srcOrd="0" destOrd="0" presId="urn:microsoft.com/office/officeart/2005/8/layout/orgChart1"/>
    <dgm:cxn modelId="{3FB7EB4D-AEA6-4906-8317-A1364B3C4E0C}" type="presOf" srcId="{D790EDC8-DBC7-47D9-AD8D-E7CE4F48BB0A}" destId="{270151AE-D139-40DF-A603-F0B3F7DDDC4D}" srcOrd="0" destOrd="0" presId="urn:microsoft.com/office/officeart/2005/8/layout/orgChart1"/>
    <dgm:cxn modelId="{33131EBD-6894-44AA-BA47-3CA4ACE71163}" srcId="{9286A5EC-F2A9-487D-8BF1-B96EEEFD636B}" destId="{24579C68-62ED-453D-A21D-2C0A62715727}" srcOrd="3" destOrd="0" parTransId="{DBE67F04-AF4A-452C-B675-9895E608A568}" sibTransId="{2D8AC4FC-4D71-41AE-9F71-4484A6A9CB42}"/>
    <dgm:cxn modelId="{9DC571CB-FAB4-4F53-AA38-7CB822FC4B13}" type="presOf" srcId="{55D06D02-16D5-487C-8E7B-D99AC83B330E}" destId="{852A19FB-1446-4C12-9977-B8D9F3ED7822}" srcOrd="1" destOrd="0" presId="urn:microsoft.com/office/officeart/2005/8/layout/orgChart1"/>
    <dgm:cxn modelId="{3371D227-869E-4636-B9B0-BA373BCE5AD6}" srcId="{9E6404DC-1053-49D6-95EE-599A97C88DD3}" destId="{9286A5EC-F2A9-487D-8BF1-B96EEEFD636B}" srcOrd="0" destOrd="0" parTransId="{8CE2CE9A-EBD7-445E-BD99-21666869C1D4}" sibTransId="{D6357A36-116B-440B-A9E1-8EDB3A4D1B88}"/>
    <dgm:cxn modelId="{209D3959-7CD7-4B6D-A26B-5F82BF803F32}" type="presOf" srcId="{8F3032B2-9F9F-43F3-A6B4-5A6431551232}" destId="{71EE5E1B-263D-497A-BF00-B6A2321711ED}" srcOrd="0" destOrd="0" presId="urn:microsoft.com/office/officeart/2005/8/layout/orgChart1"/>
    <dgm:cxn modelId="{C7C78122-FF83-4DEB-A379-FC79FF3B3A2A}" type="presOf" srcId="{8CE2CE9A-EBD7-445E-BD99-21666869C1D4}" destId="{7B4371B5-9FE0-4A41-B872-D27DD755166A}" srcOrd="0" destOrd="0" presId="urn:microsoft.com/office/officeart/2005/8/layout/orgChart1"/>
    <dgm:cxn modelId="{9568D348-BBAA-4389-9451-E933A5DACEAC}" srcId="{5C064CD3-359F-4290-A261-9F58B8864B8A}" destId="{8F3032B2-9F9F-43F3-A6B4-5A6431551232}" srcOrd="0" destOrd="0" parTransId="{16005CF5-CE14-42C7-8424-6541F32E943C}" sibTransId="{983633CE-5DD6-4B1C-BDCA-E13AA66C05B2}"/>
    <dgm:cxn modelId="{AC39F653-00D5-4219-8557-1E633AAA0D11}" type="presOf" srcId="{9E6404DC-1053-49D6-95EE-599A97C88DD3}" destId="{C8C73746-D1E9-45A4-A4B2-4DB251C0CC5A}" srcOrd="1" destOrd="0" presId="urn:microsoft.com/office/officeart/2005/8/layout/orgChart1"/>
    <dgm:cxn modelId="{D52350D8-C845-40E1-9E9C-B138F1EF40C5}" type="presOf" srcId="{0D758F84-0123-499F-BC30-88C6956AF24A}" destId="{3D2A00EF-1908-4CBB-BEA5-08CBE58BE3A2}" srcOrd="0" destOrd="0" presId="urn:microsoft.com/office/officeart/2005/8/layout/orgChart1"/>
    <dgm:cxn modelId="{7C60AB3B-B554-45B1-9235-84B427E3ECF6}" type="presOf" srcId="{7AD2EE84-A000-444B-9F76-A2F5A22126CD}" destId="{7107D20C-6242-4AB2-B0A3-F4B3A0F465D2}" srcOrd="0" destOrd="0" presId="urn:microsoft.com/office/officeart/2005/8/layout/orgChart1"/>
    <dgm:cxn modelId="{EFA2A8C4-DD68-4936-A5B9-77B03A732105}" srcId="{9E6404DC-1053-49D6-95EE-599A97C88DD3}" destId="{5C064CD3-359F-4290-A261-9F58B8864B8A}" srcOrd="5" destOrd="0" parTransId="{7CC068AC-0886-4F21-9DA5-733379906E94}" sibTransId="{7681F73F-7A81-4E16-840E-E625AC385456}"/>
    <dgm:cxn modelId="{D8F3115A-7B3E-4763-A265-7934E77C287F}" type="presOf" srcId="{04F9E5AD-5BB4-41D2-95D4-5E0E583084F4}" destId="{BB595DBD-E598-416C-B1C2-0E8039923FA8}" srcOrd="0" destOrd="0" presId="urn:microsoft.com/office/officeart/2005/8/layout/orgChart1"/>
    <dgm:cxn modelId="{DE302687-9493-4624-AD43-4FECF6BA951B}" type="presOf" srcId="{04F9E5AD-5BB4-41D2-95D4-5E0E583084F4}" destId="{2B36D2E8-27F5-4110-8C1A-EBB6D9D00BA9}" srcOrd="1" destOrd="0" presId="urn:microsoft.com/office/officeart/2005/8/layout/orgChart1"/>
    <dgm:cxn modelId="{D58A6A88-4760-4BEC-8A98-05B8C39BBD3D}" type="presOf" srcId="{1A65A4D7-7720-45CB-8279-86EBD3407E97}" destId="{11077618-9302-474C-8482-1BBB83E3AEF1}" srcOrd="0" destOrd="0" presId="urn:microsoft.com/office/officeart/2005/8/layout/orgChart1"/>
    <dgm:cxn modelId="{750D4AF4-CDD5-4198-ADBE-A11CBD32E3E9}" type="presOf" srcId="{7C839D19-893E-444F-BC66-38E1A072902D}" destId="{7C244878-274A-428A-82EF-793EAA6A8212}" srcOrd="1" destOrd="0" presId="urn:microsoft.com/office/officeart/2005/8/layout/orgChart1"/>
    <dgm:cxn modelId="{D7C871AF-78B1-449D-B801-8F7F5EECB49E}" type="presOf" srcId="{5818EE86-F20F-4576-8664-7683A1781B91}" destId="{21B7DE50-6919-48CD-B44F-BDEA9F2E1367}" srcOrd="0" destOrd="0" presId="urn:microsoft.com/office/officeart/2005/8/layout/orgChart1"/>
    <dgm:cxn modelId="{8749021B-2268-44B1-AD84-B0921B253255}" type="presOf" srcId="{9286A5EC-F2A9-487D-8BF1-B96EEEFD636B}" destId="{C9422C4E-2B02-4D33-A16B-EF7B187ECAB7}" srcOrd="0" destOrd="0" presId="urn:microsoft.com/office/officeart/2005/8/layout/orgChart1"/>
    <dgm:cxn modelId="{4B0A0FE0-EFCD-46BC-8DB3-B9F02D048BCD}" srcId="{9286A5EC-F2A9-487D-8BF1-B96EEEFD636B}" destId="{C13F53A9-0197-42BD-A09C-17F0B6433C8E}" srcOrd="2" destOrd="0" parTransId="{AC866810-B0CF-48BC-96B8-992DFD8E0FF0}" sibTransId="{CBC0A4C8-52D1-4C41-9B74-A2A55E9E694C}"/>
    <dgm:cxn modelId="{469A5280-D7C9-4FCA-A2B2-DEA8FDD007E1}" type="presOf" srcId="{B0A1E639-7820-4EBF-83D7-A40B66A6D4CD}" destId="{7E5B4EED-8F8A-44FB-BA06-E88292DE9A10}" srcOrd="0" destOrd="0" presId="urn:microsoft.com/office/officeart/2005/8/layout/orgChart1"/>
    <dgm:cxn modelId="{EDF4BEA6-FCB8-4DAC-885B-10318EA7331A}" type="presOf" srcId="{30A3573A-28C3-4C45-BD5A-286CD3C12E36}" destId="{99B13230-78A2-4446-AEF8-C26E6EC3E5B0}" srcOrd="0" destOrd="0" presId="urn:microsoft.com/office/officeart/2005/8/layout/orgChart1"/>
    <dgm:cxn modelId="{242DD835-DCDB-4187-9AF9-BB733BC4CB55}" type="presOf" srcId="{C13F53A9-0197-42BD-A09C-17F0B6433C8E}" destId="{6E87612E-C982-4B08-BE76-332DBA145DD3}" srcOrd="1" destOrd="0" presId="urn:microsoft.com/office/officeart/2005/8/layout/orgChart1"/>
    <dgm:cxn modelId="{AA6409B7-DB41-4F9E-AE67-1A3E65F1FBA0}" type="presOf" srcId="{5C064CD3-359F-4290-A261-9F58B8864B8A}" destId="{007A14A2-122A-46AE-A76B-5ED4224B5D4C}" srcOrd="1" destOrd="0" presId="urn:microsoft.com/office/officeart/2005/8/layout/orgChart1"/>
    <dgm:cxn modelId="{143552EB-C05B-41B2-A688-609B7DA71DB6}" srcId="{9E6404DC-1053-49D6-95EE-599A97C88DD3}" destId="{7AD2EE84-A000-444B-9F76-A2F5A22126CD}" srcOrd="7" destOrd="0" parTransId="{88332880-1732-479E-8A54-2924D7FD9F13}" sibTransId="{D6B7E923-8801-4BCC-B1C3-422B0632BBDA}"/>
    <dgm:cxn modelId="{3444AEF0-1403-4DD3-9AE3-2745FD9B43D1}" srcId="{9286A5EC-F2A9-487D-8BF1-B96EEEFD636B}" destId="{66420757-8D11-4C52-8BE4-B49F92626FF4}" srcOrd="5" destOrd="0" parTransId="{94DD4250-E5C7-49AA-9303-24DB1EC2CD1A}" sibTransId="{895B718B-8A76-445C-8EFA-6A9368966959}"/>
    <dgm:cxn modelId="{2BE6BF5F-D301-4D1A-A2A8-597F64F2E922}" type="presOf" srcId="{E2E1DA52-9148-44AC-9A71-F7EB79065B45}" destId="{0663880F-F5A6-470A-AEDB-0216396B0986}" srcOrd="1" destOrd="0" presId="urn:microsoft.com/office/officeart/2005/8/layout/orgChart1"/>
    <dgm:cxn modelId="{26B90A13-F6B9-4B59-AB7B-6DDC1466F412}" type="presOf" srcId="{C13F53A9-0197-42BD-A09C-17F0B6433C8E}" destId="{2CF404F2-0ACA-4C8A-B4A0-A3CC582C9107}" srcOrd="0" destOrd="0" presId="urn:microsoft.com/office/officeart/2005/8/layout/orgChart1"/>
    <dgm:cxn modelId="{63D48FFA-4ADD-4FBF-8AA6-F78F86949B64}" type="presOf" srcId="{88332880-1732-479E-8A54-2924D7FD9F13}" destId="{5726BF0F-FF29-4C3E-A1ED-EEB899109616}" srcOrd="0" destOrd="0" presId="urn:microsoft.com/office/officeart/2005/8/layout/orgChart1"/>
    <dgm:cxn modelId="{71A17BFE-BA2E-473F-8948-805D51D8A997}" type="presOf" srcId="{FC40C445-235C-4F1E-91F6-2326A85B7831}" destId="{49D33D41-F9C5-45C7-949F-72D5165C073A}" srcOrd="0" destOrd="0" presId="urn:microsoft.com/office/officeart/2005/8/layout/orgChart1"/>
    <dgm:cxn modelId="{587C945C-6F5D-4639-B974-E341E33F99B6}" type="presOf" srcId="{55D06D02-16D5-487C-8E7B-D99AC83B330E}" destId="{12B5D86A-1EDA-415C-8D92-DA9EDF7DD9D7}" srcOrd="0" destOrd="0" presId="urn:microsoft.com/office/officeart/2005/8/layout/orgChart1"/>
    <dgm:cxn modelId="{C4DF6414-430E-4D2E-A717-304A61847CCB}" type="presOf" srcId="{0D758F84-0123-499F-BC30-88C6956AF24A}" destId="{62E5F984-C669-48F3-869C-F1E20D075C78}" srcOrd="1" destOrd="0" presId="urn:microsoft.com/office/officeart/2005/8/layout/orgChart1"/>
    <dgm:cxn modelId="{968B759F-2953-4831-BE08-FCF0BBC04ACD}" srcId="{5C064CD3-359F-4290-A261-9F58B8864B8A}" destId="{E2E1DA52-9148-44AC-9A71-F7EB79065B45}" srcOrd="2" destOrd="0" parTransId="{6B8F5990-94C7-4475-BD5E-EF8D92FF11E2}" sibTransId="{5E68572A-EE22-47A7-9CDC-2186EAF5A99B}"/>
    <dgm:cxn modelId="{D571F958-3B60-4327-86E0-B3E25BB0650D}" srcId="{9286A5EC-F2A9-487D-8BF1-B96EEEFD636B}" destId="{7C839D19-893E-444F-BC66-38E1A072902D}" srcOrd="0" destOrd="0" parTransId="{B0A1E639-7820-4EBF-83D7-A40B66A6D4CD}" sibTransId="{7D46E187-0B28-460E-B9D9-51088447D864}"/>
    <dgm:cxn modelId="{074D65B9-F6AE-4EE9-A12D-8D54E3F82F5F}" srcId="{9286A5EC-F2A9-487D-8BF1-B96EEEFD636B}" destId="{BF786AF5-1454-4301-99F8-D86B1665C3A8}" srcOrd="1" destOrd="0" parTransId="{DBCC86AF-5728-46F6-AD06-5B066D803A61}" sibTransId="{60429624-4B82-4988-801D-718D0322446E}"/>
    <dgm:cxn modelId="{27A933CB-EC69-4601-B1F8-789247F6383B}" type="presOf" srcId="{DBCC86AF-5728-46F6-AD06-5B066D803A61}" destId="{CE3C8DF7-9CB2-47F0-A42C-554D5D6B5498}" srcOrd="0" destOrd="0" presId="urn:microsoft.com/office/officeart/2005/8/layout/orgChart1"/>
    <dgm:cxn modelId="{07AB8472-A651-48C8-9CF2-00815F444309}" type="presOf" srcId="{9E6404DC-1053-49D6-95EE-599A97C88DD3}" destId="{0F3C8968-31FF-46A5-BCB3-A2E771257413}" srcOrd="0" destOrd="0" presId="urn:microsoft.com/office/officeart/2005/8/layout/orgChart1"/>
    <dgm:cxn modelId="{77494EA5-4F89-43EB-9563-7B6E5CD58A26}" type="presOf" srcId="{83E7A951-3736-4FAB-808C-80D97975F938}" destId="{36E8B849-DCAB-4394-9C7C-D06D5EDAA3DC}" srcOrd="0" destOrd="0" presId="urn:microsoft.com/office/officeart/2005/8/layout/orgChart1"/>
    <dgm:cxn modelId="{F2B967BE-B86F-4E8F-8649-8F0C3E093928}" srcId="{9286A5EC-F2A9-487D-8BF1-B96EEEFD636B}" destId="{30A3573A-28C3-4C45-BD5A-286CD3C12E36}" srcOrd="4" destOrd="0" parTransId="{FC40C445-235C-4F1E-91F6-2326A85B7831}" sibTransId="{9D1EA7F2-E76D-4890-87B1-5549BC610A28}"/>
    <dgm:cxn modelId="{99B8FAD4-E1C0-4594-AEDC-68FEB28020C4}" type="presOf" srcId="{BF786AF5-1454-4301-99F8-D86B1665C3A8}" destId="{D051AD6C-BD44-4B30-BAA8-766706739534}" srcOrd="0" destOrd="0" presId="urn:microsoft.com/office/officeart/2005/8/layout/orgChart1"/>
    <dgm:cxn modelId="{77987BDD-1580-490D-A25C-C3B12720E8B1}" type="presOf" srcId="{7AD2EE84-A000-444B-9F76-A2F5A22126CD}" destId="{A680A606-652C-4A63-B87B-AA3F63D2F374}" srcOrd="1" destOrd="0" presId="urn:microsoft.com/office/officeart/2005/8/layout/orgChart1"/>
    <dgm:cxn modelId="{615DF88B-85A5-42DB-B9C4-89D1E2A9CFAA}" type="presOf" srcId="{66420757-8D11-4C52-8BE4-B49F92626FF4}" destId="{DDD5F3FA-5881-44F2-A1E4-6971704526F7}" srcOrd="1" destOrd="0" presId="urn:microsoft.com/office/officeart/2005/8/layout/orgChart1"/>
    <dgm:cxn modelId="{0B30FE30-52FD-47B9-8928-FF627DB40219}" srcId="{9E6404DC-1053-49D6-95EE-599A97C88DD3}" destId="{6CF1DDF2-D3D8-4188-B43A-5933164270ED}" srcOrd="6" destOrd="0" parTransId="{CA24AC75-4172-46C0-B5EC-9CDAD2CAE537}" sibTransId="{5CCDD4A5-F1CF-4D98-8C57-90A614338FF4}"/>
    <dgm:cxn modelId="{6242B06E-F582-41B8-AE41-EF3F6D5D6D4A}" type="presOf" srcId="{0B0BE489-18FC-4AB8-89F0-E5B83E82DEE3}" destId="{F3605272-BB3C-482A-BD0E-4FF39B81FDEE}" srcOrd="0" destOrd="0" presId="urn:microsoft.com/office/officeart/2005/8/layout/orgChart1"/>
    <dgm:cxn modelId="{136EC2C0-7846-4A18-9F1D-130766E8E595}" type="presOf" srcId="{FAD8C68A-148F-45D5-839B-74F518C323B1}" destId="{E7A6A566-BA08-49B0-B30B-F6E0719DD840}" srcOrd="0" destOrd="0" presId="urn:microsoft.com/office/officeart/2005/8/layout/orgChart1"/>
    <dgm:cxn modelId="{B1E171E7-F210-47DE-AA58-9C8A729317D3}" type="presOf" srcId="{2EF2315B-B6AC-4F58-8DBD-5817A4533432}" destId="{D782E0B1-7687-4A87-BCE3-A84D23CC38D7}" srcOrd="0" destOrd="0" presId="urn:microsoft.com/office/officeart/2005/8/layout/orgChart1"/>
    <dgm:cxn modelId="{3B3469EF-6587-4EA8-ACB7-2D3010A36746}" type="presOf" srcId="{5C064CD3-359F-4290-A261-9F58B8864B8A}" destId="{6700DCAE-9865-4201-9F5F-49E4DEA36F22}" srcOrd="0" destOrd="0" presId="urn:microsoft.com/office/officeart/2005/8/layout/orgChart1"/>
    <dgm:cxn modelId="{4AF33084-97E6-4E7B-AF04-556EEBABA38B}" type="presOf" srcId="{8F3032B2-9F9F-43F3-A6B4-5A6431551232}" destId="{BB80EEEA-2278-4757-8967-1D0CBD2B55DB}" srcOrd="1" destOrd="0" presId="urn:microsoft.com/office/officeart/2005/8/layout/orgChart1"/>
    <dgm:cxn modelId="{DCAC6BC1-8C85-48DC-B188-5655111C01AA}" srcId="{9E6404DC-1053-49D6-95EE-599A97C88DD3}" destId="{FAD8C68A-148F-45D5-839B-74F518C323B1}" srcOrd="3" destOrd="0" parTransId="{F4749D64-3362-486E-B7C0-2A4D4AC3F782}" sibTransId="{FE04AAEC-65DF-4176-8F3D-FBB4F12C9BA3}"/>
    <dgm:cxn modelId="{C2B889CA-FE79-4EE9-9B81-DA2137542CFE}" srcId="{5C064CD3-359F-4290-A261-9F58B8864B8A}" destId="{0D758F84-0123-499F-BC30-88C6956AF24A}" srcOrd="3" destOrd="0" parTransId="{038A2DE9-80CD-4E46-92CB-CAD7C0F197F8}" sibTransId="{DB9C215B-3C56-464B-84BE-192275F749A0}"/>
    <dgm:cxn modelId="{72D0908C-45EF-4F51-93DC-EE14C17D4787}" type="presOf" srcId="{6CF1DDF2-D3D8-4188-B43A-5933164270ED}" destId="{CF8D07E9-56EC-465F-ACF4-7F8A1D850333}" srcOrd="1" destOrd="0" presId="urn:microsoft.com/office/officeart/2005/8/layout/orgChart1"/>
    <dgm:cxn modelId="{F8F89ED0-1BEA-4DFC-9289-1FC600CC755C}" type="presOf" srcId="{DBE67F04-AF4A-452C-B675-9895E608A568}" destId="{B319A6FD-1BB8-4AF3-A57C-B0E2EB03B3A8}" srcOrd="0" destOrd="0" presId="urn:microsoft.com/office/officeart/2005/8/layout/orgChart1"/>
    <dgm:cxn modelId="{FAE204CB-5D0F-4600-BA3F-FFA2DB06AB0C}" type="presOf" srcId="{6CF1DDF2-D3D8-4188-B43A-5933164270ED}" destId="{77DDDD68-CACB-4E6E-B03E-2E9BBBBC0DC0}" srcOrd="0" destOrd="0" presId="urn:microsoft.com/office/officeart/2005/8/layout/orgChart1"/>
    <dgm:cxn modelId="{CDE63C27-7041-49EC-A2AE-8CD8110FD04D}" type="presOf" srcId="{F4749D64-3362-486E-B7C0-2A4D4AC3F782}" destId="{D97770BE-745F-4E41-B346-F3FBCA5F86BE}" srcOrd="0" destOrd="0" presId="urn:microsoft.com/office/officeart/2005/8/layout/orgChart1"/>
    <dgm:cxn modelId="{F041E1AC-6F47-4E82-B801-FFC9CC83DBD6}" type="presOf" srcId="{6B8F5990-94C7-4475-BD5E-EF8D92FF11E2}" destId="{3370CE9F-0E23-47FB-86E9-0E4F835D3CA6}" srcOrd="0" destOrd="0" presId="urn:microsoft.com/office/officeart/2005/8/layout/orgChart1"/>
    <dgm:cxn modelId="{718A9426-96AF-48B9-BBE7-DD57C29EC592}" type="presOf" srcId="{2EF2315B-B6AC-4F58-8DBD-5817A4533432}" destId="{D77F53C8-4591-4C8B-B71C-78BFCE16B155}" srcOrd="1" destOrd="0" presId="urn:microsoft.com/office/officeart/2005/8/layout/orgChart1"/>
    <dgm:cxn modelId="{B8D3ECAE-3912-4DC4-93D9-964A82ABEC91}" type="presOf" srcId="{AC866810-B0CF-48BC-96B8-992DFD8E0FF0}" destId="{E4636C06-AABB-4991-99EF-D519C9F01F26}" srcOrd="0" destOrd="0" presId="urn:microsoft.com/office/officeart/2005/8/layout/orgChart1"/>
    <dgm:cxn modelId="{164F20F0-A544-4B6C-87FE-73A5B971CB5E}" type="presOf" srcId="{4ED94479-1ECB-494A-992A-FA0E36F14261}" destId="{FF1D27C0-0312-4DF4-B3F3-8719F3443DCE}" srcOrd="0" destOrd="0" presId="urn:microsoft.com/office/officeart/2005/8/layout/orgChart1"/>
    <dgm:cxn modelId="{D2551BCC-F69D-4C92-B1FF-61E596DFCC97}" type="presOf" srcId="{BF786AF5-1454-4301-99F8-D86B1665C3A8}" destId="{82DD5E05-6F70-43B9-B33F-EB9E97675CB4}" srcOrd="1" destOrd="0" presId="urn:microsoft.com/office/officeart/2005/8/layout/orgChart1"/>
    <dgm:cxn modelId="{6954F8C0-BCB4-46A0-969C-D1E8639FAFCB}" srcId="{9E6404DC-1053-49D6-95EE-599A97C88DD3}" destId="{0B0BE489-18FC-4AB8-89F0-E5B83E82DEE3}" srcOrd="1" destOrd="0" parTransId="{D790EDC8-DBC7-47D9-AD8D-E7CE4F48BB0A}" sibTransId="{B707AAE7-D88C-41C7-9B1B-D8B970E4AED3}"/>
    <dgm:cxn modelId="{4CA9C32A-C8CD-40F1-AFCB-D726CB5C7F3F}" srcId="{1A65A4D7-7720-45CB-8279-86EBD3407E97}" destId="{9E6404DC-1053-49D6-95EE-599A97C88DD3}" srcOrd="0" destOrd="0" parTransId="{541DED35-EA1D-4B2B-8573-F418430E3EF8}" sibTransId="{8EA0B31F-0422-4926-B862-5636855C8DF2}"/>
    <dgm:cxn modelId="{146F2DD9-298E-407E-867D-6263F4E81B52}" srcId="{9E6404DC-1053-49D6-95EE-599A97C88DD3}" destId="{55D06D02-16D5-487C-8E7B-D99AC83B330E}" srcOrd="4" destOrd="0" parTransId="{4ED94479-1ECB-494A-992A-FA0E36F14261}" sibTransId="{2FAD6011-7AFE-44D8-B209-C12FAB59C1A5}"/>
    <dgm:cxn modelId="{332EEBDF-5F10-493C-8016-2D37460A3E22}" type="presOf" srcId="{CA24AC75-4172-46C0-B5EC-9CDAD2CAE537}" destId="{0A945A8F-3910-4024-8258-75F42FACA433}" srcOrd="0" destOrd="0" presId="urn:microsoft.com/office/officeart/2005/8/layout/orgChart1"/>
    <dgm:cxn modelId="{842C7B3F-FCA7-4926-BC60-B1F372E9758F}" type="presOf" srcId="{30A3573A-28C3-4C45-BD5A-286CD3C12E36}" destId="{20AD1473-3310-4ED6-918D-EEC94B799A78}" srcOrd="1" destOrd="0" presId="urn:microsoft.com/office/officeart/2005/8/layout/orgChart1"/>
    <dgm:cxn modelId="{23E24BEF-2997-46FB-9351-862C9EE5813A}" type="presOf" srcId="{66420757-8D11-4C52-8BE4-B49F92626FF4}" destId="{9B3B753F-3337-4FC5-847E-03B30A2CFC72}" srcOrd="0" destOrd="0" presId="urn:microsoft.com/office/officeart/2005/8/layout/orgChart1"/>
    <dgm:cxn modelId="{7986E574-3D79-4CAC-944E-50CDD61F26AD}" type="presOf" srcId="{0B0BE489-18FC-4AB8-89F0-E5B83E82DEE3}" destId="{80D30C1D-7614-46E9-A72C-A8C7C4CE7688}" srcOrd="1" destOrd="0" presId="urn:microsoft.com/office/officeart/2005/8/layout/orgChart1"/>
    <dgm:cxn modelId="{0DB79881-AAFB-4207-A84A-6BD63F0812CA}" type="presParOf" srcId="{11077618-9302-474C-8482-1BBB83E3AEF1}" destId="{38ED7B2E-63E5-438D-91CD-EFA6DE9BBF61}" srcOrd="0" destOrd="0" presId="urn:microsoft.com/office/officeart/2005/8/layout/orgChart1"/>
    <dgm:cxn modelId="{5ED087B4-1F16-47F0-8EDF-6DE9E5DDE0ED}" type="presParOf" srcId="{38ED7B2E-63E5-438D-91CD-EFA6DE9BBF61}" destId="{ADCB6C6D-2F95-4AD5-B3EB-BEA9A3239732}" srcOrd="0" destOrd="0" presId="urn:microsoft.com/office/officeart/2005/8/layout/orgChart1"/>
    <dgm:cxn modelId="{38D93D17-E2F6-430A-BA0A-892F5F5DA1C8}" type="presParOf" srcId="{ADCB6C6D-2F95-4AD5-B3EB-BEA9A3239732}" destId="{0F3C8968-31FF-46A5-BCB3-A2E771257413}" srcOrd="0" destOrd="0" presId="urn:microsoft.com/office/officeart/2005/8/layout/orgChart1"/>
    <dgm:cxn modelId="{D0C9B760-9B41-40FA-837D-7DC64C5D98B6}" type="presParOf" srcId="{ADCB6C6D-2F95-4AD5-B3EB-BEA9A3239732}" destId="{C8C73746-D1E9-45A4-A4B2-4DB251C0CC5A}" srcOrd="1" destOrd="0" presId="urn:microsoft.com/office/officeart/2005/8/layout/orgChart1"/>
    <dgm:cxn modelId="{903973C5-4475-4E16-BB20-98C6713D6A7C}" type="presParOf" srcId="{38ED7B2E-63E5-438D-91CD-EFA6DE9BBF61}" destId="{AD53A4B1-01E7-41E8-9724-31F3910545A4}" srcOrd="1" destOrd="0" presId="urn:microsoft.com/office/officeart/2005/8/layout/orgChart1"/>
    <dgm:cxn modelId="{FD0D6115-7002-46BE-B6C7-37AF4D0756E1}" type="presParOf" srcId="{AD53A4B1-01E7-41E8-9724-31F3910545A4}" destId="{7B4371B5-9FE0-4A41-B872-D27DD755166A}" srcOrd="0" destOrd="0" presId="urn:microsoft.com/office/officeart/2005/8/layout/orgChart1"/>
    <dgm:cxn modelId="{C21C9606-5954-48DD-8BEA-B260DD6B6E14}" type="presParOf" srcId="{AD53A4B1-01E7-41E8-9724-31F3910545A4}" destId="{ED726A71-3CEE-43E5-B36E-E99BBF451E5B}" srcOrd="1" destOrd="0" presId="urn:microsoft.com/office/officeart/2005/8/layout/orgChart1"/>
    <dgm:cxn modelId="{9624EA68-142D-4F73-A240-6EDF415B7752}" type="presParOf" srcId="{ED726A71-3CEE-43E5-B36E-E99BBF451E5B}" destId="{82B2FC70-3C15-48D4-B101-71C09EFE19F9}" srcOrd="0" destOrd="0" presId="urn:microsoft.com/office/officeart/2005/8/layout/orgChart1"/>
    <dgm:cxn modelId="{196EE497-26E4-4E8E-BD39-4CB1915C3778}" type="presParOf" srcId="{82B2FC70-3C15-48D4-B101-71C09EFE19F9}" destId="{C9422C4E-2B02-4D33-A16B-EF7B187ECAB7}" srcOrd="0" destOrd="0" presId="urn:microsoft.com/office/officeart/2005/8/layout/orgChart1"/>
    <dgm:cxn modelId="{9C0A3F0D-C56E-46C5-B0BA-DC9109042609}" type="presParOf" srcId="{82B2FC70-3C15-48D4-B101-71C09EFE19F9}" destId="{A10B8E6A-AEE1-4C2B-8634-C515AEDBA0E5}" srcOrd="1" destOrd="0" presId="urn:microsoft.com/office/officeart/2005/8/layout/orgChart1"/>
    <dgm:cxn modelId="{5AFAFB96-E814-4DAC-B9A1-F9EFA64BA8C5}" type="presParOf" srcId="{ED726A71-3CEE-43E5-B36E-E99BBF451E5B}" destId="{C9264EDA-91B6-4FAE-AFE6-AFC29BE66386}" srcOrd="1" destOrd="0" presId="urn:microsoft.com/office/officeart/2005/8/layout/orgChart1"/>
    <dgm:cxn modelId="{6E72624D-8AF2-4F85-A64E-3CE608E1C938}" type="presParOf" srcId="{C9264EDA-91B6-4FAE-AFE6-AFC29BE66386}" destId="{7E5B4EED-8F8A-44FB-BA06-E88292DE9A10}" srcOrd="0" destOrd="0" presId="urn:microsoft.com/office/officeart/2005/8/layout/orgChart1"/>
    <dgm:cxn modelId="{16EA96B3-11A6-45D4-B172-96806EE948FD}" type="presParOf" srcId="{C9264EDA-91B6-4FAE-AFE6-AFC29BE66386}" destId="{7273551E-4069-4549-8DDF-1954EF17D3B4}" srcOrd="1" destOrd="0" presId="urn:microsoft.com/office/officeart/2005/8/layout/orgChart1"/>
    <dgm:cxn modelId="{963DDFEA-1944-4939-8087-8EF45F2AD2B3}" type="presParOf" srcId="{7273551E-4069-4549-8DDF-1954EF17D3B4}" destId="{5090A920-C971-4BBC-86CE-457A206CFA3A}" srcOrd="0" destOrd="0" presId="urn:microsoft.com/office/officeart/2005/8/layout/orgChart1"/>
    <dgm:cxn modelId="{98CA0372-2F83-425E-B5ED-31554B155457}" type="presParOf" srcId="{5090A920-C971-4BBC-86CE-457A206CFA3A}" destId="{C6FAE040-2A5A-4E02-94DD-A745D018122F}" srcOrd="0" destOrd="0" presId="urn:microsoft.com/office/officeart/2005/8/layout/orgChart1"/>
    <dgm:cxn modelId="{D633274B-2C27-492C-83C5-BD1DDBEDF4E2}" type="presParOf" srcId="{5090A920-C971-4BBC-86CE-457A206CFA3A}" destId="{7C244878-274A-428A-82EF-793EAA6A8212}" srcOrd="1" destOrd="0" presId="urn:microsoft.com/office/officeart/2005/8/layout/orgChart1"/>
    <dgm:cxn modelId="{0D8338DC-A5FC-429F-B7D4-054B494D9156}" type="presParOf" srcId="{7273551E-4069-4549-8DDF-1954EF17D3B4}" destId="{1714A8E4-5EA8-4AA1-A52A-26022F7A450C}" srcOrd="1" destOrd="0" presId="urn:microsoft.com/office/officeart/2005/8/layout/orgChart1"/>
    <dgm:cxn modelId="{EAA1FEBF-F2B9-4C2C-AA2D-FAB35CBF65A5}" type="presParOf" srcId="{7273551E-4069-4549-8DDF-1954EF17D3B4}" destId="{10541011-2494-46ED-BA3E-E75873803913}" srcOrd="2" destOrd="0" presId="urn:microsoft.com/office/officeart/2005/8/layout/orgChart1"/>
    <dgm:cxn modelId="{F33D6302-6ED4-428E-9E60-7849DC7039A5}" type="presParOf" srcId="{C9264EDA-91B6-4FAE-AFE6-AFC29BE66386}" destId="{CE3C8DF7-9CB2-47F0-A42C-554D5D6B5498}" srcOrd="2" destOrd="0" presId="urn:microsoft.com/office/officeart/2005/8/layout/orgChart1"/>
    <dgm:cxn modelId="{58BD9EF5-E61C-470D-B225-1F7FF9388CB8}" type="presParOf" srcId="{C9264EDA-91B6-4FAE-AFE6-AFC29BE66386}" destId="{77BAFC8B-1A93-46D0-95A3-BC9F47D8073B}" srcOrd="3" destOrd="0" presId="urn:microsoft.com/office/officeart/2005/8/layout/orgChart1"/>
    <dgm:cxn modelId="{DA398B75-E76F-4C48-ADAB-22976ED52F57}" type="presParOf" srcId="{77BAFC8B-1A93-46D0-95A3-BC9F47D8073B}" destId="{67A8194D-CE80-43DE-A481-0C652A768422}" srcOrd="0" destOrd="0" presId="urn:microsoft.com/office/officeart/2005/8/layout/orgChart1"/>
    <dgm:cxn modelId="{2F9F235E-A280-4AB5-BB93-9D43851D5853}" type="presParOf" srcId="{67A8194D-CE80-43DE-A481-0C652A768422}" destId="{D051AD6C-BD44-4B30-BAA8-766706739534}" srcOrd="0" destOrd="0" presId="urn:microsoft.com/office/officeart/2005/8/layout/orgChart1"/>
    <dgm:cxn modelId="{4F3BB01F-A7B2-4F93-AEFE-05465D37D566}" type="presParOf" srcId="{67A8194D-CE80-43DE-A481-0C652A768422}" destId="{82DD5E05-6F70-43B9-B33F-EB9E97675CB4}" srcOrd="1" destOrd="0" presId="urn:microsoft.com/office/officeart/2005/8/layout/orgChart1"/>
    <dgm:cxn modelId="{0DB54F92-2DE1-4474-8D6F-7DEF05A6AA94}" type="presParOf" srcId="{77BAFC8B-1A93-46D0-95A3-BC9F47D8073B}" destId="{D66BB385-F612-40C5-A75D-32A8B0E65F9B}" srcOrd="1" destOrd="0" presId="urn:microsoft.com/office/officeart/2005/8/layout/orgChart1"/>
    <dgm:cxn modelId="{8405177E-82D5-4A0E-BBDF-0E51219A999E}" type="presParOf" srcId="{77BAFC8B-1A93-46D0-95A3-BC9F47D8073B}" destId="{6E8B4A6C-1070-46D9-B551-69F49D1C0DC0}" srcOrd="2" destOrd="0" presId="urn:microsoft.com/office/officeart/2005/8/layout/orgChart1"/>
    <dgm:cxn modelId="{2ECEAC6E-EF18-49A5-9ADD-DE2D72342826}" type="presParOf" srcId="{C9264EDA-91B6-4FAE-AFE6-AFC29BE66386}" destId="{E4636C06-AABB-4991-99EF-D519C9F01F26}" srcOrd="4" destOrd="0" presId="urn:microsoft.com/office/officeart/2005/8/layout/orgChart1"/>
    <dgm:cxn modelId="{2572FE18-406F-4122-8F5D-F37439500D46}" type="presParOf" srcId="{C9264EDA-91B6-4FAE-AFE6-AFC29BE66386}" destId="{48E9BED8-2671-4DE8-9479-797DE4AA6444}" srcOrd="5" destOrd="0" presId="urn:microsoft.com/office/officeart/2005/8/layout/orgChart1"/>
    <dgm:cxn modelId="{A3B3A628-B459-4D15-828B-46675B3993A6}" type="presParOf" srcId="{48E9BED8-2671-4DE8-9479-797DE4AA6444}" destId="{238E99CA-C072-4BC0-8AA5-0C6B0C916672}" srcOrd="0" destOrd="0" presId="urn:microsoft.com/office/officeart/2005/8/layout/orgChart1"/>
    <dgm:cxn modelId="{D5D187B5-83AB-4E5A-A902-474C9BE7A616}" type="presParOf" srcId="{238E99CA-C072-4BC0-8AA5-0C6B0C916672}" destId="{2CF404F2-0ACA-4C8A-B4A0-A3CC582C9107}" srcOrd="0" destOrd="0" presId="urn:microsoft.com/office/officeart/2005/8/layout/orgChart1"/>
    <dgm:cxn modelId="{CFEEC555-AC53-41A4-B5E5-B5DA030E6BEF}" type="presParOf" srcId="{238E99CA-C072-4BC0-8AA5-0C6B0C916672}" destId="{6E87612E-C982-4B08-BE76-332DBA145DD3}" srcOrd="1" destOrd="0" presId="urn:microsoft.com/office/officeart/2005/8/layout/orgChart1"/>
    <dgm:cxn modelId="{88D9C34D-99F1-458C-83D8-A827384244CD}" type="presParOf" srcId="{48E9BED8-2671-4DE8-9479-797DE4AA6444}" destId="{4CB63330-2DB3-433F-ABC0-BBA61091E2A5}" srcOrd="1" destOrd="0" presId="urn:microsoft.com/office/officeart/2005/8/layout/orgChart1"/>
    <dgm:cxn modelId="{294E6AA1-8913-4308-8AB1-376C2A0E5ABF}" type="presParOf" srcId="{48E9BED8-2671-4DE8-9479-797DE4AA6444}" destId="{4BFC675F-FE74-4B72-A967-4EDBFEF74FDF}" srcOrd="2" destOrd="0" presId="urn:microsoft.com/office/officeart/2005/8/layout/orgChart1"/>
    <dgm:cxn modelId="{7ADF1F64-0756-4383-A48D-51B997347AD5}" type="presParOf" srcId="{C9264EDA-91B6-4FAE-AFE6-AFC29BE66386}" destId="{B319A6FD-1BB8-4AF3-A57C-B0E2EB03B3A8}" srcOrd="6" destOrd="0" presId="urn:microsoft.com/office/officeart/2005/8/layout/orgChart1"/>
    <dgm:cxn modelId="{3A1D2447-3F04-4A73-AE3E-BA6BE73AE1A2}" type="presParOf" srcId="{C9264EDA-91B6-4FAE-AFE6-AFC29BE66386}" destId="{7CA02A55-62FE-4DF3-A576-8FF058DA279E}" srcOrd="7" destOrd="0" presId="urn:microsoft.com/office/officeart/2005/8/layout/orgChart1"/>
    <dgm:cxn modelId="{E366F889-B555-480A-B83A-567DC4BD6D35}" type="presParOf" srcId="{7CA02A55-62FE-4DF3-A576-8FF058DA279E}" destId="{193E7042-5970-4B78-AD42-29577668EE12}" srcOrd="0" destOrd="0" presId="urn:microsoft.com/office/officeart/2005/8/layout/orgChart1"/>
    <dgm:cxn modelId="{91A50344-7A88-41F4-A54B-C68D1530F43B}" type="presParOf" srcId="{193E7042-5970-4B78-AD42-29577668EE12}" destId="{B884830D-3363-4530-B0AD-560D97BED530}" srcOrd="0" destOrd="0" presId="urn:microsoft.com/office/officeart/2005/8/layout/orgChart1"/>
    <dgm:cxn modelId="{EFECBACD-267A-4142-9708-3E32F938836E}" type="presParOf" srcId="{193E7042-5970-4B78-AD42-29577668EE12}" destId="{DC84C4F1-C8D4-430E-98C5-2D80424D639E}" srcOrd="1" destOrd="0" presId="urn:microsoft.com/office/officeart/2005/8/layout/orgChart1"/>
    <dgm:cxn modelId="{46C6531E-75E4-44CE-9DFE-4F6B4E82B3FA}" type="presParOf" srcId="{7CA02A55-62FE-4DF3-A576-8FF058DA279E}" destId="{8341EF83-C913-4CFD-82AD-8D429C8B2C1F}" srcOrd="1" destOrd="0" presId="urn:microsoft.com/office/officeart/2005/8/layout/orgChart1"/>
    <dgm:cxn modelId="{4E400FDA-D35F-4EBC-AE66-CD70B9D32A60}" type="presParOf" srcId="{7CA02A55-62FE-4DF3-A576-8FF058DA279E}" destId="{300354E7-8108-408D-AE9E-C4738DC4AEA9}" srcOrd="2" destOrd="0" presId="urn:microsoft.com/office/officeart/2005/8/layout/orgChart1"/>
    <dgm:cxn modelId="{FADC285E-1F90-4242-A3EF-0BC418A95D65}" type="presParOf" srcId="{C9264EDA-91B6-4FAE-AFE6-AFC29BE66386}" destId="{49D33D41-F9C5-45C7-949F-72D5165C073A}" srcOrd="8" destOrd="0" presId="urn:microsoft.com/office/officeart/2005/8/layout/orgChart1"/>
    <dgm:cxn modelId="{87505AB8-9775-4C8B-B47D-9649E6EEC02B}" type="presParOf" srcId="{C9264EDA-91B6-4FAE-AFE6-AFC29BE66386}" destId="{F7CAA1D8-FCED-43FE-BD77-94E281C36D6F}" srcOrd="9" destOrd="0" presId="urn:microsoft.com/office/officeart/2005/8/layout/orgChart1"/>
    <dgm:cxn modelId="{9CA16577-BDBA-408E-9101-FB0B47850F32}" type="presParOf" srcId="{F7CAA1D8-FCED-43FE-BD77-94E281C36D6F}" destId="{DEAB46A6-CBA6-49C9-8078-10ADD5007385}" srcOrd="0" destOrd="0" presId="urn:microsoft.com/office/officeart/2005/8/layout/orgChart1"/>
    <dgm:cxn modelId="{23DC5F13-8CD7-4C0C-B6BA-7014C3A3A840}" type="presParOf" srcId="{DEAB46A6-CBA6-49C9-8078-10ADD5007385}" destId="{99B13230-78A2-4446-AEF8-C26E6EC3E5B0}" srcOrd="0" destOrd="0" presId="urn:microsoft.com/office/officeart/2005/8/layout/orgChart1"/>
    <dgm:cxn modelId="{E0A48FAC-0B87-4E51-9C40-CF70532615EF}" type="presParOf" srcId="{DEAB46A6-CBA6-49C9-8078-10ADD5007385}" destId="{20AD1473-3310-4ED6-918D-EEC94B799A78}" srcOrd="1" destOrd="0" presId="urn:microsoft.com/office/officeart/2005/8/layout/orgChart1"/>
    <dgm:cxn modelId="{AA5C8C44-5491-42F0-B424-8FFEEDD5B748}" type="presParOf" srcId="{F7CAA1D8-FCED-43FE-BD77-94E281C36D6F}" destId="{9393029B-F992-4CEF-A22B-13904C8AB418}" srcOrd="1" destOrd="0" presId="urn:microsoft.com/office/officeart/2005/8/layout/orgChart1"/>
    <dgm:cxn modelId="{6B798298-4F1E-411F-ADB0-EF8CAC9FB6D1}" type="presParOf" srcId="{F7CAA1D8-FCED-43FE-BD77-94E281C36D6F}" destId="{609F574D-4C01-462B-BC81-912A3DEF1D9B}" srcOrd="2" destOrd="0" presId="urn:microsoft.com/office/officeart/2005/8/layout/orgChart1"/>
    <dgm:cxn modelId="{056F9C40-D9A1-4839-B15C-CF6417D01214}" type="presParOf" srcId="{C9264EDA-91B6-4FAE-AFE6-AFC29BE66386}" destId="{4EA00C17-D0E1-45B0-A01E-1EEC6763C52A}" srcOrd="10" destOrd="0" presId="urn:microsoft.com/office/officeart/2005/8/layout/orgChart1"/>
    <dgm:cxn modelId="{30C2F222-E3AF-4B90-BF32-CEBA95C3F372}" type="presParOf" srcId="{C9264EDA-91B6-4FAE-AFE6-AFC29BE66386}" destId="{E13FDB0C-82BF-46EF-9E2A-B74833EBE083}" srcOrd="11" destOrd="0" presId="urn:microsoft.com/office/officeart/2005/8/layout/orgChart1"/>
    <dgm:cxn modelId="{55DB2C87-0CF1-4A5D-9A96-C2AE5B38B1FA}" type="presParOf" srcId="{E13FDB0C-82BF-46EF-9E2A-B74833EBE083}" destId="{6F889A8A-15EA-4175-AFAB-E5C4633A55C6}" srcOrd="0" destOrd="0" presId="urn:microsoft.com/office/officeart/2005/8/layout/orgChart1"/>
    <dgm:cxn modelId="{3A284864-190E-437A-BCF8-160A2FCE1063}" type="presParOf" srcId="{6F889A8A-15EA-4175-AFAB-E5C4633A55C6}" destId="{9B3B753F-3337-4FC5-847E-03B30A2CFC72}" srcOrd="0" destOrd="0" presId="urn:microsoft.com/office/officeart/2005/8/layout/orgChart1"/>
    <dgm:cxn modelId="{5EFEE68D-DE81-4FB4-A6EB-622461E584D2}" type="presParOf" srcId="{6F889A8A-15EA-4175-AFAB-E5C4633A55C6}" destId="{DDD5F3FA-5881-44F2-A1E4-6971704526F7}" srcOrd="1" destOrd="0" presId="urn:microsoft.com/office/officeart/2005/8/layout/orgChart1"/>
    <dgm:cxn modelId="{A911B9B8-AF3F-4285-9EAE-FBFBD359069C}" type="presParOf" srcId="{E13FDB0C-82BF-46EF-9E2A-B74833EBE083}" destId="{676ABBB4-3C98-4704-ACC5-762B2C2E471C}" srcOrd="1" destOrd="0" presId="urn:microsoft.com/office/officeart/2005/8/layout/orgChart1"/>
    <dgm:cxn modelId="{7C07E062-A01C-4AB0-870B-8AFCD9FF7BBC}" type="presParOf" srcId="{E13FDB0C-82BF-46EF-9E2A-B74833EBE083}" destId="{AB7EDDB3-9B61-4F08-9251-CA1DBC985988}" srcOrd="2" destOrd="0" presId="urn:microsoft.com/office/officeart/2005/8/layout/orgChart1"/>
    <dgm:cxn modelId="{B9F5CA4B-AF97-4CD2-9B9B-3EFF81ECBC22}" type="presParOf" srcId="{ED726A71-3CEE-43E5-B36E-E99BBF451E5B}" destId="{C5C54053-3A12-46C3-BAAB-BDE4C3102748}" srcOrd="2" destOrd="0" presId="urn:microsoft.com/office/officeart/2005/8/layout/orgChart1"/>
    <dgm:cxn modelId="{BC0E2B96-B3FA-46B9-815F-1621DBC4B126}" type="presParOf" srcId="{AD53A4B1-01E7-41E8-9724-31F3910545A4}" destId="{270151AE-D139-40DF-A603-F0B3F7DDDC4D}" srcOrd="2" destOrd="0" presId="urn:microsoft.com/office/officeart/2005/8/layout/orgChart1"/>
    <dgm:cxn modelId="{923317C6-4951-4C0F-B5E4-1AE61E839C77}" type="presParOf" srcId="{AD53A4B1-01E7-41E8-9724-31F3910545A4}" destId="{5E7476B3-AD7E-4825-A023-25C6BDFD35CA}" srcOrd="3" destOrd="0" presId="urn:microsoft.com/office/officeart/2005/8/layout/orgChart1"/>
    <dgm:cxn modelId="{86AAF4B9-78E4-4333-BDA3-E4D3BC5D8B19}" type="presParOf" srcId="{5E7476B3-AD7E-4825-A023-25C6BDFD35CA}" destId="{132C54E8-DB97-4D17-8179-D1BC98F5D07C}" srcOrd="0" destOrd="0" presId="urn:microsoft.com/office/officeart/2005/8/layout/orgChart1"/>
    <dgm:cxn modelId="{95DF85D9-23F6-4014-BE0A-03332F7A4B37}" type="presParOf" srcId="{132C54E8-DB97-4D17-8179-D1BC98F5D07C}" destId="{F3605272-BB3C-482A-BD0E-4FF39B81FDEE}" srcOrd="0" destOrd="0" presId="urn:microsoft.com/office/officeart/2005/8/layout/orgChart1"/>
    <dgm:cxn modelId="{1C110A55-4877-4A2F-922F-33DAF303B817}" type="presParOf" srcId="{132C54E8-DB97-4D17-8179-D1BC98F5D07C}" destId="{80D30C1D-7614-46E9-A72C-A8C7C4CE7688}" srcOrd="1" destOrd="0" presId="urn:microsoft.com/office/officeart/2005/8/layout/orgChart1"/>
    <dgm:cxn modelId="{70C2BD4D-F080-40CD-B97F-0F0B9050D864}" type="presParOf" srcId="{5E7476B3-AD7E-4825-A023-25C6BDFD35CA}" destId="{52A2A06A-EC5A-449C-89CB-5D43FB38563B}" srcOrd="1" destOrd="0" presId="urn:microsoft.com/office/officeart/2005/8/layout/orgChart1"/>
    <dgm:cxn modelId="{84676A0A-4527-46E3-81DE-BC27DFBA63A0}" type="presParOf" srcId="{5E7476B3-AD7E-4825-A023-25C6BDFD35CA}" destId="{642F05A1-9B99-45A9-95F7-36FBF693468C}" srcOrd="2" destOrd="0" presId="urn:microsoft.com/office/officeart/2005/8/layout/orgChart1"/>
    <dgm:cxn modelId="{0F0A6C74-55B4-4270-8C86-E5D69C6ADE3A}" type="presParOf" srcId="{AD53A4B1-01E7-41E8-9724-31F3910545A4}" destId="{21B7DE50-6919-48CD-B44F-BDEA9F2E1367}" srcOrd="4" destOrd="0" presId="urn:microsoft.com/office/officeart/2005/8/layout/orgChart1"/>
    <dgm:cxn modelId="{B2C58ABC-243D-4DE1-8DCD-8540E7E8368F}" type="presParOf" srcId="{AD53A4B1-01E7-41E8-9724-31F3910545A4}" destId="{740AA342-B1DB-46CD-90AF-370113876707}" srcOrd="5" destOrd="0" presId="urn:microsoft.com/office/officeart/2005/8/layout/orgChart1"/>
    <dgm:cxn modelId="{E22FD0F6-93F7-4950-A791-714CB18EB382}" type="presParOf" srcId="{740AA342-B1DB-46CD-90AF-370113876707}" destId="{4131081F-D0AD-4506-882E-8F3E0ABD8C4F}" srcOrd="0" destOrd="0" presId="urn:microsoft.com/office/officeart/2005/8/layout/orgChart1"/>
    <dgm:cxn modelId="{961AAC42-DAC5-4A78-8572-D2E86683D693}" type="presParOf" srcId="{4131081F-D0AD-4506-882E-8F3E0ABD8C4F}" destId="{BB595DBD-E598-416C-B1C2-0E8039923FA8}" srcOrd="0" destOrd="0" presId="urn:microsoft.com/office/officeart/2005/8/layout/orgChart1"/>
    <dgm:cxn modelId="{30E179A5-5853-4638-A4FE-6E63AF3DBF19}" type="presParOf" srcId="{4131081F-D0AD-4506-882E-8F3E0ABD8C4F}" destId="{2B36D2E8-27F5-4110-8C1A-EBB6D9D00BA9}" srcOrd="1" destOrd="0" presId="urn:microsoft.com/office/officeart/2005/8/layout/orgChart1"/>
    <dgm:cxn modelId="{1C89729E-1565-4A09-AB55-6C99D7F2308A}" type="presParOf" srcId="{740AA342-B1DB-46CD-90AF-370113876707}" destId="{6E5E9CAE-39AB-411B-9FD8-EABCDEB90CB4}" srcOrd="1" destOrd="0" presId="urn:microsoft.com/office/officeart/2005/8/layout/orgChart1"/>
    <dgm:cxn modelId="{2157B74E-BC34-45FF-B935-6134A2ADCD36}" type="presParOf" srcId="{740AA342-B1DB-46CD-90AF-370113876707}" destId="{6E86841D-64DF-4306-BB50-F34CD6A2638F}" srcOrd="2" destOrd="0" presId="urn:microsoft.com/office/officeart/2005/8/layout/orgChart1"/>
    <dgm:cxn modelId="{CAE0746B-2599-4C96-819F-F320D042073C}" type="presParOf" srcId="{AD53A4B1-01E7-41E8-9724-31F3910545A4}" destId="{D97770BE-745F-4E41-B346-F3FBCA5F86BE}" srcOrd="6" destOrd="0" presId="urn:microsoft.com/office/officeart/2005/8/layout/orgChart1"/>
    <dgm:cxn modelId="{D2631186-2617-4007-B63A-D0FF4DAAFAA9}" type="presParOf" srcId="{AD53A4B1-01E7-41E8-9724-31F3910545A4}" destId="{9BE568D1-03CD-4D08-8549-DD0D6D932218}" srcOrd="7" destOrd="0" presId="urn:microsoft.com/office/officeart/2005/8/layout/orgChart1"/>
    <dgm:cxn modelId="{6EF14786-37DE-4E4F-8D0A-A9944FCD90A9}" type="presParOf" srcId="{9BE568D1-03CD-4D08-8549-DD0D6D932218}" destId="{577865C9-BB9F-4553-9FF3-1CD1A87F98F6}" srcOrd="0" destOrd="0" presId="urn:microsoft.com/office/officeart/2005/8/layout/orgChart1"/>
    <dgm:cxn modelId="{2B38E8CE-B068-4A87-9A2B-04C7F885CFDA}" type="presParOf" srcId="{577865C9-BB9F-4553-9FF3-1CD1A87F98F6}" destId="{E7A6A566-BA08-49B0-B30B-F6E0719DD840}" srcOrd="0" destOrd="0" presId="urn:microsoft.com/office/officeart/2005/8/layout/orgChart1"/>
    <dgm:cxn modelId="{141694B8-C788-4142-A4B2-447D9088E8CC}" type="presParOf" srcId="{577865C9-BB9F-4553-9FF3-1CD1A87F98F6}" destId="{94BFD7CF-C6FE-44D2-A927-DA028212ADAD}" srcOrd="1" destOrd="0" presId="urn:microsoft.com/office/officeart/2005/8/layout/orgChart1"/>
    <dgm:cxn modelId="{480622B7-9B73-45F6-BA7B-4B593E50FEF0}" type="presParOf" srcId="{9BE568D1-03CD-4D08-8549-DD0D6D932218}" destId="{54D2D1A1-D84C-4D3C-ACFB-33FD67C32D35}" srcOrd="1" destOrd="0" presId="urn:microsoft.com/office/officeart/2005/8/layout/orgChart1"/>
    <dgm:cxn modelId="{BF13A080-F3C0-44F1-A45B-C1B11AF93AA8}" type="presParOf" srcId="{9BE568D1-03CD-4D08-8549-DD0D6D932218}" destId="{F59628C8-39E8-44F2-A316-37460E8AEC6E}" srcOrd="2" destOrd="0" presId="urn:microsoft.com/office/officeart/2005/8/layout/orgChart1"/>
    <dgm:cxn modelId="{BB710F13-6BD2-4A7B-A040-84B5376AB394}" type="presParOf" srcId="{AD53A4B1-01E7-41E8-9724-31F3910545A4}" destId="{FF1D27C0-0312-4DF4-B3F3-8719F3443DCE}" srcOrd="8" destOrd="0" presId="urn:microsoft.com/office/officeart/2005/8/layout/orgChart1"/>
    <dgm:cxn modelId="{419EB87E-D593-4380-9355-7F20CB0715E7}" type="presParOf" srcId="{AD53A4B1-01E7-41E8-9724-31F3910545A4}" destId="{0B00EA89-CD21-4CF6-842B-808B88A9E0D6}" srcOrd="9" destOrd="0" presId="urn:microsoft.com/office/officeart/2005/8/layout/orgChart1"/>
    <dgm:cxn modelId="{BA823725-4C12-4776-871C-79E598E1A9B6}" type="presParOf" srcId="{0B00EA89-CD21-4CF6-842B-808B88A9E0D6}" destId="{8331AE2E-74BA-4944-9C64-8E9128DAEEA9}" srcOrd="0" destOrd="0" presId="urn:microsoft.com/office/officeart/2005/8/layout/orgChart1"/>
    <dgm:cxn modelId="{18F985BF-5F41-4D68-BCC2-91D8E183C75C}" type="presParOf" srcId="{8331AE2E-74BA-4944-9C64-8E9128DAEEA9}" destId="{12B5D86A-1EDA-415C-8D92-DA9EDF7DD9D7}" srcOrd="0" destOrd="0" presId="urn:microsoft.com/office/officeart/2005/8/layout/orgChart1"/>
    <dgm:cxn modelId="{3C1805D4-0FC7-4EA1-9F6F-B548467F2F5F}" type="presParOf" srcId="{8331AE2E-74BA-4944-9C64-8E9128DAEEA9}" destId="{852A19FB-1446-4C12-9977-B8D9F3ED7822}" srcOrd="1" destOrd="0" presId="urn:microsoft.com/office/officeart/2005/8/layout/orgChart1"/>
    <dgm:cxn modelId="{D4EA0EB6-668C-43C7-8645-6FC1FA0809BD}" type="presParOf" srcId="{0B00EA89-CD21-4CF6-842B-808B88A9E0D6}" destId="{16758649-FBF4-49B7-9DD6-0CEE8F6AF779}" srcOrd="1" destOrd="0" presId="urn:microsoft.com/office/officeart/2005/8/layout/orgChart1"/>
    <dgm:cxn modelId="{5BB2691A-8F57-4D21-A4F9-D1F898598AE5}" type="presParOf" srcId="{0B00EA89-CD21-4CF6-842B-808B88A9E0D6}" destId="{2DD868FD-58D0-4DAE-ACD7-CF25EB4EB274}" srcOrd="2" destOrd="0" presId="urn:microsoft.com/office/officeart/2005/8/layout/orgChart1"/>
    <dgm:cxn modelId="{BBDE75CF-088F-4CE9-9D7D-25D09E1BCBDF}" type="presParOf" srcId="{AD53A4B1-01E7-41E8-9724-31F3910545A4}" destId="{074BF953-E540-4994-B38D-7DD02C74CA11}" srcOrd="10" destOrd="0" presId="urn:microsoft.com/office/officeart/2005/8/layout/orgChart1"/>
    <dgm:cxn modelId="{2B516A22-1736-4058-B827-3774F214FDD6}" type="presParOf" srcId="{AD53A4B1-01E7-41E8-9724-31F3910545A4}" destId="{05C9C32E-8419-4A21-8FE4-B89589F7563E}" srcOrd="11" destOrd="0" presId="urn:microsoft.com/office/officeart/2005/8/layout/orgChart1"/>
    <dgm:cxn modelId="{42BE51D1-1392-4F13-905A-B4DA8AB4285F}" type="presParOf" srcId="{05C9C32E-8419-4A21-8FE4-B89589F7563E}" destId="{B597792D-FEA7-49B4-8E2E-536E85A479A5}" srcOrd="0" destOrd="0" presId="urn:microsoft.com/office/officeart/2005/8/layout/orgChart1"/>
    <dgm:cxn modelId="{D17DFFF1-8205-4B35-A44D-0DF2DE20A7FA}" type="presParOf" srcId="{B597792D-FEA7-49B4-8E2E-536E85A479A5}" destId="{6700DCAE-9865-4201-9F5F-49E4DEA36F22}" srcOrd="0" destOrd="0" presId="urn:microsoft.com/office/officeart/2005/8/layout/orgChart1"/>
    <dgm:cxn modelId="{B831E7E6-8189-4103-A00B-AFCB0B00B65C}" type="presParOf" srcId="{B597792D-FEA7-49B4-8E2E-536E85A479A5}" destId="{007A14A2-122A-46AE-A76B-5ED4224B5D4C}" srcOrd="1" destOrd="0" presId="urn:microsoft.com/office/officeart/2005/8/layout/orgChart1"/>
    <dgm:cxn modelId="{5AD45742-6607-4FFB-859E-490C5BDB614E}" type="presParOf" srcId="{05C9C32E-8419-4A21-8FE4-B89589F7563E}" destId="{9437FF9F-D15F-4D96-9BC8-C30065FDC65C}" srcOrd="1" destOrd="0" presId="urn:microsoft.com/office/officeart/2005/8/layout/orgChart1"/>
    <dgm:cxn modelId="{F3CDB84E-1318-4079-B91F-6AC7FCF8FFD1}" type="presParOf" srcId="{9437FF9F-D15F-4D96-9BC8-C30065FDC65C}" destId="{C607B073-6124-4410-959E-CD49AB39C81A}" srcOrd="0" destOrd="0" presId="urn:microsoft.com/office/officeart/2005/8/layout/orgChart1"/>
    <dgm:cxn modelId="{930E0E39-27B5-4FE1-B78A-AD01CE042EF9}" type="presParOf" srcId="{9437FF9F-D15F-4D96-9BC8-C30065FDC65C}" destId="{FD7AF38D-90FF-4370-8B1C-C3DB80A642F2}" srcOrd="1" destOrd="0" presId="urn:microsoft.com/office/officeart/2005/8/layout/orgChart1"/>
    <dgm:cxn modelId="{5A936F66-BA28-4B04-92E5-9AF711778E47}" type="presParOf" srcId="{FD7AF38D-90FF-4370-8B1C-C3DB80A642F2}" destId="{99327EB6-95BC-46A1-8D6C-D74C28DC7438}" srcOrd="0" destOrd="0" presId="urn:microsoft.com/office/officeart/2005/8/layout/orgChart1"/>
    <dgm:cxn modelId="{8937307F-0D2F-459B-ACBB-2F8A19EFEB52}" type="presParOf" srcId="{99327EB6-95BC-46A1-8D6C-D74C28DC7438}" destId="{71EE5E1B-263D-497A-BF00-B6A2321711ED}" srcOrd="0" destOrd="0" presId="urn:microsoft.com/office/officeart/2005/8/layout/orgChart1"/>
    <dgm:cxn modelId="{E9F03F0B-42B1-45BB-B59B-9A0CFA2D62BB}" type="presParOf" srcId="{99327EB6-95BC-46A1-8D6C-D74C28DC7438}" destId="{BB80EEEA-2278-4757-8967-1D0CBD2B55DB}" srcOrd="1" destOrd="0" presId="urn:microsoft.com/office/officeart/2005/8/layout/orgChart1"/>
    <dgm:cxn modelId="{084C3B76-AEB4-47E3-B2B2-EB0476E60263}" type="presParOf" srcId="{FD7AF38D-90FF-4370-8B1C-C3DB80A642F2}" destId="{6397DB09-3F02-4031-9E40-853334AED1B2}" srcOrd="1" destOrd="0" presId="urn:microsoft.com/office/officeart/2005/8/layout/orgChart1"/>
    <dgm:cxn modelId="{1AC3E135-F332-420B-BD52-A70EC455FE67}" type="presParOf" srcId="{FD7AF38D-90FF-4370-8B1C-C3DB80A642F2}" destId="{07C93F97-B0B9-4C4C-BDF1-C197334DD38B}" srcOrd="2" destOrd="0" presId="urn:microsoft.com/office/officeart/2005/8/layout/orgChart1"/>
    <dgm:cxn modelId="{9DD775C2-9E7E-40DF-BE51-540DCB422EFE}" type="presParOf" srcId="{9437FF9F-D15F-4D96-9BC8-C30065FDC65C}" destId="{36E8B849-DCAB-4394-9C7C-D06D5EDAA3DC}" srcOrd="2" destOrd="0" presId="urn:microsoft.com/office/officeart/2005/8/layout/orgChart1"/>
    <dgm:cxn modelId="{30385A1F-B9FA-49C6-94DB-B65DEF17F5CA}" type="presParOf" srcId="{9437FF9F-D15F-4D96-9BC8-C30065FDC65C}" destId="{95E8E6C9-1B24-4D24-9A45-3231968DFB52}" srcOrd="3" destOrd="0" presId="urn:microsoft.com/office/officeart/2005/8/layout/orgChart1"/>
    <dgm:cxn modelId="{82BA26C5-C998-486E-9A33-7AD02DFEBAD7}" type="presParOf" srcId="{95E8E6C9-1B24-4D24-9A45-3231968DFB52}" destId="{A3121785-727B-4E65-97A0-A31270421EFF}" srcOrd="0" destOrd="0" presId="urn:microsoft.com/office/officeart/2005/8/layout/orgChart1"/>
    <dgm:cxn modelId="{C1A045B8-2EB1-4F6D-993A-6A1B5223F2C7}" type="presParOf" srcId="{A3121785-727B-4E65-97A0-A31270421EFF}" destId="{D782E0B1-7687-4A87-BCE3-A84D23CC38D7}" srcOrd="0" destOrd="0" presId="urn:microsoft.com/office/officeart/2005/8/layout/orgChart1"/>
    <dgm:cxn modelId="{46D52658-F89A-444D-843E-8B775FD16EFE}" type="presParOf" srcId="{A3121785-727B-4E65-97A0-A31270421EFF}" destId="{D77F53C8-4591-4C8B-B71C-78BFCE16B155}" srcOrd="1" destOrd="0" presId="urn:microsoft.com/office/officeart/2005/8/layout/orgChart1"/>
    <dgm:cxn modelId="{7A32E08F-B69F-49F1-96AC-FA9A548CE767}" type="presParOf" srcId="{95E8E6C9-1B24-4D24-9A45-3231968DFB52}" destId="{B9BD9EF9-4839-474D-A4A3-CEAC21B225E0}" srcOrd="1" destOrd="0" presId="urn:microsoft.com/office/officeart/2005/8/layout/orgChart1"/>
    <dgm:cxn modelId="{F3EC9BB7-1EF7-4DE9-8426-168D17905CCC}" type="presParOf" srcId="{95E8E6C9-1B24-4D24-9A45-3231968DFB52}" destId="{1F68ADAC-9CA2-4BD8-84CE-20B65F5E4EF6}" srcOrd="2" destOrd="0" presId="urn:microsoft.com/office/officeart/2005/8/layout/orgChart1"/>
    <dgm:cxn modelId="{D1876CC0-5408-43A1-9DB4-6F74FE000D87}" type="presParOf" srcId="{9437FF9F-D15F-4D96-9BC8-C30065FDC65C}" destId="{3370CE9F-0E23-47FB-86E9-0E4F835D3CA6}" srcOrd="4" destOrd="0" presId="urn:microsoft.com/office/officeart/2005/8/layout/orgChart1"/>
    <dgm:cxn modelId="{4F3F3ED6-70DD-4AC4-B5A2-3DF4B9EB9198}" type="presParOf" srcId="{9437FF9F-D15F-4D96-9BC8-C30065FDC65C}" destId="{7010AA23-5AE4-4754-BDBC-A28714CD6EA6}" srcOrd="5" destOrd="0" presId="urn:microsoft.com/office/officeart/2005/8/layout/orgChart1"/>
    <dgm:cxn modelId="{4A8EBBF2-1B5B-4C7A-8D5B-4669F279FCE1}" type="presParOf" srcId="{7010AA23-5AE4-4754-BDBC-A28714CD6EA6}" destId="{B660F07D-19AB-4DD3-ACB7-711BB9B28AC8}" srcOrd="0" destOrd="0" presId="urn:microsoft.com/office/officeart/2005/8/layout/orgChart1"/>
    <dgm:cxn modelId="{2AB09996-FFAC-4CA1-87C6-A6AF9055EBDB}" type="presParOf" srcId="{B660F07D-19AB-4DD3-ACB7-711BB9B28AC8}" destId="{E66DF0A1-146C-482A-8894-3AE183E22CE7}" srcOrd="0" destOrd="0" presId="urn:microsoft.com/office/officeart/2005/8/layout/orgChart1"/>
    <dgm:cxn modelId="{B5D9919E-0F3F-4C3B-8AC7-DD90E4190133}" type="presParOf" srcId="{B660F07D-19AB-4DD3-ACB7-711BB9B28AC8}" destId="{0663880F-F5A6-470A-AEDB-0216396B0986}" srcOrd="1" destOrd="0" presId="urn:microsoft.com/office/officeart/2005/8/layout/orgChart1"/>
    <dgm:cxn modelId="{B17408B3-D64A-4EF2-9A10-28C34ABCC7E6}" type="presParOf" srcId="{7010AA23-5AE4-4754-BDBC-A28714CD6EA6}" destId="{C965363E-0213-43E1-9C2F-CE169C1D0E21}" srcOrd="1" destOrd="0" presId="urn:microsoft.com/office/officeart/2005/8/layout/orgChart1"/>
    <dgm:cxn modelId="{BEF659BB-FB1A-41AF-89B2-C8E87E8EBBD4}" type="presParOf" srcId="{7010AA23-5AE4-4754-BDBC-A28714CD6EA6}" destId="{658F60F0-A196-44A0-A39A-93D07877D123}" srcOrd="2" destOrd="0" presId="urn:microsoft.com/office/officeart/2005/8/layout/orgChart1"/>
    <dgm:cxn modelId="{00905476-1640-4625-8D77-891DE3025109}" type="presParOf" srcId="{9437FF9F-D15F-4D96-9BC8-C30065FDC65C}" destId="{AD29D894-A146-40ED-AA50-8E54287CED63}" srcOrd="6" destOrd="0" presId="urn:microsoft.com/office/officeart/2005/8/layout/orgChart1"/>
    <dgm:cxn modelId="{7DDA162A-E81A-48A3-8DFB-FA3ED8870981}" type="presParOf" srcId="{9437FF9F-D15F-4D96-9BC8-C30065FDC65C}" destId="{C09E5E6C-1E4A-448A-8D17-005410C09D15}" srcOrd="7" destOrd="0" presId="urn:microsoft.com/office/officeart/2005/8/layout/orgChart1"/>
    <dgm:cxn modelId="{D4A14572-66D7-499B-9178-F2E1EF4E1565}" type="presParOf" srcId="{C09E5E6C-1E4A-448A-8D17-005410C09D15}" destId="{A25386E8-8E2E-4988-9D44-6F58B18FBB54}" srcOrd="0" destOrd="0" presId="urn:microsoft.com/office/officeart/2005/8/layout/orgChart1"/>
    <dgm:cxn modelId="{3E1D772A-8A57-45D9-BB6B-979557CB0C4E}" type="presParOf" srcId="{A25386E8-8E2E-4988-9D44-6F58B18FBB54}" destId="{3D2A00EF-1908-4CBB-BEA5-08CBE58BE3A2}" srcOrd="0" destOrd="0" presId="urn:microsoft.com/office/officeart/2005/8/layout/orgChart1"/>
    <dgm:cxn modelId="{1280A22E-73C1-448A-A1D3-308C09B96B60}" type="presParOf" srcId="{A25386E8-8E2E-4988-9D44-6F58B18FBB54}" destId="{62E5F984-C669-48F3-869C-F1E20D075C78}" srcOrd="1" destOrd="0" presId="urn:microsoft.com/office/officeart/2005/8/layout/orgChart1"/>
    <dgm:cxn modelId="{D3E1B341-85A8-4771-A9B4-FFFDB95529B4}" type="presParOf" srcId="{C09E5E6C-1E4A-448A-8D17-005410C09D15}" destId="{FEE049EB-0530-421E-A9D5-E59B1956E4DB}" srcOrd="1" destOrd="0" presId="urn:microsoft.com/office/officeart/2005/8/layout/orgChart1"/>
    <dgm:cxn modelId="{2B6F6364-008B-4713-A5DD-421B6BD5CBF5}" type="presParOf" srcId="{C09E5E6C-1E4A-448A-8D17-005410C09D15}" destId="{41E5553A-BF6E-4600-A6C2-2B89CEA36825}" srcOrd="2" destOrd="0" presId="urn:microsoft.com/office/officeart/2005/8/layout/orgChart1"/>
    <dgm:cxn modelId="{DF48FEF2-2D01-439B-8529-D343C9459A3C}" type="presParOf" srcId="{05C9C32E-8419-4A21-8FE4-B89589F7563E}" destId="{FA48B5C7-D73B-41CD-84BD-4E44B718D68B}" srcOrd="2" destOrd="0" presId="urn:microsoft.com/office/officeart/2005/8/layout/orgChart1"/>
    <dgm:cxn modelId="{54D63A14-7A05-4613-AF71-B1BACB98385F}" type="presParOf" srcId="{AD53A4B1-01E7-41E8-9724-31F3910545A4}" destId="{0A945A8F-3910-4024-8258-75F42FACA433}" srcOrd="12" destOrd="0" presId="urn:microsoft.com/office/officeart/2005/8/layout/orgChart1"/>
    <dgm:cxn modelId="{85E9D6F8-2FA2-407A-8D2D-27163DFBF611}" type="presParOf" srcId="{AD53A4B1-01E7-41E8-9724-31F3910545A4}" destId="{8D850227-F473-4CCF-9F9D-7A5CDE04C865}" srcOrd="13" destOrd="0" presId="urn:microsoft.com/office/officeart/2005/8/layout/orgChart1"/>
    <dgm:cxn modelId="{DB905AB2-6744-4351-A12E-3E975BB5B4D2}" type="presParOf" srcId="{8D850227-F473-4CCF-9F9D-7A5CDE04C865}" destId="{7BD65097-B582-48D5-9395-D7D515BAB253}" srcOrd="0" destOrd="0" presId="urn:microsoft.com/office/officeart/2005/8/layout/orgChart1"/>
    <dgm:cxn modelId="{38462643-A61C-489F-8B29-EAD6054772C8}" type="presParOf" srcId="{7BD65097-B582-48D5-9395-D7D515BAB253}" destId="{77DDDD68-CACB-4E6E-B03E-2E9BBBBC0DC0}" srcOrd="0" destOrd="0" presId="urn:microsoft.com/office/officeart/2005/8/layout/orgChart1"/>
    <dgm:cxn modelId="{7ADD1532-F8C6-45D3-A058-0A0570F44C27}" type="presParOf" srcId="{7BD65097-B582-48D5-9395-D7D515BAB253}" destId="{CF8D07E9-56EC-465F-ACF4-7F8A1D850333}" srcOrd="1" destOrd="0" presId="urn:microsoft.com/office/officeart/2005/8/layout/orgChart1"/>
    <dgm:cxn modelId="{31BFA90C-5ED9-4EE5-8F03-2141015131F8}" type="presParOf" srcId="{8D850227-F473-4CCF-9F9D-7A5CDE04C865}" destId="{1DA49241-D0CA-4826-B276-45685AC8291F}" srcOrd="1" destOrd="0" presId="urn:microsoft.com/office/officeart/2005/8/layout/orgChart1"/>
    <dgm:cxn modelId="{41DE729B-C63F-4BBE-828D-2026191D1295}" type="presParOf" srcId="{8D850227-F473-4CCF-9F9D-7A5CDE04C865}" destId="{6ED28BB0-2EC4-406F-989E-854070F72FC0}" srcOrd="2" destOrd="0" presId="urn:microsoft.com/office/officeart/2005/8/layout/orgChart1"/>
    <dgm:cxn modelId="{8707F905-B226-4C62-8CAE-8E7FA66A3C2C}" type="presParOf" srcId="{AD53A4B1-01E7-41E8-9724-31F3910545A4}" destId="{5726BF0F-FF29-4C3E-A1ED-EEB899109616}" srcOrd="14" destOrd="0" presId="urn:microsoft.com/office/officeart/2005/8/layout/orgChart1"/>
    <dgm:cxn modelId="{AA3C64CA-F043-4FA7-A2FA-DE466A7CEEE6}" type="presParOf" srcId="{AD53A4B1-01E7-41E8-9724-31F3910545A4}" destId="{4DE04422-2DBD-4799-B1E7-6CE1C96FF04D}" srcOrd="15" destOrd="0" presId="urn:microsoft.com/office/officeart/2005/8/layout/orgChart1"/>
    <dgm:cxn modelId="{D5B4A5DD-0746-458E-91BC-A2A4471D7678}" type="presParOf" srcId="{4DE04422-2DBD-4799-B1E7-6CE1C96FF04D}" destId="{66519FFF-048A-4FEB-BDD1-165B8F83C131}" srcOrd="0" destOrd="0" presId="urn:microsoft.com/office/officeart/2005/8/layout/orgChart1"/>
    <dgm:cxn modelId="{BE46BF07-A82F-4615-8527-BAE65FEFC750}" type="presParOf" srcId="{66519FFF-048A-4FEB-BDD1-165B8F83C131}" destId="{7107D20C-6242-4AB2-B0A3-F4B3A0F465D2}" srcOrd="0" destOrd="0" presId="urn:microsoft.com/office/officeart/2005/8/layout/orgChart1"/>
    <dgm:cxn modelId="{5C75483F-AF23-4957-B4A4-F747D81CEFDD}" type="presParOf" srcId="{66519FFF-048A-4FEB-BDD1-165B8F83C131}" destId="{A680A606-652C-4A63-B87B-AA3F63D2F374}" srcOrd="1" destOrd="0" presId="urn:microsoft.com/office/officeart/2005/8/layout/orgChart1"/>
    <dgm:cxn modelId="{937CA528-6B81-4913-AA40-B31E78423000}" type="presParOf" srcId="{4DE04422-2DBD-4799-B1E7-6CE1C96FF04D}" destId="{B4EEC163-F84A-4788-9987-59B2E31272C4}" srcOrd="1" destOrd="0" presId="urn:microsoft.com/office/officeart/2005/8/layout/orgChart1"/>
    <dgm:cxn modelId="{D552380F-3DAE-4809-A7F2-42E8FAC2FD3F}" type="presParOf" srcId="{4DE04422-2DBD-4799-B1E7-6CE1C96FF04D}" destId="{93509374-D9A8-47D5-8115-2816BBEF714D}" srcOrd="2" destOrd="0" presId="urn:microsoft.com/office/officeart/2005/8/layout/orgChart1"/>
    <dgm:cxn modelId="{9D973967-C180-4DA1-9783-801A28437A84}" type="presParOf" srcId="{38ED7B2E-63E5-438D-91CD-EFA6DE9BBF61}" destId="{96DEF822-DC52-4FFC-82DA-389CD5B29657}" srcOrd="2" destOrd="0" presId="urn:microsoft.com/office/officeart/2005/8/layout/orgChart1"/>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1A65A4D7-7720-45CB-8279-86EBD3407E97}" type="doc">
      <dgm:prSet loTypeId="urn:microsoft.com/office/officeart/2005/8/layout/orgChart1" loCatId="hierarchy" qsTypeId="urn:microsoft.com/office/officeart/2005/8/quickstyle/simple3" qsCatId="simple" csTypeId="urn:microsoft.com/office/officeart/2005/8/colors/colorful2" csCatId="colorful" phldr="1"/>
      <dgm:spPr/>
      <dgm:t>
        <a:bodyPr/>
        <a:lstStyle/>
        <a:p>
          <a:endParaRPr lang="en-US"/>
        </a:p>
      </dgm:t>
    </dgm:pt>
    <dgm:pt modelId="{9E6404DC-1053-49D6-95EE-599A97C88DD3}">
      <dgm:prSet phldrT="[Text]" custT="1"/>
      <dgm:spPr/>
      <dgm:t>
        <a:bodyPr/>
        <a:lstStyle/>
        <a:p>
          <a:r>
            <a:rPr lang="en-US" sz="1600" dirty="0" smtClean="0"/>
            <a:t>Chapter 32 – SW requirements and risk management</a:t>
          </a:r>
          <a:endParaRPr lang="en-US" sz="1600" dirty="0"/>
        </a:p>
      </dgm:t>
    </dgm:pt>
    <dgm:pt modelId="{541DED35-EA1D-4B2B-8573-F418430E3EF8}" type="parTrans" cxnId="{4CA9C32A-C8CD-40F1-AFCB-D726CB5C7F3F}">
      <dgm:prSet/>
      <dgm:spPr/>
      <dgm:t>
        <a:bodyPr/>
        <a:lstStyle/>
        <a:p>
          <a:endParaRPr lang="en-US"/>
        </a:p>
      </dgm:t>
    </dgm:pt>
    <dgm:pt modelId="{8EA0B31F-0422-4926-B862-5636855C8DF2}" type="sibTrans" cxnId="{4CA9C32A-C8CD-40F1-AFCB-D726CB5C7F3F}">
      <dgm:prSet/>
      <dgm:spPr/>
      <dgm:t>
        <a:bodyPr/>
        <a:lstStyle/>
        <a:p>
          <a:endParaRPr lang="en-US"/>
        </a:p>
      </dgm:t>
    </dgm:pt>
    <dgm:pt modelId="{9286A5EC-F2A9-487D-8BF1-B96EEEFD636B}">
      <dgm:prSet phldrT="[Text]" custT="1"/>
      <dgm:spPr/>
      <dgm:t>
        <a:bodyPr/>
        <a:lstStyle/>
        <a:p>
          <a:r>
            <a:rPr lang="en-US" sz="1200" dirty="0" smtClean="0"/>
            <a:t>What’s risk and risk management?</a:t>
          </a:r>
          <a:endParaRPr lang="en-US" sz="1200" dirty="0"/>
        </a:p>
      </dgm:t>
    </dgm:pt>
    <dgm:pt modelId="{D6357A36-116B-440B-A9E1-8EDB3A4D1B88}" type="sibTrans" cxnId="{3371D227-869E-4636-B9B0-BA373BCE5AD6}">
      <dgm:prSet/>
      <dgm:spPr/>
      <dgm:t>
        <a:bodyPr/>
        <a:lstStyle/>
        <a:p>
          <a:endParaRPr lang="en-US"/>
        </a:p>
      </dgm:t>
    </dgm:pt>
    <dgm:pt modelId="{8CE2CE9A-EBD7-445E-BD99-21666869C1D4}" type="parTrans" cxnId="{3371D227-869E-4636-B9B0-BA373BCE5AD6}">
      <dgm:prSet/>
      <dgm:spPr/>
      <dgm:t>
        <a:bodyPr/>
        <a:lstStyle/>
        <a:p>
          <a:endParaRPr lang="en-US"/>
        </a:p>
      </dgm:t>
    </dgm:pt>
    <dgm:pt modelId="{66420757-8D11-4C52-8BE4-B49F92626FF4}">
      <dgm:prSet phldrT="[Text]" custT="1"/>
      <dgm:spPr/>
      <dgm:t>
        <a:bodyPr/>
        <a:lstStyle/>
        <a:p>
          <a:r>
            <a:rPr lang="en-US" sz="1200" dirty="0" smtClean="0"/>
            <a:t>Fundamentals of software risk management</a:t>
          </a:r>
          <a:endParaRPr lang="en-US" sz="1200" dirty="0"/>
        </a:p>
      </dgm:t>
    </dgm:pt>
    <dgm:pt modelId="{94DD4250-E5C7-49AA-9303-24DB1EC2CD1A}" type="parTrans" cxnId="{3444AEF0-1403-4DD3-9AE3-2745FD9B43D1}">
      <dgm:prSet/>
      <dgm:spPr/>
      <dgm:t>
        <a:bodyPr/>
        <a:lstStyle/>
        <a:p>
          <a:endParaRPr lang="en-US"/>
        </a:p>
      </dgm:t>
    </dgm:pt>
    <dgm:pt modelId="{895B718B-8A76-445C-8EFA-6A9368966959}" type="sibTrans" cxnId="{3444AEF0-1403-4DD3-9AE3-2745FD9B43D1}">
      <dgm:prSet/>
      <dgm:spPr/>
      <dgm:t>
        <a:bodyPr/>
        <a:lstStyle/>
        <a:p>
          <a:endParaRPr lang="en-US"/>
        </a:p>
      </dgm:t>
    </dgm:pt>
    <dgm:pt modelId="{6CF1DDF2-D3D8-4188-B43A-5933164270ED}">
      <dgm:prSet phldrT="[Text]" custT="1"/>
      <dgm:spPr/>
      <dgm:t>
        <a:bodyPr/>
        <a:lstStyle/>
        <a:p>
          <a:r>
            <a:rPr lang="en-US" sz="1200" dirty="0" smtClean="0"/>
            <a:t>Requirements-related risks</a:t>
          </a:r>
          <a:endParaRPr lang="en-US" sz="1200" dirty="0"/>
        </a:p>
      </dgm:t>
    </dgm:pt>
    <dgm:pt modelId="{CA24AC75-4172-46C0-B5EC-9CDAD2CAE537}" type="parTrans" cxnId="{0B30FE30-52FD-47B9-8928-FF627DB40219}">
      <dgm:prSet/>
      <dgm:spPr/>
      <dgm:t>
        <a:bodyPr/>
        <a:lstStyle/>
        <a:p>
          <a:endParaRPr lang="en-US"/>
        </a:p>
      </dgm:t>
    </dgm:pt>
    <dgm:pt modelId="{5CCDD4A5-F1CF-4D98-8C57-90A614338FF4}" type="sibTrans" cxnId="{0B30FE30-52FD-47B9-8928-FF627DB40219}">
      <dgm:prSet/>
      <dgm:spPr/>
      <dgm:t>
        <a:bodyPr/>
        <a:lstStyle/>
        <a:p>
          <a:endParaRPr lang="en-US"/>
        </a:p>
      </dgm:t>
    </dgm:pt>
    <dgm:pt modelId="{2EE327BC-287F-4D67-A607-7E12BC8DC9BA}">
      <dgm:prSet phldrT="[Text]" custT="1"/>
      <dgm:spPr/>
      <dgm:t>
        <a:bodyPr/>
        <a:lstStyle/>
        <a:p>
          <a:r>
            <a:rPr lang="en-US" sz="1200" dirty="0" smtClean="0">
              <a:solidFill>
                <a:srgbClr val="003399"/>
              </a:solidFill>
            </a:rPr>
            <a:t>Elements of risk management</a:t>
          </a:r>
          <a:endParaRPr lang="en-US" sz="1200" dirty="0"/>
        </a:p>
      </dgm:t>
    </dgm:pt>
    <dgm:pt modelId="{DCAE3563-0C15-4FBF-85A8-303493B206BF}" type="parTrans" cxnId="{36E9AA93-BC00-4EC2-B998-A651C4D566BF}">
      <dgm:prSet/>
      <dgm:spPr/>
      <dgm:t>
        <a:bodyPr/>
        <a:lstStyle/>
        <a:p>
          <a:endParaRPr lang="en-US"/>
        </a:p>
      </dgm:t>
    </dgm:pt>
    <dgm:pt modelId="{F61FAB9C-499F-436C-A8CF-0553E401362A}" type="sibTrans" cxnId="{36E9AA93-BC00-4EC2-B998-A651C4D566BF}">
      <dgm:prSet/>
      <dgm:spPr/>
      <dgm:t>
        <a:bodyPr/>
        <a:lstStyle/>
        <a:p>
          <a:endParaRPr lang="en-US"/>
        </a:p>
      </dgm:t>
    </dgm:pt>
    <dgm:pt modelId="{C9D8B248-51C8-4B15-B8FA-E1AFC5BE45FB}">
      <dgm:prSet phldrT="[Text]" custT="1"/>
      <dgm:spPr/>
      <dgm:t>
        <a:bodyPr/>
        <a:lstStyle/>
        <a:p>
          <a:r>
            <a:rPr lang="en-US" sz="1200" dirty="0" smtClean="0">
              <a:solidFill>
                <a:srgbClr val="003399"/>
              </a:solidFill>
            </a:rPr>
            <a:t>Documenting project risks</a:t>
          </a:r>
          <a:endParaRPr lang="en-US" sz="1200" dirty="0"/>
        </a:p>
      </dgm:t>
    </dgm:pt>
    <dgm:pt modelId="{3A297655-AF51-4206-94E3-D7C65026E343}" type="parTrans" cxnId="{460E0BDD-5FB7-4479-A13B-63BDB56B5F0E}">
      <dgm:prSet/>
      <dgm:spPr/>
      <dgm:t>
        <a:bodyPr/>
        <a:lstStyle/>
        <a:p>
          <a:endParaRPr lang="en-US"/>
        </a:p>
      </dgm:t>
    </dgm:pt>
    <dgm:pt modelId="{705ABB54-9CD8-4F2C-9C3A-FCCB8B885297}" type="sibTrans" cxnId="{460E0BDD-5FB7-4479-A13B-63BDB56B5F0E}">
      <dgm:prSet/>
      <dgm:spPr/>
      <dgm:t>
        <a:bodyPr/>
        <a:lstStyle/>
        <a:p>
          <a:endParaRPr lang="en-US"/>
        </a:p>
      </dgm:t>
    </dgm:pt>
    <dgm:pt modelId="{30576E0C-6804-4825-91B8-CCB04A882174}">
      <dgm:prSet phldrT="[Text]" custT="1"/>
      <dgm:spPr/>
      <dgm:t>
        <a:bodyPr/>
        <a:lstStyle/>
        <a:p>
          <a:r>
            <a:rPr lang="en-US" sz="1200" dirty="0" smtClean="0">
              <a:solidFill>
                <a:srgbClr val="003399"/>
              </a:solidFill>
            </a:rPr>
            <a:t>Planning for risk management</a:t>
          </a:r>
          <a:endParaRPr lang="en-US" sz="1200" dirty="0"/>
        </a:p>
      </dgm:t>
    </dgm:pt>
    <dgm:pt modelId="{2E862666-71AE-44CD-989A-1E0DD847A954}" type="parTrans" cxnId="{AC3ABB63-ADE4-40A0-8B09-C403BCB0EADF}">
      <dgm:prSet/>
      <dgm:spPr/>
      <dgm:t>
        <a:bodyPr/>
        <a:lstStyle/>
        <a:p>
          <a:endParaRPr lang="en-US"/>
        </a:p>
      </dgm:t>
    </dgm:pt>
    <dgm:pt modelId="{1C015920-D011-409D-B677-429318AFD14C}" type="sibTrans" cxnId="{AC3ABB63-ADE4-40A0-8B09-C403BCB0EADF}">
      <dgm:prSet/>
      <dgm:spPr/>
      <dgm:t>
        <a:bodyPr/>
        <a:lstStyle/>
        <a:p>
          <a:endParaRPr lang="en-US"/>
        </a:p>
      </dgm:t>
    </dgm:pt>
    <dgm:pt modelId="{51192377-8924-4C7F-8EED-0DA06CFAE3DB}">
      <dgm:prSet phldrT="[Text]" custT="1"/>
      <dgm:spPr/>
      <dgm:t>
        <a:bodyPr/>
        <a:lstStyle/>
        <a:p>
          <a:r>
            <a:rPr lang="en-US" sz="1200" dirty="0" smtClean="0">
              <a:solidFill>
                <a:srgbClr val="C00000"/>
              </a:solidFill>
            </a:rPr>
            <a:t>Requirements elicitation</a:t>
          </a:r>
          <a:endParaRPr lang="en-US" sz="1200" dirty="0"/>
        </a:p>
      </dgm:t>
    </dgm:pt>
    <dgm:pt modelId="{384A6C80-A6F6-4362-B4E0-21940E307558}" type="parTrans" cxnId="{8DBA8789-4668-4A36-8453-791C09351E41}">
      <dgm:prSet/>
      <dgm:spPr/>
      <dgm:t>
        <a:bodyPr/>
        <a:lstStyle/>
        <a:p>
          <a:endParaRPr lang="en-US"/>
        </a:p>
      </dgm:t>
    </dgm:pt>
    <dgm:pt modelId="{B5C2420D-F852-4866-B028-BA2E0C6B6193}" type="sibTrans" cxnId="{8DBA8789-4668-4A36-8453-791C09351E41}">
      <dgm:prSet/>
      <dgm:spPr/>
      <dgm:t>
        <a:bodyPr/>
        <a:lstStyle/>
        <a:p>
          <a:endParaRPr lang="en-US"/>
        </a:p>
      </dgm:t>
    </dgm:pt>
    <dgm:pt modelId="{9ED17C8A-6475-4191-B387-7B097D80482C}">
      <dgm:prSet phldrT="[Text]" custT="1"/>
      <dgm:spPr/>
      <dgm:t>
        <a:bodyPr/>
        <a:lstStyle/>
        <a:p>
          <a:r>
            <a:rPr lang="en-US" sz="1200" dirty="0" smtClean="0">
              <a:solidFill>
                <a:srgbClr val="C00000"/>
              </a:solidFill>
            </a:rPr>
            <a:t>Requirements analysis</a:t>
          </a:r>
          <a:endParaRPr lang="en-US" sz="1200" dirty="0"/>
        </a:p>
      </dgm:t>
    </dgm:pt>
    <dgm:pt modelId="{60962929-5A1D-4058-88D6-40D60D34E420}" type="parTrans" cxnId="{8A0CFCA2-BDA1-4B1D-B651-747B6B2524E8}">
      <dgm:prSet/>
      <dgm:spPr/>
      <dgm:t>
        <a:bodyPr/>
        <a:lstStyle/>
        <a:p>
          <a:endParaRPr lang="en-US"/>
        </a:p>
      </dgm:t>
    </dgm:pt>
    <dgm:pt modelId="{72389424-24B1-48FE-9F42-F8659B459DA3}" type="sibTrans" cxnId="{8A0CFCA2-BDA1-4B1D-B651-747B6B2524E8}">
      <dgm:prSet/>
      <dgm:spPr/>
      <dgm:t>
        <a:bodyPr/>
        <a:lstStyle/>
        <a:p>
          <a:endParaRPr lang="en-US"/>
        </a:p>
      </dgm:t>
    </dgm:pt>
    <dgm:pt modelId="{F7320E59-5F94-484B-906C-FE75A1BCDE73}">
      <dgm:prSet phldrT="[Text]" custT="1"/>
      <dgm:spPr/>
      <dgm:t>
        <a:bodyPr/>
        <a:lstStyle/>
        <a:p>
          <a:r>
            <a:rPr lang="en-US" sz="1200" dirty="0" smtClean="0">
              <a:solidFill>
                <a:srgbClr val="C00000"/>
              </a:solidFill>
            </a:rPr>
            <a:t>Requirements specification</a:t>
          </a:r>
          <a:endParaRPr lang="en-US" sz="1200" dirty="0"/>
        </a:p>
      </dgm:t>
    </dgm:pt>
    <dgm:pt modelId="{00274BF4-BAB8-4A5B-87D4-4CDFB7CE68CE}" type="parTrans" cxnId="{9B00F709-EDC5-423A-AE0E-C21A47D7FC81}">
      <dgm:prSet/>
      <dgm:spPr/>
      <dgm:t>
        <a:bodyPr/>
        <a:lstStyle/>
        <a:p>
          <a:endParaRPr lang="en-US"/>
        </a:p>
      </dgm:t>
    </dgm:pt>
    <dgm:pt modelId="{45B45A03-F693-4E42-896C-EFE9AF40D240}" type="sibTrans" cxnId="{9B00F709-EDC5-423A-AE0E-C21A47D7FC81}">
      <dgm:prSet/>
      <dgm:spPr/>
      <dgm:t>
        <a:bodyPr/>
        <a:lstStyle/>
        <a:p>
          <a:endParaRPr lang="en-US"/>
        </a:p>
      </dgm:t>
    </dgm:pt>
    <dgm:pt modelId="{F0A54FD4-2B19-4BBC-993B-63A0487B7613}">
      <dgm:prSet phldrT="[Text]" custT="1"/>
      <dgm:spPr/>
      <dgm:t>
        <a:bodyPr/>
        <a:lstStyle/>
        <a:p>
          <a:r>
            <a:rPr lang="en-US" sz="1200" dirty="0" smtClean="0">
              <a:solidFill>
                <a:srgbClr val="C00000"/>
              </a:solidFill>
            </a:rPr>
            <a:t>Requirements validation</a:t>
          </a:r>
          <a:endParaRPr lang="en-US" sz="1200" dirty="0"/>
        </a:p>
      </dgm:t>
    </dgm:pt>
    <dgm:pt modelId="{B8B41AD6-CD09-4C99-AFBB-17E914D28041}" type="parTrans" cxnId="{75E1B50B-03E3-47AB-A6F6-DA4D2B425F4E}">
      <dgm:prSet/>
      <dgm:spPr/>
      <dgm:t>
        <a:bodyPr/>
        <a:lstStyle/>
        <a:p>
          <a:endParaRPr lang="en-US"/>
        </a:p>
      </dgm:t>
    </dgm:pt>
    <dgm:pt modelId="{2A1997AC-D497-408A-B621-19B46BF88EFF}" type="sibTrans" cxnId="{75E1B50B-03E3-47AB-A6F6-DA4D2B425F4E}">
      <dgm:prSet/>
      <dgm:spPr/>
      <dgm:t>
        <a:bodyPr/>
        <a:lstStyle/>
        <a:p>
          <a:endParaRPr lang="en-US"/>
        </a:p>
      </dgm:t>
    </dgm:pt>
    <dgm:pt modelId="{11077618-9302-474C-8482-1BBB83E3AEF1}" type="pres">
      <dgm:prSet presAssocID="{1A65A4D7-7720-45CB-8279-86EBD3407E97}" presName="hierChild1" presStyleCnt="0">
        <dgm:presLayoutVars>
          <dgm:orgChart val="1"/>
          <dgm:chPref val="1"/>
          <dgm:dir/>
          <dgm:animOne val="branch"/>
          <dgm:animLvl val="lvl"/>
          <dgm:resizeHandles/>
        </dgm:presLayoutVars>
      </dgm:prSet>
      <dgm:spPr/>
      <dgm:t>
        <a:bodyPr/>
        <a:lstStyle/>
        <a:p>
          <a:endParaRPr lang="en-US"/>
        </a:p>
      </dgm:t>
    </dgm:pt>
    <dgm:pt modelId="{38ED7B2E-63E5-438D-91CD-EFA6DE9BBF61}" type="pres">
      <dgm:prSet presAssocID="{9E6404DC-1053-49D6-95EE-599A97C88DD3}" presName="hierRoot1" presStyleCnt="0">
        <dgm:presLayoutVars>
          <dgm:hierBranch val="init"/>
        </dgm:presLayoutVars>
      </dgm:prSet>
      <dgm:spPr/>
    </dgm:pt>
    <dgm:pt modelId="{ADCB6C6D-2F95-4AD5-B3EB-BEA9A3239732}" type="pres">
      <dgm:prSet presAssocID="{9E6404DC-1053-49D6-95EE-599A97C88DD3}" presName="rootComposite1" presStyleCnt="0"/>
      <dgm:spPr/>
    </dgm:pt>
    <dgm:pt modelId="{0F3C8968-31FF-46A5-BCB3-A2E771257413}" type="pres">
      <dgm:prSet presAssocID="{9E6404DC-1053-49D6-95EE-599A97C88DD3}" presName="rootText1" presStyleLbl="node0" presStyleIdx="0" presStyleCnt="1" custScaleX="379549" custScaleY="104720" custLinFactNeighborX="-2386" custLinFactNeighborY="-20455">
        <dgm:presLayoutVars>
          <dgm:chPref val="3"/>
        </dgm:presLayoutVars>
      </dgm:prSet>
      <dgm:spPr/>
      <dgm:t>
        <a:bodyPr/>
        <a:lstStyle/>
        <a:p>
          <a:endParaRPr lang="en-US"/>
        </a:p>
      </dgm:t>
    </dgm:pt>
    <dgm:pt modelId="{C8C73746-D1E9-45A4-A4B2-4DB251C0CC5A}" type="pres">
      <dgm:prSet presAssocID="{9E6404DC-1053-49D6-95EE-599A97C88DD3}" presName="rootConnector1" presStyleLbl="node1" presStyleIdx="0" presStyleCnt="0"/>
      <dgm:spPr/>
      <dgm:t>
        <a:bodyPr/>
        <a:lstStyle/>
        <a:p>
          <a:endParaRPr lang="en-US"/>
        </a:p>
      </dgm:t>
    </dgm:pt>
    <dgm:pt modelId="{AD53A4B1-01E7-41E8-9724-31F3910545A4}" type="pres">
      <dgm:prSet presAssocID="{9E6404DC-1053-49D6-95EE-599A97C88DD3}" presName="hierChild2" presStyleCnt="0"/>
      <dgm:spPr/>
    </dgm:pt>
    <dgm:pt modelId="{7B4371B5-9FE0-4A41-B872-D27DD755166A}" type="pres">
      <dgm:prSet presAssocID="{8CE2CE9A-EBD7-445E-BD99-21666869C1D4}" presName="Name37" presStyleLbl="parChTrans1D2" presStyleIdx="0" presStyleCnt="3"/>
      <dgm:spPr/>
      <dgm:t>
        <a:bodyPr/>
        <a:lstStyle/>
        <a:p>
          <a:endParaRPr lang="en-US"/>
        </a:p>
      </dgm:t>
    </dgm:pt>
    <dgm:pt modelId="{ED726A71-3CEE-43E5-B36E-E99BBF451E5B}" type="pres">
      <dgm:prSet presAssocID="{9286A5EC-F2A9-487D-8BF1-B96EEEFD636B}" presName="hierRoot2" presStyleCnt="0">
        <dgm:presLayoutVars>
          <dgm:hierBranch val="init"/>
        </dgm:presLayoutVars>
      </dgm:prSet>
      <dgm:spPr/>
    </dgm:pt>
    <dgm:pt modelId="{82B2FC70-3C15-48D4-B101-71C09EFE19F9}" type="pres">
      <dgm:prSet presAssocID="{9286A5EC-F2A9-487D-8BF1-B96EEEFD636B}" presName="rootComposite" presStyleCnt="0"/>
      <dgm:spPr/>
    </dgm:pt>
    <dgm:pt modelId="{C9422C4E-2B02-4D33-A16B-EF7B187ECAB7}" type="pres">
      <dgm:prSet presAssocID="{9286A5EC-F2A9-487D-8BF1-B96EEEFD636B}" presName="rootText" presStyleLbl="node2" presStyleIdx="0" presStyleCnt="3" custScaleX="167498" custScaleY="123483" custLinFactNeighborX="-28003" custLinFactNeighborY="53476">
        <dgm:presLayoutVars>
          <dgm:chPref val="3"/>
        </dgm:presLayoutVars>
      </dgm:prSet>
      <dgm:spPr/>
      <dgm:t>
        <a:bodyPr/>
        <a:lstStyle/>
        <a:p>
          <a:endParaRPr lang="en-US"/>
        </a:p>
      </dgm:t>
    </dgm:pt>
    <dgm:pt modelId="{A10B8E6A-AEE1-4C2B-8634-C515AEDBA0E5}" type="pres">
      <dgm:prSet presAssocID="{9286A5EC-F2A9-487D-8BF1-B96EEEFD636B}" presName="rootConnector" presStyleLbl="node2" presStyleIdx="0" presStyleCnt="3"/>
      <dgm:spPr/>
      <dgm:t>
        <a:bodyPr/>
        <a:lstStyle/>
        <a:p>
          <a:endParaRPr lang="en-US"/>
        </a:p>
      </dgm:t>
    </dgm:pt>
    <dgm:pt modelId="{C9264EDA-91B6-4FAE-AFE6-AFC29BE66386}" type="pres">
      <dgm:prSet presAssocID="{9286A5EC-F2A9-487D-8BF1-B96EEEFD636B}" presName="hierChild4" presStyleCnt="0"/>
      <dgm:spPr/>
    </dgm:pt>
    <dgm:pt modelId="{C5C54053-3A12-46C3-BAAB-BDE4C3102748}" type="pres">
      <dgm:prSet presAssocID="{9286A5EC-F2A9-487D-8BF1-B96EEEFD636B}" presName="hierChild5" presStyleCnt="0"/>
      <dgm:spPr/>
    </dgm:pt>
    <dgm:pt modelId="{4EA00C17-D0E1-45B0-A01E-1EEC6763C52A}" type="pres">
      <dgm:prSet presAssocID="{94DD4250-E5C7-49AA-9303-24DB1EC2CD1A}" presName="Name37" presStyleLbl="parChTrans1D2" presStyleIdx="1" presStyleCnt="3"/>
      <dgm:spPr/>
      <dgm:t>
        <a:bodyPr/>
        <a:lstStyle/>
        <a:p>
          <a:endParaRPr lang="en-US"/>
        </a:p>
      </dgm:t>
    </dgm:pt>
    <dgm:pt modelId="{E13FDB0C-82BF-46EF-9E2A-B74833EBE083}" type="pres">
      <dgm:prSet presAssocID="{66420757-8D11-4C52-8BE4-B49F92626FF4}" presName="hierRoot2" presStyleCnt="0">
        <dgm:presLayoutVars>
          <dgm:hierBranch val="init"/>
        </dgm:presLayoutVars>
      </dgm:prSet>
      <dgm:spPr/>
    </dgm:pt>
    <dgm:pt modelId="{6F889A8A-15EA-4175-AFAB-E5C4633A55C6}" type="pres">
      <dgm:prSet presAssocID="{66420757-8D11-4C52-8BE4-B49F92626FF4}" presName="rootComposite" presStyleCnt="0"/>
      <dgm:spPr/>
    </dgm:pt>
    <dgm:pt modelId="{9B3B753F-3337-4FC5-847E-03B30A2CFC72}" type="pres">
      <dgm:prSet presAssocID="{66420757-8D11-4C52-8BE4-B49F92626FF4}" presName="rootText" presStyleLbl="node2" presStyleIdx="1" presStyleCnt="3" custScaleX="164117" custScaleY="128233" custLinFactNeighborX="-11444" custLinFactNeighborY="55715">
        <dgm:presLayoutVars>
          <dgm:chPref val="3"/>
        </dgm:presLayoutVars>
      </dgm:prSet>
      <dgm:spPr/>
      <dgm:t>
        <a:bodyPr/>
        <a:lstStyle/>
        <a:p>
          <a:endParaRPr lang="en-US"/>
        </a:p>
      </dgm:t>
    </dgm:pt>
    <dgm:pt modelId="{DDD5F3FA-5881-44F2-A1E4-6971704526F7}" type="pres">
      <dgm:prSet presAssocID="{66420757-8D11-4C52-8BE4-B49F92626FF4}" presName="rootConnector" presStyleLbl="node2" presStyleIdx="1" presStyleCnt="3"/>
      <dgm:spPr/>
      <dgm:t>
        <a:bodyPr/>
        <a:lstStyle/>
        <a:p>
          <a:endParaRPr lang="en-US"/>
        </a:p>
      </dgm:t>
    </dgm:pt>
    <dgm:pt modelId="{676ABBB4-3C98-4704-ACC5-762B2C2E471C}" type="pres">
      <dgm:prSet presAssocID="{66420757-8D11-4C52-8BE4-B49F92626FF4}" presName="hierChild4" presStyleCnt="0"/>
      <dgm:spPr/>
    </dgm:pt>
    <dgm:pt modelId="{DA84E4EE-53A2-41A3-A159-A9DAB215AC21}" type="pres">
      <dgm:prSet presAssocID="{DCAE3563-0C15-4FBF-85A8-303493B206BF}" presName="Name37" presStyleLbl="parChTrans1D3" presStyleIdx="0" presStyleCnt="7"/>
      <dgm:spPr/>
      <dgm:t>
        <a:bodyPr/>
        <a:lstStyle/>
        <a:p>
          <a:endParaRPr lang="en-US"/>
        </a:p>
      </dgm:t>
    </dgm:pt>
    <dgm:pt modelId="{4C674BE3-0519-46FF-B709-671DB91D27F7}" type="pres">
      <dgm:prSet presAssocID="{2EE327BC-287F-4D67-A607-7E12BC8DC9BA}" presName="hierRoot2" presStyleCnt="0">
        <dgm:presLayoutVars>
          <dgm:hierBranch val="init"/>
        </dgm:presLayoutVars>
      </dgm:prSet>
      <dgm:spPr/>
    </dgm:pt>
    <dgm:pt modelId="{5BADD3B5-C25C-411F-8891-4933BD7AC8F1}" type="pres">
      <dgm:prSet presAssocID="{2EE327BC-287F-4D67-A607-7E12BC8DC9BA}" presName="rootComposite" presStyleCnt="0"/>
      <dgm:spPr/>
    </dgm:pt>
    <dgm:pt modelId="{76E52D08-9B76-4D0F-B7D3-9C89EE4509BC}" type="pres">
      <dgm:prSet presAssocID="{2EE327BC-287F-4D67-A607-7E12BC8DC9BA}" presName="rootText" presStyleLbl="node3" presStyleIdx="0" presStyleCnt="7" custLinFactNeighborX="2616" custLinFactNeighborY="83723">
        <dgm:presLayoutVars>
          <dgm:chPref val="3"/>
        </dgm:presLayoutVars>
      </dgm:prSet>
      <dgm:spPr/>
      <dgm:t>
        <a:bodyPr/>
        <a:lstStyle/>
        <a:p>
          <a:endParaRPr lang="en-US"/>
        </a:p>
      </dgm:t>
    </dgm:pt>
    <dgm:pt modelId="{F35A6AAD-DCE8-4B79-A3FA-9525D734CB55}" type="pres">
      <dgm:prSet presAssocID="{2EE327BC-287F-4D67-A607-7E12BC8DC9BA}" presName="rootConnector" presStyleLbl="node3" presStyleIdx="0" presStyleCnt="7"/>
      <dgm:spPr/>
      <dgm:t>
        <a:bodyPr/>
        <a:lstStyle/>
        <a:p>
          <a:endParaRPr lang="en-US"/>
        </a:p>
      </dgm:t>
    </dgm:pt>
    <dgm:pt modelId="{CB891ECA-A78A-48D4-8781-14DF12259A50}" type="pres">
      <dgm:prSet presAssocID="{2EE327BC-287F-4D67-A607-7E12BC8DC9BA}" presName="hierChild4" presStyleCnt="0"/>
      <dgm:spPr/>
    </dgm:pt>
    <dgm:pt modelId="{33990C12-6533-46C2-A62C-B033D2EF3B06}" type="pres">
      <dgm:prSet presAssocID="{2EE327BC-287F-4D67-A607-7E12BC8DC9BA}" presName="hierChild5" presStyleCnt="0"/>
      <dgm:spPr/>
    </dgm:pt>
    <dgm:pt modelId="{D1293B17-2E21-48F8-ACB9-4D1F1D1AF684}" type="pres">
      <dgm:prSet presAssocID="{3A297655-AF51-4206-94E3-D7C65026E343}" presName="Name37" presStyleLbl="parChTrans1D3" presStyleIdx="1" presStyleCnt="7"/>
      <dgm:spPr/>
      <dgm:t>
        <a:bodyPr/>
        <a:lstStyle/>
        <a:p>
          <a:endParaRPr lang="en-US"/>
        </a:p>
      </dgm:t>
    </dgm:pt>
    <dgm:pt modelId="{1A9A2FA3-2A87-479F-BD69-63850181A577}" type="pres">
      <dgm:prSet presAssocID="{C9D8B248-51C8-4B15-B8FA-E1AFC5BE45FB}" presName="hierRoot2" presStyleCnt="0">
        <dgm:presLayoutVars>
          <dgm:hierBranch val="init"/>
        </dgm:presLayoutVars>
      </dgm:prSet>
      <dgm:spPr/>
    </dgm:pt>
    <dgm:pt modelId="{79A303AD-323E-45BF-8C26-93926D8086BB}" type="pres">
      <dgm:prSet presAssocID="{C9D8B248-51C8-4B15-B8FA-E1AFC5BE45FB}" presName="rootComposite" presStyleCnt="0"/>
      <dgm:spPr/>
    </dgm:pt>
    <dgm:pt modelId="{F7F698A3-121B-4F88-8621-5CF658537600}" type="pres">
      <dgm:prSet presAssocID="{C9D8B248-51C8-4B15-B8FA-E1AFC5BE45FB}" presName="rootText" presStyleLbl="node3" presStyleIdx="1" presStyleCnt="7" custLinFactNeighborX="2616" custLinFactNeighborY="83723">
        <dgm:presLayoutVars>
          <dgm:chPref val="3"/>
        </dgm:presLayoutVars>
      </dgm:prSet>
      <dgm:spPr/>
      <dgm:t>
        <a:bodyPr/>
        <a:lstStyle/>
        <a:p>
          <a:endParaRPr lang="en-US"/>
        </a:p>
      </dgm:t>
    </dgm:pt>
    <dgm:pt modelId="{646171F1-122C-47BC-A29E-3BAF1D15E4CE}" type="pres">
      <dgm:prSet presAssocID="{C9D8B248-51C8-4B15-B8FA-E1AFC5BE45FB}" presName="rootConnector" presStyleLbl="node3" presStyleIdx="1" presStyleCnt="7"/>
      <dgm:spPr/>
      <dgm:t>
        <a:bodyPr/>
        <a:lstStyle/>
        <a:p>
          <a:endParaRPr lang="en-US"/>
        </a:p>
      </dgm:t>
    </dgm:pt>
    <dgm:pt modelId="{955CF5B1-1D32-4E4D-B913-CC9EE8D93FDC}" type="pres">
      <dgm:prSet presAssocID="{C9D8B248-51C8-4B15-B8FA-E1AFC5BE45FB}" presName="hierChild4" presStyleCnt="0"/>
      <dgm:spPr/>
    </dgm:pt>
    <dgm:pt modelId="{ADE87114-216F-4FBB-AC8A-F1F15AD6E2C9}" type="pres">
      <dgm:prSet presAssocID="{C9D8B248-51C8-4B15-B8FA-E1AFC5BE45FB}" presName="hierChild5" presStyleCnt="0"/>
      <dgm:spPr/>
    </dgm:pt>
    <dgm:pt modelId="{185828FD-E661-4953-957A-B98725A0CDC9}" type="pres">
      <dgm:prSet presAssocID="{2E862666-71AE-44CD-989A-1E0DD847A954}" presName="Name37" presStyleLbl="parChTrans1D3" presStyleIdx="2" presStyleCnt="7"/>
      <dgm:spPr/>
      <dgm:t>
        <a:bodyPr/>
        <a:lstStyle/>
        <a:p>
          <a:endParaRPr lang="en-US"/>
        </a:p>
      </dgm:t>
    </dgm:pt>
    <dgm:pt modelId="{98BE639F-3D88-4145-BED5-085C76679240}" type="pres">
      <dgm:prSet presAssocID="{30576E0C-6804-4825-91B8-CCB04A882174}" presName="hierRoot2" presStyleCnt="0">
        <dgm:presLayoutVars>
          <dgm:hierBranch val="init"/>
        </dgm:presLayoutVars>
      </dgm:prSet>
      <dgm:spPr/>
    </dgm:pt>
    <dgm:pt modelId="{184F022F-8704-4E22-ACB1-B93A40AEBEC9}" type="pres">
      <dgm:prSet presAssocID="{30576E0C-6804-4825-91B8-CCB04A882174}" presName="rootComposite" presStyleCnt="0"/>
      <dgm:spPr/>
    </dgm:pt>
    <dgm:pt modelId="{A17B45EE-D7E0-4A3D-B311-4A0272A5A1D5}" type="pres">
      <dgm:prSet presAssocID="{30576E0C-6804-4825-91B8-CCB04A882174}" presName="rootText" presStyleLbl="node3" presStyleIdx="2" presStyleCnt="7" custLinFactNeighborX="2616" custLinFactNeighborY="83723">
        <dgm:presLayoutVars>
          <dgm:chPref val="3"/>
        </dgm:presLayoutVars>
      </dgm:prSet>
      <dgm:spPr/>
      <dgm:t>
        <a:bodyPr/>
        <a:lstStyle/>
        <a:p>
          <a:endParaRPr lang="en-US"/>
        </a:p>
      </dgm:t>
    </dgm:pt>
    <dgm:pt modelId="{C1FF27DE-3475-4221-95A7-8A67C1A151DB}" type="pres">
      <dgm:prSet presAssocID="{30576E0C-6804-4825-91B8-CCB04A882174}" presName="rootConnector" presStyleLbl="node3" presStyleIdx="2" presStyleCnt="7"/>
      <dgm:spPr/>
      <dgm:t>
        <a:bodyPr/>
        <a:lstStyle/>
        <a:p>
          <a:endParaRPr lang="en-US"/>
        </a:p>
      </dgm:t>
    </dgm:pt>
    <dgm:pt modelId="{F3D7F50A-B99E-4F53-A20E-48BFF4DF30BB}" type="pres">
      <dgm:prSet presAssocID="{30576E0C-6804-4825-91B8-CCB04A882174}" presName="hierChild4" presStyleCnt="0"/>
      <dgm:spPr/>
    </dgm:pt>
    <dgm:pt modelId="{0F6909C5-1A5D-49D2-8ED2-E5BCC74C8BE5}" type="pres">
      <dgm:prSet presAssocID="{30576E0C-6804-4825-91B8-CCB04A882174}" presName="hierChild5" presStyleCnt="0"/>
      <dgm:spPr/>
    </dgm:pt>
    <dgm:pt modelId="{AB7EDDB3-9B61-4F08-9251-CA1DBC985988}" type="pres">
      <dgm:prSet presAssocID="{66420757-8D11-4C52-8BE4-B49F92626FF4}" presName="hierChild5" presStyleCnt="0"/>
      <dgm:spPr/>
    </dgm:pt>
    <dgm:pt modelId="{0A945A8F-3910-4024-8258-75F42FACA433}" type="pres">
      <dgm:prSet presAssocID="{CA24AC75-4172-46C0-B5EC-9CDAD2CAE537}" presName="Name37" presStyleLbl="parChTrans1D2" presStyleIdx="2" presStyleCnt="3"/>
      <dgm:spPr/>
      <dgm:t>
        <a:bodyPr/>
        <a:lstStyle/>
        <a:p>
          <a:endParaRPr lang="en-US"/>
        </a:p>
      </dgm:t>
    </dgm:pt>
    <dgm:pt modelId="{8D850227-F473-4CCF-9F9D-7A5CDE04C865}" type="pres">
      <dgm:prSet presAssocID="{6CF1DDF2-D3D8-4188-B43A-5933164270ED}" presName="hierRoot2" presStyleCnt="0">
        <dgm:presLayoutVars>
          <dgm:hierBranch val="init"/>
        </dgm:presLayoutVars>
      </dgm:prSet>
      <dgm:spPr/>
    </dgm:pt>
    <dgm:pt modelId="{7BD65097-B582-48D5-9395-D7D515BAB253}" type="pres">
      <dgm:prSet presAssocID="{6CF1DDF2-D3D8-4188-B43A-5933164270ED}" presName="rootComposite" presStyleCnt="0"/>
      <dgm:spPr/>
    </dgm:pt>
    <dgm:pt modelId="{77DDDD68-CACB-4E6E-B03E-2E9BBBBC0DC0}" type="pres">
      <dgm:prSet presAssocID="{6CF1DDF2-D3D8-4188-B43A-5933164270ED}" presName="rootText" presStyleLbl="node2" presStyleIdx="2" presStyleCnt="3" custScaleX="148220" custScaleY="123575" custLinFactNeighborX="33775" custLinFactNeighborY="54072">
        <dgm:presLayoutVars>
          <dgm:chPref val="3"/>
        </dgm:presLayoutVars>
      </dgm:prSet>
      <dgm:spPr/>
      <dgm:t>
        <a:bodyPr/>
        <a:lstStyle/>
        <a:p>
          <a:endParaRPr lang="en-US"/>
        </a:p>
      </dgm:t>
    </dgm:pt>
    <dgm:pt modelId="{CF8D07E9-56EC-465F-ACF4-7F8A1D850333}" type="pres">
      <dgm:prSet presAssocID="{6CF1DDF2-D3D8-4188-B43A-5933164270ED}" presName="rootConnector" presStyleLbl="node2" presStyleIdx="2" presStyleCnt="3"/>
      <dgm:spPr/>
      <dgm:t>
        <a:bodyPr/>
        <a:lstStyle/>
        <a:p>
          <a:endParaRPr lang="en-US"/>
        </a:p>
      </dgm:t>
    </dgm:pt>
    <dgm:pt modelId="{1DA49241-D0CA-4826-B276-45685AC8291F}" type="pres">
      <dgm:prSet presAssocID="{6CF1DDF2-D3D8-4188-B43A-5933164270ED}" presName="hierChild4" presStyleCnt="0"/>
      <dgm:spPr/>
    </dgm:pt>
    <dgm:pt modelId="{08C4B415-7DC5-4301-B3B6-2A1CCEA95361}" type="pres">
      <dgm:prSet presAssocID="{384A6C80-A6F6-4362-B4E0-21940E307558}" presName="Name37" presStyleLbl="parChTrans1D3" presStyleIdx="3" presStyleCnt="7"/>
      <dgm:spPr/>
      <dgm:t>
        <a:bodyPr/>
        <a:lstStyle/>
        <a:p>
          <a:endParaRPr lang="en-US"/>
        </a:p>
      </dgm:t>
    </dgm:pt>
    <dgm:pt modelId="{C2BA47B3-3831-4571-8623-F476215D60AD}" type="pres">
      <dgm:prSet presAssocID="{51192377-8924-4C7F-8EED-0DA06CFAE3DB}" presName="hierRoot2" presStyleCnt="0">
        <dgm:presLayoutVars>
          <dgm:hierBranch val="init"/>
        </dgm:presLayoutVars>
      </dgm:prSet>
      <dgm:spPr/>
    </dgm:pt>
    <dgm:pt modelId="{7AB522F1-B81E-40B9-9A56-E3C5A860D1FC}" type="pres">
      <dgm:prSet presAssocID="{51192377-8924-4C7F-8EED-0DA06CFAE3DB}" presName="rootComposite" presStyleCnt="0"/>
      <dgm:spPr/>
    </dgm:pt>
    <dgm:pt modelId="{B6DFB240-762D-45DB-A5DC-36D2AD7A3924}" type="pres">
      <dgm:prSet presAssocID="{51192377-8924-4C7F-8EED-0DA06CFAE3DB}" presName="rootText" presStyleLbl="node3" presStyleIdx="3" presStyleCnt="7" custScaleX="120372" custLinFactNeighborX="26917" custLinFactNeighborY="32053">
        <dgm:presLayoutVars>
          <dgm:chPref val="3"/>
        </dgm:presLayoutVars>
      </dgm:prSet>
      <dgm:spPr/>
      <dgm:t>
        <a:bodyPr/>
        <a:lstStyle/>
        <a:p>
          <a:endParaRPr lang="en-US"/>
        </a:p>
      </dgm:t>
    </dgm:pt>
    <dgm:pt modelId="{1F6F6181-1C75-48F5-934C-FCAD5F8FAB85}" type="pres">
      <dgm:prSet presAssocID="{51192377-8924-4C7F-8EED-0DA06CFAE3DB}" presName="rootConnector" presStyleLbl="node3" presStyleIdx="3" presStyleCnt="7"/>
      <dgm:spPr/>
      <dgm:t>
        <a:bodyPr/>
        <a:lstStyle/>
        <a:p>
          <a:endParaRPr lang="en-US"/>
        </a:p>
      </dgm:t>
    </dgm:pt>
    <dgm:pt modelId="{93C648E0-A94A-4BEF-A3A0-D4E4516F4311}" type="pres">
      <dgm:prSet presAssocID="{51192377-8924-4C7F-8EED-0DA06CFAE3DB}" presName="hierChild4" presStyleCnt="0"/>
      <dgm:spPr/>
    </dgm:pt>
    <dgm:pt modelId="{4BE24E2C-346B-41DE-A36A-C1D28472333A}" type="pres">
      <dgm:prSet presAssocID="{51192377-8924-4C7F-8EED-0DA06CFAE3DB}" presName="hierChild5" presStyleCnt="0"/>
      <dgm:spPr/>
    </dgm:pt>
    <dgm:pt modelId="{F5689072-D173-4345-B2B5-E71A0B01115D}" type="pres">
      <dgm:prSet presAssocID="{60962929-5A1D-4058-88D6-40D60D34E420}" presName="Name37" presStyleLbl="parChTrans1D3" presStyleIdx="4" presStyleCnt="7"/>
      <dgm:spPr/>
      <dgm:t>
        <a:bodyPr/>
        <a:lstStyle/>
        <a:p>
          <a:endParaRPr lang="en-US"/>
        </a:p>
      </dgm:t>
    </dgm:pt>
    <dgm:pt modelId="{82D620B5-8A03-4B96-88FF-AFC947615A52}" type="pres">
      <dgm:prSet presAssocID="{9ED17C8A-6475-4191-B387-7B097D80482C}" presName="hierRoot2" presStyleCnt="0">
        <dgm:presLayoutVars>
          <dgm:hierBranch val="init"/>
        </dgm:presLayoutVars>
      </dgm:prSet>
      <dgm:spPr/>
    </dgm:pt>
    <dgm:pt modelId="{54EEF603-EC78-429B-8392-2E1EE7DDE492}" type="pres">
      <dgm:prSet presAssocID="{9ED17C8A-6475-4191-B387-7B097D80482C}" presName="rootComposite" presStyleCnt="0"/>
      <dgm:spPr/>
    </dgm:pt>
    <dgm:pt modelId="{B0307730-74A2-44FB-ACBF-076CB2EAE9E7}" type="pres">
      <dgm:prSet presAssocID="{9ED17C8A-6475-4191-B387-7B097D80482C}" presName="rootText" presStyleLbl="node3" presStyleIdx="4" presStyleCnt="7" custScaleX="120372" custLinFactNeighborX="26917" custLinFactNeighborY="22509">
        <dgm:presLayoutVars>
          <dgm:chPref val="3"/>
        </dgm:presLayoutVars>
      </dgm:prSet>
      <dgm:spPr/>
      <dgm:t>
        <a:bodyPr/>
        <a:lstStyle/>
        <a:p>
          <a:endParaRPr lang="en-US"/>
        </a:p>
      </dgm:t>
    </dgm:pt>
    <dgm:pt modelId="{866D24A1-96F9-462D-B500-B1C9C9A88564}" type="pres">
      <dgm:prSet presAssocID="{9ED17C8A-6475-4191-B387-7B097D80482C}" presName="rootConnector" presStyleLbl="node3" presStyleIdx="4" presStyleCnt="7"/>
      <dgm:spPr/>
      <dgm:t>
        <a:bodyPr/>
        <a:lstStyle/>
        <a:p>
          <a:endParaRPr lang="en-US"/>
        </a:p>
      </dgm:t>
    </dgm:pt>
    <dgm:pt modelId="{61902B37-1D7D-4754-8C5A-A6CA151B7837}" type="pres">
      <dgm:prSet presAssocID="{9ED17C8A-6475-4191-B387-7B097D80482C}" presName="hierChild4" presStyleCnt="0"/>
      <dgm:spPr/>
    </dgm:pt>
    <dgm:pt modelId="{4988C942-FDC0-4BB1-94EE-FFDDBB467BB1}" type="pres">
      <dgm:prSet presAssocID="{9ED17C8A-6475-4191-B387-7B097D80482C}" presName="hierChild5" presStyleCnt="0"/>
      <dgm:spPr/>
    </dgm:pt>
    <dgm:pt modelId="{A4B0C2F0-06C8-4E3B-BE47-BD11F607C9AB}" type="pres">
      <dgm:prSet presAssocID="{00274BF4-BAB8-4A5B-87D4-4CDFB7CE68CE}" presName="Name37" presStyleLbl="parChTrans1D3" presStyleIdx="5" presStyleCnt="7"/>
      <dgm:spPr/>
      <dgm:t>
        <a:bodyPr/>
        <a:lstStyle/>
        <a:p>
          <a:endParaRPr lang="en-US"/>
        </a:p>
      </dgm:t>
    </dgm:pt>
    <dgm:pt modelId="{C83FDF8A-C47F-4F53-933E-9ADFC82838D9}" type="pres">
      <dgm:prSet presAssocID="{F7320E59-5F94-484B-906C-FE75A1BCDE73}" presName="hierRoot2" presStyleCnt="0">
        <dgm:presLayoutVars>
          <dgm:hierBranch val="init"/>
        </dgm:presLayoutVars>
      </dgm:prSet>
      <dgm:spPr/>
    </dgm:pt>
    <dgm:pt modelId="{CEEB9D01-5D27-42CC-B861-81B553AC337B}" type="pres">
      <dgm:prSet presAssocID="{F7320E59-5F94-484B-906C-FE75A1BCDE73}" presName="rootComposite" presStyleCnt="0"/>
      <dgm:spPr/>
    </dgm:pt>
    <dgm:pt modelId="{2DD1F9A3-E091-42B4-A99A-7D456C5500CC}" type="pres">
      <dgm:prSet presAssocID="{F7320E59-5F94-484B-906C-FE75A1BCDE73}" presName="rootText" presStyleLbl="node3" presStyleIdx="5" presStyleCnt="7" custScaleX="120372" custLinFactNeighborX="26917" custLinFactNeighborY="12965">
        <dgm:presLayoutVars>
          <dgm:chPref val="3"/>
        </dgm:presLayoutVars>
      </dgm:prSet>
      <dgm:spPr/>
      <dgm:t>
        <a:bodyPr/>
        <a:lstStyle/>
        <a:p>
          <a:endParaRPr lang="en-US"/>
        </a:p>
      </dgm:t>
    </dgm:pt>
    <dgm:pt modelId="{AF14EC79-CFE7-44EC-A308-59DC5842F3C4}" type="pres">
      <dgm:prSet presAssocID="{F7320E59-5F94-484B-906C-FE75A1BCDE73}" presName="rootConnector" presStyleLbl="node3" presStyleIdx="5" presStyleCnt="7"/>
      <dgm:spPr/>
      <dgm:t>
        <a:bodyPr/>
        <a:lstStyle/>
        <a:p>
          <a:endParaRPr lang="en-US"/>
        </a:p>
      </dgm:t>
    </dgm:pt>
    <dgm:pt modelId="{B82E8825-D196-4063-8AEA-381EC319D835}" type="pres">
      <dgm:prSet presAssocID="{F7320E59-5F94-484B-906C-FE75A1BCDE73}" presName="hierChild4" presStyleCnt="0"/>
      <dgm:spPr/>
    </dgm:pt>
    <dgm:pt modelId="{3065DDC1-1541-4A70-9D97-E4EB8E5AA045}" type="pres">
      <dgm:prSet presAssocID="{F7320E59-5F94-484B-906C-FE75A1BCDE73}" presName="hierChild5" presStyleCnt="0"/>
      <dgm:spPr/>
    </dgm:pt>
    <dgm:pt modelId="{EC9620C5-126C-462A-A8E8-842629107E61}" type="pres">
      <dgm:prSet presAssocID="{B8B41AD6-CD09-4C99-AFBB-17E914D28041}" presName="Name37" presStyleLbl="parChTrans1D3" presStyleIdx="6" presStyleCnt="7"/>
      <dgm:spPr/>
      <dgm:t>
        <a:bodyPr/>
        <a:lstStyle/>
        <a:p>
          <a:endParaRPr lang="en-US"/>
        </a:p>
      </dgm:t>
    </dgm:pt>
    <dgm:pt modelId="{18299C17-745E-4EBD-A57C-1BE574865ACA}" type="pres">
      <dgm:prSet presAssocID="{F0A54FD4-2B19-4BBC-993B-63A0487B7613}" presName="hierRoot2" presStyleCnt="0">
        <dgm:presLayoutVars>
          <dgm:hierBranch val="init"/>
        </dgm:presLayoutVars>
      </dgm:prSet>
      <dgm:spPr/>
    </dgm:pt>
    <dgm:pt modelId="{EECDB2B7-B8F1-46CF-9FCA-641A6A734109}" type="pres">
      <dgm:prSet presAssocID="{F0A54FD4-2B19-4BBC-993B-63A0487B7613}" presName="rootComposite" presStyleCnt="0"/>
      <dgm:spPr/>
    </dgm:pt>
    <dgm:pt modelId="{DEFF14A3-CF76-409E-8947-F922CC96323E}" type="pres">
      <dgm:prSet presAssocID="{F0A54FD4-2B19-4BBC-993B-63A0487B7613}" presName="rootText" presStyleLbl="node3" presStyleIdx="6" presStyleCnt="7" custScaleX="120372" custLinFactNeighborX="26917" custLinFactNeighborY="22509">
        <dgm:presLayoutVars>
          <dgm:chPref val="3"/>
        </dgm:presLayoutVars>
      </dgm:prSet>
      <dgm:spPr/>
      <dgm:t>
        <a:bodyPr/>
        <a:lstStyle/>
        <a:p>
          <a:endParaRPr lang="en-US"/>
        </a:p>
      </dgm:t>
    </dgm:pt>
    <dgm:pt modelId="{7A515BDA-90F7-46C2-B193-D1F003A1A10D}" type="pres">
      <dgm:prSet presAssocID="{F0A54FD4-2B19-4BBC-993B-63A0487B7613}" presName="rootConnector" presStyleLbl="node3" presStyleIdx="6" presStyleCnt="7"/>
      <dgm:spPr/>
      <dgm:t>
        <a:bodyPr/>
        <a:lstStyle/>
        <a:p>
          <a:endParaRPr lang="en-US"/>
        </a:p>
      </dgm:t>
    </dgm:pt>
    <dgm:pt modelId="{C4DE3AFE-DE0C-45D0-989F-4BDABF2F1151}" type="pres">
      <dgm:prSet presAssocID="{F0A54FD4-2B19-4BBC-993B-63A0487B7613}" presName="hierChild4" presStyleCnt="0"/>
      <dgm:spPr/>
    </dgm:pt>
    <dgm:pt modelId="{7B1DE0BE-D915-465E-BD81-0141DCD3F916}" type="pres">
      <dgm:prSet presAssocID="{F0A54FD4-2B19-4BBC-993B-63A0487B7613}" presName="hierChild5" presStyleCnt="0"/>
      <dgm:spPr/>
    </dgm:pt>
    <dgm:pt modelId="{6ED28BB0-2EC4-406F-989E-854070F72FC0}" type="pres">
      <dgm:prSet presAssocID="{6CF1DDF2-D3D8-4188-B43A-5933164270ED}" presName="hierChild5" presStyleCnt="0"/>
      <dgm:spPr/>
    </dgm:pt>
    <dgm:pt modelId="{96DEF822-DC52-4FFC-82DA-389CD5B29657}" type="pres">
      <dgm:prSet presAssocID="{9E6404DC-1053-49D6-95EE-599A97C88DD3}" presName="hierChild3" presStyleCnt="0"/>
      <dgm:spPr/>
    </dgm:pt>
  </dgm:ptLst>
  <dgm:cxnLst>
    <dgm:cxn modelId="{CA480727-ED30-4B06-B871-A4BA0073026E}" type="presOf" srcId="{C9D8B248-51C8-4B15-B8FA-E1AFC5BE45FB}" destId="{646171F1-122C-47BC-A29E-3BAF1D15E4CE}" srcOrd="1" destOrd="0" presId="urn:microsoft.com/office/officeart/2005/8/layout/orgChart1"/>
    <dgm:cxn modelId="{770DC53F-B533-4893-9CDC-1BEF1588A007}" type="presOf" srcId="{66420757-8D11-4C52-8BE4-B49F92626FF4}" destId="{DDD5F3FA-5881-44F2-A1E4-6971704526F7}" srcOrd="1" destOrd="0" presId="urn:microsoft.com/office/officeart/2005/8/layout/orgChart1"/>
    <dgm:cxn modelId="{393A9BBE-DA9B-402D-AF19-49365ECBB37A}" type="presOf" srcId="{F0A54FD4-2B19-4BBC-993B-63A0487B7613}" destId="{7A515BDA-90F7-46C2-B193-D1F003A1A10D}" srcOrd="1" destOrd="0" presId="urn:microsoft.com/office/officeart/2005/8/layout/orgChart1"/>
    <dgm:cxn modelId="{00DACF30-8ECF-485F-A908-8F6B0582DFA0}" type="presOf" srcId="{9ED17C8A-6475-4191-B387-7B097D80482C}" destId="{B0307730-74A2-44FB-ACBF-076CB2EAE9E7}" srcOrd="0" destOrd="0" presId="urn:microsoft.com/office/officeart/2005/8/layout/orgChart1"/>
    <dgm:cxn modelId="{936DED48-0C4C-4A1F-9E96-69B51F43FE64}" type="presOf" srcId="{DCAE3563-0C15-4FBF-85A8-303493B206BF}" destId="{DA84E4EE-53A2-41A3-A159-A9DAB215AC21}" srcOrd="0" destOrd="0" presId="urn:microsoft.com/office/officeart/2005/8/layout/orgChart1"/>
    <dgm:cxn modelId="{642EE48D-64C8-47AF-AA48-1398711806DE}" type="presOf" srcId="{F7320E59-5F94-484B-906C-FE75A1BCDE73}" destId="{2DD1F9A3-E091-42B4-A99A-7D456C5500CC}" srcOrd="0" destOrd="0" presId="urn:microsoft.com/office/officeart/2005/8/layout/orgChart1"/>
    <dgm:cxn modelId="{17E48693-1D3B-40E3-AD62-B87813318E93}" type="presOf" srcId="{94DD4250-E5C7-49AA-9303-24DB1EC2CD1A}" destId="{4EA00C17-D0E1-45B0-A01E-1EEC6763C52A}" srcOrd="0" destOrd="0" presId="urn:microsoft.com/office/officeart/2005/8/layout/orgChart1"/>
    <dgm:cxn modelId="{2622C585-27D5-4DF1-9B64-A5FDC1AAEACA}" type="presOf" srcId="{C9D8B248-51C8-4B15-B8FA-E1AFC5BE45FB}" destId="{F7F698A3-121B-4F88-8621-5CF658537600}" srcOrd="0" destOrd="0" presId="urn:microsoft.com/office/officeart/2005/8/layout/orgChart1"/>
    <dgm:cxn modelId="{B1FAE67A-FD9C-4D7D-A8FA-992B27EC3792}" type="presOf" srcId="{60962929-5A1D-4058-88D6-40D60D34E420}" destId="{F5689072-D173-4345-B2B5-E71A0B01115D}" srcOrd="0" destOrd="0" presId="urn:microsoft.com/office/officeart/2005/8/layout/orgChart1"/>
    <dgm:cxn modelId="{7054E89D-09B8-43FF-9338-4520C34A8381}" type="presOf" srcId="{30576E0C-6804-4825-91B8-CCB04A882174}" destId="{A17B45EE-D7E0-4A3D-B311-4A0272A5A1D5}" srcOrd="0" destOrd="0" presId="urn:microsoft.com/office/officeart/2005/8/layout/orgChart1"/>
    <dgm:cxn modelId="{8749021B-2268-44B1-AD84-B0921B253255}" type="presOf" srcId="{9286A5EC-F2A9-487D-8BF1-B96EEEFD636B}" destId="{C9422C4E-2B02-4D33-A16B-EF7B187ECAB7}" srcOrd="0" destOrd="0" presId="urn:microsoft.com/office/officeart/2005/8/layout/orgChart1"/>
    <dgm:cxn modelId="{C7C78122-FF83-4DEB-A379-FC79FF3B3A2A}" type="presOf" srcId="{8CE2CE9A-EBD7-445E-BD99-21666869C1D4}" destId="{7B4371B5-9FE0-4A41-B872-D27DD755166A}" srcOrd="0" destOrd="0" presId="urn:microsoft.com/office/officeart/2005/8/layout/orgChart1"/>
    <dgm:cxn modelId="{42499B76-5C5C-4CAE-9643-316423860AC3}" type="presOf" srcId="{51192377-8924-4C7F-8EED-0DA06CFAE3DB}" destId="{B6DFB240-762D-45DB-A5DC-36D2AD7A3924}" srcOrd="0" destOrd="0" presId="urn:microsoft.com/office/officeart/2005/8/layout/orgChart1"/>
    <dgm:cxn modelId="{F0E4B695-D4CD-485A-8000-432E869C310B}" type="presOf" srcId="{2EE327BC-287F-4D67-A607-7E12BC8DC9BA}" destId="{76E52D08-9B76-4D0F-B7D3-9C89EE4509BC}" srcOrd="0" destOrd="0" presId="urn:microsoft.com/office/officeart/2005/8/layout/orgChart1"/>
    <dgm:cxn modelId="{8DBA8789-4668-4A36-8453-791C09351E41}" srcId="{6CF1DDF2-D3D8-4188-B43A-5933164270ED}" destId="{51192377-8924-4C7F-8EED-0DA06CFAE3DB}" srcOrd="0" destOrd="0" parTransId="{384A6C80-A6F6-4362-B4E0-21940E307558}" sibTransId="{B5C2420D-F852-4866-B028-BA2E0C6B6193}"/>
    <dgm:cxn modelId="{72D0908C-45EF-4F51-93DC-EE14C17D4787}" type="presOf" srcId="{6CF1DDF2-D3D8-4188-B43A-5933164270ED}" destId="{CF8D07E9-56EC-465F-ACF4-7F8A1D850333}" srcOrd="1" destOrd="0" presId="urn:microsoft.com/office/officeart/2005/8/layout/orgChart1"/>
    <dgm:cxn modelId="{36E9AA93-BC00-4EC2-B998-A651C4D566BF}" srcId="{66420757-8D11-4C52-8BE4-B49F92626FF4}" destId="{2EE327BC-287F-4D67-A607-7E12BC8DC9BA}" srcOrd="0" destOrd="0" parTransId="{DCAE3563-0C15-4FBF-85A8-303493B206BF}" sibTransId="{F61FAB9C-499F-436C-A8CF-0553E401362A}"/>
    <dgm:cxn modelId="{9B00F709-EDC5-423A-AE0E-C21A47D7FC81}" srcId="{6CF1DDF2-D3D8-4188-B43A-5933164270ED}" destId="{F7320E59-5F94-484B-906C-FE75A1BCDE73}" srcOrd="2" destOrd="0" parTransId="{00274BF4-BAB8-4A5B-87D4-4CDFB7CE68CE}" sibTransId="{45B45A03-F693-4E42-896C-EFE9AF40D240}"/>
    <dgm:cxn modelId="{8A0CFCA2-BDA1-4B1D-B651-747B6B2524E8}" srcId="{6CF1DDF2-D3D8-4188-B43A-5933164270ED}" destId="{9ED17C8A-6475-4191-B387-7B097D80482C}" srcOrd="1" destOrd="0" parTransId="{60962929-5A1D-4058-88D6-40D60D34E420}" sibTransId="{72389424-24B1-48FE-9F42-F8659B459DA3}"/>
    <dgm:cxn modelId="{BA055E2B-088B-45EF-A9B4-19F907900AAD}" type="presOf" srcId="{384A6C80-A6F6-4362-B4E0-21940E307558}" destId="{08C4B415-7DC5-4301-B3B6-2A1CCEA95361}" srcOrd="0" destOrd="0" presId="urn:microsoft.com/office/officeart/2005/8/layout/orgChart1"/>
    <dgm:cxn modelId="{332EEBDF-5F10-493C-8016-2D37460A3E22}" type="presOf" srcId="{CA24AC75-4172-46C0-B5EC-9CDAD2CAE537}" destId="{0A945A8F-3910-4024-8258-75F42FACA433}" srcOrd="0" destOrd="0" presId="urn:microsoft.com/office/officeart/2005/8/layout/orgChart1"/>
    <dgm:cxn modelId="{10ACFB37-9094-4DA0-ABD5-3D161E9A95C4}" type="presOf" srcId="{30576E0C-6804-4825-91B8-CCB04A882174}" destId="{C1FF27DE-3475-4221-95A7-8A67C1A151DB}" srcOrd="1" destOrd="0" presId="urn:microsoft.com/office/officeart/2005/8/layout/orgChart1"/>
    <dgm:cxn modelId="{3CB0848B-8090-4ED7-81E2-BDAB4E39B45D}" type="presOf" srcId="{F0A54FD4-2B19-4BBC-993B-63A0487B7613}" destId="{DEFF14A3-CF76-409E-8947-F922CC96323E}" srcOrd="0" destOrd="0" presId="urn:microsoft.com/office/officeart/2005/8/layout/orgChart1"/>
    <dgm:cxn modelId="{7B313755-BA65-4C23-8B00-A41ED8E36779}" type="presOf" srcId="{2EE327BC-287F-4D67-A607-7E12BC8DC9BA}" destId="{F35A6AAD-DCE8-4B79-A3FA-9525D734CB55}" srcOrd="1" destOrd="0" presId="urn:microsoft.com/office/officeart/2005/8/layout/orgChart1"/>
    <dgm:cxn modelId="{07AB8472-A651-48C8-9CF2-00815F444309}" type="presOf" srcId="{9E6404DC-1053-49D6-95EE-599A97C88DD3}" destId="{0F3C8968-31FF-46A5-BCB3-A2E771257413}" srcOrd="0" destOrd="0" presId="urn:microsoft.com/office/officeart/2005/8/layout/orgChart1"/>
    <dgm:cxn modelId="{AC39F653-00D5-4219-8557-1E633AAA0D11}" type="presOf" srcId="{9E6404DC-1053-49D6-95EE-599A97C88DD3}" destId="{C8C73746-D1E9-45A4-A4B2-4DB251C0CC5A}" srcOrd="1" destOrd="0" presId="urn:microsoft.com/office/officeart/2005/8/layout/orgChart1"/>
    <dgm:cxn modelId="{75E1B50B-03E3-47AB-A6F6-DA4D2B425F4E}" srcId="{6CF1DDF2-D3D8-4188-B43A-5933164270ED}" destId="{F0A54FD4-2B19-4BBC-993B-63A0487B7613}" srcOrd="3" destOrd="0" parTransId="{B8B41AD6-CD09-4C99-AFBB-17E914D28041}" sibTransId="{2A1997AC-D497-408A-B621-19B46BF88EFF}"/>
    <dgm:cxn modelId="{460E0BDD-5FB7-4479-A13B-63BDB56B5F0E}" srcId="{66420757-8D11-4C52-8BE4-B49F92626FF4}" destId="{C9D8B248-51C8-4B15-B8FA-E1AFC5BE45FB}" srcOrd="1" destOrd="0" parTransId="{3A297655-AF51-4206-94E3-D7C65026E343}" sibTransId="{705ABB54-9CD8-4F2C-9C3A-FCCB8B885297}"/>
    <dgm:cxn modelId="{AC3ABB63-ADE4-40A0-8B09-C403BCB0EADF}" srcId="{66420757-8D11-4C52-8BE4-B49F92626FF4}" destId="{30576E0C-6804-4825-91B8-CCB04A882174}" srcOrd="2" destOrd="0" parTransId="{2E862666-71AE-44CD-989A-1E0DD847A954}" sibTransId="{1C015920-D011-409D-B677-429318AFD14C}"/>
    <dgm:cxn modelId="{D58A6A88-4760-4BEC-8A98-05B8C39BBD3D}" type="presOf" srcId="{1A65A4D7-7720-45CB-8279-86EBD3407E97}" destId="{11077618-9302-474C-8482-1BBB83E3AEF1}" srcOrd="0" destOrd="0" presId="urn:microsoft.com/office/officeart/2005/8/layout/orgChart1"/>
    <dgm:cxn modelId="{C7BEB5EC-345D-4B31-9B33-4DDF4CF7DDCA}" type="presOf" srcId="{51192377-8924-4C7F-8EED-0DA06CFAE3DB}" destId="{1F6F6181-1C75-48F5-934C-FCAD5F8FAB85}" srcOrd="1" destOrd="0" presId="urn:microsoft.com/office/officeart/2005/8/layout/orgChart1"/>
    <dgm:cxn modelId="{E059C33E-D1F4-4929-8540-CB0EC0EC4126}" type="presOf" srcId="{3A297655-AF51-4206-94E3-D7C65026E343}" destId="{D1293B17-2E21-48F8-ACB9-4D1F1D1AF684}" srcOrd="0" destOrd="0" presId="urn:microsoft.com/office/officeart/2005/8/layout/orgChart1"/>
    <dgm:cxn modelId="{3371D227-869E-4636-B9B0-BA373BCE5AD6}" srcId="{9E6404DC-1053-49D6-95EE-599A97C88DD3}" destId="{9286A5EC-F2A9-487D-8BF1-B96EEEFD636B}" srcOrd="0" destOrd="0" parTransId="{8CE2CE9A-EBD7-445E-BD99-21666869C1D4}" sibTransId="{D6357A36-116B-440B-A9E1-8EDB3A4D1B88}"/>
    <dgm:cxn modelId="{54006E3D-1743-40E2-B7B0-CE2B0CE75FE4}" type="presOf" srcId="{66420757-8D11-4C52-8BE4-B49F92626FF4}" destId="{9B3B753F-3337-4FC5-847E-03B30A2CFC72}" srcOrd="0" destOrd="0" presId="urn:microsoft.com/office/officeart/2005/8/layout/orgChart1"/>
    <dgm:cxn modelId="{F486BB5D-064B-4B48-A1AD-EB6C2B5FF5AE}" type="presOf" srcId="{00274BF4-BAB8-4A5B-87D4-4CDFB7CE68CE}" destId="{A4B0C2F0-06C8-4E3B-BE47-BD11F607C9AB}" srcOrd="0" destOrd="0" presId="urn:microsoft.com/office/officeart/2005/8/layout/orgChart1"/>
    <dgm:cxn modelId="{FAE204CB-5D0F-4600-BA3F-FFA2DB06AB0C}" type="presOf" srcId="{6CF1DDF2-D3D8-4188-B43A-5933164270ED}" destId="{77DDDD68-CACB-4E6E-B03E-2E9BBBBC0DC0}" srcOrd="0" destOrd="0" presId="urn:microsoft.com/office/officeart/2005/8/layout/orgChart1"/>
    <dgm:cxn modelId="{3444AEF0-1403-4DD3-9AE3-2745FD9B43D1}" srcId="{9E6404DC-1053-49D6-95EE-599A97C88DD3}" destId="{66420757-8D11-4C52-8BE4-B49F92626FF4}" srcOrd="1" destOrd="0" parTransId="{94DD4250-E5C7-49AA-9303-24DB1EC2CD1A}" sibTransId="{895B718B-8A76-445C-8EFA-6A9368966959}"/>
    <dgm:cxn modelId="{4CA9C32A-C8CD-40F1-AFCB-D726CB5C7F3F}" srcId="{1A65A4D7-7720-45CB-8279-86EBD3407E97}" destId="{9E6404DC-1053-49D6-95EE-599A97C88DD3}" srcOrd="0" destOrd="0" parTransId="{541DED35-EA1D-4B2B-8573-F418430E3EF8}" sibTransId="{8EA0B31F-0422-4926-B862-5636855C8DF2}"/>
    <dgm:cxn modelId="{1EAD89EE-11AC-458E-AFDE-D65B78D7EF55}" type="presOf" srcId="{9286A5EC-F2A9-487D-8BF1-B96EEEFD636B}" destId="{A10B8E6A-AEE1-4C2B-8634-C515AEDBA0E5}" srcOrd="1" destOrd="0" presId="urn:microsoft.com/office/officeart/2005/8/layout/orgChart1"/>
    <dgm:cxn modelId="{0B30FE30-52FD-47B9-8928-FF627DB40219}" srcId="{9E6404DC-1053-49D6-95EE-599A97C88DD3}" destId="{6CF1DDF2-D3D8-4188-B43A-5933164270ED}" srcOrd="2" destOrd="0" parTransId="{CA24AC75-4172-46C0-B5EC-9CDAD2CAE537}" sibTransId="{5CCDD4A5-F1CF-4D98-8C57-90A614338FF4}"/>
    <dgm:cxn modelId="{35E1D3E1-CB0D-4788-BD56-487FB7A1E206}" type="presOf" srcId="{2E862666-71AE-44CD-989A-1E0DD847A954}" destId="{185828FD-E661-4953-957A-B98725A0CDC9}" srcOrd="0" destOrd="0" presId="urn:microsoft.com/office/officeart/2005/8/layout/orgChart1"/>
    <dgm:cxn modelId="{C7465D57-2584-4A50-BE81-413FFE81AFA6}" type="presOf" srcId="{B8B41AD6-CD09-4C99-AFBB-17E914D28041}" destId="{EC9620C5-126C-462A-A8E8-842629107E61}" srcOrd="0" destOrd="0" presId="urn:microsoft.com/office/officeart/2005/8/layout/orgChart1"/>
    <dgm:cxn modelId="{78E7CFA1-DD74-4AE3-9EC7-9838E7B66F74}" type="presOf" srcId="{9ED17C8A-6475-4191-B387-7B097D80482C}" destId="{866D24A1-96F9-462D-B500-B1C9C9A88564}" srcOrd="1" destOrd="0" presId="urn:microsoft.com/office/officeart/2005/8/layout/orgChart1"/>
    <dgm:cxn modelId="{2FCFF093-1CD6-469C-9758-51447115B365}" type="presOf" srcId="{F7320E59-5F94-484B-906C-FE75A1BCDE73}" destId="{AF14EC79-CFE7-44EC-A308-59DC5842F3C4}" srcOrd="1" destOrd="0" presId="urn:microsoft.com/office/officeart/2005/8/layout/orgChart1"/>
    <dgm:cxn modelId="{0DB79881-AAFB-4207-A84A-6BD63F0812CA}" type="presParOf" srcId="{11077618-9302-474C-8482-1BBB83E3AEF1}" destId="{38ED7B2E-63E5-438D-91CD-EFA6DE9BBF61}" srcOrd="0" destOrd="0" presId="urn:microsoft.com/office/officeart/2005/8/layout/orgChart1"/>
    <dgm:cxn modelId="{5ED087B4-1F16-47F0-8EDF-6DE9E5DDE0ED}" type="presParOf" srcId="{38ED7B2E-63E5-438D-91CD-EFA6DE9BBF61}" destId="{ADCB6C6D-2F95-4AD5-B3EB-BEA9A3239732}" srcOrd="0" destOrd="0" presId="urn:microsoft.com/office/officeart/2005/8/layout/orgChart1"/>
    <dgm:cxn modelId="{38D93D17-E2F6-430A-BA0A-892F5F5DA1C8}" type="presParOf" srcId="{ADCB6C6D-2F95-4AD5-B3EB-BEA9A3239732}" destId="{0F3C8968-31FF-46A5-BCB3-A2E771257413}" srcOrd="0" destOrd="0" presId="urn:microsoft.com/office/officeart/2005/8/layout/orgChart1"/>
    <dgm:cxn modelId="{D0C9B760-9B41-40FA-837D-7DC64C5D98B6}" type="presParOf" srcId="{ADCB6C6D-2F95-4AD5-B3EB-BEA9A3239732}" destId="{C8C73746-D1E9-45A4-A4B2-4DB251C0CC5A}" srcOrd="1" destOrd="0" presId="urn:microsoft.com/office/officeart/2005/8/layout/orgChart1"/>
    <dgm:cxn modelId="{903973C5-4475-4E16-BB20-98C6713D6A7C}" type="presParOf" srcId="{38ED7B2E-63E5-438D-91CD-EFA6DE9BBF61}" destId="{AD53A4B1-01E7-41E8-9724-31F3910545A4}" srcOrd="1" destOrd="0" presId="urn:microsoft.com/office/officeart/2005/8/layout/orgChart1"/>
    <dgm:cxn modelId="{FD0D6115-7002-46BE-B6C7-37AF4D0756E1}" type="presParOf" srcId="{AD53A4B1-01E7-41E8-9724-31F3910545A4}" destId="{7B4371B5-9FE0-4A41-B872-D27DD755166A}" srcOrd="0" destOrd="0" presId="urn:microsoft.com/office/officeart/2005/8/layout/orgChart1"/>
    <dgm:cxn modelId="{C21C9606-5954-48DD-8BEA-B260DD6B6E14}" type="presParOf" srcId="{AD53A4B1-01E7-41E8-9724-31F3910545A4}" destId="{ED726A71-3CEE-43E5-B36E-E99BBF451E5B}" srcOrd="1" destOrd="0" presId="urn:microsoft.com/office/officeart/2005/8/layout/orgChart1"/>
    <dgm:cxn modelId="{9624EA68-142D-4F73-A240-6EDF415B7752}" type="presParOf" srcId="{ED726A71-3CEE-43E5-B36E-E99BBF451E5B}" destId="{82B2FC70-3C15-48D4-B101-71C09EFE19F9}" srcOrd="0" destOrd="0" presId="urn:microsoft.com/office/officeart/2005/8/layout/orgChart1"/>
    <dgm:cxn modelId="{196EE497-26E4-4E8E-BD39-4CB1915C3778}" type="presParOf" srcId="{82B2FC70-3C15-48D4-B101-71C09EFE19F9}" destId="{C9422C4E-2B02-4D33-A16B-EF7B187ECAB7}" srcOrd="0" destOrd="0" presId="urn:microsoft.com/office/officeart/2005/8/layout/orgChart1"/>
    <dgm:cxn modelId="{9C0A3F0D-C56E-46C5-B0BA-DC9109042609}" type="presParOf" srcId="{82B2FC70-3C15-48D4-B101-71C09EFE19F9}" destId="{A10B8E6A-AEE1-4C2B-8634-C515AEDBA0E5}" srcOrd="1" destOrd="0" presId="urn:microsoft.com/office/officeart/2005/8/layout/orgChart1"/>
    <dgm:cxn modelId="{5AFAFB96-E814-4DAC-B9A1-F9EFA64BA8C5}" type="presParOf" srcId="{ED726A71-3CEE-43E5-B36E-E99BBF451E5B}" destId="{C9264EDA-91B6-4FAE-AFE6-AFC29BE66386}" srcOrd="1" destOrd="0" presId="urn:microsoft.com/office/officeart/2005/8/layout/orgChart1"/>
    <dgm:cxn modelId="{B9F5CA4B-AF97-4CD2-9B9B-3EFF81ECBC22}" type="presParOf" srcId="{ED726A71-3CEE-43E5-B36E-E99BBF451E5B}" destId="{C5C54053-3A12-46C3-BAAB-BDE4C3102748}" srcOrd="2" destOrd="0" presId="urn:microsoft.com/office/officeart/2005/8/layout/orgChart1"/>
    <dgm:cxn modelId="{729FE7A9-9CCD-4B75-B118-5BE5F60E3109}" type="presParOf" srcId="{AD53A4B1-01E7-41E8-9724-31F3910545A4}" destId="{4EA00C17-D0E1-45B0-A01E-1EEC6763C52A}" srcOrd="2" destOrd="0" presId="urn:microsoft.com/office/officeart/2005/8/layout/orgChart1"/>
    <dgm:cxn modelId="{35BB0C88-8788-425B-8C1F-B2404763BAF0}" type="presParOf" srcId="{AD53A4B1-01E7-41E8-9724-31F3910545A4}" destId="{E13FDB0C-82BF-46EF-9E2A-B74833EBE083}" srcOrd="3" destOrd="0" presId="urn:microsoft.com/office/officeart/2005/8/layout/orgChart1"/>
    <dgm:cxn modelId="{917EE576-81A2-448B-B308-13E62B10A58D}" type="presParOf" srcId="{E13FDB0C-82BF-46EF-9E2A-B74833EBE083}" destId="{6F889A8A-15EA-4175-AFAB-E5C4633A55C6}" srcOrd="0" destOrd="0" presId="urn:microsoft.com/office/officeart/2005/8/layout/orgChart1"/>
    <dgm:cxn modelId="{CC4812F5-D0A6-40D3-9944-9BE685002B3C}" type="presParOf" srcId="{6F889A8A-15EA-4175-AFAB-E5C4633A55C6}" destId="{9B3B753F-3337-4FC5-847E-03B30A2CFC72}" srcOrd="0" destOrd="0" presId="urn:microsoft.com/office/officeart/2005/8/layout/orgChart1"/>
    <dgm:cxn modelId="{02848157-6A3D-4DF9-A4C4-ABA2A97C846A}" type="presParOf" srcId="{6F889A8A-15EA-4175-AFAB-E5C4633A55C6}" destId="{DDD5F3FA-5881-44F2-A1E4-6971704526F7}" srcOrd="1" destOrd="0" presId="urn:microsoft.com/office/officeart/2005/8/layout/orgChart1"/>
    <dgm:cxn modelId="{8B1C75FA-8165-4C55-A848-A8975314F639}" type="presParOf" srcId="{E13FDB0C-82BF-46EF-9E2A-B74833EBE083}" destId="{676ABBB4-3C98-4704-ACC5-762B2C2E471C}" srcOrd="1" destOrd="0" presId="urn:microsoft.com/office/officeart/2005/8/layout/orgChart1"/>
    <dgm:cxn modelId="{E29F0D69-EDA9-49D5-8E05-89713BFDF4A0}" type="presParOf" srcId="{676ABBB4-3C98-4704-ACC5-762B2C2E471C}" destId="{DA84E4EE-53A2-41A3-A159-A9DAB215AC21}" srcOrd="0" destOrd="0" presId="urn:microsoft.com/office/officeart/2005/8/layout/orgChart1"/>
    <dgm:cxn modelId="{F53854FB-3EC4-4C39-A9D6-9F7C45159E38}" type="presParOf" srcId="{676ABBB4-3C98-4704-ACC5-762B2C2E471C}" destId="{4C674BE3-0519-46FF-B709-671DB91D27F7}" srcOrd="1" destOrd="0" presId="urn:microsoft.com/office/officeart/2005/8/layout/orgChart1"/>
    <dgm:cxn modelId="{47BA919E-C110-461C-A737-31862F9DFEDC}" type="presParOf" srcId="{4C674BE3-0519-46FF-B709-671DB91D27F7}" destId="{5BADD3B5-C25C-411F-8891-4933BD7AC8F1}" srcOrd="0" destOrd="0" presId="urn:microsoft.com/office/officeart/2005/8/layout/orgChart1"/>
    <dgm:cxn modelId="{BF878A27-90D0-4B23-8DDF-F15C1D413918}" type="presParOf" srcId="{5BADD3B5-C25C-411F-8891-4933BD7AC8F1}" destId="{76E52D08-9B76-4D0F-B7D3-9C89EE4509BC}" srcOrd="0" destOrd="0" presId="urn:microsoft.com/office/officeart/2005/8/layout/orgChart1"/>
    <dgm:cxn modelId="{DF7EBAF3-1E1E-41D1-BD18-AF78409A25F0}" type="presParOf" srcId="{5BADD3B5-C25C-411F-8891-4933BD7AC8F1}" destId="{F35A6AAD-DCE8-4B79-A3FA-9525D734CB55}" srcOrd="1" destOrd="0" presId="urn:microsoft.com/office/officeart/2005/8/layout/orgChart1"/>
    <dgm:cxn modelId="{5667BA9D-7F59-4701-9E76-0AA1B1302EB9}" type="presParOf" srcId="{4C674BE3-0519-46FF-B709-671DB91D27F7}" destId="{CB891ECA-A78A-48D4-8781-14DF12259A50}" srcOrd="1" destOrd="0" presId="urn:microsoft.com/office/officeart/2005/8/layout/orgChart1"/>
    <dgm:cxn modelId="{165E0A83-6FE4-486D-A869-0707D2D67BA3}" type="presParOf" srcId="{4C674BE3-0519-46FF-B709-671DB91D27F7}" destId="{33990C12-6533-46C2-A62C-B033D2EF3B06}" srcOrd="2" destOrd="0" presId="urn:microsoft.com/office/officeart/2005/8/layout/orgChart1"/>
    <dgm:cxn modelId="{CB0F13F9-7180-4DA1-A675-56FC5A54EF17}" type="presParOf" srcId="{676ABBB4-3C98-4704-ACC5-762B2C2E471C}" destId="{D1293B17-2E21-48F8-ACB9-4D1F1D1AF684}" srcOrd="2" destOrd="0" presId="urn:microsoft.com/office/officeart/2005/8/layout/orgChart1"/>
    <dgm:cxn modelId="{408B1167-A183-4EFF-99F8-E69F70906D48}" type="presParOf" srcId="{676ABBB4-3C98-4704-ACC5-762B2C2E471C}" destId="{1A9A2FA3-2A87-479F-BD69-63850181A577}" srcOrd="3" destOrd="0" presId="urn:microsoft.com/office/officeart/2005/8/layout/orgChart1"/>
    <dgm:cxn modelId="{339AA136-5DB8-47DE-A428-C452CE2D0105}" type="presParOf" srcId="{1A9A2FA3-2A87-479F-BD69-63850181A577}" destId="{79A303AD-323E-45BF-8C26-93926D8086BB}" srcOrd="0" destOrd="0" presId="urn:microsoft.com/office/officeart/2005/8/layout/orgChart1"/>
    <dgm:cxn modelId="{9CC0F74E-4C92-42B8-A42C-6B9E3D8D91E9}" type="presParOf" srcId="{79A303AD-323E-45BF-8C26-93926D8086BB}" destId="{F7F698A3-121B-4F88-8621-5CF658537600}" srcOrd="0" destOrd="0" presId="urn:microsoft.com/office/officeart/2005/8/layout/orgChart1"/>
    <dgm:cxn modelId="{122BFBF8-0C81-4729-B81C-121021FF3588}" type="presParOf" srcId="{79A303AD-323E-45BF-8C26-93926D8086BB}" destId="{646171F1-122C-47BC-A29E-3BAF1D15E4CE}" srcOrd="1" destOrd="0" presId="urn:microsoft.com/office/officeart/2005/8/layout/orgChart1"/>
    <dgm:cxn modelId="{DE22CD51-D2CF-48E4-A9AA-C6595997459E}" type="presParOf" srcId="{1A9A2FA3-2A87-479F-BD69-63850181A577}" destId="{955CF5B1-1D32-4E4D-B913-CC9EE8D93FDC}" srcOrd="1" destOrd="0" presId="urn:microsoft.com/office/officeart/2005/8/layout/orgChart1"/>
    <dgm:cxn modelId="{14A441F2-311C-4BA2-BEC8-ACE0D507FC6D}" type="presParOf" srcId="{1A9A2FA3-2A87-479F-BD69-63850181A577}" destId="{ADE87114-216F-4FBB-AC8A-F1F15AD6E2C9}" srcOrd="2" destOrd="0" presId="urn:microsoft.com/office/officeart/2005/8/layout/orgChart1"/>
    <dgm:cxn modelId="{467398A3-3394-4FB8-9BC0-03066430A4C3}" type="presParOf" srcId="{676ABBB4-3C98-4704-ACC5-762B2C2E471C}" destId="{185828FD-E661-4953-957A-B98725A0CDC9}" srcOrd="4" destOrd="0" presId="urn:microsoft.com/office/officeart/2005/8/layout/orgChart1"/>
    <dgm:cxn modelId="{874664A1-1A43-4C18-9881-1A30AB03734D}" type="presParOf" srcId="{676ABBB4-3C98-4704-ACC5-762B2C2E471C}" destId="{98BE639F-3D88-4145-BED5-085C76679240}" srcOrd="5" destOrd="0" presId="urn:microsoft.com/office/officeart/2005/8/layout/orgChart1"/>
    <dgm:cxn modelId="{CEBDB440-1AB9-41AB-8932-E32D5BE1B4ED}" type="presParOf" srcId="{98BE639F-3D88-4145-BED5-085C76679240}" destId="{184F022F-8704-4E22-ACB1-B93A40AEBEC9}" srcOrd="0" destOrd="0" presId="urn:microsoft.com/office/officeart/2005/8/layout/orgChart1"/>
    <dgm:cxn modelId="{D657798C-4E6A-48BB-AB4C-5C297600EE2E}" type="presParOf" srcId="{184F022F-8704-4E22-ACB1-B93A40AEBEC9}" destId="{A17B45EE-D7E0-4A3D-B311-4A0272A5A1D5}" srcOrd="0" destOrd="0" presId="urn:microsoft.com/office/officeart/2005/8/layout/orgChart1"/>
    <dgm:cxn modelId="{2AFE5EBB-0A04-437C-8669-05752E9F2644}" type="presParOf" srcId="{184F022F-8704-4E22-ACB1-B93A40AEBEC9}" destId="{C1FF27DE-3475-4221-95A7-8A67C1A151DB}" srcOrd="1" destOrd="0" presId="urn:microsoft.com/office/officeart/2005/8/layout/orgChart1"/>
    <dgm:cxn modelId="{F2CDD5AE-8BB7-4F5D-B5DE-A56229225ABF}" type="presParOf" srcId="{98BE639F-3D88-4145-BED5-085C76679240}" destId="{F3D7F50A-B99E-4F53-A20E-48BFF4DF30BB}" srcOrd="1" destOrd="0" presId="urn:microsoft.com/office/officeart/2005/8/layout/orgChart1"/>
    <dgm:cxn modelId="{CD78A871-5074-4676-A74D-B122F75278D3}" type="presParOf" srcId="{98BE639F-3D88-4145-BED5-085C76679240}" destId="{0F6909C5-1A5D-49D2-8ED2-E5BCC74C8BE5}" srcOrd="2" destOrd="0" presId="urn:microsoft.com/office/officeart/2005/8/layout/orgChart1"/>
    <dgm:cxn modelId="{7887A831-F4AE-444E-A3E5-26A21A5E0169}" type="presParOf" srcId="{E13FDB0C-82BF-46EF-9E2A-B74833EBE083}" destId="{AB7EDDB3-9B61-4F08-9251-CA1DBC985988}" srcOrd="2" destOrd="0" presId="urn:microsoft.com/office/officeart/2005/8/layout/orgChart1"/>
    <dgm:cxn modelId="{54D63A14-7A05-4613-AF71-B1BACB98385F}" type="presParOf" srcId="{AD53A4B1-01E7-41E8-9724-31F3910545A4}" destId="{0A945A8F-3910-4024-8258-75F42FACA433}" srcOrd="4" destOrd="0" presId="urn:microsoft.com/office/officeart/2005/8/layout/orgChart1"/>
    <dgm:cxn modelId="{85E9D6F8-2FA2-407A-8D2D-27163DFBF611}" type="presParOf" srcId="{AD53A4B1-01E7-41E8-9724-31F3910545A4}" destId="{8D850227-F473-4CCF-9F9D-7A5CDE04C865}" srcOrd="5" destOrd="0" presId="urn:microsoft.com/office/officeart/2005/8/layout/orgChart1"/>
    <dgm:cxn modelId="{DB905AB2-6744-4351-A12E-3E975BB5B4D2}" type="presParOf" srcId="{8D850227-F473-4CCF-9F9D-7A5CDE04C865}" destId="{7BD65097-B582-48D5-9395-D7D515BAB253}" srcOrd="0" destOrd="0" presId="urn:microsoft.com/office/officeart/2005/8/layout/orgChart1"/>
    <dgm:cxn modelId="{38462643-A61C-489F-8B29-EAD6054772C8}" type="presParOf" srcId="{7BD65097-B582-48D5-9395-D7D515BAB253}" destId="{77DDDD68-CACB-4E6E-B03E-2E9BBBBC0DC0}" srcOrd="0" destOrd="0" presId="urn:microsoft.com/office/officeart/2005/8/layout/orgChart1"/>
    <dgm:cxn modelId="{7ADD1532-F8C6-45D3-A058-0A0570F44C27}" type="presParOf" srcId="{7BD65097-B582-48D5-9395-D7D515BAB253}" destId="{CF8D07E9-56EC-465F-ACF4-7F8A1D850333}" srcOrd="1" destOrd="0" presId="urn:microsoft.com/office/officeart/2005/8/layout/orgChart1"/>
    <dgm:cxn modelId="{31BFA90C-5ED9-4EE5-8F03-2141015131F8}" type="presParOf" srcId="{8D850227-F473-4CCF-9F9D-7A5CDE04C865}" destId="{1DA49241-D0CA-4826-B276-45685AC8291F}" srcOrd="1" destOrd="0" presId="urn:microsoft.com/office/officeart/2005/8/layout/orgChart1"/>
    <dgm:cxn modelId="{0F5CD8DA-CB1F-4B10-AFC8-CEEC0FEC3E58}" type="presParOf" srcId="{1DA49241-D0CA-4826-B276-45685AC8291F}" destId="{08C4B415-7DC5-4301-B3B6-2A1CCEA95361}" srcOrd="0" destOrd="0" presId="urn:microsoft.com/office/officeart/2005/8/layout/orgChart1"/>
    <dgm:cxn modelId="{92FB0A1D-B0D2-4A22-9AEA-C5FFDA9530EF}" type="presParOf" srcId="{1DA49241-D0CA-4826-B276-45685AC8291F}" destId="{C2BA47B3-3831-4571-8623-F476215D60AD}" srcOrd="1" destOrd="0" presId="urn:microsoft.com/office/officeart/2005/8/layout/orgChart1"/>
    <dgm:cxn modelId="{504D1216-0D22-41E0-85F8-75C2DAD4B97D}" type="presParOf" srcId="{C2BA47B3-3831-4571-8623-F476215D60AD}" destId="{7AB522F1-B81E-40B9-9A56-E3C5A860D1FC}" srcOrd="0" destOrd="0" presId="urn:microsoft.com/office/officeart/2005/8/layout/orgChart1"/>
    <dgm:cxn modelId="{C2FA5422-B4AB-48FA-9869-DBBC43BCF421}" type="presParOf" srcId="{7AB522F1-B81E-40B9-9A56-E3C5A860D1FC}" destId="{B6DFB240-762D-45DB-A5DC-36D2AD7A3924}" srcOrd="0" destOrd="0" presId="urn:microsoft.com/office/officeart/2005/8/layout/orgChart1"/>
    <dgm:cxn modelId="{D38B76BE-312D-429F-851F-FE5D5C2BE533}" type="presParOf" srcId="{7AB522F1-B81E-40B9-9A56-E3C5A860D1FC}" destId="{1F6F6181-1C75-48F5-934C-FCAD5F8FAB85}" srcOrd="1" destOrd="0" presId="urn:microsoft.com/office/officeart/2005/8/layout/orgChart1"/>
    <dgm:cxn modelId="{55A314A5-4F54-4D96-8817-03DDE7988D11}" type="presParOf" srcId="{C2BA47B3-3831-4571-8623-F476215D60AD}" destId="{93C648E0-A94A-4BEF-A3A0-D4E4516F4311}" srcOrd="1" destOrd="0" presId="urn:microsoft.com/office/officeart/2005/8/layout/orgChart1"/>
    <dgm:cxn modelId="{CFD39705-0310-4495-9017-28693426C8F9}" type="presParOf" srcId="{C2BA47B3-3831-4571-8623-F476215D60AD}" destId="{4BE24E2C-346B-41DE-A36A-C1D28472333A}" srcOrd="2" destOrd="0" presId="urn:microsoft.com/office/officeart/2005/8/layout/orgChart1"/>
    <dgm:cxn modelId="{5C5819B8-74C3-479C-B6C1-A9E810E9B5D9}" type="presParOf" srcId="{1DA49241-D0CA-4826-B276-45685AC8291F}" destId="{F5689072-D173-4345-B2B5-E71A0B01115D}" srcOrd="2" destOrd="0" presId="urn:microsoft.com/office/officeart/2005/8/layout/orgChart1"/>
    <dgm:cxn modelId="{14F7FDDF-4519-495B-AD7F-4F3D8CC29E2B}" type="presParOf" srcId="{1DA49241-D0CA-4826-B276-45685AC8291F}" destId="{82D620B5-8A03-4B96-88FF-AFC947615A52}" srcOrd="3" destOrd="0" presId="urn:microsoft.com/office/officeart/2005/8/layout/orgChart1"/>
    <dgm:cxn modelId="{E9864297-0584-4388-8B30-5EACEE754E14}" type="presParOf" srcId="{82D620B5-8A03-4B96-88FF-AFC947615A52}" destId="{54EEF603-EC78-429B-8392-2E1EE7DDE492}" srcOrd="0" destOrd="0" presId="urn:microsoft.com/office/officeart/2005/8/layout/orgChart1"/>
    <dgm:cxn modelId="{B8D92E5B-DBF3-409D-81FD-17BFA0C24126}" type="presParOf" srcId="{54EEF603-EC78-429B-8392-2E1EE7DDE492}" destId="{B0307730-74A2-44FB-ACBF-076CB2EAE9E7}" srcOrd="0" destOrd="0" presId="urn:microsoft.com/office/officeart/2005/8/layout/orgChart1"/>
    <dgm:cxn modelId="{F46FE45A-904A-4E94-BB42-0B8D3D99F602}" type="presParOf" srcId="{54EEF603-EC78-429B-8392-2E1EE7DDE492}" destId="{866D24A1-96F9-462D-B500-B1C9C9A88564}" srcOrd="1" destOrd="0" presId="urn:microsoft.com/office/officeart/2005/8/layout/orgChart1"/>
    <dgm:cxn modelId="{E96F2067-7572-4841-808C-1B074B6A77FE}" type="presParOf" srcId="{82D620B5-8A03-4B96-88FF-AFC947615A52}" destId="{61902B37-1D7D-4754-8C5A-A6CA151B7837}" srcOrd="1" destOrd="0" presId="urn:microsoft.com/office/officeart/2005/8/layout/orgChart1"/>
    <dgm:cxn modelId="{A9C657D8-3799-4510-92C8-372D1D702B91}" type="presParOf" srcId="{82D620B5-8A03-4B96-88FF-AFC947615A52}" destId="{4988C942-FDC0-4BB1-94EE-FFDDBB467BB1}" srcOrd="2" destOrd="0" presId="urn:microsoft.com/office/officeart/2005/8/layout/orgChart1"/>
    <dgm:cxn modelId="{20D2ED93-E74A-47C4-B1DF-2C29B2616B77}" type="presParOf" srcId="{1DA49241-D0CA-4826-B276-45685AC8291F}" destId="{A4B0C2F0-06C8-4E3B-BE47-BD11F607C9AB}" srcOrd="4" destOrd="0" presId="urn:microsoft.com/office/officeart/2005/8/layout/orgChart1"/>
    <dgm:cxn modelId="{C65090F7-2890-4F1E-B866-264D5127A4EB}" type="presParOf" srcId="{1DA49241-D0CA-4826-B276-45685AC8291F}" destId="{C83FDF8A-C47F-4F53-933E-9ADFC82838D9}" srcOrd="5" destOrd="0" presId="urn:microsoft.com/office/officeart/2005/8/layout/orgChart1"/>
    <dgm:cxn modelId="{EB84DF72-D276-4A3B-9F2A-6AB3CEC3F3DF}" type="presParOf" srcId="{C83FDF8A-C47F-4F53-933E-9ADFC82838D9}" destId="{CEEB9D01-5D27-42CC-B861-81B553AC337B}" srcOrd="0" destOrd="0" presId="urn:microsoft.com/office/officeart/2005/8/layout/orgChart1"/>
    <dgm:cxn modelId="{25068CC3-D744-43DB-B21F-338DA121C815}" type="presParOf" srcId="{CEEB9D01-5D27-42CC-B861-81B553AC337B}" destId="{2DD1F9A3-E091-42B4-A99A-7D456C5500CC}" srcOrd="0" destOrd="0" presId="urn:microsoft.com/office/officeart/2005/8/layout/orgChart1"/>
    <dgm:cxn modelId="{680F011B-C5A5-419F-B2E1-9A502B2F72D1}" type="presParOf" srcId="{CEEB9D01-5D27-42CC-B861-81B553AC337B}" destId="{AF14EC79-CFE7-44EC-A308-59DC5842F3C4}" srcOrd="1" destOrd="0" presId="urn:microsoft.com/office/officeart/2005/8/layout/orgChart1"/>
    <dgm:cxn modelId="{1AE1BFAD-E266-4AF9-A947-C9712BEAB6BE}" type="presParOf" srcId="{C83FDF8A-C47F-4F53-933E-9ADFC82838D9}" destId="{B82E8825-D196-4063-8AEA-381EC319D835}" srcOrd="1" destOrd="0" presId="urn:microsoft.com/office/officeart/2005/8/layout/orgChart1"/>
    <dgm:cxn modelId="{F54F18E3-E8B3-4790-9042-5A8D4413DD42}" type="presParOf" srcId="{C83FDF8A-C47F-4F53-933E-9ADFC82838D9}" destId="{3065DDC1-1541-4A70-9D97-E4EB8E5AA045}" srcOrd="2" destOrd="0" presId="urn:microsoft.com/office/officeart/2005/8/layout/orgChart1"/>
    <dgm:cxn modelId="{4884CC8E-3833-43DA-9826-BE662BD72D4D}" type="presParOf" srcId="{1DA49241-D0CA-4826-B276-45685AC8291F}" destId="{EC9620C5-126C-462A-A8E8-842629107E61}" srcOrd="6" destOrd="0" presId="urn:microsoft.com/office/officeart/2005/8/layout/orgChart1"/>
    <dgm:cxn modelId="{35929505-4ABC-4A7C-B652-003558DB7FF4}" type="presParOf" srcId="{1DA49241-D0CA-4826-B276-45685AC8291F}" destId="{18299C17-745E-4EBD-A57C-1BE574865ACA}" srcOrd="7" destOrd="0" presId="urn:microsoft.com/office/officeart/2005/8/layout/orgChart1"/>
    <dgm:cxn modelId="{E8B0D4A0-924D-4052-A5EE-B434BF05DBA2}" type="presParOf" srcId="{18299C17-745E-4EBD-A57C-1BE574865ACA}" destId="{EECDB2B7-B8F1-46CF-9FCA-641A6A734109}" srcOrd="0" destOrd="0" presId="urn:microsoft.com/office/officeart/2005/8/layout/orgChart1"/>
    <dgm:cxn modelId="{A4100971-9B30-4691-99F3-A51C82D877EB}" type="presParOf" srcId="{EECDB2B7-B8F1-46CF-9FCA-641A6A734109}" destId="{DEFF14A3-CF76-409E-8947-F922CC96323E}" srcOrd="0" destOrd="0" presId="urn:microsoft.com/office/officeart/2005/8/layout/orgChart1"/>
    <dgm:cxn modelId="{4FE03019-A44D-4657-8FF2-56BAE8E333F4}" type="presParOf" srcId="{EECDB2B7-B8F1-46CF-9FCA-641A6A734109}" destId="{7A515BDA-90F7-46C2-B193-D1F003A1A10D}" srcOrd="1" destOrd="0" presId="urn:microsoft.com/office/officeart/2005/8/layout/orgChart1"/>
    <dgm:cxn modelId="{EC96A768-57B7-4EA7-A991-0991DB435905}" type="presParOf" srcId="{18299C17-745E-4EBD-A57C-1BE574865ACA}" destId="{C4DE3AFE-DE0C-45D0-989F-4BDABF2F1151}" srcOrd="1" destOrd="0" presId="urn:microsoft.com/office/officeart/2005/8/layout/orgChart1"/>
    <dgm:cxn modelId="{649413E1-DCE9-466F-8DBE-CB491F5BDE14}" type="presParOf" srcId="{18299C17-745E-4EBD-A57C-1BE574865ACA}" destId="{7B1DE0BE-D915-465E-BD81-0141DCD3F916}" srcOrd="2" destOrd="0" presId="urn:microsoft.com/office/officeart/2005/8/layout/orgChart1"/>
    <dgm:cxn modelId="{41DE729B-C63F-4BBE-828D-2026191D1295}" type="presParOf" srcId="{8D850227-F473-4CCF-9F9D-7A5CDE04C865}" destId="{6ED28BB0-2EC4-406F-989E-854070F72FC0}" srcOrd="2" destOrd="0" presId="urn:microsoft.com/office/officeart/2005/8/layout/orgChart1"/>
    <dgm:cxn modelId="{9D973967-C180-4DA1-9783-801A28437A84}" type="presParOf" srcId="{38ED7B2E-63E5-438D-91CD-EFA6DE9BBF61}" destId="{96DEF822-DC52-4FFC-82DA-389CD5B29657}" srcOrd="2" destOrd="0" presId="urn:microsoft.com/office/officeart/2005/8/layout/orgChart1"/>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5726BF0F-FF29-4C3E-A1ED-EEB899109616}">
      <dsp:nvSpPr>
        <dsp:cNvPr id="0" name=""/>
        <dsp:cNvSpPr/>
      </dsp:nvSpPr>
      <dsp:spPr>
        <a:xfrm>
          <a:off x="4328361" y="731608"/>
          <a:ext cx="3674395" cy="370450"/>
        </a:xfrm>
        <a:custGeom>
          <a:avLst/>
          <a:gdLst/>
          <a:ahLst/>
          <a:cxnLst/>
          <a:rect l="0" t="0" r="0" b="0"/>
          <a:pathLst>
            <a:path>
              <a:moveTo>
                <a:pt x="0" y="0"/>
              </a:moveTo>
              <a:lnTo>
                <a:pt x="0" y="304271"/>
              </a:lnTo>
              <a:lnTo>
                <a:pt x="3674395" y="304271"/>
              </a:lnTo>
              <a:lnTo>
                <a:pt x="3674395" y="370450"/>
              </a:lnTo>
            </a:path>
          </a:pathLst>
        </a:custGeom>
        <a:noFill/>
        <a:ln w="25400" cap="flat" cmpd="sng" algn="ctr">
          <a:solidFill>
            <a:schemeClr val="accent3">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0A945A8F-3910-4024-8258-75F42FACA433}">
      <dsp:nvSpPr>
        <dsp:cNvPr id="0" name=""/>
        <dsp:cNvSpPr/>
      </dsp:nvSpPr>
      <dsp:spPr>
        <a:xfrm>
          <a:off x="4328361" y="731608"/>
          <a:ext cx="2543801" cy="382208"/>
        </a:xfrm>
        <a:custGeom>
          <a:avLst/>
          <a:gdLst/>
          <a:ahLst/>
          <a:cxnLst/>
          <a:rect l="0" t="0" r="0" b="0"/>
          <a:pathLst>
            <a:path>
              <a:moveTo>
                <a:pt x="0" y="0"/>
              </a:moveTo>
              <a:lnTo>
                <a:pt x="0" y="316029"/>
              </a:lnTo>
              <a:lnTo>
                <a:pt x="2543801" y="316029"/>
              </a:lnTo>
              <a:lnTo>
                <a:pt x="2543801" y="382208"/>
              </a:lnTo>
            </a:path>
          </a:pathLst>
        </a:custGeom>
        <a:noFill/>
        <a:ln w="25400" cap="flat" cmpd="sng" algn="ctr">
          <a:solidFill>
            <a:schemeClr val="accent3">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AD29D894-A146-40ED-AA50-8E54287CED63}">
      <dsp:nvSpPr>
        <dsp:cNvPr id="0" name=""/>
        <dsp:cNvSpPr/>
      </dsp:nvSpPr>
      <dsp:spPr>
        <a:xfrm>
          <a:off x="5490230" y="1821266"/>
          <a:ext cx="382296" cy="1998931"/>
        </a:xfrm>
        <a:custGeom>
          <a:avLst/>
          <a:gdLst/>
          <a:ahLst/>
          <a:cxnLst/>
          <a:rect l="0" t="0" r="0" b="0"/>
          <a:pathLst>
            <a:path>
              <a:moveTo>
                <a:pt x="0" y="0"/>
              </a:moveTo>
              <a:lnTo>
                <a:pt x="0" y="1998931"/>
              </a:lnTo>
              <a:lnTo>
                <a:pt x="382296" y="1998931"/>
              </a:lnTo>
            </a:path>
          </a:pathLst>
        </a:custGeom>
        <a:noFill/>
        <a:ln w="25400" cap="flat" cmpd="sng" algn="ctr">
          <a:solidFill>
            <a:schemeClr val="accent4">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3370CE9F-0E23-47FB-86E9-0E4F835D3CA6}">
      <dsp:nvSpPr>
        <dsp:cNvPr id="0" name=""/>
        <dsp:cNvSpPr/>
      </dsp:nvSpPr>
      <dsp:spPr>
        <a:xfrm>
          <a:off x="5490230" y="1821266"/>
          <a:ext cx="382296" cy="1467634"/>
        </a:xfrm>
        <a:custGeom>
          <a:avLst/>
          <a:gdLst/>
          <a:ahLst/>
          <a:cxnLst/>
          <a:rect l="0" t="0" r="0" b="0"/>
          <a:pathLst>
            <a:path>
              <a:moveTo>
                <a:pt x="0" y="0"/>
              </a:moveTo>
              <a:lnTo>
                <a:pt x="0" y="1467634"/>
              </a:lnTo>
              <a:lnTo>
                <a:pt x="382296" y="1467634"/>
              </a:lnTo>
            </a:path>
          </a:pathLst>
        </a:custGeom>
        <a:noFill/>
        <a:ln w="25400" cap="flat" cmpd="sng" algn="ctr">
          <a:solidFill>
            <a:schemeClr val="accent4">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36E8B849-DCAB-4394-9C7C-D06D5EDAA3DC}">
      <dsp:nvSpPr>
        <dsp:cNvPr id="0" name=""/>
        <dsp:cNvSpPr/>
      </dsp:nvSpPr>
      <dsp:spPr>
        <a:xfrm>
          <a:off x="5490230" y="1821266"/>
          <a:ext cx="382296" cy="936337"/>
        </a:xfrm>
        <a:custGeom>
          <a:avLst/>
          <a:gdLst/>
          <a:ahLst/>
          <a:cxnLst/>
          <a:rect l="0" t="0" r="0" b="0"/>
          <a:pathLst>
            <a:path>
              <a:moveTo>
                <a:pt x="0" y="0"/>
              </a:moveTo>
              <a:lnTo>
                <a:pt x="0" y="936337"/>
              </a:lnTo>
              <a:lnTo>
                <a:pt x="382296" y="936337"/>
              </a:lnTo>
            </a:path>
          </a:pathLst>
        </a:custGeom>
        <a:noFill/>
        <a:ln w="25400" cap="flat" cmpd="sng" algn="ctr">
          <a:solidFill>
            <a:schemeClr val="accent4">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C607B073-6124-4410-959E-CD49AB39C81A}">
      <dsp:nvSpPr>
        <dsp:cNvPr id="0" name=""/>
        <dsp:cNvSpPr/>
      </dsp:nvSpPr>
      <dsp:spPr>
        <a:xfrm>
          <a:off x="5490230" y="1821266"/>
          <a:ext cx="382296" cy="405040"/>
        </a:xfrm>
        <a:custGeom>
          <a:avLst/>
          <a:gdLst/>
          <a:ahLst/>
          <a:cxnLst/>
          <a:rect l="0" t="0" r="0" b="0"/>
          <a:pathLst>
            <a:path>
              <a:moveTo>
                <a:pt x="0" y="0"/>
              </a:moveTo>
              <a:lnTo>
                <a:pt x="0" y="405040"/>
              </a:lnTo>
              <a:lnTo>
                <a:pt x="382296" y="405040"/>
              </a:lnTo>
            </a:path>
          </a:pathLst>
        </a:custGeom>
        <a:noFill/>
        <a:ln w="25400" cap="flat" cmpd="sng" algn="ctr">
          <a:solidFill>
            <a:schemeClr val="accent4">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074BF953-E540-4994-B38D-7DD02C74CA11}">
      <dsp:nvSpPr>
        <dsp:cNvPr id="0" name=""/>
        <dsp:cNvSpPr/>
      </dsp:nvSpPr>
      <dsp:spPr>
        <a:xfrm>
          <a:off x="4328361" y="731608"/>
          <a:ext cx="1534780" cy="380891"/>
        </a:xfrm>
        <a:custGeom>
          <a:avLst/>
          <a:gdLst/>
          <a:ahLst/>
          <a:cxnLst/>
          <a:rect l="0" t="0" r="0" b="0"/>
          <a:pathLst>
            <a:path>
              <a:moveTo>
                <a:pt x="0" y="0"/>
              </a:moveTo>
              <a:lnTo>
                <a:pt x="0" y="314712"/>
              </a:lnTo>
              <a:lnTo>
                <a:pt x="1534780" y="314712"/>
              </a:lnTo>
              <a:lnTo>
                <a:pt x="1534780" y="380891"/>
              </a:lnTo>
            </a:path>
          </a:pathLst>
        </a:custGeom>
        <a:noFill/>
        <a:ln w="25400" cap="flat" cmpd="sng" algn="ctr">
          <a:solidFill>
            <a:schemeClr val="accent3">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FF1D27C0-0312-4DF4-B3F3-8719F3443DCE}">
      <dsp:nvSpPr>
        <dsp:cNvPr id="0" name=""/>
        <dsp:cNvSpPr/>
      </dsp:nvSpPr>
      <dsp:spPr>
        <a:xfrm>
          <a:off x="4328361" y="731608"/>
          <a:ext cx="406511" cy="377323"/>
        </a:xfrm>
        <a:custGeom>
          <a:avLst/>
          <a:gdLst/>
          <a:ahLst/>
          <a:cxnLst/>
          <a:rect l="0" t="0" r="0" b="0"/>
          <a:pathLst>
            <a:path>
              <a:moveTo>
                <a:pt x="0" y="0"/>
              </a:moveTo>
              <a:lnTo>
                <a:pt x="0" y="311144"/>
              </a:lnTo>
              <a:lnTo>
                <a:pt x="406511" y="311144"/>
              </a:lnTo>
              <a:lnTo>
                <a:pt x="406511" y="377323"/>
              </a:lnTo>
            </a:path>
          </a:pathLst>
        </a:custGeom>
        <a:noFill/>
        <a:ln w="25400" cap="flat" cmpd="sng" algn="ctr">
          <a:solidFill>
            <a:schemeClr val="accent3">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D97770BE-745F-4E41-B346-F3FBCA5F86BE}">
      <dsp:nvSpPr>
        <dsp:cNvPr id="0" name=""/>
        <dsp:cNvSpPr/>
      </dsp:nvSpPr>
      <dsp:spPr>
        <a:xfrm>
          <a:off x="3676010" y="731608"/>
          <a:ext cx="652350" cy="385236"/>
        </a:xfrm>
        <a:custGeom>
          <a:avLst/>
          <a:gdLst/>
          <a:ahLst/>
          <a:cxnLst/>
          <a:rect l="0" t="0" r="0" b="0"/>
          <a:pathLst>
            <a:path>
              <a:moveTo>
                <a:pt x="652350" y="0"/>
              </a:moveTo>
              <a:lnTo>
                <a:pt x="652350" y="319058"/>
              </a:lnTo>
              <a:lnTo>
                <a:pt x="0" y="319058"/>
              </a:lnTo>
              <a:lnTo>
                <a:pt x="0" y="385236"/>
              </a:lnTo>
            </a:path>
          </a:pathLst>
        </a:custGeom>
        <a:noFill/>
        <a:ln w="25400" cap="flat" cmpd="sng" algn="ctr">
          <a:solidFill>
            <a:schemeClr val="accent3">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21B7DE50-6919-48CD-B44F-BDEA9F2E1367}">
      <dsp:nvSpPr>
        <dsp:cNvPr id="0" name=""/>
        <dsp:cNvSpPr/>
      </dsp:nvSpPr>
      <dsp:spPr>
        <a:xfrm>
          <a:off x="2656820" y="731608"/>
          <a:ext cx="1671541" cy="380491"/>
        </a:xfrm>
        <a:custGeom>
          <a:avLst/>
          <a:gdLst/>
          <a:ahLst/>
          <a:cxnLst/>
          <a:rect l="0" t="0" r="0" b="0"/>
          <a:pathLst>
            <a:path>
              <a:moveTo>
                <a:pt x="1671541" y="0"/>
              </a:moveTo>
              <a:lnTo>
                <a:pt x="1671541" y="314312"/>
              </a:lnTo>
              <a:lnTo>
                <a:pt x="0" y="314312"/>
              </a:lnTo>
              <a:lnTo>
                <a:pt x="0" y="380491"/>
              </a:lnTo>
            </a:path>
          </a:pathLst>
        </a:custGeom>
        <a:noFill/>
        <a:ln w="25400" cap="flat" cmpd="sng" algn="ctr">
          <a:solidFill>
            <a:schemeClr val="accent3">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270151AE-D139-40DF-A603-F0B3F7DDDC4D}">
      <dsp:nvSpPr>
        <dsp:cNvPr id="0" name=""/>
        <dsp:cNvSpPr/>
      </dsp:nvSpPr>
      <dsp:spPr>
        <a:xfrm>
          <a:off x="1700651" y="731608"/>
          <a:ext cx="2627709" cy="365490"/>
        </a:xfrm>
        <a:custGeom>
          <a:avLst/>
          <a:gdLst/>
          <a:ahLst/>
          <a:cxnLst/>
          <a:rect l="0" t="0" r="0" b="0"/>
          <a:pathLst>
            <a:path>
              <a:moveTo>
                <a:pt x="2627709" y="0"/>
              </a:moveTo>
              <a:lnTo>
                <a:pt x="2627709" y="299311"/>
              </a:lnTo>
              <a:lnTo>
                <a:pt x="0" y="299311"/>
              </a:lnTo>
              <a:lnTo>
                <a:pt x="0" y="365490"/>
              </a:lnTo>
            </a:path>
          </a:pathLst>
        </a:custGeom>
        <a:noFill/>
        <a:ln w="25400" cap="flat" cmpd="sng" algn="ctr">
          <a:solidFill>
            <a:schemeClr val="accent3">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4EA00C17-D0E1-45B0-A01E-1EEC6763C52A}">
      <dsp:nvSpPr>
        <dsp:cNvPr id="0" name=""/>
        <dsp:cNvSpPr/>
      </dsp:nvSpPr>
      <dsp:spPr>
        <a:xfrm>
          <a:off x="96188" y="1875826"/>
          <a:ext cx="91440" cy="3159870"/>
        </a:xfrm>
        <a:custGeom>
          <a:avLst/>
          <a:gdLst/>
          <a:ahLst/>
          <a:cxnLst/>
          <a:rect l="0" t="0" r="0" b="0"/>
          <a:pathLst>
            <a:path>
              <a:moveTo>
                <a:pt x="45720" y="0"/>
              </a:moveTo>
              <a:lnTo>
                <a:pt x="45720" y="3159870"/>
              </a:lnTo>
              <a:lnTo>
                <a:pt x="132413" y="3159870"/>
              </a:lnTo>
            </a:path>
          </a:pathLst>
        </a:custGeom>
        <a:noFill/>
        <a:ln w="25400" cap="flat" cmpd="sng" algn="ctr">
          <a:solidFill>
            <a:schemeClr val="accent4">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49D33D41-F9C5-45C7-949F-72D5165C073A}">
      <dsp:nvSpPr>
        <dsp:cNvPr id="0" name=""/>
        <dsp:cNvSpPr/>
      </dsp:nvSpPr>
      <dsp:spPr>
        <a:xfrm>
          <a:off x="96188" y="1875826"/>
          <a:ext cx="91440" cy="2622913"/>
        </a:xfrm>
        <a:custGeom>
          <a:avLst/>
          <a:gdLst/>
          <a:ahLst/>
          <a:cxnLst/>
          <a:rect l="0" t="0" r="0" b="0"/>
          <a:pathLst>
            <a:path>
              <a:moveTo>
                <a:pt x="45720" y="0"/>
              </a:moveTo>
              <a:lnTo>
                <a:pt x="45720" y="2622913"/>
              </a:lnTo>
              <a:lnTo>
                <a:pt x="132413" y="2622913"/>
              </a:lnTo>
            </a:path>
          </a:pathLst>
        </a:custGeom>
        <a:noFill/>
        <a:ln w="25400" cap="flat" cmpd="sng" algn="ctr">
          <a:solidFill>
            <a:schemeClr val="accent4">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B319A6FD-1BB8-4AF3-A57C-B0E2EB03B3A8}">
      <dsp:nvSpPr>
        <dsp:cNvPr id="0" name=""/>
        <dsp:cNvSpPr/>
      </dsp:nvSpPr>
      <dsp:spPr>
        <a:xfrm>
          <a:off x="96188" y="1875826"/>
          <a:ext cx="91440" cy="2078248"/>
        </a:xfrm>
        <a:custGeom>
          <a:avLst/>
          <a:gdLst/>
          <a:ahLst/>
          <a:cxnLst/>
          <a:rect l="0" t="0" r="0" b="0"/>
          <a:pathLst>
            <a:path>
              <a:moveTo>
                <a:pt x="45720" y="0"/>
              </a:moveTo>
              <a:lnTo>
                <a:pt x="45720" y="2078248"/>
              </a:lnTo>
              <a:lnTo>
                <a:pt x="132413" y="2078248"/>
              </a:lnTo>
            </a:path>
          </a:pathLst>
        </a:custGeom>
        <a:noFill/>
        <a:ln w="25400" cap="flat" cmpd="sng" algn="ctr">
          <a:solidFill>
            <a:schemeClr val="accent4">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E4636C06-AABB-4991-99EF-D519C9F01F26}">
      <dsp:nvSpPr>
        <dsp:cNvPr id="0" name=""/>
        <dsp:cNvSpPr/>
      </dsp:nvSpPr>
      <dsp:spPr>
        <a:xfrm>
          <a:off x="96188" y="1875826"/>
          <a:ext cx="91440" cy="1531036"/>
        </a:xfrm>
        <a:custGeom>
          <a:avLst/>
          <a:gdLst/>
          <a:ahLst/>
          <a:cxnLst/>
          <a:rect l="0" t="0" r="0" b="0"/>
          <a:pathLst>
            <a:path>
              <a:moveTo>
                <a:pt x="45720" y="0"/>
              </a:moveTo>
              <a:lnTo>
                <a:pt x="45720" y="1531036"/>
              </a:lnTo>
              <a:lnTo>
                <a:pt x="132413" y="1531036"/>
              </a:lnTo>
            </a:path>
          </a:pathLst>
        </a:custGeom>
        <a:noFill/>
        <a:ln w="25400" cap="flat" cmpd="sng" algn="ctr">
          <a:solidFill>
            <a:schemeClr val="accent4">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CE3C8DF7-9CB2-47F0-A42C-554D5D6B5498}">
      <dsp:nvSpPr>
        <dsp:cNvPr id="0" name=""/>
        <dsp:cNvSpPr/>
      </dsp:nvSpPr>
      <dsp:spPr>
        <a:xfrm>
          <a:off x="96188" y="1875826"/>
          <a:ext cx="91440" cy="933612"/>
        </a:xfrm>
        <a:custGeom>
          <a:avLst/>
          <a:gdLst/>
          <a:ahLst/>
          <a:cxnLst/>
          <a:rect l="0" t="0" r="0" b="0"/>
          <a:pathLst>
            <a:path>
              <a:moveTo>
                <a:pt x="45720" y="0"/>
              </a:moveTo>
              <a:lnTo>
                <a:pt x="45720" y="933612"/>
              </a:lnTo>
              <a:lnTo>
                <a:pt x="132413" y="933612"/>
              </a:lnTo>
            </a:path>
          </a:pathLst>
        </a:custGeom>
        <a:noFill/>
        <a:ln w="25400" cap="flat" cmpd="sng" algn="ctr">
          <a:solidFill>
            <a:schemeClr val="accent4">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7E5B4EED-8F8A-44FB-BA06-E88292DE9A10}">
      <dsp:nvSpPr>
        <dsp:cNvPr id="0" name=""/>
        <dsp:cNvSpPr/>
      </dsp:nvSpPr>
      <dsp:spPr>
        <a:xfrm>
          <a:off x="96188" y="1875826"/>
          <a:ext cx="91440" cy="360452"/>
        </a:xfrm>
        <a:custGeom>
          <a:avLst/>
          <a:gdLst/>
          <a:ahLst/>
          <a:cxnLst/>
          <a:rect l="0" t="0" r="0" b="0"/>
          <a:pathLst>
            <a:path>
              <a:moveTo>
                <a:pt x="45720" y="0"/>
              </a:moveTo>
              <a:lnTo>
                <a:pt x="45720" y="360452"/>
              </a:lnTo>
              <a:lnTo>
                <a:pt x="132413" y="360452"/>
              </a:lnTo>
            </a:path>
          </a:pathLst>
        </a:custGeom>
        <a:noFill/>
        <a:ln w="25400" cap="flat" cmpd="sng" algn="ctr">
          <a:solidFill>
            <a:schemeClr val="accent4">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7B4371B5-9FE0-4A41-B872-D27DD755166A}">
      <dsp:nvSpPr>
        <dsp:cNvPr id="0" name=""/>
        <dsp:cNvSpPr/>
      </dsp:nvSpPr>
      <dsp:spPr>
        <a:xfrm>
          <a:off x="595217" y="731608"/>
          <a:ext cx="3733143" cy="365342"/>
        </a:xfrm>
        <a:custGeom>
          <a:avLst/>
          <a:gdLst/>
          <a:ahLst/>
          <a:cxnLst/>
          <a:rect l="0" t="0" r="0" b="0"/>
          <a:pathLst>
            <a:path>
              <a:moveTo>
                <a:pt x="3733143" y="0"/>
              </a:moveTo>
              <a:lnTo>
                <a:pt x="3733143" y="299163"/>
              </a:lnTo>
              <a:lnTo>
                <a:pt x="0" y="299163"/>
              </a:lnTo>
              <a:lnTo>
                <a:pt x="0" y="365342"/>
              </a:lnTo>
            </a:path>
          </a:pathLst>
        </a:custGeom>
        <a:noFill/>
        <a:ln w="25400" cap="flat" cmpd="sng" algn="ctr">
          <a:solidFill>
            <a:schemeClr val="accent3">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0F3C8968-31FF-46A5-BCB3-A2E771257413}">
      <dsp:nvSpPr>
        <dsp:cNvPr id="0" name=""/>
        <dsp:cNvSpPr/>
      </dsp:nvSpPr>
      <dsp:spPr>
        <a:xfrm>
          <a:off x="3132259" y="83120"/>
          <a:ext cx="2392204" cy="648487"/>
        </a:xfrm>
        <a:prstGeom prst="rect">
          <a:avLst/>
        </a:prstGeom>
        <a:gradFill rotWithShape="0">
          <a:gsLst>
            <a:gs pos="0">
              <a:schemeClr val="accent1">
                <a:hueOff val="0"/>
                <a:satOff val="0"/>
                <a:lumOff val="0"/>
                <a:alphaOff val="0"/>
                <a:tint val="50000"/>
                <a:satMod val="300000"/>
              </a:schemeClr>
            </a:gs>
            <a:gs pos="35000">
              <a:schemeClr val="accent1">
                <a:hueOff val="0"/>
                <a:satOff val="0"/>
                <a:lumOff val="0"/>
                <a:alphaOff val="0"/>
                <a:tint val="37000"/>
                <a:satMod val="300000"/>
              </a:schemeClr>
            </a:gs>
            <a:gs pos="100000">
              <a:schemeClr val="accent1">
                <a:hueOff val="0"/>
                <a:satOff val="0"/>
                <a:lumOff val="0"/>
                <a:alphaOff val="0"/>
                <a:tint val="15000"/>
                <a:satMod val="350000"/>
              </a:schemeClr>
            </a:gs>
          </a:gsLst>
          <a:lin ang="16200000" scaled="1"/>
        </a:gradFill>
        <a:ln>
          <a:noFill/>
        </a:ln>
        <a:effectLst>
          <a:outerShdw blurRad="40000" dist="20000" dir="5400000" rotWithShape="0">
            <a:srgbClr val="000000">
              <a:alpha val="38000"/>
            </a:srgbClr>
          </a:outerShdw>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10160" tIns="10160" rIns="10160" bIns="10160" numCol="1" spcCol="1270" anchor="ctr" anchorCtr="0">
          <a:noAutofit/>
        </a:bodyPr>
        <a:lstStyle/>
        <a:p>
          <a:pPr lvl="0" algn="ctr" defTabSz="711200">
            <a:lnSpc>
              <a:spcPct val="90000"/>
            </a:lnSpc>
            <a:spcBef>
              <a:spcPct val="0"/>
            </a:spcBef>
            <a:spcAft>
              <a:spcPct val="35000"/>
            </a:spcAft>
          </a:pPr>
          <a:r>
            <a:rPr lang="en-US" sz="1600" kern="1200" dirty="0" smtClean="0"/>
            <a:t>Chapter 31 – Improving your requirements processes</a:t>
          </a:r>
          <a:endParaRPr lang="en-US" sz="1600" kern="1200" dirty="0"/>
        </a:p>
      </dsp:txBody>
      <dsp:txXfrm>
        <a:off x="3132259" y="83120"/>
        <a:ext cx="2392204" cy="648487"/>
      </dsp:txXfrm>
    </dsp:sp>
    <dsp:sp modelId="{C9422C4E-2B02-4D33-A16B-EF7B187ECAB7}">
      <dsp:nvSpPr>
        <dsp:cNvPr id="0" name=""/>
        <dsp:cNvSpPr/>
      </dsp:nvSpPr>
      <dsp:spPr>
        <a:xfrm>
          <a:off x="28581" y="1096950"/>
          <a:ext cx="1133273" cy="778875"/>
        </a:xfrm>
        <a:prstGeom prst="rect">
          <a:avLst/>
        </a:prstGeom>
        <a:gradFill rotWithShape="0">
          <a:gsLst>
            <a:gs pos="0">
              <a:schemeClr val="accent3">
                <a:hueOff val="0"/>
                <a:satOff val="0"/>
                <a:lumOff val="0"/>
                <a:alphaOff val="0"/>
                <a:tint val="50000"/>
                <a:satMod val="300000"/>
              </a:schemeClr>
            </a:gs>
            <a:gs pos="35000">
              <a:schemeClr val="accent3">
                <a:hueOff val="0"/>
                <a:satOff val="0"/>
                <a:lumOff val="0"/>
                <a:alphaOff val="0"/>
                <a:tint val="37000"/>
                <a:satMod val="300000"/>
              </a:schemeClr>
            </a:gs>
            <a:gs pos="100000">
              <a:schemeClr val="accent3">
                <a:hueOff val="0"/>
                <a:satOff val="0"/>
                <a:lumOff val="0"/>
                <a:alphaOff val="0"/>
                <a:tint val="15000"/>
                <a:satMod val="350000"/>
              </a:schemeClr>
            </a:gs>
          </a:gsLst>
          <a:lin ang="16200000" scaled="1"/>
        </a:gradFill>
        <a:ln>
          <a:noFill/>
        </a:ln>
        <a:effectLst>
          <a:outerShdw blurRad="40000" dist="20000" dir="5400000" rotWithShape="0">
            <a:srgbClr val="000000">
              <a:alpha val="38000"/>
            </a:srgbClr>
          </a:outerShdw>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7620" tIns="7620" rIns="7620" bIns="7620" numCol="1" spcCol="1270" anchor="ctr" anchorCtr="0">
          <a:noAutofit/>
        </a:bodyPr>
        <a:lstStyle/>
        <a:p>
          <a:pPr lvl="0" algn="ctr" defTabSz="533400">
            <a:lnSpc>
              <a:spcPct val="90000"/>
            </a:lnSpc>
            <a:spcBef>
              <a:spcPct val="0"/>
            </a:spcBef>
            <a:spcAft>
              <a:spcPct val="35000"/>
            </a:spcAft>
          </a:pPr>
          <a:r>
            <a:rPr lang="en-US" sz="1200" kern="1200" dirty="0" smtClean="0"/>
            <a:t>How requirements relate to other project processes</a:t>
          </a:r>
          <a:endParaRPr lang="en-US" sz="1200" kern="1200" dirty="0"/>
        </a:p>
      </dsp:txBody>
      <dsp:txXfrm>
        <a:off x="28581" y="1096950"/>
        <a:ext cx="1133273" cy="778875"/>
      </dsp:txXfrm>
    </dsp:sp>
    <dsp:sp modelId="{C6FAE040-2A5A-4E02-94DD-A745D018122F}">
      <dsp:nvSpPr>
        <dsp:cNvPr id="0" name=""/>
        <dsp:cNvSpPr/>
      </dsp:nvSpPr>
      <dsp:spPr>
        <a:xfrm>
          <a:off x="228602" y="2032339"/>
          <a:ext cx="1180373" cy="407879"/>
        </a:xfrm>
        <a:prstGeom prst="rect">
          <a:avLst/>
        </a:prstGeom>
        <a:gradFill rotWithShape="0">
          <a:gsLst>
            <a:gs pos="0">
              <a:schemeClr val="accent4">
                <a:hueOff val="0"/>
                <a:satOff val="0"/>
                <a:lumOff val="0"/>
                <a:alphaOff val="0"/>
                <a:tint val="50000"/>
                <a:satMod val="300000"/>
              </a:schemeClr>
            </a:gs>
            <a:gs pos="35000">
              <a:schemeClr val="accent4">
                <a:hueOff val="0"/>
                <a:satOff val="0"/>
                <a:lumOff val="0"/>
                <a:alphaOff val="0"/>
                <a:tint val="37000"/>
                <a:satMod val="300000"/>
              </a:schemeClr>
            </a:gs>
            <a:gs pos="100000">
              <a:schemeClr val="accent4">
                <a:hueOff val="0"/>
                <a:satOff val="0"/>
                <a:lumOff val="0"/>
                <a:alphaOff val="0"/>
                <a:tint val="15000"/>
                <a:satMod val="350000"/>
              </a:schemeClr>
            </a:gs>
          </a:gsLst>
          <a:lin ang="16200000" scaled="1"/>
        </a:gradFill>
        <a:ln>
          <a:noFill/>
        </a:ln>
        <a:effectLst>
          <a:outerShdw blurRad="40000" dist="20000" dir="5400000" rotWithShape="0">
            <a:srgbClr val="000000">
              <a:alpha val="38000"/>
            </a:srgbClr>
          </a:outerShdw>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7620" tIns="7620" rIns="7620" bIns="7620" numCol="1" spcCol="1270" anchor="ctr" anchorCtr="0">
          <a:noAutofit/>
        </a:bodyPr>
        <a:lstStyle/>
        <a:p>
          <a:pPr lvl="0" algn="ctr" defTabSz="533400">
            <a:lnSpc>
              <a:spcPct val="90000"/>
            </a:lnSpc>
            <a:spcBef>
              <a:spcPct val="0"/>
            </a:spcBef>
            <a:spcAft>
              <a:spcPct val="35000"/>
            </a:spcAft>
          </a:pPr>
          <a:r>
            <a:rPr lang="en-US" sz="1200" kern="1200" dirty="0" smtClean="0">
              <a:solidFill>
                <a:srgbClr val="003399"/>
              </a:solidFill>
            </a:rPr>
            <a:t>Project planning process</a:t>
          </a:r>
          <a:endParaRPr lang="en-US" sz="1200" kern="1200" dirty="0"/>
        </a:p>
      </dsp:txBody>
      <dsp:txXfrm>
        <a:off x="228602" y="2032339"/>
        <a:ext cx="1180373" cy="407879"/>
      </dsp:txXfrm>
    </dsp:sp>
    <dsp:sp modelId="{D051AD6C-BD44-4B30-BAA8-766706739534}">
      <dsp:nvSpPr>
        <dsp:cNvPr id="0" name=""/>
        <dsp:cNvSpPr/>
      </dsp:nvSpPr>
      <dsp:spPr>
        <a:xfrm>
          <a:off x="228602" y="2543833"/>
          <a:ext cx="1230310" cy="531211"/>
        </a:xfrm>
        <a:prstGeom prst="rect">
          <a:avLst/>
        </a:prstGeom>
        <a:gradFill rotWithShape="0">
          <a:gsLst>
            <a:gs pos="0">
              <a:schemeClr val="accent4">
                <a:hueOff val="0"/>
                <a:satOff val="0"/>
                <a:lumOff val="0"/>
                <a:alphaOff val="0"/>
                <a:tint val="50000"/>
                <a:satMod val="300000"/>
              </a:schemeClr>
            </a:gs>
            <a:gs pos="35000">
              <a:schemeClr val="accent4">
                <a:hueOff val="0"/>
                <a:satOff val="0"/>
                <a:lumOff val="0"/>
                <a:alphaOff val="0"/>
                <a:tint val="37000"/>
                <a:satMod val="300000"/>
              </a:schemeClr>
            </a:gs>
            <a:gs pos="100000">
              <a:schemeClr val="accent4">
                <a:hueOff val="0"/>
                <a:satOff val="0"/>
                <a:lumOff val="0"/>
                <a:alphaOff val="0"/>
                <a:tint val="15000"/>
                <a:satMod val="350000"/>
              </a:schemeClr>
            </a:gs>
          </a:gsLst>
          <a:lin ang="16200000" scaled="1"/>
        </a:gradFill>
        <a:ln>
          <a:noFill/>
        </a:ln>
        <a:effectLst>
          <a:outerShdw blurRad="40000" dist="20000" dir="5400000" rotWithShape="0">
            <a:srgbClr val="000000">
              <a:alpha val="38000"/>
            </a:srgbClr>
          </a:outerShdw>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7620" tIns="7620" rIns="7620" bIns="7620" numCol="1" spcCol="1270" anchor="ctr" anchorCtr="0">
          <a:noAutofit/>
        </a:bodyPr>
        <a:lstStyle/>
        <a:p>
          <a:pPr lvl="0" algn="ctr" defTabSz="533400">
            <a:lnSpc>
              <a:spcPct val="90000"/>
            </a:lnSpc>
            <a:spcBef>
              <a:spcPct val="0"/>
            </a:spcBef>
            <a:spcAft>
              <a:spcPct val="35000"/>
            </a:spcAft>
          </a:pPr>
          <a:r>
            <a:rPr lang="en-US" sz="1200" kern="1200" dirty="0" smtClean="0">
              <a:solidFill>
                <a:srgbClr val="003399"/>
              </a:solidFill>
            </a:rPr>
            <a:t>Project tracking &amp; control process</a:t>
          </a:r>
          <a:endParaRPr lang="en-US" sz="1200" kern="1200" dirty="0"/>
        </a:p>
      </dsp:txBody>
      <dsp:txXfrm>
        <a:off x="228602" y="2543833"/>
        <a:ext cx="1230310" cy="531211"/>
      </dsp:txXfrm>
    </dsp:sp>
    <dsp:sp modelId="{2CF404F2-0ACA-4C8A-B4A0-A3CC582C9107}">
      <dsp:nvSpPr>
        <dsp:cNvPr id="0" name=""/>
        <dsp:cNvSpPr/>
      </dsp:nvSpPr>
      <dsp:spPr>
        <a:xfrm>
          <a:off x="228602" y="3151988"/>
          <a:ext cx="1263506" cy="509747"/>
        </a:xfrm>
        <a:prstGeom prst="rect">
          <a:avLst/>
        </a:prstGeom>
        <a:gradFill rotWithShape="0">
          <a:gsLst>
            <a:gs pos="0">
              <a:schemeClr val="accent4">
                <a:hueOff val="0"/>
                <a:satOff val="0"/>
                <a:lumOff val="0"/>
                <a:alphaOff val="0"/>
                <a:tint val="50000"/>
                <a:satMod val="300000"/>
              </a:schemeClr>
            </a:gs>
            <a:gs pos="35000">
              <a:schemeClr val="accent4">
                <a:hueOff val="0"/>
                <a:satOff val="0"/>
                <a:lumOff val="0"/>
                <a:alphaOff val="0"/>
                <a:tint val="37000"/>
                <a:satMod val="300000"/>
              </a:schemeClr>
            </a:gs>
            <a:gs pos="100000">
              <a:schemeClr val="accent4">
                <a:hueOff val="0"/>
                <a:satOff val="0"/>
                <a:lumOff val="0"/>
                <a:alphaOff val="0"/>
                <a:tint val="15000"/>
                <a:satMod val="350000"/>
              </a:schemeClr>
            </a:gs>
          </a:gsLst>
          <a:lin ang="16200000" scaled="1"/>
        </a:gradFill>
        <a:ln>
          <a:noFill/>
        </a:ln>
        <a:effectLst>
          <a:outerShdw blurRad="40000" dist="20000" dir="5400000" rotWithShape="0">
            <a:srgbClr val="000000">
              <a:alpha val="38000"/>
            </a:srgbClr>
          </a:outerShdw>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7620" tIns="7620" rIns="7620" bIns="7620" numCol="1" spcCol="1270" anchor="ctr" anchorCtr="0">
          <a:noAutofit/>
        </a:bodyPr>
        <a:lstStyle/>
        <a:p>
          <a:pPr lvl="0" algn="ctr" defTabSz="533400">
            <a:lnSpc>
              <a:spcPct val="90000"/>
            </a:lnSpc>
            <a:spcBef>
              <a:spcPct val="0"/>
            </a:spcBef>
            <a:spcAft>
              <a:spcPct val="35000"/>
            </a:spcAft>
          </a:pPr>
          <a:r>
            <a:rPr lang="en-US" sz="1200" kern="1200" dirty="0" smtClean="0">
              <a:solidFill>
                <a:srgbClr val="003399"/>
              </a:solidFill>
            </a:rPr>
            <a:t>Change control process</a:t>
          </a:r>
          <a:endParaRPr lang="en-US" sz="1200" kern="1200" dirty="0"/>
        </a:p>
      </dsp:txBody>
      <dsp:txXfrm>
        <a:off x="228602" y="3151988"/>
        <a:ext cx="1263506" cy="509747"/>
      </dsp:txXfrm>
    </dsp:sp>
    <dsp:sp modelId="{B884830D-3363-4530-B0AD-560D97BED530}">
      <dsp:nvSpPr>
        <dsp:cNvPr id="0" name=""/>
        <dsp:cNvSpPr/>
      </dsp:nvSpPr>
      <dsp:spPr>
        <a:xfrm>
          <a:off x="228602" y="3727140"/>
          <a:ext cx="1239871" cy="453867"/>
        </a:xfrm>
        <a:prstGeom prst="rect">
          <a:avLst/>
        </a:prstGeom>
        <a:gradFill rotWithShape="0">
          <a:gsLst>
            <a:gs pos="0">
              <a:schemeClr val="accent4">
                <a:hueOff val="0"/>
                <a:satOff val="0"/>
                <a:lumOff val="0"/>
                <a:alphaOff val="0"/>
                <a:tint val="50000"/>
                <a:satMod val="300000"/>
              </a:schemeClr>
            </a:gs>
            <a:gs pos="35000">
              <a:schemeClr val="accent4">
                <a:hueOff val="0"/>
                <a:satOff val="0"/>
                <a:lumOff val="0"/>
                <a:alphaOff val="0"/>
                <a:tint val="37000"/>
                <a:satMod val="300000"/>
              </a:schemeClr>
            </a:gs>
            <a:gs pos="100000">
              <a:schemeClr val="accent4">
                <a:hueOff val="0"/>
                <a:satOff val="0"/>
                <a:lumOff val="0"/>
                <a:alphaOff val="0"/>
                <a:tint val="15000"/>
                <a:satMod val="350000"/>
              </a:schemeClr>
            </a:gs>
          </a:gsLst>
          <a:lin ang="16200000" scaled="1"/>
        </a:gradFill>
        <a:ln>
          <a:noFill/>
        </a:ln>
        <a:effectLst>
          <a:outerShdw blurRad="40000" dist="20000" dir="5400000" rotWithShape="0">
            <a:srgbClr val="000000">
              <a:alpha val="38000"/>
            </a:srgbClr>
          </a:outerShdw>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7620" tIns="7620" rIns="7620" bIns="7620" numCol="1" spcCol="1270" anchor="ctr" anchorCtr="0">
          <a:noAutofit/>
        </a:bodyPr>
        <a:lstStyle/>
        <a:p>
          <a:pPr lvl="0" algn="ctr" defTabSz="533400">
            <a:lnSpc>
              <a:spcPct val="90000"/>
            </a:lnSpc>
            <a:spcBef>
              <a:spcPct val="0"/>
            </a:spcBef>
            <a:spcAft>
              <a:spcPct val="35000"/>
            </a:spcAft>
          </a:pPr>
          <a:r>
            <a:rPr lang="en-US" sz="1200" kern="1200" dirty="0" smtClean="0">
              <a:solidFill>
                <a:srgbClr val="003399"/>
              </a:solidFill>
            </a:rPr>
            <a:t>Acceptance &amp; system testing process</a:t>
          </a:r>
          <a:endParaRPr lang="en-US" sz="1200" kern="1200" dirty="0"/>
        </a:p>
      </dsp:txBody>
      <dsp:txXfrm>
        <a:off x="228602" y="3727140"/>
        <a:ext cx="1239871" cy="453867"/>
      </dsp:txXfrm>
    </dsp:sp>
    <dsp:sp modelId="{99B13230-78A2-4446-AEF8-C26E6EC3E5B0}">
      <dsp:nvSpPr>
        <dsp:cNvPr id="0" name=""/>
        <dsp:cNvSpPr/>
      </dsp:nvSpPr>
      <dsp:spPr>
        <a:xfrm>
          <a:off x="228602" y="4271805"/>
          <a:ext cx="1239871" cy="453867"/>
        </a:xfrm>
        <a:prstGeom prst="rect">
          <a:avLst/>
        </a:prstGeom>
        <a:gradFill rotWithShape="0">
          <a:gsLst>
            <a:gs pos="0">
              <a:schemeClr val="accent4">
                <a:hueOff val="0"/>
                <a:satOff val="0"/>
                <a:lumOff val="0"/>
                <a:alphaOff val="0"/>
                <a:tint val="50000"/>
                <a:satMod val="300000"/>
              </a:schemeClr>
            </a:gs>
            <a:gs pos="35000">
              <a:schemeClr val="accent4">
                <a:hueOff val="0"/>
                <a:satOff val="0"/>
                <a:lumOff val="0"/>
                <a:alphaOff val="0"/>
                <a:tint val="37000"/>
                <a:satMod val="300000"/>
              </a:schemeClr>
            </a:gs>
            <a:gs pos="100000">
              <a:schemeClr val="accent4">
                <a:hueOff val="0"/>
                <a:satOff val="0"/>
                <a:lumOff val="0"/>
                <a:alphaOff val="0"/>
                <a:tint val="15000"/>
                <a:satMod val="350000"/>
              </a:schemeClr>
            </a:gs>
          </a:gsLst>
          <a:lin ang="16200000" scaled="1"/>
        </a:gradFill>
        <a:ln>
          <a:noFill/>
        </a:ln>
        <a:effectLst>
          <a:outerShdw blurRad="40000" dist="20000" dir="5400000" rotWithShape="0">
            <a:srgbClr val="000000">
              <a:alpha val="38000"/>
            </a:srgbClr>
          </a:outerShdw>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7620" tIns="7620" rIns="7620" bIns="7620" numCol="1" spcCol="1270" anchor="ctr" anchorCtr="0">
          <a:noAutofit/>
        </a:bodyPr>
        <a:lstStyle/>
        <a:p>
          <a:pPr lvl="0" algn="ctr" defTabSz="533400">
            <a:lnSpc>
              <a:spcPct val="90000"/>
            </a:lnSpc>
            <a:spcBef>
              <a:spcPct val="0"/>
            </a:spcBef>
            <a:spcAft>
              <a:spcPct val="35000"/>
            </a:spcAft>
          </a:pPr>
          <a:r>
            <a:rPr lang="en-US" sz="1200" kern="1200" dirty="0" smtClean="0">
              <a:solidFill>
                <a:srgbClr val="003399"/>
              </a:solidFill>
            </a:rPr>
            <a:t>Construction process</a:t>
          </a:r>
          <a:endParaRPr lang="en-US" sz="1200" kern="1200" dirty="0"/>
        </a:p>
      </dsp:txBody>
      <dsp:txXfrm>
        <a:off x="228602" y="4271805"/>
        <a:ext cx="1239871" cy="453867"/>
      </dsp:txXfrm>
    </dsp:sp>
    <dsp:sp modelId="{9B3B753F-3337-4FC5-847E-03B30A2CFC72}">
      <dsp:nvSpPr>
        <dsp:cNvPr id="0" name=""/>
        <dsp:cNvSpPr/>
      </dsp:nvSpPr>
      <dsp:spPr>
        <a:xfrm>
          <a:off x="228602" y="4808762"/>
          <a:ext cx="1239871" cy="453867"/>
        </a:xfrm>
        <a:prstGeom prst="rect">
          <a:avLst/>
        </a:prstGeom>
        <a:gradFill rotWithShape="0">
          <a:gsLst>
            <a:gs pos="0">
              <a:schemeClr val="accent4">
                <a:hueOff val="0"/>
                <a:satOff val="0"/>
                <a:lumOff val="0"/>
                <a:alphaOff val="0"/>
                <a:tint val="50000"/>
                <a:satMod val="300000"/>
              </a:schemeClr>
            </a:gs>
            <a:gs pos="35000">
              <a:schemeClr val="accent4">
                <a:hueOff val="0"/>
                <a:satOff val="0"/>
                <a:lumOff val="0"/>
                <a:alphaOff val="0"/>
                <a:tint val="37000"/>
                <a:satMod val="300000"/>
              </a:schemeClr>
            </a:gs>
            <a:gs pos="100000">
              <a:schemeClr val="accent4">
                <a:hueOff val="0"/>
                <a:satOff val="0"/>
                <a:lumOff val="0"/>
                <a:alphaOff val="0"/>
                <a:tint val="15000"/>
                <a:satMod val="350000"/>
              </a:schemeClr>
            </a:gs>
          </a:gsLst>
          <a:lin ang="16200000" scaled="1"/>
        </a:gradFill>
        <a:ln>
          <a:noFill/>
        </a:ln>
        <a:effectLst>
          <a:outerShdw blurRad="40000" dist="20000" dir="5400000" rotWithShape="0">
            <a:srgbClr val="000000">
              <a:alpha val="38000"/>
            </a:srgbClr>
          </a:outerShdw>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7620" tIns="7620" rIns="7620" bIns="7620" numCol="1" spcCol="1270" anchor="ctr" anchorCtr="0">
          <a:noAutofit/>
        </a:bodyPr>
        <a:lstStyle/>
        <a:p>
          <a:pPr lvl="0" algn="ctr" defTabSz="533400">
            <a:lnSpc>
              <a:spcPct val="90000"/>
            </a:lnSpc>
            <a:spcBef>
              <a:spcPct val="0"/>
            </a:spcBef>
            <a:spcAft>
              <a:spcPct val="35000"/>
            </a:spcAft>
          </a:pPr>
          <a:r>
            <a:rPr lang="en-US" sz="1200" kern="1200" dirty="0" smtClean="0">
              <a:solidFill>
                <a:srgbClr val="003399"/>
              </a:solidFill>
            </a:rPr>
            <a:t>User documentation process</a:t>
          </a:r>
          <a:endParaRPr lang="en-US" sz="1200" kern="1200" dirty="0"/>
        </a:p>
      </dsp:txBody>
      <dsp:txXfrm>
        <a:off x="228602" y="4808762"/>
        <a:ext cx="1239871" cy="453867"/>
      </dsp:txXfrm>
    </dsp:sp>
    <dsp:sp modelId="{F3605272-BB3C-482A-BD0E-4FF39B81FDEE}">
      <dsp:nvSpPr>
        <dsp:cNvPr id="0" name=""/>
        <dsp:cNvSpPr/>
      </dsp:nvSpPr>
      <dsp:spPr>
        <a:xfrm>
          <a:off x="1251851" y="1097098"/>
          <a:ext cx="897600" cy="821415"/>
        </a:xfrm>
        <a:prstGeom prst="rect">
          <a:avLst/>
        </a:prstGeom>
        <a:gradFill rotWithShape="0">
          <a:gsLst>
            <a:gs pos="0">
              <a:schemeClr val="accent3">
                <a:hueOff val="0"/>
                <a:satOff val="0"/>
                <a:lumOff val="0"/>
                <a:alphaOff val="0"/>
                <a:tint val="50000"/>
                <a:satMod val="300000"/>
              </a:schemeClr>
            </a:gs>
            <a:gs pos="35000">
              <a:schemeClr val="accent3">
                <a:hueOff val="0"/>
                <a:satOff val="0"/>
                <a:lumOff val="0"/>
                <a:alphaOff val="0"/>
                <a:tint val="37000"/>
                <a:satMod val="300000"/>
              </a:schemeClr>
            </a:gs>
            <a:gs pos="100000">
              <a:schemeClr val="accent3">
                <a:hueOff val="0"/>
                <a:satOff val="0"/>
                <a:lumOff val="0"/>
                <a:alphaOff val="0"/>
                <a:tint val="15000"/>
                <a:satMod val="350000"/>
              </a:schemeClr>
            </a:gs>
          </a:gsLst>
          <a:lin ang="16200000" scaled="1"/>
        </a:gradFill>
        <a:ln>
          <a:noFill/>
        </a:ln>
        <a:effectLst>
          <a:outerShdw blurRad="40000" dist="20000" dir="5400000" rotWithShape="0">
            <a:srgbClr val="000000">
              <a:alpha val="38000"/>
            </a:srgbClr>
          </a:outerShdw>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7620" tIns="7620" rIns="7620" bIns="7620" numCol="1" spcCol="1270" anchor="ctr" anchorCtr="0">
          <a:noAutofit/>
        </a:bodyPr>
        <a:lstStyle/>
        <a:p>
          <a:pPr lvl="0" algn="ctr" defTabSz="533400">
            <a:lnSpc>
              <a:spcPct val="90000"/>
            </a:lnSpc>
            <a:spcBef>
              <a:spcPct val="0"/>
            </a:spcBef>
            <a:spcAft>
              <a:spcPct val="35000"/>
            </a:spcAft>
          </a:pPr>
          <a:r>
            <a:rPr lang="en-US" sz="1200" kern="1200" dirty="0" err="1" smtClean="0"/>
            <a:t>Reqs</a:t>
          </a:r>
          <a:r>
            <a:rPr lang="en-US" sz="1200" kern="1200" dirty="0" smtClean="0"/>
            <a:t> and various stakeholder groups</a:t>
          </a:r>
          <a:endParaRPr lang="en-US" sz="1200" kern="1200" dirty="0"/>
        </a:p>
      </dsp:txBody>
      <dsp:txXfrm>
        <a:off x="1251851" y="1097098"/>
        <a:ext cx="897600" cy="821415"/>
      </dsp:txXfrm>
    </dsp:sp>
    <dsp:sp modelId="{BB595DBD-E598-416C-B1C2-0E8039923FA8}">
      <dsp:nvSpPr>
        <dsp:cNvPr id="0" name=""/>
        <dsp:cNvSpPr/>
      </dsp:nvSpPr>
      <dsp:spPr>
        <a:xfrm>
          <a:off x="2205540" y="1112099"/>
          <a:ext cx="902560" cy="751039"/>
        </a:xfrm>
        <a:prstGeom prst="rect">
          <a:avLst/>
        </a:prstGeom>
        <a:gradFill rotWithShape="0">
          <a:gsLst>
            <a:gs pos="0">
              <a:schemeClr val="accent3">
                <a:hueOff val="0"/>
                <a:satOff val="0"/>
                <a:lumOff val="0"/>
                <a:alphaOff val="0"/>
                <a:tint val="50000"/>
                <a:satMod val="300000"/>
              </a:schemeClr>
            </a:gs>
            <a:gs pos="35000">
              <a:schemeClr val="accent3">
                <a:hueOff val="0"/>
                <a:satOff val="0"/>
                <a:lumOff val="0"/>
                <a:alphaOff val="0"/>
                <a:tint val="37000"/>
                <a:satMod val="300000"/>
              </a:schemeClr>
            </a:gs>
            <a:gs pos="100000">
              <a:schemeClr val="accent3">
                <a:hueOff val="0"/>
                <a:satOff val="0"/>
                <a:lumOff val="0"/>
                <a:alphaOff val="0"/>
                <a:tint val="15000"/>
                <a:satMod val="350000"/>
              </a:schemeClr>
            </a:gs>
          </a:gsLst>
          <a:lin ang="16200000" scaled="1"/>
        </a:gradFill>
        <a:ln>
          <a:noFill/>
        </a:ln>
        <a:effectLst>
          <a:outerShdw blurRad="40000" dist="20000" dir="5400000" rotWithShape="0">
            <a:srgbClr val="000000">
              <a:alpha val="38000"/>
            </a:srgbClr>
          </a:outerShdw>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7620" tIns="7620" rIns="7620" bIns="7620" numCol="1" spcCol="1270" anchor="ctr" anchorCtr="0">
          <a:noAutofit/>
        </a:bodyPr>
        <a:lstStyle/>
        <a:p>
          <a:pPr lvl="0" algn="ctr" defTabSz="533400">
            <a:lnSpc>
              <a:spcPct val="90000"/>
            </a:lnSpc>
            <a:spcBef>
              <a:spcPct val="0"/>
            </a:spcBef>
            <a:spcAft>
              <a:spcPct val="35000"/>
            </a:spcAft>
          </a:pPr>
          <a:r>
            <a:rPr lang="en-US" sz="1200" kern="1200" dirty="0" smtClean="0"/>
            <a:t>Gaining commitment to change</a:t>
          </a:r>
          <a:endParaRPr lang="en-US" sz="1200" kern="1200" dirty="0"/>
        </a:p>
      </dsp:txBody>
      <dsp:txXfrm>
        <a:off x="2205540" y="1112099"/>
        <a:ext cx="902560" cy="751039"/>
      </dsp:txXfrm>
    </dsp:sp>
    <dsp:sp modelId="{E7A6A566-BA08-49B0-B30B-F6E0719DD840}">
      <dsp:nvSpPr>
        <dsp:cNvPr id="0" name=""/>
        <dsp:cNvSpPr/>
      </dsp:nvSpPr>
      <dsp:spPr>
        <a:xfrm>
          <a:off x="3172445" y="1116845"/>
          <a:ext cx="1007129" cy="702120"/>
        </a:xfrm>
        <a:prstGeom prst="rect">
          <a:avLst/>
        </a:prstGeom>
        <a:gradFill rotWithShape="0">
          <a:gsLst>
            <a:gs pos="0">
              <a:schemeClr val="accent3">
                <a:hueOff val="0"/>
                <a:satOff val="0"/>
                <a:lumOff val="0"/>
                <a:alphaOff val="0"/>
                <a:tint val="50000"/>
                <a:satMod val="300000"/>
              </a:schemeClr>
            </a:gs>
            <a:gs pos="35000">
              <a:schemeClr val="accent3">
                <a:hueOff val="0"/>
                <a:satOff val="0"/>
                <a:lumOff val="0"/>
                <a:alphaOff val="0"/>
                <a:tint val="37000"/>
                <a:satMod val="300000"/>
              </a:schemeClr>
            </a:gs>
            <a:gs pos="100000">
              <a:schemeClr val="accent3">
                <a:hueOff val="0"/>
                <a:satOff val="0"/>
                <a:lumOff val="0"/>
                <a:alphaOff val="0"/>
                <a:tint val="15000"/>
                <a:satMod val="350000"/>
              </a:schemeClr>
            </a:gs>
          </a:gsLst>
          <a:lin ang="16200000" scaled="1"/>
        </a:gradFill>
        <a:ln>
          <a:noFill/>
        </a:ln>
        <a:effectLst>
          <a:outerShdw blurRad="40000" dist="20000" dir="5400000" rotWithShape="0">
            <a:srgbClr val="000000">
              <a:alpha val="38000"/>
            </a:srgbClr>
          </a:outerShdw>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7620" tIns="7620" rIns="7620" bIns="7620" numCol="1" spcCol="1270" anchor="ctr" anchorCtr="0">
          <a:noAutofit/>
        </a:bodyPr>
        <a:lstStyle/>
        <a:p>
          <a:pPr lvl="0" algn="ctr" defTabSz="533400">
            <a:lnSpc>
              <a:spcPct val="90000"/>
            </a:lnSpc>
            <a:spcBef>
              <a:spcPct val="0"/>
            </a:spcBef>
            <a:spcAft>
              <a:spcPct val="35000"/>
            </a:spcAft>
          </a:pPr>
          <a:r>
            <a:rPr lang="en-US" sz="1200" kern="1200" dirty="0" smtClean="0"/>
            <a:t>Fundamentals of software process improvement</a:t>
          </a:r>
          <a:endParaRPr lang="en-US" sz="1200" kern="1200" dirty="0"/>
        </a:p>
      </dsp:txBody>
      <dsp:txXfrm>
        <a:off x="3172445" y="1116845"/>
        <a:ext cx="1007129" cy="702120"/>
      </dsp:txXfrm>
    </dsp:sp>
    <dsp:sp modelId="{12B5D86A-1EDA-415C-8D92-DA9EDF7DD9D7}">
      <dsp:nvSpPr>
        <dsp:cNvPr id="0" name=""/>
        <dsp:cNvSpPr/>
      </dsp:nvSpPr>
      <dsp:spPr>
        <a:xfrm>
          <a:off x="4257736" y="1108932"/>
          <a:ext cx="954274" cy="749274"/>
        </a:xfrm>
        <a:prstGeom prst="rect">
          <a:avLst/>
        </a:prstGeom>
        <a:gradFill rotWithShape="0">
          <a:gsLst>
            <a:gs pos="0">
              <a:schemeClr val="accent3">
                <a:hueOff val="0"/>
                <a:satOff val="0"/>
                <a:lumOff val="0"/>
                <a:alphaOff val="0"/>
                <a:tint val="50000"/>
                <a:satMod val="300000"/>
              </a:schemeClr>
            </a:gs>
            <a:gs pos="35000">
              <a:schemeClr val="accent3">
                <a:hueOff val="0"/>
                <a:satOff val="0"/>
                <a:lumOff val="0"/>
                <a:alphaOff val="0"/>
                <a:tint val="37000"/>
                <a:satMod val="300000"/>
              </a:schemeClr>
            </a:gs>
            <a:gs pos="100000">
              <a:schemeClr val="accent3">
                <a:hueOff val="0"/>
                <a:satOff val="0"/>
                <a:lumOff val="0"/>
                <a:alphaOff val="0"/>
                <a:tint val="15000"/>
                <a:satMod val="350000"/>
              </a:schemeClr>
            </a:gs>
          </a:gsLst>
          <a:lin ang="16200000" scaled="1"/>
        </a:gradFill>
        <a:ln>
          <a:noFill/>
        </a:ln>
        <a:effectLst>
          <a:outerShdw blurRad="40000" dist="20000" dir="5400000" rotWithShape="0">
            <a:srgbClr val="000000">
              <a:alpha val="38000"/>
            </a:srgbClr>
          </a:outerShdw>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7620" tIns="7620" rIns="7620" bIns="7620" numCol="1" spcCol="1270" anchor="ctr" anchorCtr="0">
          <a:noAutofit/>
        </a:bodyPr>
        <a:lstStyle/>
        <a:p>
          <a:pPr lvl="0" algn="ctr" defTabSz="533400">
            <a:lnSpc>
              <a:spcPct val="90000"/>
            </a:lnSpc>
            <a:spcBef>
              <a:spcPct val="0"/>
            </a:spcBef>
            <a:spcAft>
              <a:spcPct val="35000"/>
            </a:spcAft>
          </a:pPr>
          <a:r>
            <a:rPr lang="en-US" sz="1200" kern="1200" dirty="0" smtClean="0"/>
            <a:t>Root cause analysis</a:t>
          </a:r>
          <a:endParaRPr lang="en-US" sz="1200" kern="1200" dirty="0"/>
        </a:p>
      </dsp:txBody>
      <dsp:txXfrm>
        <a:off x="4257736" y="1108932"/>
        <a:ext cx="954274" cy="749274"/>
      </dsp:txXfrm>
    </dsp:sp>
    <dsp:sp modelId="{6700DCAE-9865-4201-9F5F-49E4DEA36F22}">
      <dsp:nvSpPr>
        <dsp:cNvPr id="0" name=""/>
        <dsp:cNvSpPr/>
      </dsp:nvSpPr>
      <dsp:spPr>
        <a:xfrm>
          <a:off x="5397003" y="1112499"/>
          <a:ext cx="932278" cy="708766"/>
        </a:xfrm>
        <a:prstGeom prst="rect">
          <a:avLst/>
        </a:prstGeom>
        <a:gradFill rotWithShape="0">
          <a:gsLst>
            <a:gs pos="0">
              <a:schemeClr val="accent3">
                <a:hueOff val="0"/>
                <a:satOff val="0"/>
                <a:lumOff val="0"/>
                <a:alphaOff val="0"/>
                <a:tint val="50000"/>
                <a:satMod val="300000"/>
              </a:schemeClr>
            </a:gs>
            <a:gs pos="35000">
              <a:schemeClr val="accent3">
                <a:hueOff val="0"/>
                <a:satOff val="0"/>
                <a:lumOff val="0"/>
                <a:alphaOff val="0"/>
                <a:tint val="37000"/>
                <a:satMod val="300000"/>
              </a:schemeClr>
            </a:gs>
            <a:gs pos="100000">
              <a:schemeClr val="accent3">
                <a:hueOff val="0"/>
                <a:satOff val="0"/>
                <a:lumOff val="0"/>
                <a:alphaOff val="0"/>
                <a:tint val="15000"/>
                <a:satMod val="350000"/>
              </a:schemeClr>
            </a:gs>
          </a:gsLst>
          <a:lin ang="16200000" scaled="1"/>
        </a:gradFill>
        <a:ln>
          <a:noFill/>
        </a:ln>
        <a:effectLst>
          <a:outerShdw blurRad="40000" dist="20000" dir="5400000" rotWithShape="0">
            <a:srgbClr val="000000">
              <a:alpha val="38000"/>
            </a:srgbClr>
          </a:outerShdw>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7620" tIns="7620" rIns="7620" bIns="7620" numCol="1" spcCol="1270" anchor="ctr" anchorCtr="0">
          <a:noAutofit/>
        </a:bodyPr>
        <a:lstStyle/>
        <a:p>
          <a:pPr lvl="0" algn="ctr" defTabSz="533400">
            <a:lnSpc>
              <a:spcPct val="90000"/>
            </a:lnSpc>
            <a:spcBef>
              <a:spcPct val="0"/>
            </a:spcBef>
            <a:spcAft>
              <a:spcPct val="35000"/>
            </a:spcAft>
          </a:pPr>
          <a:r>
            <a:rPr lang="en-US" sz="1200" kern="1200" dirty="0" smtClean="0"/>
            <a:t>The process improvement cycle</a:t>
          </a:r>
          <a:endParaRPr lang="en-US" sz="1200" kern="1200" dirty="0"/>
        </a:p>
      </dsp:txBody>
      <dsp:txXfrm>
        <a:off x="5397003" y="1112499"/>
        <a:ext cx="932278" cy="708766"/>
      </dsp:txXfrm>
    </dsp:sp>
    <dsp:sp modelId="{71EE5E1B-263D-497A-BF00-B6A2321711ED}">
      <dsp:nvSpPr>
        <dsp:cNvPr id="0" name=""/>
        <dsp:cNvSpPr/>
      </dsp:nvSpPr>
      <dsp:spPr>
        <a:xfrm>
          <a:off x="5872527" y="2026836"/>
          <a:ext cx="1048841" cy="398939"/>
        </a:xfrm>
        <a:prstGeom prst="rect">
          <a:avLst/>
        </a:prstGeom>
        <a:gradFill rotWithShape="0">
          <a:gsLst>
            <a:gs pos="0">
              <a:schemeClr val="accent4">
                <a:hueOff val="0"/>
                <a:satOff val="0"/>
                <a:lumOff val="0"/>
                <a:alphaOff val="0"/>
                <a:tint val="50000"/>
                <a:satMod val="300000"/>
              </a:schemeClr>
            </a:gs>
            <a:gs pos="35000">
              <a:schemeClr val="accent4">
                <a:hueOff val="0"/>
                <a:satOff val="0"/>
                <a:lumOff val="0"/>
                <a:alphaOff val="0"/>
                <a:tint val="37000"/>
                <a:satMod val="300000"/>
              </a:schemeClr>
            </a:gs>
            <a:gs pos="100000">
              <a:schemeClr val="accent4">
                <a:hueOff val="0"/>
                <a:satOff val="0"/>
                <a:lumOff val="0"/>
                <a:alphaOff val="0"/>
                <a:tint val="15000"/>
                <a:satMod val="350000"/>
              </a:schemeClr>
            </a:gs>
          </a:gsLst>
          <a:lin ang="16200000" scaled="1"/>
        </a:gradFill>
        <a:ln>
          <a:noFill/>
        </a:ln>
        <a:effectLst>
          <a:outerShdw blurRad="40000" dist="20000" dir="5400000" rotWithShape="0">
            <a:srgbClr val="000000">
              <a:alpha val="38000"/>
            </a:srgbClr>
          </a:outerShdw>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7620" tIns="7620" rIns="7620" bIns="7620" numCol="1" spcCol="1270" anchor="ctr" anchorCtr="0">
          <a:noAutofit/>
        </a:bodyPr>
        <a:lstStyle/>
        <a:p>
          <a:pPr lvl="0" algn="ctr" defTabSz="533400">
            <a:lnSpc>
              <a:spcPct val="90000"/>
            </a:lnSpc>
            <a:spcBef>
              <a:spcPct val="0"/>
            </a:spcBef>
            <a:spcAft>
              <a:spcPct val="35000"/>
            </a:spcAft>
          </a:pPr>
          <a:r>
            <a:rPr lang="en-US" sz="1200" kern="1200" dirty="0" smtClean="0">
              <a:solidFill>
                <a:srgbClr val="003399"/>
              </a:solidFill>
            </a:rPr>
            <a:t>Access current practices</a:t>
          </a:r>
          <a:endParaRPr lang="en-US" sz="1200" kern="1200" dirty="0"/>
        </a:p>
      </dsp:txBody>
      <dsp:txXfrm>
        <a:off x="5872527" y="2026836"/>
        <a:ext cx="1048841" cy="398939"/>
      </dsp:txXfrm>
    </dsp:sp>
    <dsp:sp modelId="{D782E0B1-7687-4A87-BCE3-A84D23CC38D7}">
      <dsp:nvSpPr>
        <dsp:cNvPr id="0" name=""/>
        <dsp:cNvSpPr/>
      </dsp:nvSpPr>
      <dsp:spPr>
        <a:xfrm>
          <a:off x="5872527" y="2558133"/>
          <a:ext cx="1048841" cy="398939"/>
        </a:xfrm>
        <a:prstGeom prst="rect">
          <a:avLst/>
        </a:prstGeom>
        <a:gradFill rotWithShape="0">
          <a:gsLst>
            <a:gs pos="0">
              <a:schemeClr val="accent4">
                <a:hueOff val="0"/>
                <a:satOff val="0"/>
                <a:lumOff val="0"/>
                <a:alphaOff val="0"/>
                <a:tint val="50000"/>
                <a:satMod val="300000"/>
              </a:schemeClr>
            </a:gs>
            <a:gs pos="35000">
              <a:schemeClr val="accent4">
                <a:hueOff val="0"/>
                <a:satOff val="0"/>
                <a:lumOff val="0"/>
                <a:alphaOff val="0"/>
                <a:tint val="37000"/>
                <a:satMod val="300000"/>
              </a:schemeClr>
            </a:gs>
            <a:gs pos="100000">
              <a:schemeClr val="accent4">
                <a:hueOff val="0"/>
                <a:satOff val="0"/>
                <a:lumOff val="0"/>
                <a:alphaOff val="0"/>
                <a:tint val="15000"/>
                <a:satMod val="350000"/>
              </a:schemeClr>
            </a:gs>
          </a:gsLst>
          <a:lin ang="16200000" scaled="1"/>
        </a:gradFill>
        <a:ln>
          <a:noFill/>
        </a:ln>
        <a:effectLst>
          <a:outerShdw blurRad="40000" dist="20000" dir="5400000" rotWithShape="0">
            <a:srgbClr val="000000">
              <a:alpha val="38000"/>
            </a:srgbClr>
          </a:outerShdw>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7620" tIns="7620" rIns="7620" bIns="7620" numCol="1" spcCol="1270" anchor="ctr" anchorCtr="0">
          <a:noAutofit/>
        </a:bodyPr>
        <a:lstStyle/>
        <a:p>
          <a:pPr lvl="0" algn="ctr" defTabSz="533400">
            <a:lnSpc>
              <a:spcPct val="90000"/>
            </a:lnSpc>
            <a:spcBef>
              <a:spcPct val="0"/>
            </a:spcBef>
            <a:spcAft>
              <a:spcPct val="35000"/>
            </a:spcAft>
          </a:pPr>
          <a:r>
            <a:rPr lang="en-US" sz="1200" kern="1200" dirty="0" smtClean="0">
              <a:solidFill>
                <a:srgbClr val="003399"/>
              </a:solidFill>
            </a:rPr>
            <a:t>Plan improvement actions</a:t>
          </a:r>
          <a:endParaRPr lang="en-US" sz="1200" kern="1200" dirty="0"/>
        </a:p>
      </dsp:txBody>
      <dsp:txXfrm>
        <a:off x="5872527" y="2558133"/>
        <a:ext cx="1048841" cy="398939"/>
      </dsp:txXfrm>
    </dsp:sp>
    <dsp:sp modelId="{E66DF0A1-146C-482A-8894-3AE183E22CE7}">
      <dsp:nvSpPr>
        <dsp:cNvPr id="0" name=""/>
        <dsp:cNvSpPr/>
      </dsp:nvSpPr>
      <dsp:spPr>
        <a:xfrm>
          <a:off x="5872527" y="3089430"/>
          <a:ext cx="1048841" cy="398939"/>
        </a:xfrm>
        <a:prstGeom prst="rect">
          <a:avLst/>
        </a:prstGeom>
        <a:gradFill rotWithShape="0">
          <a:gsLst>
            <a:gs pos="0">
              <a:schemeClr val="accent4">
                <a:hueOff val="0"/>
                <a:satOff val="0"/>
                <a:lumOff val="0"/>
                <a:alphaOff val="0"/>
                <a:tint val="50000"/>
                <a:satMod val="300000"/>
              </a:schemeClr>
            </a:gs>
            <a:gs pos="35000">
              <a:schemeClr val="accent4">
                <a:hueOff val="0"/>
                <a:satOff val="0"/>
                <a:lumOff val="0"/>
                <a:alphaOff val="0"/>
                <a:tint val="37000"/>
                <a:satMod val="300000"/>
              </a:schemeClr>
            </a:gs>
            <a:gs pos="100000">
              <a:schemeClr val="accent4">
                <a:hueOff val="0"/>
                <a:satOff val="0"/>
                <a:lumOff val="0"/>
                <a:alphaOff val="0"/>
                <a:tint val="15000"/>
                <a:satMod val="350000"/>
              </a:schemeClr>
            </a:gs>
          </a:gsLst>
          <a:lin ang="16200000" scaled="1"/>
        </a:gradFill>
        <a:ln>
          <a:noFill/>
        </a:ln>
        <a:effectLst>
          <a:outerShdw blurRad="40000" dist="20000" dir="5400000" rotWithShape="0">
            <a:srgbClr val="000000">
              <a:alpha val="38000"/>
            </a:srgbClr>
          </a:outerShdw>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7620" tIns="7620" rIns="7620" bIns="7620" numCol="1" spcCol="1270" anchor="ctr" anchorCtr="0">
          <a:noAutofit/>
        </a:bodyPr>
        <a:lstStyle/>
        <a:p>
          <a:pPr lvl="0" algn="ctr" defTabSz="533400">
            <a:lnSpc>
              <a:spcPct val="90000"/>
            </a:lnSpc>
            <a:spcBef>
              <a:spcPct val="0"/>
            </a:spcBef>
            <a:spcAft>
              <a:spcPct val="35000"/>
            </a:spcAft>
          </a:pPr>
          <a:r>
            <a:rPr lang="en-US" sz="1200" kern="1200" smtClean="0">
              <a:solidFill>
                <a:srgbClr val="003399"/>
              </a:solidFill>
            </a:rPr>
            <a:t>Create, pilot, and roll out processes</a:t>
          </a:r>
          <a:endParaRPr lang="en-US" sz="1200" kern="1200" dirty="0"/>
        </a:p>
      </dsp:txBody>
      <dsp:txXfrm>
        <a:off x="5872527" y="3089430"/>
        <a:ext cx="1048841" cy="398939"/>
      </dsp:txXfrm>
    </dsp:sp>
    <dsp:sp modelId="{3D2A00EF-1908-4CBB-BEA5-08CBE58BE3A2}">
      <dsp:nvSpPr>
        <dsp:cNvPr id="0" name=""/>
        <dsp:cNvSpPr/>
      </dsp:nvSpPr>
      <dsp:spPr>
        <a:xfrm>
          <a:off x="5872527" y="3620728"/>
          <a:ext cx="1048841" cy="398939"/>
        </a:xfrm>
        <a:prstGeom prst="rect">
          <a:avLst/>
        </a:prstGeom>
        <a:gradFill rotWithShape="0">
          <a:gsLst>
            <a:gs pos="0">
              <a:schemeClr val="accent4">
                <a:hueOff val="0"/>
                <a:satOff val="0"/>
                <a:lumOff val="0"/>
                <a:alphaOff val="0"/>
                <a:tint val="50000"/>
                <a:satMod val="300000"/>
              </a:schemeClr>
            </a:gs>
            <a:gs pos="35000">
              <a:schemeClr val="accent4">
                <a:hueOff val="0"/>
                <a:satOff val="0"/>
                <a:lumOff val="0"/>
                <a:alphaOff val="0"/>
                <a:tint val="37000"/>
                <a:satMod val="300000"/>
              </a:schemeClr>
            </a:gs>
            <a:gs pos="100000">
              <a:schemeClr val="accent4">
                <a:hueOff val="0"/>
                <a:satOff val="0"/>
                <a:lumOff val="0"/>
                <a:alphaOff val="0"/>
                <a:tint val="15000"/>
                <a:satMod val="350000"/>
              </a:schemeClr>
            </a:gs>
          </a:gsLst>
          <a:lin ang="16200000" scaled="1"/>
        </a:gradFill>
        <a:ln>
          <a:noFill/>
        </a:ln>
        <a:effectLst>
          <a:outerShdw blurRad="40000" dist="20000" dir="5400000" rotWithShape="0">
            <a:srgbClr val="000000">
              <a:alpha val="38000"/>
            </a:srgbClr>
          </a:outerShdw>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7620" tIns="7620" rIns="7620" bIns="7620" numCol="1" spcCol="1270" anchor="ctr" anchorCtr="0">
          <a:noAutofit/>
        </a:bodyPr>
        <a:lstStyle/>
        <a:p>
          <a:pPr lvl="0" algn="ctr" defTabSz="533400">
            <a:lnSpc>
              <a:spcPct val="90000"/>
            </a:lnSpc>
            <a:spcBef>
              <a:spcPct val="0"/>
            </a:spcBef>
            <a:spcAft>
              <a:spcPct val="35000"/>
            </a:spcAft>
          </a:pPr>
          <a:r>
            <a:rPr lang="en-US" sz="1200" kern="1200" smtClean="0">
              <a:solidFill>
                <a:srgbClr val="003399"/>
              </a:solidFill>
            </a:rPr>
            <a:t>Evaluate results</a:t>
          </a:r>
          <a:endParaRPr lang="en-US" sz="1200" kern="1200" dirty="0"/>
        </a:p>
      </dsp:txBody>
      <dsp:txXfrm>
        <a:off x="5872527" y="3620728"/>
        <a:ext cx="1048841" cy="398939"/>
      </dsp:txXfrm>
    </dsp:sp>
    <dsp:sp modelId="{77DDDD68-CACB-4E6E-B03E-2E9BBBBC0DC0}">
      <dsp:nvSpPr>
        <dsp:cNvPr id="0" name=""/>
        <dsp:cNvSpPr/>
      </dsp:nvSpPr>
      <dsp:spPr>
        <a:xfrm>
          <a:off x="6405065" y="1113816"/>
          <a:ext cx="934194" cy="674599"/>
        </a:xfrm>
        <a:prstGeom prst="rect">
          <a:avLst/>
        </a:prstGeom>
        <a:gradFill rotWithShape="0">
          <a:gsLst>
            <a:gs pos="0">
              <a:schemeClr val="accent3">
                <a:hueOff val="0"/>
                <a:satOff val="0"/>
                <a:lumOff val="0"/>
                <a:alphaOff val="0"/>
                <a:tint val="50000"/>
                <a:satMod val="300000"/>
              </a:schemeClr>
            </a:gs>
            <a:gs pos="35000">
              <a:schemeClr val="accent3">
                <a:hueOff val="0"/>
                <a:satOff val="0"/>
                <a:lumOff val="0"/>
                <a:alphaOff val="0"/>
                <a:tint val="37000"/>
                <a:satMod val="300000"/>
              </a:schemeClr>
            </a:gs>
            <a:gs pos="100000">
              <a:schemeClr val="accent3">
                <a:hueOff val="0"/>
                <a:satOff val="0"/>
                <a:lumOff val="0"/>
                <a:alphaOff val="0"/>
                <a:tint val="15000"/>
                <a:satMod val="350000"/>
              </a:schemeClr>
            </a:gs>
          </a:gsLst>
          <a:lin ang="16200000" scaled="1"/>
        </a:gradFill>
        <a:ln>
          <a:noFill/>
        </a:ln>
        <a:effectLst>
          <a:outerShdw blurRad="40000" dist="20000" dir="5400000" rotWithShape="0">
            <a:srgbClr val="000000">
              <a:alpha val="38000"/>
            </a:srgbClr>
          </a:outerShdw>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7620" tIns="7620" rIns="7620" bIns="7620" numCol="1" spcCol="1270" anchor="ctr" anchorCtr="0">
          <a:noAutofit/>
        </a:bodyPr>
        <a:lstStyle/>
        <a:p>
          <a:pPr lvl="0" algn="ctr" defTabSz="533400">
            <a:lnSpc>
              <a:spcPct val="90000"/>
            </a:lnSpc>
            <a:spcBef>
              <a:spcPct val="0"/>
            </a:spcBef>
            <a:spcAft>
              <a:spcPct val="35000"/>
            </a:spcAft>
          </a:pPr>
          <a:r>
            <a:rPr lang="en-US" sz="1200" kern="1200" dirty="0" smtClean="0"/>
            <a:t>Requirements engineering process assets</a:t>
          </a:r>
          <a:endParaRPr lang="en-US" sz="1200" kern="1200" dirty="0"/>
        </a:p>
      </dsp:txBody>
      <dsp:txXfrm>
        <a:off x="6405065" y="1113816"/>
        <a:ext cx="934194" cy="674599"/>
      </dsp:txXfrm>
    </dsp:sp>
    <dsp:sp modelId="{7107D20C-6242-4AB2-B0A3-F4B3A0F465D2}">
      <dsp:nvSpPr>
        <dsp:cNvPr id="0" name=""/>
        <dsp:cNvSpPr/>
      </dsp:nvSpPr>
      <dsp:spPr>
        <a:xfrm>
          <a:off x="7506598" y="1102058"/>
          <a:ext cx="992318" cy="782515"/>
        </a:xfrm>
        <a:prstGeom prst="rect">
          <a:avLst/>
        </a:prstGeom>
        <a:gradFill rotWithShape="0">
          <a:gsLst>
            <a:gs pos="0">
              <a:schemeClr val="accent3">
                <a:hueOff val="0"/>
                <a:satOff val="0"/>
                <a:lumOff val="0"/>
                <a:alphaOff val="0"/>
                <a:tint val="50000"/>
                <a:satMod val="300000"/>
              </a:schemeClr>
            </a:gs>
            <a:gs pos="35000">
              <a:schemeClr val="accent3">
                <a:hueOff val="0"/>
                <a:satOff val="0"/>
                <a:lumOff val="0"/>
                <a:alphaOff val="0"/>
                <a:tint val="37000"/>
                <a:satMod val="300000"/>
              </a:schemeClr>
            </a:gs>
            <a:gs pos="100000">
              <a:schemeClr val="accent3">
                <a:hueOff val="0"/>
                <a:satOff val="0"/>
                <a:lumOff val="0"/>
                <a:alphaOff val="0"/>
                <a:tint val="15000"/>
                <a:satMod val="350000"/>
              </a:schemeClr>
            </a:gs>
          </a:gsLst>
          <a:lin ang="16200000" scaled="1"/>
        </a:gradFill>
        <a:ln>
          <a:noFill/>
        </a:ln>
        <a:effectLst>
          <a:outerShdw blurRad="40000" dist="20000" dir="5400000" rotWithShape="0">
            <a:srgbClr val="000000">
              <a:alpha val="38000"/>
            </a:srgbClr>
          </a:outerShdw>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7620" tIns="7620" rIns="7620" bIns="7620" numCol="1" spcCol="1270" anchor="ctr" anchorCtr="0">
          <a:noAutofit/>
        </a:bodyPr>
        <a:lstStyle/>
        <a:p>
          <a:pPr lvl="0" algn="ctr" defTabSz="533400">
            <a:lnSpc>
              <a:spcPct val="90000"/>
            </a:lnSpc>
            <a:spcBef>
              <a:spcPct val="0"/>
            </a:spcBef>
            <a:spcAft>
              <a:spcPct val="35000"/>
            </a:spcAft>
          </a:pPr>
          <a:r>
            <a:rPr lang="en-US" sz="1200" kern="1200" dirty="0" smtClean="0"/>
            <a:t>requirements process improvement road map</a:t>
          </a:r>
          <a:endParaRPr lang="en-US" sz="1200" kern="1200" dirty="0"/>
        </a:p>
      </dsp:txBody>
      <dsp:txXfrm>
        <a:off x="7506598" y="1102058"/>
        <a:ext cx="992318" cy="782515"/>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EC9620C5-126C-462A-A8E8-842629107E61}">
      <dsp:nvSpPr>
        <dsp:cNvPr id="0" name=""/>
        <dsp:cNvSpPr/>
      </dsp:nvSpPr>
      <dsp:spPr>
        <a:xfrm>
          <a:off x="6227184" y="1951788"/>
          <a:ext cx="184842" cy="2790710"/>
        </a:xfrm>
        <a:custGeom>
          <a:avLst/>
          <a:gdLst/>
          <a:ahLst/>
          <a:cxnLst/>
          <a:rect l="0" t="0" r="0" b="0"/>
          <a:pathLst>
            <a:path>
              <a:moveTo>
                <a:pt x="0" y="0"/>
              </a:moveTo>
              <a:lnTo>
                <a:pt x="0" y="2790710"/>
              </a:lnTo>
              <a:lnTo>
                <a:pt x="184842" y="2790710"/>
              </a:lnTo>
            </a:path>
          </a:pathLst>
        </a:custGeom>
        <a:noFill/>
        <a:ln w="25400" cap="flat" cmpd="sng" algn="ctr">
          <a:solidFill>
            <a:schemeClr val="accent4">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A4B0C2F0-06C8-4E3B-BE47-BD11F607C9AB}">
      <dsp:nvSpPr>
        <dsp:cNvPr id="0" name=""/>
        <dsp:cNvSpPr/>
      </dsp:nvSpPr>
      <dsp:spPr>
        <a:xfrm>
          <a:off x="6227184" y="1951788"/>
          <a:ext cx="184842" cy="2013090"/>
        </a:xfrm>
        <a:custGeom>
          <a:avLst/>
          <a:gdLst/>
          <a:ahLst/>
          <a:cxnLst/>
          <a:rect l="0" t="0" r="0" b="0"/>
          <a:pathLst>
            <a:path>
              <a:moveTo>
                <a:pt x="0" y="0"/>
              </a:moveTo>
              <a:lnTo>
                <a:pt x="0" y="2013090"/>
              </a:lnTo>
              <a:lnTo>
                <a:pt x="184842" y="2013090"/>
              </a:lnTo>
            </a:path>
          </a:pathLst>
        </a:custGeom>
        <a:noFill/>
        <a:ln w="25400" cap="flat" cmpd="sng" algn="ctr">
          <a:solidFill>
            <a:schemeClr val="accent4">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F5689072-D173-4345-B2B5-E71A0B01115D}">
      <dsp:nvSpPr>
        <dsp:cNvPr id="0" name=""/>
        <dsp:cNvSpPr/>
      </dsp:nvSpPr>
      <dsp:spPr>
        <a:xfrm>
          <a:off x="6227184" y="1951788"/>
          <a:ext cx="184842" cy="1216878"/>
        </a:xfrm>
        <a:custGeom>
          <a:avLst/>
          <a:gdLst/>
          <a:ahLst/>
          <a:cxnLst/>
          <a:rect l="0" t="0" r="0" b="0"/>
          <a:pathLst>
            <a:path>
              <a:moveTo>
                <a:pt x="0" y="0"/>
              </a:moveTo>
              <a:lnTo>
                <a:pt x="0" y="1216878"/>
              </a:lnTo>
              <a:lnTo>
                <a:pt x="184842" y="1216878"/>
              </a:lnTo>
            </a:path>
          </a:pathLst>
        </a:custGeom>
        <a:noFill/>
        <a:ln w="25400" cap="flat" cmpd="sng" algn="ctr">
          <a:solidFill>
            <a:schemeClr val="accent4">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08C4B415-7DC5-4301-B3B6-2A1CCEA95361}">
      <dsp:nvSpPr>
        <dsp:cNvPr id="0" name=""/>
        <dsp:cNvSpPr/>
      </dsp:nvSpPr>
      <dsp:spPr>
        <a:xfrm>
          <a:off x="6227184" y="1951788"/>
          <a:ext cx="184842" cy="420665"/>
        </a:xfrm>
        <a:custGeom>
          <a:avLst/>
          <a:gdLst/>
          <a:ahLst/>
          <a:cxnLst/>
          <a:rect l="0" t="0" r="0" b="0"/>
          <a:pathLst>
            <a:path>
              <a:moveTo>
                <a:pt x="0" y="0"/>
              </a:moveTo>
              <a:lnTo>
                <a:pt x="0" y="420665"/>
              </a:lnTo>
              <a:lnTo>
                <a:pt x="184842" y="420665"/>
              </a:lnTo>
            </a:path>
          </a:pathLst>
        </a:custGeom>
        <a:noFill/>
        <a:ln w="25400" cap="flat" cmpd="sng" algn="ctr">
          <a:solidFill>
            <a:schemeClr val="accent4">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0A945A8F-3910-4024-8258-75F42FACA433}">
      <dsp:nvSpPr>
        <dsp:cNvPr id="0" name=""/>
        <dsp:cNvSpPr/>
      </dsp:nvSpPr>
      <dsp:spPr>
        <a:xfrm>
          <a:off x="4259370" y="629487"/>
          <a:ext cx="2680591" cy="579474"/>
        </a:xfrm>
        <a:custGeom>
          <a:avLst/>
          <a:gdLst/>
          <a:ahLst/>
          <a:cxnLst/>
          <a:rect l="0" t="0" r="0" b="0"/>
          <a:pathLst>
            <a:path>
              <a:moveTo>
                <a:pt x="0" y="0"/>
              </a:moveTo>
              <a:lnTo>
                <a:pt x="0" y="453240"/>
              </a:lnTo>
              <a:lnTo>
                <a:pt x="2680591" y="453240"/>
              </a:lnTo>
              <a:lnTo>
                <a:pt x="2680591" y="579474"/>
              </a:lnTo>
            </a:path>
          </a:pathLst>
        </a:custGeom>
        <a:noFill/>
        <a:ln w="25400" cap="flat" cmpd="sng" algn="ctr">
          <a:solidFill>
            <a:schemeClr val="accent3">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185828FD-E661-4953-957A-B98725A0CDC9}">
      <dsp:nvSpPr>
        <dsp:cNvPr id="0" name=""/>
        <dsp:cNvSpPr/>
      </dsp:nvSpPr>
      <dsp:spPr>
        <a:xfrm>
          <a:off x="3477130" y="1989664"/>
          <a:ext cx="464992" cy="2428550"/>
        </a:xfrm>
        <a:custGeom>
          <a:avLst/>
          <a:gdLst/>
          <a:ahLst/>
          <a:cxnLst/>
          <a:rect l="0" t="0" r="0" b="0"/>
          <a:pathLst>
            <a:path>
              <a:moveTo>
                <a:pt x="0" y="0"/>
              </a:moveTo>
              <a:lnTo>
                <a:pt x="0" y="2428550"/>
              </a:lnTo>
              <a:lnTo>
                <a:pt x="464992" y="2428550"/>
              </a:lnTo>
            </a:path>
          </a:pathLst>
        </a:custGeom>
        <a:noFill/>
        <a:ln w="25400" cap="flat" cmpd="sng" algn="ctr">
          <a:solidFill>
            <a:schemeClr val="accent4">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D1293B17-2E21-48F8-ACB9-4D1F1D1AF684}">
      <dsp:nvSpPr>
        <dsp:cNvPr id="0" name=""/>
        <dsp:cNvSpPr/>
      </dsp:nvSpPr>
      <dsp:spPr>
        <a:xfrm>
          <a:off x="3477130" y="1989664"/>
          <a:ext cx="464992" cy="1574968"/>
        </a:xfrm>
        <a:custGeom>
          <a:avLst/>
          <a:gdLst/>
          <a:ahLst/>
          <a:cxnLst/>
          <a:rect l="0" t="0" r="0" b="0"/>
          <a:pathLst>
            <a:path>
              <a:moveTo>
                <a:pt x="0" y="0"/>
              </a:moveTo>
              <a:lnTo>
                <a:pt x="0" y="1574968"/>
              </a:lnTo>
              <a:lnTo>
                <a:pt x="464992" y="1574968"/>
              </a:lnTo>
            </a:path>
          </a:pathLst>
        </a:custGeom>
        <a:noFill/>
        <a:ln w="25400" cap="flat" cmpd="sng" algn="ctr">
          <a:solidFill>
            <a:schemeClr val="accent4">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DA84E4EE-53A2-41A3-A159-A9DAB215AC21}">
      <dsp:nvSpPr>
        <dsp:cNvPr id="0" name=""/>
        <dsp:cNvSpPr/>
      </dsp:nvSpPr>
      <dsp:spPr>
        <a:xfrm>
          <a:off x="3477130" y="1989664"/>
          <a:ext cx="464992" cy="721385"/>
        </a:xfrm>
        <a:custGeom>
          <a:avLst/>
          <a:gdLst/>
          <a:ahLst/>
          <a:cxnLst/>
          <a:rect l="0" t="0" r="0" b="0"/>
          <a:pathLst>
            <a:path>
              <a:moveTo>
                <a:pt x="0" y="0"/>
              </a:moveTo>
              <a:lnTo>
                <a:pt x="0" y="721385"/>
              </a:lnTo>
              <a:lnTo>
                <a:pt x="464992" y="721385"/>
              </a:lnTo>
            </a:path>
          </a:pathLst>
        </a:custGeom>
        <a:noFill/>
        <a:ln w="25400" cap="flat" cmpd="sng" algn="ctr">
          <a:solidFill>
            <a:schemeClr val="accent4">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4EA00C17-D0E1-45B0-A01E-1EEC6763C52A}">
      <dsp:nvSpPr>
        <dsp:cNvPr id="0" name=""/>
        <dsp:cNvSpPr/>
      </dsp:nvSpPr>
      <dsp:spPr>
        <a:xfrm>
          <a:off x="4213650" y="629487"/>
          <a:ext cx="91440" cy="589350"/>
        </a:xfrm>
        <a:custGeom>
          <a:avLst/>
          <a:gdLst/>
          <a:ahLst/>
          <a:cxnLst/>
          <a:rect l="0" t="0" r="0" b="0"/>
          <a:pathLst>
            <a:path>
              <a:moveTo>
                <a:pt x="45720" y="0"/>
              </a:moveTo>
              <a:lnTo>
                <a:pt x="45720" y="463116"/>
              </a:lnTo>
              <a:lnTo>
                <a:pt x="52704" y="463116"/>
              </a:lnTo>
              <a:lnTo>
                <a:pt x="52704" y="589350"/>
              </a:lnTo>
            </a:path>
          </a:pathLst>
        </a:custGeom>
        <a:noFill/>
        <a:ln w="25400" cap="flat" cmpd="sng" algn="ctr">
          <a:solidFill>
            <a:schemeClr val="accent3">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7B4371B5-9FE0-4A41-B872-D27DD755166A}">
      <dsp:nvSpPr>
        <dsp:cNvPr id="0" name=""/>
        <dsp:cNvSpPr/>
      </dsp:nvSpPr>
      <dsp:spPr>
        <a:xfrm>
          <a:off x="1821424" y="629487"/>
          <a:ext cx="2437945" cy="575891"/>
        </a:xfrm>
        <a:custGeom>
          <a:avLst/>
          <a:gdLst/>
          <a:ahLst/>
          <a:cxnLst/>
          <a:rect l="0" t="0" r="0" b="0"/>
          <a:pathLst>
            <a:path>
              <a:moveTo>
                <a:pt x="2437945" y="0"/>
              </a:moveTo>
              <a:lnTo>
                <a:pt x="2437945" y="449657"/>
              </a:lnTo>
              <a:lnTo>
                <a:pt x="0" y="449657"/>
              </a:lnTo>
              <a:lnTo>
                <a:pt x="0" y="575891"/>
              </a:lnTo>
            </a:path>
          </a:pathLst>
        </a:custGeom>
        <a:noFill/>
        <a:ln w="25400" cap="flat" cmpd="sng" algn="ctr">
          <a:solidFill>
            <a:schemeClr val="accent3">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0F3C8968-31FF-46A5-BCB3-A2E771257413}">
      <dsp:nvSpPr>
        <dsp:cNvPr id="0" name=""/>
        <dsp:cNvSpPr/>
      </dsp:nvSpPr>
      <dsp:spPr>
        <a:xfrm>
          <a:off x="1977846" y="0"/>
          <a:ext cx="4563047" cy="629487"/>
        </a:xfrm>
        <a:prstGeom prst="rect">
          <a:avLst/>
        </a:prstGeom>
        <a:gradFill rotWithShape="0">
          <a:gsLst>
            <a:gs pos="0">
              <a:schemeClr val="accent1">
                <a:hueOff val="0"/>
                <a:satOff val="0"/>
                <a:lumOff val="0"/>
                <a:alphaOff val="0"/>
                <a:tint val="50000"/>
                <a:satMod val="300000"/>
              </a:schemeClr>
            </a:gs>
            <a:gs pos="35000">
              <a:schemeClr val="accent1">
                <a:hueOff val="0"/>
                <a:satOff val="0"/>
                <a:lumOff val="0"/>
                <a:alphaOff val="0"/>
                <a:tint val="37000"/>
                <a:satMod val="300000"/>
              </a:schemeClr>
            </a:gs>
            <a:gs pos="100000">
              <a:schemeClr val="accent1">
                <a:hueOff val="0"/>
                <a:satOff val="0"/>
                <a:lumOff val="0"/>
                <a:alphaOff val="0"/>
                <a:tint val="15000"/>
                <a:satMod val="350000"/>
              </a:schemeClr>
            </a:gs>
          </a:gsLst>
          <a:lin ang="16200000" scaled="1"/>
        </a:gradFill>
        <a:ln>
          <a:noFill/>
        </a:ln>
        <a:effectLst>
          <a:outerShdw blurRad="40000" dist="20000" dir="5400000" rotWithShape="0">
            <a:srgbClr val="000000">
              <a:alpha val="38000"/>
            </a:srgbClr>
          </a:outerShdw>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10160" tIns="10160" rIns="10160" bIns="10160" numCol="1" spcCol="1270" anchor="ctr" anchorCtr="0">
          <a:noAutofit/>
        </a:bodyPr>
        <a:lstStyle/>
        <a:p>
          <a:pPr lvl="0" algn="ctr" defTabSz="711200">
            <a:lnSpc>
              <a:spcPct val="90000"/>
            </a:lnSpc>
            <a:spcBef>
              <a:spcPct val="0"/>
            </a:spcBef>
            <a:spcAft>
              <a:spcPct val="35000"/>
            </a:spcAft>
          </a:pPr>
          <a:r>
            <a:rPr lang="en-US" sz="1600" kern="1200" dirty="0" smtClean="0"/>
            <a:t>Chapter 32 – SW requirements and risk management</a:t>
          </a:r>
          <a:endParaRPr lang="en-US" sz="1600" kern="1200" dirty="0"/>
        </a:p>
      </dsp:txBody>
      <dsp:txXfrm>
        <a:off x="1977846" y="0"/>
        <a:ext cx="4563047" cy="629487"/>
      </dsp:txXfrm>
    </dsp:sp>
    <dsp:sp modelId="{C9422C4E-2B02-4D33-A16B-EF7B187ECAB7}">
      <dsp:nvSpPr>
        <dsp:cNvPr id="0" name=""/>
        <dsp:cNvSpPr/>
      </dsp:nvSpPr>
      <dsp:spPr>
        <a:xfrm>
          <a:off x="814569" y="1205378"/>
          <a:ext cx="2013709" cy="742274"/>
        </a:xfrm>
        <a:prstGeom prst="rect">
          <a:avLst/>
        </a:prstGeom>
        <a:gradFill rotWithShape="0">
          <a:gsLst>
            <a:gs pos="0">
              <a:schemeClr val="accent3">
                <a:hueOff val="0"/>
                <a:satOff val="0"/>
                <a:lumOff val="0"/>
                <a:alphaOff val="0"/>
                <a:tint val="50000"/>
                <a:satMod val="300000"/>
              </a:schemeClr>
            </a:gs>
            <a:gs pos="35000">
              <a:schemeClr val="accent3">
                <a:hueOff val="0"/>
                <a:satOff val="0"/>
                <a:lumOff val="0"/>
                <a:alphaOff val="0"/>
                <a:tint val="37000"/>
                <a:satMod val="300000"/>
              </a:schemeClr>
            </a:gs>
            <a:gs pos="100000">
              <a:schemeClr val="accent3">
                <a:hueOff val="0"/>
                <a:satOff val="0"/>
                <a:lumOff val="0"/>
                <a:alphaOff val="0"/>
                <a:tint val="15000"/>
                <a:satMod val="350000"/>
              </a:schemeClr>
            </a:gs>
          </a:gsLst>
          <a:lin ang="16200000" scaled="1"/>
        </a:gradFill>
        <a:ln>
          <a:noFill/>
        </a:ln>
        <a:effectLst>
          <a:outerShdw blurRad="40000" dist="20000" dir="5400000" rotWithShape="0">
            <a:srgbClr val="000000">
              <a:alpha val="38000"/>
            </a:srgbClr>
          </a:outerShdw>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7620" tIns="7620" rIns="7620" bIns="7620" numCol="1" spcCol="1270" anchor="ctr" anchorCtr="0">
          <a:noAutofit/>
        </a:bodyPr>
        <a:lstStyle/>
        <a:p>
          <a:pPr lvl="0" algn="ctr" defTabSz="533400">
            <a:lnSpc>
              <a:spcPct val="90000"/>
            </a:lnSpc>
            <a:spcBef>
              <a:spcPct val="0"/>
            </a:spcBef>
            <a:spcAft>
              <a:spcPct val="35000"/>
            </a:spcAft>
          </a:pPr>
          <a:r>
            <a:rPr lang="en-US" sz="1200" kern="1200" dirty="0" smtClean="0"/>
            <a:t>What’s risk and risk management?</a:t>
          </a:r>
          <a:endParaRPr lang="en-US" sz="1200" kern="1200" dirty="0"/>
        </a:p>
      </dsp:txBody>
      <dsp:txXfrm>
        <a:off x="814569" y="1205378"/>
        <a:ext cx="2013709" cy="742274"/>
      </dsp:txXfrm>
    </dsp:sp>
    <dsp:sp modelId="{9B3B753F-3337-4FC5-847E-03B30A2CFC72}">
      <dsp:nvSpPr>
        <dsp:cNvPr id="0" name=""/>
        <dsp:cNvSpPr/>
      </dsp:nvSpPr>
      <dsp:spPr>
        <a:xfrm>
          <a:off x="3279824" y="1218837"/>
          <a:ext cx="1973062" cy="770827"/>
        </a:xfrm>
        <a:prstGeom prst="rect">
          <a:avLst/>
        </a:prstGeom>
        <a:gradFill rotWithShape="0">
          <a:gsLst>
            <a:gs pos="0">
              <a:schemeClr val="accent3">
                <a:hueOff val="0"/>
                <a:satOff val="0"/>
                <a:lumOff val="0"/>
                <a:alphaOff val="0"/>
                <a:tint val="50000"/>
                <a:satMod val="300000"/>
              </a:schemeClr>
            </a:gs>
            <a:gs pos="35000">
              <a:schemeClr val="accent3">
                <a:hueOff val="0"/>
                <a:satOff val="0"/>
                <a:lumOff val="0"/>
                <a:alphaOff val="0"/>
                <a:tint val="37000"/>
                <a:satMod val="300000"/>
              </a:schemeClr>
            </a:gs>
            <a:gs pos="100000">
              <a:schemeClr val="accent3">
                <a:hueOff val="0"/>
                <a:satOff val="0"/>
                <a:lumOff val="0"/>
                <a:alphaOff val="0"/>
                <a:tint val="15000"/>
                <a:satMod val="350000"/>
              </a:schemeClr>
            </a:gs>
          </a:gsLst>
          <a:lin ang="16200000" scaled="1"/>
        </a:gradFill>
        <a:ln>
          <a:noFill/>
        </a:ln>
        <a:effectLst>
          <a:outerShdw blurRad="40000" dist="20000" dir="5400000" rotWithShape="0">
            <a:srgbClr val="000000">
              <a:alpha val="38000"/>
            </a:srgbClr>
          </a:outerShdw>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7620" tIns="7620" rIns="7620" bIns="7620" numCol="1" spcCol="1270" anchor="ctr" anchorCtr="0">
          <a:noAutofit/>
        </a:bodyPr>
        <a:lstStyle/>
        <a:p>
          <a:pPr lvl="0" algn="ctr" defTabSz="533400">
            <a:lnSpc>
              <a:spcPct val="90000"/>
            </a:lnSpc>
            <a:spcBef>
              <a:spcPct val="0"/>
            </a:spcBef>
            <a:spcAft>
              <a:spcPct val="35000"/>
            </a:spcAft>
          </a:pPr>
          <a:r>
            <a:rPr lang="en-US" sz="1200" kern="1200" dirty="0" smtClean="0"/>
            <a:t>Fundamentals of software risk management</a:t>
          </a:r>
          <a:endParaRPr lang="en-US" sz="1200" kern="1200" dirty="0"/>
        </a:p>
      </dsp:txBody>
      <dsp:txXfrm>
        <a:off x="3279824" y="1218837"/>
        <a:ext cx="1973062" cy="770827"/>
      </dsp:txXfrm>
    </dsp:sp>
    <dsp:sp modelId="{76E52D08-9B76-4D0F-B7D3-9C89EE4509BC}">
      <dsp:nvSpPr>
        <dsp:cNvPr id="0" name=""/>
        <dsp:cNvSpPr/>
      </dsp:nvSpPr>
      <dsp:spPr>
        <a:xfrm>
          <a:off x="3942123" y="2410493"/>
          <a:ext cx="1202228" cy="601114"/>
        </a:xfrm>
        <a:prstGeom prst="rect">
          <a:avLst/>
        </a:prstGeom>
        <a:gradFill rotWithShape="0">
          <a:gsLst>
            <a:gs pos="0">
              <a:schemeClr val="accent4">
                <a:hueOff val="0"/>
                <a:satOff val="0"/>
                <a:lumOff val="0"/>
                <a:alphaOff val="0"/>
                <a:tint val="50000"/>
                <a:satMod val="300000"/>
              </a:schemeClr>
            </a:gs>
            <a:gs pos="35000">
              <a:schemeClr val="accent4">
                <a:hueOff val="0"/>
                <a:satOff val="0"/>
                <a:lumOff val="0"/>
                <a:alphaOff val="0"/>
                <a:tint val="37000"/>
                <a:satMod val="300000"/>
              </a:schemeClr>
            </a:gs>
            <a:gs pos="100000">
              <a:schemeClr val="accent4">
                <a:hueOff val="0"/>
                <a:satOff val="0"/>
                <a:lumOff val="0"/>
                <a:alphaOff val="0"/>
                <a:tint val="15000"/>
                <a:satMod val="350000"/>
              </a:schemeClr>
            </a:gs>
          </a:gsLst>
          <a:lin ang="16200000" scaled="1"/>
        </a:gradFill>
        <a:ln>
          <a:noFill/>
        </a:ln>
        <a:effectLst>
          <a:outerShdw blurRad="40000" dist="20000" dir="5400000" rotWithShape="0">
            <a:srgbClr val="000000">
              <a:alpha val="38000"/>
            </a:srgbClr>
          </a:outerShdw>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7620" tIns="7620" rIns="7620" bIns="7620" numCol="1" spcCol="1270" anchor="ctr" anchorCtr="0">
          <a:noAutofit/>
        </a:bodyPr>
        <a:lstStyle/>
        <a:p>
          <a:pPr lvl="0" algn="ctr" defTabSz="533400">
            <a:lnSpc>
              <a:spcPct val="90000"/>
            </a:lnSpc>
            <a:spcBef>
              <a:spcPct val="0"/>
            </a:spcBef>
            <a:spcAft>
              <a:spcPct val="35000"/>
            </a:spcAft>
          </a:pPr>
          <a:r>
            <a:rPr lang="en-US" sz="1200" kern="1200" dirty="0" smtClean="0">
              <a:solidFill>
                <a:srgbClr val="003399"/>
              </a:solidFill>
            </a:rPr>
            <a:t>Elements of risk management</a:t>
          </a:r>
          <a:endParaRPr lang="en-US" sz="1200" kern="1200" dirty="0"/>
        </a:p>
      </dsp:txBody>
      <dsp:txXfrm>
        <a:off x="3942123" y="2410493"/>
        <a:ext cx="1202228" cy="601114"/>
      </dsp:txXfrm>
    </dsp:sp>
    <dsp:sp modelId="{F7F698A3-121B-4F88-8621-5CF658537600}">
      <dsp:nvSpPr>
        <dsp:cNvPr id="0" name=""/>
        <dsp:cNvSpPr/>
      </dsp:nvSpPr>
      <dsp:spPr>
        <a:xfrm>
          <a:off x="3942123" y="3264075"/>
          <a:ext cx="1202228" cy="601114"/>
        </a:xfrm>
        <a:prstGeom prst="rect">
          <a:avLst/>
        </a:prstGeom>
        <a:gradFill rotWithShape="0">
          <a:gsLst>
            <a:gs pos="0">
              <a:schemeClr val="accent4">
                <a:hueOff val="0"/>
                <a:satOff val="0"/>
                <a:lumOff val="0"/>
                <a:alphaOff val="0"/>
                <a:tint val="50000"/>
                <a:satMod val="300000"/>
              </a:schemeClr>
            </a:gs>
            <a:gs pos="35000">
              <a:schemeClr val="accent4">
                <a:hueOff val="0"/>
                <a:satOff val="0"/>
                <a:lumOff val="0"/>
                <a:alphaOff val="0"/>
                <a:tint val="37000"/>
                <a:satMod val="300000"/>
              </a:schemeClr>
            </a:gs>
            <a:gs pos="100000">
              <a:schemeClr val="accent4">
                <a:hueOff val="0"/>
                <a:satOff val="0"/>
                <a:lumOff val="0"/>
                <a:alphaOff val="0"/>
                <a:tint val="15000"/>
                <a:satMod val="350000"/>
              </a:schemeClr>
            </a:gs>
          </a:gsLst>
          <a:lin ang="16200000" scaled="1"/>
        </a:gradFill>
        <a:ln>
          <a:noFill/>
        </a:ln>
        <a:effectLst>
          <a:outerShdw blurRad="40000" dist="20000" dir="5400000" rotWithShape="0">
            <a:srgbClr val="000000">
              <a:alpha val="38000"/>
            </a:srgbClr>
          </a:outerShdw>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7620" tIns="7620" rIns="7620" bIns="7620" numCol="1" spcCol="1270" anchor="ctr" anchorCtr="0">
          <a:noAutofit/>
        </a:bodyPr>
        <a:lstStyle/>
        <a:p>
          <a:pPr lvl="0" algn="ctr" defTabSz="533400">
            <a:lnSpc>
              <a:spcPct val="90000"/>
            </a:lnSpc>
            <a:spcBef>
              <a:spcPct val="0"/>
            </a:spcBef>
            <a:spcAft>
              <a:spcPct val="35000"/>
            </a:spcAft>
          </a:pPr>
          <a:r>
            <a:rPr lang="en-US" sz="1200" kern="1200" dirty="0" smtClean="0">
              <a:solidFill>
                <a:srgbClr val="003399"/>
              </a:solidFill>
            </a:rPr>
            <a:t>Documenting project risks</a:t>
          </a:r>
          <a:endParaRPr lang="en-US" sz="1200" kern="1200" dirty="0"/>
        </a:p>
      </dsp:txBody>
      <dsp:txXfrm>
        <a:off x="3942123" y="3264075"/>
        <a:ext cx="1202228" cy="601114"/>
      </dsp:txXfrm>
    </dsp:sp>
    <dsp:sp modelId="{A17B45EE-D7E0-4A3D-B311-4A0272A5A1D5}">
      <dsp:nvSpPr>
        <dsp:cNvPr id="0" name=""/>
        <dsp:cNvSpPr/>
      </dsp:nvSpPr>
      <dsp:spPr>
        <a:xfrm>
          <a:off x="3942123" y="4117658"/>
          <a:ext cx="1202228" cy="601114"/>
        </a:xfrm>
        <a:prstGeom prst="rect">
          <a:avLst/>
        </a:prstGeom>
        <a:gradFill rotWithShape="0">
          <a:gsLst>
            <a:gs pos="0">
              <a:schemeClr val="accent4">
                <a:hueOff val="0"/>
                <a:satOff val="0"/>
                <a:lumOff val="0"/>
                <a:alphaOff val="0"/>
                <a:tint val="50000"/>
                <a:satMod val="300000"/>
              </a:schemeClr>
            </a:gs>
            <a:gs pos="35000">
              <a:schemeClr val="accent4">
                <a:hueOff val="0"/>
                <a:satOff val="0"/>
                <a:lumOff val="0"/>
                <a:alphaOff val="0"/>
                <a:tint val="37000"/>
                <a:satMod val="300000"/>
              </a:schemeClr>
            </a:gs>
            <a:gs pos="100000">
              <a:schemeClr val="accent4">
                <a:hueOff val="0"/>
                <a:satOff val="0"/>
                <a:lumOff val="0"/>
                <a:alphaOff val="0"/>
                <a:tint val="15000"/>
                <a:satMod val="350000"/>
              </a:schemeClr>
            </a:gs>
          </a:gsLst>
          <a:lin ang="16200000" scaled="1"/>
        </a:gradFill>
        <a:ln>
          <a:noFill/>
        </a:ln>
        <a:effectLst>
          <a:outerShdw blurRad="40000" dist="20000" dir="5400000" rotWithShape="0">
            <a:srgbClr val="000000">
              <a:alpha val="38000"/>
            </a:srgbClr>
          </a:outerShdw>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7620" tIns="7620" rIns="7620" bIns="7620" numCol="1" spcCol="1270" anchor="ctr" anchorCtr="0">
          <a:noAutofit/>
        </a:bodyPr>
        <a:lstStyle/>
        <a:p>
          <a:pPr lvl="0" algn="ctr" defTabSz="533400">
            <a:lnSpc>
              <a:spcPct val="90000"/>
            </a:lnSpc>
            <a:spcBef>
              <a:spcPct val="0"/>
            </a:spcBef>
            <a:spcAft>
              <a:spcPct val="35000"/>
            </a:spcAft>
          </a:pPr>
          <a:r>
            <a:rPr lang="en-US" sz="1200" kern="1200" dirty="0" smtClean="0">
              <a:solidFill>
                <a:srgbClr val="003399"/>
              </a:solidFill>
            </a:rPr>
            <a:t>Planning for risk management</a:t>
          </a:r>
          <a:endParaRPr lang="en-US" sz="1200" kern="1200" dirty="0"/>
        </a:p>
      </dsp:txBody>
      <dsp:txXfrm>
        <a:off x="3942123" y="4117658"/>
        <a:ext cx="1202228" cy="601114"/>
      </dsp:txXfrm>
    </dsp:sp>
    <dsp:sp modelId="{77DDDD68-CACB-4E6E-B03E-2E9BBBBC0DC0}">
      <dsp:nvSpPr>
        <dsp:cNvPr id="0" name=""/>
        <dsp:cNvSpPr/>
      </dsp:nvSpPr>
      <dsp:spPr>
        <a:xfrm>
          <a:off x="6048990" y="1208961"/>
          <a:ext cx="1781943" cy="742827"/>
        </a:xfrm>
        <a:prstGeom prst="rect">
          <a:avLst/>
        </a:prstGeom>
        <a:gradFill rotWithShape="0">
          <a:gsLst>
            <a:gs pos="0">
              <a:schemeClr val="accent3">
                <a:hueOff val="0"/>
                <a:satOff val="0"/>
                <a:lumOff val="0"/>
                <a:alphaOff val="0"/>
                <a:tint val="50000"/>
                <a:satMod val="300000"/>
              </a:schemeClr>
            </a:gs>
            <a:gs pos="35000">
              <a:schemeClr val="accent3">
                <a:hueOff val="0"/>
                <a:satOff val="0"/>
                <a:lumOff val="0"/>
                <a:alphaOff val="0"/>
                <a:tint val="37000"/>
                <a:satMod val="300000"/>
              </a:schemeClr>
            </a:gs>
            <a:gs pos="100000">
              <a:schemeClr val="accent3">
                <a:hueOff val="0"/>
                <a:satOff val="0"/>
                <a:lumOff val="0"/>
                <a:alphaOff val="0"/>
                <a:tint val="15000"/>
                <a:satMod val="350000"/>
              </a:schemeClr>
            </a:gs>
          </a:gsLst>
          <a:lin ang="16200000" scaled="1"/>
        </a:gradFill>
        <a:ln>
          <a:noFill/>
        </a:ln>
        <a:effectLst>
          <a:outerShdw blurRad="40000" dist="20000" dir="5400000" rotWithShape="0">
            <a:srgbClr val="000000">
              <a:alpha val="38000"/>
            </a:srgbClr>
          </a:outerShdw>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7620" tIns="7620" rIns="7620" bIns="7620" numCol="1" spcCol="1270" anchor="ctr" anchorCtr="0">
          <a:noAutofit/>
        </a:bodyPr>
        <a:lstStyle/>
        <a:p>
          <a:pPr lvl="0" algn="ctr" defTabSz="533400">
            <a:lnSpc>
              <a:spcPct val="90000"/>
            </a:lnSpc>
            <a:spcBef>
              <a:spcPct val="0"/>
            </a:spcBef>
            <a:spcAft>
              <a:spcPct val="35000"/>
            </a:spcAft>
          </a:pPr>
          <a:r>
            <a:rPr lang="en-US" sz="1200" kern="1200" dirty="0" smtClean="0"/>
            <a:t>Requirements-related risks</a:t>
          </a:r>
          <a:endParaRPr lang="en-US" sz="1200" kern="1200" dirty="0"/>
        </a:p>
      </dsp:txBody>
      <dsp:txXfrm>
        <a:off x="6048990" y="1208961"/>
        <a:ext cx="1781943" cy="742827"/>
      </dsp:txXfrm>
    </dsp:sp>
    <dsp:sp modelId="{B6DFB240-762D-45DB-A5DC-36D2AD7A3924}">
      <dsp:nvSpPr>
        <dsp:cNvPr id="0" name=""/>
        <dsp:cNvSpPr/>
      </dsp:nvSpPr>
      <dsp:spPr>
        <a:xfrm>
          <a:off x="6412027" y="2071897"/>
          <a:ext cx="1447147" cy="601114"/>
        </a:xfrm>
        <a:prstGeom prst="rect">
          <a:avLst/>
        </a:prstGeom>
        <a:gradFill rotWithShape="0">
          <a:gsLst>
            <a:gs pos="0">
              <a:schemeClr val="accent4">
                <a:hueOff val="0"/>
                <a:satOff val="0"/>
                <a:lumOff val="0"/>
                <a:alphaOff val="0"/>
                <a:tint val="50000"/>
                <a:satMod val="300000"/>
              </a:schemeClr>
            </a:gs>
            <a:gs pos="35000">
              <a:schemeClr val="accent4">
                <a:hueOff val="0"/>
                <a:satOff val="0"/>
                <a:lumOff val="0"/>
                <a:alphaOff val="0"/>
                <a:tint val="37000"/>
                <a:satMod val="300000"/>
              </a:schemeClr>
            </a:gs>
            <a:gs pos="100000">
              <a:schemeClr val="accent4">
                <a:hueOff val="0"/>
                <a:satOff val="0"/>
                <a:lumOff val="0"/>
                <a:alphaOff val="0"/>
                <a:tint val="15000"/>
                <a:satMod val="350000"/>
              </a:schemeClr>
            </a:gs>
          </a:gsLst>
          <a:lin ang="16200000" scaled="1"/>
        </a:gradFill>
        <a:ln>
          <a:noFill/>
        </a:ln>
        <a:effectLst>
          <a:outerShdw blurRad="40000" dist="20000" dir="5400000" rotWithShape="0">
            <a:srgbClr val="000000">
              <a:alpha val="38000"/>
            </a:srgbClr>
          </a:outerShdw>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7620" tIns="7620" rIns="7620" bIns="7620" numCol="1" spcCol="1270" anchor="ctr" anchorCtr="0">
          <a:noAutofit/>
        </a:bodyPr>
        <a:lstStyle/>
        <a:p>
          <a:pPr lvl="0" algn="ctr" defTabSz="533400">
            <a:lnSpc>
              <a:spcPct val="90000"/>
            </a:lnSpc>
            <a:spcBef>
              <a:spcPct val="0"/>
            </a:spcBef>
            <a:spcAft>
              <a:spcPct val="35000"/>
            </a:spcAft>
          </a:pPr>
          <a:r>
            <a:rPr lang="en-US" sz="1200" kern="1200" dirty="0" smtClean="0">
              <a:solidFill>
                <a:srgbClr val="C00000"/>
              </a:solidFill>
            </a:rPr>
            <a:t>Requirements elicitation</a:t>
          </a:r>
          <a:endParaRPr lang="en-US" sz="1200" kern="1200" dirty="0"/>
        </a:p>
      </dsp:txBody>
      <dsp:txXfrm>
        <a:off x="6412027" y="2071897"/>
        <a:ext cx="1447147" cy="601114"/>
      </dsp:txXfrm>
    </dsp:sp>
    <dsp:sp modelId="{B0307730-74A2-44FB-ACBF-076CB2EAE9E7}">
      <dsp:nvSpPr>
        <dsp:cNvPr id="0" name=""/>
        <dsp:cNvSpPr/>
      </dsp:nvSpPr>
      <dsp:spPr>
        <a:xfrm>
          <a:off x="6412027" y="2868109"/>
          <a:ext cx="1447147" cy="601114"/>
        </a:xfrm>
        <a:prstGeom prst="rect">
          <a:avLst/>
        </a:prstGeom>
        <a:gradFill rotWithShape="0">
          <a:gsLst>
            <a:gs pos="0">
              <a:schemeClr val="accent4">
                <a:hueOff val="0"/>
                <a:satOff val="0"/>
                <a:lumOff val="0"/>
                <a:alphaOff val="0"/>
                <a:tint val="50000"/>
                <a:satMod val="300000"/>
              </a:schemeClr>
            </a:gs>
            <a:gs pos="35000">
              <a:schemeClr val="accent4">
                <a:hueOff val="0"/>
                <a:satOff val="0"/>
                <a:lumOff val="0"/>
                <a:alphaOff val="0"/>
                <a:tint val="37000"/>
                <a:satMod val="300000"/>
              </a:schemeClr>
            </a:gs>
            <a:gs pos="100000">
              <a:schemeClr val="accent4">
                <a:hueOff val="0"/>
                <a:satOff val="0"/>
                <a:lumOff val="0"/>
                <a:alphaOff val="0"/>
                <a:tint val="15000"/>
                <a:satMod val="350000"/>
              </a:schemeClr>
            </a:gs>
          </a:gsLst>
          <a:lin ang="16200000" scaled="1"/>
        </a:gradFill>
        <a:ln>
          <a:noFill/>
        </a:ln>
        <a:effectLst>
          <a:outerShdw blurRad="40000" dist="20000" dir="5400000" rotWithShape="0">
            <a:srgbClr val="000000">
              <a:alpha val="38000"/>
            </a:srgbClr>
          </a:outerShdw>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7620" tIns="7620" rIns="7620" bIns="7620" numCol="1" spcCol="1270" anchor="ctr" anchorCtr="0">
          <a:noAutofit/>
        </a:bodyPr>
        <a:lstStyle/>
        <a:p>
          <a:pPr lvl="0" algn="ctr" defTabSz="533400">
            <a:lnSpc>
              <a:spcPct val="90000"/>
            </a:lnSpc>
            <a:spcBef>
              <a:spcPct val="0"/>
            </a:spcBef>
            <a:spcAft>
              <a:spcPct val="35000"/>
            </a:spcAft>
          </a:pPr>
          <a:r>
            <a:rPr lang="en-US" sz="1200" kern="1200" dirty="0" smtClean="0">
              <a:solidFill>
                <a:srgbClr val="C00000"/>
              </a:solidFill>
            </a:rPr>
            <a:t>Requirements analysis</a:t>
          </a:r>
          <a:endParaRPr lang="en-US" sz="1200" kern="1200" dirty="0"/>
        </a:p>
      </dsp:txBody>
      <dsp:txXfrm>
        <a:off x="6412027" y="2868109"/>
        <a:ext cx="1447147" cy="601114"/>
      </dsp:txXfrm>
    </dsp:sp>
    <dsp:sp modelId="{2DD1F9A3-E091-42B4-A99A-7D456C5500CC}">
      <dsp:nvSpPr>
        <dsp:cNvPr id="0" name=""/>
        <dsp:cNvSpPr/>
      </dsp:nvSpPr>
      <dsp:spPr>
        <a:xfrm>
          <a:off x="6412027" y="3664321"/>
          <a:ext cx="1447147" cy="601114"/>
        </a:xfrm>
        <a:prstGeom prst="rect">
          <a:avLst/>
        </a:prstGeom>
        <a:gradFill rotWithShape="0">
          <a:gsLst>
            <a:gs pos="0">
              <a:schemeClr val="accent4">
                <a:hueOff val="0"/>
                <a:satOff val="0"/>
                <a:lumOff val="0"/>
                <a:alphaOff val="0"/>
                <a:tint val="50000"/>
                <a:satMod val="300000"/>
              </a:schemeClr>
            </a:gs>
            <a:gs pos="35000">
              <a:schemeClr val="accent4">
                <a:hueOff val="0"/>
                <a:satOff val="0"/>
                <a:lumOff val="0"/>
                <a:alphaOff val="0"/>
                <a:tint val="37000"/>
                <a:satMod val="300000"/>
              </a:schemeClr>
            </a:gs>
            <a:gs pos="100000">
              <a:schemeClr val="accent4">
                <a:hueOff val="0"/>
                <a:satOff val="0"/>
                <a:lumOff val="0"/>
                <a:alphaOff val="0"/>
                <a:tint val="15000"/>
                <a:satMod val="350000"/>
              </a:schemeClr>
            </a:gs>
          </a:gsLst>
          <a:lin ang="16200000" scaled="1"/>
        </a:gradFill>
        <a:ln>
          <a:noFill/>
        </a:ln>
        <a:effectLst>
          <a:outerShdw blurRad="40000" dist="20000" dir="5400000" rotWithShape="0">
            <a:srgbClr val="000000">
              <a:alpha val="38000"/>
            </a:srgbClr>
          </a:outerShdw>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7620" tIns="7620" rIns="7620" bIns="7620" numCol="1" spcCol="1270" anchor="ctr" anchorCtr="0">
          <a:noAutofit/>
        </a:bodyPr>
        <a:lstStyle/>
        <a:p>
          <a:pPr lvl="0" algn="ctr" defTabSz="533400">
            <a:lnSpc>
              <a:spcPct val="90000"/>
            </a:lnSpc>
            <a:spcBef>
              <a:spcPct val="0"/>
            </a:spcBef>
            <a:spcAft>
              <a:spcPct val="35000"/>
            </a:spcAft>
          </a:pPr>
          <a:r>
            <a:rPr lang="en-US" sz="1200" kern="1200" dirty="0" smtClean="0">
              <a:solidFill>
                <a:srgbClr val="C00000"/>
              </a:solidFill>
            </a:rPr>
            <a:t>Requirements specification</a:t>
          </a:r>
          <a:endParaRPr lang="en-US" sz="1200" kern="1200" dirty="0"/>
        </a:p>
      </dsp:txBody>
      <dsp:txXfrm>
        <a:off x="6412027" y="3664321"/>
        <a:ext cx="1447147" cy="601114"/>
      </dsp:txXfrm>
    </dsp:sp>
    <dsp:sp modelId="{DEFF14A3-CF76-409E-8947-F922CC96323E}">
      <dsp:nvSpPr>
        <dsp:cNvPr id="0" name=""/>
        <dsp:cNvSpPr/>
      </dsp:nvSpPr>
      <dsp:spPr>
        <a:xfrm>
          <a:off x="6412027" y="4441941"/>
          <a:ext cx="1447147" cy="601114"/>
        </a:xfrm>
        <a:prstGeom prst="rect">
          <a:avLst/>
        </a:prstGeom>
        <a:gradFill rotWithShape="0">
          <a:gsLst>
            <a:gs pos="0">
              <a:schemeClr val="accent4">
                <a:hueOff val="0"/>
                <a:satOff val="0"/>
                <a:lumOff val="0"/>
                <a:alphaOff val="0"/>
                <a:tint val="50000"/>
                <a:satMod val="300000"/>
              </a:schemeClr>
            </a:gs>
            <a:gs pos="35000">
              <a:schemeClr val="accent4">
                <a:hueOff val="0"/>
                <a:satOff val="0"/>
                <a:lumOff val="0"/>
                <a:alphaOff val="0"/>
                <a:tint val="37000"/>
                <a:satMod val="300000"/>
              </a:schemeClr>
            </a:gs>
            <a:gs pos="100000">
              <a:schemeClr val="accent4">
                <a:hueOff val="0"/>
                <a:satOff val="0"/>
                <a:lumOff val="0"/>
                <a:alphaOff val="0"/>
                <a:tint val="15000"/>
                <a:satMod val="350000"/>
              </a:schemeClr>
            </a:gs>
          </a:gsLst>
          <a:lin ang="16200000" scaled="1"/>
        </a:gradFill>
        <a:ln>
          <a:noFill/>
        </a:ln>
        <a:effectLst>
          <a:outerShdw blurRad="40000" dist="20000" dir="5400000" rotWithShape="0">
            <a:srgbClr val="000000">
              <a:alpha val="38000"/>
            </a:srgbClr>
          </a:outerShdw>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7620" tIns="7620" rIns="7620" bIns="7620" numCol="1" spcCol="1270" anchor="ctr" anchorCtr="0">
          <a:noAutofit/>
        </a:bodyPr>
        <a:lstStyle/>
        <a:p>
          <a:pPr lvl="0" algn="ctr" defTabSz="533400">
            <a:lnSpc>
              <a:spcPct val="90000"/>
            </a:lnSpc>
            <a:spcBef>
              <a:spcPct val="0"/>
            </a:spcBef>
            <a:spcAft>
              <a:spcPct val="35000"/>
            </a:spcAft>
          </a:pPr>
          <a:r>
            <a:rPr lang="en-US" sz="1200" kern="1200" dirty="0" smtClean="0">
              <a:solidFill>
                <a:srgbClr val="C00000"/>
              </a:solidFill>
            </a:rPr>
            <a:t>Requirements validation</a:t>
          </a:r>
          <a:endParaRPr lang="en-US" sz="1200" kern="1200" dirty="0"/>
        </a:p>
      </dsp:txBody>
      <dsp:txXfrm>
        <a:off x="6412027" y="4441941"/>
        <a:ext cx="1447147" cy="601114"/>
      </dsp:txXfrm>
    </dsp:sp>
  </dsp:spTree>
</dsp:drawing>
</file>

<file path=ppt/diagrams/layout1.xml><?xml version="1.0" encoding="utf-8"?>
<dgm:layoutDef xmlns:dgm="http://schemas.openxmlformats.org/drawingml/2006/diagram" xmlns:a="http://schemas.openxmlformats.org/drawingml/2006/main" uniqueId="urn:microsoft.com/office/officeart/2005/8/layout/orgChart1">
  <dgm:title val=""/>
  <dgm:desc val=""/>
  <dgm:catLst>
    <dgm:cat type="hierarchy" pri="1000"/>
    <dgm:cat type="convert" pri="6000"/>
  </dgm:catLst>
  <dgm:sampData>
    <dgm:dataModel>
      <dgm:ptLst>
        <dgm:pt modelId="0" type="doc"/>
        <dgm:pt modelId="1">
          <dgm:prSet phldr="1"/>
        </dgm:pt>
        <dgm:pt modelId="2" type="asst">
          <dgm:prSet phldr="1"/>
        </dgm:pt>
        <dgm:pt modelId="3">
          <dgm:prSet phldr="1"/>
        </dgm:pt>
        <dgm:pt modelId="4">
          <dgm:prSet phldr="1"/>
        </dgm:pt>
        <dgm:pt modelId="5">
          <dgm:prSet phldr="1"/>
        </dgm:pt>
      </dgm:ptLst>
      <dgm:cxnLst>
        <dgm:cxn modelId="5" srcId="0" destId="1" srcOrd="0" destOrd="0"/>
        <dgm:cxn modelId="6" srcId="1" destId="2" srcOrd="0" destOrd="0"/>
        <dgm:cxn modelId="7" srcId="1" destId="3" srcOrd="1" destOrd="0"/>
        <dgm:cxn modelId="8" srcId="1" destId="4" srcOrd="2" destOrd="0"/>
        <dgm:cxn modelId="9" srcId="1" destId="5" srcOrd="3" destOrd="0"/>
      </dgm:cxnLst>
      <dgm:bg/>
      <dgm:whole/>
    </dgm:dataModel>
  </dgm:sampData>
  <dgm:styleData>
    <dgm:dataModel>
      <dgm:ptLst>
        <dgm:pt modelId="0" type="doc"/>
        <dgm:pt modelId="1"/>
        <dgm:pt modelId="12"/>
        <dgm:pt modelId="13"/>
      </dgm:ptLst>
      <dgm:cxnLst>
        <dgm:cxn modelId="2" srcId="0" destId="1" srcOrd="0" destOrd="0"/>
        <dgm:cxn modelId="16" srcId="1" destId="12" srcOrd="1" destOrd="0"/>
        <dgm:cxn modelId="17" srcId="1" destId="13" srcOrd="2" destOrd="0"/>
      </dgm:cxnLst>
      <dgm:bg/>
      <dgm:whole/>
    </dgm:dataModel>
  </dgm:styleData>
  <dgm:clrData>
    <dgm:dataModel>
      <dgm:ptLst>
        <dgm:pt modelId="0" type="doc"/>
        <dgm:pt modelId="1"/>
        <dgm:pt modelId="11" type="asst"/>
        <dgm:pt modelId="12"/>
        <dgm:pt modelId="13"/>
        <dgm:pt modelId="14"/>
      </dgm:ptLst>
      <dgm:cxnLst>
        <dgm:cxn modelId="2" srcId="0" destId="1" srcOrd="0" destOrd="0"/>
        <dgm:cxn modelId="15" srcId="1" destId="11" srcOrd="0" destOrd="0"/>
        <dgm:cxn modelId="16" srcId="1" destId="12" srcOrd="1" destOrd="0"/>
        <dgm:cxn modelId="17" srcId="1" destId="13" srcOrd="2" destOrd="0"/>
        <dgm:cxn modelId="18" srcId="1" destId="14" srcOrd="2" destOrd="0"/>
      </dgm:cxnLst>
      <dgm:bg/>
      <dgm:whole/>
    </dgm:dataModel>
  </dgm:clrData>
  <dgm:layoutNode name="hierChild1">
    <dgm:varLst>
      <dgm:orgChart val="1"/>
      <dgm:chPref val="1"/>
      <dgm:dir/>
      <dgm:animOne val="branch"/>
      <dgm:animLvl val="lvl"/>
      <dgm:resizeHandles/>
    </dgm:varLst>
    <dgm:choose name="Name0">
      <dgm:if name="Name1" func="var" arg="dir" op="equ" val="norm">
        <dgm:alg type="hierChild">
          <dgm:param type="linDir" val="fromL"/>
        </dgm:alg>
      </dgm:if>
      <dgm:else name="Name2">
        <dgm:alg type="hierChild">
          <dgm:param type="linDir" val="fromR"/>
        </dgm:alg>
      </dgm:else>
    </dgm:choose>
    <dgm:shape xmlns:r="http://schemas.openxmlformats.org/officeDocument/2006/relationships" r:blip="">
      <dgm:adjLst/>
    </dgm:shape>
    <dgm:presOf/>
    <dgm:constrLst>
      <dgm:constr type="w" for="des" forName="rootComposite1" refType="w" fact="10"/>
      <dgm:constr type="h" for="des" forName="rootComposite1" refType="w" refFor="des" refForName="rootComposite1" fact="0.5"/>
      <dgm:constr type="w" for="des" forName="rootComposite" refType="w" fact="10"/>
      <dgm:constr type="h" for="des" forName="rootComposite" refType="w" refFor="des" refForName="rootComposite1" fact="0.5"/>
      <dgm:constr type="w" for="des" forName="rootComposite3" refType="w" fact="10"/>
      <dgm:constr type="h" for="des" forName="rootComposite3" refType="w" refFor="des" refForName="rootComposite1" fact="0.5"/>
      <dgm:constr type="primFontSz" for="des" ptType="node" op="equ"/>
      <dgm:constr type="sp" for="des" op="equ"/>
      <dgm:constr type="sp" for="des" forName="hierRoot1" refType="w" refFor="des" refForName="rootComposite1" fact="0.21"/>
      <dgm:constr type="sp" for="des" forName="hierRoot2" refType="sp" refFor="des" refForName="hierRoot1"/>
      <dgm:constr type="sp" for="des" forName="hierRoot3" refType="sp" refFor="des" refForName="hierRoot1"/>
      <dgm:constr type="sibSp" refType="w" refFor="des" refForName="rootComposite1" fact="0.21"/>
      <dgm:constr type="sibSp" for="des" forName="hierChild2" refType="sibSp"/>
      <dgm:constr type="sibSp" for="des" forName="hierChild3" refType="sibSp"/>
      <dgm:constr type="sibSp" for="des" forName="hierChild4" refType="sibSp"/>
      <dgm:constr type="sibSp" for="des" forName="hierChild5" refType="sibSp"/>
      <dgm:constr type="sibSp" for="des" forName="hierChild6" refType="sibSp"/>
      <dgm:constr type="sibSp" for="des" forName="hierChild7" refType="sibSp"/>
      <dgm:constr type="secSibSp" refType="w" refFor="des" refForName="rootComposite1" fact="0.21"/>
      <dgm:constr type="secSibSp" for="des" forName="hierChild2" refType="secSibSp"/>
      <dgm:constr type="secSibSp" for="des" forName="hierChild3" refType="secSibSp"/>
      <dgm:constr type="secSibSp" for="des" forName="hierChild4" refType="secSibSp"/>
      <dgm:constr type="secSibSp" for="des" forName="hierChild5" refType="secSibSp"/>
      <dgm:constr type="secSibSp" for="des" forName="hierChild6" refType="secSibSp"/>
      <dgm:constr type="secSibSp" for="des" forName="hierChild7" refType="secSibSp"/>
    </dgm:constrLst>
    <dgm:ruleLst/>
    <dgm:forEach name="Name3" axis="ch">
      <dgm:forEach name="Name4" axis="self" ptType="node">
        <dgm:layoutNode name="hierRoot1">
          <dgm:varLst>
            <dgm:hierBranch val="init"/>
          </dgm:varLst>
          <dgm:choose name="Name5">
            <dgm:if name="Name6" func="var" arg="hierBranch" op="equ" val="l">
              <dgm:choose name="Name7">
                <dgm:if name="Name8" axis="ch" ptType="asst" func="cnt" op="gte" val="1">
                  <dgm:alg type="hierRoot">
                    <dgm:param type="hierAlign" val="tR"/>
                  </dgm:alg>
                  <dgm:constrLst>
                    <dgm:constr type="alignOff" val="0.65"/>
                  </dgm:constrLst>
                </dgm:if>
                <dgm:else name="Name9">
                  <dgm:alg type="hierRoot">
                    <dgm:param type="hierAlign" val="tR"/>
                  </dgm:alg>
                  <dgm:constrLst>
                    <dgm:constr type="alignOff" val="0.25"/>
                  </dgm:constrLst>
                </dgm:else>
              </dgm:choose>
            </dgm:if>
            <dgm:if name="Name10" func="var" arg="hierBranch" op="equ" val="r">
              <dgm:choose name="Name11">
                <dgm:if name="Name12" axis="ch" ptType="asst" func="cnt" op="gte" val="1">
                  <dgm:alg type="hierRoot">
                    <dgm:param type="hierAlign" val="tL"/>
                  </dgm:alg>
                  <dgm:constrLst>
                    <dgm:constr type="alignOff" val="0.65"/>
                  </dgm:constrLst>
                </dgm:if>
                <dgm:else name="Name13">
                  <dgm:alg type="hierRoot">
                    <dgm:param type="hierAlign" val="tL"/>
                  </dgm:alg>
                  <dgm:constrLst>
                    <dgm:constr type="alignOff" val="0.25"/>
                  </dgm:constrLst>
                </dgm:else>
              </dgm:choose>
            </dgm:if>
            <dgm:if name="Name14" func="var" arg="hierBranch" op="equ" val="hang">
              <dgm:alg type="hierRoot"/>
              <dgm:constrLst>
                <dgm:constr type="alignOff" val="0.65"/>
              </dgm:constrLst>
            </dgm:if>
            <dgm:else name="Name15">
              <dgm:alg type="hierRoot"/>
              <dgm:constrLst>
                <dgm:constr type="alignOff"/>
                <dgm:constr type="bendDist" for="des" ptType="parTrans" refType="sp" fact="0.5"/>
              </dgm:constrLst>
            </dgm:else>
          </dgm:choose>
          <dgm:shape xmlns:r="http://schemas.openxmlformats.org/officeDocument/2006/relationships" r:blip="">
            <dgm:adjLst/>
          </dgm:shape>
          <dgm:presOf/>
          <dgm:ruleLst/>
          <dgm:layoutNode name="rootComposite1">
            <dgm:alg type="composite"/>
            <dgm:shape xmlns:r="http://schemas.openxmlformats.org/officeDocument/2006/relationships" r:blip="">
              <dgm:adjLst/>
            </dgm:shape>
            <dgm:presOf axis="self" ptType="node" cnt="1"/>
            <dgm:choose name="Name16">
              <dgm:if name="Name17" func="var" arg="hierBranch" op="equ" val="init">
                <dgm:constrLst>
                  <dgm:constr type="l" for="ch" forName="rootText1"/>
                  <dgm:constr type="t" for="ch" forName="rootText1"/>
                  <dgm:constr type="w" for="ch" forName="rootText1" refType="w"/>
                  <dgm:constr type="h" for="ch" forName="rootText1" refType="h"/>
                  <dgm:constr type="l" for="ch" forName="rootConnector1"/>
                  <dgm:constr type="t" for="ch" forName="rootConnector1"/>
                  <dgm:constr type="w" for="ch" forName="rootConnector1" refType="w" refFor="ch" refForName="rootText1" fact="0.2"/>
                  <dgm:constr type="h" for="ch" forName="rootConnector1" refType="h" refFor="ch" refForName="rootText1"/>
                </dgm:constrLst>
              </dgm:if>
              <dgm:if name="Name18" func="var" arg="hierBranch" op="equ" val="l">
                <dgm:constrLst>
                  <dgm:constr type="l" for="ch" forName="rootText1"/>
                  <dgm:constr type="t" for="ch" forName="rootText1"/>
                  <dgm:constr type="w" for="ch" forName="rootText1" refType="w"/>
                  <dgm:constr type="h" for="ch" forName="rootText1" refType="h"/>
                  <dgm:constr type="r" for="ch" forName="rootConnector1" refType="w"/>
                  <dgm:constr type="t" for="ch" forName="rootConnector1"/>
                  <dgm:constr type="w" for="ch" forName="rootConnector1" refType="w" refFor="ch" refForName="rootText1" fact="0.2"/>
                  <dgm:constr type="h" for="ch" forName="rootConnector1" refType="h" refFor="ch" refForName="rootText1"/>
                </dgm:constrLst>
              </dgm:if>
              <dgm:if name="Name19" func="var" arg="hierBranch" op="equ" val="r">
                <dgm:constrLst>
                  <dgm:constr type="l" for="ch" forName="rootText1"/>
                  <dgm:constr type="t" for="ch" forName="rootText1"/>
                  <dgm:constr type="w" for="ch" forName="rootText1" refType="w"/>
                  <dgm:constr type="h" for="ch" forName="rootText1" refType="h"/>
                  <dgm:constr type="l" for="ch" forName="rootConnector1"/>
                  <dgm:constr type="t" for="ch" forName="rootConnector1"/>
                  <dgm:constr type="w" for="ch" forName="rootConnector1" refType="w" refFor="ch" refForName="rootText1" fact="0.2"/>
                  <dgm:constr type="h" for="ch" forName="rootConnector1" refType="h" refFor="ch" refForName="rootText1"/>
                </dgm:constrLst>
              </dgm:if>
              <dgm:else name="Name20">
                <dgm:constrLst>
                  <dgm:constr type="l" for="ch" forName="rootText1"/>
                  <dgm:constr type="t" for="ch" forName="rootText1"/>
                  <dgm:constr type="w" for="ch" forName="rootText1" refType="w"/>
                  <dgm:constr type="h" for="ch" forName="rootText1" refType="h"/>
                  <dgm:constr type="r" for="ch" forName="rootConnector1" refType="w"/>
                  <dgm:constr type="t" for="ch" forName="rootConnector1"/>
                  <dgm:constr type="w" for="ch" forName="rootConnector1" refType="w" refFor="ch" refForName="rootText1" fact="0.2"/>
                  <dgm:constr type="h" for="ch" forName="rootConnector1" refType="h" refFor="ch" refForName="rootText1"/>
                </dgm:constrLst>
              </dgm:else>
            </dgm:choose>
            <dgm:ruleLst/>
            <dgm:layoutNode name="rootText1" styleLbl="node0">
              <dgm:varLst>
                <dgm:chPref val="3"/>
              </dgm:varLst>
              <dgm:alg type="tx"/>
              <dgm:shape xmlns:r="http://schemas.openxmlformats.org/officeDocument/2006/relationships" type="rect" r:blip="">
                <dgm:adjLst/>
              </dgm:shape>
              <dgm:presOf axis="self" ptType="node" cnt="1"/>
              <dgm:constrLst>
                <dgm:constr type="primFontSz" val="65"/>
                <dgm:constr type="lMarg" refType="primFontSz" fact="0.05"/>
                <dgm:constr type="rMarg" refType="primFontSz" fact="0.05"/>
                <dgm:constr type="tMarg" refType="primFontSz" fact="0.05"/>
                <dgm:constr type="bMarg" refType="primFontSz" fact="0.05"/>
              </dgm:constrLst>
              <dgm:ruleLst>
                <dgm:rule type="primFontSz" val="5" fact="NaN" max="NaN"/>
              </dgm:ruleLst>
            </dgm:layoutNode>
            <dgm:layoutNode name="rootConnector1" moveWith="rootText1">
              <dgm:alg type="sp"/>
              <dgm:shape xmlns:r="http://schemas.openxmlformats.org/officeDocument/2006/relationships" type="rect" r:blip="" hideGeom="1">
                <dgm:adjLst/>
              </dgm:shape>
              <dgm:presOf axis="self" ptType="node" cnt="1"/>
              <dgm:constrLst/>
              <dgm:ruleLst/>
            </dgm:layoutNode>
          </dgm:layoutNode>
          <dgm:layoutNode name="hierChild2">
            <dgm:choose name="Name21">
              <dgm:if name="Name22" func="var" arg="hierBranch" op="equ" val="l">
                <dgm:alg type="hierChild">
                  <dgm:param type="chAlign" val="r"/>
                  <dgm:param type="linDir" val="fromT"/>
                </dgm:alg>
              </dgm:if>
              <dgm:if name="Name23" func="var" arg="hierBranch" op="equ" val="r">
                <dgm:alg type="hierChild">
                  <dgm:param type="chAlign" val="l"/>
                  <dgm:param type="linDir" val="fromT"/>
                </dgm:alg>
              </dgm:if>
              <dgm:if name="Name24" func="var" arg="hierBranch" op="equ" val="hang">
                <dgm:choose name="Name25">
                  <dgm:if name="Name26" func="var" arg="dir" op="equ" val="norm">
                    <dgm:alg type="hierChild">
                      <dgm:param type="chAlign" val="l"/>
                      <dgm:param type="linDir" val="fromL"/>
                      <dgm:param type="secChAlign" val="t"/>
                      <dgm:param type="secLinDir" val="fromT"/>
                    </dgm:alg>
                  </dgm:if>
                  <dgm:else name="Name27">
                    <dgm:alg type="hierChild">
                      <dgm:param type="chAlign" val="l"/>
                      <dgm:param type="linDir" val="fromR"/>
                      <dgm:param type="secChAlign" val="t"/>
                      <dgm:param type="secLinDir" val="fromT"/>
                    </dgm:alg>
                  </dgm:else>
                </dgm:choose>
              </dgm:if>
              <dgm:else name="Name28">
                <dgm:choose name="Name29">
                  <dgm:if name="Name30" func="var" arg="dir" op="equ" val="norm">
                    <dgm:alg type="hierChild"/>
                  </dgm:if>
                  <dgm:else name="Name31">
                    <dgm:alg type="hierChild">
                      <dgm:param type="linDir" val="fromR"/>
                    </dgm:alg>
                  </dgm:else>
                </dgm:choose>
              </dgm:else>
            </dgm:choose>
            <dgm:shape xmlns:r="http://schemas.openxmlformats.org/officeDocument/2006/relationships" r:blip="">
              <dgm:adjLst/>
            </dgm:shape>
            <dgm:presOf/>
            <dgm:constrLst/>
            <dgm:ruleLst/>
            <dgm:forEach name="rep2a" axis="ch" ptType="nonAsst">
              <dgm:forEach name="Name32" axis="precedSib" ptType="parTrans" st="-1" cnt="1">
                <dgm:choose name="Name33">
                  <dgm:if name="Name34" func="var" arg="hierBranch" op="equ" val="std">
                    <dgm:layoutNode name="Name35">
                      <dgm:alg type="conn">
                        <dgm:param type="connRout" val="bend"/>
                        <dgm:param type="dim" val="1D"/>
                        <dgm:param type="endSty" val="noArr"/>
                        <dgm:param type="begPts" val="bCtr"/>
                        <dgm:param type="endPts" val="tCtr"/>
                        <dgm:param type="bendPt" val="end"/>
                      </dgm:alg>
                      <dgm:shape xmlns:r="http://schemas.openxmlformats.org/officeDocument/2006/relationships" type="conn" r:blip="" zOrderOff="-99999">
                        <dgm:adjLst/>
                      </dgm:shape>
                      <dgm:presOf axis="self"/>
                      <dgm:constrLst>
                        <dgm:constr type="begPad"/>
                        <dgm:constr type="endPad"/>
                      </dgm:constrLst>
                      <dgm:ruleLst/>
                    </dgm:layoutNode>
                  </dgm:if>
                  <dgm:if name="Name36" func="var" arg="hierBranch" op="equ" val="init">
                    <dgm:layoutNode name="Name37">
                      <dgm:choose name="Name38">
                        <dgm:if name="Name39" axis="self" func="depth" op="lte" val="2">
                          <dgm:alg type="conn">
                            <dgm:param type="connRout" val="bend"/>
                            <dgm:param type="dim" val="1D"/>
                            <dgm:param type="endSty" val="noArr"/>
                            <dgm:param type="begPts" val="bCtr"/>
                            <dgm:param type="endPts" val="tCtr"/>
                            <dgm:param type="bendPt" val="end"/>
                          </dgm:alg>
                        </dgm:if>
                        <dgm:else name="Name40">
                          <dgm:choose name="Name41">
                            <dgm:if name="Name42" axis="par des" func="maxDepth" op="lte" val="1">
                              <dgm:choose name="Name43">
                                <dgm:if name="Name44" axis="par ch" ptType="node asst" func="cnt" op="gte" val="1">
                                  <dgm:alg type="conn">
                                    <dgm:param type="connRout" val="bend"/>
                                    <dgm:param type="dim" val="1D"/>
                                    <dgm:param type="endSty" val="noArr"/>
                                    <dgm:param type="begPts" val="bCtr"/>
                                    <dgm:param type="endPts" val="midL midR"/>
                                  </dgm:alg>
                                </dgm:if>
                                <dgm:else name="Name45">
                                  <dgm:alg type="conn">
                                    <dgm:param type="connRout" val="bend"/>
                                    <dgm:param type="dim" val="1D"/>
                                    <dgm:param type="endSty" val="noArr"/>
                                    <dgm:param type="begPts" val="bCtr"/>
                                    <dgm:param type="endPts" val="midL midR"/>
                                    <dgm:param type="srcNode" val="rootConnector"/>
                                  </dgm:alg>
                                </dgm:else>
                              </dgm:choose>
                            </dgm:if>
                            <dgm:else name="Name46">
                              <dgm:alg type="conn">
                                <dgm:param type="connRout" val="bend"/>
                                <dgm:param type="dim" val="1D"/>
                                <dgm:param type="endSty" val="noArr"/>
                                <dgm:param type="begPts" val="bCtr"/>
                                <dgm:param type="endPts" val="tCtr"/>
                                <dgm:param type="bendPt" val="end"/>
                              </dgm:alg>
                            </dgm:else>
                          </dgm:choose>
                        </dgm:else>
                      </dgm:choose>
                      <dgm:shape xmlns:r="http://schemas.openxmlformats.org/officeDocument/2006/relationships" type="conn" r:blip="" zOrderOff="-99999">
                        <dgm:adjLst/>
                      </dgm:shape>
                      <dgm:presOf axis="self"/>
                      <dgm:constrLst>
                        <dgm:constr type="begPad"/>
                        <dgm:constr type="endPad"/>
                      </dgm:constrLst>
                      <dgm:ruleLst/>
                    </dgm:layoutNode>
                  </dgm:if>
                  <dgm:if name="Name47" func="var" arg="hierBranch" op="equ" val="hang">
                    <dgm:layoutNode name="Name48">
                      <dgm:alg type="conn">
                        <dgm:param type="connRout" val="bend"/>
                        <dgm:param type="dim" val="1D"/>
                        <dgm:param type="endSty" val="noArr"/>
                        <dgm:param type="begPts" val="bCtr"/>
                        <dgm:param type="endPts" val="midL midR"/>
                      </dgm:alg>
                      <dgm:shape xmlns:r="http://schemas.openxmlformats.org/officeDocument/2006/relationships" type="conn" r:blip="" zOrderOff="-99999">
                        <dgm:adjLst/>
                      </dgm:shape>
                      <dgm:presOf axis="self"/>
                      <dgm:constrLst>
                        <dgm:constr type="begPad"/>
                        <dgm:constr type="endPad"/>
                      </dgm:constrLst>
                      <dgm:ruleLst/>
                    </dgm:layoutNode>
                  </dgm:if>
                  <dgm:else name="Name49">
                    <dgm:layoutNode name="Name50">
                      <dgm:choose name="Name51">
                        <dgm:if name="Name52" axis="self" func="depth" op="lte" val="2">
                          <dgm:choose name="Name53">
                            <dgm:if name="Name54" axis="par ch" ptType="node asst" func="cnt" op="gte" val="1">
                              <dgm:alg type="conn">
                                <dgm:param type="connRout" val="bend"/>
                                <dgm:param type="dim" val="1D"/>
                                <dgm:param type="endSty" val="noArr"/>
                                <dgm:param type="begPts" val="bCtr"/>
                                <dgm:param type="endPts" val="midL midR"/>
                              </dgm:alg>
                            </dgm:if>
                            <dgm:else name="Name55">
                              <dgm:alg type="conn">
                                <dgm:param type="connRout" val="bend"/>
                                <dgm:param type="dim" val="1D"/>
                                <dgm:param type="endSty" val="noArr"/>
                                <dgm:param type="begPts" val="bCtr"/>
                                <dgm:param type="endPts" val="midL midR"/>
                                <dgm:param type="srcNode" val="rootConnector1"/>
                              </dgm:alg>
                            </dgm:else>
                          </dgm:choose>
                        </dgm:if>
                        <dgm:else name="Name56">
                          <dgm:choose name="Name57">
                            <dgm:if name="Name58" axis="par ch" ptType="node asst" func="cnt" op="gte" val="1">
                              <dgm:alg type="conn">
                                <dgm:param type="connRout" val="bend"/>
                                <dgm:param type="dim" val="1D"/>
                                <dgm:param type="endSty" val="noArr"/>
                                <dgm:param type="begPts" val="bCtr"/>
                                <dgm:param type="endPts" val="midL midR"/>
                              </dgm:alg>
                            </dgm:if>
                            <dgm:else name="Name59">
                              <dgm:alg type="conn">
                                <dgm:param type="connRout" val="bend"/>
                                <dgm:param type="dim" val="1D"/>
                                <dgm:param type="endSty" val="noArr"/>
                                <dgm:param type="begPts" val="bCtr"/>
                                <dgm:param type="endPts" val="midL midR"/>
                                <dgm:param type="srcNode" val="rootConnector"/>
                              </dgm:alg>
                            </dgm:else>
                          </dgm:choose>
                        </dgm:else>
                      </dgm:choose>
                      <dgm:shape xmlns:r="http://schemas.openxmlformats.org/officeDocument/2006/relationships" type="conn" r:blip="" zOrderOff="-99999">
                        <dgm:adjLst/>
                      </dgm:shape>
                      <dgm:presOf axis="self"/>
                      <dgm:constrLst>
                        <dgm:constr type="begPad"/>
                        <dgm:constr type="endPad"/>
                      </dgm:constrLst>
                      <dgm:ruleLst/>
                    </dgm:layoutNode>
                  </dgm:else>
                </dgm:choose>
              </dgm:forEach>
              <dgm:layoutNode name="hierRoot2">
                <dgm:varLst>
                  <dgm:hierBranch val="init"/>
                </dgm:varLst>
                <dgm:choose name="Name60">
                  <dgm:if name="Name61" func="var" arg="hierBranch" op="equ" val="l">
                    <dgm:choose name="Name62">
                      <dgm:if name="Name63" axis="ch" ptType="asst" func="cnt" op="gte" val="1">
                        <dgm:alg type="hierRoot">
                          <dgm:param type="hierAlign" val="tR"/>
                        </dgm:alg>
                        <dgm:shape xmlns:r="http://schemas.openxmlformats.org/officeDocument/2006/relationships" r:blip="">
                          <dgm:adjLst/>
                        </dgm:shape>
                        <dgm:presOf/>
                        <dgm:constrLst>
                          <dgm:constr type="alignOff" val="0.65"/>
                        </dgm:constrLst>
                      </dgm:if>
                      <dgm:else name="Name64">
                        <dgm:alg type="hierRoot">
                          <dgm:param type="hierAlign" val="tR"/>
                        </dgm:alg>
                        <dgm:shape xmlns:r="http://schemas.openxmlformats.org/officeDocument/2006/relationships" r:blip="">
                          <dgm:adjLst/>
                        </dgm:shape>
                        <dgm:presOf/>
                        <dgm:constrLst>
                          <dgm:constr type="alignOff" val="0.25"/>
                        </dgm:constrLst>
                      </dgm:else>
                    </dgm:choose>
                  </dgm:if>
                  <dgm:if name="Name65" func="var" arg="hierBranch" op="equ" val="r">
                    <dgm:choose name="Name66">
                      <dgm:if name="Name67" axis="ch" ptType="asst" func="cnt" op="gte" val="1">
                        <dgm:alg type="hierRoot">
                          <dgm:param type="hierAlign" val="tL"/>
                        </dgm:alg>
                        <dgm:shape xmlns:r="http://schemas.openxmlformats.org/officeDocument/2006/relationships" r:blip="">
                          <dgm:adjLst/>
                        </dgm:shape>
                        <dgm:presOf/>
                        <dgm:constrLst>
                          <dgm:constr type="alignOff" val="0.65"/>
                        </dgm:constrLst>
                      </dgm:if>
                      <dgm:else name="Name68">
                        <dgm:alg type="hierRoot">
                          <dgm:param type="hierAlign" val="tL"/>
                        </dgm:alg>
                        <dgm:shape xmlns:r="http://schemas.openxmlformats.org/officeDocument/2006/relationships" r:blip="">
                          <dgm:adjLst/>
                        </dgm:shape>
                        <dgm:presOf/>
                        <dgm:constrLst>
                          <dgm:constr type="alignOff" val="0.25"/>
                        </dgm:constrLst>
                      </dgm:else>
                    </dgm:choose>
                  </dgm:if>
                  <dgm:if name="Name69" func="var" arg="hierBranch" op="equ" val="std">
                    <dgm:alg type="hierRoot"/>
                    <dgm:shape xmlns:r="http://schemas.openxmlformats.org/officeDocument/2006/relationships" r:blip="">
                      <dgm:adjLst/>
                    </dgm:shape>
                    <dgm:presOf/>
                    <dgm:constrLst>
                      <dgm:constr type="alignOff"/>
                      <dgm:constr type="bendDist" for="des" ptType="parTrans" refType="sp" fact="0.5"/>
                    </dgm:constrLst>
                  </dgm:if>
                  <dgm:if name="Name70" func="var" arg="hierBranch" op="equ" val="init">
                    <dgm:choose name="Name71">
                      <dgm:if name="Name72" axis="des" func="maxDepth" op="lte" val="1">
                        <dgm:choose name="Name73">
                          <dgm:if name="Name74" axis="ch" ptType="asst" func="cnt" op="gte" val="1">
                            <dgm:alg type="hierRoot">
                              <dgm:param type="hierAlign" val="tL"/>
                            </dgm:alg>
                            <dgm:shape xmlns:r="http://schemas.openxmlformats.org/officeDocument/2006/relationships" r:blip="">
                              <dgm:adjLst/>
                            </dgm:shape>
                            <dgm:presOf/>
                            <dgm:constrLst>
                              <dgm:constr type="alignOff" val="0.65"/>
                            </dgm:constrLst>
                          </dgm:if>
                          <dgm:else name="Name75">
                            <dgm:alg type="hierRoot">
                              <dgm:param type="hierAlign" val="tL"/>
                            </dgm:alg>
                            <dgm:shape xmlns:r="http://schemas.openxmlformats.org/officeDocument/2006/relationships" r:blip="">
                              <dgm:adjLst/>
                            </dgm:shape>
                            <dgm:presOf/>
                            <dgm:constrLst>
                              <dgm:constr type="alignOff" val="0.25"/>
                            </dgm:constrLst>
                          </dgm:else>
                        </dgm:choose>
                      </dgm:if>
                      <dgm:else name="Name76">
                        <dgm:alg type="hierRoot"/>
                        <dgm:shape xmlns:r="http://schemas.openxmlformats.org/officeDocument/2006/relationships" r:blip="">
                          <dgm:adjLst/>
                        </dgm:shape>
                        <dgm:presOf/>
                        <dgm:constrLst>
                          <dgm:constr type="alignOff"/>
                          <dgm:constr type="bendDist" for="des" ptType="parTrans" refType="sp" fact="0.5"/>
                        </dgm:constrLst>
                      </dgm:else>
                    </dgm:choose>
                  </dgm:if>
                  <dgm:else name="Name77">
                    <dgm:alg type="hierRoot"/>
                    <dgm:shape xmlns:r="http://schemas.openxmlformats.org/officeDocument/2006/relationships" r:blip="">
                      <dgm:adjLst/>
                    </dgm:shape>
                    <dgm:presOf/>
                    <dgm:constrLst>
                      <dgm:constr type="alignOff" val="0.65"/>
                    </dgm:constrLst>
                  </dgm:else>
                </dgm:choose>
                <dgm:ruleLst/>
                <dgm:layoutNode name="rootComposite">
                  <dgm:alg type="composite"/>
                  <dgm:shape xmlns:r="http://schemas.openxmlformats.org/officeDocument/2006/relationships" r:blip="">
                    <dgm:adjLst/>
                  </dgm:shape>
                  <dgm:presOf axis="self" ptType="node" cnt="1"/>
                  <dgm:choose name="Name78">
                    <dgm:if name="Name79" func="var" arg="hierBranch" op="equ" val="init">
                      <dgm:constrLst>
                        <dgm:constr type="l" for="ch" forName="rootText"/>
                        <dgm:constr type="t" for="ch" forName="rootText"/>
                        <dgm:constr type="w" for="ch" forName="rootText" refType="w"/>
                        <dgm:constr type="h" for="ch" forName="rootText" refType="h"/>
                        <dgm:constr type="l" for="ch" forName="rootConnector"/>
                        <dgm:constr type="t" for="ch" forName="rootConnector"/>
                        <dgm:constr type="w" for="ch" forName="rootConnector" refType="w" refFor="ch" refForName="rootText" fact="0.2"/>
                        <dgm:constr type="h" for="ch" forName="rootConnector" refType="h" refFor="ch" refForName="rootText"/>
                      </dgm:constrLst>
                    </dgm:if>
                    <dgm:if name="Name80" func="var" arg="hierBranch" op="equ" val="l">
                      <dgm:constrLst>
                        <dgm:constr type="l" for="ch" forName="rootText"/>
                        <dgm:constr type="t" for="ch" forName="rootText"/>
                        <dgm:constr type="w" for="ch" forName="rootText" refType="w"/>
                        <dgm:constr type="h" for="ch" forName="rootText" refType="h"/>
                        <dgm:constr type="r" for="ch" forName="rootConnector" refType="w"/>
                        <dgm:constr type="t" for="ch" forName="rootConnector"/>
                        <dgm:constr type="w" for="ch" forName="rootConnector" refType="w" refFor="ch" refForName="rootText" fact="0.2"/>
                        <dgm:constr type="h" for="ch" forName="rootConnector" refType="h" refFor="ch" refForName="rootText"/>
                      </dgm:constrLst>
                    </dgm:if>
                    <dgm:if name="Name81" func="var" arg="hierBranch" op="equ" val="r">
                      <dgm:constrLst>
                        <dgm:constr type="l" for="ch" forName="rootText"/>
                        <dgm:constr type="t" for="ch" forName="rootText"/>
                        <dgm:constr type="w" for="ch" forName="rootText" refType="w"/>
                        <dgm:constr type="h" for="ch" forName="rootText" refType="h"/>
                        <dgm:constr type="l" for="ch" forName="rootConnector"/>
                        <dgm:constr type="t" for="ch" forName="rootConnector"/>
                        <dgm:constr type="w" for="ch" forName="rootConnector" refType="w" refFor="ch" refForName="rootText" fact="0.2"/>
                        <dgm:constr type="h" for="ch" forName="rootConnector" refType="h" refFor="ch" refForName="rootText"/>
                      </dgm:constrLst>
                    </dgm:if>
                    <dgm:else name="Name82">
                      <dgm:constrLst>
                        <dgm:constr type="l" for="ch" forName="rootText"/>
                        <dgm:constr type="t" for="ch" forName="rootText"/>
                        <dgm:constr type="w" for="ch" forName="rootText" refType="w"/>
                        <dgm:constr type="h" for="ch" forName="rootText" refType="h"/>
                        <dgm:constr type="r" for="ch" forName="rootConnector" refType="w"/>
                        <dgm:constr type="t" for="ch" forName="rootConnector"/>
                        <dgm:constr type="w" for="ch" forName="rootConnector" refType="w" refFor="ch" refForName="rootText" fact="0.2"/>
                        <dgm:constr type="h" for="ch" forName="rootConnector" refType="h" refFor="ch" refForName="rootText"/>
                      </dgm:constrLst>
                    </dgm:else>
                  </dgm:choose>
                  <dgm:ruleLst/>
                  <dgm:layoutNode name="rootText">
                    <dgm:varLst>
                      <dgm:chPref val="3"/>
                    </dgm:varLst>
                    <dgm:alg type="tx"/>
                    <dgm:shape xmlns:r="http://schemas.openxmlformats.org/officeDocument/2006/relationships" type="rect" r:blip="">
                      <dgm:adjLst/>
                    </dgm:shape>
                    <dgm:presOf axis="self" ptType="node" cnt="1"/>
                    <dgm:constrLst>
                      <dgm:constr type="primFontSz" val="65"/>
                      <dgm:constr type="lMarg" refType="primFontSz" fact="0.05"/>
                      <dgm:constr type="rMarg" refType="primFontSz" fact="0.05"/>
                      <dgm:constr type="tMarg" refType="primFontSz" fact="0.05"/>
                      <dgm:constr type="bMarg" refType="primFontSz" fact="0.05"/>
                    </dgm:constrLst>
                    <dgm:ruleLst>
                      <dgm:rule type="primFontSz" val="5" fact="NaN" max="NaN"/>
                    </dgm:ruleLst>
                  </dgm:layoutNode>
                  <dgm:layoutNode name="rootConnector" moveWith="rootText">
                    <dgm:alg type="sp"/>
                    <dgm:shape xmlns:r="http://schemas.openxmlformats.org/officeDocument/2006/relationships" type="rect" r:blip="" hideGeom="1">
                      <dgm:adjLst/>
                    </dgm:shape>
                    <dgm:presOf axis="self" ptType="node" cnt="1"/>
                    <dgm:constrLst/>
                    <dgm:ruleLst/>
                  </dgm:layoutNode>
                </dgm:layoutNode>
                <dgm:layoutNode name="hierChild4">
                  <dgm:choose name="Name83">
                    <dgm:if name="Name84" func="var" arg="hierBranch" op="equ" val="l">
                      <dgm:alg type="hierChild">
                        <dgm:param type="chAlign" val="r"/>
                        <dgm:param type="linDir" val="fromT"/>
                      </dgm:alg>
                    </dgm:if>
                    <dgm:if name="Name85" func="var" arg="hierBranch" op="equ" val="r">
                      <dgm:alg type="hierChild">
                        <dgm:param type="chAlign" val="l"/>
                        <dgm:param type="linDir" val="fromT"/>
                      </dgm:alg>
                    </dgm:if>
                    <dgm:if name="Name86" func="var" arg="hierBranch" op="equ" val="hang">
                      <dgm:choose name="Name87">
                        <dgm:if name="Name88" func="var" arg="dir" op="equ" val="norm">
                          <dgm:alg type="hierChild">
                            <dgm:param type="chAlign" val="l"/>
                            <dgm:param type="linDir" val="fromL"/>
                            <dgm:param type="secChAlign" val="t"/>
                            <dgm:param type="secLinDir" val="fromT"/>
                          </dgm:alg>
                        </dgm:if>
                        <dgm:else name="Name89">
                          <dgm:alg type="hierChild">
                            <dgm:param type="chAlign" val="l"/>
                            <dgm:param type="linDir" val="fromR"/>
                            <dgm:param type="secChAlign" val="t"/>
                            <dgm:param type="secLinDir" val="fromT"/>
                          </dgm:alg>
                        </dgm:else>
                      </dgm:choose>
                    </dgm:if>
                    <dgm:if name="Name90" func="var" arg="hierBranch" op="equ" val="std">
                      <dgm:choose name="Name91">
                        <dgm:if name="Name92" func="var" arg="dir" op="equ" val="norm">
                          <dgm:alg type="hierChild"/>
                        </dgm:if>
                        <dgm:else name="Name93">
                          <dgm:alg type="hierChild">
                            <dgm:param type="linDir" val="fromR"/>
                          </dgm:alg>
                        </dgm:else>
                      </dgm:choose>
                    </dgm:if>
                    <dgm:if name="Name94" func="var" arg="hierBranch" op="equ" val="init">
                      <dgm:choose name="Name95">
                        <dgm:if name="Name96" axis="des" func="maxDepth" op="lte" val="1">
                          <dgm:alg type="hierChild">
                            <dgm:param type="chAlign" val="l"/>
                            <dgm:param type="linDir" val="fromT"/>
                          </dgm:alg>
                        </dgm:if>
                        <dgm:else name="Name97">
                          <dgm:choose name="Name98">
                            <dgm:if name="Name99" func="var" arg="dir" op="equ" val="norm">
                              <dgm:alg type="hierChild"/>
                            </dgm:if>
                            <dgm:else name="Name100">
                              <dgm:alg type="hierChild">
                                <dgm:param type="linDir" val="fromR"/>
                              </dgm:alg>
                            </dgm:else>
                          </dgm:choose>
                        </dgm:else>
                      </dgm:choose>
                    </dgm:if>
                    <dgm:else name="Name101"/>
                  </dgm:choose>
                  <dgm:shape xmlns:r="http://schemas.openxmlformats.org/officeDocument/2006/relationships" r:blip="">
                    <dgm:adjLst/>
                  </dgm:shape>
                  <dgm:presOf/>
                  <dgm:constrLst/>
                  <dgm:ruleLst/>
                  <dgm:forEach name="Name102" ref="rep2a"/>
                </dgm:layoutNode>
                <dgm:layoutNode name="hierChild5">
                  <dgm:choose name="Name103">
                    <dgm:if name="Name104" func="var" arg="dir" op="equ" val="norm">
                      <dgm:alg type="hierChild">
                        <dgm:param type="chAlign" val="l"/>
                        <dgm:param type="linDir" val="fromL"/>
                        <dgm:param type="secChAlign" val="t"/>
                        <dgm:param type="secLinDir" val="fromT"/>
                      </dgm:alg>
                    </dgm:if>
                    <dgm:else name="Name105">
                      <dgm:alg type="hierChild">
                        <dgm:param type="chAlign" val="l"/>
                        <dgm:param type="linDir" val="fromR"/>
                        <dgm:param type="secChAlign" val="t"/>
                        <dgm:param type="secLinDir" val="fromT"/>
                      </dgm:alg>
                    </dgm:else>
                  </dgm:choose>
                  <dgm:shape xmlns:r="http://schemas.openxmlformats.org/officeDocument/2006/relationships" r:blip="">
                    <dgm:adjLst/>
                  </dgm:shape>
                  <dgm:presOf/>
                  <dgm:constrLst/>
                  <dgm:ruleLst/>
                  <dgm:forEach name="Name106" ref="rep2b"/>
                </dgm:layoutNode>
              </dgm:layoutNode>
            </dgm:forEach>
          </dgm:layoutNode>
          <dgm:layoutNode name="hierChild3">
            <dgm:choose name="Name107">
              <dgm:if name="Name108" func="var" arg="dir" op="equ" val="norm">
                <dgm:alg type="hierChild">
                  <dgm:param type="chAlign" val="l"/>
                  <dgm:param type="linDir" val="fromL"/>
                  <dgm:param type="secChAlign" val="t"/>
                  <dgm:param type="secLinDir" val="fromT"/>
                </dgm:alg>
              </dgm:if>
              <dgm:else name="Name109">
                <dgm:alg type="hierChild">
                  <dgm:param type="chAlign" val="l"/>
                  <dgm:param type="linDir" val="fromR"/>
                  <dgm:param type="secChAlign" val="t"/>
                  <dgm:param type="secLinDir" val="fromT"/>
                </dgm:alg>
              </dgm:else>
            </dgm:choose>
            <dgm:shape xmlns:r="http://schemas.openxmlformats.org/officeDocument/2006/relationships" r:blip="">
              <dgm:adjLst/>
            </dgm:shape>
            <dgm:presOf/>
            <dgm:constrLst/>
            <dgm:ruleLst/>
            <dgm:forEach name="rep2b" axis="ch" ptType="asst">
              <dgm:forEach name="Name110" axis="precedSib" ptType="parTrans" st="-1" cnt="1">
                <dgm:layoutNode name="Name111">
                  <dgm:alg type="conn">
                    <dgm:param type="connRout" val="bend"/>
                    <dgm:param type="dim" val="1D"/>
                    <dgm:param type="endSty" val="noArr"/>
                    <dgm:param type="begPts" val="bCtr"/>
                    <dgm:param type="endPts" val="midL midR"/>
                  </dgm:alg>
                  <dgm:shape xmlns:r="http://schemas.openxmlformats.org/officeDocument/2006/relationships" type="conn" r:blip="" zOrderOff="-99999">
                    <dgm:adjLst/>
                  </dgm:shape>
                  <dgm:presOf axis="self"/>
                  <dgm:constrLst>
                    <dgm:constr type="begPad"/>
                    <dgm:constr type="endPad"/>
                  </dgm:constrLst>
                  <dgm:ruleLst/>
                </dgm:layoutNode>
              </dgm:forEach>
              <dgm:layoutNode name="hierRoot3">
                <dgm:varLst>
                  <dgm:hierBranch val="init"/>
                </dgm:varLst>
                <dgm:choose name="Name112">
                  <dgm:if name="Name113" func="var" arg="hierBranch" op="equ" val="l">
                    <dgm:alg type="hierRoot">
                      <dgm:param type="hierAlign" val="tR"/>
                    </dgm:alg>
                    <dgm:shape xmlns:r="http://schemas.openxmlformats.org/officeDocument/2006/relationships" r:blip="">
                      <dgm:adjLst/>
                    </dgm:shape>
                    <dgm:presOf/>
                    <dgm:constrLst>
                      <dgm:constr type="alignOff" val="0.65"/>
                    </dgm:constrLst>
                  </dgm:if>
                  <dgm:if name="Name114" func="var" arg="hierBranch" op="equ" val="r">
                    <dgm:alg type="hierRoot">
                      <dgm:param type="hierAlign" val="tL"/>
                    </dgm:alg>
                    <dgm:shape xmlns:r="http://schemas.openxmlformats.org/officeDocument/2006/relationships" r:blip="">
                      <dgm:adjLst/>
                    </dgm:shape>
                    <dgm:presOf/>
                    <dgm:constrLst>
                      <dgm:constr type="alignOff" val="0.65"/>
                    </dgm:constrLst>
                  </dgm:if>
                  <dgm:if name="Name115" func="var" arg="hierBranch" op="equ" val="hang">
                    <dgm:alg type="hierRoot"/>
                    <dgm:shape xmlns:r="http://schemas.openxmlformats.org/officeDocument/2006/relationships" r:blip="">
                      <dgm:adjLst/>
                    </dgm:shape>
                    <dgm:presOf/>
                    <dgm:constrLst>
                      <dgm:constr type="alignOff" val="0.65"/>
                    </dgm:constrLst>
                  </dgm:if>
                  <dgm:if name="Name116" func="var" arg="hierBranch" op="equ" val="std">
                    <dgm:alg type="hierRoot"/>
                    <dgm:shape xmlns:r="http://schemas.openxmlformats.org/officeDocument/2006/relationships" r:blip="">
                      <dgm:adjLst/>
                    </dgm:shape>
                    <dgm:presOf/>
                    <dgm:constrLst>
                      <dgm:constr type="alignOff"/>
                      <dgm:constr type="bendDist" for="des" ptType="parTrans" refType="sp" fact="0.5"/>
                    </dgm:constrLst>
                  </dgm:if>
                  <dgm:if name="Name117" func="var" arg="hierBranch" op="equ" val="init">
                    <dgm:choose name="Name118">
                      <dgm:if name="Name119" axis="des" func="maxDepth" op="lte" val="1">
                        <dgm:alg type="hierRoot">
                          <dgm:param type="hierAlign" val="tL"/>
                        </dgm:alg>
                        <dgm:shape xmlns:r="http://schemas.openxmlformats.org/officeDocument/2006/relationships" r:blip="">
                          <dgm:adjLst/>
                        </dgm:shape>
                        <dgm:presOf/>
                        <dgm:constrLst>
                          <dgm:constr type="alignOff" val="0.65"/>
                        </dgm:constrLst>
                      </dgm:if>
                      <dgm:else name="Name120">
                        <dgm:alg type="hierRoot"/>
                        <dgm:shape xmlns:r="http://schemas.openxmlformats.org/officeDocument/2006/relationships" r:blip="">
                          <dgm:adjLst/>
                        </dgm:shape>
                        <dgm:presOf/>
                        <dgm:constrLst>
                          <dgm:constr type="alignOff"/>
                          <dgm:constr type="bendDist" for="des" ptType="parTrans" refType="sp" fact="0.5"/>
                        </dgm:constrLst>
                      </dgm:else>
                    </dgm:choose>
                  </dgm:if>
                  <dgm:else name="Name121"/>
                </dgm:choose>
                <dgm:ruleLst/>
                <dgm:layoutNode name="rootComposite3">
                  <dgm:alg type="composite"/>
                  <dgm:shape xmlns:r="http://schemas.openxmlformats.org/officeDocument/2006/relationships" r:blip="">
                    <dgm:adjLst/>
                  </dgm:shape>
                  <dgm:presOf axis="self" ptType="node" cnt="1"/>
                  <dgm:choose name="Name122">
                    <dgm:if name="Name123" func="var" arg="hierBranch" op="equ" val="init">
                      <dgm:constrLst>
                        <dgm:constr type="l" for="ch" forName="rootText3"/>
                        <dgm:constr type="t" for="ch" forName="rootText3"/>
                        <dgm:constr type="w" for="ch" forName="rootText3" refType="w"/>
                        <dgm:constr type="h" for="ch" forName="rootText3" refType="h"/>
                        <dgm:constr type="l" for="ch" forName="rootConnector3"/>
                        <dgm:constr type="t" for="ch" forName="rootConnector3"/>
                        <dgm:constr type="w" for="ch" forName="rootConnector3" refType="w" refFor="ch" refForName="rootText3" fact="0.2"/>
                        <dgm:constr type="h" for="ch" forName="rootConnector3" refType="h" refFor="ch" refForName="rootText3"/>
                      </dgm:constrLst>
                    </dgm:if>
                    <dgm:if name="Name124" func="var" arg="hierBranch" op="equ" val="l">
                      <dgm:constrLst>
                        <dgm:constr type="l" for="ch" forName="rootText3"/>
                        <dgm:constr type="t" for="ch" forName="rootText3"/>
                        <dgm:constr type="w" for="ch" forName="rootText3" refType="w"/>
                        <dgm:constr type="h" for="ch" forName="rootText3" refType="h"/>
                        <dgm:constr type="r" for="ch" forName="rootConnector3" refType="w"/>
                        <dgm:constr type="t" for="ch" forName="rootConnector3"/>
                        <dgm:constr type="w" for="ch" forName="rootConnector3" refType="w" refFor="ch" refForName="rootText3" fact="0.2"/>
                        <dgm:constr type="h" for="ch" forName="rootConnector3" refType="h" refFor="ch" refForName="rootText3"/>
                      </dgm:constrLst>
                    </dgm:if>
                    <dgm:if name="Name125" func="var" arg="hierBranch" op="equ" val="r">
                      <dgm:constrLst>
                        <dgm:constr type="l" for="ch" forName="rootText3"/>
                        <dgm:constr type="t" for="ch" forName="rootText3"/>
                        <dgm:constr type="w" for="ch" forName="rootText3" refType="w"/>
                        <dgm:constr type="h" for="ch" forName="rootText3" refType="h"/>
                        <dgm:constr type="l" for="ch" forName="rootConnector3"/>
                        <dgm:constr type="t" for="ch" forName="rootConnector3"/>
                        <dgm:constr type="w" for="ch" forName="rootConnector3" refType="w" refFor="ch" refForName="rootText3" fact="0.2"/>
                        <dgm:constr type="h" for="ch" forName="rootConnector3" refType="h" refFor="ch" refForName="rootText3"/>
                      </dgm:constrLst>
                    </dgm:if>
                    <dgm:else name="Name126">
                      <dgm:constrLst>
                        <dgm:constr type="l" for="ch" forName="rootText3"/>
                        <dgm:constr type="t" for="ch" forName="rootText3"/>
                        <dgm:constr type="w" for="ch" forName="rootText3" refType="w"/>
                        <dgm:constr type="h" for="ch" forName="rootText3" refType="h"/>
                        <dgm:constr type="r" for="ch" forName="rootConnector3" refType="w"/>
                        <dgm:constr type="t" for="ch" forName="rootConnector3"/>
                        <dgm:constr type="w" for="ch" forName="rootConnector3" refType="w" refFor="ch" refForName="rootText3" fact="0.2"/>
                        <dgm:constr type="h" for="ch" forName="rootConnector3" refType="h" refFor="ch" refForName="rootText3"/>
                      </dgm:constrLst>
                    </dgm:else>
                  </dgm:choose>
                  <dgm:ruleLst/>
                  <dgm:layoutNode name="rootText3">
                    <dgm:varLst>
                      <dgm:chPref val="3"/>
                    </dgm:varLst>
                    <dgm:alg type="tx"/>
                    <dgm:shape xmlns:r="http://schemas.openxmlformats.org/officeDocument/2006/relationships" type="rect" r:blip="">
                      <dgm:adjLst/>
                    </dgm:shape>
                    <dgm:presOf axis="self" ptType="node" cnt="1"/>
                    <dgm:constrLst>
                      <dgm:constr type="primFontSz" val="65"/>
                      <dgm:constr type="lMarg" refType="primFontSz" fact="0.05"/>
                      <dgm:constr type="rMarg" refType="primFontSz" fact="0.05"/>
                      <dgm:constr type="tMarg" refType="primFontSz" fact="0.05"/>
                      <dgm:constr type="bMarg" refType="primFontSz" fact="0.05"/>
                    </dgm:constrLst>
                    <dgm:ruleLst>
                      <dgm:rule type="primFontSz" val="5" fact="NaN" max="NaN"/>
                    </dgm:ruleLst>
                  </dgm:layoutNode>
                  <dgm:layoutNode name="rootConnector3" moveWith="rootText1">
                    <dgm:alg type="sp"/>
                    <dgm:shape xmlns:r="http://schemas.openxmlformats.org/officeDocument/2006/relationships" type="rect" r:blip="" hideGeom="1">
                      <dgm:adjLst/>
                    </dgm:shape>
                    <dgm:presOf axis="self" ptType="node" cnt="1"/>
                    <dgm:constrLst/>
                    <dgm:ruleLst/>
                  </dgm:layoutNode>
                </dgm:layoutNode>
                <dgm:layoutNode name="hierChild6">
                  <dgm:choose name="Name127">
                    <dgm:if name="Name128" func="var" arg="hierBranch" op="equ" val="l">
                      <dgm:alg type="hierChild">
                        <dgm:param type="chAlign" val="r"/>
                        <dgm:param type="linDir" val="fromT"/>
                      </dgm:alg>
                    </dgm:if>
                    <dgm:if name="Name129" func="var" arg="hierBranch" op="equ" val="r">
                      <dgm:alg type="hierChild">
                        <dgm:param type="chAlign" val="l"/>
                        <dgm:param type="linDir" val="fromT"/>
                      </dgm:alg>
                    </dgm:if>
                    <dgm:if name="Name130" func="var" arg="hierBranch" op="equ" val="hang">
                      <dgm:choose name="Name131">
                        <dgm:if name="Name132" func="var" arg="dir" op="equ" val="norm">
                          <dgm:alg type="hierChild">
                            <dgm:param type="chAlign" val="l"/>
                            <dgm:param type="linDir" val="fromL"/>
                            <dgm:param type="secChAlign" val="t"/>
                            <dgm:param type="secLinDir" val="fromT"/>
                          </dgm:alg>
                        </dgm:if>
                        <dgm:else name="Name133">
                          <dgm:alg type="hierChild">
                            <dgm:param type="chAlign" val="l"/>
                            <dgm:param type="linDir" val="fromR"/>
                            <dgm:param type="secChAlign" val="t"/>
                            <dgm:param type="secLinDir" val="fromT"/>
                          </dgm:alg>
                        </dgm:else>
                      </dgm:choose>
                    </dgm:if>
                    <dgm:if name="Name134" func="var" arg="hierBranch" op="equ" val="std">
                      <dgm:choose name="Name135">
                        <dgm:if name="Name136" func="var" arg="dir" op="equ" val="norm">
                          <dgm:alg type="hierChild"/>
                        </dgm:if>
                        <dgm:else name="Name137">
                          <dgm:alg type="hierChild">
                            <dgm:param type="linDir" val="fromR"/>
                          </dgm:alg>
                        </dgm:else>
                      </dgm:choose>
                    </dgm:if>
                    <dgm:if name="Name138" func="var" arg="hierBranch" op="equ" val="init">
                      <dgm:choose name="Name139">
                        <dgm:if name="Name140" axis="des" func="maxDepth" op="lte" val="1">
                          <dgm:alg type="hierChild">
                            <dgm:param type="chAlign" val="l"/>
                            <dgm:param type="linDir" val="fromT"/>
                          </dgm:alg>
                        </dgm:if>
                        <dgm:else name="Name141">
                          <dgm:alg type="hierChild"/>
                        </dgm:else>
                      </dgm:choose>
                    </dgm:if>
                    <dgm:else name="Name142"/>
                  </dgm:choose>
                  <dgm:shape xmlns:r="http://schemas.openxmlformats.org/officeDocument/2006/relationships" r:blip="">
                    <dgm:adjLst/>
                  </dgm:shape>
                  <dgm:presOf/>
                  <dgm:constrLst/>
                  <dgm:ruleLst/>
                  <dgm:forEach name="Name143" ref="rep2a"/>
                </dgm:layoutNode>
                <dgm:layoutNode name="hierChild7">
                  <dgm:choose name="Name144">
                    <dgm:if name="Name145" func="var" arg="dir" op="equ" val="norm">
                      <dgm:alg type="hierChild">
                        <dgm:param type="chAlign" val="l"/>
                        <dgm:param type="linDir" val="fromL"/>
                        <dgm:param type="secChAlign" val="t"/>
                        <dgm:param type="secLinDir" val="fromT"/>
                      </dgm:alg>
                    </dgm:if>
                    <dgm:else name="Name146">
                      <dgm:alg type="hierChild">
                        <dgm:param type="chAlign" val="l"/>
                        <dgm:param type="linDir" val="fromR"/>
                        <dgm:param type="secChAlign" val="t"/>
                        <dgm:param type="secLinDir" val="fromT"/>
                      </dgm:alg>
                    </dgm:else>
                  </dgm:choose>
                  <dgm:shape xmlns:r="http://schemas.openxmlformats.org/officeDocument/2006/relationships" r:blip="">
                    <dgm:adjLst/>
                  </dgm:shape>
                  <dgm:presOf/>
                  <dgm:constrLst/>
                  <dgm:ruleLst/>
                  <dgm:forEach name="Name147" ref="rep2b"/>
                </dgm:layoutNode>
              </dgm:layoutNode>
            </dgm:forEach>
          </dgm:layoutNode>
        </dgm:layoutNode>
      </dgm:forEach>
    </dgm:forEach>
  </dgm:layoutNode>
</dgm:layoutDef>
</file>

<file path=ppt/diagrams/layout2.xml><?xml version="1.0" encoding="utf-8"?>
<dgm:layoutDef xmlns:dgm="http://schemas.openxmlformats.org/drawingml/2006/diagram" xmlns:a="http://schemas.openxmlformats.org/drawingml/2006/main" uniqueId="urn:microsoft.com/office/officeart/2005/8/layout/orgChart1">
  <dgm:title val=""/>
  <dgm:desc val=""/>
  <dgm:catLst>
    <dgm:cat type="hierarchy" pri="1000"/>
    <dgm:cat type="convert" pri="6000"/>
  </dgm:catLst>
  <dgm:sampData>
    <dgm:dataModel>
      <dgm:ptLst>
        <dgm:pt modelId="0" type="doc"/>
        <dgm:pt modelId="1">
          <dgm:prSet phldr="1"/>
        </dgm:pt>
        <dgm:pt modelId="2" type="asst">
          <dgm:prSet phldr="1"/>
        </dgm:pt>
        <dgm:pt modelId="3">
          <dgm:prSet phldr="1"/>
        </dgm:pt>
        <dgm:pt modelId="4">
          <dgm:prSet phldr="1"/>
        </dgm:pt>
        <dgm:pt modelId="5">
          <dgm:prSet phldr="1"/>
        </dgm:pt>
      </dgm:ptLst>
      <dgm:cxnLst>
        <dgm:cxn modelId="5" srcId="0" destId="1" srcOrd="0" destOrd="0"/>
        <dgm:cxn modelId="6" srcId="1" destId="2" srcOrd="0" destOrd="0"/>
        <dgm:cxn modelId="7" srcId="1" destId="3" srcOrd="1" destOrd="0"/>
        <dgm:cxn modelId="8" srcId="1" destId="4" srcOrd="2" destOrd="0"/>
        <dgm:cxn modelId="9" srcId="1" destId="5" srcOrd="3" destOrd="0"/>
      </dgm:cxnLst>
      <dgm:bg/>
      <dgm:whole/>
    </dgm:dataModel>
  </dgm:sampData>
  <dgm:styleData>
    <dgm:dataModel>
      <dgm:ptLst>
        <dgm:pt modelId="0" type="doc"/>
        <dgm:pt modelId="1"/>
        <dgm:pt modelId="12"/>
        <dgm:pt modelId="13"/>
      </dgm:ptLst>
      <dgm:cxnLst>
        <dgm:cxn modelId="2" srcId="0" destId="1" srcOrd="0" destOrd="0"/>
        <dgm:cxn modelId="16" srcId="1" destId="12" srcOrd="1" destOrd="0"/>
        <dgm:cxn modelId="17" srcId="1" destId="13" srcOrd="2" destOrd="0"/>
      </dgm:cxnLst>
      <dgm:bg/>
      <dgm:whole/>
    </dgm:dataModel>
  </dgm:styleData>
  <dgm:clrData>
    <dgm:dataModel>
      <dgm:ptLst>
        <dgm:pt modelId="0" type="doc"/>
        <dgm:pt modelId="1"/>
        <dgm:pt modelId="11" type="asst"/>
        <dgm:pt modelId="12"/>
        <dgm:pt modelId="13"/>
        <dgm:pt modelId="14"/>
      </dgm:ptLst>
      <dgm:cxnLst>
        <dgm:cxn modelId="2" srcId="0" destId="1" srcOrd="0" destOrd="0"/>
        <dgm:cxn modelId="15" srcId="1" destId="11" srcOrd="0" destOrd="0"/>
        <dgm:cxn modelId="16" srcId="1" destId="12" srcOrd="1" destOrd="0"/>
        <dgm:cxn modelId="17" srcId="1" destId="13" srcOrd="2" destOrd="0"/>
        <dgm:cxn modelId="18" srcId="1" destId="14" srcOrd="2" destOrd="0"/>
      </dgm:cxnLst>
      <dgm:bg/>
      <dgm:whole/>
    </dgm:dataModel>
  </dgm:clrData>
  <dgm:layoutNode name="hierChild1">
    <dgm:varLst>
      <dgm:orgChart val="1"/>
      <dgm:chPref val="1"/>
      <dgm:dir/>
      <dgm:animOne val="branch"/>
      <dgm:animLvl val="lvl"/>
      <dgm:resizeHandles/>
    </dgm:varLst>
    <dgm:choose name="Name0">
      <dgm:if name="Name1" func="var" arg="dir" op="equ" val="norm">
        <dgm:alg type="hierChild">
          <dgm:param type="linDir" val="fromL"/>
        </dgm:alg>
      </dgm:if>
      <dgm:else name="Name2">
        <dgm:alg type="hierChild">
          <dgm:param type="linDir" val="fromR"/>
        </dgm:alg>
      </dgm:else>
    </dgm:choose>
    <dgm:shape xmlns:r="http://schemas.openxmlformats.org/officeDocument/2006/relationships" r:blip="">
      <dgm:adjLst/>
    </dgm:shape>
    <dgm:presOf/>
    <dgm:constrLst>
      <dgm:constr type="w" for="des" forName="rootComposite1" refType="w" fact="10"/>
      <dgm:constr type="h" for="des" forName="rootComposite1" refType="w" refFor="des" refForName="rootComposite1" fact="0.5"/>
      <dgm:constr type="w" for="des" forName="rootComposite" refType="w" fact="10"/>
      <dgm:constr type="h" for="des" forName="rootComposite" refType="w" refFor="des" refForName="rootComposite1" fact="0.5"/>
      <dgm:constr type="w" for="des" forName="rootComposite3" refType="w" fact="10"/>
      <dgm:constr type="h" for="des" forName="rootComposite3" refType="w" refFor="des" refForName="rootComposite1" fact="0.5"/>
      <dgm:constr type="primFontSz" for="des" ptType="node" op="equ"/>
      <dgm:constr type="sp" for="des" op="equ"/>
      <dgm:constr type="sp" for="des" forName="hierRoot1" refType="w" refFor="des" refForName="rootComposite1" fact="0.21"/>
      <dgm:constr type="sp" for="des" forName="hierRoot2" refType="sp" refFor="des" refForName="hierRoot1"/>
      <dgm:constr type="sp" for="des" forName="hierRoot3" refType="sp" refFor="des" refForName="hierRoot1"/>
      <dgm:constr type="sibSp" refType="w" refFor="des" refForName="rootComposite1" fact="0.21"/>
      <dgm:constr type="sibSp" for="des" forName="hierChild2" refType="sibSp"/>
      <dgm:constr type="sibSp" for="des" forName="hierChild3" refType="sibSp"/>
      <dgm:constr type="sibSp" for="des" forName="hierChild4" refType="sibSp"/>
      <dgm:constr type="sibSp" for="des" forName="hierChild5" refType="sibSp"/>
      <dgm:constr type="sibSp" for="des" forName="hierChild6" refType="sibSp"/>
      <dgm:constr type="sibSp" for="des" forName="hierChild7" refType="sibSp"/>
      <dgm:constr type="secSibSp" refType="w" refFor="des" refForName="rootComposite1" fact="0.21"/>
      <dgm:constr type="secSibSp" for="des" forName="hierChild2" refType="secSibSp"/>
      <dgm:constr type="secSibSp" for="des" forName="hierChild3" refType="secSibSp"/>
      <dgm:constr type="secSibSp" for="des" forName="hierChild4" refType="secSibSp"/>
      <dgm:constr type="secSibSp" for="des" forName="hierChild5" refType="secSibSp"/>
      <dgm:constr type="secSibSp" for="des" forName="hierChild6" refType="secSibSp"/>
      <dgm:constr type="secSibSp" for="des" forName="hierChild7" refType="secSibSp"/>
    </dgm:constrLst>
    <dgm:ruleLst/>
    <dgm:forEach name="Name3" axis="ch">
      <dgm:forEach name="Name4" axis="self" ptType="node">
        <dgm:layoutNode name="hierRoot1">
          <dgm:varLst>
            <dgm:hierBranch val="init"/>
          </dgm:varLst>
          <dgm:choose name="Name5">
            <dgm:if name="Name6" func="var" arg="hierBranch" op="equ" val="l">
              <dgm:choose name="Name7">
                <dgm:if name="Name8" axis="ch" ptType="asst" func="cnt" op="gte" val="1">
                  <dgm:alg type="hierRoot">
                    <dgm:param type="hierAlign" val="tR"/>
                  </dgm:alg>
                  <dgm:constrLst>
                    <dgm:constr type="alignOff" val="0.65"/>
                  </dgm:constrLst>
                </dgm:if>
                <dgm:else name="Name9">
                  <dgm:alg type="hierRoot">
                    <dgm:param type="hierAlign" val="tR"/>
                  </dgm:alg>
                  <dgm:constrLst>
                    <dgm:constr type="alignOff" val="0.25"/>
                  </dgm:constrLst>
                </dgm:else>
              </dgm:choose>
            </dgm:if>
            <dgm:if name="Name10" func="var" arg="hierBranch" op="equ" val="r">
              <dgm:choose name="Name11">
                <dgm:if name="Name12" axis="ch" ptType="asst" func="cnt" op="gte" val="1">
                  <dgm:alg type="hierRoot">
                    <dgm:param type="hierAlign" val="tL"/>
                  </dgm:alg>
                  <dgm:constrLst>
                    <dgm:constr type="alignOff" val="0.65"/>
                  </dgm:constrLst>
                </dgm:if>
                <dgm:else name="Name13">
                  <dgm:alg type="hierRoot">
                    <dgm:param type="hierAlign" val="tL"/>
                  </dgm:alg>
                  <dgm:constrLst>
                    <dgm:constr type="alignOff" val="0.25"/>
                  </dgm:constrLst>
                </dgm:else>
              </dgm:choose>
            </dgm:if>
            <dgm:if name="Name14" func="var" arg="hierBranch" op="equ" val="hang">
              <dgm:alg type="hierRoot"/>
              <dgm:constrLst>
                <dgm:constr type="alignOff" val="0.65"/>
              </dgm:constrLst>
            </dgm:if>
            <dgm:else name="Name15">
              <dgm:alg type="hierRoot"/>
              <dgm:constrLst>
                <dgm:constr type="alignOff"/>
                <dgm:constr type="bendDist" for="des" ptType="parTrans" refType="sp" fact="0.5"/>
              </dgm:constrLst>
            </dgm:else>
          </dgm:choose>
          <dgm:shape xmlns:r="http://schemas.openxmlformats.org/officeDocument/2006/relationships" r:blip="">
            <dgm:adjLst/>
          </dgm:shape>
          <dgm:presOf/>
          <dgm:ruleLst/>
          <dgm:layoutNode name="rootComposite1">
            <dgm:alg type="composite"/>
            <dgm:shape xmlns:r="http://schemas.openxmlformats.org/officeDocument/2006/relationships" r:blip="">
              <dgm:adjLst/>
            </dgm:shape>
            <dgm:presOf axis="self" ptType="node" cnt="1"/>
            <dgm:choose name="Name16">
              <dgm:if name="Name17" func="var" arg="hierBranch" op="equ" val="init">
                <dgm:constrLst>
                  <dgm:constr type="l" for="ch" forName="rootText1"/>
                  <dgm:constr type="t" for="ch" forName="rootText1"/>
                  <dgm:constr type="w" for="ch" forName="rootText1" refType="w"/>
                  <dgm:constr type="h" for="ch" forName="rootText1" refType="h"/>
                  <dgm:constr type="l" for="ch" forName="rootConnector1"/>
                  <dgm:constr type="t" for="ch" forName="rootConnector1"/>
                  <dgm:constr type="w" for="ch" forName="rootConnector1" refType="w" refFor="ch" refForName="rootText1" fact="0.2"/>
                  <dgm:constr type="h" for="ch" forName="rootConnector1" refType="h" refFor="ch" refForName="rootText1"/>
                </dgm:constrLst>
              </dgm:if>
              <dgm:if name="Name18" func="var" arg="hierBranch" op="equ" val="l">
                <dgm:constrLst>
                  <dgm:constr type="l" for="ch" forName="rootText1"/>
                  <dgm:constr type="t" for="ch" forName="rootText1"/>
                  <dgm:constr type="w" for="ch" forName="rootText1" refType="w"/>
                  <dgm:constr type="h" for="ch" forName="rootText1" refType="h"/>
                  <dgm:constr type="r" for="ch" forName="rootConnector1" refType="w"/>
                  <dgm:constr type="t" for="ch" forName="rootConnector1"/>
                  <dgm:constr type="w" for="ch" forName="rootConnector1" refType="w" refFor="ch" refForName="rootText1" fact="0.2"/>
                  <dgm:constr type="h" for="ch" forName="rootConnector1" refType="h" refFor="ch" refForName="rootText1"/>
                </dgm:constrLst>
              </dgm:if>
              <dgm:if name="Name19" func="var" arg="hierBranch" op="equ" val="r">
                <dgm:constrLst>
                  <dgm:constr type="l" for="ch" forName="rootText1"/>
                  <dgm:constr type="t" for="ch" forName="rootText1"/>
                  <dgm:constr type="w" for="ch" forName="rootText1" refType="w"/>
                  <dgm:constr type="h" for="ch" forName="rootText1" refType="h"/>
                  <dgm:constr type="l" for="ch" forName="rootConnector1"/>
                  <dgm:constr type="t" for="ch" forName="rootConnector1"/>
                  <dgm:constr type="w" for="ch" forName="rootConnector1" refType="w" refFor="ch" refForName="rootText1" fact="0.2"/>
                  <dgm:constr type="h" for="ch" forName="rootConnector1" refType="h" refFor="ch" refForName="rootText1"/>
                </dgm:constrLst>
              </dgm:if>
              <dgm:else name="Name20">
                <dgm:constrLst>
                  <dgm:constr type="l" for="ch" forName="rootText1"/>
                  <dgm:constr type="t" for="ch" forName="rootText1"/>
                  <dgm:constr type="w" for="ch" forName="rootText1" refType="w"/>
                  <dgm:constr type="h" for="ch" forName="rootText1" refType="h"/>
                  <dgm:constr type="r" for="ch" forName="rootConnector1" refType="w"/>
                  <dgm:constr type="t" for="ch" forName="rootConnector1"/>
                  <dgm:constr type="w" for="ch" forName="rootConnector1" refType="w" refFor="ch" refForName="rootText1" fact="0.2"/>
                  <dgm:constr type="h" for="ch" forName="rootConnector1" refType="h" refFor="ch" refForName="rootText1"/>
                </dgm:constrLst>
              </dgm:else>
            </dgm:choose>
            <dgm:ruleLst/>
            <dgm:layoutNode name="rootText1" styleLbl="node0">
              <dgm:varLst>
                <dgm:chPref val="3"/>
              </dgm:varLst>
              <dgm:alg type="tx"/>
              <dgm:shape xmlns:r="http://schemas.openxmlformats.org/officeDocument/2006/relationships" type="rect" r:blip="">
                <dgm:adjLst/>
              </dgm:shape>
              <dgm:presOf axis="self" ptType="node" cnt="1"/>
              <dgm:constrLst>
                <dgm:constr type="primFontSz" val="65"/>
                <dgm:constr type="lMarg" refType="primFontSz" fact="0.05"/>
                <dgm:constr type="rMarg" refType="primFontSz" fact="0.05"/>
                <dgm:constr type="tMarg" refType="primFontSz" fact="0.05"/>
                <dgm:constr type="bMarg" refType="primFontSz" fact="0.05"/>
              </dgm:constrLst>
              <dgm:ruleLst>
                <dgm:rule type="primFontSz" val="5" fact="NaN" max="NaN"/>
              </dgm:ruleLst>
            </dgm:layoutNode>
            <dgm:layoutNode name="rootConnector1" moveWith="rootText1">
              <dgm:alg type="sp"/>
              <dgm:shape xmlns:r="http://schemas.openxmlformats.org/officeDocument/2006/relationships" type="rect" r:blip="" hideGeom="1">
                <dgm:adjLst/>
              </dgm:shape>
              <dgm:presOf axis="self" ptType="node" cnt="1"/>
              <dgm:constrLst/>
              <dgm:ruleLst/>
            </dgm:layoutNode>
          </dgm:layoutNode>
          <dgm:layoutNode name="hierChild2">
            <dgm:choose name="Name21">
              <dgm:if name="Name22" func="var" arg="hierBranch" op="equ" val="l">
                <dgm:alg type="hierChild">
                  <dgm:param type="chAlign" val="r"/>
                  <dgm:param type="linDir" val="fromT"/>
                </dgm:alg>
              </dgm:if>
              <dgm:if name="Name23" func="var" arg="hierBranch" op="equ" val="r">
                <dgm:alg type="hierChild">
                  <dgm:param type="chAlign" val="l"/>
                  <dgm:param type="linDir" val="fromT"/>
                </dgm:alg>
              </dgm:if>
              <dgm:if name="Name24" func="var" arg="hierBranch" op="equ" val="hang">
                <dgm:choose name="Name25">
                  <dgm:if name="Name26" func="var" arg="dir" op="equ" val="norm">
                    <dgm:alg type="hierChild">
                      <dgm:param type="chAlign" val="l"/>
                      <dgm:param type="linDir" val="fromL"/>
                      <dgm:param type="secChAlign" val="t"/>
                      <dgm:param type="secLinDir" val="fromT"/>
                    </dgm:alg>
                  </dgm:if>
                  <dgm:else name="Name27">
                    <dgm:alg type="hierChild">
                      <dgm:param type="chAlign" val="l"/>
                      <dgm:param type="linDir" val="fromR"/>
                      <dgm:param type="secChAlign" val="t"/>
                      <dgm:param type="secLinDir" val="fromT"/>
                    </dgm:alg>
                  </dgm:else>
                </dgm:choose>
              </dgm:if>
              <dgm:else name="Name28">
                <dgm:choose name="Name29">
                  <dgm:if name="Name30" func="var" arg="dir" op="equ" val="norm">
                    <dgm:alg type="hierChild"/>
                  </dgm:if>
                  <dgm:else name="Name31">
                    <dgm:alg type="hierChild">
                      <dgm:param type="linDir" val="fromR"/>
                    </dgm:alg>
                  </dgm:else>
                </dgm:choose>
              </dgm:else>
            </dgm:choose>
            <dgm:shape xmlns:r="http://schemas.openxmlformats.org/officeDocument/2006/relationships" r:blip="">
              <dgm:adjLst/>
            </dgm:shape>
            <dgm:presOf/>
            <dgm:constrLst/>
            <dgm:ruleLst/>
            <dgm:forEach name="rep2a" axis="ch" ptType="nonAsst">
              <dgm:forEach name="Name32" axis="precedSib" ptType="parTrans" st="-1" cnt="1">
                <dgm:choose name="Name33">
                  <dgm:if name="Name34" func="var" arg="hierBranch" op="equ" val="std">
                    <dgm:layoutNode name="Name35">
                      <dgm:alg type="conn">
                        <dgm:param type="connRout" val="bend"/>
                        <dgm:param type="dim" val="1D"/>
                        <dgm:param type="endSty" val="noArr"/>
                        <dgm:param type="begPts" val="bCtr"/>
                        <dgm:param type="endPts" val="tCtr"/>
                        <dgm:param type="bendPt" val="end"/>
                      </dgm:alg>
                      <dgm:shape xmlns:r="http://schemas.openxmlformats.org/officeDocument/2006/relationships" type="conn" r:blip="" zOrderOff="-99999">
                        <dgm:adjLst/>
                      </dgm:shape>
                      <dgm:presOf axis="self"/>
                      <dgm:constrLst>
                        <dgm:constr type="begPad"/>
                        <dgm:constr type="endPad"/>
                      </dgm:constrLst>
                      <dgm:ruleLst/>
                    </dgm:layoutNode>
                  </dgm:if>
                  <dgm:if name="Name36" func="var" arg="hierBranch" op="equ" val="init">
                    <dgm:layoutNode name="Name37">
                      <dgm:choose name="Name38">
                        <dgm:if name="Name39" axis="self" func="depth" op="lte" val="2">
                          <dgm:alg type="conn">
                            <dgm:param type="connRout" val="bend"/>
                            <dgm:param type="dim" val="1D"/>
                            <dgm:param type="endSty" val="noArr"/>
                            <dgm:param type="begPts" val="bCtr"/>
                            <dgm:param type="endPts" val="tCtr"/>
                            <dgm:param type="bendPt" val="end"/>
                          </dgm:alg>
                        </dgm:if>
                        <dgm:else name="Name40">
                          <dgm:choose name="Name41">
                            <dgm:if name="Name42" axis="par des" func="maxDepth" op="lte" val="1">
                              <dgm:choose name="Name43">
                                <dgm:if name="Name44" axis="par ch" ptType="node asst" func="cnt" op="gte" val="1">
                                  <dgm:alg type="conn">
                                    <dgm:param type="connRout" val="bend"/>
                                    <dgm:param type="dim" val="1D"/>
                                    <dgm:param type="endSty" val="noArr"/>
                                    <dgm:param type="begPts" val="bCtr"/>
                                    <dgm:param type="endPts" val="midL midR"/>
                                  </dgm:alg>
                                </dgm:if>
                                <dgm:else name="Name45">
                                  <dgm:alg type="conn">
                                    <dgm:param type="connRout" val="bend"/>
                                    <dgm:param type="dim" val="1D"/>
                                    <dgm:param type="endSty" val="noArr"/>
                                    <dgm:param type="begPts" val="bCtr"/>
                                    <dgm:param type="endPts" val="midL midR"/>
                                    <dgm:param type="srcNode" val="rootConnector"/>
                                  </dgm:alg>
                                </dgm:else>
                              </dgm:choose>
                            </dgm:if>
                            <dgm:else name="Name46">
                              <dgm:alg type="conn">
                                <dgm:param type="connRout" val="bend"/>
                                <dgm:param type="dim" val="1D"/>
                                <dgm:param type="endSty" val="noArr"/>
                                <dgm:param type="begPts" val="bCtr"/>
                                <dgm:param type="endPts" val="tCtr"/>
                                <dgm:param type="bendPt" val="end"/>
                              </dgm:alg>
                            </dgm:else>
                          </dgm:choose>
                        </dgm:else>
                      </dgm:choose>
                      <dgm:shape xmlns:r="http://schemas.openxmlformats.org/officeDocument/2006/relationships" type="conn" r:blip="" zOrderOff="-99999">
                        <dgm:adjLst/>
                      </dgm:shape>
                      <dgm:presOf axis="self"/>
                      <dgm:constrLst>
                        <dgm:constr type="begPad"/>
                        <dgm:constr type="endPad"/>
                      </dgm:constrLst>
                      <dgm:ruleLst/>
                    </dgm:layoutNode>
                  </dgm:if>
                  <dgm:if name="Name47" func="var" arg="hierBranch" op="equ" val="hang">
                    <dgm:layoutNode name="Name48">
                      <dgm:alg type="conn">
                        <dgm:param type="connRout" val="bend"/>
                        <dgm:param type="dim" val="1D"/>
                        <dgm:param type="endSty" val="noArr"/>
                        <dgm:param type="begPts" val="bCtr"/>
                        <dgm:param type="endPts" val="midL midR"/>
                      </dgm:alg>
                      <dgm:shape xmlns:r="http://schemas.openxmlformats.org/officeDocument/2006/relationships" type="conn" r:blip="" zOrderOff="-99999">
                        <dgm:adjLst/>
                      </dgm:shape>
                      <dgm:presOf axis="self"/>
                      <dgm:constrLst>
                        <dgm:constr type="begPad"/>
                        <dgm:constr type="endPad"/>
                      </dgm:constrLst>
                      <dgm:ruleLst/>
                    </dgm:layoutNode>
                  </dgm:if>
                  <dgm:else name="Name49">
                    <dgm:layoutNode name="Name50">
                      <dgm:choose name="Name51">
                        <dgm:if name="Name52" axis="self" func="depth" op="lte" val="2">
                          <dgm:choose name="Name53">
                            <dgm:if name="Name54" axis="par ch" ptType="node asst" func="cnt" op="gte" val="1">
                              <dgm:alg type="conn">
                                <dgm:param type="connRout" val="bend"/>
                                <dgm:param type="dim" val="1D"/>
                                <dgm:param type="endSty" val="noArr"/>
                                <dgm:param type="begPts" val="bCtr"/>
                                <dgm:param type="endPts" val="midL midR"/>
                              </dgm:alg>
                            </dgm:if>
                            <dgm:else name="Name55">
                              <dgm:alg type="conn">
                                <dgm:param type="connRout" val="bend"/>
                                <dgm:param type="dim" val="1D"/>
                                <dgm:param type="endSty" val="noArr"/>
                                <dgm:param type="begPts" val="bCtr"/>
                                <dgm:param type="endPts" val="midL midR"/>
                                <dgm:param type="srcNode" val="rootConnector1"/>
                              </dgm:alg>
                            </dgm:else>
                          </dgm:choose>
                        </dgm:if>
                        <dgm:else name="Name56">
                          <dgm:choose name="Name57">
                            <dgm:if name="Name58" axis="par ch" ptType="node asst" func="cnt" op="gte" val="1">
                              <dgm:alg type="conn">
                                <dgm:param type="connRout" val="bend"/>
                                <dgm:param type="dim" val="1D"/>
                                <dgm:param type="endSty" val="noArr"/>
                                <dgm:param type="begPts" val="bCtr"/>
                                <dgm:param type="endPts" val="midL midR"/>
                              </dgm:alg>
                            </dgm:if>
                            <dgm:else name="Name59">
                              <dgm:alg type="conn">
                                <dgm:param type="connRout" val="bend"/>
                                <dgm:param type="dim" val="1D"/>
                                <dgm:param type="endSty" val="noArr"/>
                                <dgm:param type="begPts" val="bCtr"/>
                                <dgm:param type="endPts" val="midL midR"/>
                                <dgm:param type="srcNode" val="rootConnector"/>
                              </dgm:alg>
                            </dgm:else>
                          </dgm:choose>
                        </dgm:else>
                      </dgm:choose>
                      <dgm:shape xmlns:r="http://schemas.openxmlformats.org/officeDocument/2006/relationships" type="conn" r:blip="" zOrderOff="-99999">
                        <dgm:adjLst/>
                      </dgm:shape>
                      <dgm:presOf axis="self"/>
                      <dgm:constrLst>
                        <dgm:constr type="begPad"/>
                        <dgm:constr type="endPad"/>
                      </dgm:constrLst>
                      <dgm:ruleLst/>
                    </dgm:layoutNode>
                  </dgm:else>
                </dgm:choose>
              </dgm:forEach>
              <dgm:layoutNode name="hierRoot2">
                <dgm:varLst>
                  <dgm:hierBranch val="init"/>
                </dgm:varLst>
                <dgm:choose name="Name60">
                  <dgm:if name="Name61" func="var" arg="hierBranch" op="equ" val="l">
                    <dgm:choose name="Name62">
                      <dgm:if name="Name63" axis="ch" ptType="asst" func="cnt" op="gte" val="1">
                        <dgm:alg type="hierRoot">
                          <dgm:param type="hierAlign" val="tR"/>
                        </dgm:alg>
                        <dgm:shape xmlns:r="http://schemas.openxmlformats.org/officeDocument/2006/relationships" r:blip="">
                          <dgm:adjLst/>
                        </dgm:shape>
                        <dgm:presOf/>
                        <dgm:constrLst>
                          <dgm:constr type="alignOff" val="0.65"/>
                        </dgm:constrLst>
                      </dgm:if>
                      <dgm:else name="Name64">
                        <dgm:alg type="hierRoot">
                          <dgm:param type="hierAlign" val="tR"/>
                        </dgm:alg>
                        <dgm:shape xmlns:r="http://schemas.openxmlformats.org/officeDocument/2006/relationships" r:blip="">
                          <dgm:adjLst/>
                        </dgm:shape>
                        <dgm:presOf/>
                        <dgm:constrLst>
                          <dgm:constr type="alignOff" val="0.25"/>
                        </dgm:constrLst>
                      </dgm:else>
                    </dgm:choose>
                  </dgm:if>
                  <dgm:if name="Name65" func="var" arg="hierBranch" op="equ" val="r">
                    <dgm:choose name="Name66">
                      <dgm:if name="Name67" axis="ch" ptType="asst" func="cnt" op="gte" val="1">
                        <dgm:alg type="hierRoot">
                          <dgm:param type="hierAlign" val="tL"/>
                        </dgm:alg>
                        <dgm:shape xmlns:r="http://schemas.openxmlformats.org/officeDocument/2006/relationships" r:blip="">
                          <dgm:adjLst/>
                        </dgm:shape>
                        <dgm:presOf/>
                        <dgm:constrLst>
                          <dgm:constr type="alignOff" val="0.65"/>
                        </dgm:constrLst>
                      </dgm:if>
                      <dgm:else name="Name68">
                        <dgm:alg type="hierRoot">
                          <dgm:param type="hierAlign" val="tL"/>
                        </dgm:alg>
                        <dgm:shape xmlns:r="http://schemas.openxmlformats.org/officeDocument/2006/relationships" r:blip="">
                          <dgm:adjLst/>
                        </dgm:shape>
                        <dgm:presOf/>
                        <dgm:constrLst>
                          <dgm:constr type="alignOff" val="0.25"/>
                        </dgm:constrLst>
                      </dgm:else>
                    </dgm:choose>
                  </dgm:if>
                  <dgm:if name="Name69" func="var" arg="hierBranch" op="equ" val="std">
                    <dgm:alg type="hierRoot"/>
                    <dgm:shape xmlns:r="http://schemas.openxmlformats.org/officeDocument/2006/relationships" r:blip="">
                      <dgm:adjLst/>
                    </dgm:shape>
                    <dgm:presOf/>
                    <dgm:constrLst>
                      <dgm:constr type="alignOff"/>
                      <dgm:constr type="bendDist" for="des" ptType="parTrans" refType="sp" fact="0.5"/>
                    </dgm:constrLst>
                  </dgm:if>
                  <dgm:if name="Name70" func="var" arg="hierBranch" op="equ" val="init">
                    <dgm:choose name="Name71">
                      <dgm:if name="Name72" axis="des" func="maxDepth" op="lte" val="1">
                        <dgm:choose name="Name73">
                          <dgm:if name="Name74" axis="ch" ptType="asst" func="cnt" op="gte" val="1">
                            <dgm:alg type="hierRoot">
                              <dgm:param type="hierAlign" val="tL"/>
                            </dgm:alg>
                            <dgm:shape xmlns:r="http://schemas.openxmlformats.org/officeDocument/2006/relationships" r:blip="">
                              <dgm:adjLst/>
                            </dgm:shape>
                            <dgm:presOf/>
                            <dgm:constrLst>
                              <dgm:constr type="alignOff" val="0.65"/>
                            </dgm:constrLst>
                          </dgm:if>
                          <dgm:else name="Name75">
                            <dgm:alg type="hierRoot">
                              <dgm:param type="hierAlign" val="tL"/>
                            </dgm:alg>
                            <dgm:shape xmlns:r="http://schemas.openxmlformats.org/officeDocument/2006/relationships" r:blip="">
                              <dgm:adjLst/>
                            </dgm:shape>
                            <dgm:presOf/>
                            <dgm:constrLst>
                              <dgm:constr type="alignOff" val="0.25"/>
                            </dgm:constrLst>
                          </dgm:else>
                        </dgm:choose>
                      </dgm:if>
                      <dgm:else name="Name76">
                        <dgm:alg type="hierRoot"/>
                        <dgm:shape xmlns:r="http://schemas.openxmlformats.org/officeDocument/2006/relationships" r:blip="">
                          <dgm:adjLst/>
                        </dgm:shape>
                        <dgm:presOf/>
                        <dgm:constrLst>
                          <dgm:constr type="alignOff"/>
                          <dgm:constr type="bendDist" for="des" ptType="parTrans" refType="sp" fact="0.5"/>
                        </dgm:constrLst>
                      </dgm:else>
                    </dgm:choose>
                  </dgm:if>
                  <dgm:else name="Name77">
                    <dgm:alg type="hierRoot"/>
                    <dgm:shape xmlns:r="http://schemas.openxmlformats.org/officeDocument/2006/relationships" r:blip="">
                      <dgm:adjLst/>
                    </dgm:shape>
                    <dgm:presOf/>
                    <dgm:constrLst>
                      <dgm:constr type="alignOff" val="0.65"/>
                    </dgm:constrLst>
                  </dgm:else>
                </dgm:choose>
                <dgm:ruleLst/>
                <dgm:layoutNode name="rootComposite">
                  <dgm:alg type="composite"/>
                  <dgm:shape xmlns:r="http://schemas.openxmlformats.org/officeDocument/2006/relationships" r:blip="">
                    <dgm:adjLst/>
                  </dgm:shape>
                  <dgm:presOf axis="self" ptType="node" cnt="1"/>
                  <dgm:choose name="Name78">
                    <dgm:if name="Name79" func="var" arg="hierBranch" op="equ" val="init">
                      <dgm:constrLst>
                        <dgm:constr type="l" for="ch" forName="rootText"/>
                        <dgm:constr type="t" for="ch" forName="rootText"/>
                        <dgm:constr type="w" for="ch" forName="rootText" refType="w"/>
                        <dgm:constr type="h" for="ch" forName="rootText" refType="h"/>
                        <dgm:constr type="l" for="ch" forName="rootConnector"/>
                        <dgm:constr type="t" for="ch" forName="rootConnector"/>
                        <dgm:constr type="w" for="ch" forName="rootConnector" refType="w" refFor="ch" refForName="rootText" fact="0.2"/>
                        <dgm:constr type="h" for="ch" forName="rootConnector" refType="h" refFor="ch" refForName="rootText"/>
                      </dgm:constrLst>
                    </dgm:if>
                    <dgm:if name="Name80" func="var" arg="hierBranch" op="equ" val="l">
                      <dgm:constrLst>
                        <dgm:constr type="l" for="ch" forName="rootText"/>
                        <dgm:constr type="t" for="ch" forName="rootText"/>
                        <dgm:constr type="w" for="ch" forName="rootText" refType="w"/>
                        <dgm:constr type="h" for="ch" forName="rootText" refType="h"/>
                        <dgm:constr type="r" for="ch" forName="rootConnector" refType="w"/>
                        <dgm:constr type="t" for="ch" forName="rootConnector"/>
                        <dgm:constr type="w" for="ch" forName="rootConnector" refType="w" refFor="ch" refForName="rootText" fact="0.2"/>
                        <dgm:constr type="h" for="ch" forName="rootConnector" refType="h" refFor="ch" refForName="rootText"/>
                      </dgm:constrLst>
                    </dgm:if>
                    <dgm:if name="Name81" func="var" arg="hierBranch" op="equ" val="r">
                      <dgm:constrLst>
                        <dgm:constr type="l" for="ch" forName="rootText"/>
                        <dgm:constr type="t" for="ch" forName="rootText"/>
                        <dgm:constr type="w" for="ch" forName="rootText" refType="w"/>
                        <dgm:constr type="h" for="ch" forName="rootText" refType="h"/>
                        <dgm:constr type="l" for="ch" forName="rootConnector"/>
                        <dgm:constr type="t" for="ch" forName="rootConnector"/>
                        <dgm:constr type="w" for="ch" forName="rootConnector" refType="w" refFor="ch" refForName="rootText" fact="0.2"/>
                        <dgm:constr type="h" for="ch" forName="rootConnector" refType="h" refFor="ch" refForName="rootText"/>
                      </dgm:constrLst>
                    </dgm:if>
                    <dgm:else name="Name82">
                      <dgm:constrLst>
                        <dgm:constr type="l" for="ch" forName="rootText"/>
                        <dgm:constr type="t" for="ch" forName="rootText"/>
                        <dgm:constr type="w" for="ch" forName="rootText" refType="w"/>
                        <dgm:constr type="h" for="ch" forName="rootText" refType="h"/>
                        <dgm:constr type="r" for="ch" forName="rootConnector" refType="w"/>
                        <dgm:constr type="t" for="ch" forName="rootConnector"/>
                        <dgm:constr type="w" for="ch" forName="rootConnector" refType="w" refFor="ch" refForName="rootText" fact="0.2"/>
                        <dgm:constr type="h" for="ch" forName="rootConnector" refType="h" refFor="ch" refForName="rootText"/>
                      </dgm:constrLst>
                    </dgm:else>
                  </dgm:choose>
                  <dgm:ruleLst/>
                  <dgm:layoutNode name="rootText">
                    <dgm:varLst>
                      <dgm:chPref val="3"/>
                    </dgm:varLst>
                    <dgm:alg type="tx"/>
                    <dgm:shape xmlns:r="http://schemas.openxmlformats.org/officeDocument/2006/relationships" type="rect" r:blip="">
                      <dgm:adjLst/>
                    </dgm:shape>
                    <dgm:presOf axis="self" ptType="node" cnt="1"/>
                    <dgm:constrLst>
                      <dgm:constr type="primFontSz" val="65"/>
                      <dgm:constr type="lMarg" refType="primFontSz" fact="0.05"/>
                      <dgm:constr type="rMarg" refType="primFontSz" fact="0.05"/>
                      <dgm:constr type="tMarg" refType="primFontSz" fact="0.05"/>
                      <dgm:constr type="bMarg" refType="primFontSz" fact="0.05"/>
                    </dgm:constrLst>
                    <dgm:ruleLst>
                      <dgm:rule type="primFontSz" val="5" fact="NaN" max="NaN"/>
                    </dgm:ruleLst>
                  </dgm:layoutNode>
                  <dgm:layoutNode name="rootConnector" moveWith="rootText">
                    <dgm:alg type="sp"/>
                    <dgm:shape xmlns:r="http://schemas.openxmlformats.org/officeDocument/2006/relationships" type="rect" r:blip="" hideGeom="1">
                      <dgm:adjLst/>
                    </dgm:shape>
                    <dgm:presOf axis="self" ptType="node" cnt="1"/>
                    <dgm:constrLst/>
                    <dgm:ruleLst/>
                  </dgm:layoutNode>
                </dgm:layoutNode>
                <dgm:layoutNode name="hierChild4">
                  <dgm:choose name="Name83">
                    <dgm:if name="Name84" func="var" arg="hierBranch" op="equ" val="l">
                      <dgm:alg type="hierChild">
                        <dgm:param type="chAlign" val="r"/>
                        <dgm:param type="linDir" val="fromT"/>
                      </dgm:alg>
                    </dgm:if>
                    <dgm:if name="Name85" func="var" arg="hierBranch" op="equ" val="r">
                      <dgm:alg type="hierChild">
                        <dgm:param type="chAlign" val="l"/>
                        <dgm:param type="linDir" val="fromT"/>
                      </dgm:alg>
                    </dgm:if>
                    <dgm:if name="Name86" func="var" arg="hierBranch" op="equ" val="hang">
                      <dgm:choose name="Name87">
                        <dgm:if name="Name88" func="var" arg="dir" op="equ" val="norm">
                          <dgm:alg type="hierChild">
                            <dgm:param type="chAlign" val="l"/>
                            <dgm:param type="linDir" val="fromL"/>
                            <dgm:param type="secChAlign" val="t"/>
                            <dgm:param type="secLinDir" val="fromT"/>
                          </dgm:alg>
                        </dgm:if>
                        <dgm:else name="Name89">
                          <dgm:alg type="hierChild">
                            <dgm:param type="chAlign" val="l"/>
                            <dgm:param type="linDir" val="fromR"/>
                            <dgm:param type="secChAlign" val="t"/>
                            <dgm:param type="secLinDir" val="fromT"/>
                          </dgm:alg>
                        </dgm:else>
                      </dgm:choose>
                    </dgm:if>
                    <dgm:if name="Name90" func="var" arg="hierBranch" op="equ" val="std">
                      <dgm:choose name="Name91">
                        <dgm:if name="Name92" func="var" arg="dir" op="equ" val="norm">
                          <dgm:alg type="hierChild"/>
                        </dgm:if>
                        <dgm:else name="Name93">
                          <dgm:alg type="hierChild">
                            <dgm:param type="linDir" val="fromR"/>
                          </dgm:alg>
                        </dgm:else>
                      </dgm:choose>
                    </dgm:if>
                    <dgm:if name="Name94" func="var" arg="hierBranch" op="equ" val="init">
                      <dgm:choose name="Name95">
                        <dgm:if name="Name96" axis="des" func="maxDepth" op="lte" val="1">
                          <dgm:alg type="hierChild">
                            <dgm:param type="chAlign" val="l"/>
                            <dgm:param type="linDir" val="fromT"/>
                          </dgm:alg>
                        </dgm:if>
                        <dgm:else name="Name97">
                          <dgm:choose name="Name98">
                            <dgm:if name="Name99" func="var" arg="dir" op="equ" val="norm">
                              <dgm:alg type="hierChild"/>
                            </dgm:if>
                            <dgm:else name="Name100">
                              <dgm:alg type="hierChild">
                                <dgm:param type="linDir" val="fromR"/>
                              </dgm:alg>
                            </dgm:else>
                          </dgm:choose>
                        </dgm:else>
                      </dgm:choose>
                    </dgm:if>
                    <dgm:else name="Name101"/>
                  </dgm:choose>
                  <dgm:shape xmlns:r="http://schemas.openxmlformats.org/officeDocument/2006/relationships" r:blip="">
                    <dgm:adjLst/>
                  </dgm:shape>
                  <dgm:presOf/>
                  <dgm:constrLst/>
                  <dgm:ruleLst/>
                  <dgm:forEach name="Name102" ref="rep2a"/>
                </dgm:layoutNode>
                <dgm:layoutNode name="hierChild5">
                  <dgm:choose name="Name103">
                    <dgm:if name="Name104" func="var" arg="dir" op="equ" val="norm">
                      <dgm:alg type="hierChild">
                        <dgm:param type="chAlign" val="l"/>
                        <dgm:param type="linDir" val="fromL"/>
                        <dgm:param type="secChAlign" val="t"/>
                        <dgm:param type="secLinDir" val="fromT"/>
                      </dgm:alg>
                    </dgm:if>
                    <dgm:else name="Name105">
                      <dgm:alg type="hierChild">
                        <dgm:param type="chAlign" val="l"/>
                        <dgm:param type="linDir" val="fromR"/>
                        <dgm:param type="secChAlign" val="t"/>
                        <dgm:param type="secLinDir" val="fromT"/>
                      </dgm:alg>
                    </dgm:else>
                  </dgm:choose>
                  <dgm:shape xmlns:r="http://schemas.openxmlformats.org/officeDocument/2006/relationships" r:blip="">
                    <dgm:adjLst/>
                  </dgm:shape>
                  <dgm:presOf/>
                  <dgm:constrLst/>
                  <dgm:ruleLst/>
                  <dgm:forEach name="Name106" ref="rep2b"/>
                </dgm:layoutNode>
              </dgm:layoutNode>
            </dgm:forEach>
          </dgm:layoutNode>
          <dgm:layoutNode name="hierChild3">
            <dgm:choose name="Name107">
              <dgm:if name="Name108" func="var" arg="dir" op="equ" val="norm">
                <dgm:alg type="hierChild">
                  <dgm:param type="chAlign" val="l"/>
                  <dgm:param type="linDir" val="fromL"/>
                  <dgm:param type="secChAlign" val="t"/>
                  <dgm:param type="secLinDir" val="fromT"/>
                </dgm:alg>
              </dgm:if>
              <dgm:else name="Name109">
                <dgm:alg type="hierChild">
                  <dgm:param type="chAlign" val="l"/>
                  <dgm:param type="linDir" val="fromR"/>
                  <dgm:param type="secChAlign" val="t"/>
                  <dgm:param type="secLinDir" val="fromT"/>
                </dgm:alg>
              </dgm:else>
            </dgm:choose>
            <dgm:shape xmlns:r="http://schemas.openxmlformats.org/officeDocument/2006/relationships" r:blip="">
              <dgm:adjLst/>
            </dgm:shape>
            <dgm:presOf/>
            <dgm:constrLst/>
            <dgm:ruleLst/>
            <dgm:forEach name="rep2b" axis="ch" ptType="asst">
              <dgm:forEach name="Name110" axis="precedSib" ptType="parTrans" st="-1" cnt="1">
                <dgm:layoutNode name="Name111">
                  <dgm:alg type="conn">
                    <dgm:param type="connRout" val="bend"/>
                    <dgm:param type="dim" val="1D"/>
                    <dgm:param type="endSty" val="noArr"/>
                    <dgm:param type="begPts" val="bCtr"/>
                    <dgm:param type="endPts" val="midL midR"/>
                  </dgm:alg>
                  <dgm:shape xmlns:r="http://schemas.openxmlformats.org/officeDocument/2006/relationships" type="conn" r:blip="" zOrderOff="-99999">
                    <dgm:adjLst/>
                  </dgm:shape>
                  <dgm:presOf axis="self"/>
                  <dgm:constrLst>
                    <dgm:constr type="begPad"/>
                    <dgm:constr type="endPad"/>
                  </dgm:constrLst>
                  <dgm:ruleLst/>
                </dgm:layoutNode>
              </dgm:forEach>
              <dgm:layoutNode name="hierRoot3">
                <dgm:varLst>
                  <dgm:hierBranch val="init"/>
                </dgm:varLst>
                <dgm:choose name="Name112">
                  <dgm:if name="Name113" func="var" arg="hierBranch" op="equ" val="l">
                    <dgm:alg type="hierRoot">
                      <dgm:param type="hierAlign" val="tR"/>
                    </dgm:alg>
                    <dgm:shape xmlns:r="http://schemas.openxmlformats.org/officeDocument/2006/relationships" r:blip="">
                      <dgm:adjLst/>
                    </dgm:shape>
                    <dgm:presOf/>
                    <dgm:constrLst>
                      <dgm:constr type="alignOff" val="0.65"/>
                    </dgm:constrLst>
                  </dgm:if>
                  <dgm:if name="Name114" func="var" arg="hierBranch" op="equ" val="r">
                    <dgm:alg type="hierRoot">
                      <dgm:param type="hierAlign" val="tL"/>
                    </dgm:alg>
                    <dgm:shape xmlns:r="http://schemas.openxmlformats.org/officeDocument/2006/relationships" r:blip="">
                      <dgm:adjLst/>
                    </dgm:shape>
                    <dgm:presOf/>
                    <dgm:constrLst>
                      <dgm:constr type="alignOff" val="0.65"/>
                    </dgm:constrLst>
                  </dgm:if>
                  <dgm:if name="Name115" func="var" arg="hierBranch" op="equ" val="hang">
                    <dgm:alg type="hierRoot"/>
                    <dgm:shape xmlns:r="http://schemas.openxmlformats.org/officeDocument/2006/relationships" r:blip="">
                      <dgm:adjLst/>
                    </dgm:shape>
                    <dgm:presOf/>
                    <dgm:constrLst>
                      <dgm:constr type="alignOff" val="0.65"/>
                    </dgm:constrLst>
                  </dgm:if>
                  <dgm:if name="Name116" func="var" arg="hierBranch" op="equ" val="std">
                    <dgm:alg type="hierRoot"/>
                    <dgm:shape xmlns:r="http://schemas.openxmlformats.org/officeDocument/2006/relationships" r:blip="">
                      <dgm:adjLst/>
                    </dgm:shape>
                    <dgm:presOf/>
                    <dgm:constrLst>
                      <dgm:constr type="alignOff"/>
                      <dgm:constr type="bendDist" for="des" ptType="parTrans" refType="sp" fact="0.5"/>
                    </dgm:constrLst>
                  </dgm:if>
                  <dgm:if name="Name117" func="var" arg="hierBranch" op="equ" val="init">
                    <dgm:choose name="Name118">
                      <dgm:if name="Name119" axis="des" func="maxDepth" op="lte" val="1">
                        <dgm:alg type="hierRoot">
                          <dgm:param type="hierAlign" val="tL"/>
                        </dgm:alg>
                        <dgm:shape xmlns:r="http://schemas.openxmlformats.org/officeDocument/2006/relationships" r:blip="">
                          <dgm:adjLst/>
                        </dgm:shape>
                        <dgm:presOf/>
                        <dgm:constrLst>
                          <dgm:constr type="alignOff" val="0.65"/>
                        </dgm:constrLst>
                      </dgm:if>
                      <dgm:else name="Name120">
                        <dgm:alg type="hierRoot"/>
                        <dgm:shape xmlns:r="http://schemas.openxmlformats.org/officeDocument/2006/relationships" r:blip="">
                          <dgm:adjLst/>
                        </dgm:shape>
                        <dgm:presOf/>
                        <dgm:constrLst>
                          <dgm:constr type="alignOff"/>
                          <dgm:constr type="bendDist" for="des" ptType="parTrans" refType="sp" fact="0.5"/>
                        </dgm:constrLst>
                      </dgm:else>
                    </dgm:choose>
                  </dgm:if>
                  <dgm:else name="Name121"/>
                </dgm:choose>
                <dgm:ruleLst/>
                <dgm:layoutNode name="rootComposite3">
                  <dgm:alg type="composite"/>
                  <dgm:shape xmlns:r="http://schemas.openxmlformats.org/officeDocument/2006/relationships" r:blip="">
                    <dgm:adjLst/>
                  </dgm:shape>
                  <dgm:presOf axis="self" ptType="node" cnt="1"/>
                  <dgm:choose name="Name122">
                    <dgm:if name="Name123" func="var" arg="hierBranch" op="equ" val="init">
                      <dgm:constrLst>
                        <dgm:constr type="l" for="ch" forName="rootText3"/>
                        <dgm:constr type="t" for="ch" forName="rootText3"/>
                        <dgm:constr type="w" for="ch" forName="rootText3" refType="w"/>
                        <dgm:constr type="h" for="ch" forName="rootText3" refType="h"/>
                        <dgm:constr type="l" for="ch" forName="rootConnector3"/>
                        <dgm:constr type="t" for="ch" forName="rootConnector3"/>
                        <dgm:constr type="w" for="ch" forName="rootConnector3" refType="w" refFor="ch" refForName="rootText3" fact="0.2"/>
                        <dgm:constr type="h" for="ch" forName="rootConnector3" refType="h" refFor="ch" refForName="rootText3"/>
                      </dgm:constrLst>
                    </dgm:if>
                    <dgm:if name="Name124" func="var" arg="hierBranch" op="equ" val="l">
                      <dgm:constrLst>
                        <dgm:constr type="l" for="ch" forName="rootText3"/>
                        <dgm:constr type="t" for="ch" forName="rootText3"/>
                        <dgm:constr type="w" for="ch" forName="rootText3" refType="w"/>
                        <dgm:constr type="h" for="ch" forName="rootText3" refType="h"/>
                        <dgm:constr type="r" for="ch" forName="rootConnector3" refType="w"/>
                        <dgm:constr type="t" for="ch" forName="rootConnector3"/>
                        <dgm:constr type="w" for="ch" forName="rootConnector3" refType="w" refFor="ch" refForName="rootText3" fact="0.2"/>
                        <dgm:constr type="h" for="ch" forName="rootConnector3" refType="h" refFor="ch" refForName="rootText3"/>
                      </dgm:constrLst>
                    </dgm:if>
                    <dgm:if name="Name125" func="var" arg="hierBranch" op="equ" val="r">
                      <dgm:constrLst>
                        <dgm:constr type="l" for="ch" forName="rootText3"/>
                        <dgm:constr type="t" for="ch" forName="rootText3"/>
                        <dgm:constr type="w" for="ch" forName="rootText3" refType="w"/>
                        <dgm:constr type="h" for="ch" forName="rootText3" refType="h"/>
                        <dgm:constr type="l" for="ch" forName="rootConnector3"/>
                        <dgm:constr type="t" for="ch" forName="rootConnector3"/>
                        <dgm:constr type="w" for="ch" forName="rootConnector3" refType="w" refFor="ch" refForName="rootText3" fact="0.2"/>
                        <dgm:constr type="h" for="ch" forName="rootConnector3" refType="h" refFor="ch" refForName="rootText3"/>
                      </dgm:constrLst>
                    </dgm:if>
                    <dgm:else name="Name126">
                      <dgm:constrLst>
                        <dgm:constr type="l" for="ch" forName="rootText3"/>
                        <dgm:constr type="t" for="ch" forName="rootText3"/>
                        <dgm:constr type="w" for="ch" forName="rootText3" refType="w"/>
                        <dgm:constr type="h" for="ch" forName="rootText3" refType="h"/>
                        <dgm:constr type="r" for="ch" forName="rootConnector3" refType="w"/>
                        <dgm:constr type="t" for="ch" forName="rootConnector3"/>
                        <dgm:constr type="w" for="ch" forName="rootConnector3" refType="w" refFor="ch" refForName="rootText3" fact="0.2"/>
                        <dgm:constr type="h" for="ch" forName="rootConnector3" refType="h" refFor="ch" refForName="rootText3"/>
                      </dgm:constrLst>
                    </dgm:else>
                  </dgm:choose>
                  <dgm:ruleLst/>
                  <dgm:layoutNode name="rootText3">
                    <dgm:varLst>
                      <dgm:chPref val="3"/>
                    </dgm:varLst>
                    <dgm:alg type="tx"/>
                    <dgm:shape xmlns:r="http://schemas.openxmlformats.org/officeDocument/2006/relationships" type="rect" r:blip="">
                      <dgm:adjLst/>
                    </dgm:shape>
                    <dgm:presOf axis="self" ptType="node" cnt="1"/>
                    <dgm:constrLst>
                      <dgm:constr type="primFontSz" val="65"/>
                      <dgm:constr type="lMarg" refType="primFontSz" fact="0.05"/>
                      <dgm:constr type="rMarg" refType="primFontSz" fact="0.05"/>
                      <dgm:constr type="tMarg" refType="primFontSz" fact="0.05"/>
                      <dgm:constr type="bMarg" refType="primFontSz" fact="0.05"/>
                    </dgm:constrLst>
                    <dgm:ruleLst>
                      <dgm:rule type="primFontSz" val="5" fact="NaN" max="NaN"/>
                    </dgm:ruleLst>
                  </dgm:layoutNode>
                  <dgm:layoutNode name="rootConnector3" moveWith="rootText1">
                    <dgm:alg type="sp"/>
                    <dgm:shape xmlns:r="http://schemas.openxmlformats.org/officeDocument/2006/relationships" type="rect" r:blip="" hideGeom="1">
                      <dgm:adjLst/>
                    </dgm:shape>
                    <dgm:presOf axis="self" ptType="node" cnt="1"/>
                    <dgm:constrLst/>
                    <dgm:ruleLst/>
                  </dgm:layoutNode>
                </dgm:layoutNode>
                <dgm:layoutNode name="hierChild6">
                  <dgm:choose name="Name127">
                    <dgm:if name="Name128" func="var" arg="hierBranch" op="equ" val="l">
                      <dgm:alg type="hierChild">
                        <dgm:param type="chAlign" val="r"/>
                        <dgm:param type="linDir" val="fromT"/>
                      </dgm:alg>
                    </dgm:if>
                    <dgm:if name="Name129" func="var" arg="hierBranch" op="equ" val="r">
                      <dgm:alg type="hierChild">
                        <dgm:param type="chAlign" val="l"/>
                        <dgm:param type="linDir" val="fromT"/>
                      </dgm:alg>
                    </dgm:if>
                    <dgm:if name="Name130" func="var" arg="hierBranch" op="equ" val="hang">
                      <dgm:choose name="Name131">
                        <dgm:if name="Name132" func="var" arg="dir" op="equ" val="norm">
                          <dgm:alg type="hierChild">
                            <dgm:param type="chAlign" val="l"/>
                            <dgm:param type="linDir" val="fromL"/>
                            <dgm:param type="secChAlign" val="t"/>
                            <dgm:param type="secLinDir" val="fromT"/>
                          </dgm:alg>
                        </dgm:if>
                        <dgm:else name="Name133">
                          <dgm:alg type="hierChild">
                            <dgm:param type="chAlign" val="l"/>
                            <dgm:param type="linDir" val="fromR"/>
                            <dgm:param type="secChAlign" val="t"/>
                            <dgm:param type="secLinDir" val="fromT"/>
                          </dgm:alg>
                        </dgm:else>
                      </dgm:choose>
                    </dgm:if>
                    <dgm:if name="Name134" func="var" arg="hierBranch" op="equ" val="std">
                      <dgm:choose name="Name135">
                        <dgm:if name="Name136" func="var" arg="dir" op="equ" val="norm">
                          <dgm:alg type="hierChild"/>
                        </dgm:if>
                        <dgm:else name="Name137">
                          <dgm:alg type="hierChild">
                            <dgm:param type="linDir" val="fromR"/>
                          </dgm:alg>
                        </dgm:else>
                      </dgm:choose>
                    </dgm:if>
                    <dgm:if name="Name138" func="var" arg="hierBranch" op="equ" val="init">
                      <dgm:choose name="Name139">
                        <dgm:if name="Name140" axis="des" func="maxDepth" op="lte" val="1">
                          <dgm:alg type="hierChild">
                            <dgm:param type="chAlign" val="l"/>
                            <dgm:param type="linDir" val="fromT"/>
                          </dgm:alg>
                        </dgm:if>
                        <dgm:else name="Name141">
                          <dgm:alg type="hierChild"/>
                        </dgm:else>
                      </dgm:choose>
                    </dgm:if>
                    <dgm:else name="Name142"/>
                  </dgm:choose>
                  <dgm:shape xmlns:r="http://schemas.openxmlformats.org/officeDocument/2006/relationships" r:blip="">
                    <dgm:adjLst/>
                  </dgm:shape>
                  <dgm:presOf/>
                  <dgm:constrLst/>
                  <dgm:ruleLst/>
                  <dgm:forEach name="Name143" ref="rep2a"/>
                </dgm:layoutNode>
                <dgm:layoutNode name="hierChild7">
                  <dgm:choose name="Name144">
                    <dgm:if name="Name145" func="var" arg="dir" op="equ" val="norm">
                      <dgm:alg type="hierChild">
                        <dgm:param type="chAlign" val="l"/>
                        <dgm:param type="linDir" val="fromL"/>
                        <dgm:param type="secChAlign" val="t"/>
                        <dgm:param type="secLinDir" val="fromT"/>
                      </dgm:alg>
                    </dgm:if>
                    <dgm:else name="Name146">
                      <dgm:alg type="hierChild">
                        <dgm:param type="chAlign" val="l"/>
                        <dgm:param type="linDir" val="fromR"/>
                        <dgm:param type="secChAlign" val="t"/>
                        <dgm:param type="secLinDir" val="fromT"/>
                      </dgm:alg>
                    </dgm:else>
                  </dgm:choose>
                  <dgm:shape xmlns:r="http://schemas.openxmlformats.org/officeDocument/2006/relationships" r:blip="">
                    <dgm:adjLst/>
                  </dgm:shape>
                  <dgm:presOf/>
                  <dgm:constrLst/>
                  <dgm:ruleLst/>
                  <dgm:forEach name="Name147" ref="rep2b"/>
                </dgm:layoutNode>
              </dgm:layoutNode>
            </dgm:forEach>
          </dgm:layoutNode>
        </dgm:layoutNode>
      </dgm:forEach>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3">
  <dgm:title val=""/>
  <dgm:desc val=""/>
  <dgm:catLst>
    <dgm:cat type="simple" pri="10300"/>
  </dgm:catLst>
  <dgm:scene3d>
    <a:camera prst="orthographicFront"/>
    <a:lightRig rig="threePt" dir="t"/>
  </dgm:scene3d>
  <dgm:styleLbl name="node0">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lnNode1">
    <dgm:scene3d>
      <a:camera prst="orthographicFront"/>
      <a:lightRig rig="flat" dir="t"/>
    </dgm:scene3d>
    <dgm:sp3d prstMaterial="dkEdge">
      <a:bevelT w="8200" h="38100"/>
    </dgm:sp3d>
    <dgm:txPr/>
    <dgm:style>
      <a:lnRef idx="1">
        <a:scrgbClr r="0" g="0" b="0"/>
      </a:lnRef>
      <a:fillRef idx="2">
        <a:scrgbClr r="0" g="0" b="0"/>
      </a:fillRef>
      <a:effectRef idx="0">
        <a:scrgbClr r="0" g="0" b="0"/>
      </a:effectRef>
      <a:fontRef idx="minor">
        <a:schemeClr val="dk1"/>
      </a:fontRef>
    </dgm:style>
  </dgm:styleLbl>
  <dgm:styleLbl name="vennNode1">
    <dgm:scene3d>
      <a:camera prst="orthographicFront"/>
      <a:lightRig rig="flat" dir="t"/>
    </dgm:scene3d>
    <dgm:sp3d prstMaterial="dkEdge">
      <a:bevelT w="8200" h="38100"/>
    </dgm:sp3d>
    <dgm:txPr/>
    <dgm:style>
      <a:lnRef idx="0">
        <a:scrgbClr r="0" g="0" b="0"/>
      </a:lnRef>
      <a:fillRef idx="2">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node1">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node2">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node3">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node4">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fgImgPlace1">
    <dgm:scene3d>
      <a:camera prst="orthographicFront"/>
      <a:lightRig rig="threePt" dir="t"/>
    </dgm:scene3d>
    <dgm:sp3d/>
    <dgm:txPr/>
    <dgm:style>
      <a:lnRef idx="1">
        <a:scrgbClr r="0" g="0" b="0"/>
      </a:lnRef>
      <a:fillRef idx="1">
        <a:scrgbClr r="0" g="0" b="0"/>
      </a:fillRef>
      <a:effectRef idx="1">
        <a:scrgbClr r="0" g="0" b="0"/>
      </a:effectRef>
      <a:fontRef idx="minor"/>
    </dgm:style>
  </dgm:styleLbl>
  <dgm:styleLbl name="alignImgPlace1">
    <dgm:scene3d>
      <a:camera prst="orthographicFront"/>
      <a:lightRig rig="threePt" dir="t"/>
    </dgm:scene3d>
    <dgm:sp3d/>
    <dgm:txPr/>
    <dgm:style>
      <a:lnRef idx="1">
        <a:scrgbClr r="0" g="0" b="0"/>
      </a:lnRef>
      <a:fillRef idx="1">
        <a:scrgbClr r="0" g="0" b="0"/>
      </a:fillRef>
      <a:effectRef idx="1">
        <a:scrgbClr r="0" g="0" b="0"/>
      </a:effectRef>
      <a:fontRef idx="minor"/>
    </dgm:style>
  </dgm:styleLbl>
  <dgm:styleLbl name="bgImgPlace1">
    <dgm:scene3d>
      <a:camera prst="orthographicFront"/>
      <a:lightRig rig="threePt" dir="t"/>
    </dgm:scene3d>
    <dgm:sp3d/>
    <dgm:txPr/>
    <dgm:style>
      <a:lnRef idx="1">
        <a:scrgbClr r="0" g="0" b="0"/>
      </a:lnRef>
      <a:fillRef idx="1">
        <a:scrgbClr r="0" g="0" b="0"/>
      </a:fillRef>
      <a:effectRef idx="1">
        <a:scrgbClr r="0" g="0" b="0"/>
      </a:effectRef>
      <a:fontRef idx="minor"/>
    </dgm:style>
  </dgm:styleLbl>
  <dgm:styleLbl name="sibTrans2D1">
    <dgm:scene3d>
      <a:camera prst="orthographicFront"/>
      <a:lightRig rig="threePt" dir="t"/>
    </dgm:scene3d>
    <dgm:sp3d/>
    <dgm:txPr/>
    <dgm:style>
      <a:lnRef idx="0">
        <a:scrgbClr r="0" g="0" b="0"/>
      </a:lnRef>
      <a:fillRef idx="2">
        <a:scrgbClr r="0" g="0" b="0"/>
      </a:fillRef>
      <a:effectRef idx="1">
        <a:scrgbClr r="0" g="0" b="0"/>
      </a:effectRef>
      <a:fontRef idx="minor">
        <a:schemeClr val="dk1"/>
      </a:fontRef>
    </dgm:style>
  </dgm:styleLbl>
  <dgm:styleLbl name="fgSibTrans2D1">
    <dgm:scene3d>
      <a:camera prst="orthographicFront"/>
      <a:lightRig rig="threePt" dir="t"/>
    </dgm:scene3d>
    <dgm:sp3d/>
    <dgm:txPr/>
    <dgm:style>
      <a:lnRef idx="0">
        <a:scrgbClr r="0" g="0" b="0"/>
      </a:lnRef>
      <a:fillRef idx="2">
        <a:scrgbClr r="0" g="0" b="0"/>
      </a:fillRef>
      <a:effectRef idx="1">
        <a:scrgbClr r="0" g="0" b="0"/>
      </a:effectRef>
      <a:fontRef idx="minor">
        <a:schemeClr val="dk1"/>
      </a:fontRef>
    </dgm:style>
  </dgm:styleLbl>
  <dgm:styleLbl name="bgSibTrans2D1">
    <dgm:scene3d>
      <a:camera prst="orthographicFront"/>
      <a:lightRig rig="threePt" dir="t"/>
    </dgm:scene3d>
    <dgm:sp3d/>
    <dgm:txPr/>
    <dgm:style>
      <a:lnRef idx="0">
        <a:scrgbClr r="0" g="0" b="0"/>
      </a:lnRef>
      <a:fillRef idx="2">
        <a:scrgbClr r="0" g="0" b="0"/>
      </a:fillRef>
      <a:effectRef idx="1">
        <a:scrgbClr r="0" g="0" b="0"/>
      </a:effectRef>
      <a:fontRef idx="minor">
        <a:schemeClr val="dk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1">
        <a:scrgbClr r="0" g="0" b="0"/>
      </a:lnRef>
      <a:fillRef idx="2">
        <a:scrgbClr r="0" g="0" b="0"/>
      </a:fillRef>
      <a:effectRef idx="1">
        <a:scrgbClr r="0" g="0" b="0"/>
      </a:effectRef>
      <a:fontRef idx="minor"/>
    </dgm:style>
  </dgm:styleLbl>
  <dgm:styleLbl name="asst0">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1">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2">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3">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4">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parChTrans2D1">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2D2">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2D3">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2D4">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1">
        <a:scrgbClr r="0" g="0" b="0"/>
      </a:lnRef>
      <a:fillRef idx="2">
        <a:scrgbClr r="0" g="0" b="0"/>
      </a:fillRef>
      <a:effectRef idx="0">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1">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1">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flat" dir="t"/>
    </dgm:scene3d>
    <dgm:sp3d prstMaterial="dkEdge">
      <a:bevelT w="8200" h="38100"/>
    </dgm:sp3d>
    <dgm:txPr/>
    <dgm:style>
      <a:lnRef idx="1">
        <a:scrgbClr r="0" g="0" b="0"/>
      </a:lnRef>
      <a:fillRef idx="2">
        <a:scrgbClr r="0" g="0" b="0"/>
      </a:fillRef>
      <a:effectRef idx="1">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3">
  <dgm:title val=""/>
  <dgm:desc val=""/>
  <dgm:catLst>
    <dgm:cat type="simple" pri="10300"/>
  </dgm:catLst>
  <dgm:scene3d>
    <a:camera prst="orthographicFront"/>
    <a:lightRig rig="threePt" dir="t"/>
  </dgm:scene3d>
  <dgm:styleLbl name="node0">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lnNode1">
    <dgm:scene3d>
      <a:camera prst="orthographicFront"/>
      <a:lightRig rig="flat" dir="t"/>
    </dgm:scene3d>
    <dgm:sp3d prstMaterial="dkEdge">
      <a:bevelT w="8200" h="38100"/>
    </dgm:sp3d>
    <dgm:txPr/>
    <dgm:style>
      <a:lnRef idx="1">
        <a:scrgbClr r="0" g="0" b="0"/>
      </a:lnRef>
      <a:fillRef idx="2">
        <a:scrgbClr r="0" g="0" b="0"/>
      </a:fillRef>
      <a:effectRef idx="0">
        <a:scrgbClr r="0" g="0" b="0"/>
      </a:effectRef>
      <a:fontRef idx="minor">
        <a:schemeClr val="dk1"/>
      </a:fontRef>
    </dgm:style>
  </dgm:styleLbl>
  <dgm:styleLbl name="vennNode1">
    <dgm:scene3d>
      <a:camera prst="orthographicFront"/>
      <a:lightRig rig="flat" dir="t"/>
    </dgm:scene3d>
    <dgm:sp3d prstMaterial="dkEdge">
      <a:bevelT w="8200" h="38100"/>
    </dgm:sp3d>
    <dgm:txPr/>
    <dgm:style>
      <a:lnRef idx="0">
        <a:scrgbClr r="0" g="0" b="0"/>
      </a:lnRef>
      <a:fillRef idx="2">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node1">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node2">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node3">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node4">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fgImgPlace1">
    <dgm:scene3d>
      <a:camera prst="orthographicFront"/>
      <a:lightRig rig="threePt" dir="t"/>
    </dgm:scene3d>
    <dgm:sp3d/>
    <dgm:txPr/>
    <dgm:style>
      <a:lnRef idx="1">
        <a:scrgbClr r="0" g="0" b="0"/>
      </a:lnRef>
      <a:fillRef idx="1">
        <a:scrgbClr r="0" g="0" b="0"/>
      </a:fillRef>
      <a:effectRef idx="1">
        <a:scrgbClr r="0" g="0" b="0"/>
      </a:effectRef>
      <a:fontRef idx="minor"/>
    </dgm:style>
  </dgm:styleLbl>
  <dgm:styleLbl name="alignImgPlace1">
    <dgm:scene3d>
      <a:camera prst="orthographicFront"/>
      <a:lightRig rig="threePt" dir="t"/>
    </dgm:scene3d>
    <dgm:sp3d/>
    <dgm:txPr/>
    <dgm:style>
      <a:lnRef idx="1">
        <a:scrgbClr r="0" g="0" b="0"/>
      </a:lnRef>
      <a:fillRef idx="1">
        <a:scrgbClr r="0" g="0" b="0"/>
      </a:fillRef>
      <a:effectRef idx="1">
        <a:scrgbClr r="0" g="0" b="0"/>
      </a:effectRef>
      <a:fontRef idx="minor"/>
    </dgm:style>
  </dgm:styleLbl>
  <dgm:styleLbl name="bgImgPlace1">
    <dgm:scene3d>
      <a:camera prst="orthographicFront"/>
      <a:lightRig rig="threePt" dir="t"/>
    </dgm:scene3d>
    <dgm:sp3d/>
    <dgm:txPr/>
    <dgm:style>
      <a:lnRef idx="1">
        <a:scrgbClr r="0" g="0" b="0"/>
      </a:lnRef>
      <a:fillRef idx="1">
        <a:scrgbClr r="0" g="0" b="0"/>
      </a:fillRef>
      <a:effectRef idx="1">
        <a:scrgbClr r="0" g="0" b="0"/>
      </a:effectRef>
      <a:fontRef idx="minor"/>
    </dgm:style>
  </dgm:styleLbl>
  <dgm:styleLbl name="sibTrans2D1">
    <dgm:scene3d>
      <a:camera prst="orthographicFront"/>
      <a:lightRig rig="threePt" dir="t"/>
    </dgm:scene3d>
    <dgm:sp3d/>
    <dgm:txPr/>
    <dgm:style>
      <a:lnRef idx="0">
        <a:scrgbClr r="0" g="0" b="0"/>
      </a:lnRef>
      <a:fillRef idx="2">
        <a:scrgbClr r="0" g="0" b="0"/>
      </a:fillRef>
      <a:effectRef idx="1">
        <a:scrgbClr r="0" g="0" b="0"/>
      </a:effectRef>
      <a:fontRef idx="minor">
        <a:schemeClr val="dk1"/>
      </a:fontRef>
    </dgm:style>
  </dgm:styleLbl>
  <dgm:styleLbl name="fgSibTrans2D1">
    <dgm:scene3d>
      <a:camera prst="orthographicFront"/>
      <a:lightRig rig="threePt" dir="t"/>
    </dgm:scene3d>
    <dgm:sp3d/>
    <dgm:txPr/>
    <dgm:style>
      <a:lnRef idx="0">
        <a:scrgbClr r="0" g="0" b="0"/>
      </a:lnRef>
      <a:fillRef idx="2">
        <a:scrgbClr r="0" g="0" b="0"/>
      </a:fillRef>
      <a:effectRef idx="1">
        <a:scrgbClr r="0" g="0" b="0"/>
      </a:effectRef>
      <a:fontRef idx="minor">
        <a:schemeClr val="dk1"/>
      </a:fontRef>
    </dgm:style>
  </dgm:styleLbl>
  <dgm:styleLbl name="bgSibTrans2D1">
    <dgm:scene3d>
      <a:camera prst="orthographicFront"/>
      <a:lightRig rig="threePt" dir="t"/>
    </dgm:scene3d>
    <dgm:sp3d/>
    <dgm:txPr/>
    <dgm:style>
      <a:lnRef idx="0">
        <a:scrgbClr r="0" g="0" b="0"/>
      </a:lnRef>
      <a:fillRef idx="2">
        <a:scrgbClr r="0" g="0" b="0"/>
      </a:fillRef>
      <a:effectRef idx="1">
        <a:scrgbClr r="0" g="0" b="0"/>
      </a:effectRef>
      <a:fontRef idx="minor">
        <a:schemeClr val="dk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1">
        <a:scrgbClr r="0" g="0" b="0"/>
      </a:lnRef>
      <a:fillRef idx="2">
        <a:scrgbClr r="0" g="0" b="0"/>
      </a:fillRef>
      <a:effectRef idx="1">
        <a:scrgbClr r="0" g="0" b="0"/>
      </a:effectRef>
      <a:fontRef idx="minor"/>
    </dgm:style>
  </dgm:styleLbl>
  <dgm:styleLbl name="asst0">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1">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2">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3">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4">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parChTrans2D1">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2D2">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2D3">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2D4">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1">
        <a:scrgbClr r="0" g="0" b="0"/>
      </a:lnRef>
      <a:fillRef idx="2">
        <a:scrgbClr r="0" g="0" b="0"/>
      </a:fillRef>
      <a:effectRef idx="0">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1">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1">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flat" dir="t"/>
    </dgm:scene3d>
    <dgm:sp3d prstMaterial="dkEdge">
      <a:bevelT w="8200" h="38100"/>
    </dgm:sp3d>
    <dgm:txPr/>
    <dgm:style>
      <a:lnRef idx="1">
        <a:scrgbClr r="0" g="0" b="0"/>
      </a:lnRef>
      <a:fillRef idx="2">
        <a:scrgbClr r="0" g="0" b="0"/>
      </a:fillRef>
      <a:effectRef idx="1">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D48162C-4BC6-4005-B68E-7BF83E0E77A8}" type="datetimeFigureOut">
              <a:rPr lang="en-US" smtClean="0"/>
              <a:t>01/04/2020</a:t>
            </a:fld>
            <a:endParaRPr lang="en-US"/>
          </a:p>
        </p:txBody>
      </p:sp>
      <p:sp>
        <p:nvSpPr>
          <p:cNvPr id="4" name="Slide Image Placeholder 3"/>
          <p:cNvSpPr>
            <a:spLocks noGrp="1" noRot="1" noChangeAspect="1"/>
          </p:cNvSpPr>
          <p:nvPr>
            <p:ph type="sldImg" idx="2"/>
          </p:nvPr>
        </p:nvSpPr>
        <p:spPr>
          <a:xfrm>
            <a:off x="1371600" y="1143000"/>
            <a:ext cx="41148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24A58AAD-0A97-44DB-8CC8-DC3231D04ABB}" type="slidenum">
              <a:rPr lang="en-US" smtClean="0"/>
              <a:t>‹#›</a:t>
            </a:fld>
            <a:endParaRPr lang="en-US"/>
          </a:p>
        </p:txBody>
      </p:sp>
    </p:spTree>
    <p:extLst>
      <p:ext uri="{BB962C8B-B14F-4D97-AF65-F5344CB8AC3E}">
        <p14:creationId xmlns:p14="http://schemas.microsoft.com/office/powerpoint/2010/main" val="163290480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371600" y="1143000"/>
            <a:ext cx="4114800" cy="3086100"/>
          </a:xfrm>
        </p:spPr>
      </p:sp>
      <p:sp>
        <p:nvSpPr>
          <p:cNvPr id="3" name="Notes Placeholder 2"/>
          <p:cNvSpPr>
            <a:spLocks noGrp="1"/>
          </p:cNvSpPr>
          <p:nvPr>
            <p:ph type="body" idx="1"/>
          </p:nvPr>
        </p:nvSpPr>
        <p:spPr/>
        <p:txBody>
          <a:bodyPr/>
          <a:lstStyle/>
          <a:p>
            <a:pPr marL="171450" indent="-171450">
              <a:buFontTx/>
              <a:buChar char="-"/>
            </a:pPr>
            <a:endParaRPr lang="en-US" dirty="0"/>
          </a:p>
        </p:txBody>
      </p:sp>
      <p:sp>
        <p:nvSpPr>
          <p:cNvPr id="4" name="Slide Number Placeholder 3"/>
          <p:cNvSpPr>
            <a:spLocks noGrp="1"/>
          </p:cNvSpPr>
          <p:nvPr>
            <p:ph type="sldNum" sz="quarter" idx="10"/>
          </p:nvPr>
        </p:nvSpPr>
        <p:spPr/>
        <p:txBody>
          <a:bodyPr/>
          <a:lstStyle/>
          <a:p>
            <a:fld id="{D6D8E87D-860B-4D07-AA9C-845386AB8A4E}" type="slidenum">
              <a:rPr lang="en-US" smtClean="0"/>
              <a:t>2</a:t>
            </a:fld>
            <a:endParaRPr lang="en-US"/>
          </a:p>
        </p:txBody>
      </p:sp>
    </p:spTree>
    <p:extLst>
      <p:ext uri="{BB962C8B-B14F-4D97-AF65-F5344CB8AC3E}">
        <p14:creationId xmlns:p14="http://schemas.microsoft.com/office/powerpoint/2010/main" val="3012219669"/>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371600" y="1143000"/>
            <a:ext cx="4114800" cy="3086100"/>
          </a:xfrm>
        </p:spPr>
      </p:sp>
      <p:sp>
        <p:nvSpPr>
          <p:cNvPr id="3" name="Notes Placeholder 2"/>
          <p:cNvSpPr>
            <a:spLocks noGrp="1"/>
          </p:cNvSpPr>
          <p:nvPr>
            <p:ph type="body" idx="1"/>
          </p:nvPr>
        </p:nvSpPr>
        <p:spPr/>
        <p:txBody>
          <a:bodyPr/>
          <a:lstStyle/>
          <a:p>
            <a:pPr marL="171450" indent="-171450">
              <a:buFontTx/>
              <a:buChar char="-"/>
            </a:pPr>
            <a:endParaRPr lang="en-US" dirty="0"/>
          </a:p>
        </p:txBody>
      </p:sp>
      <p:sp>
        <p:nvSpPr>
          <p:cNvPr id="4" name="Slide Number Placeholder 3"/>
          <p:cNvSpPr>
            <a:spLocks noGrp="1"/>
          </p:cNvSpPr>
          <p:nvPr>
            <p:ph type="sldNum" sz="quarter" idx="10"/>
          </p:nvPr>
        </p:nvSpPr>
        <p:spPr/>
        <p:txBody>
          <a:bodyPr/>
          <a:lstStyle/>
          <a:p>
            <a:fld id="{D6D8E87D-860B-4D07-AA9C-845386AB8A4E}" type="slidenum">
              <a:rPr lang="en-US" smtClean="0"/>
              <a:t>17</a:t>
            </a:fld>
            <a:endParaRPr lang="en-US"/>
          </a:p>
        </p:txBody>
      </p:sp>
    </p:spTree>
    <p:extLst>
      <p:ext uri="{BB962C8B-B14F-4D97-AF65-F5344CB8AC3E}">
        <p14:creationId xmlns:p14="http://schemas.microsoft.com/office/powerpoint/2010/main" val="1212573530"/>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smtClean="0"/>
              <a:t>- pay-off (n): chi </a:t>
            </a:r>
            <a:r>
              <a:rPr lang="en-US" dirty="0" err="1" smtClean="0"/>
              <a:t>trả</a:t>
            </a:r>
            <a:endParaRPr lang="en-US" dirty="0"/>
          </a:p>
        </p:txBody>
      </p:sp>
      <p:sp>
        <p:nvSpPr>
          <p:cNvPr id="4" name="Slide Number Placeholder 3"/>
          <p:cNvSpPr>
            <a:spLocks noGrp="1"/>
          </p:cNvSpPr>
          <p:nvPr>
            <p:ph type="sldNum" sz="quarter" idx="10"/>
          </p:nvPr>
        </p:nvSpPr>
        <p:spPr/>
        <p:txBody>
          <a:bodyPr/>
          <a:lstStyle/>
          <a:p>
            <a:fld id="{EDD28F83-BFBF-48E5-9812-FA471493D536}" type="slidenum">
              <a:rPr lang="en-US" smtClean="0"/>
              <a:t>18</a:t>
            </a:fld>
            <a:endParaRPr lang="en-US"/>
          </a:p>
        </p:txBody>
      </p:sp>
    </p:spTree>
    <p:extLst>
      <p:ext uri="{BB962C8B-B14F-4D97-AF65-F5344CB8AC3E}">
        <p14:creationId xmlns:p14="http://schemas.microsoft.com/office/powerpoint/2010/main" val="4271273858"/>
      </p:ext>
    </p:extLst>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5.jp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3.gif"/><Relationship Id="rId2" Type="http://schemas.openxmlformats.org/officeDocument/2006/relationships/image" Target="../media/image2.gif"/><Relationship Id="rId1" Type="http://schemas.openxmlformats.org/officeDocument/2006/relationships/slideMaster" Target="../slideMasters/slideMaster1.xml"/><Relationship Id="rId5" Type="http://schemas.openxmlformats.org/officeDocument/2006/relationships/image" Target="../media/image1.png"/><Relationship Id="rId4" Type="http://schemas.openxmlformats.org/officeDocument/2006/relationships/image" Target="../media/image4.gif"/></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le Slide">
    <p:spTree>
      <p:nvGrpSpPr>
        <p:cNvPr id="1" name=""/>
        <p:cNvGrpSpPr/>
        <p:nvPr/>
      </p:nvGrpSpPr>
      <p:grpSpPr>
        <a:xfrm>
          <a:off x="0" y="0"/>
          <a:ext cx="0" cy="0"/>
          <a:chOff x="0" y="0"/>
          <a:chExt cx="0" cy="0"/>
        </a:xfrm>
      </p:grpSpPr>
      <p:pic>
        <p:nvPicPr>
          <p:cNvPr id="4" name="Picture 3"/>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0" y="190500"/>
            <a:ext cx="9144000" cy="6477000"/>
          </a:xfrm>
          <a:prstGeom prst="rect">
            <a:avLst/>
          </a:prstGeom>
        </p:spPr>
      </p:pic>
      <p:sp>
        <p:nvSpPr>
          <p:cNvPr id="3" name="Subtitle 2"/>
          <p:cNvSpPr>
            <a:spLocks noGrp="1"/>
          </p:cNvSpPr>
          <p:nvPr>
            <p:ph type="subTitle" idx="1"/>
          </p:nvPr>
        </p:nvSpPr>
        <p:spPr>
          <a:xfrm>
            <a:off x="1371600" y="4343400"/>
            <a:ext cx="6400800" cy="990600"/>
          </a:xfrm>
        </p:spPr>
        <p:txBody>
          <a:bodyPr/>
          <a:lstStyle>
            <a:lvl1pPr marL="0" indent="0" algn="ctr">
              <a:buNone/>
              <a:defRPr>
                <a:solidFill>
                  <a:schemeClr val="accent2">
                    <a:lumMod val="75000"/>
                  </a:schemeClr>
                </a:solidFill>
                <a:latin typeface="Tahoma" pitchFamily="34" charset="0"/>
                <a:cs typeface="Tahoma" pitchFamily="34" charset="0"/>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dirty="0" smtClean="0"/>
              <a:t>Click to edit Master subtitle style</a:t>
            </a:r>
            <a:endParaRPr lang="en-US" dirty="0"/>
          </a:p>
        </p:txBody>
      </p:sp>
      <p:sp>
        <p:nvSpPr>
          <p:cNvPr id="6" name="Title 7"/>
          <p:cNvSpPr>
            <a:spLocks noGrp="1"/>
          </p:cNvSpPr>
          <p:nvPr>
            <p:ph type="ctrTitle"/>
          </p:nvPr>
        </p:nvSpPr>
        <p:spPr>
          <a:xfrm>
            <a:off x="685800" y="3276600"/>
            <a:ext cx="7772400" cy="1048773"/>
          </a:xfrm>
        </p:spPr>
        <p:txBody>
          <a:bodyPr/>
          <a:lstStyle/>
          <a:p>
            <a:endParaRPr lang="en-US"/>
          </a:p>
        </p:txBody>
      </p:sp>
      <p:sp>
        <p:nvSpPr>
          <p:cNvPr id="2" name="TextBox 1"/>
          <p:cNvSpPr txBox="1"/>
          <p:nvPr userDrawn="1"/>
        </p:nvSpPr>
        <p:spPr>
          <a:xfrm>
            <a:off x="4343400" y="196840"/>
            <a:ext cx="4046685" cy="584775"/>
          </a:xfrm>
          <a:prstGeom prst="rect">
            <a:avLst/>
          </a:prstGeom>
          <a:noFill/>
        </p:spPr>
        <p:txBody>
          <a:bodyPr wrap="none" rtlCol="0">
            <a:spAutoFit/>
          </a:bodyPr>
          <a:lstStyle/>
          <a:p>
            <a:r>
              <a:rPr lang="en-US" sz="3200" b="1" dirty="0" smtClean="0">
                <a:solidFill>
                  <a:srgbClr val="0000FF"/>
                </a:solidFill>
                <a:latin typeface="+mn-lt"/>
              </a:rPr>
              <a:t>ĐẠI</a:t>
            </a:r>
            <a:r>
              <a:rPr lang="en-US" sz="3200" b="1" baseline="0" dirty="0" smtClean="0">
                <a:solidFill>
                  <a:srgbClr val="0000FF"/>
                </a:solidFill>
                <a:latin typeface="+mn-lt"/>
              </a:rPr>
              <a:t> HỌC FPT CẦN THƠ</a:t>
            </a:r>
            <a:endParaRPr lang="en-US" sz="3200" b="1" dirty="0">
              <a:solidFill>
                <a:srgbClr val="0000FF"/>
              </a:solidFill>
              <a:latin typeface="+mn-lt"/>
            </a:endParaRPr>
          </a:p>
        </p:txBody>
      </p:sp>
      <p:pic>
        <p:nvPicPr>
          <p:cNvPr id="1026" name="Picture 2"/>
          <p:cNvPicPr>
            <a:picLocks noChangeAspect="1" noChangeArrowheads="1"/>
          </p:cNvPicPr>
          <p:nvPr userDrawn="1"/>
        </p:nvPicPr>
        <p:blipFill>
          <a:blip r:embed="rId3" cstate="print">
            <a:extLst>
              <a:ext uri="{28A0092B-C50C-407E-A947-70E740481C1C}">
                <a14:useLocalDpi xmlns:a14="http://schemas.microsoft.com/office/drawing/2010/main" val="0"/>
              </a:ext>
            </a:extLst>
          </a:blip>
          <a:srcRect/>
          <a:stretch>
            <a:fillRect/>
          </a:stretch>
        </p:blipFill>
        <p:spPr bwMode="auto">
          <a:xfrm>
            <a:off x="0" y="19222"/>
            <a:ext cx="2559370" cy="762393"/>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1239939565"/>
      </p:ext>
    </p:extLst>
  </p:cSld>
  <p:clrMapOvr>
    <a:masterClrMapping/>
  </p:clrMapOvr>
  <p:transition>
    <p:split orient="vert"/>
  </p:transition>
  <p:timing>
    <p:tnLst>
      <p:par>
        <p:cTn id="1" dur="indefinite" restart="never" nodeType="tmRoot"/>
      </p:par>
    </p:tnLst>
  </p:timing>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Title and Content">
    <p:spTree>
      <p:nvGrpSpPr>
        <p:cNvPr id="1" name=""/>
        <p:cNvGrpSpPr/>
        <p:nvPr/>
      </p:nvGrpSpPr>
      <p:grpSpPr>
        <a:xfrm>
          <a:off x="0" y="0"/>
          <a:ext cx="0" cy="0"/>
          <a:chOff x="0" y="0"/>
          <a:chExt cx="0" cy="0"/>
        </a:xfrm>
      </p:grpSpPr>
      <p:cxnSp>
        <p:nvCxnSpPr>
          <p:cNvPr id="5" name="Straight Connector 4"/>
          <p:cNvCxnSpPr/>
          <p:nvPr userDrawn="1"/>
        </p:nvCxnSpPr>
        <p:spPr>
          <a:xfrm>
            <a:off x="457200" y="6324600"/>
            <a:ext cx="8229600" cy="0"/>
          </a:xfrm>
          <a:prstGeom prst="line">
            <a:avLst/>
          </a:prstGeom>
          <a:ln>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
        <p:nvSpPr>
          <p:cNvPr id="3" name="Content Placeholder 2"/>
          <p:cNvSpPr>
            <a:spLocks noGrp="1"/>
          </p:cNvSpPr>
          <p:nvPr>
            <p:ph idx="1"/>
          </p:nvPr>
        </p:nvSpPr>
        <p:spPr/>
        <p:txBody>
          <a:bodyPr/>
          <a:lstStyle>
            <a:lvl1pPr>
              <a:buFontTx/>
              <a:buBlip>
                <a:blip r:embed="rId2"/>
              </a:buBlip>
              <a:defRPr sz="2800">
                <a:solidFill>
                  <a:schemeClr val="tx1"/>
                </a:solidFill>
                <a:latin typeface="+mn-lt"/>
                <a:cs typeface="Tahoma" pitchFamily="34" charset="0"/>
              </a:defRPr>
            </a:lvl1pPr>
            <a:lvl2pPr>
              <a:buFontTx/>
              <a:buBlip>
                <a:blip r:embed="rId3"/>
              </a:buBlip>
              <a:defRPr sz="2400">
                <a:solidFill>
                  <a:schemeClr val="tx1"/>
                </a:solidFill>
                <a:latin typeface="+mn-lt"/>
                <a:cs typeface="Tahoma" pitchFamily="34" charset="0"/>
              </a:defRPr>
            </a:lvl2pPr>
            <a:lvl3pPr>
              <a:buFontTx/>
              <a:buBlip>
                <a:blip r:embed="rId4"/>
              </a:buBlip>
              <a:defRPr sz="2000">
                <a:solidFill>
                  <a:schemeClr val="tx1"/>
                </a:solidFill>
                <a:latin typeface="+mn-lt"/>
                <a:cs typeface="Tahoma" pitchFamily="34" charset="0"/>
              </a:defRPr>
            </a:lvl3pPr>
            <a:lvl4pPr>
              <a:defRPr sz="1800">
                <a:solidFill>
                  <a:schemeClr val="tx1"/>
                </a:solidFill>
                <a:latin typeface="+mn-lt"/>
                <a:cs typeface="Tahoma" pitchFamily="34" charset="0"/>
              </a:defRPr>
            </a:lvl4pPr>
            <a:lvl5pPr>
              <a:defRPr sz="1800">
                <a:solidFill>
                  <a:schemeClr val="tx1"/>
                </a:solidFill>
                <a:latin typeface="+mn-lt"/>
                <a:cs typeface="Tahoma" pitchFamily="34" charset="0"/>
              </a:defRPr>
            </a:lvl5pPr>
          </a:lstStyle>
          <a:p>
            <a:pPr lvl="0"/>
            <a:r>
              <a:rPr lang="en-US" dirty="0" smtClean="0"/>
              <a:t>Click to edit Master text styles</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endParaRPr lang="en-US" dirty="0"/>
          </a:p>
        </p:txBody>
      </p:sp>
      <p:sp>
        <p:nvSpPr>
          <p:cNvPr id="8" name="Title 7"/>
          <p:cNvSpPr>
            <a:spLocks noGrp="1"/>
          </p:cNvSpPr>
          <p:nvPr>
            <p:ph type="title"/>
          </p:nvPr>
        </p:nvSpPr>
        <p:spPr>
          <a:xfrm>
            <a:off x="2819400" y="27105"/>
            <a:ext cx="6324600" cy="1084146"/>
          </a:xfrm>
        </p:spPr>
        <p:txBody>
          <a:bodyPr/>
          <a:lstStyle>
            <a:lvl1pPr algn="r">
              <a:defRPr sz="3200" b="1">
                <a:solidFill>
                  <a:srgbClr val="0070C0"/>
                </a:solidFill>
              </a:defRPr>
            </a:lvl1pPr>
          </a:lstStyle>
          <a:p>
            <a:r>
              <a:rPr lang="en-US" dirty="0" smtClean="0"/>
              <a:t>Click to edit Master title style</a:t>
            </a:r>
            <a:endParaRPr lang="en-US" dirty="0"/>
          </a:p>
        </p:txBody>
      </p:sp>
      <p:sp>
        <p:nvSpPr>
          <p:cNvPr id="6" name="Footer Placeholder 4"/>
          <p:cNvSpPr>
            <a:spLocks noGrp="1"/>
          </p:cNvSpPr>
          <p:nvPr>
            <p:ph type="ftr" sz="quarter" idx="10"/>
          </p:nvPr>
        </p:nvSpPr>
        <p:spPr>
          <a:xfrm>
            <a:off x="457200" y="6340475"/>
            <a:ext cx="6096000" cy="365125"/>
          </a:xfrm>
        </p:spPr>
        <p:txBody>
          <a:bodyPr/>
          <a:lstStyle>
            <a:lvl1pPr algn="l">
              <a:defRPr dirty="0">
                <a:latin typeface="Tahoma" pitchFamily="34" charset="0"/>
                <a:cs typeface="Tahoma" pitchFamily="34" charset="0"/>
              </a:defRPr>
            </a:lvl1pPr>
          </a:lstStyle>
          <a:p>
            <a:pPr>
              <a:defRPr/>
            </a:pPr>
            <a:r>
              <a:rPr lang="en-US" smtClean="0"/>
              <a:t>Chapter 32: Software requirements and risk management _ BAYHV</a:t>
            </a:r>
            <a:endParaRPr lang="en-US"/>
          </a:p>
        </p:txBody>
      </p:sp>
      <p:sp>
        <p:nvSpPr>
          <p:cNvPr id="7" name="Slide Number Placeholder 5"/>
          <p:cNvSpPr>
            <a:spLocks noGrp="1"/>
          </p:cNvSpPr>
          <p:nvPr>
            <p:ph type="sldNum" sz="quarter" idx="11"/>
          </p:nvPr>
        </p:nvSpPr>
        <p:spPr>
          <a:xfrm>
            <a:off x="6629400" y="6356350"/>
            <a:ext cx="2133600" cy="365125"/>
          </a:xfrm>
        </p:spPr>
        <p:txBody>
          <a:bodyPr/>
          <a:lstStyle>
            <a:lvl1pPr>
              <a:defRPr>
                <a:latin typeface="Tahoma" pitchFamily="34" charset="0"/>
                <a:cs typeface="Tahoma" pitchFamily="34" charset="0"/>
              </a:defRPr>
            </a:lvl1pPr>
          </a:lstStyle>
          <a:p>
            <a:pPr>
              <a:defRPr/>
            </a:pPr>
            <a:fld id="{38F81FAE-D748-4BFC-A8B0-D2E750E8899F}" type="slidenum">
              <a:rPr lang="en-US"/>
              <a:pPr>
                <a:defRPr/>
              </a:pPr>
              <a:t>‹#›</a:t>
            </a:fld>
            <a:endParaRPr lang="en-US" dirty="0"/>
          </a:p>
        </p:txBody>
      </p:sp>
      <p:sp>
        <p:nvSpPr>
          <p:cNvPr id="2" name="Rectangle 1"/>
          <p:cNvSpPr/>
          <p:nvPr userDrawn="1"/>
        </p:nvSpPr>
        <p:spPr>
          <a:xfrm>
            <a:off x="76200" y="0"/>
            <a:ext cx="1447800" cy="9144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2" name="Picture 2"/>
          <p:cNvPicPr>
            <a:picLocks noChangeAspect="1" noChangeArrowheads="1"/>
          </p:cNvPicPr>
          <p:nvPr userDrawn="1"/>
        </p:nvPicPr>
        <p:blipFill>
          <a:blip r:embed="rId5" cstate="print">
            <a:extLst>
              <a:ext uri="{28A0092B-C50C-407E-A947-70E740481C1C}">
                <a14:useLocalDpi xmlns:a14="http://schemas.microsoft.com/office/drawing/2010/main" val="0"/>
              </a:ext>
            </a:extLst>
          </a:blip>
          <a:srcRect/>
          <a:stretch>
            <a:fillRect/>
          </a:stretch>
        </p:blipFill>
        <p:spPr bwMode="auto">
          <a:xfrm>
            <a:off x="0" y="19222"/>
            <a:ext cx="2559370" cy="762393"/>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1463448786"/>
      </p:ext>
    </p:extLst>
  </p:cSld>
  <p:clrMapOvr>
    <a:masterClrMapping/>
  </p:clrMapOvr>
  <p:transition>
    <p:split orient="vert"/>
  </p:transition>
  <p:timing>
    <p:tnLst>
      <p:par>
        <p:cTn id="1" dur="indefinite" restart="never" nodeType="tmRoot"/>
      </p:par>
    </p:tnLst>
  </p:timing>
</p:sldLayout>
</file>

<file path=ppt/slideLayouts/slideLayout3.xml><?xml version="1.0" encoding="utf-8"?>
<p:sldLayout xmlns:a="http://schemas.openxmlformats.org/drawingml/2006/main" xmlns:r="http://schemas.openxmlformats.org/officeDocument/2006/relationships" xmlns:p="http://schemas.openxmlformats.org/presentationml/2006/main" type="obj" preserve="1">
  <p:cSld name="1_Title and Content">
    <p:spTree>
      <p:nvGrpSpPr>
        <p:cNvPr id="1" name=""/>
        <p:cNvGrpSpPr/>
        <p:nvPr/>
      </p:nvGrpSpPr>
      <p:grpSpPr>
        <a:xfrm>
          <a:off x="0" y="0"/>
          <a:ext cx="0" cy="0"/>
          <a:chOff x="0" y="0"/>
          <a:chExt cx="0" cy="0"/>
        </a:xfrm>
      </p:grpSpPr>
      <p:cxnSp>
        <p:nvCxnSpPr>
          <p:cNvPr id="5" name="Straight Connector 4"/>
          <p:cNvCxnSpPr/>
          <p:nvPr userDrawn="1"/>
        </p:nvCxnSpPr>
        <p:spPr>
          <a:xfrm>
            <a:off x="457200" y="6324600"/>
            <a:ext cx="8229600" cy="0"/>
          </a:xfrm>
          <a:prstGeom prst="line">
            <a:avLst/>
          </a:prstGeom>
          <a:ln>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
        <p:nvSpPr>
          <p:cNvPr id="2" name="Title 1"/>
          <p:cNvSpPr>
            <a:spLocks noGrp="1"/>
          </p:cNvSpPr>
          <p:nvPr>
            <p:ph type="title"/>
          </p:nvPr>
        </p:nvSpPr>
        <p:spPr>
          <a:xfrm>
            <a:off x="3021722" y="19222"/>
            <a:ext cx="6096002" cy="990600"/>
          </a:xfrm>
        </p:spPr>
        <p:txBody>
          <a:bodyPr/>
          <a:lstStyle>
            <a:lvl1pPr algn="r">
              <a:defRPr sz="3200" b="1" i="0">
                <a:solidFill>
                  <a:srgbClr val="0070C0"/>
                </a:solidFill>
              </a:defRPr>
            </a:lvl1pPr>
          </a:lstStyle>
          <a:p>
            <a:r>
              <a:rPr lang="en-US" dirty="0" smtClean="0"/>
              <a:t>Click to edit Master title style</a:t>
            </a:r>
            <a:endParaRPr lang="en-US" dirty="0"/>
          </a:p>
        </p:txBody>
      </p:sp>
      <p:sp>
        <p:nvSpPr>
          <p:cNvPr id="3" name="Content Placeholder 2"/>
          <p:cNvSpPr>
            <a:spLocks noGrp="1"/>
          </p:cNvSpPr>
          <p:nvPr>
            <p:ph idx="1"/>
          </p:nvPr>
        </p:nvSpPr>
        <p:spPr/>
        <p:txBody>
          <a:bodyPr/>
          <a:lstStyle>
            <a:lvl1pPr>
              <a:defRPr sz="2800">
                <a:solidFill>
                  <a:schemeClr val="tx1"/>
                </a:solidFill>
                <a:latin typeface="+mn-lt"/>
                <a:cs typeface="Tahoma" pitchFamily="34" charset="0"/>
              </a:defRPr>
            </a:lvl1pPr>
            <a:lvl2pPr>
              <a:defRPr sz="2400">
                <a:solidFill>
                  <a:schemeClr val="tx1"/>
                </a:solidFill>
                <a:latin typeface="+mn-lt"/>
                <a:cs typeface="Tahoma" pitchFamily="34" charset="0"/>
              </a:defRPr>
            </a:lvl2pPr>
            <a:lvl3pPr>
              <a:defRPr sz="2000">
                <a:solidFill>
                  <a:schemeClr val="tx1"/>
                </a:solidFill>
                <a:latin typeface="+mn-lt"/>
                <a:cs typeface="Tahoma" pitchFamily="34" charset="0"/>
              </a:defRPr>
            </a:lvl3pPr>
            <a:lvl4pPr>
              <a:defRPr sz="1800">
                <a:solidFill>
                  <a:schemeClr val="tx1"/>
                </a:solidFill>
                <a:latin typeface="+mn-lt"/>
                <a:cs typeface="Tahoma" pitchFamily="34" charset="0"/>
              </a:defRPr>
            </a:lvl4pPr>
            <a:lvl5pPr>
              <a:defRPr sz="1800">
                <a:solidFill>
                  <a:schemeClr val="tx1"/>
                </a:solidFill>
                <a:latin typeface="+mn-lt"/>
                <a:cs typeface="Tahoma" pitchFamily="34" charset="0"/>
              </a:defRPr>
            </a:lvl5pPr>
          </a:lstStyle>
          <a:p>
            <a:pPr lvl="0"/>
            <a:r>
              <a:rPr lang="en-US" dirty="0" smtClean="0"/>
              <a:t>Click to edit Master text styles</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endParaRPr lang="en-US" dirty="0"/>
          </a:p>
        </p:txBody>
      </p:sp>
      <p:sp>
        <p:nvSpPr>
          <p:cNvPr id="6" name="Footer Placeholder 4"/>
          <p:cNvSpPr>
            <a:spLocks noGrp="1"/>
          </p:cNvSpPr>
          <p:nvPr>
            <p:ph type="ftr" sz="quarter" idx="10"/>
          </p:nvPr>
        </p:nvSpPr>
        <p:spPr>
          <a:xfrm>
            <a:off x="457200" y="6340475"/>
            <a:ext cx="6096000" cy="365125"/>
          </a:xfrm>
        </p:spPr>
        <p:txBody>
          <a:bodyPr/>
          <a:lstStyle>
            <a:lvl1pPr algn="l">
              <a:defRPr>
                <a:latin typeface="Tahoma" pitchFamily="34" charset="0"/>
                <a:cs typeface="Tahoma" pitchFamily="34" charset="0"/>
              </a:defRPr>
            </a:lvl1pPr>
          </a:lstStyle>
          <a:p>
            <a:pPr>
              <a:defRPr/>
            </a:pPr>
            <a:r>
              <a:rPr lang="en-US" smtClean="0"/>
              <a:t>Chapter 32: Software requirements and risk management _ BAYHV</a:t>
            </a:r>
            <a:endParaRPr lang="en-US"/>
          </a:p>
        </p:txBody>
      </p:sp>
      <p:sp>
        <p:nvSpPr>
          <p:cNvPr id="7" name="Slide Number Placeholder 5"/>
          <p:cNvSpPr>
            <a:spLocks noGrp="1"/>
          </p:cNvSpPr>
          <p:nvPr>
            <p:ph type="sldNum" sz="quarter" idx="11"/>
          </p:nvPr>
        </p:nvSpPr>
        <p:spPr>
          <a:xfrm>
            <a:off x="6629400" y="6356350"/>
            <a:ext cx="2133600" cy="365125"/>
          </a:xfrm>
        </p:spPr>
        <p:txBody>
          <a:bodyPr/>
          <a:lstStyle>
            <a:lvl1pPr>
              <a:defRPr>
                <a:latin typeface="Tahoma" pitchFamily="34" charset="0"/>
                <a:cs typeface="Tahoma" pitchFamily="34" charset="0"/>
              </a:defRPr>
            </a:lvl1pPr>
          </a:lstStyle>
          <a:p>
            <a:pPr>
              <a:defRPr/>
            </a:pPr>
            <a:fld id="{0269FD7F-F1B9-4EBE-8876-2DA927AD43EA}" type="slidenum">
              <a:rPr lang="en-US"/>
              <a:pPr>
                <a:defRPr/>
              </a:pPr>
              <a:t>‹#›</a:t>
            </a:fld>
            <a:endParaRPr lang="en-US" dirty="0"/>
          </a:p>
        </p:txBody>
      </p:sp>
      <p:sp>
        <p:nvSpPr>
          <p:cNvPr id="10" name="Rectangle 9"/>
          <p:cNvSpPr/>
          <p:nvPr userDrawn="1"/>
        </p:nvSpPr>
        <p:spPr>
          <a:xfrm>
            <a:off x="76200" y="0"/>
            <a:ext cx="1447800" cy="9144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2" name="Picture 2"/>
          <p:cNvPicPr>
            <a:picLocks noChangeAspect="1" noChangeArrowheads="1"/>
          </p:cNvPicPr>
          <p:nvPr userDrawn="1"/>
        </p:nvPicPr>
        <p:blipFill>
          <a:blip r:embed="rId2" cstate="print">
            <a:extLst>
              <a:ext uri="{28A0092B-C50C-407E-A947-70E740481C1C}">
                <a14:useLocalDpi xmlns:a14="http://schemas.microsoft.com/office/drawing/2010/main" val="0"/>
              </a:ext>
            </a:extLst>
          </a:blip>
          <a:srcRect/>
          <a:stretch>
            <a:fillRect/>
          </a:stretch>
        </p:blipFill>
        <p:spPr bwMode="auto">
          <a:xfrm>
            <a:off x="0" y="19222"/>
            <a:ext cx="2559370" cy="762393"/>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3665689785"/>
      </p:ext>
    </p:extLst>
  </p:cSld>
  <p:clrMapOvr>
    <a:masterClrMapping/>
  </p:clrMapOvr>
  <p:transition>
    <p:split orient="vert"/>
  </p:transition>
  <p:timing>
    <p:tnLst>
      <p:par>
        <p:cTn id="1" dur="indefinite" restart="never" nodeType="tmRoot"/>
      </p:par>
    </p:tnLst>
  </p:timing>
</p:sldLayout>
</file>

<file path=ppt/slideLayouts/slideLayout4.xml><?xml version="1.0" encoding="utf-8"?>
<p:sldLayout xmlns:a="http://schemas.openxmlformats.org/drawingml/2006/main" xmlns:r="http://schemas.openxmlformats.org/officeDocument/2006/relationships" xmlns:p="http://schemas.openxmlformats.org/presentationml/2006/main" type="obj" preserve="1">
  <p:cSld name="2_Title and Content">
    <p:spTree>
      <p:nvGrpSpPr>
        <p:cNvPr id="1" name=""/>
        <p:cNvGrpSpPr/>
        <p:nvPr/>
      </p:nvGrpSpPr>
      <p:grpSpPr>
        <a:xfrm>
          <a:off x="0" y="0"/>
          <a:ext cx="0" cy="0"/>
          <a:chOff x="0" y="0"/>
          <a:chExt cx="0" cy="0"/>
        </a:xfrm>
      </p:grpSpPr>
      <p:cxnSp>
        <p:nvCxnSpPr>
          <p:cNvPr id="5" name="Straight Connector 4"/>
          <p:cNvCxnSpPr/>
          <p:nvPr userDrawn="1"/>
        </p:nvCxnSpPr>
        <p:spPr>
          <a:xfrm>
            <a:off x="457200" y="6324600"/>
            <a:ext cx="8229600" cy="0"/>
          </a:xfrm>
          <a:prstGeom prst="line">
            <a:avLst/>
          </a:prstGeom>
          <a:ln>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
        <p:nvSpPr>
          <p:cNvPr id="2" name="Title 1"/>
          <p:cNvSpPr>
            <a:spLocks noGrp="1"/>
          </p:cNvSpPr>
          <p:nvPr>
            <p:ph type="title"/>
          </p:nvPr>
        </p:nvSpPr>
        <p:spPr>
          <a:xfrm>
            <a:off x="2743200" y="-1"/>
            <a:ext cx="6400800" cy="1111252"/>
          </a:xfrm>
        </p:spPr>
        <p:txBody>
          <a:bodyPr/>
          <a:lstStyle>
            <a:lvl1pPr algn="r">
              <a:defRPr sz="3200" b="1">
                <a:solidFill>
                  <a:srgbClr val="0070C0"/>
                </a:solidFill>
              </a:defRPr>
            </a:lvl1pPr>
          </a:lstStyle>
          <a:p>
            <a:r>
              <a:rPr lang="en-US" dirty="0" smtClean="0"/>
              <a:t>Click to edit Master title style</a:t>
            </a:r>
            <a:endParaRPr lang="en-US" dirty="0"/>
          </a:p>
        </p:txBody>
      </p:sp>
      <p:sp>
        <p:nvSpPr>
          <p:cNvPr id="3" name="Content Placeholder 2"/>
          <p:cNvSpPr>
            <a:spLocks noGrp="1"/>
          </p:cNvSpPr>
          <p:nvPr>
            <p:ph idx="1"/>
          </p:nvPr>
        </p:nvSpPr>
        <p:spPr/>
        <p:txBody>
          <a:bodyPr/>
          <a:lstStyle>
            <a:lvl1pPr>
              <a:defRPr sz="2800">
                <a:solidFill>
                  <a:schemeClr val="tx1"/>
                </a:solidFill>
                <a:latin typeface="+mn-lt"/>
                <a:cs typeface="Tahoma" pitchFamily="34" charset="0"/>
              </a:defRPr>
            </a:lvl1pPr>
            <a:lvl2pPr>
              <a:defRPr sz="2400">
                <a:solidFill>
                  <a:schemeClr val="tx1"/>
                </a:solidFill>
                <a:latin typeface="+mn-lt"/>
                <a:cs typeface="Tahoma" pitchFamily="34" charset="0"/>
              </a:defRPr>
            </a:lvl2pPr>
            <a:lvl3pPr>
              <a:defRPr sz="2000">
                <a:solidFill>
                  <a:schemeClr val="tx1"/>
                </a:solidFill>
                <a:latin typeface="+mn-lt"/>
                <a:cs typeface="Tahoma" pitchFamily="34" charset="0"/>
              </a:defRPr>
            </a:lvl3pPr>
            <a:lvl4pPr>
              <a:defRPr sz="1800">
                <a:solidFill>
                  <a:schemeClr val="tx1"/>
                </a:solidFill>
                <a:latin typeface="+mn-lt"/>
                <a:cs typeface="Tahoma" pitchFamily="34" charset="0"/>
              </a:defRPr>
            </a:lvl4pPr>
            <a:lvl5pPr>
              <a:defRPr sz="1800">
                <a:solidFill>
                  <a:schemeClr val="tx1"/>
                </a:solidFill>
                <a:latin typeface="+mn-lt"/>
                <a:cs typeface="Tahoma" pitchFamily="34" charset="0"/>
              </a:defRPr>
            </a:lvl5pPr>
          </a:lstStyle>
          <a:p>
            <a:pPr lvl="0"/>
            <a:r>
              <a:rPr lang="en-US" dirty="0" smtClean="0"/>
              <a:t>Click to edit Master text styles</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endParaRPr lang="en-US" dirty="0"/>
          </a:p>
        </p:txBody>
      </p:sp>
      <p:sp>
        <p:nvSpPr>
          <p:cNvPr id="6" name="Footer Placeholder 4"/>
          <p:cNvSpPr>
            <a:spLocks noGrp="1"/>
          </p:cNvSpPr>
          <p:nvPr>
            <p:ph type="ftr" sz="quarter" idx="10"/>
          </p:nvPr>
        </p:nvSpPr>
        <p:spPr>
          <a:xfrm>
            <a:off x="457200" y="6340475"/>
            <a:ext cx="6096000" cy="365125"/>
          </a:xfrm>
        </p:spPr>
        <p:txBody>
          <a:bodyPr/>
          <a:lstStyle>
            <a:lvl1pPr algn="l">
              <a:defRPr>
                <a:latin typeface="Tahoma" pitchFamily="34" charset="0"/>
                <a:cs typeface="Tahoma" pitchFamily="34" charset="0"/>
              </a:defRPr>
            </a:lvl1pPr>
          </a:lstStyle>
          <a:p>
            <a:pPr>
              <a:defRPr/>
            </a:pPr>
            <a:r>
              <a:rPr lang="en-US" smtClean="0"/>
              <a:t>Chapter 32: Software requirements and risk management _ BAYHV</a:t>
            </a:r>
            <a:endParaRPr lang="en-US"/>
          </a:p>
        </p:txBody>
      </p:sp>
      <p:sp>
        <p:nvSpPr>
          <p:cNvPr id="7" name="Slide Number Placeholder 5"/>
          <p:cNvSpPr>
            <a:spLocks noGrp="1"/>
          </p:cNvSpPr>
          <p:nvPr>
            <p:ph type="sldNum" sz="quarter" idx="11"/>
          </p:nvPr>
        </p:nvSpPr>
        <p:spPr>
          <a:xfrm>
            <a:off x="6629400" y="6356350"/>
            <a:ext cx="2133600" cy="365125"/>
          </a:xfrm>
        </p:spPr>
        <p:txBody>
          <a:bodyPr/>
          <a:lstStyle>
            <a:lvl1pPr>
              <a:defRPr>
                <a:latin typeface="Tahoma" pitchFamily="34" charset="0"/>
                <a:cs typeface="Tahoma" pitchFamily="34" charset="0"/>
              </a:defRPr>
            </a:lvl1pPr>
          </a:lstStyle>
          <a:p>
            <a:pPr>
              <a:defRPr/>
            </a:pPr>
            <a:fld id="{ACBE273D-A5B0-43E9-B55F-D261AD9B2B4A}" type="slidenum">
              <a:rPr lang="en-US"/>
              <a:pPr>
                <a:defRPr/>
              </a:pPr>
              <a:t>‹#›</a:t>
            </a:fld>
            <a:endParaRPr lang="en-US" dirty="0"/>
          </a:p>
        </p:txBody>
      </p:sp>
      <p:sp>
        <p:nvSpPr>
          <p:cNvPr id="10" name="Rectangle 9"/>
          <p:cNvSpPr/>
          <p:nvPr userDrawn="1"/>
        </p:nvSpPr>
        <p:spPr>
          <a:xfrm>
            <a:off x="76200" y="0"/>
            <a:ext cx="1447800" cy="9144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2" name="Picture 2"/>
          <p:cNvPicPr>
            <a:picLocks noChangeAspect="1" noChangeArrowheads="1"/>
          </p:cNvPicPr>
          <p:nvPr userDrawn="1"/>
        </p:nvPicPr>
        <p:blipFill>
          <a:blip r:embed="rId2" cstate="print">
            <a:extLst>
              <a:ext uri="{28A0092B-C50C-407E-A947-70E740481C1C}">
                <a14:useLocalDpi xmlns:a14="http://schemas.microsoft.com/office/drawing/2010/main" val="0"/>
              </a:ext>
            </a:extLst>
          </a:blip>
          <a:srcRect/>
          <a:stretch>
            <a:fillRect/>
          </a:stretch>
        </p:blipFill>
        <p:spPr bwMode="auto">
          <a:xfrm>
            <a:off x="0" y="19222"/>
            <a:ext cx="2559370" cy="762393"/>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319954417"/>
      </p:ext>
    </p:extLst>
  </p:cSld>
  <p:clrMapOvr>
    <a:masterClrMapping/>
  </p:clrMapOvr>
  <p:transition>
    <p:split orient="vert"/>
  </p:transition>
  <p:timing>
    <p:tnLst>
      <p:par>
        <p:cTn id="1" dur="indefinite" restart="never" nodeType="tmRoot"/>
      </p:par>
    </p:tnLst>
  </p:timing>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cxnSp>
        <p:nvCxnSpPr>
          <p:cNvPr id="8" name="Straight Connector 7"/>
          <p:cNvCxnSpPr/>
          <p:nvPr userDrawn="1"/>
        </p:nvCxnSpPr>
        <p:spPr>
          <a:xfrm>
            <a:off x="457200" y="6324600"/>
            <a:ext cx="8229600" cy="0"/>
          </a:xfrm>
          <a:prstGeom prst="line">
            <a:avLst/>
          </a:prstGeom>
          <a:ln>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
        <p:nvSpPr>
          <p:cNvPr id="2" name="Title 1"/>
          <p:cNvSpPr>
            <a:spLocks noGrp="1"/>
          </p:cNvSpPr>
          <p:nvPr>
            <p:ph type="title"/>
          </p:nvPr>
        </p:nvSpPr>
        <p:spPr>
          <a:xfrm>
            <a:off x="2906108" y="0"/>
            <a:ext cx="6248402" cy="1066800"/>
          </a:xfrm>
        </p:spPr>
        <p:txBody>
          <a:bodyPr/>
          <a:lstStyle>
            <a:lvl1pPr algn="r">
              <a:defRPr sz="3200" b="1">
                <a:solidFill>
                  <a:srgbClr val="0070C0"/>
                </a:solidFill>
              </a:defRPr>
            </a:lvl1pPr>
          </a:lstStyle>
          <a:p>
            <a:r>
              <a:rPr lang="en-US" dirty="0" smtClean="0"/>
              <a:t>Click to edit Master title style</a:t>
            </a:r>
            <a:endParaRPr lang="en-US" dirty="0"/>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solidFill>
                  <a:schemeClr val="accent2">
                    <a:lumMod val="75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solidFill>
                  <a:schemeClr val="tx1"/>
                </a:solidFill>
                <a:latin typeface="+mn-lt"/>
                <a:cs typeface="Tahoma" pitchFamily="34" charset="0"/>
              </a:defRPr>
            </a:lvl1pPr>
            <a:lvl2pPr>
              <a:defRPr sz="2000">
                <a:solidFill>
                  <a:schemeClr val="tx1"/>
                </a:solidFill>
                <a:latin typeface="+mn-lt"/>
                <a:cs typeface="Tahoma" pitchFamily="34" charset="0"/>
              </a:defRPr>
            </a:lvl2pPr>
            <a:lvl3pPr>
              <a:defRPr sz="1800">
                <a:solidFill>
                  <a:schemeClr val="tx1"/>
                </a:solidFill>
                <a:latin typeface="+mn-lt"/>
                <a:cs typeface="Tahoma" pitchFamily="34" charset="0"/>
              </a:defRPr>
            </a:lvl3pPr>
            <a:lvl4pPr>
              <a:defRPr sz="1600">
                <a:solidFill>
                  <a:schemeClr val="tx1"/>
                </a:solidFill>
                <a:latin typeface="+mn-lt"/>
                <a:cs typeface="Tahoma" pitchFamily="34" charset="0"/>
              </a:defRPr>
            </a:lvl4pPr>
            <a:lvl5pPr>
              <a:defRPr sz="1600">
                <a:solidFill>
                  <a:schemeClr val="tx1"/>
                </a:solidFill>
                <a:latin typeface="+mn-lt"/>
                <a:cs typeface="Tahoma" pitchFamily="34" charset="0"/>
              </a:defRPr>
            </a:lvl5pPr>
            <a:lvl6pPr>
              <a:defRPr sz="1600"/>
            </a:lvl6pPr>
            <a:lvl7pPr>
              <a:defRPr sz="1600"/>
            </a:lvl7pPr>
            <a:lvl8pPr>
              <a:defRPr sz="1600"/>
            </a:lvl8pPr>
            <a:lvl9pPr>
              <a:defRPr sz="1600"/>
            </a:lvl9pPr>
          </a:lstStyle>
          <a:p>
            <a:pPr lvl="0"/>
            <a:r>
              <a:rPr lang="en-US" dirty="0" smtClean="0"/>
              <a:t>Click to edit Master text styles</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endParaRPr lang="en-US" dirty="0"/>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solidFill>
                  <a:schemeClr val="accent2">
                    <a:lumMod val="75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solidFill>
                  <a:schemeClr val="tx1"/>
                </a:solidFill>
                <a:latin typeface="+mn-lt"/>
                <a:cs typeface="Tahoma" pitchFamily="34" charset="0"/>
              </a:defRPr>
            </a:lvl1pPr>
            <a:lvl2pPr>
              <a:defRPr sz="2000">
                <a:solidFill>
                  <a:schemeClr val="tx1"/>
                </a:solidFill>
                <a:latin typeface="+mn-lt"/>
                <a:cs typeface="Tahoma" pitchFamily="34" charset="0"/>
              </a:defRPr>
            </a:lvl2pPr>
            <a:lvl3pPr>
              <a:defRPr sz="1800">
                <a:solidFill>
                  <a:schemeClr val="tx1"/>
                </a:solidFill>
                <a:latin typeface="+mn-lt"/>
                <a:cs typeface="Tahoma" pitchFamily="34" charset="0"/>
              </a:defRPr>
            </a:lvl3pPr>
            <a:lvl4pPr>
              <a:defRPr sz="1600">
                <a:solidFill>
                  <a:schemeClr val="tx1"/>
                </a:solidFill>
                <a:latin typeface="+mn-lt"/>
                <a:cs typeface="Tahoma" pitchFamily="34" charset="0"/>
              </a:defRPr>
            </a:lvl4pPr>
            <a:lvl5pPr>
              <a:defRPr sz="1600">
                <a:solidFill>
                  <a:schemeClr val="tx1"/>
                </a:solidFill>
                <a:latin typeface="+mn-lt"/>
                <a:cs typeface="Tahoma" pitchFamily="34" charset="0"/>
              </a:defRPr>
            </a:lvl5pPr>
            <a:lvl6pPr>
              <a:defRPr sz="1600"/>
            </a:lvl6pPr>
            <a:lvl7pPr>
              <a:defRPr sz="1600"/>
            </a:lvl7pPr>
            <a:lvl8pPr>
              <a:defRPr sz="1600"/>
            </a:lvl8pPr>
            <a:lvl9pPr>
              <a:defRPr sz="1600"/>
            </a:lvl9pPr>
          </a:lstStyle>
          <a:p>
            <a:pPr lvl="0"/>
            <a:r>
              <a:rPr lang="en-US" dirty="0" smtClean="0"/>
              <a:t>Click to edit Master text styles</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endParaRPr lang="en-US" dirty="0"/>
          </a:p>
        </p:txBody>
      </p:sp>
      <p:sp>
        <p:nvSpPr>
          <p:cNvPr id="9" name="Footer Placeholder 4"/>
          <p:cNvSpPr>
            <a:spLocks noGrp="1"/>
          </p:cNvSpPr>
          <p:nvPr>
            <p:ph type="ftr" sz="quarter" idx="10"/>
          </p:nvPr>
        </p:nvSpPr>
        <p:spPr>
          <a:xfrm>
            <a:off x="457200" y="6340475"/>
            <a:ext cx="6096000" cy="365125"/>
          </a:xfrm>
        </p:spPr>
        <p:txBody>
          <a:bodyPr/>
          <a:lstStyle>
            <a:lvl1pPr algn="l">
              <a:defRPr>
                <a:latin typeface="Tahoma" pitchFamily="34" charset="0"/>
                <a:cs typeface="Tahoma" pitchFamily="34" charset="0"/>
              </a:defRPr>
            </a:lvl1pPr>
          </a:lstStyle>
          <a:p>
            <a:pPr>
              <a:defRPr/>
            </a:pPr>
            <a:r>
              <a:rPr lang="en-US" smtClean="0"/>
              <a:t>Chapter 32: Software requirements and risk management _ BAYHV</a:t>
            </a:r>
            <a:endParaRPr lang="en-US"/>
          </a:p>
        </p:txBody>
      </p:sp>
      <p:sp>
        <p:nvSpPr>
          <p:cNvPr id="10" name="Slide Number Placeholder 5"/>
          <p:cNvSpPr>
            <a:spLocks noGrp="1"/>
          </p:cNvSpPr>
          <p:nvPr>
            <p:ph type="sldNum" sz="quarter" idx="11"/>
          </p:nvPr>
        </p:nvSpPr>
        <p:spPr>
          <a:xfrm>
            <a:off x="6629400" y="6356350"/>
            <a:ext cx="2133600" cy="365125"/>
          </a:xfrm>
        </p:spPr>
        <p:txBody>
          <a:bodyPr/>
          <a:lstStyle>
            <a:lvl1pPr>
              <a:defRPr>
                <a:latin typeface="Tahoma" pitchFamily="34" charset="0"/>
                <a:cs typeface="Tahoma" pitchFamily="34" charset="0"/>
              </a:defRPr>
            </a:lvl1pPr>
          </a:lstStyle>
          <a:p>
            <a:pPr>
              <a:defRPr/>
            </a:pPr>
            <a:fld id="{0F31B4AE-D66A-4FED-AD35-BAB7214338B0}" type="slidenum">
              <a:rPr lang="en-US"/>
              <a:pPr>
                <a:defRPr/>
              </a:pPr>
              <a:t>‹#›</a:t>
            </a:fld>
            <a:endParaRPr lang="en-US" dirty="0"/>
          </a:p>
        </p:txBody>
      </p:sp>
      <p:sp>
        <p:nvSpPr>
          <p:cNvPr id="13" name="Rectangle 12"/>
          <p:cNvSpPr/>
          <p:nvPr userDrawn="1"/>
        </p:nvSpPr>
        <p:spPr>
          <a:xfrm>
            <a:off x="76200" y="0"/>
            <a:ext cx="1447800" cy="9144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5" name="Picture 2"/>
          <p:cNvPicPr>
            <a:picLocks noChangeAspect="1" noChangeArrowheads="1"/>
          </p:cNvPicPr>
          <p:nvPr userDrawn="1"/>
        </p:nvPicPr>
        <p:blipFill>
          <a:blip r:embed="rId2" cstate="print">
            <a:extLst>
              <a:ext uri="{28A0092B-C50C-407E-A947-70E740481C1C}">
                <a14:useLocalDpi xmlns:a14="http://schemas.microsoft.com/office/drawing/2010/main" val="0"/>
              </a:ext>
            </a:extLst>
          </a:blip>
          <a:srcRect/>
          <a:stretch>
            <a:fillRect/>
          </a:stretch>
        </p:blipFill>
        <p:spPr bwMode="auto">
          <a:xfrm>
            <a:off x="0" y="19222"/>
            <a:ext cx="2559370" cy="762393"/>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3247725395"/>
      </p:ext>
    </p:extLst>
  </p:cSld>
  <p:clrMapOvr>
    <a:masterClrMapping/>
  </p:clrMapOvr>
  <p:transition>
    <p:split orient="vert"/>
  </p:transition>
  <p:timing>
    <p:tnLst>
      <p:par>
        <p:cTn id="1" dur="indefinite" restart="never" nodeType="tmRoot"/>
      </p:par>
    </p:tnLst>
  </p:timing>
</p:sldLayout>
</file>

<file path=ppt/slideMasters/_rels/slideMaster1.xml.rels><?xml version="1.0" encoding="UTF-8" standalone="yes"?>
<Relationships xmlns="http://schemas.openxmlformats.org/package/2006/relationships"><Relationship Id="rId8" Type="http://schemas.openxmlformats.org/officeDocument/2006/relationships/image" Target="../media/image2.gif"/><Relationship Id="rId3" Type="http://schemas.openxmlformats.org/officeDocument/2006/relationships/slideLayout" Target="../slideLayouts/slideLayout3.xml"/><Relationship Id="rId7" Type="http://schemas.openxmlformats.org/officeDocument/2006/relationships/image" Target="../media/image1.png"/><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theme" Target="../theme/theme1.xml"/><Relationship Id="rId5" Type="http://schemas.openxmlformats.org/officeDocument/2006/relationships/slideLayout" Target="../slideLayouts/slideLayout5.xml"/><Relationship Id="rId10" Type="http://schemas.openxmlformats.org/officeDocument/2006/relationships/image" Target="../media/image4.gif"/><Relationship Id="rId4" Type="http://schemas.openxmlformats.org/officeDocument/2006/relationships/slideLayout" Target="../slideLayouts/slideLayout4.xml"/><Relationship Id="rId9" Type="http://schemas.openxmlformats.org/officeDocument/2006/relationships/image" Target="../media/image3.gif"/></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1026" name="Title Placeholder 1"/>
          <p:cNvSpPr>
            <a:spLocks noGrp="1"/>
          </p:cNvSpPr>
          <p:nvPr>
            <p:ph type="title"/>
          </p:nvPr>
        </p:nvSpPr>
        <p:spPr bwMode="auto">
          <a:xfrm>
            <a:off x="2559370" y="0"/>
            <a:ext cx="6584630" cy="1066800"/>
          </a:xfrm>
          <a:prstGeom prst="rect">
            <a:avLst/>
          </a:prstGeom>
          <a:noFill/>
          <a:ln w="9525">
            <a:noFill/>
            <a:miter lim="800000"/>
            <a:headEnd/>
            <a:tailEnd/>
          </a:ln>
        </p:spPr>
        <p:txBody>
          <a:bodyPr vert="horz" wrap="square" lIns="91440" tIns="45720" rIns="91440" bIns="45720" numCol="1" anchor="ctr" anchorCtr="0" compatLnSpc="1">
            <a:prstTxWarp prst="textNoShape">
              <a:avLst/>
            </a:prstTxWarp>
          </a:bodyPr>
          <a:lstStyle/>
          <a:p>
            <a:pPr lvl="0"/>
            <a:r>
              <a:rPr lang="en-US" dirty="0" smtClean="0"/>
              <a:t>Click to edit Master title style</a:t>
            </a:r>
          </a:p>
        </p:txBody>
      </p:sp>
      <p:sp>
        <p:nvSpPr>
          <p:cNvPr id="1027" name="Text Placeholder 2"/>
          <p:cNvSpPr>
            <a:spLocks noGrp="1"/>
          </p:cNvSpPr>
          <p:nvPr>
            <p:ph type="body" idx="1"/>
          </p:nvPr>
        </p:nvSpPr>
        <p:spPr bwMode="auto">
          <a:xfrm>
            <a:off x="228600" y="1143000"/>
            <a:ext cx="8686800" cy="5029200"/>
          </a:xfrm>
          <a:prstGeom prst="rect">
            <a:avLst/>
          </a:prstGeom>
          <a:noFill/>
          <a:ln w="9525">
            <a:noFill/>
            <a:miter lim="800000"/>
            <a:headEnd/>
            <a:tailEnd/>
          </a:ln>
        </p:spPr>
        <p:txBody>
          <a:bodyPr vert="horz" wrap="square" lIns="91440" tIns="45720" rIns="91440" bIns="45720" numCol="1" anchor="t" anchorCtr="0" compatLnSpc="1">
            <a:prstTxWarp prst="textNoShape">
              <a:avLst/>
            </a:prstTxWarp>
            <a:normAutofit/>
          </a:bodyPr>
          <a:lstStyle/>
          <a:p>
            <a:pPr lvl="0"/>
            <a:r>
              <a:rPr lang="en-US" dirty="0" smtClean="0"/>
              <a:t>  Click to edit Master text styles</a:t>
            </a:r>
          </a:p>
          <a:p>
            <a:pPr lvl="1"/>
            <a:r>
              <a:rPr lang="en-US" dirty="0" smtClean="0"/>
              <a:t>  Second level</a:t>
            </a:r>
          </a:p>
          <a:p>
            <a:pPr lvl="2"/>
            <a:r>
              <a:rPr lang="en-US" dirty="0" smtClean="0"/>
              <a:t>  Third level</a:t>
            </a:r>
          </a:p>
          <a:p>
            <a:pPr lvl="3"/>
            <a:r>
              <a:rPr lang="en-US" dirty="0" smtClean="0"/>
              <a:t>Fourth level</a:t>
            </a:r>
          </a:p>
          <a:p>
            <a:pPr lvl="4"/>
            <a:r>
              <a:rPr lang="en-US" dirty="0" smtClean="0"/>
              <a:t>Fifth level</a:t>
            </a:r>
          </a:p>
        </p:txBody>
      </p:sp>
      <p:sp>
        <p:nvSpPr>
          <p:cNvPr id="5" name="Footer Placeholder 4"/>
          <p:cNvSpPr>
            <a:spLocks noGrp="1"/>
          </p:cNvSpPr>
          <p:nvPr>
            <p:ph type="ftr" sz="quarter" idx="3"/>
          </p:nvPr>
        </p:nvSpPr>
        <p:spPr>
          <a:xfrm>
            <a:off x="457200" y="6356350"/>
            <a:ext cx="5562600" cy="365125"/>
          </a:xfrm>
          <a:prstGeom prst="rect">
            <a:avLst/>
          </a:prstGeom>
        </p:spPr>
        <p:txBody>
          <a:bodyPr vert="horz" lIns="91440" tIns="45720" rIns="91440" bIns="45720" rtlCol="0" anchor="ctr"/>
          <a:lstStyle>
            <a:lvl1pPr algn="l" fontAlgn="auto">
              <a:spcBef>
                <a:spcPts val="0"/>
              </a:spcBef>
              <a:spcAft>
                <a:spcPts val="0"/>
              </a:spcAft>
              <a:defRPr sz="1200">
                <a:solidFill>
                  <a:schemeClr val="tx1">
                    <a:tint val="75000"/>
                  </a:schemeClr>
                </a:solidFill>
                <a:latin typeface="+mn-lt"/>
                <a:cs typeface="+mn-cs"/>
              </a:defRPr>
            </a:lvl1pPr>
          </a:lstStyle>
          <a:p>
            <a:pPr>
              <a:defRPr/>
            </a:pPr>
            <a:r>
              <a:rPr lang="en-US" smtClean="0"/>
              <a:t>Chapter 32: Software requirements and risk management _ BAYHV</a:t>
            </a:r>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fontAlgn="auto">
              <a:spcBef>
                <a:spcPts val="0"/>
              </a:spcBef>
              <a:spcAft>
                <a:spcPts val="0"/>
              </a:spcAft>
              <a:defRPr sz="1200">
                <a:solidFill>
                  <a:schemeClr val="tx1">
                    <a:tint val="75000"/>
                  </a:schemeClr>
                </a:solidFill>
                <a:latin typeface="+mn-lt"/>
                <a:cs typeface="+mn-cs"/>
              </a:defRPr>
            </a:lvl1pPr>
          </a:lstStyle>
          <a:p>
            <a:pPr>
              <a:defRPr/>
            </a:pPr>
            <a:fld id="{7AF7AF65-4B18-4BB1-B100-2EF3CDE78246}" type="slidenum">
              <a:rPr lang="en-US"/>
              <a:pPr>
                <a:defRPr/>
              </a:pPr>
              <a:t>‹#›</a:t>
            </a:fld>
            <a:endParaRPr lang="en-US" dirty="0"/>
          </a:p>
        </p:txBody>
      </p:sp>
      <p:pic>
        <p:nvPicPr>
          <p:cNvPr id="7" name="Picture 2"/>
          <p:cNvPicPr>
            <a:picLocks noChangeAspect="1" noChangeArrowheads="1"/>
          </p:cNvPicPr>
          <p:nvPr userDrawn="1"/>
        </p:nvPicPr>
        <p:blipFill>
          <a:blip r:embed="rId7" cstate="print">
            <a:extLst>
              <a:ext uri="{28A0092B-C50C-407E-A947-70E740481C1C}">
                <a14:useLocalDpi xmlns:a14="http://schemas.microsoft.com/office/drawing/2010/main" val="0"/>
              </a:ext>
            </a:extLst>
          </a:blip>
          <a:srcRect/>
          <a:stretch>
            <a:fillRect/>
          </a:stretch>
        </p:blipFill>
        <p:spPr bwMode="auto">
          <a:xfrm>
            <a:off x="0" y="19222"/>
            <a:ext cx="2559370" cy="762393"/>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cxnSp>
        <p:nvCxnSpPr>
          <p:cNvPr id="3" name="Straight Connector 2"/>
          <p:cNvCxnSpPr/>
          <p:nvPr userDrawn="1"/>
        </p:nvCxnSpPr>
        <p:spPr>
          <a:xfrm>
            <a:off x="0" y="1066800"/>
            <a:ext cx="9144000" cy="0"/>
          </a:xfrm>
          <a:prstGeom prst="line">
            <a:avLst/>
          </a:prstGeom>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021738034"/>
      </p:ext>
    </p:extLst>
  </p:cSld>
  <p:clrMap bg1="lt1" tx1="dk1" bg2="lt2" tx2="dk2" accent1="accent1" accent2="accent2" accent3="accent3" accent4="accent4" accent5="accent5" accent6="accent6" hlink="hlink" folHlink="folHlink"/>
  <p:sldLayoutIdLst>
    <p:sldLayoutId id="2147483694" r:id="rId1"/>
    <p:sldLayoutId id="2147483695" r:id="rId2"/>
    <p:sldLayoutId id="2147483696" r:id="rId3"/>
    <p:sldLayoutId id="2147483697" r:id="rId4"/>
    <p:sldLayoutId id="2147483698" r:id="rId5"/>
  </p:sldLayoutIdLst>
  <p:transition>
    <p:split orient="vert"/>
  </p:transition>
  <p:timing>
    <p:tnLst>
      <p:par>
        <p:cTn id="1" dur="indefinite" restart="never" nodeType="tmRoot"/>
      </p:par>
    </p:tnLst>
  </p:timing>
  <p:hf hdr="0" dt="0"/>
  <p:txStyles>
    <p:titleStyle>
      <a:lvl1pPr algn="r" rtl="0" eaLnBrk="0" fontAlgn="base" hangingPunct="0">
        <a:spcBef>
          <a:spcPct val="0"/>
        </a:spcBef>
        <a:spcAft>
          <a:spcPct val="0"/>
        </a:spcAft>
        <a:defRPr sz="3200" b="1" kern="1200">
          <a:solidFill>
            <a:srgbClr val="0000FF"/>
          </a:solidFill>
          <a:latin typeface="+mn-lt"/>
          <a:ea typeface="+mj-ea"/>
          <a:cs typeface="Tahoma" pitchFamily="34" charset="0"/>
        </a:defRPr>
      </a:lvl1pPr>
      <a:lvl2pPr algn="r" rtl="0" eaLnBrk="0" fontAlgn="base" hangingPunct="0">
        <a:spcBef>
          <a:spcPct val="0"/>
        </a:spcBef>
        <a:spcAft>
          <a:spcPct val="0"/>
        </a:spcAft>
        <a:defRPr sz="4400">
          <a:solidFill>
            <a:srgbClr val="00B0F0"/>
          </a:solidFill>
          <a:latin typeface="Calibri" pitchFamily="34" charset="0"/>
        </a:defRPr>
      </a:lvl2pPr>
      <a:lvl3pPr algn="r" rtl="0" eaLnBrk="0" fontAlgn="base" hangingPunct="0">
        <a:spcBef>
          <a:spcPct val="0"/>
        </a:spcBef>
        <a:spcAft>
          <a:spcPct val="0"/>
        </a:spcAft>
        <a:defRPr sz="4400">
          <a:solidFill>
            <a:srgbClr val="00B0F0"/>
          </a:solidFill>
          <a:latin typeface="Calibri" pitchFamily="34" charset="0"/>
        </a:defRPr>
      </a:lvl3pPr>
      <a:lvl4pPr algn="r" rtl="0" eaLnBrk="0" fontAlgn="base" hangingPunct="0">
        <a:spcBef>
          <a:spcPct val="0"/>
        </a:spcBef>
        <a:spcAft>
          <a:spcPct val="0"/>
        </a:spcAft>
        <a:defRPr sz="4400">
          <a:solidFill>
            <a:srgbClr val="00B0F0"/>
          </a:solidFill>
          <a:latin typeface="Calibri" pitchFamily="34" charset="0"/>
        </a:defRPr>
      </a:lvl4pPr>
      <a:lvl5pPr algn="r" rtl="0" eaLnBrk="0" fontAlgn="base" hangingPunct="0">
        <a:spcBef>
          <a:spcPct val="0"/>
        </a:spcBef>
        <a:spcAft>
          <a:spcPct val="0"/>
        </a:spcAft>
        <a:defRPr sz="4400">
          <a:solidFill>
            <a:srgbClr val="00B0F0"/>
          </a:solidFill>
          <a:latin typeface="Calibri" pitchFamily="34" charset="0"/>
        </a:defRPr>
      </a:lvl5pPr>
      <a:lvl6pPr marL="457200" algn="ctr" rtl="0" fontAlgn="base">
        <a:spcBef>
          <a:spcPct val="0"/>
        </a:spcBef>
        <a:spcAft>
          <a:spcPct val="0"/>
        </a:spcAft>
        <a:defRPr sz="4400">
          <a:solidFill>
            <a:schemeClr val="tx1"/>
          </a:solidFill>
          <a:latin typeface="Calibri" pitchFamily="34" charset="0"/>
        </a:defRPr>
      </a:lvl6pPr>
      <a:lvl7pPr marL="914400" algn="ctr" rtl="0" fontAlgn="base">
        <a:spcBef>
          <a:spcPct val="0"/>
        </a:spcBef>
        <a:spcAft>
          <a:spcPct val="0"/>
        </a:spcAft>
        <a:defRPr sz="4400">
          <a:solidFill>
            <a:schemeClr val="tx1"/>
          </a:solidFill>
          <a:latin typeface="Calibri" pitchFamily="34" charset="0"/>
        </a:defRPr>
      </a:lvl7pPr>
      <a:lvl8pPr marL="1371600" algn="ctr" rtl="0" fontAlgn="base">
        <a:spcBef>
          <a:spcPct val="0"/>
        </a:spcBef>
        <a:spcAft>
          <a:spcPct val="0"/>
        </a:spcAft>
        <a:defRPr sz="4400">
          <a:solidFill>
            <a:schemeClr val="tx1"/>
          </a:solidFill>
          <a:latin typeface="Calibri" pitchFamily="34" charset="0"/>
        </a:defRPr>
      </a:lvl8pPr>
      <a:lvl9pPr marL="1828800" algn="ctr" rtl="0" fontAlgn="base">
        <a:spcBef>
          <a:spcPct val="0"/>
        </a:spcBef>
        <a:spcAft>
          <a:spcPct val="0"/>
        </a:spcAft>
        <a:defRPr sz="4400">
          <a:solidFill>
            <a:schemeClr val="tx1"/>
          </a:solidFill>
          <a:latin typeface="Calibri" pitchFamily="34" charset="0"/>
        </a:defRPr>
      </a:lvl9pPr>
    </p:titleStyle>
    <p:bodyStyle>
      <a:lvl1pPr marL="342900" indent="-342900" algn="just" rtl="0" eaLnBrk="0" fontAlgn="base" hangingPunct="0">
        <a:spcBef>
          <a:spcPct val="20000"/>
        </a:spcBef>
        <a:spcAft>
          <a:spcPct val="0"/>
        </a:spcAft>
        <a:buBlip>
          <a:blip r:embed="rId8"/>
        </a:buBlip>
        <a:defRPr sz="3200" kern="1200">
          <a:solidFill>
            <a:schemeClr val="tx1"/>
          </a:solidFill>
          <a:latin typeface="+mn-lt"/>
          <a:ea typeface="+mn-ea"/>
          <a:cs typeface="Tahoma" pitchFamily="34" charset="0"/>
        </a:defRPr>
      </a:lvl1pPr>
      <a:lvl2pPr marL="742950" indent="-285750" algn="just" rtl="0" eaLnBrk="0" fontAlgn="base" hangingPunct="0">
        <a:spcBef>
          <a:spcPct val="20000"/>
        </a:spcBef>
        <a:spcAft>
          <a:spcPct val="0"/>
        </a:spcAft>
        <a:buBlip>
          <a:blip r:embed="rId9"/>
        </a:buBlip>
        <a:defRPr sz="2800" kern="1200">
          <a:solidFill>
            <a:schemeClr val="tx1">
              <a:lumMod val="95000"/>
              <a:lumOff val="5000"/>
            </a:schemeClr>
          </a:solidFill>
          <a:latin typeface="+mn-lt"/>
          <a:ea typeface="+mn-ea"/>
          <a:cs typeface="Tahoma" pitchFamily="34" charset="0"/>
        </a:defRPr>
      </a:lvl2pPr>
      <a:lvl3pPr marL="1143000" indent="-228600" algn="just" rtl="0" eaLnBrk="0" fontAlgn="base" hangingPunct="0">
        <a:spcBef>
          <a:spcPct val="20000"/>
        </a:spcBef>
        <a:spcAft>
          <a:spcPct val="0"/>
        </a:spcAft>
        <a:buBlip>
          <a:blip r:embed="rId10"/>
        </a:buBlip>
        <a:defRPr sz="2400" kern="1200">
          <a:solidFill>
            <a:schemeClr val="tx1">
              <a:lumMod val="95000"/>
              <a:lumOff val="5000"/>
            </a:schemeClr>
          </a:solidFill>
          <a:latin typeface="+mn-lt"/>
          <a:ea typeface="+mn-ea"/>
          <a:cs typeface="Tahoma" pitchFamily="34" charset="0"/>
        </a:defRPr>
      </a:lvl3pPr>
      <a:lvl4pPr marL="1600200" indent="-228600" algn="just" rtl="0" eaLnBrk="0" fontAlgn="base" hangingPunct="0">
        <a:spcBef>
          <a:spcPct val="20000"/>
        </a:spcBef>
        <a:spcAft>
          <a:spcPct val="0"/>
        </a:spcAft>
        <a:buFont typeface="Arial" charset="0"/>
        <a:buChar char="–"/>
        <a:defRPr sz="2000" kern="1200">
          <a:solidFill>
            <a:schemeClr val="tx1">
              <a:lumMod val="95000"/>
              <a:lumOff val="5000"/>
            </a:schemeClr>
          </a:solidFill>
          <a:latin typeface="+mn-lt"/>
          <a:ea typeface="+mn-ea"/>
          <a:cs typeface="Tahoma" pitchFamily="34" charset="0"/>
        </a:defRPr>
      </a:lvl4pPr>
      <a:lvl5pPr marL="2057400" indent="-228600" algn="just" rtl="0" eaLnBrk="0" fontAlgn="base" hangingPunct="0">
        <a:spcBef>
          <a:spcPct val="20000"/>
        </a:spcBef>
        <a:spcAft>
          <a:spcPct val="0"/>
        </a:spcAft>
        <a:buFont typeface="Arial" charset="0"/>
        <a:buChar char="»"/>
        <a:defRPr sz="2000" kern="1200">
          <a:solidFill>
            <a:schemeClr val="tx1">
              <a:lumMod val="95000"/>
              <a:lumOff val="5000"/>
            </a:schemeClr>
          </a:solidFill>
          <a:latin typeface="+mn-lt"/>
          <a:ea typeface="+mn-ea"/>
          <a:cs typeface="Tahoma" pitchFamily="34" charset="0"/>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diagramData" Target="../diagrams/data1.xml"/><Relationship Id="rId7" Type="http://schemas.microsoft.com/office/2007/relationships/diagramDrawing" Target="../diagrams/drawing1.xml"/><Relationship Id="rId2" Type="http://schemas.openxmlformats.org/officeDocument/2006/relationships/notesSlide" Target="../notesSlides/notesSlide1.xml"/><Relationship Id="rId1" Type="http://schemas.openxmlformats.org/officeDocument/2006/relationships/slideLayout" Target="../slideLayouts/slideLayout2.xml"/><Relationship Id="rId6" Type="http://schemas.openxmlformats.org/officeDocument/2006/relationships/diagramColors" Target="../diagrams/colors1.xml"/><Relationship Id="rId5" Type="http://schemas.openxmlformats.org/officeDocument/2006/relationships/diagramQuickStyle" Target="../diagrams/quickStyle1.xml"/><Relationship Id="rId4" Type="http://schemas.openxmlformats.org/officeDocument/2006/relationships/diagramLayout" Target="../diagrams/layout1.xml"/></Relationships>
</file>

<file path=ppt/slides/_rels/slide3.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2.gif"/><Relationship Id="rId2" Type="http://schemas.openxmlformats.org/officeDocument/2006/relationships/image" Target="../media/image8.emf"/><Relationship Id="rId1" Type="http://schemas.openxmlformats.org/officeDocument/2006/relationships/slideLayout" Target="../slideLayouts/slideLayout2.xml"/><Relationship Id="rId5" Type="http://schemas.openxmlformats.org/officeDocument/2006/relationships/image" Target="../media/image4.gif"/><Relationship Id="rId4" Type="http://schemas.openxmlformats.org/officeDocument/2006/relationships/image" Target="../media/image3.gif"/></Relationships>
</file>

<file path=ppt/slides/_rels/slide7.xml.rels><?xml version="1.0" encoding="UTF-8" standalone="yes"?>
<Relationships xmlns="http://schemas.openxmlformats.org/package/2006/relationships"><Relationship Id="rId2" Type="http://schemas.openxmlformats.org/officeDocument/2006/relationships/image" Target="../media/image9.emf"/><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diagramData" Target="../diagrams/data2.xml"/><Relationship Id="rId7" Type="http://schemas.microsoft.com/office/2007/relationships/diagramDrawing" Target="../diagrams/drawing2.xml"/><Relationship Id="rId2" Type="http://schemas.openxmlformats.org/officeDocument/2006/relationships/notesSlide" Target="../notesSlides/notesSlide2.xml"/><Relationship Id="rId1" Type="http://schemas.openxmlformats.org/officeDocument/2006/relationships/slideLayout" Target="../slideLayouts/slideLayout2.xml"/><Relationship Id="rId6" Type="http://schemas.openxmlformats.org/officeDocument/2006/relationships/diagramColors" Target="../diagrams/colors2.xml"/><Relationship Id="rId5" Type="http://schemas.openxmlformats.org/officeDocument/2006/relationships/diagramQuickStyle" Target="../diagrams/quickStyle2.xml"/><Relationship Id="rId4" Type="http://schemas.openxmlformats.org/officeDocument/2006/relationships/diagramLayout" Target="../diagrams/layout2.xml"/></Relationships>
</file>

<file path=ppt/slides/_rels/slide18.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290945" y="4336473"/>
            <a:ext cx="8028710" cy="1427018"/>
          </a:xfrm>
        </p:spPr>
        <p:txBody>
          <a:bodyPr>
            <a:normAutofit fontScale="90000"/>
          </a:bodyPr>
          <a:lstStyle/>
          <a:p>
            <a:r>
              <a:rPr lang="en-US" dirty="0"/>
              <a:t>Chapter </a:t>
            </a:r>
            <a:r>
              <a:rPr lang="en-US" dirty="0" smtClean="0"/>
              <a:t>32</a:t>
            </a:r>
            <a:br>
              <a:rPr lang="en-US" dirty="0" smtClean="0"/>
            </a:br>
            <a:r>
              <a:rPr lang="en-US" dirty="0" smtClean="0"/>
              <a:t> </a:t>
            </a:r>
            <a:br>
              <a:rPr lang="en-US" dirty="0" smtClean="0"/>
            </a:br>
            <a:r>
              <a:rPr lang="en-US" dirty="0" smtClean="0"/>
              <a:t>Software </a:t>
            </a:r>
            <a:r>
              <a:rPr lang="en-US" dirty="0"/>
              <a:t>requirements and risk management</a:t>
            </a:r>
          </a:p>
        </p:txBody>
      </p:sp>
    </p:spTree>
    <p:extLst>
      <p:ext uri="{BB962C8B-B14F-4D97-AF65-F5344CB8AC3E}">
        <p14:creationId xmlns:p14="http://schemas.microsoft.com/office/powerpoint/2010/main" val="3465435365"/>
      </p:ext>
    </p:extLst>
  </p:cSld>
  <p:clrMapOvr>
    <a:masterClrMapping/>
  </p:clrMapOvr>
  <p:transition>
    <p:split orient="vert"/>
  </p:transition>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651760" y="0"/>
            <a:ext cx="6482080" cy="1052161"/>
          </a:xfrm>
        </p:spPr>
        <p:txBody>
          <a:bodyPr>
            <a:noAutofit/>
          </a:bodyPr>
          <a:lstStyle/>
          <a:p>
            <a:r>
              <a:rPr lang="en-US" sz="3200" dirty="0" smtClean="0"/>
              <a:t>Review chapter 31</a:t>
            </a:r>
            <a:endParaRPr lang="en-US" sz="3200" dirty="0"/>
          </a:p>
        </p:txBody>
      </p:sp>
      <p:sp>
        <p:nvSpPr>
          <p:cNvPr id="4" name="Footer Placeholder 3"/>
          <p:cNvSpPr>
            <a:spLocks noGrp="1"/>
          </p:cNvSpPr>
          <p:nvPr>
            <p:ph type="ftr" sz="quarter" idx="10"/>
          </p:nvPr>
        </p:nvSpPr>
        <p:spPr/>
        <p:txBody>
          <a:bodyPr/>
          <a:lstStyle/>
          <a:p>
            <a:pPr>
              <a:defRPr/>
            </a:pPr>
            <a:r>
              <a:rPr lang="en-US" smtClean="0"/>
              <a:t>Chapter 32: Software requirements and risk management _ BAYHV</a:t>
            </a:r>
            <a:endParaRPr lang="en-US"/>
          </a:p>
        </p:txBody>
      </p:sp>
      <p:sp>
        <p:nvSpPr>
          <p:cNvPr id="5" name="Slide Number Placeholder 4"/>
          <p:cNvSpPr>
            <a:spLocks noGrp="1"/>
          </p:cNvSpPr>
          <p:nvPr>
            <p:ph type="sldNum" sz="quarter" idx="11"/>
          </p:nvPr>
        </p:nvSpPr>
        <p:spPr/>
        <p:txBody>
          <a:bodyPr/>
          <a:lstStyle/>
          <a:p>
            <a:pPr>
              <a:defRPr/>
            </a:pPr>
            <a:fld id="{38F81FAE-D748-4BFC-A8B0-D2E750E8899F}" type="slidenum">
              <a:rPr lang="en-US" smtClean="0"/>
              <a:pPr>
                <a:defRPr/>
              </a:pPr>
              <a:t>2</a:t>
            </a:fld>
            <a:endParaRPr lang="en-US" dirty="0"/>
          </a:p>
        </p:txBody>
      </p:sp>
      <p:graphicFrame>
        <p:nvGraphicFramePr>
          <p:cNvPr id="7" name="Content Placeholder 6"/>
          <p:cNvGraphicFramePr>
            <a:graphicFrameLocks noGrp="1"/>
          </p:cNvGraphicFramePr>
          <p:nvPr>
            <p:ph idx="1"/>
            <p:extLst>
              <p:ext uri="{D42A27DB-BD31-4B8C-83A1-F6EECF244321}">
                <p14:modId xmlns:p14="http://schemas.microsoft.com/office/powerpoint/2010/main" val="3703654686"/>
              </p:ext>
            </p:extLst>
          </p:nvPr>
        </p:nvGraphicFramePr>
        <p:xfrm>
          <a:off x="228600" y="1052161"/>
          <a:ext cx="8686800" cy="5459475"/>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1037683778"/>
      </p:ext>
    </p:extLst>
  </p:cSld>
  <p:clrMapOvr>
    <a:masterClrMapping/>
  </p:clrMapOvr>
  <p:transition>
    <p:split orient="vert"/>
  </p:transition>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r>
              <a:rPr lang="en-US" dirty="0" smtClean="0"/>
              <a:t>Presents </a:t>
            </a:r>
            <a:r>
              <a:rPr lang="en-US" dirty="0"/>
              <a:t>a brief </a:t>
            </a:r>
            <a:r>
              <a:rPr lang="en-US" dirty="0" smtClean="0"/>
              <a:t>tutorial </a:t>
            </a:r>
            <a:r>
              <a:rPr lang="en-US" dirty="0"/>
              <a:t>on software risk management </a:t>
            </a:r>
            <a:r>
              <a:rPr lang="en-US" dirty="0" smtClean="0"/>
              <a:t> and a </a:t>
            </a:r>
            <a:r>
              <a:rPr lang="en-US" dirty="0"/>
              <a:t>number of risk factors that can raise their ugly heads </a:t>
            </a:r>
            <a:r>
              <a:rPr lang="en-US" sz="1800" dirty="0" smtClean="0"/>
              <a:t>(</a:t>
            </a:r>
            <a:r>
              <a:rPr lang="en-US" sz="1800" dirty="0" err="1" smtClean="0"/>
              <a:t>giúp</a:t>
            </a:r>
            <a:r>
              <a:rPr lang="en-US" sz="1800" dirty="0" smtClean="0"/>
              <a:t> </a:t>
            </a:r>
            <a:r>
              <a:rPr lang="en-US" sz="1800" dirty="0" err="1" smtClean="0"/>
              <a:t>ích</a:t>
            </a:r>
            <a:r>
              <a:rPr lang="en-US" sz="1800" dirty="0" smtClean="0"/>
              <a:t>) </a:t>
            </a:r>
            <a:r>
              <a:rPr lang="en-US" dirty="0" smtClean="0"/>
              <a:t>during </a:t>
            </a:r>
            <a:r>
              <a:rPr lang="en-US" dirty="0"/>
              <a:t>requirements engineering activities. </a:t>
            </a:r>
            <a:endParaRPr lang="en-US" dirty="0" smtClean="0"/>
          </a:p>
          <a:p>
            <a:r>
              <a:rPr lang="en-US" dirty="0"/>
              <a:t>Student should understand that potential problems might have an adverse impact on the project’s cost, schedule, or technical  success; the product’s quality; or the team’s </a:t>
            </a:r>
            <a:r>
              <a:rPr lang="en-US" dirty="0" smtClean="0"/>
              <a:t>effectiveness.</a:t>
            </a:r>
          </a:p>
          <a:p>
            <a:r>
              <a:rPr lang="en-US" dirty="0"/>
              <a:t>Student could identify a list of potential requirements risks facing </a:t>
            </a:r>
            <a:r>
              <a:rPr lang="en-US" dirty="0" smtClean="0"/>
              <a:t>in their project.</a:t>
            </a:r>
            <a:endParaRPr lang="en-US" dirty="0"/>
          </a:p>
        </p:txBody>
      </p:sp>
      <p:sp>
        <p:nvSpPr>
          <p:cNvPr id="2" name="Title 1"/>
          <p:cNvSpPr>
            <a:spLocks noGrp="1"/>
          </p:cNvSpPr>
          <p:nvPr>
            <p:ph type="title"/>
          </p:nvPr>
        </p:nvSpPr>
        <p:spPr/>
        <p:txBody>
          <a:bodyPr/>
          <a:lstStyle/>
          <a:p>
            <a:r>
              <a:rPr lang="en-US" smtClean="0"/>
              <a:t>Objectives</a:t>
            </a:r>
            <a:endParaRPr lang="en-US"/>
          </a:p>
        </p:txBody>
      </p:sp>
      <p:sp>
        <p:nvSpPr>
          <p:cNvPr id="4" name="Footer Placeholder 3"/>
          <p:cNvSpPr>
            <a:spLocks noGrp="1"/>
          </p:cNvSpPr>
          <p:nvPr>
            <p:ph type="ftr" sz="quarter" idx="10"/>
          </p:nvPr>
        </p:nvSpPr>
        <p:spPr/>
        <p:txBody>
          <a:bodyPr/>
          <a:lstStyle/>
          <a:p>
            <a:pPr>
              <a:defRPr/>
            </a:pPr>
            <a:r>
              <a:rPr lang="en-US" smtClean="0"/>
              <a:t>Chapter 32: Software requirements and risk management _ BAYHV</a:t>
            </a:r>
            <a:endParaRPr lang="en-US"/>
          </a:p>
        </p:txBody>
      </p:sp>
      <p:sp>
        <p:nvSpPr>
          <p:cNvPr id="5" name="Slide Number Placeholder 4"/>
          <p:cNvSpPr>
            <a:spLocks noGrp="1"/>
          </p:cNvSpPr>
          <p:nvPr>
            <p:ph type="sldNum" sz="quarter" idx="11"/>
          </p:nvPr>
        </p:nvSpPr>
        <p:spPr/>
        <p:txBody>
          <a:bodyPr/>
          <a:lstStyle/>
          <a:p>
            <a:pPr>
              <a:defRPr/>
            </a:pPr>
            <a:fld id="{38F81FAE-D748-4BFC-A8B0-D2E750E8899F}" type="slidenum">
              <a:rPr lang="en-US" smtClean="0"/>
              <a:pPr>
                <a:defRPr/>
              </a:pPr>
              <a:t>3</a:t>
            </a:fld>
            <a:endParaRPr lang="en-US" dirty="0"/>
          </a:p>
        </p:txBody>
      </p:sp>
      <p:pic>
        <p:nvPicPr>
          <p:cNvPr id="6" name="Picture 5"/>
          <p:cNvPicPr>
            <a:picLocks noChangeAspect="1"/>
          </p:cNvPicPr>
          <p:nvPr/>
        </p:nvPicPr>
        <p:blipFill>
          <a:blip r:embed="rId2"/>
          <a:stretch>
            <a:fillRect/>
          </a:stretch>
        </p:blipFill>
        <p:spPr>
          <a:xfrm>
            <a:off x="7647709" y="5056909"/>
            <a:ext cx="1191490" cy="1191490"/>
          </a:xfrm>
          <a:prstGeom prst="rect">
            <a:avLst/>
          </a:prstGeom>
        </p:spPr>
      </p:pic>
    </p:spTree>
    <p:extLst>
      <p:ext uri="{BB962C8B-B14F-4D97-AF65-F5344CB8AC3E}">
        <p14:creationId xmlns:p14="http://schemas.microsoft.com/office/powerpoint/2010/main" val="734325316"/>
      </p:ext>
    </p:extLst>
  </p:cSld>
  <p:clrMapOvr>
    <a:masterClrMapping/>
  </p:clrMapOvr>
  <p:transition>
    <p:split orient="vert"/>
  </p:transition>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normAutofit/>
          </a:bodyPr>
          <a:lstStyle/>
          <a:p>
            <a:r>
              <a:rPr lang="en-US" sz="3200" dirty="0"/>
              <a:t>Fundamentals of software risk </a:t>
            </a:r>
            <a:r>
              <a:rPr lang="en-US" sz="3200" dirty="0" smtClean="0"/>
              <a:t>management.</a:t>
            </a:r>
            <a:endParaRPr lang="en-US" sz="3200" dirty="0"/>
          </a:p>
          <a:p>
            <a:r>
              <a:rPr lang="en-US" sz="3200" dirty="0"/>
              <a:t>Requirements-related </a:t>
            </a:r>
            <a:r>
              <a:rPr lang="en-US" sz="3200" dirty="0" smtClean="0"/>
              <a:t>risks.</a:t>
            </a:r>
            <a:endParaRPr lang="en-US" sz="3200" dirty="0"/>
          </a:p>
          <a:p>
            <a:r>
              <a:rPr lang="en-US" sz="3200" dirty="0"/>
              <a:t>Risk management is your </a:t>
            </a:r>
            <a:r>
              <a:rPr lang="en-US" sz="3200" dirty="0" smtClean="0"/>
              <a:t>friend.</a:t>
            </a:r>
            <a:endParaRPr lang="en-US" sz="3200" dirty="0"/>
          </a:p>
        </p:txBody>
      </p:sp>
      <p:sp>
        <p:nvSpPr>
          <p:cNvPr id="2" name="Title 1"/>
          <p:cNvSpPr>
            <a:spLocks noGrp="1"/>
          </p:cNvSpPr>
          <p:nvPr>
            <p:ph type="title"/>
          </p:nvPr>
        </p:nvSpPr>
        <p:spPr/>
        <p:txBody>
          <a:bodyPr/>
          <a:lstStyle/>
          <a:p>
            <a:r>
              <a:rPr lang="en-US" smtClean="0"/>
              <a:t>Contents</a:t>
            </a:r>
            <a:endParaRPr lang="en-US"/>
          </a:p>
        </p:txBody>
      </p:sp>
      <p:sp>
        <p:nvSpPr>
          <p:cNvPr id="4" name="Footer Placeholder 3"/>
          <p:cNvSpPr>
            <a:spLocks noGrp="1"/>
          </p:cNvSpPr>
          <p:nvPr>
            <p:ph type="ftr" sz="quarter" idx="10"/>
          </p:nvPr>
        </p:nvSpPr>
        <p:spPr/>
        <p:txBody>
          <a:bodyPr/>
          <a:lstStyle/>
          <a:p>
            <a:pPr>
              <a:defRPr/>
            </a:pPr>
            <a:r>
              <a:rPr lang="en-US" smtClean="0"/>
              <a:t>Chapter 32: Software requirements and risk management _ BAYHV</a:t>
            </a:r>
            <a:endParaRPr lang="en-US"/>
          </a:p>
        </p:txBody>
      </p:sp>
      <p:sp>
        <p:nvSpPr>
          <p:cNvPr id="5" name="Slide Number Placeholder 4"/>
          <p:cNvSpPr>
            <a:spLocks noGrp="1"/>
          </p:cNvSpPr>
          <p:nvPr>
            <p:ph type="sldNum" sz="quarter" idx="11"/>
          </p:nvPr>
        </p:nvSpPr>
        <p:spPr/>
        <p:txBody>
          <a:bodyPr/>
          <a:lstStyle/>
          <a:p>
            <a:pPr>
              <a:defRPr/>
            </a:pPr>
            <a:fld id="{38F81FAE-D748-4BFC-A8B0-D2E750E8899F}" type="slidenum">
              <a:rPr lang="en-US" smtClean="0"/>
              <a:pPr>
                <a:defRPr/>
              </a:pPr>
              <a:t>4</a:t>
            </a:fld>
            <a:endParaRPr lang="en-US" dirty="0"/>
          </a:p>
        </p:txBody>
      </p:sp>
      <p:pic>
        <p:nvPicPr>
          <p:cNvPr id="6" name="Picture 5"/>
          <p:cNvPicPr>
            <a:picLocks noChangeAspect="1"/>
          </p:cNvPicPr>
          <p:nvPr/>
        </p:nvPicPr>
        <p:blipFill>
          <a:blip r:embed="rId2"/>
          <a:stretch>
            <a:fillRect/>
          </a:stretch>
        </p:blipFill>
        <p:spPr>
          <a:xfrm>
            <a:off x="6428509" y="3449781"/>
            <a:ext cx="2715491" cy="2715491"/>
          </a:xfrm>
          <a:prstGeom prst="rect">
            <a:avLst/>
          </a:prstGeom>
        </p:spPr>
      </p:pic>
    </p:spTree>
    <p:extLst>
      <p:ext uri="{BB962C8B-B14F-4D97-AF65-F5344CB8AC3E}">
        <p14:creationId xmlns:p14="http://schemas.microsoft.com/office/powerpoint/2010/main" val="3625220182"/>
      </p:ext>
    </p:extLst>
  </p:cSld>
  <p:clrMapOvr>
    <a:masterClrMapping/>
  </p:clrMapOvr>
  <p:transition>
    <p:split orient="vert"/>
  </p:transition>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228600" y="1142999"/>
            <a:ext cx="8686800" cy="5197476"/>
          </a:xfrm>
        </p:spPr>
        <p:txBody>
          <a:bodyPr>
            <a:normAutofit fontScale="77500" lnSpcReduction="20000"/>
          </a:bodyPr>
          <a:lstStyle/>
          <a:p>
            <a:r>
              <a:rPr lang="en-US" dirty="0"/>
              <a:t>A </a:t>
            </a:r>
            <a:r>
              <a:rPr lang="en-US" i="1" dirty="0">
                <a:solidFill>
                  <a:srgbClr val="003399"/>
                </a:solidFill>
              </a:rPr>
              <a:t>risk</a:t>
            </a:r>
            <a:r>
              <a:rPr lang="en-US" i="1" dirty="0"/>
              <a:t> </a:t>
            </a:r>
            <a:r>
              <a:rPr lang="en-US" dirty="0"/>
              <a:t>is a condition that could cause some loss or otherwise threaten the success of a project. </a:t>
            </a:r>
            <a:endParaRPr lang="en-US" dirty="0" smtClean="0"/>
          </a:p>
          <a:p>
            <a:r>
              <a:rPr lang="en-US" dirty="0" smtClean="0"/>
              <a:t>This </a:t>
            </a:r>
            <a:r>
              <a:rPr lang="en-US" dirty="0"/>
              <a:t>condition </a:t>
            </a:r>
            <a:r>
              <a:rPr lang="en-US" dirty="0" smtClean="0"/>
              <a:t>causes </a:t>
            </a:r>
            <a:r>
              <a:rPr lang="en-US" dirty="0"/>
              <a:t>actually </a:t>
            </a:r>
            <a:r>
              <a:rPr lang="en-US" dirty="0" smtClean="0"/>
              <a:t>problems. These </a:t>
            </a:r>
            <a:r>
              <a:rPr lang="en-US" dirty="0"/>
              <a:t>potential problems might have an </a:t>
            </a:r>
            <a:r>
              <a:rPr lang="en-US" dirty="0" smtClean="0"/>
              <a:t>adverse </a:t>
            </a:r>
            <a:r>
              <a:rPr lang="en-US" sz="2100" dirty="0" smtClean="0"/>
              <a:t>(</a:t>
            </a:r>
            <a:r>
              <a:rPr lang="en-US" sz="2100" dirty="0" err="1" smtClean="0"/>
              <a:t>bất</a:t>
            </a:r>
            <a:r>
              <a:rPr lang="en-US" sz="2100" dirty="0" smtClean="0"/>
              <a:t> </a:t>
            </a:r>
            <a:r>
              <a:rPr lang="en-US" sz="2100" dirty="0" err="1" smtClean="0"/>
              <a:t>lợi</a:t>
            </a:r>
            <a:r>
              <a:rPr lang="en-US" sz="2100" dirty="0" smtClean="0"/>
              <a:t>)</a:t>
            </a:r>
            <a:r>
              <a:rPr lang="en-US" dirty="0" smtClean="0"/>
              <a:t> </a:t>
            </a:r>
            <a:r>
              <a:rPr lang="en-US" dirty="0"/>
              <a:t>impact on the project’s cost, schedule, or technical success; the product’s quality; or the team’s effectiveness. </a:t>
            </a:r>
            <a:endParaRPr lang="en-US" dirty="0" smtClean="0"/>
          </a:p>
          <a:p>
            <a:r>
              <a:rPr lang="en-US" i="1" dirty="0" smtClean="0">
                <a:solidFill>
                  <a:srgbClr val="003399"/>
                </a:solidFill>
              </a:rPr>
              <a:t>Risk </a:t>
            </a:r>
            <a:r>
              <a:rPr lang="en-US" i="1" dirty="0">
                <a:solidFill>
                  <a:srgbClr val="003399"/>
                </a:solidFill>
              </a:rPr>
              <a:t>management</a:t>
            </a:r>
            <a:r>
              <a:rPr lang="en-US" i="1" dirty="0"/>
              <a:t> </a:t>
            </a:r>
            <a:r>
              <a:rPr lang="en-US" dirty="0"/>
              <a:t>is the process of identifying, evaluating, and controlling risks before they harm your </a:t>
            </a:r>
            <a:r>
              <a:rPr lang="en-US" dirty="0" smtClean="0"/>
              <a:t>project.</a:t>
            </a:r>
          </a:p>
          <a:p>
            <a:r>
              <a:rPr lang="en-US" dirty="0" smtClean="0"/>
              <a:t>Because </a:t>
            </a:r>
            <a:r>
              <a:rPr lang="en-US" dirty="0"/>
              <a:t>no one can predict the future with certainty, risk management is used to </a:t>
            </a:r>
            <a:r>
              <a:rPr lang="en-US" dirty="0">
                <a:solidFill>
                  <a:srgbClr val="003399"/>
                </a:solidFill>
              </a:rPr>
              <a:t>minimize</a:t>
            </a:r>
            <a:r>
              <a:rPr lang="en-US" dirty="0"/>
              <a:t> the </a:t>
            </a:r>
            <a:r>
              <a:rPr lang="en-US" dirty="0" smtClean="0"/>
              <a:t>likelihood </a:t>
            </a:r>
            <a:r>
              <a:rPr lang="en-US" sz="1900" dirty="0" smtClean="0"/>
              <a:t>(</a:t>
            </a:r>
            <a:r>
              <a:rPr lang="en-US" sz="1900" dirty="0" err="1" smtClean="0"/>
              <a:t>khả</a:t>
            </a:r>
            <a:r>
              <a:rPr lang="en-US" sz="1900" dirty="0" smtClean="0"/>
              <a:t> </a:t>
            </a:r>
            <a:r>
              <a:rPr lang="en-US" sz="1900" dirty="0" err="1" smtClean="0"/>
              <a:t>năng</a:t>
            </a:r>
            <a:r>
              <a:rPr lang="en-US" sz="1900" dirty="0" smtClean="0"/>
              <a:t> </a:t>
            </a:r>
            <a:r>
              <a:rPr lang="en-US" sz="1900" dirty="0" err="1" smtClean="0"/>
              <a:t>xảy</a:t>
            </a:r>
            <a:r>
              <a:rPr lang="en-US" sz="1900" dirty="0" smtClean="0"/>
              <a:t> </a:t>
            </a:r>
            <a:r>
              <a:rPr lang="en-US" sz="1900" dirty="0" err="1" smtClean="0"/>
              <a:t>ra</a:t>
            </a:r>
            <a:r>
              <a:rPr lang="en-US" sz="1900" dirty="0" smtClean="0"/>
              <a:t>)</a:t>
            </a:r>
            <a:r>
              <a:rPr lang="en-US" dirty="0" smtClean="0"/>
              <a:t> </a:t>
            </a:r>
            <a:r>
              <a:rPr lang="en-US" dirty="0"/>
              <a:t>or impact of potential problems. Risk management means dealing with a concern before it becomes a crisis</a:t>
            </a:r>
            <a:r>
              <a:rPr lang="en-US" dirty="0" smtClean="0"/>
              <a:t>.</a:t>
            </a:r>
          </a:p>
          <a:p>
            <a:r>
              <a:rPr lang="en-US" dirty="0"/>
              <a:t>Typical </a:t>
            </a:r>
            <a:r>
              <a:rPr lang="en-US" i="1" dirty="0">
                <a:solidFill>
                  <a:srgbClr val="003399"/>
                </a:solidFill>
              </a:rPr>
              <a:t>requirements risks</a:t>
            </a:r>
            <a:r>
              <a:rPr lang="en-US" dirty="0"/>
              <a:t> include misunderstanding the requirements, inadequate user involvement, uncertain or changing project scope and objectives, and continually changing requirements. Project managers can control requirements risks only through collaboration with customers and other stakeholders.</a:t>
            </a:r>
            <a:endParaRPr lang="en-US" dirty="0" smtClean="0"/>
          </a:p>
        </p:txBody>
      </p:sp>
      <p:sp>
        <p:nvSpPr>
          <p:cNvPr id="2" name="Title 1"/>
          <p:cNvSpPr>
            <a:spLocks noGrp="1"/>
          </p:cNvSpPr>
          <p:nvPr>
            <p:ph type="title"/>
          </p:nvPr>
        </p:nvSpPr>
        <p:spPr/>
        <p:txBody>
          <a:bodyPr>
            <a:normAutofit/>
          </a:bodyPr>
          <a:lstStyle/>
          <a:p>
            <a:r>
              <a:rPr lang="en-US" dirty="0" smtClean="0"/>
              <a:t>What’s risk and risk management?</a:t>
            </a:r>
            <a:endParaRPr lang="en-US" dirty="0"/>
          </a:p>
        </p:txBody>
      </p:sp>
      <p:sp>
        <p:nvSpPr>
          <p:cNvPr id="4" name="Footer Placeholder 3"/>
          <p:cNvSpPr>
            <a:spLocks noGrp="1"/>
          </p:cNvSpPr>
          <p:nvPr>
            <p:ph type="ftr" sz="quarter" idx="10"/>
          </p:nvPr>
        </p:nvSpPr>
        <p:spPr/>
        <p:txBody>
          <a:bodyPr/>
          <a:lstStyle/>
          <a:p>
            <a:pPr>
              <a:defRPr/>
            </a:pPr>
            <a:r>
              <a:rPr lang="en-US" smtClean="0"/>
              <a:t>Chapter 32: Software requirements and risk management _ BAYHV</a:t>
            </a:r>
            <a:endParaRPr lang="en-US"/>
          </a:p>
        </p:txBody>
      </p:sp>
      <p:sp>
        <p:nvSpPr>
          <p:cNvPr id="5" name="Slide Number Placeholder 4"/>
          <p:cNvSpPr>
            <a:spLocks noGrp="1"/>
          </p:cNvSpPr>
          <p:nvPr>
            <p:ph type="sldNum" sz="quarter" idx="11"/>
          </p:nvPr>
        </p:nvSpPr>
        <p:spPr/>
        <p:txBody>
          <a:bodyPr/>
          <a:lstStyle/>
          <a:p>
            <a:pPr>
              <a:defRPr/>
            </a:pPr>
            <a:fld id="{38F81FAE-D748-4BFC-A8B0-D2E750E8899F}" type="slidenum">
              <a:rPr lang="en-US" smtClean="0"/>
              <a:pPr>
                <a:defRPr/>
              </a:pPr>
              <a:t>5</a:t>
            </a:fld>
            <a:endParaRPr lang="en-US" dirty="0"/>
          </a:p>
        </p:txBody>
      </p:sp>
    </p:spTree>
    <p:extLst>
      <p:ext uri="{BB962C8B-B14F-4D97-AF65-F5344CB8AC3E}">
        <p14:creationId xmlns:p14="http://schemas.microsoft.com/office/powerpoint/2010/main" val="2543726771"/>
      </p:ext>
    </p:extLst>
  </p:cSld>
  <p:clrMapOvr>
    <a:masterClrMapping/>
  </p:clrMapOvr>
  <p:transition>
    <p:split orient="vert"/>
  </p:transition>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228600" y="1143000"/>
            <a:ext cx="8686800" cy="1350818"/>
          </a:xfrm>
        </p:spPr>
        <p:txBody>
          <a:bodyPr>
            <a:normAutofit fontScale="62500" lnSpcReduction="20000"/>
          </a:bodyPr>
          <a:lstStyle/>
          <a:p>
            <a:r>
              <a:rPr lang="en-US" dirty="0">
                <a:solidFill>
                  <a:srgbClr val="003399"/>
                </a:solidFill>
              </a:rPr>
              <a:t>Elements of risk </a:t>
            </a:r>
            <a:r>
              <a:rPr lang="en-US" dirty="0" smtClean="0">
                <a:solidFill>
                  <a:srgbClr val="003399"/>
                </a:solidFill>
              </a:rPr>
              <a:t>management</a:t>
            </a:r>
            <a:r>
              <a:rPr lang="en-US" dirty="0" smtClean="0"/>
              <a:t>:</a:t>
            </a:r>
          </a:p>
          <a:p>
            <a:pPr lvl="1"/>
            <a:r>
              <a:rPr lang="en-US" dirty="0"/>
              <a:t>Risk management </a:t>
            </a:r>
            <a:r>
              <a:rPr lang="en-US" dirty="0" smtClean="0"/>
              <a:t>involves</a:t>
            </a:r>
            <a:r>
              <a:rPr lang="en-US" sz="1600" dirty="0" smtClean="0"/>
              <a:t> (</a:t>
            </a:r>
            <a:r>
              <a:rPr lang="en-US" sz="1600" dirty="0" err="1" smtClean="0"/>
              <a:t>liên</a:t>
            </a:r>
            <a:r>
              <a:rPr lang="en-US" sz="1600" dirty="0" smtClean="0"/>
              <a:t> </a:t>
            </a:r>
            <a:r>
              <a:rPr lang="en-US" sz="1600" dirty="0" err="1" smtClean="0"/>
              <a:t>quan</a:t>
            </a:r>
            <a:r>
              <a:rPr lang="en-US" sz="1600" dirty="0" smtClean="0"/>
              <a:t>)</a:t>
            </a:r>
            <a:r>
              <a:rPr lang="en-US" dirty="0" smtClean="0"/>
              <a:t> </a:t>
            </a:r>
            <a:r>
              <a:rPr lang="en-US" dirty="0"/>
              <a:t>the application of tools and procedures to contain project risk within acceptable limits. It provides a standard approach to identify and document risk factors, evaluate their potential severity, and propose strategies for mitigating </a:t>
            </a:r>
            <a:r>
              <a:rPr lang="en-US" dirty="0" smtClean="0"/>
              <a:t>them.</a:t>
            </a:r>
            <a:endParaRPr lang="en-US" dirty="0"/>
          </a:p>
          <a:p>
            <a:pPr lvl="1"/>
            <a:r>
              <a:rPr lang="en-US" dirty="0"/>
              <a:t>Risk management includes the activities shown in Figure </a:t>
            </a:r>
            <a:r>
              <a:rPr lang="en-US" dirty="0" smtClean="0"/>
              <a:t>32-1:</a:t>
            </a:r>
          </a:p>
        </p:txBody>
      </p:sp>
      <p:sp>
        <p:nvSpPr>
          <p:cNvPr id="2" name="Title 1"/>
          <p:cNvSpPr>
            <a:spLocks noGrp="1"/>
          </p:cNvSpPr>
          <p:nvPr>
            <p:ph type="title"/>
          </p:nvPr>
        </p:nvSpPr>
        <p:spPr/>
        <p:txBody>
          <a:bodyPr>
            <a:normAutofit/>
          </a:bodyPr>
          <a:lstStyle/>
          <a:p>
            <a:r>
              <a:rPr lang="en-US" dirty="0"/>
              <a:t>Fundamentals of software risk </a:t>
            </a:r>
            <a:r>
              <a:rPr lang="en-US" dirty="0" smtClean="0"/>
              <a:t>management</a:t>
            </a:r>
            <a:endParaRPr lang="en-US" dirty="0"/>
          </a:p>
        </p:txBody>
      </p:sp>
      <p:sp>
        <p:nvSpPr>
          <p:cNvPr id="4" name="Footer Placeholder 3"/>
          <p:cNvSpPr>
            <a:spLocks noGrp="1"/>
          </p:cNvSpPr>
          <p:nvPr>
            <p:ph type="ftr" sz="quarter" idx="10"/>
          </p:nvPr>
        </p:nvSpPr>
        <p:spPr/>
        <p:txBody>
          <a:bodyPr/>
          <a:lstStyle/>
          <a:p>
            <a:pPr>
              <a:defRPr/>
            </a:pPr>
            <a:r>
              <a:rPr lang="en-US" smtClean="0"/>
              <a:t>Chapter 32: Software requirements and risk management _ BAYHV</a:t>
            </a:r>
            <a:endParaRPr lang="en-US"/>
          </a:p>
        </p:txBody>
      </p:sp>
      <p:sp>
        <p:nvSpPr>
          <p:cNvPr id="5" name="Slide Number Placeholder 4"/>
          <p:cNvSpPr>
            <a:spLocks noGrp="1"/>
          </p:cNvSpPr>
          <p:nvPr>
            <p:ph type="sldNum" sz="quarter" idx="11"/>
          </p:nvPr>
        </p:nvSpPr>
        <p:spPr/>
        <p:txBody>
          <a:bodyPr/>
          <a:lstStyle/>
          <a:p>
            <a:pPr>
              <a:defRPr/>
            </a:pPr>
            <a:fld id="{38F81FAE-D748-4BFC-A8B0-D2E750E8899F}" type="slidenum">
              <a:rPr lang="en-US" smtClean="0"/>
              <a:pPr>
                <a:defRPr/>
              </a:pPr>
              <a:t>6</a:t>
            </a:fld>
            <a:endParaRPr lang="en-US" dirty="0"/>
          </a:p>
        </p:txBody>
      </p:sp>
      <p:pic>
        <p:nvPicPr>
          <p:cNvPr id="7" name="Picture 6"/>
          <p:cNvPicPr>
            <a:picLocks noChangeAspect="1"/>
          </p:cNvPicPr>
          <p:nvPr/>
        </p:nvPicPr>
        <p:blipFill>
          <a:blip r:embed="rId2"/>
          <a:stretch>
            <a:fillRect/>
          </a:stretch>
        </p:blipFill>
        <p:spPr>
          <a:xfrm>
            <a:off x="5181600" y="3422074"/>
            <a:ext cx="3946099" cy="2890691"/>
          </a:xfrm>
          <a:prstGeom prst="rect">
            <a:avLst/>
          </a:prstGeom>
        </p:spPr>
      </p:pic>
      <p:sp>
        <p:nvSpPr>
          <p:cNvPr id="8" name="Content Placeholder 2"/>
          <p:cNvSpPr txBox="1">
            <a:spLocks/>
          </p:cNvSpPr>
          <p:nvPr/>
        </p:nvSpPr>
        <p:spPr bwMode="auto">
          <a:xfrm>
            <a:off x="228600" y="2285999"/>
            <a:ext cx="4876799" cy="4435475"/>
          </a:xfrm>
          <a:prstGeom prst="rect">
            <a:avLst/>
          </a:prstGeom>
          <a:noFill/>
          <a:ln w="9525">
            <a:noFill/>
            <a:miter lim="800000"/>
            <a:headEnd/>
            <a:tailEnd/>
          </a:ln>
        </p:spPr>
        <p:txBody>
          <a:bodyPr vert="horz" wrap="square" lIns="91440" tIns="45720" rIns="91440" bIns="45720" numCol="1" anchor="t" anchorCtr="0" compatLnSpc="1">
            <a:prstTxWarp prst="textNoShape">
              <a:avLst/>
            </a:prstTxWarp>
            <a:normAutofit fontScale="62500" lnSpcReduction="20000"/>
          </a:bodyPr>
          <a:lstStyle>
            <a:lvl1pPr marL="342900" indent="-342900" algn="just" rtl="0" eaLnBrk="0" fontAlgn="base" hangingPunct="0">
              <a:spcBef>
                <a:spcPct val="20000"/>
              </a:spcBef>
              <a:spcAft>
                <a:spcPct val="0"/>
              </a:spcAft>
              <a:buFontTx/>
              <a:buBlip>
                <a:blip r:embed="rId3"/>
              </a:buBlip>
              <a:defRPr sz="2800" kern="1200">
                <a:solidFill>
                  <a:schemeClr val="tx1"/>
                </a:solidFill>
                <a:latin typeface="+mn-lt"/>
                <a:ea typeface="+mn-ea"/>
                <a:cs typeface="Tahoma" pitchFamily="34" charset="0"/>
              </a:defRPr>
            </a:lvl1pPr>
            <a:lvl2pPr marL="742950" indent="-285750" algn="just" rtl="0" eaLnBrk="0" fontAlgn="base" hangingPunct="0">
              <a:spcBef>
                <a:spcPct val="20000"/>
              </a:spcBef>
              <a:spcAft>
                <a:spcPct val="0"/>
              </a:spcAft>
              <a:buFontTx/>
              <a:buBlip>
                <a:blip r:embed="rId4"/>
              </a:buBlip>
              <a:defRPr sz="2400" kern="1200">
                <a:solidFill>
                  <a:schemeClr val="tx1"/>
                </a:solidFill>
                <a:latin typeface="+mn-lt"/>
                <a:ea typeface="+mn-ea"/>
                <a:cs typeface="Tahoma" pitchFamily="34" charset="0"/>
              </a:defRPr>
            </a:lvl2pPr>
            <a:lvl3pPr marL="1143000" indent="-228600" algn="just" rtl="0" eaLnBrk="0" fontAlgn="base" hangingPunct="0">
              <a:spcBef>
                <a:spcPct val="20000"/>
              </a:spcBef>
              <a:spcAft>
                <a:spcPct val="0"/>
              </a:spcAft>
              <a:buFontTx/>
              <a:buBlip>
                <a:blip r:embed="rId5"/>
              </a:buBlip>
              <a:defRPr sz="2000" kern="1200">
                <a:solidFill>
                  <a:schemeClr val="tx1"/>
                </a:solidFill>
                <a:latin typeface="+mn-lt"/>
                <a:ea typeface="+mn-ea"/>
                <a:cs typeface="Tahoma" pitchFamily="34" charset="0"/>
              </a:defRPr>
            </a:lvl3pPr>
            <a:lvl4pPr marL="1600200" indent="-228600" algn="just" rtl="0" eaLnBrk="0" fontAlgn="base" hangingPunct="0">
              <a:spcBef>
                <a:spcPct val="20000"/>
              </a:spcBef>
              <a:spcAft>
                <a:spcPct val="0"/>
              </a:spcAft>
              <a:buFont typeface="Arial" charset="0"/>
              <a:buChar char="–"/>
              <a:defRPr sz="1800" kern="1200">
                <a:solidFill>
                  <a:schemeClr val="tx1"/>
                </a:solidFill>
                <a:latin typeface="+mn-lt"/>
                <a:ea typeface="+mn-ea"/>
                <a:cs typeface="Tahoma" pitchFamily="34" charset="0"/>
              </a:defRPr>
            </a:lvl4pPr>
            <a:lvl5pPr marL="2057400" indent="-228600" algn="just" rtl="0" eaLnBrk="0" fontAlgn="base" hangingPunct="0">
              <a:spcBef>
                <a:spcPct val="20000"/>
              </a:spcBef>
              <a:spcAft>
                <a:spcPct val="0"/>
              </a:spcAft>
              <a:buFont typeface="Arial" charset="0"/>
              <a:buChar char="»"/>
              <a:defRPr sz="1800" kern="1200">
                <a:solidFill>
                  <a:schemeClr val="tx1"/>
                </a:solidFill>
                <a:latin typeface="+mn-lt"/>
                <a:ea typeface="+mn-ea"/>
                <a:cs typeface="Tahoma" pitchFamily="34" charset="0"/>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lvl="1"/>
            <a:r>
              <a:rPr lang="en-US" i="1" dirty="0">
                <a:solidFill>
                  <a:srgbClr val="003399"/>
                </a:solidFill>
              </a:rPr>
              <a:t>Risk assessment </a:t>
            </a:r>
            <a:r>
              <a:rPr lang="en-US" dirty="0"/>
              <a:t>is the process of examining a project to identify potential threats. </a:t>
            </a:r>
            <a:endParaRPr lang="en-US" dirty="0" smtClean="0"/>
          </a:p>
          <a:p>
            <a:pPr lvl="2"/>
            <a:r>
              <a:rPr lang="en-US" dirty="0" smtClean="0"/>
              <a:t>Facilitate </a:t>
            </a:r>
            <a:r>
              <a:rPr lang="en-US" i="1" dirty="0">
                <a:solidFill>
                  <a:srgbClr val="003399"/>
                </a:solidFill>
              </a:rPr>
              <a:t>risk identification </a:t>
            </a:r>
            <a:r>
              <a:rPr lang="en-US" dirty="0"/>
              <a:t>with lists of common risk </a:t>
            </a:r>
            <a:r>
              <a:rPr lang="en-US" dirty="0" smtClean="0"/>
              <a:t>factors. </a:t>
            </a:r>
          </a:p>
          <a:p>
            <a:pPr lvl="2"/>
            <a:r>
              <a:rPr lang="en-US" dirty="0" smtClean="0"/>
              <a:t>During </a:t>
            </a:r>
            <a:r>
              <a:rPr lang="en-US" i="1" dirty="0">
                <a:solidFill>
                  <a:srgbClr val="003399"/>
                </a:solidFill>
              </a:rPr>
              <a:t>risk analysis</a:t>
            </a:r>
            <a:r>
              <a:rPr lang="en-US" dirty="0"/>
              <a:t>, you’ll examine the potential consequences of specific risks to your project. </a:t>
            </a:r>
            <a:endParaRPr lang="en-US" dirty="0" smtClean="0"/>
          </a:p>
          <a:p>
            <a:pPr lvl="2"/>
            <a:r>
              <a:rPr lang="en-US" i="1" dirty="0" smtClean="0">
                <a:solidFill>
                  <a:srgbClr val="003399"/>
                </a:solidFill>
              </a:rPr>
              <a:t>Risk </a:t>
            </a:r>
            <a:r>
              <a:rPr lang="en-US" i="1" dirty="0">
                <a:solidFill>
                  <a:srgbClr val="003399"/>
                </a:solidFill>
              </a:rPr>
              <a:t>prioritization</a:t>
            </a:r>
            <a:r>
              <a:rPr lang="en-US" i="1" dirty="0"/>
              <a:t> </a:t>
            </a:r>
            <a:r>
              <a:rPr lang="en-US" dirty="0"/>
              <a:t>helps you focus on the most severe risks by assessing the potential </a:t>
            </a:r>
            <a:r>
              <a:rPr lang="en-US" i="1" dirty="0"/>
              <a:t>risk exposure </a:t>
            </a:r>
            <a:r>
              <a:rPr lang="en-US" dirty="0"/>
              <a:t>from each</a:t>
            </a:r>
            <a:r>
              <a:rPr lang="en-US" dirty="0" smtClean="0"/>
              <a:t>.</a:t>
            </a:r>
          </a:p>
          <a:p>
            <a:pPr lvl="1"/>
            <a:r>
              <a:rPr lang="en-US" i="1" dirty="0">
                <a:solidFill>
                  <a:srgbClr val="003399"/>
                </a:solidFill>
              </a:rPr>
              <a:t>Risk avoidance </a:t>
            </a:r>
            <a:r>
              <a:rPr lang="en-US" dirty="0"/>
              <a:t>is one way to deal with a risk: don’t do the risky thing</a:t>
            </a:r>
            <a:r>
              <a:rPr lang="en-US" dirty="0" smtClean="0"/>
              <a:t>.</a:t>
            </a:r>
          </a:p>
          <a:p>
            <a:pPr lvl="1"/>
            <a:r>
              <a:rPr lang="en-US" dirty="0"/>
              <a:t>Most of the time you’ll have to perform </a:t>
            </a:r>
            <a:r>
              <a:rPr lang="en-US" i="1" dirty="0">
                <a:solidFill>
                  <a:srgbClr val="003399"/>
                </a:solidFill>
              </a:rPr>
              <a:t>risk control</a:t>
            </a:r>
            <a:r>
              <a:rPr lang="en-US" i="1" dirty="0"/>
              <a:t> </a:t>
            </a:r>
            <a:r>
              <a:rPr lang="en-US" dirty="0"/>
              <a:t>activities to manage the top-priority risks you identified</a:t>
            </a:r>
            <a:r>
              <a:rPr lang="en-US" dirty="0" smtClean="0"/>
              <a:t>.</a:t>
            </a:r>
          </a:p>
          <a:p>
            <a:pPr lvl="2"/>
            <a:r>
              <a:rPr lang="en-US" i="1" dirty="0">
                <a:solidFill>
                  <a:srgbClr val="003399"/>
                </a:solidFill>
              </a:rPr>
              <a:t>Risk management planning </a:t>
            </a:r>
            <a:r>
              <a:rPr lang="en-US" dirty="0"/>
              <a:t>produces a plan for dealing with each significant risk, including mitigation approaches, contingency plans, owners, and timelines</a:t>
            </a:r>
            <a:r>
              <a:rPr lang="en-US" dirty="0" smtClean="0"/>
              <a:t>.</a:t>
            </a:r>
          </a:p>
          <a:p>
            <a:pPr lvl="2"/>
            <a:r>
              <a:rPr lang="en-US" i="1" dirty="0">
                <a:solidFill>
                  <a:srgbClr val="003399"/>
                </a:solidFill>
              </a:rPr>
              <a:t>R</a:t>
            </a:r>
            <a:r>
              <a:rPr lang="en-US" i="1" dirty="0" smtClean="0">
                <a:solidFill>
                  <a:srgbClr val="003399"/>
                </a:solidFill>
              </a:rPr>
              <a:t>isk </a:t>
            </a:r>
            <a:r>
              <a:rPr lang="en-US" i="1" dirty="0">
                <a:solidFill>
                  <a:srgbClr val="003399"/>
                </a:solidFill>
              </a:rPr>
              <a:t>resolution </a:t>
            </a:r>
            <a:r>
              <a:rPr lang="en-US" dirty="0"/>
              <a:t>involves executing the plans for mitigating each </a:t>
            </a:r>
            <a:r>
              <a:rPr lang="en-US" dirty="0" smtClean="0"/>
              <a:t>risk.</a:t>
            </a:r>
          </a:p>
          <a:p>
            <a:pPr lvl="2"/>
            <a:r>
              <a:rPr lang="en-US" dirty="0"/>
              <a:t>T</a:t>
            </a:r>
            <a:r>
              <a:rPr lang="en-US" dirty="0" smtClean="0"/>
              <a:t>rack </a:t>
            </a:r>
            <a:r>
              <a:rPr lang="en-US" dirty="0"/>
              <a:t>your progress toward resolving each risk item through </a:t>
            </a:r>
            <a:r>
              <a:rPr lang="en-US" i="1" dirty="0">
                <a:solidFill>
                  <a:srgbClr val="003399"/>
                </a:solidFill>
              </a:rPr>
              <a:t>risk </a:t>
            </a:r>
            <a:r>
              <a:rPr lang="en-US" i="1" dirty="0" smtClean="0">
                <a:solidFill>
                  <a:srgbClr val="003399"/>
                </a:solidFill>
              </a:rPr>
              <a:t>monitoring</a:t>
            </a:r>
            <a:r>
              <a:rPr lang="en-US" i="1" dirty="0" smtClean="0"/>
              <a:t>.</a:t>
            </a:r>
            <a:endParaRPr lang="en-US" dirty="0" smtClean="0"/>
          </a:p>
        </p:txBody>
      </p:sp>
    </p:spTree>
    <p:extLst>
      <p:ext uri="{BB962C8B-B14F-4D97-AF65-F5344CB8AC3E}">
        <p14:creationId xmlns:p14="http://schemas.microsoft.com/office/powerpoint/2010/main" val="893473749"/>
      </p:ext>
    </p:extLst>
  </p:cSld>
  <p:clrMapOvr>
    <a:masterClrMapping/>
  </p:clrMapOvr>
  <p:transition>
    <p:split orient="vert"/>
  </p:transition>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228600" y="1142999"/>
            <a:ext cx="3955473" cy="5197475"/>
          </a:xfrm>
        </p:spPr>
        <p:txBody>
          <a:bodyPr>
            <a:normAutofit fontScale="85000" lnSpcReduction="20000"/>
          </a:bodyPr>
          <a:lstStyle/>
          <a:p>
            <a:r>
              <a:rPr lang="en-US" dirty="0" smtClean="0">
                <a:solidFill>
                  <a:srgbClr val="003399"/>
                </a:solidFill>
              </a:rPr>
              <a:t>Documenting </a:t>
            </a:r>
            <a:r>
              <a:rPr lang="en-US" dirty="0">
                <a:solidFill>
                  <a:srgbClr val="003399"/>
                </a:solidFill>
              </a:rPr>
              <a:t>project </a:t>
            </a:r>
            <a:r>
              <a:rPr lang="en-US" dirty="0" smtClean="0">
                <a:solidFill>
                  <a:srgbClr val="003399"/>
                </a:solidFill>
              </a:rPr>
              <a:t>risks</a:t>
            </a:r>
            <a:r>
              <a:rPr lang="en-US" dirty="0" smtClean="0"/>
              <a:t>:</a:t>
            </a:r>
          </a:p>
          <a:p>
            <a:pPr lvl="1"/>
            <a:r>
              <a:rPr lang="en-US" dirty="0"/>
              <a:t>Use a </a:t>
            </a:r>
            <a:r>
              <a:rPr lang="en-US" i="1" dirty="0"/>
              <a:t>condition-consequence </a:t>
            </a:r>
            <a:r>
              <a:rPr lang="en-US" dirty="0"/>
              <a:t>format when you document risk statements. That is, state the risk condition that you are concerned about, followed by the potential </a:t>
            </a:r>
            <a:r>
              <a:rPr lang="en-US" dirty="0" smtClean="0"/>
              <a:t>adverse </a:t>
            </a:r>
            <a:r>
              <a:rPr lang="en-US" sz="1600" dirty="0" smtClean="0"/>
              <a:t>(</a:t>
            </a:r>
            <a:r>
              <a:rPr lang="en-US" sz="1600" dirty="0" err="1" smtClean="0"/>
              <a:t>bất</a:t>
            </a:r>
            <a:r>
              <a:rPr lang="en-US" sz="1600" dirty="0" smtClean="0"/>
              <a:t> </a:t>
            </a:r>
            <a:r>
              <a:rPr lang="en-US" sz="1600" dirty="0" err="1" smtClean="0"/>
              <a:t>lợi</a:t>
            </a:r>
            <a:r>
              <a:rPr lang="en-US" sz="1600" dirty="0" smtClean="0"/>
              <a:t>)</a:t>
            </a:r>
            <a:r>
              <a:rPr lang="en-US" dirty="0" smtClean="0"/>
              <a:t> </a:t>
            </a:r>
            <a:r>
              <a:rPr lang="en-US" dirty="0"/>
              <a:t>outcome—the consequence—from that condition</a:t>
            </a:r>
            <a:r>
              <a:rPr lang="en-US" dirty="0" smtClean="0"/>
              <a:t>.</a:t>
            </a:r>
          </a:p>
          <a:p>
            <a:pPr lvl="1"/>
            <a:r>
              <a:rPr lang="en-US" dirty="0"/>
              <a:t>Figure 32-3 illustrates a risk that the Chemical Tracking System team leaders discussed at the beginning of this chapter. The team estimated the probability and impact on the basis of their previous experience</a:t>
            </a:r>
            <a:r>
              <a:rPr lang="en-US" dirty="0" smtClean="0"/>
              <a:t>.</a:t>
            </a:r>
          </a:p>
        </p:txBody>
      </p:sp>
      <p:sp>
        <p:nvSpPr>
          <p:cNvPr id="2" name="Title 1"/>
          <p:cNvSpPr>
            <a:spLocks noGrp="1"/>
          </p:cNvSpPr>
          <p:nvPr>
            <p:ph type="title"/>
          </p:nvPr>
        </p:nvSpPr>
        <p:spPr/>
        <p:txBody>
          <a:bodyPr>
            <a:normAutofit/>
          </a:bodyPr>
          <a:lstStyle/>
          <a:p>
            <a:r>
              <a:rPr lang="en-US" dirty="0"/>
              <a:t>Fundamentals of software risk </a:t>
            </a:r>
            <a:r>
              <a:rPr lang="en-US" dirty="0" smtClean="0"/>
              <a:t>management</a:t>
            </a:r>
            <a:endParaRPr lang="en-US" dirty="0"/>
          </a:p>
        </p:txBody>
      </p:sp>
      <p:sp>
        <p:nvSpPr>
          <p:cNvPr id="4" name="Footer Placeholder 3"/>
          <p:cNvSpPr>
            <a:spLocks noGrp="1"/>
          </p:cNvSpPr>
          <p:nvPr>
            <p:ph type="ftr" sz="quarter" idx="10"/>
          </p:nvPr>
        </p:nvSpPr>
        <p:spPr/>
        <p:txBody>
          <a:bodyPr/>
          <a:lstStyle/>
          <a:p>
            <a:pPr>
              <a:defRPr/>
            </a:pPr>
            <a:r>
              <a:rPr lang="en-US" smtClean="0"/>
              <a:t>Chapter 32: Software requirements and risk management _ BAYHV</a:t>
            </a:r>
            <a:endParaRPr lang="en-US"/>
          </a:p>
        </p:txBody>
      </p:sp>
      <p:sp>
        <p:nvSpPr>
          <p:cNvPr id="5" name="Slide Number Placeholder 4"/>
          <p:cNvSpPr>
            <a:spLocks noGrp="1"/>
          </p:cNvSpPr>
          <p:nvPr>
            <p:ph type="sldNum" sz="quarter" idx="11"/>
          </p:nvPr>
        </p:nvSpPr>
        <p:spPr/>
        <p:txBody>
          <a:bodyPr/>
          <a:lstStyle/>
          <a:p>
            <a:pPr>
              <a:defRPr/>
            </a:pPr>
            <a:fld id="{38F81FAE-D748-4BFC-A8B0-D2E750E8899F}" type="slidenum">
              <a:rPr lang="en-US" smtClean="0"/>
              <a:pPr>
                <a:defRPr/>
              </a:pPr>
              <a:t>7</a:t>
            </a:fld>
            <a:endParaRPr lang="en-US" dirty="0"/>
          </a:p>
        </p:txBody>
      </p:sp>
      <p:pic>
        <p:nvPicPr>
          <p:cNvPr id="6" name="Picture 5"/>
          <p:cNvPicPr>
            <a:picLocks noChangeAspect="1"/>
          </p:cNvPicPr>
          <p:nvPr/>
        </p:nvPicPr>
        <p:blipFill>
          <a:blip r:embed="rId2"/>
          <a:stretch>
            <a:fillRect/>
          </a:stretch>
        </p:blipFill>
        <p:spPr>
          <a:xfrm>
            <a:off x="4336473" y="1142999"/>
            <a:ext cx="4807527" cy="4842165"/>
          </a:xfrm>
          <a:prstGeom prst="rect">
            <a:avLst/>
          </a:prstGeom>
        </p:spPr>
      </p:pic>
      <p:sp>
        <p:nvSpPr>
          <p:cNvPr id="7" name="TextBox 6"/>
          <p:cNvSpPr txBox="1"/>
          <p:nvPr/>
        </p:nvSpPr>
        <p:spPr>
          <a:xfrm>
            <a:off x="4462592" y="6005604"/>
            <a:ext cx="4300408" cy="276999"/>
          </a:xfrm>
          <a:prstGeom prst="rect">
            <a:avLst/>
          </a:prstGeom>
          <a:noFill/>
        </p:spPr>
        <p:txBody>
          <a:bodyPr wrap="none" rtlCol="0">
            <a:spAutoFit/>
          </a:bodyPr>
          <a:lstStyle/>
          <a:p>
            <a:r>
              <a:rPr lang="en-US" sz="1200" b="1" i="1" dirty="0"/>
              <a:t>FIGURE 32-3 </a:t>
            </a:r>
            <a:r>
              <a:rPr lang="en-US" sz="1200" i="1" dirty="0"/>
              <a:t>Sample risk item from the Chemical Tracking System.</a:t>
            </a:r>
          </a:p>
        </p:txBody>
      </p:sp>
    </p:spTree>
    <p:extLst>
      <p:ext uri="{BB962C8B-B14F-4D97-AF65-F5344CB8AC3E}">
        <p14:creationId xmlns:p14="http://schemas.microsoft.com/office/powerpoint/2010/main" val="867406441"/>
      </p:ext>
    </p:extLst>
  </p:cSld>
  <p:clrMapOvr>
    <a:masterClrMapping/>
  </p:clrMapOvr>
  <p:transition>
    <p:split orient="vert"/>
  </p:transition>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228600" y="1142999"/>
            <a:ext cx="8686800" cy="5197475"/>
          </a:xfrm>
        </p:spPr>
        <p:txBody>
          <a:bodyPr>
            <a:normAutofit fontScale="92500" lnSpcReduction="10000"/>
          </a:bodyPr>
          <a:lstStyle/>
          <a:p>
            <a:r>
              <a:rPr lang="en-US" dirty="0" smtClean="0">
                <a:solidFill>
                  <a:srgbClr val="003399"/>
                </a:solidFill>
              </a:rPr>
              <a:t>Planning </a:t>
            </a:r>
            <a:r>
              <a:rPr lang="en-US" dirty="0">
                <a:solidFill>
                  <a:srgbClr val="003399"/>
                </a:solidFill>
              </a:rPr>
              <a:t>for risk </a:t>
            </a:r>
            <a:r>
              <a:rPr lang="en-US" dirty="0" smtClean="0">
                <a:solidFill>
                  <a:srgbClr val="003399"/>
                </a:solidFill>
              </a:rPr>
              <a:t>management</a:t>
            </a:r>
            <a:r>
              <a:rPr lang="en-US" dirty="0" smtClean="0"/>
              <a:t>:</a:t>
            </a:r>
          </a:p>
          <a:p>
            <a:pPr lvl="1"/>
            <a:r>
              <a:rPr lang="en-US" dirty="0"/>
              <a:t>For a small project, you can include your plans for controlling risks in the software project management plan. A large project should write a separate risk management plan that spells </a:t>
            </a:r>
            <a:r>
              <a:rPr lang="en-US" dirty="0" smtClean="0"/>
              <a:t>out </a:t>
            </a:r>
            <a:r>
              <a:rPr lang="en-US" sz="1600" dirty="0" smtClean="0"/>
              <a:t>(</a:t>
            </a:r>
            <a:r>
              <a:rPr lang="en-US" sz="1600" dirty="0" err="1" smtClean="0"/>
              <a:t>nêu</a:t>
            </a:r>
            <a:r>
              <a:rPr lang="en-US" sz="1600" dirty="0" smtClean="0"/>
              <a:t> </a:t>
            </a:r>
            <a:r>
              <a:rPr lang="en-US" sz="1600" dirty="0" err="1" smtClean="0"/>
              <a:t>rõ</a:t>
            </a:r>
            <a:r>
              <a:rPr lang="en-US" sz="1600" dirty="0" smtClean="0"/>
              <a:t>)</a:t>
            </a:r>
            <a:r>
              <a:rPr lang="en-US" dirty="0" smtClean="0"/>
              <a:t> </a:t>
            </a:r>
            <a:r>
              <a:rPr lang="en-US" dirty="0"/>
              <a:t>the approaches it intends to take to identify, evaluate, document, and track risks</a:t>
            </a:r>
            <a:r>
              <a:rPr lang="en-US" dirty="0" smtClean="0"/>
              <a:t>.</a:t>
            </a:r>
          </a:p>
          <a:p>
            <a:pPr lvl="1"/>
            <a:r>
              <a:rPr lang="en-US" dirty="0"/>
              <a:t>This plan should include the roles and responsibilities for the risk management activities. </a:t>
            </a:r>
            <a:endParaRPr lang="en-US" dirty="0" smtClean="0"/>
          </a:p>
          <a:p>
            <a:pPr lvl="1"/>
            <a:r>
              <a:rPr lang="en-US" dirty="0"/>
              <a:t>Many projects appoint a project risk manager to be responsible for </a:t>
            </a:r>
            <a:r>
              <a:rPr lang="en-US" dirty="0" smtClean="0"/>
              <a:t>the </a:t>
            </a:r>
            <a:r>
              <a:rPr lang="en-US" dirty="0"/>
              <a:t>things that could go wrong. </a:t>
            </a:r>
            <a:endParaRPr lang="en-US" dirty="0" smtClean="0"/>
          </a:p>
          <a:p>
            <a:pPr lvl="1"/>
            <a:r>
              <a:rPr lang="en-US" dirty="0"/>
              <a:t>Establish a rhythm of periodic risk monitoring. </a:t>
            </a:r>
            <a:endParaRPr lang="en-US" dirty="0" smtClean="0"/>
          </a:p>
          <a:p>
            <a:pPr lvl="1"/>
            <a:r>
              <a:rPr lang="en-US" dirty="0" smtClean="0"/>
              <a:t>Keep </a:t>
            </a:r>
            <a:r>
              <a:rPr lang="en-US" dirty="0"/>
              <a:t>the 10 or so risks that have the highest risk exposure visible, and track the effectiveness of your mitigation approaches regularly. </a:t>
            </a:r>
            <a:endParaRPr lang="en-US" dirty="0" smtClean="0"/>
          </a:p>
          <a:p>
            <a:pPr lvl="1"/>
            <a:r>
              <a:rPr lang="en-US" dirty="0" smtClean="0"/>
              <a:t>When </a:t>
            </a:r>
            <a:r>
              <a:rPr lang="en-US" dirty="0"/>
              <a:t>a mitigation action is completed, reevaluate the probability and impact for that risk item and then update the risk </a:t>
            </a:r>
            <a:r>
              <a:rPr lang="en-US" dirty="0" smtClean="0"/>
              <a:t>list. </a:t>
            </a:r>
          </a:p>
        </p:txBody>
      </p:sp>
      <p:sp>
        <p:nvSpPr>
          <p:cNvPr id="2" name="Title 1"/>
          <p:cNvSpPr>
            <a:spLocks noGrp="1"/>
          </p:cNvSpPr>
          <p:nvPr>
            <p:ph type="title"/>
          </p:nvPr>
        </p:nvSpPr>
        <p:spPr/>
        <p:txBody>
          <a:bodyPr>
            <a:normAutofit/>
          </a:bodyPr>
          <a:lstStyle/>
          <a:p>
            <a:r>
              <a:rPr lang="en-US" dirty="0"/>
              <a:t>Fundamentals of software risk </a:t>
            </a:r>
            <a:r>
              <a:rPr lang="en-US" dirty="0" smtClean="0"/>
              <a:t>management</a:t>
            </a:r>
            <a:endParaRPr lang="en-US" dirty="0"/>
          </a:p>
        </p:txBody>
      </p:sp>
      <p:sp>
        <p:nvSpPr>
          <p:cNvPr id="4" name="Footer Placeholder 3"/>
          <p:cNvSpPr>
            <a:spLocks noGrp="1"/>
          </p:cNvSpPr>
          <p:nvPr>
            <p:ph type="ftr" sz="quarter" idx="10"/>
          </p:nvPr>
        </p:nvSpPr>
        <p:spPr/>
        <p:txBody>
          <a:bodyPr/>
          <a:lstStyle/>
          <a:p>
            <a:pPr>
              <a:defRPr/>
            </a:pPr>
            <a:r>
              <a:rPr lang="en-US" smtClean="0"/>
              <a:t>Chapter 32: Software requirements and risk management _ BAYHV</a:t>
            </a:r>
            <a:endParaRPr lang="en-US"/>
          </a:p>
        </p:txBody>
      </p:sp>
      <p:sp>
        <p:nvSpPr>
          <p:cNvPr id="5" name="Slide Number Placeholder 4"/>
          <p:cNvSpPr>
            <a:spLocks noGrp="1"/>
          </p:cNvSpPr>
          <p:nvPr>
            <p:ph type="sldNum" sz="quarter" idx="11"/>
          </p:nvPr>
        </p:nvSpPr>
        <p:spPr/>
        <p:txBody>
          <a:bodyPr/>
          <a:lstStyle/>
          <a:p>
            <a:pPr>
              <a:defRPr/>
            </a:pPr>
            <a:fld id="{38F81FAE-D748-4BFC-A8B0-D2E750E8899F}" type="slidenum">
              <a:rPr lang="en-US" smtClean="0"/>
              <a:pPr>
                <a:defRPr/>
              </a:pPr>
              <a:t>8</a:t>
            </a:fld>
            <a:endParaRPr lang="en-US" dirty="0"/>
          </a:p>
        </p:txBody>
      </p:sp>
    </p:spTree>
    <p:extLst>
      <p:ext uri="{BB962C8B-B14F-4D97-AF65-F5344CB8AC3E}">
        <p14:creationId xmlns:p14="http://schemas.microsoft.com/office/powerpoint/2010/main" val="2601311804"/>
      </p:ext>
    </p:extLst>
  </p:cSld>
  <p:clrMapOvr>
    <a:masterClrMapping/>
  </p:clrMapOvr>
  <p:transition>
    <p:split orient="vert"/>
  </p:transition>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228600" y="1111251"/>
            <a:ext cx="8686800" cy="5229223"/>
          </a:xfrm>
        </p:spPr>
        <p:txBody>
          <a:bodyPr>
            <a:normAutofit fontScale="85000" lnSpcReduction="10000"/>
          </a:bodyPr>
          <a:lstStyle/>
          <a:p>
            <a:pPr marL="0" indent="0">
              <a:buNone/>
            </a:pPr>
            <a:r>
              <a:rPr lang="en-US" dirty="0"/>
              <a:t>The risk factors described on the following pages are organized by the five requirements engineering </a:t>
            </a:r>
            <a:r>
              <a:rPr lang="en-US" dirty="0" err="1" smtClean="0"/>
              <a:t>subdisciplines</a:t>
            </a:r>
            <a:r>
              <a:rPr lang="en-US" dirty="0" smtClean="0"/>
              <a:t> </a:t>
            </a:r>
            <a:r>
              <a:rPr lang="en-US" sz="1800" dirty="0" smtClean="0"/>
              <a:t>(</a:t>
            </a:r>
            <a:r>
              <a:rPr lang="en-US" sz="1800" dirty="0" err="1" smtClean="0"/>
              <a:t>phân</a:t>
            </a:r>
            <a:r>
              <a:rPr lang="en-US" sz="1800" dirty="0" smtClean="0"/>
              <a:t> chi) </a:t>
            </a:r>
            <a:r>
              <a:rPr lang="en-US" dirty="0"/>
              <a:t>of elicitation, analysis, specification, validation, and management. Techniques are suggested that can reduce each risk’s probability or impact. </a:t>
            </a:r>
            <a:endParaRPr lang="en-US" dirty="0" smtClean="0"/>
          </a:p>
          <a:p>
            <a:r>
              <a:rPr lang="en-US" dirty="0" smtClean="0">
                <a:solidFill>
                  <a:srgbClr val="C00000"/>
                </a:solidFill>
              </a:rPr>
              <a:t>Requirements elicitation</a:t>
            </a:r>
            <a:r>
              <a:rPr lang="en-US" dirty="0" smtClean="0"/>
              <a:t>: </a:t>
            </a:r>
            <a:r>
              <a:rPr lang="en-US" dirty="0"/>
              <a:t>Numerous factors can </a:t>
            </a:r>
            <a:r>
              <a:rPr lang="en-US" dirty="0" smtClean="0"/>
              <a:t>conspire </a:t>
            </a:r>
            <a:r>
              <a:rPr lang="en-US" sz="1800" dirty="0" smtClean="0"/>
              <a:t>(</a:t>
            </a:r>
            <a:r>
              <a:rPr lang="en-US" sz="1800" dirty="0" err="1" smtClean="0"/>
              <a:t>âm</a:t>
            </a:r>
            <a:r>
              <a:rPr lang="en-US" sz="1800" dirty="0" smtClean="0"/>
              <a:t> </a:t>
            </a:r>
            <a:r>
              <a:rPr lang="en-US" sz="1800" dirty="0" err="1" smtClean="0"/>
              <a:t>mưu</a:t>
            </a:r>
            <a:r>
              <a:rPr lang="en-US" sz="1800" dirty="0" smtClean="0"/>
              <a:t>)</a:t>
            </a:r>
            <a:r>
              <a:rPr lang="en-US" dirty="0" smtClean="0"/>
              <a:t> </a:t>
            </a:r>
            <a:r>
              <a:rPr lang="en-US" dirty="0"/>
              <a:t>to </a:t>
            </a:r>
            <a:r>
              <a:rPr lang="en-US" dirty="0" smtClean="0"/>
              <a:t>hamper </a:t>
            </a:r>
            <a:r>
              <a:rPr lang="en-US" sz="1800" dirty="0" smtClean="0"/>
              <a:t>(</a:t>
            </a:r>
            <a:r>
              <a:rPr lang="en-US" sz="1800" dirty="0" err="1" smtClean="0"/>
              <a:t>cản</a:t>
            </a:r>
            <a:r>
              <a:rPr lang="en-US" sz="1800" dirty="0" smtClean="0"/>
              <a:t> </a:t>
            </a:r>
            <a:r>
              <a:rPr lang="en-US" sz="1800" dirty="0" err="1" smtClean="0"/>
              <a:t>trở</a:t>
            </a:r>
            <a:r>
              <a:rPr lang="en-US" sz="1800" dirty="0" smtClean="0"/>
              <a:t>)</a:t>
            </a:r>
            <a:r>
              <a:rPr lang="en-US" dirty="0" smtClean="0"/>
              <a:t> </a:t>
            </a:r>
            <a:r>
              <a:rPr lang="en-US" dirty="0"/>
              <a:t>your requirements elicitation efforts. Following are several areas of potential elicitation risk and suggestions for how to avoid them</a:t>
            </a:r>
            <a:r>
              <a:rPr lang="en-US" dirty="0" smtClean="0"/>
              <a:t>.</a:t>
            </a:r>
          </a:p>
          <a:p>
            <a:pPr lvl="1"/>
            <a:r>
              <a:rPr lang="en-US" dirty="0">
                <a:solidFill>
                  <a:srgbClr val="003399"/>
                </a:solidFill>
              </a:rPr>
              <a:t>Product vision and project </a:t>
            </a:r>
            <a:r>
              <a:rPr lang="en-US" dirty="0" smtClean="0">
                <a:solidFill>
                  <a:srgbClr val="003399"/>
                </a:solidFill>
              </a:rPr>
              <a:t>scope: </a:t>
            </a:r>
            <a:r>
              <a:rPr lang="en-US" dirty="0"/>
              <a:t>Scope creep </a:t>
            </a:r>
            <a:r>
              <a:rPr lang="en-US" dirty="0" smtClean="0">
                <a:sym typeface="Wingdings" panose="05000000000000000000" pitchFamily="2" charset="2"/>
              </a:rPr>
              <a:t> </a:t>
            </a:r>
            <a:r>
              <a:rPr lang="en-US" dirty="0" smtClean="0"/>
              <a:t>Early </a:t>
            </a:r>
            <a:r>
              <a:rPr lang="en-US" dirty="0"/>
              <a:t>in the project, write a vision and scope document that contains your business requirements, and use it to guide decisions about new or modified requirements</a:t>
            </a:r>
            <a:r>
              <a:rPr lang="en-US" dirty="0" smtClean="0"/>
              <a:t>.</a:t>
            </a:r>
          </a:p>
          <a:p>
            <a:pPr lvl="1"/>
            <a:r>
              <a:rPr lang="en-US" dirty="0">
                <a:solidFill>
                  <a:srgbClr val="003399"/>
                </a:solidFill>
              </a:rPr>
              <a:t>Time spent on requirements </a:t>
            </a:r>
            <a:r>
              <a:rPr lang="en-US" dirty="0" smtClean="0">
                <a:solidFill>
                  <a:srgbClr val="003399"/>
                </a:solidFill>
              </a:rPr>
              <a:t>development: </a:t>
            </a:r>
            <a:r>
              <a:rPr lang="en-US" dirty="0"/>
              <a:t>Tight project schedules often pressure managers and customers into glossing </a:t>
            </a:r>
            <a:r>
              <a:rPr lang="en-US" dirty="0" smtClean="0"/>
              <a:t>over </a:t>
            </a:r>
            <a:r>
              <a:rPr lang="en-US" sz="1600" dirty="0" smtClean="0"/>
              <a:t>(</a:t>
            </a:r>
            <a:r>
              <a:rPr lang="en-US" sz="1600" dirty="0" err="1" smtClean="0"/>
              <a:t>che</a:t>
            </a:r>
            <a:r>
              <a:rPr lang="en-US" sz="1600" dirty="0" smtClean="0"/>
              <a:t> </a:t>
            </a:r>
            <a:r>
              <a:rPr lang="en-US" sz="1600" dirty="0" err="1" smtClean="0"/>
              <a:t>đậy</a:t>
            </a:r>
            <a:r>
              <a:rPr lang="en-US" sz="1600" dirty="0" smtClean="0"/>
              <a:t>)</a:t>
            </a:r>
            <a:r>
              <a:rPr lang="en-US" dirty="0" smtClean="0"/>
              <a:t> </a:t>
            </a:r>
            <a:r>
              <a:rPr lang="en-US" dirty="0"/>
              <a:t>the requirements because they believe that if the developers don’t start coding immediately, they won’t finish on time.</a:t>
            </a:r>
            <a:endParaRPr lang="en-US" dirty="0" smtClean="0"/>
          </a:p>
          <a:p>
            <a:pPr lvl="1"/>
            <a:endParaRPr lang="en-US" dirty="0"/>
          </a:p>
          <a:p>
            <a:endParaRPr lang="en-US" dirty="0"/>
          </a:p>
        </p:txBody>
      </p:sp>
      <p:sp>
        <p:nvSpPr>
          <p:cNvPr id="2" name="Title 1"/>
          <p:cNvSpPr>
            <a:spLocks noGrp="1"/>
          </p:cNvSpPr>
          <p:nvPr>
            <p:ph type="title"/>
          </p:nvPr>
        </p:nvSpPr>
        <p:spPr/>
        <p:txBody>
          <a:bodyPr>
            <a:normAutofit/>
          </a:bodyPr>
          <a:lstStyle/>
          <a:p>
            <a:r>
              <a:rPr lang="en-US" dirty="0"/>
              <a:t>Requirements-related </a:t>
            </a:r>
            <a:r>
              <a:rPr lang="en-US" dirty="0" smtClean="0"/>
              <a:t>risks</a:t>
            </a:r>
            <a:endParaRPr lang="en-US" dirty="0"/>
          </a:p>
        </p:txBody>
      </p:sp>
      <p:sp>
        <p:nvSpPr>
          <p:cNvPr id="4" name="Footer Placeholder 3"/>
          <p:cNvSpPr>
            <a:spLocks noGrp="1"/>
          </p:cNvSpPr>
          <p:nvPr>
            <p:ph type="ftr" sz="quarter" idx="10"/>
          </p:nvPr>
        </p:nvSpPr>
        <p:spPr/>
        <p:txBody>
          <a:bodyPr/>
          <a:lstStyle/>
          <a:p>
            <a:pPr>
              <a:defRPr/>
            </a:pPr>
            <a:r>
              <a:rPr lang="en-US" smtClean="0"/>
              <a:t>Chapter 32: Software requirements and risk management _ BAYHV</a:t>
            </a:r>
            <a:endParaRPr lang="en-US"/>
          </a:p>
        </p:txBody>
      </p:sp>
      <p:sp>
        <p:nvSpPr>
          <p:cNvPr id="5" name="Slide Number Placeholder 4"/>
          <p:cNvSpPr>
            <a:spLocks noGrp="1"/>
          </p:cNvSpPr>
          <p:nvPr>
            <p:ph type="sldNum" sz="quarter" idx="11"/>
          </p:nvPr>
        </p:nvSpPr>
        <p:spPr/>
        <p:txBody>
          <a:bodyPr/>
          <a:lstStyle/>
          <a:p>
            <a:pPr>
              <a:defRPr/>
            </a:pPr>
            <a:fld id="{38F81FAE-D748-4BFC-A8B0-D2E750E8899F}" type="slidenum">
              <a:rPr lang="en-US" smtClean="0"/>
              <a:pPr>
                <a:defRPr/>
              </a:pPr>
              <a:t>9</a:t>
            </a:fld>
            <a:endParaRPr lang="en-US" dirty="0"/>
          </a:p>
        </p:txBody>
      </p:sp>
    </p:spTree>
    <p:extLst>
      <p:ext uri="{BB962C8B-B14F-4D97-AF65-F5344CB8AC3E}">
        <p14:creationId xmlns:p14="http://schemas.microsoft.com/office/powerpoint/2010/main" val="3056541167"/>
      </p:ext>
    </p:extLst>
  </p:cSld>
  <p:clrMapOvr>
    <a:masterClrMapping/>
  </p:clrMapOvr>
  <p:transition>
    <p:split orient="vert"/>
  </p:transition>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228600" y="1111251"/>
            <a:ext cx="8686800" cy="5229223"/>
          </a:xfrm>
        </p:spPr>
        <p:txBody>
          <a:bodyPr>
            <a:normAutofit/>
          </a:bodyPr>
          <a:lstStyle/>
          <a:p>
            <a:pPr lvl="1"/>
            <a:r>
              <a:rPr lang="en-US" dirty="0">
                <a:solidFill>
                  <a:srgbClr val="003399"/>
                </a:solidFill>
              </a:rPr>
              <a:t>Customer </a:t>
            </a:r>
            <a:r>
              <a:rPr lang="en-US" dirty="0" smtClean="0">
                <a:solidFill>
                  <a:srgbClr val="003399"/>
                </a:solidFill>
              </a:rPr>
              <a:t>engagement: </a:t>
            </a:r>
            <a:r>
              <a:rPr lang="en-US" dirty="0"/>
              <a:t>Insufficient customer involvement during the project increases the chance of an expectation gap</a:t>
            </a:r>
            <a:r>
              <a:rPr lang="en-US" dirty="0" smtClean="0"/>
              <a:t>. </a:t>
            </a:r>
            <a:r>
              <a:rPr lang="en-US" dirty="0" smtClean="0">
                <a:sym typeface="Wingdings" panose="05000000000000000000" pitchFamily="2" charset="2"/>
              </a:rPr>
              <a:t></a:t>
            </a:r>
            <a:r>
              <a:rPr lang="en-US" dirty="0" smtClean="0"/>
              <a:t> </a:t>
            </a:r>
            <a:r>
              <a:rPr lang="en-US" dirty="0"/>
              <a:t>Identify stakeholders, customers, and user classes early in the project</a:t>
            </a:r>
            <a:r>
              <a:rPr lang="en-US" dirty="0" smtClean="0"/>
              <a:t>.</a:t>
            </a:r>
            <a:endParaRPr lang="en-US" dirty="0">
              <a:solidFill>
                <a:srgbClr val="003399"/>
              </a:solidFill>
            </a:endParaRPr>
          </a:p>
          <a:p>
            <a:pPr lvl="1"/>
            <a:r>
              <a:rPr lang="en-US" dirty="0">
                <a:solidFill>
                  <a:srgbClr val="003399"/>
                </a:solidFill>
              </a:rPr>
              <a:t>Completeness and correctness of requirements </a:t>
            </a:r>
            <a:r>
              <a:rPr lang="en-US" dirty="0" smtClean="0">
                <a:solidFill>
                  <a:srgbClr val="003399"/>
                </a:solidFill>
              </a:rPr>
              <a:t>specifications: </a:t>
            </a:r>
            <a:r>
              <a:rPr lang="en-US" dirty="0"/>
              <a:t>Elicit user requirements that map to business requirements to ensure that the solution will deliver what the customers really need</a:t>
            </a:r>
            <a:r>
              <a:rPr lang="en-US" dirty="0" smtClean="0"/>
              <a:t>.</a:t>
            </a:r>
          </a:p>
          <a:p>
            <a:pPr lvl="1"/>
            <a:r>
              <a:rPr lang="en-US" dirty="0">
                <a:solidFill>
                  <a:srgbClr val="003399"/>
                </a:solidFill>
              </a:rPr>
              <a:t>Requirements for innovative </a:t>
            </a:r>
            <a:r>
              <a:rPr lang="en-US" dirty="0" smtClean="0">
                <a:solidFill>
                  <a:srgbClr val="003399"/>
                </a:solidFill>
              </a:rPr>
              <a:t>products: </a:t>
            </a:r>
            <a:r>
              <a:rPr lang="en-US" dirty="0"/>
              <a:t>It’s easy to </a:t>
            </a:r>
            <a:r>
              <a:rPr lang="en-US" dirty="0" smtClean="0"/>
              <a:t>misgauge </a:t>
            </a:r>
            <a:r>
              <a:rPr lang="en-US" sz="1600" dirty="0" smtClean="0"/>
              <a:t>(</a:t>
            </a:r>
            <a:r>
              <a:rPr lang="en-US" sz="1600" dirty="0" err="1" smtClean="0"/>
              <a:t>đánh</a:t>
            </a:r>
            <a:r>
              <a:rPr lang="en-US" sz="1600" dirty="0" smtClean="0"/>
              <a:t> </a:t>
            </a:r>
            <a:r>
              <a:rPr lang="en-US" sz="1600" dirty="0" err="1" smtClean="0"/>
              <a:t>giá</a:t>
            </a:r>
            <a:r>
              <a:rPr lang="en-US" sz="1600" dirty="0" smtClean="0"/>
              <a:t> </a:t>
            </a:r>
            <a:r>
              <a:rPr lang="en-US" sz="1600" dirty="0" err="1" smtClean="0"/>
              <a:t>sai</a:t>
            </a:r>
            <a:r>
              <a:rPr lang="en-US" sz="1600" dirty="0" smtClean="0"/>
              <a:t>)</a:t>
            </a:r>
            <a:r>
              <a:rPr lang="en-US" dirty="0" smtClean="0"/>
              <a:t> </a:t>
            </a:r>
            <a:r>
              <a:rPr lang="en-US" dirty="0"/>
              <a:t>market response to </a:t>
            </a:r>
            <a:r>
              <a:rPr lang="en-US" dirty="0" smtClean="0"/>
              <a:t>products. </a:t>
            </a:r>
            <a:r>
              <a:rPr lang="en-US" dirty="0" smtClean="0">
                <a:sym typeface="Wingdings" panose="05000000000000000000" pitchFamily="2" charset="2"/>
              </a:rPr>
              <a:t> </a:t>
            </a:r>
            <a:r>
              <a:rPr lang="en-US" dirty="0" smtClean="0"/>
              <a:t>Emphasize </a:t>
            </a:r>
            <a:r>
              <a:rPr lang="en-US" dirty="0"/>
              <a:t>market </a:t>
            </a:r>
            <a:r>
              <a:rPr lang="en-US" dirty="0" smtClean="0"/>
              <a:t>research, and </a:t>
            </a:r>
            <a:r>
              <a:rPr lang="en-US" dirty="0"/>
              <a:t>use focus groups </a:t>
            </a:r>
            <a:r>
              <a:rPr lang="en-US" sz="1600" dirty="0" smtClean="0"/>
              <a:t>(</a:t>
            </a:r>
            <a:r>
              <a:rPr lang="en-US" sz="1600" dirty="0" err="1" smtClean="0"/>
              <a:t>nhóm</a:t>
            </a:r>
            <a:r>
              <a:rPr lang="en-US" sz="1600" dirty="0" smtClean="0"/>
              <a:t> </a:t>
            </a:r>
            <a:r>
              <a:rPr lang="en-US" sz="1600" dirty="0" err="1" smtClean="0"/>
              <a:t>tập</a:t>
            </a:r>
            <a:r>
              <a:rPr lang="en-US" sz="1600" dirty="0" smtClean="0"/>
              <a:t> </a:t>
            </a:r>
            <a:r>
              <a:rPr lang="en-US" sz="1600" dirty="0" err="1" smtClean="0"/>
              <a:t>trung</a:t>
            </a:r>
            <a:r>
              <a:rPr lang="en-US" sz="1600" dirty="0" smtClean="0"/>
              <a:t>) </a:t>
            </a:r>
            <a:r>
              <a:rPr lang="en-US" dirty="0" smtClean="0"/>
              <a:t>to </a:t>
            </a:r>
            <a:r>
              <a:rPr lang="en-US" dirty="0"/>
              <a:t>obtain early and frequent customer feedback about your innovative product visions</a:t>
            </a:r>
            <a:r>
              <a:rPr lang="en-US" dirty="0" smtClean="0"/>
              <a:t>.</a:t>
            </a:r>
          </a:p>
          <a:p>
            <a:pPr lvl="1"/>
            <a:endParaRPr lang="en-US" dirty="0" smtClean="0"/>
          </a:p>
          <a:p>
            <a:pPr lvl="1"/>
            <a:endParaRPr lang="en-US" dirty="0" smtClean="0"/>
          </a:p>
          <a:p>
            <a:pPr lvl="1"/>
            <a:endParaRPr lang="en-US" dirty="0"/>
          </a:p>
          <a:p>
            <a:endParaRPr lang="en-US" dirty="0"/>
          </a:p>
        </p:txBody>
      </p:sp>
      <p:sp>
        <p:nvSpPr>
          <p:cNvPr id="2" name="Title 1"/>
          <p:cNvSpPr>
            <a:spLocks noGrp="1"/>
          </p:cNvSpPr>
          <p:nvPr>
            <p:ph type="title"/>
          </p:nvPr>
        </p:nvSpPr>
        <p:spPr/>
        <p:txBody>
          <a:bodyPr>
            <a:normAutofit/>
          </a:bodyPr>
          <a:lstStyle/>
          <a:p>
            <a:r>
              <a:rPr lang="en-US" dirty="0"/>
              <a:t>Requirements-related </a:t>
            </a:r>
            <a:r>
              <a:rPr lang="en-US" dirty="0" smtClean="0"/>
              <a:t>risks</a:t>
            </a:r>
            <a:endParaRPr lang="en-US" dirty="0"/>
          </a:p>
        </p:txBody>
      </p:sp>
      <p:sp>
        <p:nvSpPr>
          <p:cNvPr id="4" name="Footer Placeholder 3"/>
          <p:cNvSpPr>
            <a:spLocks noGrp="1"/>
          </p:cNvSpPr>
          <p:nvPr>
            <p:ph type="ftr" sz="quarter" idx="10"/>
          </p:nvPr>
        </p:nvSpPr>
        <p:spPr/>
        <p:txBody>
          <a:bodyPr/>
          <a:lstStyle/>
          <a:p>
            <a:pPr>
              <a:defRPr/>
            </a:pPr>
            <a:r>
              <a:rPr lang="en-US" smtClean="0"/>
              <a:t>Chapter 32: Software requirements and risk management _ BAYHV</a:t>
            </a:r>
            <a:endParaRPr lang="en-US"/>
          </a:p>
        </p:txBody>
      </p:sp>
      <p:sp>
        <p:nvSpPr>
          <p:cNvPr id="5" name="Slide Number Placeholder 4"/>
          <p:cNvSpPr>
            <a:spLocks noGrp="1"/>
          </p:cNvSpPr>
          <p:nvPr>
            <p:ph type="sldNum" sz="quarter" idx="11"/>
          </p:nvPr>
        </p:nvSpPr>
        <p:spPr/>
        <p:txBody>
          <a:bodyPr/>
          <a:lstStyle/>
          <a:p>
            <a:pPr>
              <a:defRPr/>
            </a:pPr>
            <a:fld id="{38F81FAE-D748-4BFC-A8B0-D2E750E8899F}" type="slidenum">
              <a:rPr lang="en-US" smtClean="0"/>
              <a:pPr>
                <a:defRPr/>
              </a:pPr>
              <a:t>10</a:t>
            </a:fld>
            <a:endParaRPr lang="en-US" dirty="0"/>
          </a:p>
        </p:txBody>
      </p:sp>
    </p:spTree>
    <p:extLst>
      <p:ext uri="{BB962C8B-B14F-4D97-AF65-F5344CB8AC3E}">
        <p14:creationId xmlns:p14="http://schemas.microsoft.com/office/powerpoint/2010/main" val="2056144"/>
      </p:ext>
    </p:extLst>
  </p:cSld>
  <p:clrMapOvr>
    <a:masterClrMapping/>
  </p:clrMapOvr>
  <p:transition>
    <p:split orient="vert"/>
  </p:transition>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228600" y="1111251"/>
            <a:ext cx="8686800" cy="5229223"/>
          </a:xfrm>
        </p:spPr>
        <p:txBody>
          <a:bodyPr>
            <a:normAutofit fontScale="92500" lnSpcReduction="20000"/>
          </a:bodyPr>
          <a:lstStyle/>
          <a:p>
            <a:pPr lvl="1"/>
            <a:r>
              <a:rPr lang="en-US" dirty="0">
                <a:solidFill>
                  <a:srgbClr val="003399"/>
                </a:solidFill>
              </a:rPr>
              <a:t>Defining nonfunctional </a:t>
            </a:r>
            <a:r>
              <a:rPr lang="en-US" dirty="0" smtClean="0">
                <a:solidFill>
                  <a:srgbClr val="003399"/>
                </a:solidFill>
              </a:rPr>
              <a:t>requirements: </a:t>
            </a:r>
            <a:r>
              <a:rPr lang="en-US" dirty="0"/>
              <a:t>Because of the </a:t>
            </a:r>
            <a:r>
              <a:rPr lang="en-US" dirty="0" smtClean="0"/>
              <a:t>emphasis </a:t>
            </a:r>
            <a:r>
              <a:rPr lang="en-US" dirty="0"/>
              <a:t>on product functionality, it’s easy to neglect nonfunctional </a:t>
            </a:r>
            <a:r>
              <a:rPr lang="en-US" dirty="0" smtClean="0"/>
              <a:t>requirements </a:t>
            </a:r>
            <a:r>
              <a:rPr lang="en-US" dirty="0" smtClean="0">
                <a:sym typeface="Wingdings" panose="05000000000000000000" pitchFamily="2" charset="2"/>
              </a:rPr>
              <a:t> </a:t>
            </a:r>
            <a:r>
              <a:rPr lang="en-US" dirty="0" smtClean="0"/>
              <a:t>Ask </a:t>
            </a:r>
            <a:r>
              <a:rPr lang="en-US" dirty="0"/>
              <a:t>customers about quality characteristics such as performance, usability, security, and reliability. Document these nonfunctional requirements and their acceptance criteria as precisely as you </a:t>
            </a:r>
            <a:r>
              <a:rPr lang="en-US" dirty="0" smtClean="0"/>
              <a:t>can.</a:t>
            </a:r>
            <a:endParaRPr lang="en-US" dirty="0">
              <a:solidFill>
                <a:srgbClr val="003399"/>
              </a:solidFill>
            </a:endParaRPr>
          </a:p>
          <a:p>
            <a:pPr lvl="1"/>
            <a:r>
              <a:rPr lang="en-US" dirty="0">
                <a:solidFill>
                  <a:srgbClr val="003399"/>
                </a:solidFill>
              </a:rPr>
              <a:t>Customer agreement on </a:t>
            </a:r>
            <a:r>
              <a:rPr lang="en-US" dirty="0" smtClean="0">
                <a:solidFill>
                  <a:srgbClr val="003399"/>
                </a:solidFill>
              </a:rPr>
              <a:t>requirements: </a:t>
            </a:r>
            <a:r>
              <a:rPr lang="en-US" dirty="0"/>
              <a:t>If </a:t>
            </a:r>
            <a:r>
              <a:rPr lang="en-US" dirty="0" smtClean="0"/>
              <a:t>your customers don’t </a:t>
            </a:r>
            <a:r>
              <a:rPr lang="en-US" dirty="0"/>
              <a:t>agree on what you should build, </a:t>
            </a:r>
            <a:r>
              <a:rPr lang="en-US" dirty="0" smtClean="0"/>
              <a:t>they </a:t>
            </a:r>
            <a:r>
              <a:rPr lang="en-US" dirty="0"/>
              <a:t>will be unhappy with the </a:t>
            </a:r>
            <a:r>
              <a:rPr lang="en-US" dirty="0" smtClean="0"/>
              <a:t>result </a:t>
            </a:r>
            <a:r>
              <a:rPr lang="en-US" dirty="0" smtClean="0">
                <a:sym typeface="Wingdings" panose="05000000000000000000" pitchFamily="2" charset="2"/>
              </a:rPr>
              <a:t> </a:t>
            </a:r>
            <a:r>
              <a:rPr lang="en-US" dirty="0" smtClean="0"/>
              <a:t>Determine </a:t>
            </a:r>
            <a:r>
              <a:rPr lang="en-US" dirty="0"/>
              <a:t>who the primary customers are, and use the product champion approach to get adequate customer </a:t>
            </a:r>
            <a:r>
              <a:rPr lang="en-US" dirty="0" smtClean="0"/>
              <a:t>representation </a:t>
            </a:r>
            <a:r>
              <a:rPr lang="en-US" dirty="0"/>
              <a:t>and </a:t>
            </a:r>
            <a:r>
              <a:rPr lang="en-US" dirty="0" smtClean="0"/>
              <a:t>involvement. </a:t>
            </a:r>
            <a:r>
              <a:rPr lang="en-US" dirty="0"/>
              <a:t>Make sure you’re relying on the right people for making decisions about requirements. </a:t>
            </a:r>
            <a:endParaRPr lang="en-US" dirty="0" smtClean="0"/>
          </a:p>
          <a:p>
            <a:pPr lvl="1"/>
            <a:r>
              <a:rPr lang="en-US" dirty="0">
                <a:solidFill>
                  <a:srgbClr val="003399"/>
                </a:solidFill>
              </a:rPr>
              <a:t>Unstated </a:t>
            </a:r>
            <a:r>
              <a:rPr lang="en-US" dirty="0" smtClean="0">
                <a:solidFill>
                  <a:srgbClr val="003399"/>
                </a:solidFill>
              </a:rPr>
              <a:t>requirements: </a:t>
            </a:r>
            <a:r>
              <a:rPr lang="en-US" dirty="0"/>
              <a:t>Customers often hold implicit expectations that are neither communicated nor documented</a:t>
            </a:r>
            <a:r>
              <a:rPr lang="en-US" dirty="0" smtClean="0"/>
              <a:t>. </a:t>
            </a:r>
            <a:r>
              <a:rPr lang="en-US" dirty="0" smtClean="0">
                <a:sym typeface="Wingdings" panose="05000000000000000000" pitchFamily="2" charset="2"/>
              </a:rPr>
              <a:t></a:t>
            </a:r>
            <a:r>
              <a:rPr lang="en-US" dirty="0" smtClean="0"/>
              <a:t> </a:t>
            </a:r>
            <a:r>
              <a:rPr lang="en-US" dirty="0"/>
              <a:t>Try to identify any assumptions the customers might be </a:t>
            </a:r>
            <a:r>
              <a:rPr lang="en-US" dirty="0" smtClean="0"/>
              <a:t>thinking. </a:t>
            </a:r>
            <a:r>
              <a:rPr lang="en-US" dirty="0"/>
              <a:t>Use open-ended questions to encourage customers to share more of their thoughts, wishes, ideas, information, and concerns than you might otherwise </a:t>
            </a:r>
            <a:r>
              <a:rPr lang="en-US" dirty="0" smtClean="0"/>
              <a:t>hear.</a:t>
            </a:r>
          </a:p>
          <a:p>
            <a:pPr lvl="1"/>
            <a:endParaRPr lang="en-US" dirty="0" smtClean="0"/>
          </a:p>
          <a:p>
            <a:pPr lvl="1"/>
            <a:endParaRPr lang="en-US" dirty="0" smtClean="0"/>
          </a:p>
          <a:p>
            <a:pPr lvl="1"/>
            <a:endParaRPr lang="en-US" dirty="0"/>
          </a:p>
          <a:p>
            <a:endParaRPr lang="en-US" dirty="0"/>
          </a:p>
        </p:txBody>
      </p:sp>
      <p:sp>
        <p:nvSpPr>
          <p:cNvPr id="2" name="Title 1"/>
          <p:cNvSpPr>
            <a:spLocks noGrp="1"/>
          </p:cNvSpPr>
          <p:nvPr>
            <p:ph type="title"/>
          </p:nvPr>
        </p:nvSpPr>
        <p:spPr/>
        <p:txBody>
          <a:bodyPr>
            <a:normAutofit/>
          </a:bodyPr>
          <a:lstStyle/>
          <a:p>
            <a:r>
              <a:rPr lang="en-US" dirty="0"/>
              <a:t>Requirements-related </a:t>
            </a:r>
            <a:r>
              <a:rPr lang="en-US" dirty="0" smtClean="0"/>
              <a:t>risks</a:t>
            </a:r>
            <a:endParaRPr lang="en-US" dirty="0"/>
          </a:p>
        </p:txBody>
      </p:sp>
      <p:sp>
        <p:nvSpPr>
          <p:cNvPr id="4" name="Footer Placeholder 3"/>
          <p:cNvSpPr>
            <a:spLocks noGrp="1"/>
          </p:cNvSpPr>
          <p:nvPr>
            <p:ph type="ftr" sz="quarter" idx="10"/>
          </p:nvPr>
        </p:nvSpPr>
        <p:spPr/>
        <p:txBody>
          <a:bodyPr/>
          <a:lstStyle/>
          <a:p>
            <a:pPr>
              <a:defRPr/>
            </a:pPr>
            <a:r>
              <a:rPr lang="en-US" smtClean="0"/>
              <a:t>Chapter 32: Software requirements and risk management _ BAYHV</a:t>
            </a:r>
            <a:endParaRPr lang="en-US"/>
          </a:p>
        </p:txBody>
      </p:sp>
      <p:sp>
        <p:nvSpPr>
          <p:cNvPr id="5" name="Slide Number Placeholder 4"/>
          <p:cNvSpPr>
            <a:spLocks noGrp="1"/>
          </p:cNvSpPr>
          <p:nvPr>
            <p:ph type="sldNum" sz="quarter" idx="11"/>
          </p:nvPr>
        </p:nvSpPr>
        <p:spPr/>
        <p:txBody>
          <a:bodyPr/>
          <a:lstStyle/>
          <a:p>
            <a:pPr>
              <a:defRPr/>
            </a:pPr>
            <a:fld id="{38F81FAE-D748-4BFC-A8B0-D2E750E8899F}" type="slidenum">
              <a:rPr lang="en-US" smtClean="0"/>
              <a:pPr>
                <a:defRPr/>
              </a:pPr>
              <a:t>11</a:t>
            </a:fld>
            <a:endParaRPr lang="en-US" dirty="0"/>
          </a:p>
        </p:txBody>
      </p:sp>
    </p:spTree>
    <p:extLst>
      <p:ext uri="{BB962C8B-B14F-4D97-AF65-F5344CB8AC3E}">
        <p14:creationId xmlns:p14="http://schemas.microsoft.com/office/powerpoint/2010/main" val="1469007356"/>
      </p:ext>
    </p:extLst>
  </p:cSld>
  <p:clrMapOvr>
    <a:masterClrMapping/>
  </p:clrMapOvr>
  <p:transition>
    <p:split orient="vert"/>
  </p:transition>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228600" y="1111251"/>
            <a:ext cx="8686800" cy="5229223"/>
          </a:xfrm>
        </p:spPr>
        <p:txBody>
          <a:bodyPr>
            <a:normAutofit fontScale="92500" lnSpcReduction="20000"/>
          </a:bodyPr>
          <a:lstStyle/>
          <a:p>
            <a:pPr lvl="1"/>
            <a:r>
              <a:rPr lang="en-US" dirty="0">
                <a:solidFill>
                  <a:srgbClr val="003399"/>
                </a:solidFill>
              </a:rPr>
              <a:t>Existing product used as the requirements </a:t>
            </a:r>
            <a:r>
              <a:rPr lang="en-US" dirty="0" smtClean="0">
                <a:solidFill>
                  <a:srgbClr val="003399"/>
                </a:solidFill>
              </a:rPr>
              <a:t>reference: </a:t>
            </a:r>
            <a:r>
              <a:rPr lang="en-US" dirty="0"/>
              <a:t>Requirements development might not be </a:t>
            </a:r>
            <a:r>
              <a:rPr lang="en-US" dirty="0" smtClean="0"/>
              <a:t>deemed </a:t>
            </a:r>
            <a:r>
              <a:rPr lang="en-US" sz="1700" dirty="0" smtClean="0"/>
              <a:t>(</a:t>
            </a:r>
            <a:r>
              <a:rPr lang="en-US" sz="1700" dirty="0" err="1" smtClean="0"/>
              <a:t>được</a:t>
            </a:r>
            <a:r>
              <a:rPr lang="en-US" sz="1700" dirty="0" smtClean="0"/>
              <a:t> </a:t>
            </a:r>
            <a:r>
              <a:rPr lang="en-US" sz="1700" dirty="0" err="1" smtClean="0"/>
              <a:t>coi</a:t>
            </a:r>
            <a:r>
              <a:rPr lang="en-US" sz="1700" dirty="0" smtClean="0"/>
              <a:t>)</a:t>
            </a:r>
            <a:r>
              <a:rPr lang="en-US" dirty="0" smtClean="0"/>
              <a:t> </a:t>
            </a:r>
            <a:r>
              <a:rPr lang="en-US" dirty="0"/>
              <a:t>important on </a:t>
            </a:r>
            <a:r>
              <a:rPr lang="en-US" dirty="0" smtClean="0"/>
              <a:t>enhancement </a:t>
            </a:r>
            <a:r>
              <a:rPr lang="en-US" dirty="0"/>
              <a:t>or replacement projects</a:t>
            </a:r>
            <a:r>
              <a:rPr lang="en-US" dirty="0" smtClean="0"/>
              <a:t>. </a:t>
            </a:r>
            <a:r>
              <a:rPr lang="en-US" dirty="0" smtClean="0">
                <a:sym typeface="Wingdings" panose="05000000000000000000" pitchFamily="2" charset="2"/>
              </a:rPr>
              <a:t> </a:t>
            </a:r>
            <a:r>
              <a:rPr lang="en-US" dirty="0" smtClean="0"/>
              <a:t>Developers </a:t>
            </a:r>
            <a:r>
              <a:rPr lang="en-US" dirty="0"/>
              <a:t>are sometimes told to use the existing product as their source for requirements, with a list of changes and additions</a:t>
            </a:r>
            <a:r>
              <a:rPr lang="en-US" dirty="0" smtClean="0"/>
              <a:t>.</a:t>
            </a:r>
            <a:endParaRPr lang="en-US" dirty="0">
              <a:solidFill>
                <a:srgbClr val="003399"/>
              </a:solidFill>
            </a:endParaRPr>
          </a:p>
          <a:p>
            <a:pPr lvl="1"/>
            <a:r>
              <a:rPr lang="en-US" dirty="0">
                <a:solidFill>
                  <a:srgbClr val="003399"/>
                </a:solidFill>
              </a:rPr>
              <a:t>Solutions presented as </a:t>
            </a:r>
            <a:r>
              <a:rPr lang="en-US" dirty="0" smtClean="0">
                <a:solidFill>
                  <a:srgbClr val="003399"/>
                </a:solidFill>
              </a:rPr>
              <a:t>needs </a:t>
            </a:r>
            <a:r>
              <a:rPr lang="en-US" sz="1700" dirty="0" smtClean="0">
                <a:solidFill>
                  <a:srgbClr val="003399"/>
                </a:solidFill>
              </a:rPr>
              <a:t>(</a:t>
            </a:r>
            <a:r>
              <a:rPr lang="en-US" sz="1700" dirty="0" err="1" smtClean="0">
                <a:solidFill>
                  <a:srgbClr val="003399"/>
                </a:solidFill>
              </a:rPr>
              <a:t>theo</a:t>
            </a:r>
            <a:r>
              <a:rPr lang="en-US" sz="1700" dirty="0" smtClean="0">
                <a:solidFill>
                  <a:srgbClr val="003399"/>
                </a:solidFill>
              </a:rPr>
              <a:t> </a:t>
            </a:r>
            <a:r>
              <a:rPr lang="en-US" sz="1700" dirty="0" err="1" smtClean="0">
                <a:solidFill>
                  <a:srgbClr val="003399"/>
                </a:solidFill>
              </a:rPr>
              <a:t>nhu</a:t>
            </a:r>
            <a:r>
              <a:rPr lang="en-US" sz="1700" dirty="0" smtClean="0">
                <a:solidFill>
                  <a:srgbClr val="003399"/>
                </a:solidFill>
              </a:rPr>
              <a:t> </a:t>
            </a:r>
            <a:r>
              <a:rPr lang="en-US" sz="1700" dirty="0" err="1" smtClean="0">
                <a:solidFill>
                  <a:srgbClr val="003399"/>
                </a:solidFill>
              </a:rPr>
              <a:t>cầu</a:t>
            </a:r>
            <a:r>
              <a:rPr lang="en-US" sz="1700" dirty="0" smtClean="0">
                <a:solidFill>
                  <a:srgbClr val="003399"/>
                </a:solidFill>
              </a:rPr>
              <a:t>)</a:t>
            </a:r>
            <a:r>
              <a:rPr lang="en-US" dirty="0" smtClean="0">
                <a:solidFill>
                  <a:srgbClr val="003399"/>
                </a:solidFill>
              </a:rPr>
              <a:t>: </a:t>
            </a:r>
            <a:r>
              <a:rPr lang="en-US" dirty="0"/>
              <a:t>User-proposed solutions can </a:t>
            </a:r>
            <a:r>
              <a:rPr lang="en-US" dirty="0" smtClean="0"/>
              <a:t>mask </a:t>
            </a:r>
            <a:r>
              <a:rPr lang="en-US" sz="1700" dirty="0" smtClean="0"/>
              <a:t>(</a:t>
            </a:r>
            <a:r>
              <a:rPr lang="en-US" sz="1700" dirty="0" err="1" smtClean="0"/>
              <a:t>che</a:t>
            </a:r>
            <a:r>
              <a:rPr lang="en-US" sz="1700" dirty="0" smtClean="0"/>
              <a:t> </a:t>
            </a:r>
            <a:r>
              <a:rPr lang="en-US" sz="1700" dirty="0" err="1" smtClean="0"/>
              <a:t>đậy</a:t>
            </a:r>
            <a:r>
              <a:rPr lang="en-US" sz="1700" dirty="0" smtClean="0"/>
              <a:t>)</a:t>
            </a:r>
            <a:r>
              <a:rPr lang="en-US" dirty="0" smtClean="0"/>
              <a:t> </a:t>
            </a:r>
            <a:r>
              <a:rPr lang="en-US" dirty="0"/>
              <a:t>the users’ actual needs, lead to automating ineffective business processes, and </a:t>
            </a:r>
            <a:r>
              <a:rPr lang="en-US" dirty="0" err="1"/>
              <a:t>overconstrain</a:t>
            </a:r>
            <a:r>
              <a:rPr lang="en-US" dirty="0"/>
              <a:t> the developers’ design options. The analyst must drill </a:t>
            </a:r>
            <a:r>
              <a:rPr lang="en-US" dirty="0" smtClean="0"/>
              <a:t>down</a:t>
            </a:r>
            <a:r>
              <a:rPr lang="en-US" sz="1700" dirty="0" smtClean="0"/>
              <a:t> (</a:t>
            </a:r>
            <a:r>
              <a:rPr lang="en-US" sz="1700" dirty="0" err="1" smtClean="0"/>
              <a:t>đi</a:t>
            </a:r>
            <a:r>
              <a:rPr lang="en-US" sz="1700" dirty="0" smtClean="0"/>
              <a:t> </a:t>
            </a:r>
            <a:r>
              <a:rPr lang="en-US" sz="1700" dirty="0" err="1" smtClean="0"/>
              <a:t>sâu</a:t>
            </a:r>
            <a:r>
              <a:rPr lang="en-US" sz="1700" dirty="0" smtClean="0"/>
              <a:t> </a:t>
            </a:r>
            <a:r>
              <a:rPr lang="en-US" sz="1700" dirty="0" err="1" smtClean="0"/>
              <a:t>vào</a:t>
            </a:r>
            <a:r>
              <a:rPr lang="en-US" sz="1700" dirty="0" smtClean="0"/>
              <a:t>)</a:t>
            </a:r>
            <a:r>
              <a:rPr lang="en-US" dirty="0" smtClean="0"/>
              <a:t> </a:t>
            </a:r>
            <a:r>
              <a:rPr lang="en-US" dirty="0"/>
              <a:t>to understand the </a:t>
            </a:r>
            <a:r>
              <a:rPr lang="en-US" dirty="0" smtClean="0"/>
              <a:t>intent </a:t>
            </a:r>
            <a:r>
              <a:rPr lang="en-US" sz="1700" dirty="0" smtClean="0"/>
              <a:t>(ý </a:t>
            </a:r>
            <a:r>
              <a:rPr lang="en-US" sz="1700" dirty="0" err="1" smtClean="0"/>
              <a:t>định</a:t>
            </a:r>
            <a:r>
              <a:rPr lang="en-US" sz="1700" dirty="0" smtClean="0"/>
              <a:t>)</a:t>
            </a:r>
            <a:r>
              <a:rPr lang="en-US" dirty="0" smtClean="0"/>
              <a:t>—the </a:t>
            </a:r>
            <a:r>
              <a:rPr lang="en-US" dirty="0"/>
              <a:t>real requirement—behind a solution the customer has </a:t>
            </a:r>
            <a:r>
              <a:rPr lang="en-US" dirty="0" smtClean="0"/>
              <a:t>presented. </a:t>
            </a:r>
          </a:p>
          <a:p>
            <a:pPr lvl="1"/>
            <a:r>
              <a:rPr lang="en-US" dirty="0">
                <a:solidFill>
                  <a:srgbClr val="003399"/>
                </a:solidFill>
              </a:rPr>
              <a:t>Distrust between the business and the development </a:t>
            </a:r>
            <a:r>
              <a:rPr lang="en-US" dirty="0" smtClean="0">
                <a:solidFill>
                  <a:srgbClr val="003399"/>
                </a:solidFill>
              </a:rPr>
              <a:t>team: </a:t>
            </a:r>
            <a:r>
              <a:rPr lang="en-US" dirty="0"/>
              <a:t>As you </a:t>
            </a:r>
            <a:r>
              <a:rPr lang="en-US" dirty="0" smtClean="0"/>
              <a:t>know, </a:t>
            </a:r>
            <a:r>
              <a:rPr lang="en-US" dirty="0"/>
              <a:t>effective requirements engineering demands close collaboration among various stakeholders, particularly customer communities </a:t>
            </a:r>
            <a:r>
              <a:rPr lang="en-US" dirty="0" smtClean="0"/>
              <a:t>and </a:t>
            </a:r>
            <a:r>
              <a:rPr lang="en-US" dirty="0"/>
              <a:t>developers. If these parties do not feel that their counterparts </a:t>
            </a:r>
            <a:r>
              <a:rPr lang="en-US" sz="1700" dirty="0" smtClean="0"/>
              <a:t>(</a:t>
            </a:r>
            <a:r>
              <a:rPr lang="en-US" sz="1700" dirty="0" err="1" smtClean="0"/>
              <a:t>đối</a:t>
            </a:r>
            <a:r>
              <a:rPr lang="en-US" sz="1700" dirty="0" smtClean="0"/>
              <a:t> </a:t>
            </a:r>
            <a:r>
              <a:rPr lang="en-US" sz="1700" dirty="0" err="1" smtClean="0"/>
              <a:t>tác</a:t>
            </a:r>
            <a:r>
              <a:rPr lang="en-US" sz="1700" dirty="0" smtClean="0"/>
              <a:t>) </a:t>
            </a:r>
            <a:r>
              <a:rPr lang="en-US" dirty="0" smtClean="0"/>
              <a:t>are </a:t>
            </a:r>
            <a:r>
              <a:rPr lang="en-US" dirty="0"/>
              <a:t>working in good </a:t>
            </a:r>
            <a:r>
              <a:rPr lang="en-US" dirty="0" smtClean="0"/>
              <a:t>faith</a:t>
            </a:r>
            <a:r>
              <a:rPr lang="en-US" sz="1700" dirty="0" smtClean="0"/>
              <a:t> (</a:t>
            </a:r>
            <a:r>
              <a:rPr lang="en-US" sz="1700" dirty="0" err="1" smtClean="0"/>
              <a:t>thiện</a:t>
            </a:r>
            <a:r>
              <a:rPr lang="en-US" sz="1700" dirty="0" smtClean="0"/>
              <a:t> </a:t>
            </a:r>
            <a:r>
              <a:rPr lang="en-US" sz="1700" dirty="0" err="1" smtClean="0"/>
              <a:t>chí</a:t>
            </a:r>
            <a:r>
              <a:rPr lang="en-US" sz="1700" dirty="0" smtClean="0"/>
              <a:t>)</a:t>
            </a:r>
            <a:r>
              <a:rPr lang="en-US" dirty="0" smtClean="0"/>
              <a:t> </a:t>
            </a:r>
            <a:r>
              <a:rPr lang="en-US" dirty="0"/>
              <a:t>toward a mutually beneficial outcome, conflicts can arise and requirements elicitation can be </a:t>
            </a:r>
            <a:r>
              <a:rPr lang="en-US" dirty="0" smtClean="0"/>
              <a:t>threatened </a:t>
            </a:r>
            <a:r>
              <a:rPr lang="en-US" sz="1700" dirty="0" smtClean="0"/>
              <a:t>(</a:t>
            </a:r>
            <a:r>
              <a:rPr lang="en-US" sz="1700" dirty="0" err="1" smtClean="0"/>
              <a:t>bị</a:t>
            </a:r>
            <a:r>
              <a:rPr lang="en-US" sz="1700" dirty="0" smtClean="0"/>
              <a:t> </a:t>
            </a:r>
            <a:r>
              <a:rPr lang="en-US" sz="1700" dirty="0" err="1" smtClean="0"/>
              <a:t>đe</a:t>
            </a:r>
            <a:r>
              <a:rPr lang="en-US" sz="1700" dirty="0" smtClean="0"/>
              <a:t> </a:t>
            </a:r>
            <a:r>
              <a:rPr lang="en-US" sz="1700" dirty="0" err="1" smtClean="0"/>
              <a:t>dọa</a:t>
            </a:r>
            <a:r>
              <a:rPr lang="en-US" sz="1700" dirty="0" smtClean="0"/>
              <a:t>)</a:t>
            </a:r>
            <a:r>
              <a:rPr lang="en-US" dirty="0" smtClean="0"/>
              <a:t>.</a:t>
            </a:r>
          </a:p>
          <a:p>
            <a:pPr lvl="1"/>
            <a:endParaRPr lang="en-US" dirty="0" smtClean="0"/>
          </a:p>
          <a:p>
            <a:pPr lvl="1"/>
            <a:endParaRPr lang="en-US" dirty="0" smtClean="0"/>
          </a:p>
          <a:p>
            <a:pPr lvl="1"/>
            <a:endParaRPr lang="en-US" dirty="0"/>
          </a:p>
          <a:p>
            <a:endParaRPr lang="en-US" dirty="0"/>
          </a:p>
        </p:txBody>
      </p:sp>
      <p:sp>
        <p:nvSpPr>
          <p:cNvPr id="2" name="Title 1"/>
          <p:cNvSpPr>
            <a:spLocks noGrp="1"/>
          </p:cNvSpPr>
          <p:nvPr>
            <p:ph type="title"/>
          </p:nvPr>
        </p:nvSpPr>
        <p:spPr/>
        <p:txBody>
          <a:bodyPr>
            <a:normAutofit/>
          </a:bodyPr>
          <a:lstStyle/>
          <a:p>
            <a:r>
              <a:rPr lang="en-US" dirty="0"/>
              <a:t>Requirements-related </a:t>
            </a:r>
            <a:r>
              <a:rPr lang="en-US" dirty="0" smtClean="0"/>
              <a:t>risks</a:t>
            </a:r>
            <a:endParaRPr lang="en-US" dirty="0"/>
          </a:p>
        </p:txBody>
      </p:sp>
      <p:sp>
        <p:nvSpPr>
          <p:cNvPr id="4" name="Footer Placeholder 3"/>
          <p:cNvSpPr>
            <a:spLocks noGrp="1"/>
          </p:cNvSpPr>
          <p:nvPr>
            <p:ph type="ftr" sz="quarter" idx="10"/>
          </p:nvPr>
        </p:nvSpPr>
        <p:spPr/>
        <p:txBody>
          <a:bodyPr/>
          <a:lstStyle/>
          <a:p>
            <a:pPr>
              <a:defRPr/>
            </a:pPr>
            <a:r>
              <a:rPr lang="en-US" smtClean="0"/>
              <a:t>Chapter 32: Software requirements and risk management _ BAYHV</a:t>
            </a:r>
            <a:endParaRPr lang="en-US"/>
          </a:p>
        </p:txBody>
      </p:sp>
      <p:sp>
        <p:nvSpPr>
          <p:cNvPr id="5" name="Slide Number Placeholder 4"/>
          <p:cNvSpPr>
            <a:spLocks noGrp="1"/>
          </p:cNvSpPr>
          <p:nvPr>
            <p:ph type="sldNum" sz="quarter" idx="11"/>
          </p:nvPr>
        </p:nvSpPr>
        <p:spPr/>
        <p:txBody>
          <a:bodyPr/>
          <a:lstStyle/>
          <a:p>
            <a:pPr>
              <a:defRPr/>
            </a:pPr>
            <a:fld id="{38F81FAE-D748-4BFC-A8B0-D2E750E8899F}" type="slidenum">
              <a:rPr lang="en-US" smtClean="0"/>
              <a:pPr>
                <a:defRPr/>
              </a:pPr>
              <a:t>12</a:t>
            </a:fld>
            <a:endParaRPr lang="en-US" dirty="0"/>
          </a:p>
        </p:txBody>
      </p:sp>
    </p:spTree>
    <p:extLst>
      <p:ext uri="{BB962C8B-B14F-4D97-AF65-F5344CB8AC3E}">
        <p14:creationId xmlns:p14="http://schemas.microsoft.com/office/powerpoint/2010/main" val="3344909982"/>
      </p:ext>
    </p:extLst>
  </p:cSld>
  <p:clrMapOvr>
    <a:masterClrMapping/>
  </p:clrMapOvr>
  <p:transition>
    <p:split orient="vert"/>
  </p:transition>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228600" y="1142999"/>
            <a:ext cx="8686800" cy="5197475"/>
          </a:xfrm>
        </p:spPr>
        <p:txBody>
          <a:bodyPr>
            <a:normAutofit fontScale="85000" lnSpcReduction="10000"/>
          </a:bodyPr>
          <a:lstStyle/>
          <a:p>
            <a:r>
              <a:rPr lang="en-US" dirty="0" smtClean="0">
                <a:solidFill>
                  <a:srgbClr val="C00000"/>
                </a:solidFill>
              </a:rPr>
              <a:t>Requirements analysis</a:t>
            </a:r>
            <a:r>
              <a:rPr lang="en-US" dirty="0" smtClean="0"/>
              <a:t>: </a:t>
            </a:r>
            <a:r>
              <a:rPr lang="en-US" dirty="0"/>
              <a:t>It isn’t </a:t>
            </a:r>
            <a:r>
              <a:rPr lang="en-US" dirty="0" smtClean="0"/>
              <a:t>prudent </a:t>
            </a:r>
            <a:r>
              <a:rPr lang="en-US" sz="1800" dirty="0" smtClean="0"/>
              <a:t>(</a:t>
            </a:r>
            <a:r>
              <a:rPr lang="en-US" sz="1800" dirty="0" err="1" smtClean="0"/>
              <a:t>không</a:t>
            </a:r>
            <a:r>
              <a:rPr lang="en-US" sz="1800" dirty="0" smtClean="0"/>
              <a:t> </a:t>
            </a:r>
            <a:r>
              <a:rPr lang="en-US" sz="1800" dirty="0" err="1" smtClean="0"/>
              <a:t>ngoan</a:t>
            </a:r>
            <a:r>
              <a:rPr lang="en-US" sz="1800" dirty="0" smtClean="0"/>
              <a:t>/</a:t>
            </a:r>
            <a:r>
              <a:rPr lang="en-US" sz="1800" dirty="0" err="1" smtClean="0"/>
              <a:t>thận</a:t>
            </a:r>
            <a:r>
              <a:rPr lang="en-US" sz="1800" dirty="0" smtClean="0"/>
              <a:t> </a:t>
            </a:r>
            <a:r>
              <a:rPr lang="en-US" sz="1800" dirty="0" err="1" smtClean="0"/>
              <a:t>trọng</a:t>
            </a:r>
            <a:r>
              <a:rPr lang="en-US" sz="1800" dirty="0" smtClean="0"/>
              <a:t>)</a:t>
            </a:r>
            <a:r>
              <a:rPr lang="en-US" dirty="0" smtClean="0"/>
              <a:t> </a:t>
            </a:r>
            <a:r>
              <a:rPr lang="en-US" dirty="0"/>
              <a:t>to just record whatever the customer tells you and dive </a:t>
            </a:r>
            <a:r>
              <a:rPr lang="en-US" dirty="0" smtClean="0"/>
              <a:t>into </a:t>
            </a:r>
            <a:r>
              <a:rPr lang="en-US" sz="1900" dirty="0" smtClean="0"/>
              <a:t>(</a:t>
            </a:r>
            <a:r>
              <a:rPr lang="en-US" sz="1900" dirty="0" err="1" smtClean="0"/>
              <a:t>lao</a:t>
            </a:r>
            <a:r>
              <a:rPr lang="en-US" sz="1900" dirty="0" smtClean="0"/>
              <a:t> </a:t>
            </a:r>
            <a:r>
              <a:rPr lang="en-US" sz="1900" dirty="0" err="1" smtClean="0"/>
              <a:t>vào</a:t>
            </a:r>
            <a:r>
              <a:rPr lang="en-US" sz="1900" dirty="0" smtClean="0"/>
              <a:t>) </a:t>
            </a:r>
            <a:r>
              <a:rPr lang="en-US" dirty="0"/>
              <a:t>development. Requirements analysis poses its own threat areas, as described below.</a:t>
            </a:r>
            <a:endParaRPr lang="en-US" dirty="0" smtClean="0"/>
          </a:p>
          <a:p>
            <a:pPr lvl="1"/>
            <a:r>
              <a:rPr lang="en-US" dirty="0">
                <a:solidFill>
                  <a:srgbClr val="003399"/>
                </a:solidFill>
              </a:rPr>
              <a:t>Requirements </a:t>
            </a:r>
            <a:r>
              <a:rPr lang="en-US" dirty="0" smtClean="0">
                <a:solidFill>
                  <a:srgbClr val="003399"/>
                </a:solidFill>
              </a:rPr>
              <a:t>prioritization: </a:t>
            </a:r>
            <a:r>
              <a:rPr lang="en-US" dirty="0"/>
              <a:t>Ensure that every functional requirement, feature, or user requirement is prioritized and allocated to a specific system release or </a:t>
            </a:r>
            <a:r>
              <a:rPr lang="en-US" dirty="0" smtClean="0"/>
              <a:t>iteration.</a:t>
            </a:r>
          </a:p>
          <a:p>
            <a:pPr lvl="1"/>
            <a:r>
              <a:rPr lang="en-US" dirty="0">
                <a:solidFill>
                  <a:srgbClr val="003399"/>
                </a:solidFill>
              </a:rPr>
              <a:t>Technically difficult </a:t>
            </a:r>
            <a:r>
              <a:rPr lang="en-US" dirty="0" smtClean="0">
                <a:solidFill>
                  <a:srgbClr val="003399"/>
                </a:solidFill>
              </a:rPr>
              <a:t>features: </a:t>
            </a:r>
            <a:r>
              <a:rPr lang="en-US" dirty="0"/>
              <a:t>Evaluate the feasibility of each requirement to identify those that might take longer than </a:t>
            </a:r>
            <a:r>
              <a:rPr lang="en-US" dirty="0" smtClean="0"/>
              <a:t>anticipated </a:t>
            </a:r>
            <a:r>
              <a:rPr lang="en-US" sz="1600" dirty="0" smtClean="0"/>
              <a:t>(</a:t>
            </a:r>
            <a:r>
              <a:rPr lang="en-US" sz="1600" dirty="0" err="1" smtClean="0"/>
              <a:t>dự</a:t>
            </a:r>
            <a:r>
              <a:rPr lang="en-US" sz="1600" dirty="0" smtClean="0"/>
              <a:t> </a:t>
            </a:r>
            <a:r>
              <a:rPr lang="en-US" sz="1600" dirty="0" err="1" smtClean="0"/>
              <a:t>kiến</a:t>
            </a:r>
            <a:r>
              <a:rPr lang="en-US" sz="1600" dirty="0" smtClean="0"/>
              <a:t>)</a:t>
            </a:r>
            <a:r>
              <a:rPr lang="en-US" dirty="0" smtClean="0"/>
              <a:t> </a:t>
            </a:r>
            <a:r>
              <a:rPr lang="en-US" dirty="0"/>
              <a:t>to implement. </a:t>
            </a:r>
            <a:r>
              <a:rPr lang="en-US" dirty="0" smtClean="0">
                <a:sym typeface="Wingdings" panose="05000000000000000000" pitchFamily="2" charset="2"/>
              </a:rPr>
              <a:t></a:t>
            </a:r>
            <a:r>
              <a:rPr lang="en-US" dirty="0" smtClean="0"/>
              <a:t> </a:t>
            </a:r>
            <a:r>
              <a:rPr lang="en-US" dirty="0"/>
              <a:t>Take corrective action as early as possible. Prototype the </a:t>
            </a:r>
            <a:r>
              <a:rPr lang="en-US" dirty="0" smtClean="0"/>
              <a:t>novel </a:t>
            </a:r>
            <a:r>
              <a:rPr lang="en-US" sz="1600" dirty="0" smtClean="0"/>
              <a:t>(new)</a:t>
            </a:r>
            <a:r>
              <a:rPr lang="en-US" dirty="0" smtClean="0"/>
              <a:t> </a:t>
            </a:r>
            <a:r>
              <a:rPr lang="en-US" dirty="0"/>
              <a:t>or risky requirements to select effective approaches</a:t>
            </a:r>
            <a:r>
              <a:rPr lang="en-US" dirty="0" smtClean="0"/>
              <a:t>.</a:t>
            </a:r>
          </a:p>
          <a:p>
            <a:pPr lvl="1"/>
            <a:r>
              <a:rPr lang="en-US" dirty="0">
                <a:solidFill>
                  <a:srgbClr val="003399"/>
                </a:solidFill>
              </a:rPr>
              <a:t>Unfamiliar technologies, methods, languages, tools, or </a:t>
            </a:r>
            <a:r>
              <a:rPr lang="en-US" dirty="0" smtClean="0">
                <a:solidFill>
                  <a:srgbClr val="003399"/>
                </a:solidFill>
              </a:rPr>
              <a:t>hardware:</a:t>
            </a:r>
            <a:r>
              <a:rPr lang="en-US" b="1" dirty="0" smtClean="0">
                <a:solidFill>
                  <a:srgbClr val="003399"/>
                </a:solidFill>
              </a:rPr>
              <a:t> </a:t>
            </a:r>
            <a:r>
              <a:rPr lang="en-US" dirty="0"/>
              <a:t>Don’t underestimate the learning curve </a:t>
            </a:r>
            <a:r>
              <a:rPr lang="en-US" sz="1700" dirty="0" smtClean="0"/>
              <a:t>(</a:t>
            </a:r>
            <a:r>
              <a:rPr lang="en-US" sz="1700" dirty="0" err="1" smtClean="0"/>
              <a:t>học</a:t>
            </a:r>
            <a:r>
              <a:rPr lang="en-US" sz="1700" dirty="0" smtClean="0"/>
              <a:t> </a:t>
            </a:r>
            <a:r>
              <a:rPr lang="en-US" sz="1700" dirty="0" err="1" smtClean="0"/>
              <a:t>tập</a:t>
            </a:r>
            <a:r>
              <a:rPr lang="en-US" sz="1700" dirty="0" smtClean="0"/>
              <a:t>) </a:t>
            </a:r>
            <a:r>
              <a:rPr lang="en-US" dirty="0" smtClean="0"/>
              <a:t>for new </a:t>
            </a:r>
            <a:r>
              <a:rPr lang="en-US" dirty="0"/>
              <a:t>techniques that are needed to satisfy certain </a:t>
            </a:r>
            <a:r>
              <a:rPr lang="en-US" dirty="0" smtClean="0"/>
              <a:t>requirements. </a:t>
            </a:r>
            <a:r>
              <a:rPr lang="en-US" dirty="0" smtClean="0">
                <a:sym typeface="Wingdings" panose="05000000000000000000" pitchFamily="2" charset="2"/>
              </a:rPr>
              <a:t></a:t>
            </a:r>
            <a:r>
              <a:rPr lang="en-US" dirty="0" smtClean="0"/>
              <a:t> </a:t>
            </a:r>
            <a:r>
              <a:rPr lang="en-US" dirty="0"/>
              <a:t>Identify those high-risk requirements early on, and work with the development team to allow sufficient time for false starts, learning, and experimentation.</a:t>
            </a:r>
            <a:endParaRPr lang="en-US" dirty="0" smtClean="0"/>
          </a:p>
          <a:p>
            <a:pPr lvl="1"/>
            <a:endParaRPr lang="en-US" dirty="0"/>
          </a:p>
        </p:txBody>
      </p:sp>
      <p:sp>
        <p:nvSpPr>
          <p:cNvPr id="2" name="Title 1"/>
          <p:cNvSpPr>
            <a:spLocks noGrp="1"/>
          </p:cNvSpPr>
          <p:nvPr>
            <p:ph type="title"/>
          </p:nvPr>
        </p:nvSpPr>
        <p:spPr/>
        <p:txBody>
          <a:bodyPr>
            <a:normAutofit/>
          </a:bodyPr>
          <a:lstStyle/>
          <a:p>
            <a:r>
              <a:rPr lang="en-US" dirty="0"/>
              <a:t>Requirements-related </a:t>
            </a:r>
            <a:r>
              <a:rPr lang="en-US" dirty="0" smtClean="0"/>
              <a:t>risks</a:t>
            </a:r>
            <a:endParaRPr lang="en-US" dirty="0"/>
          </a:p>
        </p:txBody>
      </p:sp>
      <p:sp>
        <p:nvSpPr>
          <p:cNvPr id="4" name="Footer Placeholder 3"/>
          <p:cNvSpPr>
            <a:spLocks noGrp="1"/>
          </p:cNvSpPr>
          <p:nvPr>
            <p:ph type="ftr" sz="quarter" idx="10"/>
          </p:nvPr>
        </p:nvSpPr>
        <p:spPr/>
        <p:txBody>
          <a:bodyPr/>
          <a:lstStyle/>
          <a:p>
            <a:pPr>
              <a:defRPr/>
            </a:pPr>
            <a:r>
              <a:rPr lang="en-US" smtClean="0"/>
              <a:t>Chapter 32: Software requirements and risk management _ BAYHV</a:t>
            </a:r>
            <a:endParaRPr lang="en-US"/>
          </a:p>
        </p:txBody>
      </p:sp>
      <p:sp>
        <p:nvSpPr>
          <p:cNvPr id="5" name="Slide Number Placeholder 4"/>
          <p:cNvSpPr>
            <a:spLocks noGrp="1"/>
          </p:cNvSpPr>
          <p:nvPr>
            <p:ph type="sldNum" sz="quarter" idx="11"/>
          </p:nvPr>
        </p:nvSpPr>
        <p:spPr/>
        <p:txBody>
          <a:bodyPr/>
          <a:lstStyle/>
          <a:p>
            <a:pPr>
              <a:defRPr/>
            </a:pPr>
            <a:fld id="{38F81FAE-D748-4BFC-A8B0-D2E750E8899F}" type="slidenum">
              <a:rPr lang="en-US" smtClean="0"/>
              <a:pPr>
                <a:defRPr/>
              </a:pPr>
              <a:t>13</a:t>
            </a:fld>
            <a:endParaRPr lang="en-US" dirty="0"/>
          </a:p>
        </p:txBody>
      </p:sp>
    </p:spTree>
    <p:extLst>
      <p:ext uri="{BB962C8B-B14F-4D97-AF65-F5344CB8AC3E}">
        <p14:creationId xmlns:p14="http://schemas.microsoft.com/office/powerpoint/2010/main" val="3545412152"/>
      </p:ext>
    </p:extLst>
  </p:cSld>
  <p:clrMapOvr>
    <a:masterClrMapping/>
  </p:clrMapOvr>
  <p:transition>
    <p:split orient="vert"/>
  </p:transition>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228600" y="1142999"/>
            <a:ext cx="8686800" cy="5197475"/>
          </a:xfrm>
        </p:spPr>
        <p:txBody>
          <a:bodyPr>
            <a:normAutofit fontScale="85000" lnSpcReduction="20000"/>
          </a:bodyPr>
          <a:lstStyle/>
          <a:p>
            <a:r>
              <a:rPr lang="en-US" dirty="0" smtClean="0">
                <a:solidFill>
                  <a:srgbClr val="C00000"/>
                </a:solidFill>
              </a:rPr>
              <a:t>Requirements specification</a:t>
            </a:r>
            <a:r>
              <a:rPr lang="en-US" dirty="0" smtClean="0"/>
              <a:t>: </a:t>
            </a:r>
            <a:r>
              <a:rPr lang="en-US" dirty="0"/>
              <a:t>Requirements are all about communication. Just because requirements are communicated on paper or in writing doesn’t mean they are actually understood.</a:t>
            </a:r>
            <a:endParaRPr lang="en-US" dirty="0" smtClean="0"/>
          </a:p>
          <a:p>
            <a:pPr lvl="1"/>
            <a:r>
              <a:rPr lang="en-US" dirty="0" smtClean="0"/>
              <a:t> </a:t>
            </a:r>
            <a:r>
              <a:rPr lang="en-US" dirty="0">
                <a:solidFill>
                  <a:srgbClr val="003399"/>
                </a:solidFill>
              </a:rPr>
              <a:t>Requirements </a:t>
            </a:r>
            <a:r>
              <a:rPr lang="en-US" dirty="0" smtClean="0">
                <a:solidFill>
                  <a:srgbClr val="003399"/>
                </a:solidFill>
              </a:rPr>
              <a:t>understanding: </a:t>
            </a:r>
            <a:r>
              <a:rPr lang="en-US" dirty="0"/>
              <a:t>Different interpretations of the requirements by developers and customers lead to expectation gaps, in which the delivered product fails to satisfy customer needs</a:t>
            </a:r>
            <a:r>
              <a:rPr lang="en-US" dirty="0" smtClean="0"/>
              <a:t>. </a:t>
            </a:r>
            <a:r>
              <a:rPr lang="en-US" dirty="0" smtClean="0">
                <a:sym typeface="Wingdings" panose="05000000000000000000" pitchFamily="2" charset="2"/>
              </a:rPr>
              <a:t></a:t>
            </a:r>
            <a:r>
              <a:rPr lang="en-US" dirty="0" smtClean="0"/>
              <a:t> </a:t>
            </a:r>
            <a:r>
              <a:rPr lang="en-US" dirty="0"/>
              <a:t>Peer review of requirements by developers, testers, and customers can mitigate this </a:t>
            </a:r>
            <a:r>
              <a:rPr lang="en-US" dirty="0" smtClean="0"/>
              <a:t>risk.</a:t>
            </a:r>
          </a:p>
          <a:p>
            <a:pPr lvl="1"/>
            <a:r>
              <a:rPr lang="en-US" dirty="0">
                <a:solidFill>
                  <a:srgbClr val="003399"/>
                </a:solidFill>
              </a:rPr>
              <a:t>Time pressure to proceed </a:t>
            </a:r>
            <a:r>
              <a:rPr lang="en-US" dirty="0" smtClean="0">
                <a:solidFill>
                  <a:srgbClr val="003399"/>
                </a:solidFill>
              </a:rPr>
              <a:t>open issues: </a:t>
            </a:r>
            <a:r>
              <a:rPr lang="en-US" dirty="0"/>
              <a:t>It is a good idea to mark </a:t>
            </a:r>
            <a:r>
              <a:rPr lang="en-US" dirty="0" smtClean="0"/>
              <a:t>the open issues as TBD </a:t>
            </a:r>
            <a:r>
              <a:rPr lang="en-US" dirty="0"/>
              <a:t>(to be determined</a:t>
            </a:r>
            <a:r>
              <a:rPr lang="en-US" dirty="0" smtClean="0"/>
              <a:t>), </a:t>
            </a:r>
            <a:r>
              <a:rPr lang="en-US" dirty="0"/>
              <a:t>but it’s risky to proceed with construction if these haven’t been resolved</a:t>
            </a:r>
            <a:r>
              <a:rPr lang="en-US" dirty="0" smtClean="0"/>
              <a:t>. </a:t>
            </a:r>
            <a:r>
              <a:rPr lang="en-US" dirty="0" smtClean="0">
                <a:sym typeface="Wingdings" panose="05000000000000000000" pitchFamily="2" charset="2"/>
              </a:rPr>
              <a:t></a:t>
            </a:r>
            <a:r>
              <a:rPr lang="en-US" dirty="0" smtClean="0"/>
              <a:t> </a:t>
            </a:r>
            <a:r>
              <a:rPr lang="en-US" dirty="0"/>
              <a:t>Record who is responsible for closing each open issue and the target date for resolution</a:t>
            </a:r>
            <a:r>
              <a:rPr lang="en-US" dirty="0" smtClean="0"/>
              <a:t>.</a:t>
            </a:r>
          </a:p>
          <a:p>
            <a:pPr lvl="1"/>
            <a:r>
              <a:rPr lang="en-US" dirty="0">
                <a:solidFill>
                  <a:srgbClr val="003399"/>
                </a:solidFill>
              </a:rPr>
              <a:t>Ambiguous </a:t>
            </a:r>
            <a:r>
              <a:rPr lang="en-US" dirty="0" smtClean="0">
                <a:solidFill>
                  <a:srgbClr val="003399"/>
                </a:solidFill>
              </a:rPr>
              <a:t>terminology: </a:t>
            </a:r>
            <a:r>
              <a:rPr lang="en-US" dirty="0"/>
              <a:t>Create a glossary to define business and technical terms that might be interpreted differently by different readers</a:t>
            </a:r>
            <a:r>
              <a:rPr lang="en-US" dirty="0" smtClean="0"/>
              <a:t>. </a:t>
            </a:r>
            <a:r>
              <a:rPr lang="en-US" dirty="0" smtClean="0">
                <a:sym typeface="Wingdings" panose="05000000000000000000" pitchFamily="2" charset="2"/>
              </a:rPr>
              <a:t></a:t>
            </a:r>
            <a:r>
              <a:rPr lang="en-US" dirty="0" smtClean="0"/>
              <a:t> </a:t>
            </a:r>
            <a:r>
              <a:rPr lang="en-US" dirty="0"/>
              <a:t>Requirements reviews can help participants reach a common understanding of terms and concepts</a:t>
            </a:r>
            <a:r>
              <a:rPr lang="en-US" dirty="0" smtClean="0"/>
              <a:t>.</a:t>
            </a:r>
          </a:p>
          <a:p>
            <a:pPr lvl="1"/>
            <a:r>
              <a:rPr lang="en-US" dirty="0">
                <a:solidFill>
                  <a:srgbClr val="003399"/>
                </a:solidFill>
              </a:rPr>
              <a:t>Design included in </a:t>
            </a:r>
            <a:r>
              <a:rPr lang="en-US" dirty="0" smtClean="0">
                <a:solidFill>
                  <a:srgbClr val="003399"/>
                </a:solidFill>
              </a:rPr>
              <a:t>requirements: </a:t>
            </a:r>
            <a:r>
              <a:rPr lang="en-US" dirty="0"/>
              <a:t>Design elements that are included in the requirements </a:t>
            </a:r>
            <a:r>
              <a:rPr lang="en-US" dirty="0" smtClean="0"/>
              <a:t>and its constraints. </a:t>
            </a:r>
            <a:r>
              <a:rPr lang="en-US" dirty="0" smtClean="0">
                <a:sym typeface="Wingdings" panose="05000000000000000000" pitchFamily="2" charset="2"/>
              </a:rPr>
              <a:t></a:t>
            </a:r>
            <a:r>
              <a:rPr lang="en-US" dirty="0" smtClean="0"/>
              <a:t> </a:t>
            </a:r>
            <a:r>
              <a:rPr lang="en-US" dirty="0"/>
              <a:t>Review the requirements to make sure they emphasize what needs to be done to solve the business </a:t>
            </a:r>
            <a:r>
              <a:rPr lang="en-US" dirty="0" smtClean="0"/>
              <a:t>problem.</a:t>
            </a:r>
            <a:endParaRPr lang="en-US" dirty="0"/>
          </a:p>
        </p:txBody>
      </p:sp>
      <p:sp>
        <p:nvSpPr>
          <p:cNvPr id="2" name="Title 1"/>
          <p:cNvSpPr>
            <a:spLocks noGrp="1"/>
          </p:cNvSpPr>
          <p:nvPr>
            <p:ph type="title"/>
          </p:nvPr>
        </p:nvSpPr>
        <p:spPr/>
        <p:txBody>
          <a:bodyPr>
            <a:normAutofit/>
          </a:bodyPr>
          <a:lstStyle/>
          <a:p>
            <a:r>
              <a:rPr lang="en-US" dirty="0"/>
              <a:t>Requirements-related </a:t>
            </a:r>
            <a:r>
              <a:rPr lang="en-US" dirty="0" smtClean="0"/>
              <a:t>risks</a:t>
            </a:r>
            <a:endParaRPr lang="en-US" dirty="0"/>
          </a:p>
        </p:txBody>
      </p:sp>
      <p:sp>
        <p:nvSpPr>
          <p:cNvPr id="4" name="Footer Placeholder 3"/>
          <p:cNvSpPr>
            <a:spLocks noGrp="1"/>
          </p:cNvSpPr>
          <p:nvPr>
            <p:ph type="ftr" sz="quarter" idx="10"/>
          </p:nvPr>
        </p:nvSpPr>
        <p:spPr/>
        <p:txBody>
          <a:bodyPr/>
          <a:lstStyle/>
          <a:p>
            <a:pPr>
              <a:defRPr/>
            </a:pPr>
            <a:r>
              <a:rPr lang="en-US" smtClean="0"/>
              <a:t>Chapter 32: Software requirements and risk management _ BAYHV</a:t>
            </a:r>
            <a:endParaRPr lang="en-US"/>
          </a:p>
        </p:txBody>
      </p:sp>
      <p:sp>
        <p:nvSpPr>
          <p:cNvPr id="5" name="Slide Number Placeholder 4"/>
          <p:cNvSpPr>
            <a:spLocks noGrp="1"/>
          </p:cNvSpPr>
          <p:nvPr>
            <p:ph type="sldNum" sz="quarter" idx="11"/>
          </p:nvPr>
        </p:nvSpPr>
        <p:spPr/>
        <p:txBody>
          <a:bodyPr/>
          <a:lstStyle/>
          <a:p>
            <a:pPr>
              <a:defRPr/>
            </a:pPr>
            <a:fld id="{38F81FAE-D748-4BFC-A8B0-D2E750E8899F}" type="slidenum">
              <a:rPr lang="en-US" smtClean="0"/>
              <a:pPr>
                <a:defRPr/>
              </a:pPr>
              <a:t>14</a:t>
            </a:fld>
            <a:endParaRPr lang="en-US" dirty="0"/>
          </a:p>
        </p:txBody>
      </p:sp>
    </p:spTree>
    <p:extLst>
      <p:ext uri="{BB962C8B-B14F-4D97-AF65-F5344CB8AC3E}">
        <p14:creationId xmlns:p14="http://schemas.microsoft.com/office/powerpoint/2010/main" val="3792342160"/>
      </p:ext>
    </p:extLst>
  </p:cSld>
  <p:clrMapOvr>
    <a:masterClrMapping/>
  </p:clrMapOvr>
  <p:transition>
    <p:split orient="vert"/>
  </p:transition>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200891" y="1084551"/>
            <a:ext cx="8686800" cy="5197475"/>
          </a:xfrm>
        </p:spPr>
        <p:txBody>
          <a:bodyPr>
            <a:normAutofit fontScale="92500" lnSpcReduction="20000"/>
          </a:bodyPr>
          <a:lstStyle/>
          <a:p>
            <a:r>
              <a:rPr lang="en-US" dirty="0" smtClean="0">
                <a:solidFill>
                  <a:srgbClr val="C00000"/>
                </a:solidFill>
              </a:rPr>
              <a:t>Requirements validation</a:t>
            </a:r>
            <a:r>
              <a:rPr lang="en-US" dirty="0" smtClean="0"/>
              <a:t>: </a:t>
            </a:r>
            <a:r>
              <a:rPr lang="en-US" dirty="0"/>
              <a:t>Even if you’ve done a good job on requirements elicitation, it’s important to confirm the quality and validity of the solution that the requirements specify. Validation offers the following </a:t>
            </a:r>
            <a:r>
              <a:rPr lang="en-US" dirty="0" smtClean="0"/>
              <a:t>pitfalls </a:t>
            </a:r>
            <a:r>
              <a:rPr lang="en-US" sz="1800" dirty="0" smtClean="0"/>
              <a:t>(</a:t>
            </a:r>
            <a:r>
              <a:rPr lang="en-US" sz="1800" dirty="0" err="1" smtClean="0"/>
              <a:t>cạm</a:t>
            </a:r>
            <a:r>
              <a:rPr lang="en-US" sz="1800" dirty="0" smtClean="0"/>
              <a:t> </a:t>
            </a:r>
            <a:r>
              <a:rPr lang="en-US" sz="1800" dirty="0" err="1" smtClean="0"/>
              <a:t>bẩy</a:t>
            </a:r>
            <a:r>
              <a:rPr lang="en-US" sz="1800" dirty="0" smtClean="0"/>
              <a:t>)</a:t>
            </a:r>
            <a:r>
              <a:rPr lang="en-US" dirty="0" smtClean="0"/>
              <a:t>.</a:t>
            </a:r>
          </a:p>
          <a:p>
            <a:pPr lvl="1"/>
            <a:r>
              <a:rPr lang="en-US" dirty="0" err="1">
                <a:solidFill>
                  <a:srgbClr val="003399"/>
                </a:solidFill>
              </a:rPr>
              <a:t>Unvalidated</a:t>
            </a:r>
            <a:r>
              <a:rPr lang="en-US" dirty="0">
                <a:solidFill>
                  <a:srgbClr val="003399"/>
                </a:solidFill>
              </a:rPr>
              <a:t> </a:t>
            </a:r>
            <a:r>
              <a:rPr lang="en-US" dirty="0" smtClean="0">
                <a:solidFill>
                  <a:srgbClr val="003399"/>
                </a:solidFill>
              </a:rPr>
              <a:t>requirements: I</a:t>
            </a:r>
            <a:r>
              <a:rPr lang="en-US" dirty="0" smtClean="0"/>
              <a:t>f </a:t>
            </a:r>
            <a:r>
              <a:rPr lang="en-US" dirty="0"/>
              <a:t>you confirm the correctness and quality of each set of requirements before their implementation, you can avoid considerable expensive rework later</a:t>
            </a:r>
            <a:r>
              <a:rPr lang="en-US" dirty="0" smtClean="0"/>
              <a:t>. </a:t>
            </a:r>
            <a:r>
              <a:rPr lang="en-US" dirty="0" smtClean="0">
                <a:sym typeface="Wingdings" panose="05000000000000000000" pitchFamily="2" charset="2"/>
              </a:rPr>
              <a:t></a:t>
            </a:r>
            <a:r>
              <a:rPr lang="en-US" dirty="0" smtClean="0"/>
              <a:t> </a:t>
            </a:r>
            <a:r>
              <a:rPr lang="en-US" dirty="0"/>
              <a:t>Gain commitment from your customer representatives to participate in requirements reviews. Perform incremental, informal reviews to find problems as early and cheaply as possible</a:t>
            </a:r>
            <a:r>
              <a:rPr lang="en-US" dirty="0" smtClean="0"/>
              <a:t>.</a:t>
            </a:r>
            <a:endParaRPr lang="en-US" dirty="0"/>
          </a:p>
          <a:p>
            <a:pPr lvl="1"/>
            <a:r>
              <a:rPr lang="en-US" dirty="0">
                <a:solidFill>
                  <a:srgbClr val="003399"/>
                </a:solidFill>
              </a:rPr>
              <a:t>Inspection </a:t>
            </a:r>
            <a:r>
              <a:rPr lang="en-US" dirty="0" smtClean="0">
                <a:solidFill>
                  <a:srgbClr val="003399"/>
                </a:solidFill>
              </a:rPr>
              <a:t>proficiency </a:t>
            </a:r>
            <a:r>
              <a:rPr lang="en-US" sz="1700" dirty="0" smtClean="0">
                <a:solidFill>
                  <a:srgbClr val="003399"/>
                </a:solidFill>
              </a:rPr>
              <a:t>(</a:t>
            </a:r>
            <a:r>
              <a:rPr lang="en-US" sz="1700" dirty="0" err="1" smtClean="0">
                <a:solidFill>
                  <a:srgbClr val="003399"/>
                </a:solidFill>
              </a:rPr>
              <a:t>giỏi</a:t>
            </a:r>
            <a:r>
              <a:rPr lang="en-US" sz="1700" dirty="0" smtClean="0">
                <a:solidFill>
                  <a:srgbClr val="003399"/>
                </a:solidFill>
              </a:rPr>
              <a:t> thanh </a:t>
            </a:r>
            <a:r>
              <a:rPr lang="en-US" sz="1700" dirty="0" err="1" smtClean="0">
                <a:solidFill>
                  <a:srgbClr val="003399"/>
                </a:solidFill>
              </a:rPr>
              <a:t>tra</a:t>
            </a:r>
            <a:r>
              <a:rPr lang="en-US" sz="1700" dirty="0" smtClean="0">
                <a:solidFill>
                  <a:srgbClr val="003399"/>
                </a:solidFill>
              </a:rPr>
              <a:t>)</a:t>
            </a:r>
            <a:r>
              <a:rPr lang="en-US" dirty="0" smtClean="0">
                <a:solidFill>
                  <a:srgbClr val="003399"/>
                </a:solidFill>
              </a:rPr>
              <a:t>: </a:t>
            </a:r>
            <a:r>
              <a:rPr lang="en-US" dirty="0"/>
              <a:t>If inspection participants do not know how to inspect requirements effectively, they might miss serious defects. </a:t>
            </a:r>
            <a:r>
              <a:rPr lang="en-US" dirty="0" smtClean="0">
                <a:sym typeface="Wingdings" panose="05000000000000000000" pitchFamily="2" charset="2"/>
              </a:rPr>
              <a:t> </a:t>
            </a:r>
            <a:r>
              <a:rPr lang="en-US" dirty="0" smtClean="0"/>
              <a:t>Train </a:t>
            </a:r>
            <a:r>
              <a:rPr lang="en-US" dirty="0"/>
              <a:t>all team members who will participate in inspections of requirements documents. Invite an experienced inspector from your organization or an outside consultant to observe your early inspections to coach the participants.</a:t>
            </a:r>
          </a:p>
        </p:txBody>
      </p:sp>
      <p:sp>
        <p:nvSpPr>
          <p:cNvPr id="2" name="Title 1"/>
          <p:cNvSpPr>
            <a:spLocks noGrp="1"/>
          </p:cNvSpPr>
          <p:nvPr>
            <p:ph type="title"/>
          </p:nvPr>
        </p:nvSpPr>
        <p:spPr/>
        <p:txBody>
          <a:bodyPr>
            <a:normAutofit/>
          </a:bodyPr>
          <a:lstStyle/>
          <a:p>
            <a:r>
              <a:rPr lang="en-US" dirty="0"/>
              <a:t>Requirements-related </a:t>
            </a:r>
            <a:r>
              <a:rPr lang="en-US" dirty="0" smtClean="0"/>
              <a:t>risks</a:t>
            </a:r>
            <a:endParaRPr lang="en-US" dirty="0"/>
          </a:p>
        </p:txBody>
      </p:sp>
      <p:sp>
        <p:nvSpPr>
          <p:cNvPr id="4" name="Footer Placeholder 3"/>
          <p:cNvSpPr>
            <a:spLocks noGrp="1"/>
          </p:cNvSpPr>
          <p:nvPr>
            <p:ph type="ftr" sz="quarter" idx="10"/>
          </p:nvPr>
        </p:nvSpPr>
        <p:spPr/>
        <p:txBody>
          <a:bodyPr/>
          <a:lstStyle/>
          <a:p>
            <a:pPr>
              <a:defRPr/>
            </a:pPr>
            <a:r>
              <a:rPr lang="en-US" smtClean="0"/>
              <a:t>Chapter 32: Software requirements and risk management _ BAYHV</a:t>
            </a:r>
            <a:endParaRPr lang="en-US"/>
          </a:p>
        </p:txBody>
      </p:sp>
      <p:sp>
        <p:nvSpPr>
          <p:cNvPr id="5" name="Slide Number Placeholder 4"/>
          <p:cNvSpPr>
            <a:spLocks noGrp="1"/>
          </p:cNvSpPr>
          <p:nvPr>
            <p:ph type="sldNum" sz="quarter" idx="11"/>
          </p:nvPr>
        </p:nvSpPr>
        <p:spPr/>
        <p:txBody>
          <a:bodyPr/>
          <a:lstStyle/>
          <a:p>
            <a:pPr>
              <a:defRPr/>
            </a:pPr>
            <a:fld id="{38F81FAE-D748-4BFC-A8B0-D2E750E8899F}" type="slidenum">
              <a:rPr lang="en-US" smtClean="0"/>
              <a:pPr>
                <a:defRPr/>
              </a:pPr>
              <a:t>15</a:t>
            </a:fld>
            <a:endParaRPr lang="en-US" dirty="0"/>
          </a:p>
        </p:txBody>
      </p:sp>
    </p:spTree>
    <p:extLst>
      <p:ext uri="{BB962C8B-B14F-4D97-AF65-F5344CB8AC3E}">
        <p14:creationId xmlns:p14="http://schemas.microsoft.com/office/powerpoint/2010/main" val="3401331036"/>
      </p:ext>
    </p:extLst>
  </p:cSld>
  <p:clrMapOvr>
    <a:masterClrMapping/>
  </p:clrMapOvr>
  <p:transition>
    <p:split orient="vert"/>
  </p:transition>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200891" y="1084551"/>
            <a:ext cx="8686800" cy="5197475"/>
          </a:xfrm>
        </p:spPr>
        <p:txBody>
          <a:bodyPr>
            <a:normAutofit fontScale="85000" lnSpcReduction="10000"/>
          </a:bodyPr>
          <a:lstStyle/>
          <a:p>
            <a:r>
              <a:rPr lang="en-US" dirty="0" smtClean="0">
                <a:solidFill>
                  <a:srgbClr val="C00000"/>
                </a:solidFill>
              </a:rPr>
              <a:t>Requirements management</a:t>
            </a:r>
            <a:r>
              <a:rPr lang="en-US" dirty="0" smtClean="0"/>
              <a:t>: </a:t>
            </a:r>
            <a:r>
              <a:rPr lang="en-US" dirty="0"/>
              <a:t>Much of the requirements-related risk on a software project comes from how changes are handled. </a:t>
            </a:r>
            <a:r>
              <a:rPr lang="en-US" dirty="0" smtClean="0"/>
              <a:t>The requirements </a:t>
            </a:r>
            <a:r>
              <a:rPr lang="en-US" dirty="0"/>
              <a:t>management risks are mentioned below.</a:t>
            </a:r>
            <a:endParaRPr lang="en-US" dirty="0" smtClean="0"/>
          </a:p>
          <a:p>
            <a:pPr lvl="1"/>
            <a:r>
              <a:rPr lang="en-US" dirty="0" smtClean="0">
                <a:solidFill>
                  <a:srgbClr val="003399"/>
                </a:solidFill>
              </a:rPr>
              <a:t> </a:t>
            </a:r>
            <a:r>
              <a:rPr lang="en-US" dirty="0">
                <a:solidFill>
                  <a:srgbClr val="003399"/>
                </a:solidFill>
              </a:rPr>
              <a:t>Changing </a:t>
            </a:r>
            <a:r>
              <a:rPr lang="en-US" dirty="0" smtClean="0">
                <a:solidFill>
                  <a:srgbClr val="003399"/>
                </a:solidFill>
              </a:rPr>
              <a:t>requirements: </a:t>
            </a:r>
            <a:r>
              <a:rPr lang="en-US" dirty="0"/>
              <a:t>You can control </a:t>
            </a:r>
            <a:r>
              <a:rPr lang="en-US" dirty="0" smtClean="0"/>
              <a:t>scope </a:t>
            </a:r>
            <a:r>
              <a:rPr lang="en-US" dirty="0"/>
              <a:t>creep by using documented business requirements and scope definitions as the benchmark for approving changes. A collaborative elicitation process with extensive user involvement can cut requirements creep nearly in half (Jones 1996a</a:t>
            </a:r>
            <a:r>
              <a:rPr lang="en-US" dirty="0" smtClean="0"/>
              <a:t>).</a:t>
            </a:r>
          </a:p>
          <a:p>
            <a:pPr lvl="1"/>
            <a:r>
              <a:rPr lang="en-US" dirty="0">
                <a:solidFill>
                  <a:srgbClr val="003399"/>
                </a:solidFill>
              </a:rPr>
              <a:t>Requirements change </a:t>
            </a:r>
            <a:r>
              <a:rPr lang="en-US" dirty="0" smtClean="0">
                <a:solidFill>
                  <a:srgbClr val="003399"/>
                </a:solidFill>
              </a:rPr>
              <a:t>process: </a:t>
            </a:r>
            <a:r>
              <a:rPr lang="en-US" dirty="0"/>
              <a:t>Risks related to how requirements changes are </a:t>
            </a:r>
            <a:r>
              <a:rPr lang="en-US" dirty="0" smtClean="0"/>
              <a:t>included lacking of </a:t>
            </a:r>
            <a:r>
              <a:rPr lang="en-US" dirty="0"/>
              <a:t>a defined change process, using ineffective change mechanisms, failing to incorporate valuable changes efficiently, and incorporating changes that bypass the </a:t>
            </a:r>
            <a:r>
              <a:rPr lang="en-US" dirty="0" smtClean="0"/>
              <a:t>process.</a:t>
            </a:r>
          </a:p>
          <a:p>
            <a:pPr lvl="1"/>
            <a:r>
              <a:rPr lang="en-US" dirty="0">
                <a:solidFill>
                  <a:srgbClr val="003399"/>
                </a:solidFill>
              </a:rPr>
              <a:t>Unimplemented </a:t>
            </a:r>
            <a:r>
              <a:rPr lang="en-US" dirty="0" smtClean="0">
                <a:solidFill>
                  <a:srgbClr val="003399"/>
                </a:solidFill>
              </a:rPr>
              <a:t>requirements: </a:t>
            </a:r>
            <a:r>
              <a:rPr lang="en-US" dirty="0"/>
              <a:t>Requirements tracing helps you avoid overlooking any requirements during design, construction, or testing</a:t>
            </a:r>
            <a:r>
              <a:rPr lang="en-US" dirty="0" smtClean="0"/>
              <a:t>.</a:t>
            </a:r>
          </a:p>
          <a:p>
            <a:pPr lvl="1"/>
            <a:r>
              <a:rPr lang="en-US" dirty="0">
                <a:solidFill>
                  <a:srgbClr val="003399"/>
                </a:solidFill>
              </a:rPr>
              <a:t>Expanding project </a:t>
            </a:r>
            <a:r>
              <a:rPr lang="en-US" dirty="0" smtClean="0">
                <a:solidFill>
                  <a:srgbClr val="003399"/>
                </a:solidFill>
              </a:rPr>
              <a:t>scope: </a:t>
            </a:r>
            <a:r>
              <a:rPr lang="en-US" dirty="0"/>
              <a:t>If requirements are poorly defined initially, further clarification can expand the scope of the project. Vaguely specified areas of the product will consume more effort than anticipated</a:t>
            </a:r>
            <a:r>
              <a:rPr lang="en-US" dirty="0" smtClean="0"/>
              <a:t>. </a:t>
            </a:r>
            <a:r>
              <a:rPr lang="en-US" dirty="0" smtClean="0">
                <a:sym typeface="Wingdings" panose="05000000000000000000" pitchFamily="2" charset="2"/>
              </a:rPr>
              <a:t> Should choose agile project </a:t>
            </a:r>
            <a:r>
              <a:rPr lang="en-US" dirty="0" smtClean="0">
                <a:sym typeface="Wingdings" panose="05000000000000000000" pitchFamily="2" charset="2"/>
              </a:rPr>
              <a:t>approach.</a:t>
            </a:r>
            <a:endParaRPr lang="en-US" dirty="0"/>
          </a:p>
          <a:p>
            <a:endParaRPr lang="en-US" dirty="0"/>
          </a:p>
        </p:txBody>
      </p:sp>
      <p:sp>
        <p:nvSpPr>
          <p:cNvPr id="2" name="Title 1"/>
          <p:cNvSpPr>
            <a:spLocks noGrp="1"/>
          </p:cNvSpPr>
          <p:nvPr>
            <p:ph type="title"/>
          </p:nvPr>
        </p:nvSpPr>
        <p:spPr/>
        <p:txBody>
          <a:bodyPr>
            <a:normAutofit/>
          </a:bodyPr>
          <a:lstStyle/>
          <a:p>
            <a:r>
              <a:rPr lang="en-US" dirty="0"/>
              <a:t>Requirements-related </a:t>
            </a:r>
            <a:r>
              <a:rPr lang="en-US" dirty="0" smtClean="0"/>
              <a:t>risks</a:t>
            </a:r>
            <a:endParaRPr lang="en-US" dirty="0"/>
          </a:p>
        </p:txBody>
      </p:sp>
      <p:sp>
        <p:nvSpPr>
          <p:cNvPr id="4" name="Footer Placeholder 3"/>
          <p:cNvSpPr>
            <a:spLocks noGrp="1"/>
          </p:cNvSpPr>
          <p:nvPr>
            <p:ph type="ftr" sz="quarter" idx="10"/>
          </p:nvPr>
        </p:nvSpPr>
        <p:spPr/>
        <p:txBody>
          <a:bodyPr/>
          <a:lstStyle/>
          <a:p>
            <a:pPr>
              <a:defRPr/>
            </a:pPr>
            <a:r>
              <a:rPr lang="en-US" smtClean="0"/>
              <a:t>Chapter 32: Software requirements and risk management _ BAYHV</a:t>
            </a:r>
            <a:endParaRPr lang="en-US"/>
          </a:p>
        </p:txBody>
      </p:sp>
      <p:sp>
        <p:nvSpPr>
          <p:cNvPr id="5" name="Slide Number Placeholder 4"/>
          <p:cNvSpPr>
            <a:spLocks noGrp="1"/>
          </p:cNvSpPr>
          <p:nvPr>
            <p:ph type="sldNum" sz="quarter" idx="11"/>
          </p:nvPr>
        </p:nvSpPr>
        <p:spPr/>
        <p:txBody>
          <a:bodyPr/>
          <a:lstStyle/>
          <a:p>
            <a:pPr>
              <a:defRPr/>
            </a:pPr>
            <a:fld id="{38F81FAE-D748-4BFC-A8B0-D2E750E8899F}" type="slidenum">
              <a:rPr lang="en-US" smtClean="0"/>
              <a:pPr>
                <a:defRPr/>
              </a:pPr>
              <a:t>16</a:t>
            </a:fld>
            <a:endParaRPr lang="en-US" dirty="0"/>
          </a:p>
        </p:txBody>
      </p:sp>
    </p:spTree>
    <p:extLst>
      <p:ext uri="{BB962C8B-B14F-4D97-AF65-F5344CB8AC3E}">
        <p14:creationId xmlns:p14="http://schemas.microsoft.com/office/powerpoint/2010/main" val="4060575426"/>
      </p:ext>
    </p:extLst>
  </p:cSld>
  <p:clrMapOvr>
    <a:masterClrMapping/>
  </p:clrMapOvr>
  <p:transition>
    <p:split orient="vert"/>
  </p:transition>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651760" y="0"/>
            <a:ext cx="6482080" cy="1052161"/>
          </a:xfrm>
        </p:spPr>
        <p:txBody>
          <a:bodyPr>
            <a:noAutofit/>
          </a:bodyPr>
          <a:lstStyle/>
          <a:p>
            <a:r>
              <a:rPr lang="en-US" sz="3200" dirty="0" smtClean="0"/>
              <a:t>Review chapter 32</a:t>
            </a:r>
            <a:endParaRPr lang="en-US" sz="3200" dirty="0"/>
          </a:p>
        </p:txBody>
      </p:sp>
      <p:sp>
        <p:nvSpPr>
          <p:cNvPr id="4" name="Footer Placeholder 3"/>
          <p:cNvSpPr>
            <a:spLocks noGrp="1"/>
          </p:cNvSpPr>
          <p:nvPr>
            <p:ph type="ftr" sz="quarter" idx="10"/>
          </p:nvPr>
        </p:nvSpPr>
        <p:spPr/>
        <p:txBody>
          <a:bodyPr/>
          <a:lstStyle/>
          <a:p>
            <a:pPr>
              <a:defRPr/>
            </a:pPr>
            <a:r>
              <a:rPr lang="en-US" smtClean="0"/>
              <a:t>Chapter 32: Software requirements and risk management _ BAYHV</a:t>
            </a:r>
            <a:endParaRPr lang="en-US"/>
          </a:p>
        </p:txBody>
      </p:sp>
      <p:sp>
        <p:nvSpPr>
          <p:cNvPr id="5" name="Slide Number Placeholder 4"/>
          <p:cNvSpPr>
            <a:spLocks noGrp="1"/>
          </p:cNvSpPr>
          <p:nvPr>
            <p:ph type="sldNum" sz="quarter" idx="11"/>
          </p:nvPr>
        </p:nvSpPr>
        <p:spPr/>
        <p:txBody>
          <a:bodyPr/>
          <a:lstStyle/>
          <a:p>
            <a:pPr>
              <a:defRPr/>
            </a:pPr>
            <a:fld id="{38F81FAE-D748-4BFC-A8B0-D2E750E8899F}" type="slidenum">
              <a:rPr lang="en-US" smtClean="0"/>
              <a:pPr>
                <a:defRPr/>
              </a:pPr>
              <a:t>17</a:t>
            </a:fld>
            <a:endParaRPr lang="en-US" dirty="0"/>
          </a:p>
        </p:txBody>
      </p:sp>
      <p:graphicFrame>
        <p:nvGraphicFramePr>
          <p:cNvPr id="7" name="Content Placeholder 6"/>
          <p:cNvGraphicFramePr>
            <a:graphicFrameLocks noGrp="1"/>
          </p:cNvGraphicFramePr>
          <p:nvPr>
            <p:ph idx="1"/>
            <p:extLst>
              <p:ext uri="{D42A27DB-BD31-4B8C-83A1-F6EECF244321}">
                <p14:modId xmlns:p14="http://schemas.microsoft.com/office/powerpoint/2010/main" val="2273644274"/>
              </p:ext>
            </p:extLst>
          </p:nvPr>
        </p:nvGraphicFramePr>
        <p:xfrm>
          <a:off x="228600" y="1177636"/>
          <a:ext cx="8686800" cy="5043056"/>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1196290278"/>
      </p:ext>
    </p:extLst>
  </p:cSld>
  <p:clrMapOvr>
    <a:masterClrMapping/>
  </p:clrMapOvr>
  <p:transition>
    <p:split orient="vert"/>
  </p:transition>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Footer Placeholder 3"/>
          <p:cNvSpPr>
            <a:spLocks noGrp="1"/>
          </p:cNvSpPr>
          <p:nvPr>
            <p:ph type="ftr" sz="quarter" idx="10"/>
          </p:nvPr>
        </p:nvSpPr>
        <p:spPr/>
        <p:txBody>
          <a:bodyPr/>
          <a:lstStyle/>
          <a:p>
            <a:pPr>
              <a:defRPr/>
            </a:pPr>
            <a:r>
              <a:rPr lang="en-US" smtClean="0"/>
              <a:t>Chapter 32: Software requirements and risk management _ BAYHV</a:t>
            </a:r>
            <a:endParaRPr lang="en-US"/>
          </a:p>
        </p:txBody>
      </p:sp>
      <p:sp>
        <p:nvSpPr>
          <p:cNvPr id="5" name="Slide Number Placeholder 4"/>
          <p:cNvSpPr>
            <a:spLocks noGrp="1"/>
          </p:cNvSpPr>
          <p:nvPr>
            <p:ph type="sldNum" sz="quarter" idx="11"/>
          </p:nvPr>
        </p:nvSpPr>
        <p:spPr/>
        <p:txBody>
          <a:bodyPr/>
          <a:lstStyle/>
          <a:p>
            <a:pPr>
              <a:defRPr/>
            </a:pPr>
            <a:fld id="{38F81FAE-D748-4BFC-A8B0-D2E750E8899F}" type="slidenum">
              <a:rPr lang="en-US" smtClean="0"/>
              <a:pPr>
                <a:defRPr/>
              </a:pPr>
              <a:t>18</a:t>
            </a:fld>
            <a:endParaRPr lang="en-US" dirty="0"/>
          </a:p>
        </p:txBody>
      </p:sp>
      <p:pic>
        <p:nvPicPr>
          <p:cNvPr id="8" name="Picture 7"/>
          <p:cNvPicPr>
            <a:picLocks noChangeAspect="1"/>
          </p:cNvPicPr>
          <p:nvPr/>
        </p:nvPicPr>
        <p:blipFill>
          <a:blip r:embed="rId3"/>
          <a:stretch>
            <a:fillRect/>
          </a:stretch>
        </p:blipFill>
        <p:spPr>
          <a:xfrm>
            <a:off x="0" y="1109661"/>
            <a:ext cx="9160372" cy="5154504"/>
          </a:xfrm>
          <a:prstGeom prst="rect">
            <a:avLst/>
          </a:prstGeom>
        </p:spPr>
      </p:pic>
    </p:spTree>
    <p:extLst>
      <p:ext uri="{BB962C8B-B14F-4D97-AF65-F5344CB8AC3E}">
        <p14:creationId xmlns:p14="http://schemas.microsoft.com/office/powerpoint/2010/main" val="1807235205"/>
      </p:ext>
    </p:extLst>
  </p:cSld>
  <p:clrMapOvr>
    <a:masterClrMapping/>
  </p:clrMapOvr>
  <p:transition>
    <p:split orient="vert"/>
  </p:transition>
  <p:timing>
    <p:tnLst>
      <p:par>
        <p:cTn id="1" dur="indefinite" restart="never" nodeType="tmRoot"/>
      </p:par>
    </p:tnLst>
  </p:timing>
</p:sld>
</file>

<file path=ppt/theme/theme1.xml><?xml version="1.0" encoding="utf-8"?>
<a:theme xmlns:a="http://schemas.openxmlformats.org/drawingml/2006/main" name="1_templat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Theme2</Template>
  <TotalTime>480</TotalTime>
  <Words>2359</Words>
  <Application>Microsoft Office PowerPoint</Application>
  <PresentationFormat>On-screen Show (4:3)</PresentationFormat>
  <Paragraphs>155</Paragraphs>
  <Slides>18</Slides>
  <Notes>3</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18</vt:i4>
      </vt:variant>
    </vt:vector>
  </HeadingPairs>
  <TitlesOfParts>
    <vt:vector size="23" baseType="lpstr">
      <vt:lpstr>Arial</vt:lpstr>
      <vt:lpstr>Calibri</vt:lpstr>
      <vt:lpstr>Tahoma</vt:lpstr>
      <vt:lpstr>Wingdings</vt:lpstr>
      <vt:lpstr>1_template</vt:lpstr>
      <vt:lpstr>Chapter 32   Software requirements and risk management</vt:lpstr>
      <vt:lpstr>Review chapter 31</vt:lpstr>
      <vt:lpstr>Objectives</vt:lpstr>
      <vt:lpstr>Contents</vt:lpstr>
      <vt:lpstr>What’s risk and risk management?</vt:lpstr>
      <vt:lpstr>Fundamentals of software risk management</vt:lpstr>
      <vt:lpstr>Fundamentals of software risk management</vt:lpstr>
      <vt:lpstr>Fundamentals of software risk management</vt:lpstr>
      <vt:lpstr>Requirements-related risks</vt:lpstr>
      <vt:lpstr>Requirements-related risks</vt:lpstr>
      <vt:lpstr>Requirements-related risks</vt:lpstr>
      <vt:lpstr>Requirements-related risks</vt:lpstr>
      <vt:lpstr>Requirements-related risks</vt:lpstr>
      <vt:lpstr>Requirements-related risks</vt:lpstr>
      <vt:lpstr>Requirements-related risks</vt:lpstr>
      <vt:lpstr>Requirements-related risks</vt:lpstr>
      <vt:lpstr>Review chapter 32</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Chapter 32  Software requirements and risk management</dc:title>
  <dc:creator>Huong</dc:creator>
  <cp:lastModifiedBy>Bay Huynh Van (FE FPTU CT)</cp:lastModifiedBy>
  <cp:revision>50</cp:revision>
  <dcterms:created xsi:type="dcterms:W3CDTF">2018-04-24T07:15:10Z</dcterms:created>
  <dcterms:modified xsi:type="dcterms:W3CDTF">2020-04-01T10:48:47Z</dcterms:modified>
</cp:coreProperties>
</file>