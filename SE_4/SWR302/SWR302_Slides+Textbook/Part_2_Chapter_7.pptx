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39"/>
  </p:notesMasterIdLst>
  <p:sldIdLst>
    <p:sldId id="257" r:id="rId2"/>
    <p:sldId id="295" r:id="rId3"/>
    <p:sldId id="297" r:id="rId4"/>
    <p:sldId id="258" r:id="rId5"/>
    <p:sldId id="259" r:id="rId6"/>
    <p:sldId id="260" r:id="rId7"/>
    <p:sldId id="261" r:id="rId8"/>
    <p:sldId id="262" r:id="rId9"/>
    <p:sldId id="285" r:id="rId10"/>
    <p:sldId id="286" r:id="rId11"/>
    <p:sldId id="263" r:id="rId12"/>
    <p:sldId id="264" r:id="rId13"/>
    <p:sldId id="265" r:id="rId14"/>
    <p:sldId id="267" r:id="rId15"/>
    <p:sldId id="268" r:id="rId16"/>
    <p:sldId id="269" r:id="rId17"/>
    <p:sldId id="273" r:id="rId18"/>
    <p:sldId id="274" r:id="rId19"/>
    <p:sldId id="287" r:id="rId20"/>
    <p:sldId id="288" r:id="rId21"/>
    <p:sldId id="275" r:id="rId22"/>
    <p:sldId id="276" r:id="rId23"/>
    <p:sldId id="277" r:id="rId24"/>
    <p:sldId id="289" r:id="rId25"/>
    <p:sldId id="292" r:id="rId26"/>
    <p:sldId id="291" r:id="rId27"/>
    <p:sldId id="290" r:id="rId28"/>
    <p:sldId id="293" r:id="rId29"/>
    <p:sldId id="278" r:id="rId30"/>
    <p:sldId id="279" r:id="rId31"/>
    <p:sldId id="280" r:id="rId32"/>
    <p:sldId id="294" r:id="rId33"/>
    <p:sldId id="281" r:id="rId34"/>
    <p:sldId id="282" r:id="rId35"/>
    <p:sldId id="283" r:id="rId36"/>
    <p:sldId id="296" r:id="rId37"/>
    <p:sldId id="284"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3283" autoAdjust="0"/>
  </p:normalViewPr>
  <p:slideViewPr>
    <p:cSldViewPr snapToGrid="0">
      <p:cViewPr varScale="1">
        <p:scale>
          <a:sx n="95" d="100"/>
          <a:sy n="95" d="100"/>
        </p:scale>
        <p:origin x="21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6: Finding the voice of the user.</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User personas</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a:t>Connecting with user representatives</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User classes</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A1A03C13-4BED-4BB7-8AFB-BDB236A519FA}">
      <dgm:prSet phldrT="[Text]" custT="1"/>
      <dgm:spPr/>
      <dgm:t>
        <a:bodyPr/>
        <a:lstStyle/>
        <a:p>
          <a:r>
            <a:rPr lang="en-US" sz="1600" dirty="0"/>
            <a:t>Product champion</a:t>
          </a:r>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a:t>Identifying  user classes for your project</a:t>
          </a:r>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a:t>Classifying users</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029385A5-7884-4868-8A52-5A667FA5EED1}">
      <dgm:prSet phldrT="[Text]" custT="1"/>
      <dgm:spPr/>
      <dgm:t>
        <a:bodyPr/>
        <a:lstStyle/>
        <a:p>
          <a:r>
            <a:rPr lang="en-US" sz="1600" dirty="0"/>
            <a:t>Product champion’s tasks</a:t>
          </a:r>
        </a:p>
      </dgm:t>
    </dgm:pt>
    <dgm:pt modelId="{D55C4832-7907-4EBF-AE2A-0BA235524CD4}" type="parTrans" cxnId="{121190D6-3475-475C-BE98-B88CC10B3813}">
      <dgm:prSet/>
      <dgm:spPr/>
      <dgm:t>
        <a:bodyPr/>
        <a:lstStyle/>
        <a:p>
          <a:endParaRPr lang="en-US"/>
        </a:p>
      </dgm:t>
    </dgm:pt>
    <dgm:pt modelId="{76BBD5FF-E994-4436-87D1-91B05094619F}" type="sibTrans" cxnId="{121190D6-3475-475C-BE98-B88CC10B3813}">
      <dgm:prSet/>
      <dgm:spPr/>
      <dgm:t>
        <a:bodyPr/>
        <a:lstStyle/>
        <a:p>
          <a:endParaRPr lang="en-US"/>
        </a:p>
      </dgm:t>
    </dgm:pt>
    <dgm:pt modelId="{1A1CF78A-2280-4E8B-B428-2E98CD466477}">
      <dgm:prSet phldrT="[Text]" custT="1"/>
      <dgm:spPr/>
      <dgm:t>
        <a:bodyPr/>
        <a:lstStyle/>
        <a:p>
          <a:r>
            <a:rPr lang="en-US" sz="1600" dirty="0"/>
            <a:t>External product champion</a:t>
          </a:r>
        </a:p>
      </dgm:t>
    </dgm:pt>
    <dgm:pt modelId="{44990EAE-AA0B-4B7A-81C8-7EF07E85BDF4}" type="parTrans" cxnId="{A7C73411-72CF-4D1D-8815-5544F6109425}">
      <dgm:prSet/>
      <dgm:spPr/>
      <dgm:t>
        <a:bodyPr/>
        <a:lstStyle/>
        <a:p>
          <a:endParaRPr lang="en-US"/>
        </a:p>
      </dgm:t>
    </dgm:pt>
    <dgm:pt modelId="{8C194F76-C47C-40BF-AE51-ACEB001F0D01}" type="sibTrans" cxnId="{A7C73411-72CF-4D1D-8815-5544F6109425}">
      <dgm:prSet/>
      <dgm:spPr/>
      <dgm:t>
        <a:bodyPr/>
        <a:lstStyle/>
        <a:p>
          <a:endParaRPr lang="en-US"/>
        </a:p>
      </dgm:t>
    </dgm:pt>
    <dgm:pt modelId="{37AC29D6-5196-4526-B470-AD55A5B95426}">
      <dgm:prSet phldrT="[Text]" custT="1"/>
      <dgm:spPr/>
      <dgm:t>
        <a:bodyPr/>
        <a:lstStyle/>
        <a:p>
          <a:r>
            <a:rPr lang="en-US" sz="1600" dirty="0"/>
            <a:t>Product champion expectations</a:t>
          </a:r>
        </a:p>
      </dgm:t>
    </dgm:pt>
    <dgm:pt modelId="{16E4FE4F-9910-4C62-9BD8-0BD49D3BB72F}" type="parTrans" cxnId="{2272D82D-D36A-4D91-966B-D2CB68DB462C}">
      <dgm:prSet/>
      <dgm:spPr/>
      <dgm:t>
        <a:bodyPr/>
        <a:lstStyle/>
        <a:p>
          <a:endParaRPr lang="en-US"/>
        </a:p>
      </dgm:t>
    </dgm:pt>
    <dgm:pt modelId="{F32EAEB6-D167-4A75-B59B-CF2A3D805E20}" type="sibTrans" cxnId="{2272D82D-D36A-4D91-966B-D2CB68DB462C}">
      <dgm:prSet/>
      <dgm:spPr/>
      <dgm:t>
        <a:bodyPr/>
        <a:lstStyle/>
        <a:p>
          <a:endParaRPr lang="en-US"/>
        </a:p>
      </dgm:t>
    </dgm:pt>
    <dgm:pt modelId="{B09D74D9-8705-45E2-A233-86535B5E25C4}">
      <dgm:prSet phldrT="[Text]" custT="1"/>
      <dgm:spPr/>
      <dgm:t>
        <a:bodyPr/>
        <a:lstStyle/>
        <a:p>
          <a:r>
            <a:rPr lang="en-US" sz="1600" dirty="0"/>
            <a:t>Multiple product champions</a:t>
          </a:r>
        </a:p>
      </dgm:t>
    </dgm:pt>
    <dgm:pt modelId="{02E8A52A-FA04-4DE1-B36D-83DF6853FDB5}" type="parTrans" cxnId="{ECA21673-94B8-4B4F-BAA8-600CC7C8CC6D}">
      <dgm:prSet/>
      <dgm:spPr/>
      <dgm:t>
        <a:bodyPr/>
        <a:lstStyle/>
        <a:p>
          <a:endParaRPr lang="en-US"/>
        </a:p>
      </dgm:t>
    </dgm:pt>
    <dgm:pt modelId="{07C8314B-67E2-497C-A8EB-405AC08BF1D6}" type="sibTrans" cxnId="{ECA21673-94B8-4B4F-BAA8-600CC7C8CC6D}">
      <dgm:prSet/>
      <dgm:spPr/>
      <dgm:t>
        <a:bodyPr/>
        <a:lstStyle/>
        <a:p>
          <a:endParaRPr lang="en-US"/>
        </a:p>
      </dgm:t>
    </dgm:pt>
    <dgm:pt modelId="{B70999B2-1540-4DB1-86A1-69D5141F2E78}">
      <dgm:prSet phldrT="[Text]" custT="1"/>
      <dgm:spPr/>
      <dgm:t>
        <a:bodyPr/>
        <a:lstStyle/>
        <a:p>
          <a:r>
            <a:rPr lang="en-US" sz="1600" dirty="0"/>
            <a:t>Product champion traps</a:t>
          </a:r>
        </a:p>
      </dgm:t>
    </dgm:pt>
    <dgm:pt modelId="{DD3FAA0A-9D01-4EE9-AC4E-E415B4CB4E7F}" type="parTrans" cxnId="{B4200373-99DD-4849-B406-8E636394864F}">
      <dgm:prSet/>
      <dgm:spPr/>
      <dgm:t>
        <a:bodyPr/>
        <a:lstStyle/>
        <a:p>
          <a:endParaRPr lang="en-US"/>
        </a:p>
      </dgm:t>
    </dgm:pt>
    <dgm:pt modelId="{3A8A9939-58EC-44C3-A9E2-D88DF1E21E1E}" type="sibTrans" cxnId="{B4200373-99DD-4849-B406-8E636394864F}">
      <dgm:prSet/>
      <dgm:spPr/>
      <dgm:t>
        <a:bodyPr/>
        <a:lstStyle/>
        <a:p>
          <a:endParaRPr lang="en-US"/>
        </a:p>
      </dgm:t>
    </dgm:pt>
    <dgm:pt modelId="{E0C7AB89-6DCE-4711-AD98-7E561761BDFF}">
      <dgm:prSet phldrT="[Text]" custT="1"/>
      <dgm:spPr/>
      <dgm:t>
        <a:bodyPr/>
        <a:lstStyle/>
        <a:p>
          <a:r>
            <a:rPr lang="en-US" sz="1600" dirty="0"/>
            <a:t>Agile projects</a:t>
          </a:r>
        </a:p>
      </dgm:t>
    </dgm:pt>
    <dgm:pt modelId="{FA15B88D-1F62-4800-9C77-D9491DA18B40}" type="parTrans" cxnId="{1F98B392-633B-469B-8C52-AC5671A38D82}">
      <dgm:prSet/>
      <dgm:spPr/>
      <dgm:t>
        <a:bodyPr/>
        <a:lstStyle/>
        <a:p>
          <a:endParaRPr lang="en-US"/>
        </a:p>
      </dgm:t>
    </dgm:pt>
    <dgm:pt modelId="{F78EAB7A-9BD5-4E9E-A5CD-FC4A44B4100D}" type="sibTrans" cxnId="{1F98B392-633B-469B-8C52-AC5671A38D82}">
      <dgm:prSet/>
      <dgm:spPr/>
      <dgm:t>
        <a:bodyPr/>
        <a:lstStyle/>
        <a:p>
          <a:endParaRPr lang="en-US"/>
        </a:p>
      </dgm:t>
    </dgm:pt>
    <dgm:pt modelId="{CA568641-4FCB-407C-B620-4ACE052EA82B}">
      <dgm:prSet phldrT="[Text]" custT="1"/>
      <dgm:spPr/>
      <dgm:t>
        <a:bodyPr/>
        <a:lstStyle/>
        <a:p>
          <a:r>
            <a:rPr lang="en-US" sz="1600" dirty="0"/>
            <a:t>Product owner</a:t>
          </a:r>
        </a:p>
      </dgm:t>
    </dgm:pt>
    <dgm:pt modelId="{B6DF7470-3CF3-44FE-B8BE-0C141A9F1CA6}" type="parTrans" cxnId="{854E5BDC-04A7-4D7A-8845-288C26B188A7}">
      <dgm:prSet/>
      <dgm:spPr/>
      <dgm:t>
        <a:bodyPr/>
        <a:lstStyle/>
        <a:p>
          <a:endParaRPr lang="en-US"/>
        </a:p>
      </dgm:t>
    </dgm:pt>
    <dgm:pt modelId="{15D9D6CE-4838-4F33-8B4C-B050B27A4D3B}" type="sibTrans" cxnId="{854E5BDC-04A7-4D7A-8845-288C26B188A7}">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221574">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custScaleX="149111">
        <dgm:presLayoutVars>
          <dgm:chPref val="3"/>
        </dgm:presLayoutVars>
      </dgm:prSet>
      <dgm:spPr/>
    </dgm:pt>
    <dgm:pt modelId="{A10B8E6A-AEE1-4C2B-8634-C515AEDBA0E5}" type="pres">
      <dgm:prSet presAssocID="{9286A5EC-F2A9-487D-8BF1-B96EEEFD636B}" presName="rootConnector" presStyleLbl="node2" presStyleIdx="0" presStyleCnt="5"/>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8"/>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8">
        <dgm:presLayoutVars>
          <dgm:chPref val="3"/>
        </dgm:presLayoutVars>
      </dgm:prSet>
      <dgm:spPr/>
    </dgm:pt>
    <dgm:pt modelId="{7C494E9C-07EE-4809-A445-329E5D279BED}" type="pres">
      <dgm:prSet presAssocID="{ADFFC400-8BBA-4CA0-97DA-A5239AD7FF83}" presName="rootConnector" presStyleLbl="node3" presStyleIdx="0" presStyleCnt="8"/>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8"/>
      <dgm:spPr/>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8">
        <dgm:presLayoutVars>
          <dgm:chPref val="3"/>
        </dgm:presLayoutVars>
      </dgm:prSet>
      <dgm:spPr/>
    </dgm:pt>
    <dgm:pt modelId="{BFFD6F86-AD10-4340-B993-09FE9B342F4C}" type="pres">
      <dgm:prSet presAssocID="{1E627F9E-CE3B-4A85-BB78-8DDB86A78DDE}" presName="rootConnector" presStyleLbl="node3" presStyleIdx="1" presStyleCnt="8"/>
      <dgm:spPr/>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custScaleX="149111">
        <dgm:presLayoutVars>
          <dgm:chPref val="3"/>
        </dgm:presLayoutVars>
      </dgm:prSet>
      <dgm:spPr/>
    </dgm:pt>
    <dgm:pt modelId="{1999F93D-C5E3-4B58-A38A-C971B5C1871B}" type="pres">
      <dgm:prSet presAssocID="{620DD3EC-BDCD-468B-B566-7FE2B848507E}" presName="rootConnector" presStyleLbl="node2" presStyleIdx="1" presStyleCnt="5"/>
      <dgm:spPr/>
    </dgm:pt>
    <dgm:pt modelId="{4C592C92-3156-443C-BB98-9204DFF01F72}" type="pres">
      <dgm:prSet presAssocID="{620DD3EC-BDCD-468B-B566-7FE2B848507E}" presName="hierChild4"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5"/>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5" custScaleX="149111">
        <dgm:presLayoutVars>
          <dgm:chPref val="3"/>
        </dgm:presLayoutVars>
      </dgm:prSet>
      <dgm:spPr/>
    </dgm:pt>
    <dgm:pt modelId="{2B09EB8B-ED69-45F5-BA37-36CF2B0643CF}" type="pres">
      <dgm:prSet presAssocID="{1FDE73C1-1773-4DFF-80D8-CE538843B8D6}" presName="rootConnector" presStyleLbl="node2" presStyleIdx="2" presStyleCnt="5"/>
      <dgm:spPr/>
    </dgm:pt>
    <dgm:pt modelId="{1DE9D2D5-FD8E-457B-8509-AF1B11F236B3}" type="pres">
      <dgm:prSet presAssocID="{1FDE73C1-1773-4DFF-80D8-CE538843B8D6}" presName="hierChild4"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5"/>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5" custScaleX="149111">
        <dgm:presLayoutVars>
          <dgm:chPref val="3"/>
        </dgm:presLayoutVars>
      </dgm:prSet>
      <dgm:spPr/>
    </dgm:pt>
    <dgm:pt modelId="{0FE7A504-1A99-42A4-92D2-369E93728B6E}" type="pres">
      <dgm:prSet presAssocID="{A1A03C13-4BED-4BB7-8AFB-BDB236A519FA}" presName="rootConnector" presStyleLbl="node2" presStyleIdx="3" presStyleCnt="5"/>
      <dgm:spPr/>
    </dgm:pt>
    <dgm:pt modelId="{5C832EA0-92EB-4018-A238-AAD0380D7AE1}" type="pres">
      <dgm:prSet presAssocID="{A1A03C13-4BED-4BB7-8AFB-BDB236A519FA}" presName="hierChild4" presStyleCnt="0"/>
      <dgm:spPr/>
    </dgm:pt>
    <dgm:pt modelId="{2A679957-7E3B-4BD6-B48E-5D4D6DCC99DC}" type="pres">
      <dgm:prSet presAssocID="{D55C4832-7907-4EBF-AE2A-0BA235524CD4}" presName="Name37" presStyleLbl="parChTrans1D3" presStyleIdx="2" presStyleCnt="8"/>
      <dgm:spPr/>
    </dgm:pt>
    <dgm:pt modelId="{21D8A42E-91C9-4273-879D-7785FB394613}" type="pres">
      <dgm:prSet presAssocID="{029385A5-7884-4868-8A52-5A667FA5EED1}" presName="hierRoot2" presStyleCnt="0">
        <dgm:presLayoutVars>
          <dgm:hierBranch val="init"/>
        </dgm:presLayoutVars>
      </dgm:prSet>
      <dgm:spPr/>
    </dgm:pt>
    <dgm:pt modelId="{9924DB7D-0B8C-4877-9C94-F05014984C7F}" type="pres">
      <dgm:prSet presAssocID="{029385A5-7884-4868-8A52-5A667FA5EED1}" presName="rootComposite" presStyleCnt="0"/>
      <dgm:spPr/>
    </dgm:pt>
    <dgm:pt modelId="{4D245AAB-B59E-4A71-9078-92C96B68BEDE}" type="pres">
      <dgm:prSet presAssocID="{029385A5-7884-4868-8A52-5A667FA5EED1}" presName="rootText" presStyleLbl="node3" presStyleIdx="2" presStyleCnt="8">
        <dgm:presLayoutVars>
          <dgm:chPref val="3"/>
        </dgm:presLayoutVars>
      </dgm:prSet>
      <dgm:spPr/>
    </dgm:pt>
    <dgm:pt modelId="{9625BECB-7DD4-4122-93F7-2CE7BAEA1D3F}" type="pres">
      <dgm:prSet presAssocID="{029385A5-7884-4868-8A52-5A667FA5EED1}" presName="rootConnector" presStyleLbl="node3" presStyleIdx="2" presStyleCnt="8"/>
      <dgm:spPr/>
    </dgm:pt>
    <dgm:pt modelId="{87F5F425-2408-4090-9506-B7F94AB46B9D}" type="pres">
      <dgm:prSet presAssocID="{029385A5-7884-4868-8A52-5A667FA5EED1}" presName="hierChild4" presStyleCnt="0"/>
      <dgm:spPr/>
    </dgm:pt>
    <dgm:pt modelId="{50941B70-9A65-43B8-B603-89D618FF83DD}" type="pres">
      <dgm:prSet presAssocID="{029385A5-7884-4868-8A52-5A667FA5EED1}" presName="hierChild5" presStyleCnt="0"/>
      <dgm:spPr/>
    </dgm:pt>
    <dgm:pt modelId="{8214F421-3EDC-473C-AA0A-5D676BB69F45}" type="pres">
      <dgm:prSet presAssocID="{44990EAE-AA0B-4B7A-81C8-7EF07E85BDF4}" presName="Name37" presStyleLbl="parChTrans1D3" presStyleIdx="3" presStyleCnt="8"/>
      <dgm:spPr/>
    </dgm:pt>
    <dgm:pt modelId="{F741D4A9-8F07-4671-9ABF-9999DB769DA5}" type="pres">
      <dgm:prSet presAssocID="{1A1CF78A-2280-4E8B-B428-2E98CD466477}" presName="hierRoot2" presStyleCnt="0">
        <dgm:presLayoutVars>
          <dgm:hierBranch val="init"/>
        </dgm:presLayoutVars>
      </dgm:prSet>
      <dgm:spPr/>
    </dgm:pt>
    <dgm:pt modelId="{23F3031F-C4F7-44AB-9D50-4F1254FDF8E7}" type="pres">
      <dgm:prSet presAssocID="{1A1CF78A-2280-4E8B-B428-2E98CD466477}" presName="rootComposite" presStyleCnt="0"/>
      <dgm:spPr/>
    </dgm:pt>
    <dgm:pt modelId="{B751704E-3EDE-42D5-B9B8-51585ED1653A}" type="pres">
      <dgm:prSet presAssocID="{1A1CF78A-2280-4E8B-B428-2E98CD466477}" presName="rootText" presStyleLbl="node3" presStyleIdx="3" presStyleCnt="8">
        <dgm:presLayoutVars>
          <dgm:chPref val="3"/>
        </dgm:presLayoutVars>
      </dgm:prSet>
      <dgm:spPr/>
    </dgm:pt>
    <dgm:pt modelId="{218A3D50-0DC0-4772-BC9B-903353757078}" type="pres">
      <dgm:prSet presAssocID="{1A1CF78A-2280-4E8B-B428-2E98CD466477}" presName="rootConnector" presStyleLbl="node3" presStyleIdx="3" presStyleCnt="8"/>
      <dgm:spPr/>
    </dgm:pt>
    <dgm:pt modelId="{623B3793-671F-4EBD-944C-AEAA381DBF60}" type="pres">
      <dgm:prSet presAssocID="{1A1CF78A-2280-4E8B-B428-2E98CD466477}" presName="hierChild4" presStyleCnt="0"/>
      <dgm:spPr/>
    </dgm:pt>
    <dgm:pt modelId="{CEEC3C0C-6394-4BB3-AE4B-B0E13E844A06}" type="pres">
      <dgm:prSet presAssocID="{1A1CF78A-2280-4E8B-B428-2E98CD466477}" presName="hierChild5" presStyleCnt="0"/>
      <dgm:spPr/>
    </dgm:pt>
    <dgm:pt modelId="{6203C03E-570C-4E7D-9C92-0AC3EA643FF1}" type="pres">
      <dgm:prSet presAssocID="{16E4FE4F-9910-4C62-9BD8-0BD49D3BB72F}" presName="Name37" presStyleLbl="parChTrans1D3" presStyleIdx="4" presStyleCnt="8"/>
      <dgm:spPr/>
    </dgm:pt>
    <dgm:pt modelId="{9CCAFF56-488B-455F-971C-08FEDD1BEB39}" type="pres">
      <dgm:prSet presAssocID="{37AC29D6-5196-4526-B470-AD55A5B95426}" presName="hierRoot2" presStyleCnt="0">
        <dgm:presLayoutVars>
          <dgm:hierBranch val="init"/>
        </dgm:presLayoutVars>
      </dgm:prSet>
      <dgm:spPr/>
    </dgm:pt>
    <dgm:pt modelId="{8088FCB5-12A3-48FA-8FF9-08DDA7E4B52B}" type="pres">
      <dgm:prSet presAssocID="{37AC29D6-5196-4526-B470-AD55A5B95426}" presName="rootComposite" presStyleCnt="0"/>
      <dgm:spPr/>
    </dgm:pt>
    <dgm:pt modelId="{B059F08C-E0A3-4F62-A09D-4451BB99F9FB}" type="pres">
      <dgm:prSet presAssocID="{37AC29D6-5196-4526-B470-AD55A5B95426}" presName="rootText" presStyleLbl="node3" presStyleIdx="4" presStyleCnt="8">
        <dgm:presLayoutVars>
          <dgm:chPref val="3"/>
        </dgm:presLayoutVars>
      </dgm:prSet>
      <dgm:spPr/>
    </dgm:pt>
    <dgm:pt modelId="{4C7744C2-C66F-49B7-8457-397BA58B343A}" type="pres">
      <dgm:prSet presAssocID="{37AC29D6-5196-4526-B470-AD55A5B95426}" presName="rootConnector" presStyleLbl="node3" presStyleIdx="4" presStyleCnt="8"/>
      <dgm:spPr/>
    </dgm:pt>
    <dgm:pt modelId="{3957B869-A86C-4FAC-9055-CE3EEE961789}" type="pres">
      <dgm:prSet presAssocID="{37AC29D6-5196-4526-B470-AD55A5B95426}" presName="hierChild4" presStyleCnt="0"/>
      <dgm:spPr/>
    </dgm:pt>
    <dgm:pt modelId="{AED62139-BA94-40DB-90FC-14073E2B80CF}" type="pres">
      <dgm:prSet presAssocID="{37AC29D6-5196-4526-B470-AD55A5B95426}" presName="hierChild5" presStyleCnt="0"/>
      <dgm:spPr/>
    </dgm:pt>
    <dgm:pt modelId="{7B45AE52-A61F-4C7C-A234-52656783204F}" type="pres">
      <dgm:prSet presAssocID="{02E8A52A-FA04-4DE1-B36D-83DF6853FDB5}" presName="Name37" presStyleLbl="parChTrans1D3" presStyleIdx="5" presStyleCnt="8"/>
      <dgm:spPr/>
    </dgm:pt>
    <dgm:pt modelId="{2BB8898A-B645-4834-AD32-FD1BB0162CFB}" type="pres">
      <dgm:prSet presAssocID="{B09D74D9-8705-45E2-A233-86535B5E25C4}" presName="hierRoot2" presStyleCnt="0">
        <dgm:presLayoutVars>
          <dgm:hierBranch val="init"/>
        </dgm:presLayoutVars>
      </dgm:prSet>
      <dgm:spPr/>
    </dgm:pt>
    <dgm:pt modelId="{57533D3F-43B2-44AE-AC4C-32E3020D1B15}" type="pres">
      <dgm:prSet presAssocID="{B09D74D9-8705-45E2-A233-86535B5E25C4}" presName="rootComposite" presStyleCnt="0"/>
      <dgm:spPr/>
    </dgm:pt>
    <dgm:pt modelId="{69C599BA-DE2A-47CB-BD25-E414CFC0172E}" type="pres">
      <dgm:prSet presAssocID="{B09D74D9-8705-45E2-A233-86535B5E25C4}" presName="rootText" presStyleLbl="node3" presStyleIdx="5" presStyleCnt="8">
        <dgm:presLayoutVars>
          <dgm:chPref val="3"/>
        </dgm:presLayoutVars>
      </dgm:prSet>
      <dgm:spPr/>
    </dgm:pt>
    <dgm:pt modelId="{EF32AAA6-8F91-49CD-B592-B98A71A2B380}" type="pres">
      <dgm:prSet presAssocID="{B09D74D9-8705-45E2-A233-86535B5E25C4}" presName="rootConnector" presStyleLbl="node3" presStyleIdx="5" presStyleCnt="8"/>
      <dgm:spPr/>
    </dgm:pt>
    <dgm:pt modelId="{1ED63D06-078F-4DEA-AE7A-F78B9F1E31BC}" type="pres">
      <dgm:prSet presAssocID="{B09D74D9-8705-45E2-A233-86535B5E25C4}" presName="hierChild4" presStyleCnt="0"/>
      <dgm:spPr/>
    </dgm:pt>
    <dgm:pt modelId="{710AC9B7-BF45-4B7A-9260-CC069D8E5931}" type="pres">
      <dgm:prSet presAssocID="{B09D74D9-8705-45E2-A233-86535B5E25C4}" presName="hierChild5" presStyleCnt="0"/>
      <dgm:spPr/>
    </dgm:pt>
    <dgm:pt modelId="{11DEB870-7AA8-44F9-8F91-E6FADEC8F33A}" type="pres">
      <dgm:prSet presAssocID="{DD3FAA0A-9D01-4EE9-AC4E-E415B4CB4E7F}" presName="Name37" presStyleLbl="parChTrans1D3" presStyleIdx="6" presStyleCnt="8"/>
      <dgm:spPr/>
    </dgm:pt>
    <dgm:pt modelId="{2E74E7BD-876C-48EC-9E39-B9A96353D2AC}" type="pres">
      <dgm:prSet presAssocID="{B70999B2-1540-4DB1-86A1-69D5141F2E78}" presName="hierRoot2" presStyleCnt="0">
        <dgm:presLayoutVars>
          <dgm:hierBranch val="init"/>
        </dgm:presLayoutVars>
      </dgm:prSet>
      <dgm:spPr/>
    </dgm:pt>
    <dgm:pt modelId="{717E291A-20C3-4220-B4A0-92B5B9717204}" type="pres">
      <dgm:prSet presAssocID="{B70999B2-1540-4DB1-86A1-69D5141F2E78}" presName="rootComposite" presStyleCnt="0"/>
      <dgm:spPr/>
    </dgm:pt>
    <dgm:pt modelId="{0A13B8F0-6F9A-41CC-9AB2-4A2B2353D519}" type="pres">
      <dgm:prSet presAssocID="{B70999B2-1540-4DB1-86A1-69D5141F2E78}" presName="rootText" presStyleLbl="node3" presStyleIdx="6" presStyleCnt="8">
        <dgm:presLayoutVars>
          <dgm:chPref val="3"/>
        </dgm:presLayoutVars>
      </dgm:prSet>
      <dgm:spPr/>
    </dgm:pt>
    <dgm:pt modelId="{1A508E28-370B-4F05-9488-A8A612FD634B}" type="pres">
      <dgm:prSet presAssocID="{B70999B2-1540-4DB1-86A1-69D5141F2E78}" presName="rootConnector" presStyleLbl="node3" presStyleIdx="6" presStyleCnt="8"/>
      <dgm:spPr/>
    </dgm:pt>
    <dgm:pt modelId="{FED1DCEC-FF55-4FF3-8CF3-D7344DCA0CF3}" type="pres">
      <dgm:prSet presAssocID="{B70999B2-1540-4DB1-86A1-69D5141F2E78}" presName="hierChild4" presStyleCnt="0"/>
      <dgm:spPr/>
    </dgm:pt>
    <dgm:pt modelId="{B05F0FAC-0572-4921-9728-A655034F501D}" type="pres">
      <dgm:prSet presAssocID="{B70999B2-1540-4DB1-86A1-69D5141F2E78}" presName="hierChild5" presStyleCnt="0"/>
      <dgm:spPr/>
    </dgm:pt>
    <dgm:pt modelId="{AFF152E2-0280-4325-8B01-B43435B7724D}" type="pres">
      <dgm:prSet presAssocID="{A1A03C13-4BED-4BB7-8AFB-BDB236A519FA}" presName="hierChild5" presStyleCnt="0"/>
      <dgm:spPr/>
    </dgm:pt>
    <dgm:pt modelId="{12450436-20FF-4107-9A60-59BC15424C48}" type="pres">
      <dgm:prSet presAssocID="{FA15B88D-1F62-4800-9C77-D9491DA18B40}" presName="Name37" presStyleLbl="parChTrans1D2" presStyleIdx="4" presStyleCnt="5"/>
      <dgm:spPr/>
    </dgm:pt>
    <dgm:pt modelId="{8B13A02E-044C-4933-B8B5-792F7B24511F}" type="pres">
      <dgm:prSet presAssocID="{E0C7AB89-6DCE-4711-AD98-7E561761BDFF}" presName="hierRoot2" presStyleCnt="0">
        <dgm:presLayoutVars>
          <dgm:hierBranch val="init"/>
        </dgm:presLayoutVars>
      </dgm:prSet>
      <dgm:spPr/>
    </dgm:pt>
    <dgm:pt modelId="{DFAFF08F-5A3F-4FA9-A188-AF26D0B232D3}" type="pres">
      <dgm:prSet presAssocID="{E0C7AB89-6DCE-4711-AD98-7E561761BDFF}" presName="rootComposite" presStyleCnt="0"/>
      <dgm:spPr/>
    </dgm:pt>
    <dgm:pt modelId="{602F66FB-1991-41A4-AB11-A85608B0FF68}" type="pres">
      <dgm:prSet presAssocID="{E0C7AB89-6DCE-4711-AD98-7E561761BDFF}" presName="rootText" presStyleLbl="node2" presStyleIdx="4" presStyleCnt="5">
        <dgm:presLayoutVars>
          <dgm:chPref val="3"/>
        </dgm:presLayoutVars>
      </dgm:prSet>
      <dgm:spPr/>
    </dgm:pt>
    <dgm:pt modelId="{484104B8-C55A-413F-9E9B-571986A8C406}" type="pres">
      <dgm:prSet presAssocID="{E0C7AB89-6DCE-4711-AD98-7E561761BDFF}" presName="rootConnector" presStyleLbl="node2" presStyleIdx="4" presStyleCnt="5"/>
      <dgm:spPr/>
    </dgm:pt>
    <dgm:pt modelId="{A0037F49-6EC0-49E8-96CD-C63016F73797}" type="pres">
      <dgm:prSet presAssocID="{E0C7AB89-6DCE-4711-AD98-7E561761BDFF}" presName="hierChild4" presStyleCnt="0"/>
      <dgm:spPr/>
    </dgm:pt>
    <dgm:pt modelId="{720E23B0-F442-4400-B6AF-B60AAF5EACF0}" type="pres">
      <dgm:prSet presAssocID="{B6DF7470-3CF3-44FE-B8BE-0C141A9F1CA6}" presName="Name37" presStyleLbl="parChTrans1D3" presStyleIdx="7" presStyleCnt="8"/>
      <dgm:spPr/>
    </dgm:pt>
    <dgm:pt modelId="{54CDA431-8935-4317-9550-5A0EDC440675}" type="pres">
      <dgm:prSet presAssocID="{CA568641-4FCB-407C-B620-4ACE052EA82B}" presName="hierRoot2" presStyleCnt="0">
        <dgm:presLayoutVars>
          <dgm:hierBranch val="init"/>
        </dgm:presLayoutVars>
      </dgm:prSet>
      <dgm:spPr/>
    </dgm:pt>
    <dgm:pt modelId="{5B204CF3-493A-44FF-A415-0B13AB157D61}" type="pres">
      <dgm:prSet presAssocID="{CA568641-4FCB-407C-B620-4ACE052EA82B}" presName="rootComposite" presStyleCnt="0"/>
      <dgm:spPr/>
    </dgm:pt>
    <dgm:pt modelId="{124F2EB0-C80E-4409-BCE2-3494102F8F91}" type="pres">
      <dgm:prSet presAssocID="{CA568641-4FCB-407C-B620-4ACE052EA82B}" presName="rootText" presStyleLbl="node3" presStyleIdx="7" presStyleCnt="8">
        <dgm:presLayoutVars>
          <dgm:chPref val="3"/>
        </dgm:presLayoutVars>
      </dgm:prSet>
      <dgm:spPr/>
    </dgm:pt>
    <dgm:pt modelId="{634A3C0B-B9E4-43D1-978D-A11133382CE9}" type="pres">
      <dgm:prSet presAssocID="{CA568641-4FCB-407C-B620-4ACE052EA82B}" presName="rootConnector" presStyleLbl="node3" presStyleIdx="7" presStyleCnt="8"/>
      <dgm:spPr/>
    </dgm:pt>
    <dgm:pt modelId="{C4C5ACCD-C62B-447B-8AD8-2DE2DDF2B32F}" type="pres">
      <dgm:prSet presAssocID="{CA568641-4FCB-407C-B620-4ACE052EA82B}" presName="hierChild4" presStyleCnt="0"/>
      <dgm:spPr/>
    </dgm:pt>
    <dgm:pt modelId="{1DDEF373-903B-42B5-8288-9CB13E32725D}" type="pres">
      <dgm:prSet presAssocID="{CA568641-4FCB-407C-B620-4ACE052EA82B}" presName="hierChild5" presStyleCnt="0"/>
      <dgm:spPr/>
    </dgm:pt>
    <dgm:pt modelId="{F7FAAAC1-F441-433D-8A84-D3B0373F3E1B}" type="pres">
      <dgm:prSet presAssocID="{E0C7AB89-6DCE-4711-AD98-7E561761BDFF}" presName="hierChild5" presStyleCnt="0"/>
      <dgm:spPr/>
    </dgm:pt>
    <dgm:pt modelId="{96DEF822-DC52-4FFC-82DA-389CD5B29657}" type="pres">
      <dgm:prSet presAssocID="{9E6404DC-1053-49D6-95EE-599A97C88DD3}" presName="hierChild3" presStyleCnt="0"/>
      <dgm:spPr/>
    </dgm:pt>
  </dgm:ptLst>
  <dgm:cxnLst>
    <dgm:cxn modelId="{62A50409-08E1-40EF-9D40-FF92E76C895A}" type="presOf" srcId="{9BFD04D4-D27E-47FD-B17A-0660BE35F1CF}" destId="{0E020EB3-B687-49B5-864A-7775365865BE}" srcOrd="0" destOrd="0" presId="urn:microsoft.com/office/officeart/2005/8/layout/orgChart1"/>
    <dgm:cxn modelId="{466D710C-634A-44DC-B865-D95893EE3E56}" type="presOf" srcId="{A1A03C13-4BED-4BB7-8AFB-BDB236A519FA}" destId="{E2CE8193-46AF-44C0-B4A1-4402C2A6388E}" srcOrd="0" destOrd="0" presId="urn:microsoft.com/office/officeart/2005/8/layout/orgChart1"/>
    <dgm:cxn modelId="{A7C73411-72CF-4D1D-8815-5544F6109425}" srcId="{A1A03C13-4BED-4BB7-8AFB-BDB236A519FA}" destId="{1A1CF78A-2280-4E8B-B428-2E98CD466477}" srcOrd="1" destOrd="0" parTransId="{44990EAE-AA0B-4B7A-81C8-7EF07E85BDF4}" sibTransId="{8C194F76-C47C-40BF-AE51-ACEB001F0D01}"/>
    <dgm:cxn modelId="{8749021B-2268-44B1-AD84-B0921B253255}" type="presOf" srcId="{9286A5EC-F2A9-487D-8BF1-B96EEEFD636B}" destId="{C9422C4E-2B02-4D33-A16B-EF7B187ECAB7}" srcOrd="0" destOrd="0" presId="urn:microsoft.com/office/officeart/2005/8/layout/orgChart1"/>
    <dgm:cxn modelId="{2E31261D-20E4-49F7-8C64-C16726082EAF}" type="presOf" srcId="{1FDE73C1-1773-4DFF-80D8-CE538843B8D6}" destId="{03758FE5-334A-46EC-AD76-4289659832B6}"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3371D227-869E-4636-B9B0-BA373BCE5AD6}" srcId="{9E6404DC-1053-49D6-95EE-599A97C88DD3}" destId="{9286A5EC-F2A9-487D-8BF1-B96EEEFD636B}" srcOrd="0" destOrd="0" parTransId="{8CE2CE9A-EBD7-445E-BD99-21666869C1D4}" sibTransId="{D6357A36-116B-440B-A9E1-8EDB3A4D1B88}"/>
    <dgm:cxn modelId="{52D5A22A-19E9-4520-8A1E-26BB629C0EBD}" type="presOf" srcId="{99711691-FE7D-42E5-90F7-7213A0866CC3}" destId="{75D5AD84-DBF1-46D6-A5BA-E9CD0863B250}"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2272D82D-D36A-4D91-966B-D2CB68DB462C}" srcId="{A1A03C13-4BED-4BB7-8AFB-BDB236A519FA}" destId="{37AC29D6-5196-4526-B470-AD55A5B95426}" srcOrd="2" destOrd="0" parTransId="{16E4FE4F-9910-4C62-9BD8-0BD49D3BB72F}" sibTransId="{F32EAEB6-D167-4A75-B59B-CF2A3D805E20}"/>
    <dgm:cxn modelId="{8E51E333-E70C-4830-BBF8-753225867E30}" type="presOf" srcId="{FA15B88D-1F62-4800-9C77-D9491DA18B40}" destId="{12450436-20FF-4107-9A60-59BC15424C48}" srcOrd="0" destOrd="0" presId="urn:microsoft.com/office/officeart/2005/8/layout/orgChart1"/>
    <dgm:cxn modelId="{3E495139-6DC0-41C0-970B-DA533A9FA811}" type="presOf" srcId="{1A1CF78A-2280-4E8B-B428-2E98CD466477}" destId="{B751704E-3EDE-42D5-B9B8-51585ED1653A}" srcOrd="0" destOrd="0" presId="urn:microsoft.com/office/officeart/2005/8/layout/orgChart1"/>
    <dgm:cxn modelId="{91EFF13B-6154-4A9D-8DC4-785B6BBF760E}" type="presOf" srcId="{029385A5-7884-4868-8A52-5A667FA5EED1}" destId="{4D245AAB-B59E-4A71-9078-92C96B68BEDE}" srcOrd="0" destOrd="0" presId="urn:microsoft.com/office/officeart/2005/8/layout/orgChart1"/>
    <dgm:cxn modelId="{308DB849-9196-48B8-AF90-19478C2BEFA1}" type="presOf" srcId="{1FDE73C1-1773-4DFF-80D8-CE538843B8D6}" destId="{2B09EB8B-ED69-45F5-BA37-36CF2B0643CF}" srcOrd="1" destOrd="0" presId="urn:microsoft.com/office/officeart/2005/8/layout/orgChart1"/>
    <dgm:cxn modelId="{7D79C94A-1E5D-4DF3-8C5F-9C438899A105}" type="presOf" srcId="{E0C7AB89-6DCE-4711-AD98-7E561761BDFF}" destId="{484104B8-C55A-413F-9E9B-571986A8C406}" srcOrd="1" destOrd="0" presId="urn:microsoft.com/office/officeart/2005/8/layout/orgChart1"/>
    <dgm:cxn modelId="{6CF3134F-6C95-4561-83F2-7F1AE725857C}" type="presOf" srcId="{B70999B2-1540-4DB1-86A1-69D5141F2E78}" destId="{1A508E28-370B-4F05-9488-A8A612FD634B}" srcOrd="1" destOrd="0" presId="urn:microsoft.com/office/officeart/2005/8/layout/orgChart1"/>
    <dgm:cxn modelId="{B2D2F950-BBC9-4339-A97C-D970FB278C21}" type="presOf" srcId="{DD3FAA0A-9D01-4EE9-AC4E-E415B4CB4E7F}" destId="{11DEB870-7AA8-44F9-8F91-E6FADEC8F33A}"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A7862054-7D52-43C6-91E2-B6BB9E9D37B9}" type="presOf" srcId="{16E4FE4F-9910-4C62-9BD8-0BD49D3BB72F}" destId="{6203C03E-570C-4E7D-9C92-0AC3EA643FF1}" srcOrd="0" destOrd="0" presId="urn:microsoft.com/office/officeart/2005/8/layout/orgChart1"/>
    <dgm:cxn modelId="{6D15CC5B-1431-4378-A425-7B68B8EC5C24}" type="presOf" srcId="{37AC29D6-5196-4526-B470-AD55A5B95426}" destId="{B059F08C-E0A3-4F62-A09D-4451BB99F9FB}" srcOrd="0"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7E444D69-C758-4202-8271-FE7B2D3985D2}" type="presOf" srcId="{D55C4832-7907-4EBF-AE2A-0BA235524CD4}" destId="{2A679957-7E3B-4BD6-B48E-5D4D6DCC99DC}" srcOrd="0" destOrd="0" presId="urn:microsoft.com/office/officeart/2005/8/layout/orgChart1"/>
    <dgm:cxn modelId="{3D238D6F-AADA-4A92-B671-79E37972A3B8}" type="presOf" srcId="{9E18C130-4D81-4BDD-8DE6-22CF9F45E19E}" destId="{62821369-B757-43AF-BF6D-02B9EF83A7FF}"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B4200373-99DD-4849-B406-8E636394864F}" srcId="{A1A03C13-4BED-4BB7-8AFB-BDB236A519FA}" destId="{B70999B2-1540-4DB1-86A1-69D5141F2E78}" srcOrd="4" destOrd="0" parTransId="{DD3FAA0A-9D01-4EE9-AC4E-E415B4CB4E7F}" sibTransId="{3A8A9939-58EC-44C3-A9E2-D88DF1E21E1E}"/>
    <dgm:cxn modelId="{ECA21673-94B8-4B4F-BAA8-600CC7C8CC6D}" srcId="{A1A03C13-4BED-4BB7-8AFB-BDB236A519FA}" destId="{B09D74D9-8705-45E2-A233-86535B5E25C4}" srcOrd="3" destOrd="0" parTransId="{02E8A52A-FA04-4DE1-B36D-83DF6853FDB5}" sibTransId="{07C8314B-67E2-497C-A8EB-405AC08BF1D6}"/>
    <dgm:cxn modelId="{D58A6A88-4760-4BEC-8A98-05B8C39BBD3D}" type="presOf" srcId="{1A65A4D7-7720-45CB-8279-86EBD3407E97}" destId="{11077618-9302-474C-8482-1BBB83E3AEF1}" srcOrd="0" destOrd="0" presId="urn:microsoft.com/office/officeart/2005/8/layout/orgChart1"/>
    <dgm:cxn modelId="{0CA3908B-2946-4A16-B08A-63BAF52A1CBB}" type="presOf" srcId="{E0C7AB89-6DCE-4711-AD98-7E561761BDFF}" destId="{602F66FB-1991-41A4-AB11-A85608B0FF68}" srcOrd="0" destOrd="0" presId="urn:microsoft.com/office/officeart/2005/8/layout/orgChart1"/>
    <dgm:cxn modelId="{D6227492-402C-4D6E-B102-EE0308820E2B}" type="presOf" srcId="{1A1CF78A-2280-4E8B-B428-2E98CD466477}" destId="{218A3D50-0DC0-4772-BC9B-903353757078}" srcOrd="1" destOrd="0" presId="urn:microsoft.com/office/officeart/2005/8/layout/orgChart1"/>
    <dgm:cxn modelId="{1F98B392-633B-469B-8C52-AC5671A38D82}" srcId="{9E6404DC-1053-49D6-95EE-599A97C88DD3}" destId="{E0C7AB89-6DCE-4711-AD98-7E561761BDFF}" srcOrd="4" destOrd="0" parTransId="{FA15B88D-1F62-4800-9C77-D9491DA18B40}" sibTransId="{F78EAB7A-9BD5-4E9E-A5CD-FC4A44B4100D}"/>
    <dgm:cxn modelId="{0152C496-67AD-404C-A0A7-586BA5050366}" type="presOf" srcId="{02E8A52A-FA04-4DE1-B36D-83DF6853FDB5}" destId="{7B45AE52-A61F-4C7C-A234-52656783204F}"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46650EA7-B53E-46B8-987B-C9FFF1DF66F8}" type="presOf" srcId="{B09D74D9-8705-45E2-A233-86535B5E25C4}" destId="{69C599BA-DE2A-47CB-BD25-E414CFC0172E}" srcOrd="0"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CB779FAC-03BA-4873-8FBA-69CA9A2CCEC4}" type="presOf" srcId="{B09D74D9-8705-45E2-A233-86535B5E25C4}" destId="{EF32AAA6-8F91-49CD-B592-B98A71A2B380}" srcOrd="1" destOrd="0" presId="urn:microsoft.com/office/officeart/2005/8/layout/orgChart1"/>
    <dgm:cxn modelId="{05CF23AE-5818-4454-8C51-890404DBD316}" type="presOf" srcId="{CA568641-4FCB-407C-B620-4ACE052EA82B}" destId="{124F2EB0-C80E-4409-BCE2-3494102F8F91}" srcOrd="0" destOrd="0" presId="urn:microsoft.com/office/officeart/2005/8/layout/orgChart1"/>
    <dgm:cxn modelId="{50C1ACB0-C716-49CA-B659-8974224662D2}" type="presOf" srcId="{CA568641-4FCB-407C-B620-4ACE052EA82B}" destId="{634A3C0B-B9E4-43D1-978D-A11133382CE9}" srcOrd="1"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5B5F63B6-34CC-4CF2-8765-085787330350}" type="presOf" srcId="{44990EAE-AA0B-4B7A-81C8-7EF07E85BDF4}" destId="{8214F421-3EDC-473C-AA0A-5D676BB69F45}"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4308D7C7-CEC4-4E47-9133-8B9DC815875B}" type="presOf" srcId="{A1A03C13-4BED-4BB7-8AFB-BDB236A519FA}" destId="{0FE7A504-1A99-42A4-92D2-369E93728B6E}" srcOrd="1" destOrd="0" presId="urn:microsoft.com/office/officeart/2005/8/layout/orgChart1"/>
    <dgm:cxn modelId="{5CADC8CB-2B1F-4ED6-BBF4-F359DD8ED04E}" type="presOf" srcId="{37AC29D6-5196-4526-B470-AD55A5B95426}" destId="{4C7744C2-C66F-49B7-8457-397BA58B343A}" srcOrd="1"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121190D6-3475-475C-BE98-B88CC10B3813}" srcId="{A1A03C13-4BED-4BB7-8AFB-BDB236A519FA}" destId="{029385A5-7884-4868-8A52-5A667FA5EED1}" srcOrd="0" destOrd="0" parTransId="{D55C4832-7907-4EBF-AE2A-0BA235524CD4}" sibTransId="{76BBD5FF-E994-4436-87D1-91B05094619F}"/>
    <dgm:cxn modelId="{BF1231D7-5188-4796-8988-E7950C6F9A87}" type="presOf" srcId="{B6DF7470-3CF3-44FE-B8BE-0C141A9F1CA6}" destId="{720E23B0-F442-4400-B6AF-B60AAF5EACF0}" srcOrd="0" destOrd="0" presId="urn:microsoft.com/office/officeart/2005/8/layout/orgChart1"/>
    <dgm:cxn modelId="{854E5BDC-04A7-4D7A-8845-288C26B188A7}" srcId="{E0C7AB89-6DCE-4711-AD98-7E561761BDFF}" destId="{CA568641-4FCB-407C-B620-4ACE052EA82B}" srcOrd="0" destOrd="0" parTransId="{B6DF7470-3CF3-44FE-B8BE-0C141A9F1CA6}" sibTransId="{15D9D6CE-4838-4F33-8B4C-B050B27A4D3B}"/>
    <dgm:cxn modelId="{97E4A6DE-8713-4676-BBF8-2B93F08AF837}" srcId="{9286A5EC-F2A9-487D-8BF1-B96EEEFD636B}" destId="{1E627F9E-CE3B-4A85-BB78-8DDB86A78DDE}" srcOrd="1" destOrd="0" parTransId="{9D28DB69-DDB3-4999-9A0B-8D007976E69E}" sibTransId="{CC71E985-969E-423D-B820-177A0337B408}"/>
    <dgm:cxn modelId="{5D8E00E0-9552-4EAC-9DC8-D6AAED642315}" srcId="{9E6404DC-1053-49D6-95EE-599A97C88DD3}" destId="{1FDE73C1-1773-4DFF-80D8-CE538843B8D6}" srcOrd="2" destOrd="0" parTransId="{9BFD04D4-D27E-47FD-B17A-0660BE35F1CF}" sibTransId="{43EBF1FA-1DAE-4CFF-8F77-984B40970F7F}"/>
    <dgm:cxn modelId="{C5DEEBE2-8CC6-46A4-BB4F-85F5DA8FDF9F}" type="presOf" srcId="{029385A5-7884-4868-8A52-5A667FA5EED1}" destId="{9625BECB-7DD4-4122-93F7-2CE7BAEA1D3F}"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80012AF1-D7CB-4898-839C-3E9EDF7277BE}" type="presOf" srcId="{B70999B2-1540-4DB1-86A1-69D5141F2E78}" destId="{0A13B8F0-6F9A-41CC-9AB2-4A2B2353D519}" srcOrd="0"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86564BD-ED88-440C-B10C-948809D74443}" type="presParOf" srcId="{AD53A4B1-01E7-41E8-9724-31F3910545A4}" destId="{0E020EB3-B687-49B5-864A-7775365865BE}" srcOrd="4" destOrd="0" presId="urn:microsoft.com/office/officeart/2005/8/layout/orgChart1"/>
    <dgm:cxn modelId="{F30DF150-DD06-4393-868B-F518E14A483D}" type="presParOf" srcId="{AD53A4B1-01E7-41E8-9724-31F3910545A4}" destId="{BBAFE3D2-3A5A-4490-A81A-2A8E15028CC9}" srcOrd="5" destOrd="0" presId="urn:microsoft.com/office/officeart/2005/8/layout/orgChart1"/>
    <dgm:cxn modelId="{183854C6-869C-4774-A2BA-C04D426D84FD}" type="presParOf" srcId="{BBAFE3D2-3A5A-4490-A81A-2A8E15028CC9}" destId="{5D13AC61-CB0D-439C-A3B7-8B75673646F3}" srcOrd="0" destOrd="0" presId="urn:microsoft.com/office/officeart/2005/8/layout/orgChart1"/>
    <dgm:cxn modelId="{FDD3AF96-5639-4ED8-A2DD-48B5C19977B2}" type="presParOf" srcId="{5D13AC61-CB0D-439C-A3B7-8B75673646F3}" destId="{03758FE5-334A-46EC-AD76-4289659832B6}" srcOrd="0" destOrd="0" presId="urn:microsoft.com/office/officeart/2005/8/layout/orgChart1"/>
    <dgm:cxn modelId="{4444FB0C-E22A-44A4-95BF-C45654FDFA26}" type="presParOf" srcId="{5D13AC61-CB0D-439C-A3B7-8B75673646F3}" destId="{2B09EB8B-ED69-45F5-BA37-36CF2B0643CF}" srcOrd="1" destOrd="0" presId="urn:microsoft.com/office/officeart/2005/8/layout/orgChart1"/>
    <dgm:cxn modelId="{9AC9512D-283D-4D0B-9DDC-D86196F23D7D}" type="presParOf" srcId="{BBAFE3D2-3A5A-4490-A81A-2A8E15028CC9}" destId="{1DE9D2D5-FD8E-457B-8509-AF1B11F236B3}" srcOrd="1" destOrd="0" presId="urn:microsoft.com/office/officeart/2005/8/layout/orgChart1"/>
    <dgm:cxn modelId="{F607A475-DF45-4398-8000-01F92CBE9759}" type="presParOf" srcId="{BBAFE3D2-3A5A-4490-A81A-2A8E15028CC9}" destId="{D835F695-B50D-418C-A907-0CB512CD6F3C}" srcOrd="2" destOrd="0" presId="urn:microsoft.com/office/officeart/2005/8/layout/orgChart1"/>
    <dgm:cxn modelId="{111A422A-A367-43EA-9B53-E09860551D9C}" type="presParOf" srcId="{AD53A4B1-01E7-41E8-9724-31F3910545A4}" destId="{62821369-B757-43AF-BF6D-02B9EF83A7FF}" srcOrd="6" destOrd="0" presId="urn:microsoft.com/office/officeart/2005/8/layout/orgChart1"/>
    <dgm:cxn modelId="{B385D477-2C4E-4A44-911A-4F75092D744C}" type="presParOf" srcId="{AD53A4B1-01E7-41E8-9724-31F3910545A4}" destId="{739885B7-7422-46AE-AE38-C86EED9C22BF}" srcOrd="7" destOrd="0" presId="urn:microsoft.com/office/officeart/2005/8/layout/orgChart1"/>
    <dgm:cxn modelId="{42B8DC9E-D558-46CA-8179-5B9156F9A983}" type="presParOf" srcId="{739885B7-7422-46AE-AE38-C86EED9C22BF}" destId="{1BDBFDD5-3230-44FF-B170-FE93CAC5A6B8}" srcOrd="0" destOrd="0" presId="urn:microsoft.com/office/officeart/2005/8/layout/orgChart1"/>
    <dgm:cxn modelId="{CA5B1075-9FAE-4F67-9E43-1EFE5761CE3E}" type="presParOf" srcId="{1BDBFDD5-3230-44FF-B170-FE93CAC5A6B8}" destId="{E2CE8193-46AF-44C0-B4A1-4402C2A6388E}" srcOrd="0" destOrd="0" presId="urn:microsoft.com/office/officeart/2005/8/layout/orgChart1"/>
    <dgm:cxn modelId="{8BAC5A01-2C6C-4EB8-ABAC-ABBDF182C60E}" type="presParOf" srcId="{1BDBFDD5-3230-44FF-B170-FE93CAC5A6B8}" destId="{0FE7A504-1A99-42A4-92D2-369E93728B6E}" srcOrd="1" destOrd="0" presId="urn:microsoft.com/office/officeart/2005/8/layout/orgChart1"/>
    <dgm:cxn modelId="{A17494C3-128C-430E-B2E8-B0E32751F363}" type="presParOf" srcId="{739885B7-7422-46AE-AE38-C86EED9C22BF}" destId="{5C832EA0-92EB-4018-A238-AAD0380D7AE1}" srcOrd="1" destOrd="0" presId="urn:microsoft.com/office/officeart/2005/8/layout/orgChart1"/>
    <dgm:cxn modelId="{D0A58958-3CAD-4DCC-B40E-0214BA43F8E3}" type="presParOf" srcId="{5C832EA0-92EB-4018-A238-AAD0380D7AE1}" destId="{2A679957-7E3B-4BD6-B48E-5D4D6DCC99DC}" srcOrd="0" destOrd="0" presId="urn:microsoft.com/office/officeart/2005/8/layout/orgChart1"/>
    <dgm:cxn modelId="{BEED411C-B9E8-4D41-B434-2DDC616CEE7D}" type="presParOf" srcId="{5C832EA0-92EB-4018-A238-AAD0380D7AE1}" destId="{21D8A42E-91C9-4273-879D-7785FB394613}" srcOrd="1" destOrd="0" presId="urn:microsoft.com/office/officeart/2005/8/layout/orgChart1"/>
    <dgm:cxn modelId="{BD3F9F6F-D6E6-4A33-BBFB-A93F91B8CC7F}" type="presParOf" srcId="{21D8A42E-91C9-4273-879D-7785FB394613}" destId="{9924DB7D-0B8C-4877-9C94-F05014984C7F}" srcOrd="0" destOrd="0" presId="urn:microsoft.com/office/officeart/2005/8/layout/orgChart1"/>
    <dgm:cxn modelId="{918732CB-9808-4B80-B51A-0812C75012F8}" type="presParOf" srcId="{9924DB7D-0B8C-4877-9C94-F05014984C7F}" destId="{4D245AAB-B59E-4A71-9078-92C96B68BEDE}" srcOrd="0" destOrd="0" presId="urn:microsoft.com/office/officeart/2005/8/layout/orgChart1"/>
    <dgm:cxn modelId="{2B94B175-60D1-432F-B1D9-357E7544C89F}" type="presParOf" srcId="{9924DB7D-0B8C-4877-9C94-F05014984C7F}" destId="{9625BECB-7DD4-4122-93F7-2CE7BAEA1D3F}" srcOrd="1" destOrd="0" presId="urn:microsoft.com/office/officeart/2005/8/layout/orgChart1"/>
    <dgm:cxn modelId="{7AEFDAB2-F9E5-4B32-823D-A1EDF446F7CA}" type="presParOf" srcId="{21D8A42E-91C9-4273-879D-7785FB394613}" destId="{87F5F425-2408-4090-9506-B7F94AB46B9D}" srcOrd="1" destOrd="0" presId="urn:microsoft.com/office/officeart/2005/8/layout/orgChart1"/>
    <dgm:cxn modelId="{B0BFF607-B19B-4D01-A3FD-CE0CD154348E}" type="presParOf" srcId="{21D8A42E-91C9-4273-879D-7785FB394613}" destId="{50941B70-9A65-43B8-B603-89D618FF83DD}" srcOrd="2" destOrd="0" presId="urn:microsoft.com/office/officeart/2005/8/layout/orgChart1"/>
    <dgm:cxn modelId="{E9E3CDA7-4483-4C6B-8702-243B58D859FB}" type="presParOf" srcId="{5C832EA0-92EB-4018-A238-AAD0380D7AE1}" destId="{8214F421-3EDC-473C-AA0A-5D676BB69F45}" srcOrd="2" destOrd="0" presId="urn:microsoft.com/office/officeart/2005/8/layout/orgChart1"/>
    <dgm:cxn modelId="{131BDA35-5D78-4C66-9F54-5C466EC0FF6A}" type="presParOf" srcId="{5C832EA0-92EB-4018-A238-AAD0380D7AE1}" destId="{F741D4A9-8F07-4671-9ABF-9999DB769DA5}" srcOrd="3" destOrd="0" presId="urn:microsoft.com/office/officeart/2005/8/layout/orgChart1"/>
    <dgm:cxn modelId="{486A7C44-AEE5-4BC6-8725-E7AB48DF5AEA}" type="presParOf" srcId="{F741D4A9-8F07-4671-9ABF-9999DB769DA5}" destId="{23F3031F-C4F7-44AB-9D50-4F1254FDF8E7}" srcOrd="0" destOrd="0" presId="urn:microsoft.com/office/officeart/2005/8/layout/orgChart1"/>
    <dgm:cxn modelId="{3D58EB8D-23FD-47D9-85D7-AE578551C914}" type="presParOf" srcId="{23F3031F-C4F7-44AB-9D50-4F1254FDF8E7}" destId="{B751704E-3EDE-42D5-B9B8-51585ED1653A}" srcOrd="0" destOrd="0" presId="urn:microsoft.com/office/officeart/2005/8/layout/orgChart1"/>
    <dgm:cxn modelId="{33DD607D-163F-4F93-BA53-187AFD203826}" type="presParOf" srcId="{23F3031F-C4F7-44AB-9D50-4F1254FDF8E7}" destId="{218A3D50-0DC0-4772-BC9B-903353757078}" srcOrd="1" destOrd="0" presId="urn:microsoft.com/office/officeart/2005/8/layout/orgChart1"/>
    <dgm:cxn modelId="{3EBEA701-0B9F-4479-AF6B-5BF5BC73E7B3}" type="presParOf" srcId="{F741D4A9-8F07-4671-9ABF-9999DB769DA5}" destId="{623B3793-671F-4EBD-944C-AEAA381DBF60}" srcOrd="1" destOrd="0" presId="urn:microsoft.com/office/officeart/2005/8/layout/orgChart1"/>
    <dgm:cxn modelId="{08BC3CEB-7E6C-4CF1-A3D5-9ABC027D8542}" type="presParOf" srcId="{F741D4A9-8F07-4671-9ABF-9999DB769DA5}" destId="{CEEC3C0C-6394-4BB3-AE4B-B0E13E844A06}" srcOrd="2" destOrd="0" presId="urn:microsoft.com/office/officeart/2005/8/layout/orgChart1"/>
    <dgm:cxn modelId="{23D6CC2B-64C9-4146-8C92-D83528D3097F}" type="presParOf" srcId="{5C832EA0-92EB-4018-A238-AAD0380D7AE1}" destId="{6203C03E-570C-4E7D-9C92-0AC3EA643FF1}" srcOrd="4" destOrd="0" presId="urn:microsoft.com/office/officeart/2005/8/layout/orgChart1"/>
    <dgm:cxn modelId="{F8FDAA4E-E74E-49A9-A6C8-083203A28923}" type="presParOf" srcId="{5C832EA0-92EB-4018-A238-AAD0380D7AE1}" destId="{9CCAFF56-488B-455F-971C-08FEDD1BEB39}" srcOrd="5" destOrd="0" presId="urn:microsoft.com/office/officeart/2005/8/layout/orgChart1"/>
    <dgm:cxn modelId="{FDF5BAAD-AF53-44E7-8BE7-4E3FD138D718}" type="presParOf" srcId="{9CCAFF56-488B-455F-971C-08FEDD1BEB39}" destId="{8088FCB5-12A3-48FA-8FF9-08DDA7E4B52B}" srcOrd="0" destOrd="0" presId="urn:microsoft.com/office/officeart/2005/8/layout/orgChart1"/>
    <dgm:cxn modelId="{B8A0995A-4A60-46EB-8D03-328C3915FE01}" type="presParOf" srcId="{8088FCB5-12A3-48FA-8FF9-08DDA7E4B52B}" destId="{B059F08C-E0A3-4F62-A09D-4451BB99F9FB}" srcOrd="0" destOrd="0" presId="urn:microsoft.com/office/officeart/2005/8/layout/orgChart1"/>
    <dgm:cxn modelId="{4E4CF04C-E923-4C2F-AE64-3A5FBB8D2630}" type="presParOf" srcId="{8088FCB5-12A3-48FA-8FF9-08DDA7E4B52B}" destId="{4C7744C2-C66F-49B7-8457-397BA58B343A}" srcOrd="1" destOrd="0" presId="urn:microsoft.com/office/officeart/2005/8/layout/orgChart1"/>
    <dgm:cxn modelId="{0BBA1126-3682-4617-BFE7-7895107490C2}" type="presParOf" srcId="{9CCAFF56-488B-455F-971C-08FEDD1BEB39}" destId="{3957B869-A86C-4FAC-9055-CE3EEE961789}" srcOrd="1" destOrd="0" presId="urn:microsoft.com/office/officeart/2005/8/layout/orgChart1"/>
    <dgm:cxn modelId="{70CB7D53-607D-4DAC-BBC5-F8D7B6C31C9B}" type="presParOf" srcId="{9CCAFF56-488B-455F-971C-08FEDD1BEB39}" destId="{AED62139-BA94-40DB-90FC-14073E2B80CF}" srcOrd="2" destOrd="0" presId="urn:microsoft.com/office/officeart/2005/8/layout/orgChart1"/>
    <dgm:cxn modelId="{E6F16B19-D5A7-44DB-9426-B3E165CA2894}" type="presParOf" srcId="{5C832EA0-92EB-4018-A238-AAD0380D7AE1}" destId="{7B45AE52-A61F-4C7C-A234-52656783204F}" srcOrd="6" destOrd="0" presId="urn:microsoft.com/office/officeart/2005/8/layout/orgChart1"/>
    <dgm:cxn modelId="{8E50D3F3-F87D-45AC-BC4A-CB736F9A5874}" type="presParOf" srcId="{5C832EA0-92EB-4018-A238-AAD0380D7AE1}" destId="{2BB8898A-B645-4834-AD32-FD1BB0162CFB}" srcOrd="7" destOrd="0" presId="urn:microsoft.com/office/officeart/2005/8/layout/orgChart1"/>
    <dgm:cxn modelId="{46036DA8-AFD1-490F-ACA4-129F20DB115E}" type="presParOf" srcId="{2BB8898A-B645-4834-AD32-FD1BB0162CFB}" destId="{57533D3F-43B2-44AE-AC4C-32E3020D1B15}" srcOrd="0" destOrd="0" presId="urn:microsoft.com/office/officeart/2005/8/layout/orgChart1"/>
    <dgm:cxn modelId="{36791CA0-F854-4C5E-AA53-875F79C4C268}" type="presParOf" srcId="{57533D3F-43B2-44AE-AC4C-32E3020D1B15}" destId="{69C599BA-DE2A-47CB-BD25-E414CFC0172E}" srcOrd="0" destOrd="0" presId="urn:microsoft.com/office/officeart/2005/8/layout/orgChart1"/>
    <dgm:cxn modelId="{80979958-7200-4E43-AF30-91475C85EB31}" type="presParOf" srcId="{57533D3F-43B2-44AE-AC4C-32E3020D1B15}" destId="{EF32AAA6-8F91-49CD-B592-B98A71A2B380}" srcOrd="1" destOrd="0" presId="urn:microsoft.com/office/officeart/2005/8/layout/orgChart1"/>
    <dgm:cxn modelId="{05AB0D54-D4C1-44DC-B828-987179D9EC3B}" type="presParOf" srcId="{2BB8898A-B645-4834-AD32-FD1BB0162CFB}" destId="{1ED63D06-078F-4DEA-AE7A-F78B9F1E31BC}" srcOrd="1" destOrd="0" presId="urn:microsoft.com/office/officeart/2005/8/layout/orgChart1"/>
    <dgm:cxn modelId="{B338415F-CD1D-48CB-B9C9-CAC94E2EB894}" type="presParOf" srcId="{2BB8898A-B645-4834-AD32-FD1BB0162CFB}" destId="{710AC9B7-BF45-4B7A-9260-CC069D8E5931}" srcOrd="2" destOrd="0" presId="urn:microsoft.com/office/officeart/2005/8/layout/orgChart1"/>
    <dgm:cxn modelId="{2BB05491-B43B-4F03-A907-E48F68BA450D}" type="presParOf" srcId="{5C832EA0-92EB-4018-A238-AAD0380D7AE1}" destId="{11DEB870-7AA8-44F9-8F91-E6FADEC8F33A}" srcOrd="8" destOrd="0" presId="urn:microsoft.com/office/officeart/2005/8/layout/orgChart1"/>
    <dgm:cxn modelId="{6665FFD2-E3FD-4D05-B30D-02E955F7A62E}" type="presParOf" srcId="{5C832EA0-92EB-4018-A238-AAD0380D7AE1}" destId="{2E74E7BD-876C-48EC-9E39-B9A96353D2AC}" srcOrd="9" destOrd="0" presId="urn:microsoft.com/office/officeart/2005/8/layout/orgChart1"/>
    <dgm:cxn modelId="{1FC66710-DAE0-4A15-B579-75070E3AB3F0}" type="presParOf" srcId="{2E74E7BD-876C-48EC-9E39-B9A96353D2AC}" destId="{717E291A-20C3-4220-B4A0-92B5B9717204}" srcOrd="0" destOrd="0" presId="urn:microsoft.com/office/officeart/2005/8/layout/orgChart1"/>
    <dgm:cxn modelId="{F4205F00-03A1-4A93-A736-DDD0B54E4F37}" type="presParOf" srcId="{717E291A-20C3-4220-B4A0-92B5B9717204}" destId="{0A13B8F0-6F9A-41CC-9AB2-4A2B2353D519}" srcOrd="0" destOrd="0" presId="urn:microsoft.com/office/officeart/2005/8/layout/orgChart1"/>
    <dgm:cxn modelId="{2A103F1F-0997-4B89-A49D-4BF8C78F0F84}" type="presParOf" srcId="{717E291A-20C3-4220-B4A0-92B5B9717204}" destId="{1A508E28-370B-4F05-9488-A8A612FD634B}" srcOrd="1" destOrd="0" presId="urn:microsoft.com/office/officeart/2005/8/layout/orgChart1"/>
    <dgm:cxn modelId="{C91510FA-4C9C-4F6D-A2D8-4AC97174B933}" type="presParOf" srcId="{2E74E7BD-876C-48EC-9E39-B9A96353D2AC}" destId="{FED1DCEC-FF55-4FF3-8CF3-D7344DCA0CF3}" srcOrd="1" destOrd="0" presId="urn:microsoft.com/office/officeart/2005/8/layout/orgChart1"/>
    <dgm:cxn modelId="{40AD248D-AB55-4C94-B020-1D90424E56EA}" type="presParOf" srcId="{2E74E7BD-876C-48EC-9E39-B9A96353D2AC}" destId="{B05F0FAC-0572-4921-9728-A655034F501D}" srcOrd="2" destOrd="0" presId="urn:microsoft.com/office/officeart/2005/8/layout/orgChart1"/>
    <dgm:cxn modelId="{0019A061-E485-4041-994E-B377B5D931EF}" type="presParOf" srcId="{739885B7-7422-46AE-AE38-C86EED9C22BF}" destId="{AFF152E2-0280-4325-8B01-B43435B7724D}" srcOrd="2" destOrd="0" presId="urn:microsoft.com/office/officeart/2005/8/layout/orgChart1"/>
    <dgm:cxn modelId="{0D42E8B7-5E47-4822-A786-3D4DB73E8255}" type="presParOf" srcId="{AD53A4B1-01E7-41E8-9724-31F3910545A4}" destId="{12450436-20FF-4107-9A60-59BC15424C48}" srcOrd="8" destOrd="0" presId="urn:microsoft.com/office/officeart/2005/8/layout/orgChart1"/>
    <dgm:cxn modelId="{830DE5A8-E18D-4205-8F84-8B790AEEB1D4}" type="presParOf" srcId="{AD53A4B1-01E7-41E8-9724-31F3910545A4}" destId="{8B13A02E-044C-4933-B8B5-792F7B24511F}" srcOrd="9" destOrd="0" presId="urn:microsoft.com/office/officeart/2005/8/layout/orgChart1"/>
    <dgm:cxn modelId="{C56267AF-F1AA-4646-9066-BF1192CA40AD}" type="presParOf" srcId="{8B13A02E-044C-4933-B8B5-792F7B24511F}" destId="{DFAFF08F-5A3F-4FA9-A188-AF26D0B232D3}" srcOrd="0" destOrd="0" presId="urn:microsoft.com/office/officeart/2005/8/layout/orgChart1"/>
    <dgm:cxn modelId="{F3AB13E9-26FB-44DC-9A0C-48AD5E9D3810}" type="presParOf" srcId="{DFAFF08F-5A3F-4FA9-A188-AF26D0B232D3}" destId="{602F66FB-1991-41A4-AB11-A85608B0FF68}" srcOrd="0" destOrd="0" presId="urn:microsoft.com/office/officeart/2005/8/layout/orgChart1"/>
    <dgm:cxn modelId="{2CA6D778-0F95-4C0B-B617-2B0D6054B186}" type="presParOf" srcId="{DFAFF08F-5A3F-4FA9-A188-AF26D0B232D3}" destId="{484104B8-C55A-413F-9E9B-571986A8C406}" srcOrd="1" destOrd="0" presId="urn:microsoft.com/office/officeart/2005/8/layout/orgChart1"/>
    <dgm:cxn modelId="{FF0B8994-FBA9-4A80-B758-A61C6B12B257}" type="presParOf" srcId="{8B13A02E-044C-4933-B8B5-792F7B24511F}" destId="{A0037F49-6EC0-49E8-96CD-C63016F73797}" srcOrd="1" destOrd="0" presId="urn:microsoft.com/office/officeart/2005/8/layout/orgChart1"/>
    <dgm:cxn modelId="{CD00D179-7F43-4570-8FEB-23C2BCC4A7FA}" type="presParOf" srcId="{A0037F49-6EC0-49E8-96CD-C63016F73797}" destId="{720E23B0-F442-4400-B6AF-B60AAF5EACF0}" srcOrd="0" destOrd="0" presId="urn:microsoft.com/office/officeart/2005/8/layout/orgChart1"/>
    <dgm:cxn modelId="{B117E8E9-6588-40AA-AB05-81534800561E}" type="presParOf" srcId="{A0037F49-6EC0-49E8-96CD-C63016F73797}" destId="{54CDA431-8935-4317-9550-5A0EDC440675}" srcOrd="1" destOrd="0" presId="urn:microsoft.com/office/officeart/2005/8/layout/orgChart1"/>
    <dgm:cxn modelId="{89538B6C-B0A2-4459-AD62-DA754DB1D7E8}" type="presParOf" srcId="{54CDA431-8935-4317-9550-5A0EDC440675}" destId="{5B204CF3-493A-44FF-A415-0B13AB157D61}" srcOrd="0" destOrd="0" presId="urn:microsoft.com/office/officeart/2005/8/layout/orgChart1"/>
    <dgm:cxn modelId="{624C752A-405C-49A9-80B4-19E626C3253B}" type="presParOf" srcId="{5B204CF3-493A-44FF-A415-0B13AB157D61}" destId="{124F2EB0-C80E-4409-BCE2-3494102F8F91}" srcOrd="0" destOrd="0" presId="urn:microsoft.com/office/officeart/2005/8/layout/orgChart1"/>
    <dgm:cxn modelId="{438CD9D1-2FD6-4A65-BE45-6C830588F275}" type="presParOf" srcId="{5B204CF3-493A-44FF-A415-0B13AB157D61}" destId="{634A3C0B-B9E4-43D1-978D-A11133382CE9}" srcOrd="1" destOrd="0" presId="urn:microsoft.com/office/officeart/2005/8/layout/orgChart1"/>
    <dgm:cxn modelId="{3F096DBD-4C67-41EE-9FBD-BD7450F36C96}" type="presParOf" srcId="{54CDA431-8935-4317-9550-5A0EDC440675}" destId="{C4C5ACCD-C62B-447B-8AD8-2DE2DDF2B32F}" srcOrd="1" destOrd="0" presId="urn:microsoft.com/office/officeart/2005/8/layout/orgChart1"/>
    <dgm:cxn modelId="{F3AFEBA4-9D5A-4A69-B7DC-47BEF5BA57FA}" type="presParOf" srcId="{54CDA431-8935-4317-9550-5A0EDC440675}" destId="{1DDEF373-903B-42B5-8288-9CB13E32725D}" srcOrd="2" destOrd="0" presId="urn:microsoft.com/office/officeart/2005/8/layout/orgChart1"/>
    <dgm:cxn modelId="{2C832786-8FAC-42AC-9959-CE9BB3CB2CE3}" type="presParOf" srcId="{8B13A02E-044C-4933-B8B5-792F7B24511F}" destId="{F7FAAAC1-F441-433D-8A84-D3B0373F3E1B}"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6: Requirements elicitation.</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Planning Req. Elicitation</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a:t>Req. Elicitation Techniques</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A1A03C13-4BED-4BB7-8AFB-BDB236A519FA}">
      <dgm:prSet phldrT="[Text]" custT="1"/>
      <dgm:spPr/>
      <dgm:t>
        <a:bodyPr/>
        <a:lstStyle/>
        <a:p>
          <a:r>
            <a:rPr lang="en-US" sz="1600" dirty="0"/>
            <a:t>Classifying users input</a:t>
          </a:r>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a:t>Workshop</a:t>
          </a:r>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a:t>Interview</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029385A5-7884-4868-8A52-5A667FA5EED1}">
      <dgm:prSet phldrT="[Text]" custT="1"/>
      <dgm:spPr/>
      <dgm:t>
        <a:bodyPr/>
        <a:lstStyle/>
        <a:p>
          <a:r>
            <a:rPr lang="en-US" sz="1600" dirty="0"/>
            <a:t>Biz req.</a:t>
          </a:r>
        </a:p>
      </dgm:t>
    </dgm:pt>
    <dgm:pt modelId="{D55C4832-7907-4EBF-AE2A-0BA235524CD4}" type="parTrans" cxnId="{121190D6-3475-475C-BE98-B88CC10B3813}">
      <dgm:prSet/>
      <dgm:spPr/>
      <dgm:t>
        <a:bodyPr/>
        <a:lstStyle/>
        <a:p>
          <a:endParaRPr lang="en-US"/>
        </a:p>
      </dgm:t>
    </dgm:pt>
    <dgm:pt modelId="{76BBD5FF-E994-4436-87D1-91B05094619F}" type="sibTrans" cxnId="{121190D6-3475-475C-BE98-B88CC10B3813}">
      <dgm:prSet/>
      <dgm:spPr/>
      <dgm:t>
        <a:bodyPr/>
        <a:lstStyle/>
        <a:p>
          <a:endParaRPr lang="en-US"/>
        </a:p>
      </dgm:t>
    </dgm:pt>
    <dgm:pt modelId="{1A1CF78A-2280-4E8B-B428-2E98CD466477}">
      <dgm:prSet phldrT="[Text]" custT="1"/>
      <dgm:spPr/>
      <dgm:t>
        <a:bodyPr/>
        <a:lstStyle/>
        <a:p>
          <a:r>
            <a:rPr lang="en-US" sz="1600" dirty="0"/>
            <a:t>User req.</a:t>
          </a:r>
        </a:p>
      </dgm:t>
    </dgm:pt>
    <dgm:pt modelId="{44990EAE-AA0B-4B7A-81C8-7EF07E85BDF4}" type="parTrans" cxnId="{A7C73411-72CF-4D1D-8815-5544F6109425}">
      <dgm:prSet/>
      <dgm:spPr/>
      <dgm:t>
        <a:bodyPr/>
        <a:lstStyle/>
        <a:p>
          <a:endParaRPr lang="en-US"/>
        </a:p>
      </dgm:t>
    </dgm:pt>
    <dgm:pt modelId="{8C194F76-C47C-40BF-AE51-ACEB001F0D01}" type="sibTrans" cxnId="{A7C73411-72CF-4D1D-8815-5544F6109425}">
      <dgm:prSet/>
      <dgm:spPr/>
      <dgm:t>
        <a:bodyPr/>
        <a:lstStyle/>
        <a:p>
          <a:endParaRPr lang="en-US"/>
        </a:p>
      </dgm:t>
    </dgm:pt>
    <dgm:pt modelId="{37AC29D6-5196-4526-B470-AD55A5B95426}">
      <dgm:prSet phldrT="[Text]" custT="1"/>
      <dgm:spPr/>
      <dgm:t>
        <a:bodyPr/>
        <a:lstStyle/>
        <a:p>
          <a:r>
            <a:rPr lang="en-US" sz="1600" dirty="0"/>
            <a:t>Biz rules</a:t>
          </a:r>
        </a:p>
      </dgm:t>
    </dgm:pt>
    <dgm:pt modelId="{16E4FE4F-9910-4C62-9BD8-0BD49D3BB72F}" type="parTrans" cxnId="{2272D82D-D36A-4D91-966B-D2CB68DB462C}">
      <dgm:prSet/>
      <dgm:spPr/>
      <dgm:t>
        <a:bodyPr/>
        <a:lstStyle/>
        <a:p>
          <a:endParaRPr lang="en-US"/>
        </a:p>
      </dgm:t>
    </dgm:pt>
    <dgm:pt modelId="{F32EAEB6-D167-4A75-B59B-CF2A3D805E20}" type="sibTrans" cxnId="{2272D82D-D36A-4D91-966B-D2CB68DB462C}">
      <dgm:prSet/>
      <dgm:spPr/>
      <dgm:t>
        <a:bodyPr/>
        <a:lstStyle/>
        <a:p>
          <a:endParaRPr lang="en-US"/>
        </a:p>
      </dgm:t>
    </dgm:pt>
    <dgm:pt modelId="{7567858F-46A9-413F-85CD-E4F6D5E95680}">
      <dgm:prSet phldrT="[Text]" custT="1"/>
      <dgm:spPr/>
      <dgm:t>
        <a:bodyPr/>
        <a:lstStyle/>
        <a:p>
          <a:r>
            <a:rPr lang="en-US" sz="1400" dirty="0"/>
            <a:t>Focus group</a:t>
          </a:r>
        </a:p>
      </dgm:t>
    </dgm:pt>
    <dgm:pt modelId="{E7C20BB0-42E0-4E79-B78C-FDB4437BA139}" type="parTrans" cxnId="{A90E7506-193B-4BFD-BE29-70108435E34E}">
      <dgm:prSet/>
      <dgm:spPr/>
      <dgm:t>
        <a:bodyPr/>
        <a:lstStyle/>
        <a:p>
          <a:endParaRPr lang="en-US"/>
        </a:p>
      </dgm:t>
    </dgm:pt>
    <dgm:pt modelId="{1FDF513E-02FE-44FF-87BD-A50EBFD5CD33}" type="sibTrans" cxnId="{A90E7506-193B-4BFD-BE29-70108435E34E}">
      <dgm:prSet/>
      <dgm:spPr/>
      <dgm:t>
        <a:bodyPr/>
        <a:lstStyle/>
        <a:p>
          <a:endParaRPr lang="en-US"/>
        </a:p>
      </dgm:t>
    </dgm:pt>
    <dgm:pt modelId="{5B4E7C08-D76C-41BF-94A6-A2DE4651B0A2}">
      <dgm:prSet phldrT="[Text]" custT="1"/>
      <dgm:spPr/>
      <dgm:t>
        <a:bodyPr/>
        <a:lstStyle/>
        <a:p>
          <a:r>
            <a:rPr lang="en-US" sz="1400" dirty="0"/>
            <a:t>Observation</a:t>
          </a:r>
        </a:p>
      </dgm:t>
    </dgm:pt>
    <dgm:pt modelId="{942F7C11-7D7B-468C-A31B-85EE37F2AE24}" type="parTrans" cxnId="{7FB05AA3-2572-49CA-B50A-197C7C134138}">
      <dgm:prSet/>
      <dgm:spPr/>
      <dgm:t>
        <a:bodyPr/>
        <a:lstStyle/>
        <a:p>
          <a:endParaRPr lang="en-US"/>
        </a:p>
      </dgm:t>
    </dgm:pt>
    <dgm:pt modelId="{E52BE92D-EC51-4B4D-A743-FB663254ED1E}" type="sibTrans" cxnId="{7FB05AA3-2572-49CA-B50A-197C7C134138}">
      <dgm:prSet/>
      <dgm:spPr/>
      <dgm:t>
        <a:bodyPr/>
        <a:lstStyle/>
        <a:p>
          <a:endParaRPr lang="en-US"/>
        </a:p>
      </dgm:t>
    </dgm:pt>
    <dgm:pt modelId="{9929F59C-419E-43EC-8104-9E8732B8E787}">
      <dgm:prSet phldrT="[Text]" custT="1"/>
      <dgm:spPr/>
      <dgm:t>
        <a:bodyPr/>
        <a:lstStyle/>
        <a:p>
          <a:r>
            <a:rPr lang="en-US" sz="1400" dirty="0"/>
            <a:t>Questionnaire</a:t>
          </a:r>
        </a:p>
      </dgm:t>
    </dgm:pt>
    <dgm:pt modelId="{6C8906A6-1FBC-47ED-8303-F4E5D4E38BF3}" type="parTrans" cxnId="{4E2A6564-91C3-4C68-B202-9416957B0646}">
      <dgm:prSet/>
      <dgm:spPr/>
      <dgm:t>
        <a:bodyPr/>
        <a:lstStyle/>
        <a:p>
          <a:endParaRPr lang="en-US"/>
        </a:p>
      </dgm:t>
    </dgm:pt>
    <dgm:pt modelId="{A40568E7-EE7C-4591-A574-C833FF8B5F63}" type="sibTrans" cxnId="{4E2A6564-91C3-4C68-B202-9416957B0646}">
      <dgm:prSet/>
      <dgm:spPr/>
      <dgm:t>
        <a:bodyPr/>
        <a:lstStyle/>
        <a:p>
          <a:endParaRPr lang="en-US"/>
        </a:p>
      </dgm:t>
    </dgm:pt>
    <dgm:pt modelId="{B1E5D227-4384-4ED3-A5FB-9E3CE538AA48}">
      <dgm:prSet phldrT="[Text]" custT="1"/>
      <dgm:spPr/>
      <dgm:t>
        <a:bodyPr/>
        <a:lstStyle/>
        <a:p>
          <a:r>
            <a:rPr lang="en-US" sz="1400" dirty="0"/>
            <a:t>Document analysis</a:t>
          </a:r>
        </a:p>
      </dgm:t>
    </dgm:pt>
    <dgm:pt modelId="{9F383BC1-6A65-4598-A677-60A8C4BDC2D1}" type="parTrans" cxnId="{170951EF-455F-475E-AFB6-AC7350946155}">
      <dgm:prSet/>
      <dgm:spPr/>
      <dgm:t>
        <a:bodyPr/>
        <a:lstStyle/>
        <a:p>
          <a:endParaRPr lang="en-US"/>
        </a:p>
      </dgm:t>
    </dgm:pt>
    <dgm:pt modelId="{E415BF9D-77B5-420B-BA0E-963741F68946}" type="sibTrans" cxnId="{170951EF-455F-475E-AFB6-AC7350946155}">
      <dgm:prSet/>
      <dgm:spPr/>
      <dgm:t>
        <a:bodyPr/>
        <a:lstStyle/>
        <a:p>
          <a:endParaRPr lang="en-US"/>
        </a:p>
      </dgm:t>
    </dgm:pt>
    <dgm:pt modelId="{2BC47C35-CB2E-4ADA-997E-20AB4D35A222}">
      <dgm:prSet phldrT="[Text]" custT="1"/>
      <dgm:spPr/>
      <dgm:t>
        <a:bodyPr/>
        <a:lstStyle/>
        <a:p>
          <a:r>
            <a:rPr lang="en-US" sz="1600" dirty="0"/>
            <a:t>Prepare for elicitation</a:t>
          </a:r>
        </a:p>
      </dgm:t>
    </dgm:pt>
    <dgm:pt modelId="{53352947-0336-403A-A4B4-89467D459512}" type="parTrans" cxnId="{5EA3EC21-4C2E-4557-90C3-44F68A007575}">
      <dgm:prSet/>
      <dgm:spPr/>
      <dgm:t>
        <a:bodyPr/>
        <a:lstStyle/>
        <a:p>
          <a:endParaRPr lang="en-US"/>
        </a:p>
      </dgm:t>
    </dgm:pt>
    <dgm:pt modelId="{03A1EA09-EFE1-4310-BC77-8BB1F0EA5858}" type="sibTrans" cxnId="{5EA3EC21-4C2E-4557-90C3-44F68A007575}">
      <dgm:prSet/>
      <dgm:spPr/>
      <dgm:t>
        <a:bodyPr/>
        <a:lstStyle/>
        <a:p>
          <a:endParaRPr lang="en-US"/>
        </a:p>
      </dgm:t>
    </dgm:pt>
    <dgm:pt modelId="{AF6C41DE-0FE9-4FE2-8BE9-4215E0A90589}">
      <dgm:prSet phldrT="[Text]" custT="1"/>
      <dgm:spPr/>
      <dgm:t>
        <a:bodyPr/>
        <a:lstStyle/>
        <a:p>
          <a:r>
            <a:rPr lang="en-US" sz="1600" dirty="0"/>
            <a:t> Perform elicitation</a:t>
          </a:r>
        </a:p>
      </dgm:t>
    </dgm:pt>
    <dgm:pt modelId="{8E7DC7A7-3675-4E95-A153-8ABEB0FFE8D1}" type="parTrans" cxnId="{B407561B-81B2-4844-BB92-700E2E515551}">
      <dgm:prSet/>
      <dgm:spPr/>
      <dgm:t>
        <a:bodyPr/>
        <a:lstStyle/>
        <a:p>
          <a:endParaRPr lang="en-US"/>
        </a:p>
      </dgm:t>
    </dgm:pt>
    <dgm:pt modelId="{97EE64CF-B61C-4098-8AAA-B86B1D9E9733}" type="sibTrans" cxnId="{B407561B-81B2-4844-BB92-700E2E515551}">
      <dgm:prSet/>
      <dgm:spPr/>
      <dgm:t>
        <a:bodyPr/>
        <a:lstStyle/>
        <a:p>
          <a:endParaRPr lang="en-US"/>
        </a:p>
      </dgm:t>
    </dgm:pt>
    <dgm:pt modelId="{5E89FAF8-7222-4880-B72C-F381939B991A}">
      <dgm:prSet phldrT="[Text]" custT="1"/>
      <dgm:spPr/>
      <dgm:t>
        <a:bodyPr/>
        <a:lstStyle/>
        <a:p>
          <a:r>
            <a:rPr lang="en-US" sz="1600" dirty="0"/>
            <a:t>Follow up after elicitation</a:t>
          </a:r>
        </a:p>
      </dgm:t>
    </dgm:pt>
    <dgm:pt modelId="{49B74ACD-4DE6-4E7A-A574-B54F96B2B84B}" type="parTrans" cxnId="{9DA1E6C1-3177-4056-85A7-B7FE5F941D13}">
      <dgm:prSet/>
      <dgm:spPr/>
      <dgm:t>
        <a:bodyPr/>
        <a:lstStyle/>
        <a:p>
          <a:endParaRPr lang="en-US"/>
        </a:p>
      </dgm:t>
    </dgm:pt>
    <dgm:pt modelId="{209BCB29-8DD4-400E-AC54-27D11B8F19FF}" type="sibTrans" cxnId="{9DA1E6C1-3177-4056-85A7-B7FE5F941D13}">
      <dgm:prSet/>
      <dgm:spPr/>
      <dgm:t>
        <a:bodyPr/>
        <a:lstStyle/>
        <a:p>
          <a:endParaRPr lang="en-US"/>
        </a:p>
      </dgm:t>
    </dgm:pt>
    <dgm:pt modelId="{8A4DFC25-84E0-4C8E-8275-9623F678D60A}">
      <dgm:prSet phldrT="[Text]" custT="1"/>
      <dgm:spPr/>
      <dgm:t>
        <a:bodyPr/>
        <a:lstStyle/>
        <a:p>
          <a:r>
            <a:rPr lang="en-US" sz="1600" dirty="0"/>
            <a:t>Some cautions about elicitation</a:t>
          </a:r>
        </a:p>
      </dgm:t>
    </dgm:pt>
    <dgm:pt modelId="{BF93982D-C9DB-4CFD-8CA0-B03F0CC3D2E0}" type="parTrans" cxnId="{DC769C76-53CB-451A-8D77-0FA9B817EBE6}">
      <dgm:prSet/>
      <dgm:spPr/>
      <dgm:t>
        <a:bodyPr/>
        <a:lstStyle/>
        <a:p>
          <a:endParaRPr lang="en-US"/>
        </a:p>
      </dgm:t>
    </dgm:pt>
    <dgm:pt modelId="{45065DE1-EC8A-47FF-8419-9CBC4CFFD0A1}" type="sibTrans" cxnId="{DC769C76-53CB-451A-8D77-0FA9B817EBE6}">
      <dgm:prSet/>
      <dgm:spPr/>
      <dgm:t>
        <a:bodyPr/>
        <a:lstStyle/>
        <a:p>
          <a:endParaRPr lang="en-US"/>
        </a:p>
      </dgm:t>
    </dgm:pt>
    <dgm:pt modelId="{BEED1163-82E7-4FB1-973E-4D934DD0AD9D}">
      <dgm:prSet phldrT="[Text]" custT="1"/>
      <dgm:spPr/>
      <dgm:t>
        <a:bodyPr/>
        <a:lstStyle/>
        <a:p>
          <a:r>
            <a:rPr lang="en-US" sz="1600" dirty="0"/>
            <a:t>Balance stakeholder representation</a:t>
          </a:r>
        </a:p>
      </dgm:t>
    </dgm:pt>
    <dgm:pt modelId="{AD97D214-3707-4F9E-B39E-04C177968EB5}" type="parTrans" cxnId="{6C7A2743-E883-4BB5-9917-BC3AC2172B0B}">
      <dgm:prSet/>
      <dgm:spPr/>
      <dgm:t>
        <a:bodyPr/>
        <a:lstStyle/>
        <a:p>
          <a:endParaRPr lang="en-US"/>
        </a:p>
      </dgm:t>
    </dgm:pt>
    <dgm:pt modelId="{7E725D5D-8446-4107-8B1D-6D628424E164}" type="sibTrans" cxnId="{6C7A2743-E883-4BB5-9917-BC3AC2172B0B}">
      <dgm:prSet/>
      <dgm:spPr/>
      <dgm:t>
        <a:bodyPr/>
        <a:lstStyle/>
        <a:p>
          <a:endParaRPr lang="en-US"/>
        </a:p>
      </dgm:t>
    </dgm:pt>
    <dgm:pt modelId="{76962F9A-FCAB-4183-B687-ECCEC120B83E}">
      <dgm:prSet phldrT="[Text]" custT="1"/>
      <dgm:spPr/>
      <dgm:t>
        <a:bodyPr/>
        <a:lstStyle/>
        <a:p>
          <a:r>
            <a:rPr lang="en-US" sz="1600" dirty="0"/>
            <a:t>Functional req.</a:t>
          </a:r>
        </a:p>
      </dgm:t>
    </dgm:pt>
    <dgm:pt modelId="{AEFC7BB4-25E1-437B-84DE-F2A8A7AD74D5}" type="parTrans" cxnId="{F8F84268-34B2-4403-8431-434F24067880}">
      <dgm:prSet/>
      <dgm:spPr/>
      <dgm:t>
        <a:bodyPr/>
        <a:lstStyle/>
        <a:p>
          <a:endParaRPr lang="en-US"/>
        </a:p>
      </dgm:t>
    </dgm:pt>
    <dgm:pt modelId="{8710AE0D-BF82-4DA7-BF93-756F0DAA772A}" type="sibTrans" cxnId="{F8F84268-34B2-4403-8431-434F24067880}">
      <dgm:prSet/>
      <dgm:spPr/>
      <dgm:t>
        <a:bodyPr/>
        <a:lstStyle/>
        <a:p>
          <a:endParaRPr lang="en-US"/>
        </a:p>
      </dgm:t>
    </dgm:pt>
    <dgm:pt modelId="{535E2B3C-27E8-471E-83EC-33A4ACEFA568}">
      <dgm:prSet phldrT="[Text]" custT="1"/>
      <dgm:spPr/>
      <dgm:t>
        <a:bodyPr/>
        <a:lstStyle/>
        <a:p>
          <a:r>
            <a:rPr lang="en-US" sz="1600" dirty="0"/>
            <a:t>Quality attributes</a:t>
          </a:r>
        </a:p>
      </dgm:t>
    </dgm:pt>
    <dgm:pt modelId="{D1EE286A-3A5E-412F-91F5-0E57488E3416}" type="parTrans" cxnId="{009BF19E-FEA2-480E-B54E-609A629C229C}">
      <dgm:prSet/>
      <dgm:spPr/>
      <dgm:t>
        <a:bodyPr/>
        <a:lstStyle/>
        <a:p>
          <a:endParaRPr lang="en-US"/>
        </a:p>
      </dgm:t>
    </dgm:pt>
    <dgm:pt modelId="{53D559B1-08A9-4267-88C8-D2ABCEBDCD5F}" type="sibTrans" cxnId="{009BF19E-FEA2-480E-B54E-609A629C229C}">
      <dgm:prSet/>
      <dgm:spPr/>
      <dgm:t>
        <a:bodyPr/>
        <a:lstStyle/>
        <a:p>
          <a:endParaRPr lang="en-US"/>
        </a:p>
      </dgm:t>
    </dgm:pt>
    <dgm:pt modelId="{976895F8-AA8C-46C5-B2C2-F74D176C491D}">
      <dgm:prSet phldrT="[Text]" custT="1"/>
      <dgm:spPr/>
      <dgm:t>
        <a:bodyPr/>
        <a:lstStyle/>
        <a:p>
          <a:r>
            <a:rPr lang="en-US" sz="1600" dirty="0"/>
            <a:t>….</a:t>
          </a:r>
        </a:p>
      </dgm:t>
    </dgm:pt>
    <dgm:pt modelId="{3BCFC637-E649-4F2B-B340-45C0E568F35A}" type="parTrans" cxnId="{0D042D3B-EF74-4314-830A-5520239C8E2D}">
      <dgm:prSet/>
      <dgm:spPr/>
      <dgm:t>
        <a:bodyPr/>
        <a:lstStyle/>
        <a:p>
          <a:endParaRPr lang="en-US"/>
        </a:p>
      </dgm:t>
    </dgm:pt>
    <dgm:pt modelId="{29D85B92-46B2-42CA-A070-E7175784D887}" type="sibTrans" cxnId="{0D042D3B-EF74-4314-830A-5520239C8E2D}">
      <dgm:prSet/>
      <dgm:spPr/>
      <dgm:t>
        <a:bodyPr/>
        <a:lstStyle/>
        <a:p>
          <a:endParaRPr lang="en-US"/>
        </a:p>
      </dgm:t>
    </dgm:pt>
    <dgm:pt modelId="{40F694F5-4E95-4E97-8C4B-C33410307B69}">
      <dgm:prSet phldrT="[Text]" custT="1"/>
      <dgm:spPr/>
      <dgm:t>
        <a:bodyPr/>
        <a:lstStyle/>
        <a:p>
          <a:r>
            <a:rPr lang="en-US" sz="1600" dirty="0"/>
            <a:t>Define scope appropriately</a:t>
          </a:r>
        </a:p>
      </dgm:t>
    </dgm:pt>
    <dgm:pt modelId="{40B37D77-B34C-4C07-AE20-FB1E98C3A64B}" type="parTrans" cxnId="{B3CFFCA9-EFCE-4004-AE88-457364625BA5}">
      <dgm:prSet/>
      <dgm:spPr/>
      <dgm:t>
        <a:bodyPr/>
        <a:lstStyle/>
        <a:p>
          <a:endParaRPr lang="en-US"/>
        </a:p>
      </dgm:t>
    </dgm:pt>
    <dgm:pt modelId="{DB1A1847-7E60-483B-9BE5-5BD45ABDFA59}" type="sibTrans" cxnId="{B3CFFCA9-EFCE-4004-AE88-457364625BA5}">
      <dgm:prSet/>
      <dgm:spPr/>
      <dgm:t>
        <a:bodyPr/>
        <a:lstStyle/>
        <a:p>
          <a:endParaRPr lang="en-US"/>
        </a:p>
      </dgm:t>
    </dgm:pt>
    <dgm:pt modelId="{D66F8562-8072-404B-AED2-0BBB80C5B45C}">
      <dgm:prSet phldrT="[Text]" custT="1"/>
      <dgm:spPr/>
      <dgm:t>
        <a:bodyPr/>
        <a:lstStyle/>
        <a:p>
          <a:r>
            <a:rPr lang="en-US" sz="1600" dirty="0"/>
            <a:t>…</a:t>
          </a:r>
        </a:p>
      </dgm:t>
    </dgm:pt>
    <dgm:pt modelId="{1F9394CC-AB31-42A6-A409-D6609175A08B}" type="parTrans" cxnId="{F4766B1A-5D57-42C8-8C58-AF25C2B62F51}">
      <dgm:prSet/>
      <dgm:spPr/>
      <dgm:t>
        <a:bodyPr/>
        <a:lstStyle/>
        <a:p>
          <a:endParaRPr lang="en-US"/>
        </a:p>
      </dgm:t>
    </dgm:pt>
    <dgm:pt modelId="{D6C531DE-7704-4C33-AD48-5AFA47CA4325}" type="sibTrans" cxnId="{F4766B1A-5D57-42C8-8C58-AF25C2B62F51}">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221574">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9111">
        <dgm:presLayoutVars>
          <dgm:chPref val="3"/>
        </dgm:presLayoutVars>
      </dgm:prSet>
      <dgm:spPr/>
    </dgm:pt>
    <dgm:pt modelId="{A10B8E6A-AEE1-4C2B-8634-C515AEDBA0E5}" type="pres">
      <dgm:prSet presAssocID="{9286A5EC-F2A9-487D-8BF1-B96EEEFD636B}" presName="rootConnector" presStyleLbl="node2" presStyleIdx="0" presStyleCnt="4"/>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8"/>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8">
        <dgm:presLayoutVars>
          <dgm:chPref val="3"/>
        </dgm:presLayoutVars>
      </dgm:prSet>
      <dgm:spPr/>
    </dgm:pt>
    <dgm:pt modelId="{7C494E9C-07EE-4809-A445-329E5D279BED}" type="pres">
      <dgm:prSet presAssocID="{ADFFC400-8BBA-4CA0-97DA-A5239AD7FF83}" presName="rootConnector" presStyleLbl="node3" presStyleIdx="0" presStyleCnt="18"/>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8"/>
      <dgm:spPr/>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8">
        <dgm:presLayoutVars>
          <dgm:chPref val="3"/>
        </dgm:presLayoutVars>
      </dgm:prSet>
      <dgm:spPr/>
    </dgm:pt>
    <dgm:pt modelId="{BFFD6F86-AD10-4340-B993-09FE9B342F4C}" type="pres">
      <dgm:prSet presAssocID="{1E627F9E-CE3B-4A85-BB78-8DDB86A78DDE}" presName="rootConnector" presStyleLbl="node3" presStyleIdx="1" presStyleCnt="18"/>
      <dgm:spPr/>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A9F0E9FE-CFC8-4EE0-9496-6BEA42EF318B}" type="pres">
      <dgm:prSet presAssocID="{E7C20BB0-42E0-4E79-B78C-FDB4437BA139}" presName="Name37" presStyleLbl="parChTrans1D3" presStyleIdx="2" presStyleCnt="18"/>
      <dgm:spPr/>
    </dgm:pt>
    <dgm:pt modelId="{135BFED4-E642-46ED-96DB-76F9352B4767}" type="pres">
      <dgm:prSet presAssocID="{7567858F-46A9-413F-85CD-E4F6D5E95680}" presName="hierRoot2" presStyleCnt="0">
        <dgm:presLayoutVars>
          <dgm:hierBranch val="init"/>
        </dgm:presLayoutVars>
      </dgm:prSet>
      <dgm:spPr/>
    </dgm:pt>
    <dgm:pt modelId="{980FBF03-8060-4382-A2AB-20806D0D55CB}" type="pres">
      <dgm:prSet presAssocID="{7567858F-46A9-413F-85CD-E4F6D5E95680}" presName="rootComposite" presStyleCnt="0"/>
      <dgm:spPr/>
    </dgm:pt>
    <dgm:pt modelId="{F49CBD60-76B2-4B73-8337-240A37B4B697}" type="pres">
      <dgm:prSet presAssocID="{7567858F-46A9-413F-85CD-E4F6D5E95680}" presName="rootText" presStyleLbl="node3" presStyleIdx="2" presStyleCnt="18">
        <dgm:presLayoutVars>
          <dgm:chPref val="3"/>
        </dgm:presLayoutVars>
      </dgm:prSet>
      <dgm:spPr/>
    </dgm:pt>
    <dgm:pt modelId="{FE819867-125C-47DF-AAA5-1DD702C511FC}" type="pres">
      <dgm:prSet presAssocID="{7567858F-46A9-413F-85CD-E4F6D5E95680}" presName="rootConnector" presStyleLbl="node3" presStyleIdx="2" presStyleCnt="18"/>
      <dgm:spPr/>
    </dgm:pt>
    <dgm:pt modelId="{4B4D2E02-5445-4EA6-808C-840A8F049EC3}" type="pres">
      <dgm:prSet presAssocID="{7567858F-46A9-413F-85CD-E4F6D5E95680}" presName="hierChild4" presStyleCnt="0"/>
      <dgm:spPr/>
    </dgm:pt>
    <dgm:pt modelId="{04E57D32-14E0-4F2B-85FD-77C08D096B6F}" type="pres">
      <dgm:prSet presAssocID="{7567858F-46A9-413F-85CD-E4F6D5E95680}" presName="hierChild5" presStyleCnt="0"/>
      <dgm:spPr/>
    </dgm:pt>
    <dgm:pt modelId="{3F23C0CE-9B5D-413A-AF74-038AF7033DAC}" type="pres">
      <dgm:prSet presAssocID="{942F7C11-7D7B-468C-A31B-85EE37F2AE24}" presName="Name37" presStyleLbl="parChTrans1D3" presStyleIdx="3" presStyleCnt="18"/>
      <dgm:spPr/>
    </dgm:pt>
    <dgm:pt modelId="{5CF7E830-850B-4FE0-9CF5-44AFE3FCEF1F}" type="pres">
      <dgm:prSet presAssocID="{5B4E7C08-D76C-41BF-94A6-A2DE4651B0A2}" presName="hierRoot2" presStyleCnt="0">
        <dgm:presLayoutVars>
          <dgm:hierBranch val="init"/>
        </dgm:presLayoutVars>
      </dgm:prSet>
      <dgm:spPr/>
    </dgm:pt>
    <dgm:pt modelId="{BED049DD-7D32-4A6A-B044-B872707EEA2A}" type="pres">
      <dgm:prSet presAssocID="{5B4E7C08-D76C-41BF-94A6-A2DE4651B0A2}" presName="rootComposite" presStyleCnt="0"/>
      <dgm:spPr/>
    </dgm:pt>
    <dgm:pt modelId="{023F7627-1D47-4878-A012-D16C57F9A6EE}" type="pres">
      <dgm:prSet presAssocID="{5B4E7C08-D76C-41BF-94A6-A2DE4651B0A2}" presName="rootText" presStyleLbl="node3" presStyleIdx="3" presStyleCnt="18">
        <dgm:presLayoutVars>
          <dgm:chPref val="3"/>
        </dgm:presLayoutVars>
      </dgm:prSet>
      <dgm:spPr/>
    </dgm:pt>
    <dgm:pt modelId="{99D841D9-E2CC-4FEC-8214-65379F810C26}" type="pres">
      <dgm:prSet presAssocID="{5B4E7C08-D76C-41BF-94A6-A2DE4651B0A2}" presName="rootConnector" presStyleLbl="node3" presStyleIdx="3" presStyleCnt="18"/>
      <dgm:spPr/>
    </dgm:pt>
    <dgm:pt modelId="{E0A2925F-890A-47EA-BAE6-DF2292ACB545}" type="pres">
      <dgm:prSet presAssocID="{5B4E7C08-D76C-41BF-94A6-A2DE4651B0A2}" presName="hierChild4" presStyleCnt="0"/>
      <dgm:spPr/>
    </dgm:pt>
    <dgm:pt modelId="{4DB4E5B1-0AEE-4EE4-9F71-D41CF4003070}" type="pres">
      <dgm:prSet presAssocID="{5B4E7C08-D76C-41BF-94A6-A2DE4651B0A2}" presName="hierChild5" presStyleCnt="0"/>
      <dgm:spPr/>
    </dgm:pt>
    <dgm:pt modelId="{D358E586-DB92-492E-9D54-5B1732DFF307}" type="pres">
      <dgm:prSet presAssocID="{6C8906A6-1FBC-47ED-8303-F4E5D4E38BF3}" presName="Name37" presStyleLbl="parChTrans1D3" presStyleIdx="4" presStyleCnt="18"/>
      <dgm:spPr/>
    </dgm:pt>
    <dgm:pt modelId="{5B5B23D3-BA74-4ACC-A221-AB29A610D183}" type="pres">
      <dgm:prSet presAssocID="{9929F59C-419E-43EC-8104-9E8732B8E787}" presName="hierRoot2" presStyleCnt="0">
        <dgm:presLayoutVars>
          <dgm:hierBranch val="init"/>
        </dgm:presLayoutVars>
      </dgm:prSet>
      <dgm:spPr/>
    </dgm:pt>
    <dgm:pt modelId="{5B760EFC-8FE8-44AE-BE24-2E4A096178FF}" type="pres">
      <dgm:prSet presAssocID="{9929F59C-419E-43EC-8104-9E8732B8E787}" presName="rootComposite" presStyleCnt="0"/>
      <dgm:spPr/>
    </dgm:pt>
    <dgm:pt modelId="{AA5F6878-1379-41A4-93C5-93F8F7DCA1F9}" type="pres">
      <dgm:prSet presAssocID="{9929F59C-419E-43EC-8104-9E8732B8E787}" presName="rootText" presStyleLbl="node3" presStyleIdx="4" presStyleCnt="18">
        <dgm:presLayoutVars>
          <dgm:chPref val="3"/>
        </dgm:presLayoutVars>
      </dgm:prSet>
      <dgm:spPr/>
    </dgm:pt>
    <dgm:pt modelId="{BC78F200-BF16-4C4D-93A5-419734E1AFB8}" type="pres">
      <dgm:prSet presAssocID="{9929F59C-419E-43EC-8104-9E8732B8E787}" presName="rootConnector" presStyleLbl="node3" presStyleIdx="4" presStyleCnt="18"/>
      <dgm:spPr/>
    </dgm:pt>
    <dgm:pt modelId="{F60CDB8A-B7D5-46F5-BC09-C7CEEC0824EE}" type="pres">
      <dgm:prSet presAssocID="{9929F59C-419E-43EC-8104-9E8732B8E787}" presName="hierChild4" presStyleCnt="0"/>
      <dgm:spPr/>
    </dgm:pt>
    <dgm:pt modelId="{E2924EC6-B6C9-49A0-967E-08E1872B9D9C}" type="pres">
      <dgm:prSet presAssocID="{9929F59C-419E-43EC-8104-9E8732B8E787}" presName="hierChild5" presStyleCnt="0"/>
      <dgm:spPr/>
    </dgm:pt>
    <dgm:pt modelId="{A7A6FBF6-CD95-40DE-8CF4-D0B50E0D9D69}" type="pres">
      <dgm:prSet presAssocID="{9F383BC1-6A65-4598-A677-60A8C4BDC2D1}" presName="Name37" presStyleLbl="parChTrans1D3" presStyleIdx="5" presStyleCnt="18"/>
      <dgm:spPr/>
    </dgm:pt>
    <dgm:pt modelId="{5B92151A-1CAF-4404-8D76-955D3F3071FC}" type="pres">
      <dgm:prSet presAssocID="{B1E5D227-4384-4ED3-A5FB-9E3CE538AA48}" presName="hierRoot2" presStyleCnt="0">
        <dgm:presLayoutVars>
          <dgm:hierBranch val="init"/>
        </dgm:presLayoutVars>
      </dgm:prSet>
      <dgm:spPr/>
    </dgm:pt>
    <dgm:pt modelId="{40B3FE68-53FE-499F-A453-09F87F0833D2}" type="pres">
      <dgm:prSet presAssocID="{B1E5D227-4384-4ED3-A5FB-9E3CE538AA48}" presName="rootComposite" presStyleCnt="0"/>
      <dgm:spPr/>
    </dgm:pt>
    <dgm:pt modelId="{04C79594-D5ED-429E-B8F6-2D6F4CCD746B}" type="pres">
      <dgm:prSet presAssocID="{B1E5D227-4384-4ED3-A5FB-9E3CE538AA48}" presName="rootText" presStyleLbl="node3" presStyleIdx="5" presStyleCnt="18">
        <dgm:presLayoutVars>
          <dgm:chPref val="3"/>
        </dgm:presLayoutVars>
      </dgm:prSet>
      <dgm:spPr/>
    </dgm:pt>
    <dgm:pt modelId="{5996DFEB-63B2-451B-A2C6-4A4E49EAA12E}" type="pres">
      <dgm:prSet presAssocID="{B1E5D227-4384-4ED3-A5FB-9E3CE538AA48}" presName="rootConnector" presStyleLbl="node3" presStyleIdx="5" presStyleCnt="18"/>
      <dgm:spPr/>
    </dgm:pt>
    <dgm:pt modelId="{8EFA9433-EBA5-4CB6-85B5-3DCB60708F63}" type="pres">
      <dgm:prSet presAssocID="{B1E5D227-4384-4ED3-A5FB-9E3CE538AA48}" presName="hierChild4" presStyleCnt="0"/>
      <dgm:spPr/>
    </dgm:pt>
    <dgm:pt modelId="{54978039-EEB4-4E95-9FE4-22015B550127}" type="pres">
      <dgm:prSet presAssocID="{B1E5D227-4384-4ED3-A5FB-9E3CE538AA48}"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9111">
        <dgm:presLayoutVars>
          <dgm:chPref val="3"/>
        </dgm:presLayoutVars>
      </dgm:prSet>
      <dgm:spPr/>
    </dgm:pt>
    <dgm:pt modelId="{1999F93D-C5E3-4B58-A38A-C971B5C1871B}" type="pres">
      <dgm:prSet presAssocID="{620DD3EC-BDCD-468B-B566-7FE2B848507E}" presName="rootConnector" presStyleLbl="node2" presStyleIdx="1" presStyleCnt="4"/>
      <dgm:spPr/>
    </dgm:pt>
    <dgm:pt modelId="{4C592C92-3156-443C-BB98-9204DFF01F72}" type="pres">
      <dgm:prSet presAssocID="{620DD3EC-BDCD-468B-B566-7FE2B848507E}" presName="hierChild4" presStyleCnt="0"/>
      <dgm:spPr/>
    </dgm:pt>
    <dgm:pt modelId="{BABFBFB4-78A4-4B16-AD3A-61E896716A3C}" type="pres">
      <dgm:prSet presAssocID="{53352947-0336-403A-A4B4-89467D459512}" presName="Name37" presStyleLbl="parChTrans1D3" presStyleIdx="6" presStyleCnt="18"/>
      <dgm:spPr/>
    </dgm:pt>
    <dgm:pt modelId="{BA209B51-AF20-42D0-B73C-E23DAC280B0E}" type="pres">
      <dgm:prSet presAssocID="{2BC47C35-CB2E-4ADA-997E-20AB4D35A222}" presName="hierRoot2" presStyleCnt="0">
        <dgm:presLayoutVars>
          <dgm:hierBranch val="init"/>
        </dgm:presLayoutVars>
      </dgm:prSet>
      <dgm:spPr/>
    </dgm:pt>
    <dgm:pt modelId="{6179A435-2294-4E89-9AFD-488B7F3D520A}" type="pres">
      <dgm:prSet presAssocID="{2BC47C35-CB2E-4ADA-997E-20AB4D35A222}" presName="rootComposite" presStyleCnt="0"/>
      <dgm:spPr/>
    </dgm:pt>
    <dgm:pt modelId="{1A87DFD0-A1A5-4AEF-9874-88156CA4976E}" type="pres">
      <dgm:prSet presAssocID="{2BC47C35-CB2E-4ADA-997E-20AB4D35A222}" presName="rootText" presStyleLbl="node3" presStyleIdx="6" presStyleCnt="18" custScaleX="107041">
        <dgm:presLayoutVars>
          <dgm:chPref val="3"/>
        </dgm:presLayoutVars>
      </dgm:prSet>
      <dgm:spPr/>
    </dgm:pt>
    <dgm:pt modelId="{5F6EAB39-768E-4EF5-A122-D240B2B03279}" type="pres">
      <dgm:prSet presAssocID="{2BC47C35-CB2E-4ADA-997E-20AB4D35A222}" presName="rootConnector" presStyleLbl="node3" presStyleIdx="6" presStyleCnt="18"/>
      <dgm:spPr/>
    </dgm:pt>
    <dgm:pt modelId="{41C14111-03E5-40B0-B727-819D7A9BEF5B}" type="pres">
      <dgm:prSet presAssocID="{2BC47C35-CB2E-4ADA-997E-20AB4D35A222}" presName="hierChild4" presStyleCnt="0"/>
      <dgm:spPr/>
    </dgm:pt>
    <dgm:pt modelId="{1A74A65C-B44E-4F57-AF52-C2C8A7DB0B53}" type="pres">
      <dgm:prSet presAssocID="{2BC47C35-CB2E-4ADA-997E-20AB4D35A222}" presName="hierChild5" presStyleCnt="0"/>
      <dgm:spPr/>
    </dgm:pt>
    <dgm:pt modelId="{1891E697-DEB2-442F-BDF2-5A9697934126}" type="pres">
      <dgm:prSet presAssocID="{8E7DC7A7-3675-4E95-A153-8ABEB0FFE8D1}" presName="Name37" presStyleLbl="parChTrans1D3" presStyleIdx="7" presStyleCnt="18"/>
      <dgm:spPr/>
    </dgm:pt>
    <dgm:pt modelId="{47BA5C8E-C2F3-43E7-BA5C-64E91DC65EB3}" type="pres">
      <dgm:prSet presAssocID="{AF6C41DE-0FE9-4FE2-8BE9-4215E0A90589}" presName="hierRoot2" presStyleCnt="0">
        <dgm:presLayoutVars>
          <dgm:hierBranch val="init"/>
        </dgm:presLayoutVars>
      </dgm:prSet>
      <dgm:spPr/>
    </dgm:pt>
    <dgm:pt modelId="{9308229C-1B34-401A-AF79-99FCEC67DA76}" type="pres">
      <dgm:prSet presAssocID="{AF6C41DE-0FE9-4FE2-8BE9-4215E0A90589}" presName="rootComposite" presStyleCnt="0"/>
      <dgm:spPr/>
    </dgm:pt>
    <dgm:pt modelId="{381C7EA2-2B75-4178-AA8A-D217EDCFA36F}" type="pres">
      <dgm:prSet presAssocID="{AF6C41DE-0FE9-4FE2-8BE9-4215E0A90589}" presName="rootText" presStyleLbl="node3" presStyleIdx="7" presStyleCnt="18" custScaleX="99770">
        <dgm:presLayoutVars>
          <dgm:chPref val="3"/>
        </dgm:presLayoutVars>
      </dgm:prSet>
      <dgm:spPr/>
    </dgm:pt>
    <dgm:pt modelId="{E6A79A9D-7FBA-4C8B-83E1-52C545B782AF}" type="pres">
      <dgm:prSet presAssocID="{AF6C41DE-0FE9-4FE2-8BE9-4215E0A90589}" presName="rootConnector" presStyleLbl="node3" presStyleIdx="7" presStyleCnt="18"/>
      <dgm:spPr/>
    </dgm:pt>
    <dgm:pt modelId="{8877DBAC-6271-426B-82E5-4D334732C047}" type="pres">
      <dgm:prSet presAssocID="{AF6C41DE-0FE9-4FE2-8BE9-4215E0A90589}" presName="hierChild4" presStyleCnt="0"/>
      <dgm:spPr/>
    </dgm:pt>
    <dgm:pt modelId="{BF715645-1D79-4998-85D3-11D4125E6231}" type="pres">
      <dgm:prSet presAssocID="{AF6C41DE-0FE9-4FE2-8BE9-4215E0A90589}" presName="hierChild5" presStyleCnt="0"/>
      <dgm:spPr/>
    </dgm:pt>
    <dgm:pt modelId="{A4FAE87E-12FA-4A7E-9D3F-3AFCE60315A4}" type="pres">
      <dgm:prSet presAssocID="{49B74ACD-4DE6-4E7A-A574-B54F96B2B84B}" presName="Name37" presStyleLbl="parChTrans1D3" presStyleIdx="8" presStyleCnt="18"/>
      <dgm:spPr/>
    </dgm:pt>
    <dgm:pt modelId="{59745AC2-BCF2-4AC4-9A79-1E1EF48226AD}" type="pres">
      <dgm:prSet presAssocID="{5E89FAF8-7222-4880-B72C-F381939B991A}" presName="hierRoot2" presStyleCnt="0">
        <dgm:presLayoutVars>
          <dgm:hierBranch val="init"/>
        </dgm:presLayoutVars>
      </dgm:prSet>
      <dgm:spPr/>
    </dgm:pt>
    <dgm:pt modelId="{3CD4DF49-0BA9-4302-9A34-844810873413}" type="pres">
      <dgm:prSet presAssocID="{5E89FAF8-7222-4880-B72C-F381939B991A}" presName="rootComposite" presStyleCnt="0"/>
      <dgm:spPr/>
    </dgm:pt>
    <dgm:pt modelId="{895EE0A8-FF27-4E5E-A9CF-0B48E925D09C}" type="pres">
      <dgm:prSet presAssocID="{5E89FAF8-7222-4880-B72C-F381939B991A}" presName="rootText" presStyleLbl="node3" presStyleIdx="8" presStyleCnt="18">
        <dgm:presLayoutVars>
          <dgm:chPref val="3"/>
        </dgm:presLayoutVars>
      </dgm:prSet>
      <dgm:spPr/>
    </dgm:pt>
    <dgm:pt modelId="{640A420B-2CFE-4944-ABF0-EAEAE3402C6F}" type="pres">
      <dgm:prSet presAssocID="{5E89FAF8-7222-4880-B72C-F381939B991A}" presName="rootConnector" presStyleLbl="node3" presStyleIdx="8" presStyleCnt="18"/>
      <dgm:spPr/>
    </dgm:pt>
    <dgm:pt modelId="{2FAF0907-22A6-4633-89A3-28CD61B1B262}" type="pres">
      <dgm:prSet presAssocID="{5E89FAF8-7222-4880-B72C-F381939B991A}" presName="hierChild4" presStyleCnt="0"/>
      <dgm:spPr/>
    </dgm:pt>
    <dgm:pt modelId="{98CB5EF3-7761-4276-9A03-D974B765AAE1}" type="pres">
      <dgm:prSet presAssocID="{5E89FAF8-7222-4880-B72C-F381939B991A}" presName="hierChild5" presStyleCnt="0"/>
      <dgm:spPr/>
    </dgm:pt>
    <dgm:pt modelId="{3E362709-8DF5-4ED1-BE78-2D67C7F6CD59}" type="pres">
      <dgm:prSet presAssocID="{620DD3EC-BDCD-468B-B566-7FE2B848507E}" presName="hierChild5" presStyleCnt="0"/>
      <dgm:spPr/>
    </dgm:pt>
    <dgm:pt modelId="{62821369-B757-43AF-BF6D-02B9EF83A7FF}" type="pres">
      <dgm:prSet presAssocID="{9E18C130-4D81-4BDD-8DE6-22CF9F45E19E}" presName="Name37" presStyleLbl="parChTrans1D2" presStyleIdx="2" presStyleCnt="4"/>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2" presStyleCnt="4" custScaleX="149111" custLinFactNeighborX="-22063" custLinFactNeighborY="-5668">
        <dgm:presLayoutVars>
          <dgm:chPref val="3"/>
        </dgm:presLayoutVars>
      </dgm:prSet>
      <dgm:spPr/>
    </dgm:pt>
    <dgm:pt modelId="{0FE7A504-1A99-42A4-92D2-369E93728B6E}" type="pres">
      <dgm:prSet presAssocID="{A1A03C13-4BED-4BB7-8AFB-BDB236A519FA}" presName="rootConnector" presStyleLbl="node2" presStyleIdx="2" presStyleCnt="4"/>
      <dgm:spPr/>
    </dgm:pt>
    <dgm:pt modelId="{5C832EA0-92EB-4018-A238-AAD0380D7AE1}" type="pres">
      <dgm:prSet presAssocID="{A1A03C13-4BED-4BB7-8AFB-BDB236A519FA}" presName="hierChild4" presStyleCnt="0"/>
      <dgm:spPr/>
    </dgm:pt>
    <dgm:pt modelId="{2A679957-7E3B-4BD6-B48E-5D4D6DCC99DC}" type="pres">
      <dgm:prSet presAssocID="{D55C4832-7907-4EBF-AE2A-0BA235524CD4}" presName="Name37" presStyleLbl="parChTrans1D3" presStyleIdx="9" presStyleCnt="18"/>
      <dgm:spPr/>
    </dgm:pt>
    <dgm:pt modelId="{21D8A42E-91C9-4273-879D-7785FB394613}" type="pres">
      <dgm:prSet presAssocID="{029385A5-7884-4868-8A52-5A667FA5EED1}" presName="hierRoot2" presStyleCnt="0">
        <dgm:presLayoutVars>
          <dgm:hierBranch val="init"/>
        </dgm:presLayoutVars>
      </dgm:prSet>
      <dgm:spPr/>
    </dgm:pt>
    <dgm:pt modelId="{9924DB7D-0B8C-4877-9C94-F05014984C7F}" type="pres">
      <dgm:prSet presAssocID="{029385A5-7884-4868-8A52-5A667FA5EED1}" presName="rootComposite" presStyleCnt="0"/>
      <dgm:spPr/>
    </dgm:pt>
    <dgm:pt modelId="{4D245AAB-B59E-4A71-9078-92C96B68BEDE}" type="pres">
      <dgm:prSet presAssocID="{029385A5-7884-4868-8A52-5A667FA5EED1}" presName="rootText" presStyleLbl="node3" presStyleIdx="9" presStyleCnt="18">
        <dgm:presLayoutVars>
          <dgm:chPref val="3"/>
        </dgm:presLayoutVars>
      </dgm:prSet>
      <dgm:spPr/>
    </dgm:pt>
    <dgm:pt modelId="{9625BECB-7DD4-4122-93F7-2CE7BAEA1D3F}" type="pres">
      <dgm:prSet presAssocID="{029385A5-7884-4868-8A52-5A667FA5EED1}" presName="rootConnector" presStyleLbl="node3" presStyleIdx="9" presStyleCnt="18"/>
      <dgm:spPr/>
    </dgm:pt>
    <dgm:pt modelId="{87F5F425-2408-4090-9506-B7F94AB46B9D}" type="pres">
      <dgm:prSet presAssocID="{029385A5-7884-4868-8A52-5A667FA5EED1}" presName="hierChild4" presStyleCnt="0"/>
      <dgm:spPr/>
    </dgm:pt>
    <dgm:pt modelId="{50941B70-9A65-43B8-B603-89D618FF83DD}" type="pres">
      <dgm:prSet presAssocID="{029385A5-7884-4868-8A52-5A667FA5EED1}" presName="hierChild5" presStyleCnt="0"/>
      <dgm:spPr/>
    </dgm:pt>
    <dgm:pt modelId="{8214F421-3EDC-473C-AA0A-5D676BB69F45}" type="pres">
      <dgm:prSet presAssocID="{44990EAE-AA0B-4B7A-81C8-7EF07E85BDF4}" presName="Name37" presStyleLbl="parChTrans1D3" presStyleIdx="10" presStyleCnt="18"/>
      <dgm:spPr/>
    </dgm:pt>
    <dgm:pt modelId="{F741D4A9-8F07-4671-9ABF-9999DB769DA5}" type="pres">
      <dgm:prSet presAssocID="{1A1CF78A-2280-4E8B-B428-2E98CD466477}" presName="hierRoot2" presStyleCnt="0">
        <dgm:presLayoutVars>
          <dgm:hierBranch val="init"/>
        </dgm:presLayoutVars>
      </dgm:prSet>
      <dgm:spPr/>
    </dgm:pt>
    <dgm:pt modelId="{23F3031F-C4F7-44AB-9D50-4F1254FDF8E7}" type="pres">
      <dgm:prSet presAssocID="{1A1CF78A-2280-4E8B-B428-2E98CD466477}" presName="rootComposite" presStyleCnt="0"/>
      <dgm:spPr/>
    </dgm:pt>
    <dgm:pt modelId="{B751704E-3EDE-42D5-B9B8-51585ED1653A}" type="pres">
      <dgm:prSet presAssocID="{1A1CF78A-2280-4E8B-B428-2E98CD466477}" presName="rootText" presStyleLbl="node3" presStyleIdx="10" presStyleCnt="18">
        <dgm:presLayoutVars>
          <dgm:chPref val="3"/>
        </dgm:presLayoutVars>
      </dgm:prSet>
      <dgm:spPr/>
    </dgm:pt>
    <dgm:pt modelId="{218A3D50-0DC0-4772-BC9B-903353757078}" type="pres">
      <dgm:prSet presAssocID="{1A1CF78A-2280-4E8B-B428-2E98CD466477}" presName="rootConnector" presStyleLbl="node3" presStyleIdx="10" presStyleCnt="18"/>
      <dgm:spPr/>
    </dgm:pt>
    <dgm:pt modelId="{623B3793-671F-4EBD-944C-AEAA381DBF60}" type="pres">
      <dgm:prSet presAssocID="{1A1CF78A-2280-4E8B-B428-2E98CD466477}" presName="hierChild4" presStyleCnt="0"/>
      <dgm:spPr/>
    </dgm:pt>
    <dgm:pt modelId="{CEEC3C0C-6394-4BB3-AE4B-B0E13E844A06}" type="pres">
      <dgm:prSet presAssocID="{1A1CF78A-2280-4E8B-B428-2E98CD466477}" presName="hierChild5" presStyleCnt="0"/>
      <dgm:spPr/>
    </dgm:pt>
    <dgm:pt modelId="{6203C03E-570C-4E7D-9C92-0AC3EA643FF1}" type="pres">
      <dgm:prSet presAssocID="{16E4FE4F-9910-4C62-9BD8-0BD49D3BB72F}" presName="Name37" presStyleLbl="parChTrans1D3" presStyleIdx="11" presStyleCnt="18"/>
      <dgm:spPr/>
    </dgm:pt>
    <dgm:pt modelId="{9CCAFF56-488B-455F-971C-08FEDD1BEB39}" type="pres">
      <dgm:prSet presAssocID="{37AC29D6-5196-4526-B470-AD55A5B95426}" presName="hierRoot2" presStyleCnt="0">
        <dgm:presLayoutVars>
          <dgm:hierBranch val="init"/>
        </dgm:presLayoutVars>
      </dgm:prSet>
      <dgm:spPr/>
    </dgm:pt>
    <dgm:pt modelId="{8088FCB5-12A3-48FA-8FF9-08DDA7E4B52B}" type="pres">
      <dgm:prSet presAssocID="{37AC29D6-5196-4526-B470-AD55A5B95426}" presName="rootComposite" presStyleCnt="0"/>
      <dgm:spPr/>
    </dgm:pt>
    <dgm:pt modelId="{B059F08C-E0A3-4F62-A09D-4451BB99F9FB}" type="pres">
      <dgm:prSet presAssocID="{37AC29D6-5196-4526-B470-AD55A5B95426}" presName="rootText" presStyleLbl="node3" presStyleIdx="11" presStyleCnt="18">
        <dgm:presLayoutVars>
          <dgm:chPref val="3"/>
        </dgm:presLayoutVars>
      </dgm:prSet>
      <dgm:spPr/>
    </dgm:pt>
    <dgm:pt modelId="{4C7744C2-C66F-49B7-8457-397BA58B343A}" type="pres">
      <dgm:prSet presAssocID="{37AC29D6-5196-4526-B470-AD55A5B95426}" presName="rootConnector" presStyleLbl="node3" presStyleIdx="11" presStyleCnt="18"/>
      <dgm:spPr/>
    </dgm:pt>
    <dgm:pt modelId="{3957B869-A86C-4FAC-9055-CE3EEE961789}" type="pres">
      <dgm:prSet presAssocID="{37AC29D6-5196-4526-B470-AD55A5B95426}" presName="hierChild4" presStyleCnt="0"/>
      <dgm:spPr/>
    </dgm:pt>
    <dgm:pt modelId="{AED62139-BA94-40DB-90FC-14073E2B80CF}" type="pres">
      <dgm:prSet presAssocID="{37AC29D6-5196-4526-B470-AD55A5B95426}" presName="hierChild5" presStyleCnt="0"/>
      <dgm:spPr/>
    </dgm:pt>
    <dgm:pt modelId="{6204AEF2-38A6-4D13-9562-4FE0E603EC40}" type="pres">
      <dgm:prSet presAssocID="{AEFC7BB4-25E1-437B-84DE-F2A8A7AD74D5}" presName="Name37" presStyleLbl="parChTrans1D3" presStyleIdx="12" presStyleCnt="18"/>
      <dgm:spPr/>
    </dgm:pt>
    <dgm:pt modelId="{0F4CBEE8-8E11-4781-A080-0B2EEB12A702}" type="pres">
      <dgm:prSet presAssocID="{76962F9A-FCAB-4183-B687-ECCEC120B83E}" presName="hierRoot2" presStyleCnt="0">
        <dgm:presLayoutVars>
          <dgm:hierBranch val="init"/>
        </dgm:presLayoutVars>
      </dgm:prSet>
      <dgm:spPr/>
    </dgm:pt>
    <dgm:pt modelId="{1B1503A1-F10B-4719-B84E-C5969D069AD4}" type="pres">
      <dgm:prSet presAssocID="{76962F9A-FCAB-4183-B687-ECCEC120B83E}" presName="rootComposite" presStyleCnt="0"/>
      <dgm:spPr/>
    </dgm:pt>
    <dgm:pt modelId="{37410BB4-D1AA-4F25-9E9A-7B0BBB889036}" type="pres">
      <dgm:prSet presAssocID="{76962F9A-FCAB-4183-B687-ECCEC120B83E}" presName="rootText" presStyleLbl="node3" presStyleIdx="12" presStyleCnt="18">
        <dgm:presLayoutVars>
          <dgm:chPref val="3"/>
        </dgm:presLayoutVars>
      </dgm:prSet>
      <dgm:spPr/>
    </dgm:pt>
    <dgm:pt modelId="{C9BF22EA-EF7B-4291-95B0-72A4EFFED66D}" type="pres">
      <dgm:prSet presAssocID="{76962F9A-FCAB-4183-B687-ECCEC120B83E}" presName="rootConnector" presStyleLbl="node3" presStyleIdx="12" presStyleCnt="18"/>
      <dgm:spPr/>
    </dgm:pt>
    <dgm:pt modelId="{484D45F2-DF7A-4F52-8722-56D65886443F}" type="pres">
      <dgm:prSet presAssocID="{76962F9A-FCAB-4183-B687-ECCEC120B83E}" presName="hierChild4" presStyleCnt="0"/>
      <dgm:spPr/>
    </dgm:pt>
    <dgm:pt modelId="{11EB3115-4FF2-4DA6-BE2F-A9F4264C7061}" type="pres">
      <dgm:prSet presAssocID="{76962F9A-FCAB-4183-B687-ECCEC120B83E}" presName="hierChild5" presStyleCnt="0"/>
      <dgm:spPr/>
    </dgm:pt>
    <dgm:pt modelId="{9E70A5C0-8C6B-42DA-8585-E605207FB3C9}" type="pres">
      <dgm:prSet presAssocID="{D1EE286A-3A5E-412F-91F5-0E57488E3416}" presName="Name37" presStyleLbl="parChTrans1D3" presStyleIdx="13" presStyleCnt="18"/>
      <dgm:spPr/>
    </dgm:pt>
    <dgm:pt modelId="{7064A7A6-65E9-4E4A-91E3-93CD855E9970}" type="pres">
      <dgm:prSet presAssocID="{535E2B3C-27E8-471E-83EC-33A4ACEFA568}" presName="hierRoot2" presStyleCnt="0">
        <dgm:presLayoutVars>
          <dgm:hierBranch val="init"/>
        </dgm:presLayoutVars>
      </dgm:prSet>
      <dgm:spPr/>
    </dgm:pt>
    <dgm:pt modelId="{FEBDAAC6-701F-4532-A65F-7E7B484BE943}" type="pres">
      <dgm:prSet presAssocID="{535E2B3C-27E8-471E-83EC-33A4ACEFA568}" presName="rootComposite" presStyleCnt="0"/>
      <dgm:spPr/>
    </dgm:pt>
    <dgm:pt modelId="{0E3A6566-1345-4559-897C-38FE3D6E654D}" type="pres">
      <dgm:prSet presAssocID="{535E2B3C-27E8-471E-83EC-33A4ACEFA568}" presName="rootText" presStyleLbl="node3" presStyleIdx="13" presStyleCnt="18">
        <dgm:presLayoutVars>
          <dgm:chPref val="3"/>
        </dgm:presLayoutVars>
      </dgm:prSet>
      <dgm:spPr/>
    </dgm:pt>
    <dgm:pt modelId="{3DE6579F-2A0B-42E7-B314-59CFB5853E0E}" type="pres">
      <dgm:prSet presAssocID="{535E2B3C-27E8-471E-83EC-33A4ACEFA568}" presName="rootConnector" presStyleLbl="node3" presStyleIdx="13" presStyleCnt="18"/>
      <dgm:spPr/>
    </dgm:pt>
    <dgm:pt modelId="{8C87F5B3-6AD5-4269-BFDA-D073CDE9D216}" type="pres">
      <dgm:prSet presAssocID="{535E2B3C-27E8-471E-83EC-33A4ACEFA568}" presName="hierChild4" presStyleCnt="0"/>
      <dgm:spPr/>
    </dgm:pt>
    <dgm:pt modelId="{6C24F2CA-8CFF-4D28-84D7-6CF4D9A6DA9E}" type="pres">
      <dgm:prSet presAssocID="{535E2B3C-27E8-471E-83EC-33A4ACEFA568}" presName="hierChild5" presStyleCnt="0"/>
      <dgm:spPr/>
    </dgm:pt>
    <dgm:pt modelId="{D7EC33C0-FF6B-4B64-B619-9763AD02E7A0}" type="pres">
      <dgm:prSet presAssocID="{3BCFC637-E649-4F2B-B340-45C0E568F35A}" presName="Name37" presStyleLbl="parChTrans1D3" presStyleIdx="14" presStyleCnt="18"/>
      <dgm:spPr/>
    </dgm:pt>
    <dgm:pt modelId="{FBE1D08F-7020-404B-99C6-97C281D388D2}" type="pres">
      <dgm:prSet presAssocID="{976895F8-AA8C-46C5-B2C2-F74D176C491D}" presName="hierRoot2" presStyleCnt="0">
        <dgm:presLayoutVars>
          <dgm:hierBranch val="init"/>
        </dgm:presLayoutVars>
      </dgm:prSet>
      <dgm:spPr/>
    </dgm:pt>
    <dgm:pt modelId="{B1BB1CBD-8D60-4E6B-A965-5B902B610DA9}" type="pres">
      <dgm:prSet presAssocID="{976895F8-AA8C-46C5-B2C2-F74D176C491D}" presName="rootComposite" presStyleCnt="0"/>
      <dgm:spPr/>
    </dgm:pt>
    <dgm:pt modelId="{0B565A4F-01B9-4EB6-9276-06D0F8CC2FA8}" type="pres">
      <dgm:prSet presAssocID="{976895F8-AA8C-46C5-B2C2-F74D176C491D}" presName="rootText" presStyleLbl="node3" presStyleIdx="14" presStyleCnt="18">
        <dgm:presLayoutVars>
          <dgm:chPref val="3"/>
        </dgm:presLayoutVars>
      </dgm:prSet>
      <dgm:spPr/>
    </dgm:pt>
    <dgm:pt modelId="{F24349D2-5ADB-4146-B53F-126FBE314852}" type="pres">
      <dgm:prSet presAssocID="{976895F8-AA8C-46C5-B2C2-F74D176C491D}" presName="rootConnector" presStyleLbl="node3" presStyleIdx="14" presStyleCnt="18"/>
      <dgm:spPr/>
    </dgm:pt>
    <dgm:pt modelId="{8AD50A83-5785-4E55-95F9-1E475971C318}" type="pres">
      <dgm:prSet presAssocID="{976895F8-AA8C-46C5-B2C2-F74D176C491D}" presName="hierChild4" presStyleCnt="0"/>
      <dgm:spPr/>
    </dgm:pt>
    <dgm:pt modelId="{F3809B50-6AEA-4602-815A-4CA14B985C51}" type="pres">
      <dgm:prSet presAssocID="{976895F8-AA8C-46C5-B2C2-F74D176C491D}" presName="hierChild5" presStyleCnt="0"/>
      <dgm:spPr/>
    </dgm:pt>
    <dgm:pt modelId="{AFF152E2-0280-4325-8B01-B43435B7724D}" type="pres">
      <dgm:prSet presAssocID="{A1A03C13-4BED-4BB7-8AFB-BDB236A519FA}" presName="hierChild5" presStyleCnt="0"/>
      <dgm:spPr/>
    </dgm:pt>
    <dgm:pt modelId="{D650F8F3-C2F9-427C-AB94-5DD32B31EEB1}" type="pres">
      <dgm:prSet presAssocID="{BF93982D-C9DB-4CFD-8CA0-B03F0CC3D2E0}" presName="Name37" presStyleLbl="parChTrans1D2" presStyleIdx="3" presStyleCnt="4"/>
      <dgm:spPr/>
    </dgm:pt>
    <dgm:pt modelId="{9F05ACC2-8BD8-4522-B496-F06E9569780D}" type="pres">
      <dgm:prSet presAssocID="{8A4DFC25-84E0-4C8E-8275-9623F678D60A}" presName="hierRoot2" presStyleCnt="0">
        <dgm:presLayoutVars>
          <dgm:hierBranch val="init"/>
        </dgm:presLayoutVars>
      </dgm:prSet>
      <dgm:spPr/>
    </dgm:pt>
    <dgm:pt modelId="{80172831-A856-40DF-8E6A-FA2A1CD86A42}" type="pres">
      <dgm:prSet presAssocID="{8A4DFC25-84E0-4C8E-8275-9623F678D60A}" presName="rootComposite" presStyleCnt="0"/>
      <dgm:spPr/>
    </dgm:pt>
    <dgm:pt modelId="{12382E63-69F7-4DB0-9B10-679FF053FBBE}" type="pres">
      <dgm:prSet presAssocID="{8A4DFC25-84E0-4C8E-8275-9623F678D60A}" presName="rootText" presStyleLbl="node2" presStyleIdx="3" presStyleCnt="4" custScaleX="205916">
        <dgm:presLayoutVars>
          <dgm:chPref val="3"/>
        </dgm:presLayoutVars>
      </dgm:prSet>
      <dgm:spPr/>
    </dgm:pt>
    <dgm:pt modelId="{9DD48DE2-826A-4850-97E8-A3845368F50A}" type="pres">
      <dgm:prSet presAssocID="{8A4DFC25-84E0-4C8E-8275-9623F678D60A}" presName="rootConnector" presStyleLbl="node2" presStyleIdx="3" presStyleCnt="4"/>
      <dgm:spPr/>
    </dgm:pt>
    <dgm:pt modelId="{50086635-4627-42AD-8291-AE6FDBEA70F2}" type="pres">
      <dgm:prSet presAssocID="{8A4DFC25-84E0-4C8E-8275-9623F678D60A}" presName="hierChild4" presStyleCnt="0"/>
      <dgm:spPr/>
    </dgm:pt>
    <dgm:pt modelId="{34B913B5-A0F2-42D7-BADE-1F05C8CD66E4}" type="pres">
      <dgm:prSet presAssocID="{AD97D214-3707-4F9E-B39E-04C177968EB5}" presName="Name37" presStyleLbl="parChTrans1D3" presStyleIdx="15" presStyleCnt="18"/>
      <dgm:spPr/>
    </dgm:pt>
    <dgm:pt modelId="{E4FD6275-F748-400D-8F1B-1446F45F7D9E}" type="pres">
      <dgm:prSet presAssocID="{BEED1163-82E7-4FB1-973E-4D934DD0AD9D}" presName="hierRoot2" presStyleCnt="0">
        <dgm:presLayoutVars>
          <dgm:hierBranch val="init"/>
        </dgm:presLayoutVars>
      </dgm:prSet>
      <dgm:spPr/>
    </dgm:pt>
    <dgm:pt modelId="{3045E87B-505B-48AB-B8A6-658537C8B857}" type="pres">
      <dgm:prSet presAssocID="{BEED1163-82E7-4FB1-973E-4D934DD0AD9D}" presName="rootComposite" presStyleCnt="0"/>
      <dgm:spPr/>
    </dgm:pt>
    <dgm:pt modelId="{5ACF7DA9-CFF3-40FA-A06D-C94FC76CFFFF}" type="pres">
      <dgm:prSet presAssocID="{BEED1163-82E7-4FB1-973E-4D934DD0AD9D}" presName="rootText" presStyleLbl="node3" presStyleIdx="15" presStyleCnt="18" custScaleX="223516">
        <dgm:presLayoutVars>
          <dgm:chPref val="3"/>
        </dgm:presLayoutVars>
      </dgm:prSet>
      <dgm:spPr/>
    </dgm:pt>
    <dgm:pt modelId="{98A0BF55-13D0-400B-9667-DA671C2B4806}" type="pres">
      <dgm:prSet presAssocID="{BEED1163-82E7-4FB1-973E-4D934DD0AD9D}" presName="rootConnector" presStyleLbl="node3" presStyleIdx="15" presStyleCnt="18"/>
      <dgm:spPr/>
    </dgm:pt>
    <dgm:pt modelId="{86868592-1C04-4BD1-AA7B-0ECFC2C6E940}" type="pres">
      <dgm:prSet presAssocID="{BEED1163-82E7-4FB1-973E-4D934DD0AD9D}" presName="hierChild4" presStyleCnt="0"/>
      <dgm:spPr/>
    </dgm:pt>
    <dgm:pt modelId="{FC719BE7-A5B0-475E-B1A8-39F4CA0E2506}" type="pres">
      <dgm:prSet presAssocID="{BEED1163-82E7-4FB1-973E-4D934DD0AD9D}" presName="hierChild5" presStyleCnt="0"/>
      <dgm:spPr/>
    </dgm:pt>
    <dgm:pt modelId="{1146770C-9FEA-4880-A916-84A27C1415D4}" type="pres">
      <dgm:prSet presAssocID="{40B37D77-B34C-4C07-AE20-FB1E98C3A64B}" presName="Name37" presStyleLbl="parChTrans1D3" presStyleIdx="16" presStyleCnt="18"/>
      <dgm:spPr/>
    </dgm:pt>
    <dgm:pt modelId="{B3BEB6FF-C088-4B62-A040-55AF2D167341}" type="pres">
      <dgm:prSet presAssocID="{40F694F5-4E95-4E97-8C4B-C33410307B69}" presName="hierRoot2" presStyleCnt="0">
        <dgm:presLayoutVars>
          <dgm:hierBranch val="init"/>
        </dgm:presLayoutVars>
      </dgm:prSet>
      <dgm:spPr/>
    </dgm:pt>
    <dgm:pt modelId="{EC9CC038-2A63-406B-9DB1-CBF1B1A853C6}" type="pres">
      <dgm:prSet presAssocID="{40F694F5-4E95-4E97-8C4B-C33410307B69}" presName="rootComposite" presStyleCnt="0"/>
      <dgm:spPr/>
    </dgm:pt>
    <dgm:pt modelId="{DCCC48B0-74F5-4C34-B16F-8431D404E31C}" type="pres">
      <dgm:prSet presAssocID="{40F694F5-4E95-4E97-8C4B-C33410307B69}" presName="rootText" presStyleLbl="node3" presStyleIdx="16" presStyleCnt="18" custScaleX="223517">
        <dgm:presLayoutVars>
          <dgm:chPref val="3"/>
        </dgm:presLayoutVars>
      </dgm:prSet>
      <dgm:spPr/>
    </dgm:pt>
    <dgm:pt modelId="{C7DD3AE9-EF58-4290-981A-36434E578993}" type="pres">
      <dgm:prSet presAssocID="{40F694F5-4E95-4E97-8C4B-C33410307B69}" presName="rootConnector" presStyleLbl="node3" presStyleIdx="16" presStyleCnt="18"/>
      <dgm:spPr/>
    </dgm:pt>
    <dgm:pt modelId="{F4C14877-6467-4314-8F83-6B485F6D78F4}" type="pres">
      <dgm:prSet presAssocID="{40F694F5-4E95-4E97-8C4B-C33410307B69}" presName="hierChild4" presStyleCnt="0"/>
      <dgm:spPr/>
    </dgm:pt>
    <dgm:pt modelId="{80F6FFAE-7D8E-4977-A525-E22910F7322B}" type="pres">
      <dgm:prSet presAssocID="{40F694F5-4E95-4E97-8C4B-C33410307B69}" presName="hierChild5" presStyleCnt="0"/>
      <dgm:spPr/>
    </dgm:pt>
    <dgm:pt modelId="{8BE6A198-0002-4902-8A28-E6609F8BD17F}" type="pres">
      <dgm:prSet presAssocID="{1F9394CC-AB31-42A6-A409-D6609175A08B}" presName="Name37" presStyleLbl="parChTrans1D3" presStyleIdx="17" presStyleCnt="18"/>
      <dgm:spPr/>
    </dgm:pt>
    <dgm:pt modelId="{767F4845-DE37-4BFA-80FE-382C28A88DC8}" type="pres">
      <dgm:prSet presAssocID="{D66F8562-8072-404B-AED2-0BBB80C5B45C}" presName="hierRoot2" presStyleCnt="0">
        <dgm:presLayoutVars>
          <dgm:hierBranch val="init"/>
        </dgm:presLayoutVars>
      </dgm:prSet>
      <dgm:spPr/>
    </dgm:pt>
    <dgm:pt modelId="{112AE0B1-A40C-4B1C-90C8-FB9DEAE9ECE4}" type="pres">
      <dgm:prSet presAssocID="{D66F8562-8072-404B-AED2-0BBB80C5B45C}" presName="rootComposite" presStyleCnt="0"/>
      <dgm:spPr/>
    </dgm:pt>
    <dgm:pt modelId="{AEBE90FC-9C73-46AC-8912-83BB799077E8}" type="pres">
      <dgm:prSet presAssocID="{D66F8562-8072-404B-AED2-0BBB80C5B45C}" presName="rootText" presStyleLbl="node3" presStyleIdx="17" presStyleCnt="18" custScaleX="223616">
        <dgm:presLayoutVars>
          <dgm:chPref val="3"/>
        </dgm:presLayoutVars>
      </dgm:prSet>
      <dgm:spPr/>
    </dgm:pt>
    <dgm:pt modelId="{9B2BB6CC-B1C4-49AE-9860-8DB1BFBD5E7C}" type="pres">
      <dgm:prSet presAssocID="{D66F8562-8072-404B-AED2-0BBB80C5B45C}" presName="rootConnector" presStyleLbl="node3" presStyleIdx="17" presStyleCnt="18"/>
      <dgm:spPr/>
    </dgm:pt>
    <dgm:pt modelId="{08E8AABD-C28C-4F9C-9420-2048AE668B5C}" type="pres">
      <dgm:prSet presAssocID="{D66F8562-8072-404B-AED2-0BBB80C5B45C}" presName="hierChild4" presStyleCnt="0"/>
      <dgm:spPr/>
    </dgm:pt>
    <dgm:pt modelId="{B334A44D-ADDC-4539-B87C-5BB21CD51DC3}" type="pres">
      <dgm:prSet presAssocID="{D66F8562-8072-404B-AED2-0BBB80C5B45C}" presName="hierChild5" presStyleCnt="0"/>
      <dgm:spPr/>
    </dgm:pt>
    <dgm:pt modelId="{2425FDD7-8308-4C30-ABB9-AFE7A7C8D44B}" type="pres">
      <dgm:prSet presAssocID="{8A4DFC25-84E0-4C8E-8275-9623F678D60A}" presName="hierChild5" presStyleCnt="0"/>
      <dgm:spPr/>
    </dgm:pt>
    <dgm:pt modelId="{96DEF822-DC52-4FFC-82DA-389CD5B29657}" type="pres">
      <dgm:prSet presAssocID="{9E6404DC-1053-49D6-95EE-599A97C88DD3}" presName="hierChild3" presStyleCnt="0"/>
      <dgm:spPr/>
    </dgm:pt>
  </dgm:ptLst>
  <dgm:cxnLst>
    <dgm:cxn modelId="{A90E7506-193B-4BFD-BE29-70108435E34E}" srcId="{9286A5EC-F2A9-487D-8BF1-B96EEEFD636B}" destId="{7567858F-46A9-413F-85CD-E4F6D5E95680}" srcOrd="2" destOrd="0" parTransId="{E7C20BB0-42E0-4E79-B78C-FDB4437BA139}" sibTransId="{1FDF513E-02FE-44FF-87BD-A50EBFD5CD33}"/>
    <dgm:cxn modelId="{A15AD006-CA99-4B38-B8D0-C12E8553A235}" type="presOf" srcId="{76962F9A-FCAB-4183-B687-ECCEC120B83E}" destId="{37410BB4-D1AA-4F25-9E9A-7B0BBB889036}" srcOrd="0" destOrd="0" presId="urn:microsoft.com/office/officeart/2005/8/layout/orgChart1"/>
    <dgm:cxn modelId="{9495A40B-8B50-4A6B-AFE6-BD5742F6E1E4}" type="presOf" srcId="{AF6C41DE-0FE9-4FE2-8BE9-4215E0A90589}" destId="{E6A79A9D-7FBA-4C8B-83E1-52C545B782AF}" srcOrd="1" destOrd="0" presId="urn:microsoft.com/office/officeart/2005/8/layout/orgChart1"/>
    <dgm:cxn modelId="{466D710C-634A-44DC-B865-D95893EE3E56}" type="presOf" srcId="{A1A03C13-4BED-4BB7-8AFB-BDB236A519FA}" destId="{E2CE8193-46AF-44C0-B4A1-4402C2A6388E}" srcOrd="0" destOrd="0" presId="urn:microsoft.com/office/officeart/2005/8/layout/orgChart1"/>
    <dgm:cxn modelId="{A7C73411-72CF-4D1D-8815-5544F6109425}" srcId="{A1A03C13-4BED-4BB7-8AFB-BDB236A519FA}" destId="{1A1CF78A-2280-4E8B-B428-2E98CD466477}" srcOrd="1" destOrd="0" parTransId="{44990EAE-AA0B-4B7A-81C8-7EF07E85BDF4}" sibTransId="{8C194F76-C47C-40BF-AE51-ACEB001F0D01}"/>
    <dgm:cxn modelId="{A004FC11-48FD-4331-87DB-6E987F9183EB}" type="presOf" srcId="{9929F59C-419E-43EC-8104-9E8732B8E787}" destId="{BC78F200-BF16-4C4D-93A5-419734E1AFB8}" srcOrd="1" destOrd="0" presId="urn:microsoft.com/office/officeart/2005/8/layout/orgChart1"/>
    <dgm:cxn modelId="{662F1812-1462-4E8F-B011-B7A0F958D3A5}" type="presOf" srcId="{8E7DC7A7-3675-4E95-A153-8ABEB0FFE8D1}" destId="{1891E697-DEB2-442F-BDF2-5A9697934126}" srcOrd="0" destOrd="0" presId="urn:microsoft.com/office/officeart/2005/8/layout/orgChart1"/>
    <dgm:cxn modelId="{51166D13-6246-4DE3-AD16-9D145FB704BC}" type="presOf" srcId="{976895F8-AA8C-46C5-B2C2-F74D176C491D}" destId="{0B565A4F-01B9-4EB6-9276-06D0F8CC2FA8}" srcOrd="0" destOrd="0" presId="urn:microsoft.com/office/officeart/2005/8/layout/orgChart1"/>
    <dgm:cxn modelId="{8FA1C516-6F8A-4C30-8D1A-C9C872549387}" type="presOf" srcId="{6C8906A6-1FBC-47ED-8303-F4E5D4E38BF3}" destId="{D358E586-DB92-492E-9D54-5B1732DFF307}" srcOrd="0" destOrd="0" presId="urn:microsoft.com/office/officeart/2005/8/layout/orgChart1"/>
    <dgm:cxn modelId="{5A268417-4325-4823-8028-64EA519CDEAA}" type="presOf" srcId="{535E2B3C-27E8-471E-83EC-33A4ACEFA568}" destId="{0E3A6566-1345-4559-897C-38FE3D6E654D}" srcOrd="0" destOrd="0" presId="urn:microsoft.com/office/officeart/2005/8/layout/orgChart1"/>
    <dgm:cxn modelId="{4A21081A-38A4-4B2C-8404-7CE6E278A9A7}" type="presOf" srcId="{49B74ACD-4DE6-4E7A-A574-B54F96B2B84B}" destId="{A4FAE87E-12FA-4A7E-9D3F-3AFCE60315A4}" srcOrd="0" destOrd="0" presId="urn:microsoft.com/office/officeart/2005/8/layout/orgChart1"/>
    <dgm:cxn modelId="{F4766B1A-5D57-42C8-8C58-AF25C2B62F51}" srcId="{8A4DFC25-84E0-4C8E-8275-9623F678D60A}" destId="{D66F8562-8072-404B-AED2-0BBB80C5B45C}" srcOrd="2" destOrd="0" parTransId="{1F9394CC-AB31-42A6-A409-D6609175A08B}" sibTransId="{D6C531DE-7704-4C33-AD48-5AFA47CA4325}"/>
    <dgm:cxn modelId="{8749021B-2268-44B1-AD84-B0921B253255}" type="presOf" srcId="{9286A5EC-F2A9-487D-8BF1-B96EEEFD636B}" destId="{C9422C4E-2B02-4D33-A16B-EF7B187ECAB7}" srcOrd="0" destOrd="0" presId="urn:microsoft.com/office/officeart/2005/8/layout/orgChart1"/>
    <dgm:cxn modelId="{B407561B-81B2-4844-BB92-700E2E515551}" srcId="{620DD3EC-BDCD-468B-B566-7FE2B848507E}" destId="{AF6C41DE-0FE9-4FE2-8BE9-4215E0A90589}" srcOrd="1" destOrd="0" parTransId="{8E7DC7A7-3675-4E95-A153-8ABEB0FFE8D1}" sibTransId="{97EE64CF-B61C-4098-8AAA-B86B1D9E9733}"/>
    <dgm:cxn modelId="{9AD60321-9835-42AF-B383-DB72239CB52C}" type="presOf" srcId="{76962F9A-FCAB-4183-B687-ECCEC120B83E}" destId="{C9BF22EA-EF7B-4291-95B0-72A4EFFED66D}" srcOrd="1" destOrd="0" presId="urn:microsoft.com/office/officeart/2005/8/layout/orgChart1"/>
    <dgm:cxn modelId="{5EA3EC21-4C2E-4557-90C3-44F68A007575}" srcId="{620DD3EC-BDCD-468B-B566-7FE2B848507E}" destId="{2BC47C35-CB2E-4ADA-997E-20AB4D35A222}" srcOrd="0" destOrd="0" parTransId="{53352947-0336-403A-A4B4-89467D459512}" sibTransId="{03A1EA09-EFE1-4310-BC77-8BB1F0EA5858}"/>
    <dgm:cxn modelId="{C7C78122-FF83-4DEB-A379-FC79FF3B3A2A}" type="presOf" srcId="{8CE2CE9A-EBD7-445E-BD99-21666869C1D4}" destId="{7B4371B5-9FE0-4A41-B872-D27DD755166A}"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3371D227-869E-4636-B9B0-BA373BCE5AD6}" srcId="{9E6404DC-1053-49D6-95EE-599A97C88DD3}" destId="{9286A5EC-F2A9-487D-8BF1-B96EEEFD636B}" srcOrd="0" destOrd="0" parTransId="{8CE2CE9A-EBD7-445E-BD99-21666869C1D4}" sibTransId="{D6357A36-116B-440B-A9E1-8EDB3A4D1B88}"/>
    <dgm:cxn modelId="{8A9BF728-8F51-4232-BDC5-B575F13071D0}" type="presOf" srcId="{976895F8-AA8C-46C5-B2C2-F74D176C491D}" destId="{F24349D2-5ADB-4146-B53F-126FBE314852}" srcOrd="1" destOrd="0" presId="urn:microsoft.com/office/officeart/2005/8/layout/orgChart1"/>
    <dgm:cxn modelId="{A50D982A-B8D5-46BF-96C2-C25CC3FC8CEC}" type="presOf" srcId="{7567858F-46A9-413F-85CD-E4F6D5E95680}" destId="{FE819867-125C-47DF-AAA5-1DD702C511FC}" srcOrd="1"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2272D82D-D36A-4D91-966B-D2CB68DB462C}" srcId="{A1A03C13-4BED-4BB7-8AFB-BDB236A519FA}" destId="{37AC29D6-5196-4526-B470-AD55A5B95426}" srcOrd="2" destOrd="0" parTransId="{16E4FE4F-9910-4C62-9BD8-0BD49D3BB72F}" sibTransId="{F32EAEB6-D167-4A75-B59B-CF2A3D805E20}"/>
    <dgm:cxn modelId="{E2F19831-AEAB-4D7E-9914-7E710C9DE212}" type="presOf" srcId="{40F694F5-4E95-4E97-8C4B-C33410307B69}" destId="{DCCC48B0-74F5-4C34-B16F-8431D404E31C}" srcOrd="0" destOrd="0" presId="urn:microsoft.com/office/officeart/2005/8/layout/orgChart1"/>
    <dgm:cxn modelId="{3E495139-6DC0-41C0-970B-DA533A9FA811}" type="presOf" srcId="{1A1CF78A-2280-4E8B-B428-2E98CD466477}" destId="{B751704E-3EDE-42D5-B9B8-51585ED1653A}" srcOrd="0" destOrd="0" presId="urn:microsoft.com/office/officeart/2005/8/layout/orgChart1"/>
    <dgm:cxn modelId="{0D042D3B-EF74-4314-830A-5520239C8E2D}" srcId="{A1A03C13-4BED-4BB7-8AFB-BDB236A519FA}" destId="{976895F8-AA8C-46C5-B2C2-F74D176C491D}" srcOrd="5" destOrd="0" parTransId="{3BCFC637-E649-4F2B-B340-45C0E568F35A}" sibTransId="{29D85B92-46B2-42CA-A070-E7175784D887}"/>
    <dgm:cxn modelId="{91EFF13B-6154-4A9D-8DC4-785B6BBF760E}" type="presOf" srcId="{029385A5-7884-4868-8A52-5A667FA5EED1}" destId="{4D245AAB-B59E-4A71-9078-92C96B68BEDE}" srcOrd="0" destOrd="0" presId="urn:microsoft.com/office/officeart/2005/8/layout/orgChart1"/>
    <dgm:cxn modelId="{D0BE953C-31D3-44FC-AADA-5CF956757CFA}" type="presOf" srcId="{942F7C11-7D7B-468C-A31B-85EE37F2AE24}" destId="{3F23C0CE-9B5D-413A-AF74-038AF7033DAC}" srcOrd="0" destOrd="0" presId="urn:microsoft.com/office/officeart/2005/8/layout/orgChart1"/>
    <dgm:cxn modelId="{6C7A2743-E883-4BB5-9917-BC3AC2172B0B}" srcId="{8A4DFC25-84E0-4C8E-8275-9623F678D60A}" destId="{BEED1163-82E7-4FB1-973E-4D934DD0AD9D}" srcOrd="0" destOrd="0" parTransId="{AD97D214-3707-4F9E-B39E-04C177968EB5}" sibTransId="{7E725D5D-8446-4107-8B1D-6D628424E164}"/>
    <dgm:cxn modelId="{AC39F653-00D5-4219-8557-1E633AAA0D11}" type="presOf" srcId="{9E6404DC-1053-49D6-95EE-599A97C88DD3}" destId="{C8C73746-D1E9-45A4-A4B2-4DB251C0CC5A}" srcOrd="1" destOrd="0" presId="urn:microsoft.com/office/officeart/2005/8/layout/orgChart1"/>
    <dgm:cxn modelId="{A7862054-7D52-43C6-91E2-B6BB9E9D37B9}" type="presOf" srcId="{16E4FE4F-9910-4C62-9BD8-0BD49D3BB72F}" destId="{6203C03E-570C-4E7D-9C92-0AC3EA643FF1}" srcOrd="0" destOrd="0" presId="urn:microsoft.com/office/officeart/2005/8/layout/orgChart1"/>
    <dgm:cxn modelId="{6D15CC5B-1431-4378-A425-7B68B8EC5C24}" type="presOf" srcId="{37AC29D6-5196-4526-B470-AD55A5B95426}" destId="{B059F08C-E0A3-4F62-A09D-4451BB99F9FB}" srcOrd="0"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4E2A6564-91C3-4C68-B202-9416957B0646}" srcId="{9286A5EC-F2A9-487D-8BF1-B96EEEFD636B}" destId="{9929F59C-419E-43EC-8104-9E8732B8E787}" srcOrd="4" destOrd="0" parTransId="{6C8906A6-1FBC-47ED-8303-F4E5D4E38BF3}" sibTransId="{A40568E7-EE7C-4591-A574-C833FF8B5F63}"/>
    <dgm:cxn modelId="{19AF4068-3DE4-490A-9264-0F12B60591B8}" type="presOf" srcId="{F0764DAA-254D-4C3C-9708-669D5BF5A337}" destId="{0146BAA9-2B9D-4F2A-B565-A2DCB6505964}" srcOrd="0" destOrd="0" presId="urn:microsoft.com/office/officeart/2005/8/layout/orgChart1"/>
    <dgm:cxn modelId="{F8F84268-34B2-4403-8431-434F24067880}" srcId="{A1A03C13-4BED-4BB7-8AFB-BDB236A519FA}" destId="{76962F9A-FCAB-4183-B687-ECCEC120B83E}" srcOrd="3" destOrd="0" parTransId="{AEFC7BB4-25E1-437B-84DE-F2A8A7AD74D5}" sibTransId="{8710AE0D-BF82-4DA7-BF93-756F0DAA772A}"/>
    <dgm:cxn modelId="{08321669-D15C-4B2B-99BA-2B0F1D60D1B7}" type="presOf" srcId="{7567858F-46A9-413F-85CD-E4F6D5E95680}" destId="{F49CBD60-76B2-4B73-8337-240A37B4B697}" srcOrd="0" destOrd="0" presId="urn:microsoft.com/office/officeart/2005/8/layout/orgChart1"/>
    <dgm:cxn modelId="{7E444D69-C758-4202-8271-FE7B2D3985D2}" type="presOf" srcId="{D55C4832-7907-4EBF-AE2A-0BA235524CD4}" destId="{2A679957-7E3B-4BD6-B48E-5D4D6DCC99DC}" srcOrd="0" destOrd="0" presId="urn:microsoft.com/office/officeart/2005/8/layout/orgChart1"/>
    <dgm:cxn modelId="{42B5056A-1BD8-4713-9E74-068D1E789DCF}" type="presOf" srcId="{B1E5D227-4384-4ED3-A5FB-9E3CE538AA48}" destId="{04C79594-D5ED-429E-B8F6-2D6F4CCD746B}" srcOrd="0" destOrd="0" presId="urn:microsoft.com/office/officeart/2005/8/layout/orgChart1"/>
    <dgm:cxn modelId="{383E746C-D5E2-45CD-9A33-FE5A8880C3B0}" type="presOf" srcId="{535E2B3C-27E8-471E-83EC-33A4ACEFA568}" destId="{3DE6579F-2A0B-42E7-B314-59CFB5853E0E}" srcOrd="1" destOrd="0" presId="urn:microsoft.com/office/officeart/2005/8/layout/orgChart1"/>
    <dgm:cxn modelId="{E6DE026D-EE0A-41B5-933D-71A661E357E5}" type="presOf" srcId="{8A4DFC25-84E0-4C8E-8275-9623F678D60A}" destId="{12382E63-69F7-4DB0-9B10-679FF053FBBE}" srcOrd="0" destOrd="0" presId="urn:microsoft.com/office/officeart/2005/8/layout/orgChart1"/>
    <dgm:cxn modelId="{3D238D6F-AADA-4A92-B671-79E37972A3B8}" type="presOf" srcId="{9E18C130-4D81-4BDD-8DE6-22CF9F45E19E}" destId="{62821369-B757-43AF-BF6D-02B9EF83A7FF}"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B4CCB173-449F-422B-8562-56D21E511D47}" type="presOf" srcId="{3BCFC637-E649-4F2B-B340-45C0E568F35A}" destId="{D7EC33C0-FF6B-4B64-B619-9763AD02E7A0}" srcOrd="0" destOrd="0" presId="urn:microsoft.com/office/officeart/2005/8/layout/orgChart1"/>
    <dgm:cxn modelId="{DC769C76-53CB-451A-8D77-0FA9B817EBE6}" srcId="{9E6404DC-1053-49D6-95EE-599A97C88DD3}" destId="{8A4DFC25-84E0-4C8E-8275-9623F678D60A}" srcOrd="3" destOrd="0" parTransId="{BF93982D-C9DB-4CFD-8CA0-B03F0CC3D2E0}" sibTransId="{45065DE1-EC8A-47FF-8419-9CBC4CFFD0A1}"/>
    <dgm:cxn modelId="{361ADD7F-C85E-4134-93AD-5857D8F39CFA}" type="presOf" srcId="{2BC47C35-CB2E-4ADA-997E-20AB4D35A222}" destId="{1A87DFD0-A1A5-4AEF-9874-88156CA4976E}" srcOrd="0" destOrd="0" presId="urn:microsoft.com/office/officeart/2005/8/layout/orgChart1"/>
    <dgm:cxn modelId="{98313880-99B0-46DC-929F-A25954EEE8B9}" type="presOf" srcId="{40B37D77-B34C-4C07-AE20-FB1E98C3A64B}" destId="{1146770C-9FEA-4880-A916-84A27C1415D4}" srcOrd="0" destOrd="0" presId="urn:microsoft.com/office/officeart/2005/8/layout/orgChart1"/>
    <dgm:cxn modelId="{AEF6B684-DA5B-4FFA-98F3-2FB144415C32}" type="presOf" srcId="{D66F8562-8072-404B-AED2-0BBB80C5B45C}" destId="{9B2BB6CC-B1C4-49AE-9860-8DB1BFBD5E7C}" srcOrd="1" destOrd="0" presId="urn:microsoft.com/office/officeart/2005/8/layout/orgChart1"/>
    <dgm:cxn modelId="{B6783C88-DE93-4577-84D7-D6D5EF83BEE3}" type="presOf" srcId="{D1EE286A-3A5E-412F-91F5-0E57488E3416}" destId="{9E70A5C0-8C6B-42DA-8585-E605207FB3C9}"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CFE82989-9A8A-4BF4-8279-3E5844DE3649}" type="presOf" srcId="{AD97D214-3707-4F9E-B39E-04C177968EB5}" destId="{34B913B5-A0F2-42D7-BADE-1F05C8CD66E4}" srcOrd="0" destOrd="0" presId="urn:microsoft.com/office/officeart/2005/8/layout/orgChart1"/>
    <dgm:cxn modelId="{AD750F8A-D7AD-478A-8820-BA99DC9A29A8}" type="presOf" srcId="{5E89FAF8-7222-4880-B72C-F381939B991A}" destId="{640A420B-2CFE-4944-ABF0-EAEAE3402C6F}" srcOrd="1" destOrd="0" presId="urn:microsoft.com/office/officeart/2005/8/layout/orgChart1"/>
    <dgm:cxn modelId="{45708D8C-AFCF-461F-BA2A-40D9B1B4C1EA}" type="presOf" srcId="{BF93982D-C9DB-4CFD-8CA0-B03F0CC3D2E0}" destId="{D650F8F3-C2F9-427C-AB94-5DD32B31EEB1}" srcOrd="0" destOrd="0" presId="urn:microsoft.com/office/officeart/2005/8/layout/orgChart1"/>
    <dgm:cxn modelId="{3D912F91-11E1-441C-B192-30D64B522726}" type="presOf" srcId="{9929F59C-419E-43EC-8104-9E8732B8E787}" destId="{AA5F6878-1379-41A4-93C5-93F8F7DCA1F9}" srcOrd="0" destOrd="0" presId="urn:microsoft.com/office/officeart/2005/8/layout/orgChart1"/>
    <dgm:cxn modelId="{D6227492-402C-4D6E-B102-EE0308820E2B}" type="presOf" srcId="{1A1CF78A-2280-4E8B-B428-2E98CD466477}" destId="{218A3D50-0DC0-4772-BC9B-903353757078}" srcOrd="1" destOrd="0" presId="urn:microsoft.com/office/officeart/2005/8/layout/orgChart1"/>
    <dgm:cxn modelId="{EB8CB192-BB7C-4877-AB0D-BEE942576356}" type="presOf" srcId="{5E89FAF8-7222-4880-B72C-F381939B991A}" destId="{895EE0A8-FF27-4E5E-A9CF-0B48E925D09C}" srcOrd="0" destOrd="0" presId="urn:microsoft.com/office/officeart/2005/8/layout/orgChart1"/>
    <dgm:cxn modelId="{737C2E94-5797-41FB-A314-80678B8C57D2}" type="presOf" srcId="{AEFC7BB4-25E1-437B-84DE-F2A8A7AD74D5}" destId="{6204AEF2-38A6-4D13-9562-4FE0E603EC40}"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009BF19E-FEA2-480E-B54E-609A629C229C}" srcId="{A1A03C13-4BED-4BB7-8AFB-BDB236A519FA}" destId="{535E2B3C-27E8-471E-83EC-33A4ACEFA568}" srcOrd="4" destOrd="0" parTransId="{D1EE286A-3A5E-412F-91F5-0E57488E3416}" sibTransId="{53D559B1-08A9-4267-88C8-D2ABCEBDCD5F}"/>
    <dgm:cxn modelId="{7FB05AA3-2572-49CA-B50A-197C7C134138}" srcId="{9286A5EC-F2A9-487D-8BF1-B96EEEFD636B}" destId="{5B4E7C08-D76C-41BF-94A6-A2DE4651B0A2}" srcOrd="3" destOrd="0" parTransId="{942F7C11-7D7B-468C-A31B-85EE37F2AE24}" sibTransId="{E52BE92D-EC51-4B4D-A743-FB663254ED1E}"/>
    <dgm:cxn modelId="{91B76CA6-60D0-4E7D-8246-34AD4323BCD4}" type="presOf" srcId="{E7C20BB0-42E0-4E79-B78C-FDB4437BA139}" destId="{A9F0E9FE-CFC8-4EE0-9496-6BEA42EF318B}" srcOrd="0" destOrd="0" presId="urn:microsoft.com/office/officeart/2005/8/layout/orgChart1"/>
    <dgm:cxn modelId="{B3CFFCA9-EFCE-4004-AE88-457364625BA5}" srcId="{8A4DFC25-84E0-4C8E-8275-9623F678D60A}" destId="{40F694F5-4E95-4E97-8C4B-C33410307B69}" srcOrd="1" destOrd="0" parTransId="{40B37D77-B34C-4C07-AE20-FB1E98C3A64B}" sibTransId="{DB1A1847-7E60-483B-9BE5-5BD45ABDFA59}"/>
    <dgm:cxn modelId="{39D4BBAB-E420-4730-BA4C-FEC9AFAC74F6}" type="presOf" srcId="{ADFFC400-8BBA-4CA0-97DA-A5239AD7FF83}" destId="{ED8B7DF3-7C68-4E1C-A743-283531BE19BD}" srcOrd="0" destOrd="0" presId="urn:microsoft.com/office/officeart/2005/8/layout/orgChart1"/>
    <dgm:cxn modelId="{8D989BAC-DCBA-4586-AC6C-5949D5682ABC}" type="presOf" srcId="{B1E5D227-4384-4ED3-A5FB-9E3CE538AA48}" destId="{5996DFEB-63B2-451B-A2C6-4A4E49EAA12E}" srcOrd="1" destOrd="0" presId="urn:microsoft.com/office/officeart/2005/8/layout/orgChart1"/>
    <dgm:cxn modelId="{22E4C7AF-85E7-42C7-96CD-9F0DFE284F56}" type="presOf" srcId="{9F383BC1-6A65-4598-A677-60A8C4BDC2D1}" destId="{A7A6FBF6-CD95-40DE-8CF4-D0B50E0D9D69}"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299366B5-EBDF-425A-ADF6-2028E32403FC}" type="presOf" srcId="{BEED1163-82E7-4FB1-973E-4D934DD0AD9D}" destId="{5ACF7DA9-CFF3-40FA-A06D-C94FC76CFFFF}" srcOrd="0" destOrd="0" presId="urn:microsoft.com/office/officeart/2005/8/layout/orgChart1"/>
    <dgm:cxn modelId="{332972B5-A72B-4064-84B0-9EB26C6774CD}" type="presOf" srcId="{8A4DFC25-84E0-4C8E-8275-9623F678D60A}" destId="{9DD48DE2-826A-4850-97E8-A3845368F50A}" srcOrd="1" destOrd="0" presId="urn:microsoft.com/office/officeart/2005/8/layout/orgChart1"/>
    <dgm:cxn modelId="{5B5F63B6-34CC-4CF2-8765-085787330350}" type="presOf" srcId="{44990EAE-AA0B-4B7A-81C8-7EF07E85BDF4}" destId="{8214F421-3EDC-473C-AA0A-5D676BB69F45}" srcOrd="0" destOrd="0" presId="urn:microsoft.com/office/officeart/2005/8/layout/orgChart1"/>
    <dgm:cxn modelId="{A222D2C0-9AFF-46D9-B3C2-8C31E58B72B9}" type="presOf" srcId="{53352947-0336-403A-A4B4-89467D459512}" destId="{BABFBFB4-78A4-4B16-AD3A-61E896716A3C}"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9DA1E6C1-3177-4056-85A7-B7FE5F941D13}" srcId="{620DD3EC-BDCD-468B-B566-7FE2B848507E}" destId="{5E89FAF8-7222-4880-B72C-F381939B991A}" srcOrd="2" destOrd="0" parTransId="{49B74ACD-4DE6-4E7A-A574-B54F96B2B84B}" sibTransId="{209BCB29-8DD4-400E-AC54-27D11B8F19FF}"/>
    <dgm:cxn modelId="{4308D7C7-CEC4-4E47-9133-8B9DC815875B}" type="presOf" srcId="{A1A03C13-4BED-4BB7-8AFB-BDB236A519FA}" destId="{0FE7A504-1A99-42A4-92D2-369E93728B6E}" srcOrd="1" destOrd="0" presId="urn:microsoft.com/office/officeart/2005/8/layout/orgChart1"/>
    <dgm:cxn modelId="{B375EBC7-242A-41DB-9E84-6DFE8E76DE47}" type="presOf" srcId="{D66F8562-8072-404B-AED2-0BBB80C5B45C}" destId="{AEBE90FC-9C73-46AC-8912-83BB799077E8}" srcOrd="0" destOrd="0" presId="urn:microsoft.com/office/officeart/2005/8/layout/orgChart1"/>
    <dgm:cxn modelId="{B8E148CA-AC43-4E0D-AA0B-AB6BE5C3C55C}" type="presOf" srcId="{AF6C41DE-0FE9-4FE2-8BE9-4215E0A90589}" destId="{381C7EA2-2B75-4178-AA8A-D217EDCFA36F}" srcOrd="0" destOrd="0" presId="urn:microsoft.com/office/officeart/2005/8/layout/orgChart1"/>
    <dgm:cxn modelId="{5CADC8CB-2B1F-4ED6-BBF4-F359DD8ED04E}" type="presOf" srcId="{37AC29D6-5196-4526-B470-AD55A5B95426}" destId="{4C7744C2-C66F-49B7-8457-397BA58B343A}" srcOrd="1" destOrd="0" presId="urn:microsoft.com/office/officeart/2005/8/layout/orgChart1"/>
    <dgm:cxn modelId="{CF31ADCC-DA81-4352-BD35-1D6D4CF67F17}" type="presOf" srcId="{5B4E7C08-D76C-41BF-94A6-A2DE4651B0A2}" destId="{99D841D9-E2CC-4FEC-8214-65379F810C26}" srcOrd="1"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121190D6-3475-475C-BE98-B88CC10B3813}" srcId="{A1A03C13-4BED-4BB7-8AFB-BDB236A519FA}" destId="{029385A5-7884-4868-8A52-5A667FA5EED1}" srcOrd="0" destOrd="0" parTransId="{D55C4832-7907-4EBF-AE2A-0BA235524CD4}" sibTransId="{76BBD5FF-E994-4436-87D1-91B05094619F}"/>
    <dgm:cxn modelId="{51A791D8-3BFA-41A3-B904-7B35984279D7}" type="presOf" srcId="{5B4E7C08-D76C-41BF-94A6-A2DE4651B0A2}" destId="{023F7627-1D47-4878-A012-D16C57F9A6EE}" srcOrd="0" destOrd="0" presId="urn:microsoft.com/office/officeart/2005/8/layout/orgChart1"/>
    <dgm:cxn modelId="{809026D9-2BF8-4C3A-97A1-B6C2BF72BCA9}" type="presOf" srcId="{BEED1163-82E7-4FB1-973E-4D934DD0AD9D}" destId="{98A0BF55-13D0-400B-9667-DA671C2B4806}" srcOrd="1" destOrd="0" presId="urn:microsoft.com/office/officeart/2005/8/layout/orgChart1"/>
    <dgm:cxn modelId="{7EB120DE-48BB-4647-8EF1-F3F69A0F79A9}" type="presOf" srcId="{40F694F5-4E95-4E97-8C4B-C33410307B69}" destId="{C7DD3AE9-EF58-4290-981A-36434E578993}" srcOrd="1" destOrd="0" presId="urn:microsoft.com/office/officeart/2005/8/layout/orgChart1"/>
    <dgm:cxn modelId="{97E4A6DE-8713-4676-BBF8-2B93F08AF837}" srcId="{9286A5EC-F2A9-487D-8BF1-B96EEEFD636B}" destId="{1E627F9E-CE3B-4A85-BB78-8DDB86A78DDE}" srcOrd="1" destOrd="0" parTransId="{9D28DB69-DDB3-4999-9A0B-8D007976E69E}" sibTransId="{CC71E985-969E-423D-B820-177A0337B408}"/>
    <dgm:cxn modelId="{C5DEEBE2-8CC6-46A4-BB4F-85F5DA8FDF9F}" type="presOf" srcId="{029385A5-7884-4868-8A52-5A667FA5EED1}" destId="{9625BECB-7DD4-4122-93F7-2CE7BAEA1D3F}" srcOrd="1" destOrd="0" presId="urn:microsoft.com/office/officeart/2005/8/layout/orgChart1"/>
    <dgm:cxn modelId="{5A388BEB-D5C7-41A1-B20F-9E3DF283665E}" type="presOf" srcId="{2BC47C35-CB2E-4ADA-997E-20AB4D35A222}" destId="{5F6EAB39-768E-4EF5-A122-D240B2B03279}"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170951EF-455F-475E-AFB6-AC7350946155}" srcId="{9286A5EC-F2A9-487D-8BF1-B96EEEFD636B}" destId="{B1E5D227-4384-4ED3-A5FB-9E3CE538AA48}" srcOrd="5" destOrd="0" parTransId="{9F383BC1-6A65-4598-A677-60A8C4BDC2D1}" sibTransId="{E415BF9D-77B5-420B-BA0E-963741F68946}"/>
    <dgm:cxn modelId="{6D38E9F6-99FB-412C-9471-9D2CDCEB9671}" type="presOf" srcId="{1E627F9E-CE3B-4A85-BB78-8DDB86A78DDE}" destId="{31C29986-52F5-42D4-A9FC-3B32B3F35DB2}" srcOrd="0" destOrd="0" presId="urn:microsoft.com/office/officeart/2005/8/layout/orgChart1"/>
    <dgm:cxn modelId="{7C7485FC-4CFA-45FF-817B-B38DD356F0B5}" srcId="{9E6404DC-1053-49D6-95EE-599A97C88DD3}" destId="{A1A03C13-4BED-4BB7-8AFB-BDB236A519FA}" srcOrd="2" destOrd="0" parTransId="{9E18C130-4D81-4BDD-8DE6-22CF9F45E19E}" sibTransId="{CF4AE597-246B-4D28-8B3B-D3E59AB05BD8}"/>
    <dgm:cxn modelId="{11CA98FC-F3FC-4943-88F3-3FFF45809828}" type="presOf" srcId="{1F9394CC-AB31-42A6-A409-D6609175A08B}" destId="{8BE6A198-0002-4902-8A28-E6609F8BD17F}"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A6552FF9-1E8A-4E45-BF54-52E4280A5AB1}" type="presParOf" srcId="{C9264EDA-91B6-4FAE-AFE6-AFC29BE66386}" destId="{A9F0E9FE-CFC8-4EE0-9496-6BEA42EF318B}" srcOrd="4" destOrd="0" presId="urn:microsoft.com/office/officeart/2005/8/layout/orgChart1"/>
    <dgm:cxn modelId="{4C7ABF53-96BA-4482-91CB-7BF4BD08F803}" type="presParOf" srcId="{C9264EDA-91B6-4FAE-AFE6-AFC29BE66386}" destId="{135BFED4-E642-46ED-96DB-76F9352B4767}" srcOrd="5" destOrd="0" presId="urn:microsoft.com/office/officeart/2005/8/layout/orgChart1"/>
    <dgm:cxn modelId="{1FBECD86-3F3D-41D0-8416-9780D4D8B4DB}" type="presParOf" srcId="{135BFED4-E642-46ED-96DB-76F9352B4767}" destId="{980FBF03-8060-4382-A2AB-20806D0D55CB}" srcOrd="0" destOrd="0" presId="urn:microsoft.com/office/officeart/2005/8/layout/orgChart1"/>
    <dgm:cxn modelId="{2C7818AF-EF46-4BC9-B713-30383A2EC1CD}" type="presParOf" srcId="{980FBF03-8060-4382-A2AB-20806D0D55CB}" destId="{F49CBD60-76B2-4B73-8337-240A37B4B697}" srcOrd="0" destOrd="0" presId="urn:microsoft.com/office/officeart/2005/8/layout/orgChart1"/>
    <dgm:cxn modelId="{9B6B9981-2B01-4FAC-BB37-B335BD2372CB}" type="presParOf" srcId="{980FBF03-8060-4382-A2AB-20806D0D55CB}" destId="{FE819867-125C-47DF-AAA5-1DD702C511FC}" srcOrd="1" destOrd="0" presId="urn:microsoft.com/office/officeart/2005/8/layout/orgChart1"/>
    <dgm:cxn modelId="{20410CEA-A494-489E-BFC4-C88E04BCBC8A}" type="presParOf" srcId="{135BFED4-E642-46ED-96DB-76F9352B4767}" destId="{4B4D2E02-5445-4EA6-808C-840A8F049EC3}" srcOrd="1" destOrd="0" presId="urn:microsoft.com/office/officeart/2005/8/layout/orgChart1"/>
    <dgm:cxn modelId="{AF23A3F7-816A-4539-A9EB-FE303E51518E}" type="presParOf" srcId="{135BFED4-E642-46ED-96DB-76F9352B4767}" destId="{04E57D32-14E0-4F2B-85FD-77C08D096B6F}" srcOrd="2" destOrd="0" presId="urn:microsoft.com/office/officeart/2005/8/layout/orgChart1"/>
    <dgm:cxn modelId="{1E3B1A6F-CE26-42F4-AFE5-1678E2C43739}" type="presParOf" srcId="{C9264EDA-91B6-4FAE-AFE6-AFC29BE66386}" destId="{3F23C0CE-9B5D-413A-AF74-038AF7033DAC}" srcOrd="6" destOrd="0" presId="urn:microsoft.com/office/officeart/2005/8/layout/orgChart1"/>
    <dgm:cxn modelId="{26A872B0-1E0E-4D07-8C3E-6EA18D8CC307}" type="presParOf" srcId="{C9264EDA-91B6-4FAE-AFE6-AFC29BE66386}" destId="{5CF7E830-850B-4FE0-9CF5-44AFE3FCEF1F}" srcOrd="7" destOrd="0" presId="urn:microsoft.com/office/officeart/2005/8/layout/orgChart1"/>
    <dgm:cxn modelId="{189B900B-FCCE-4161-99B6-5B4AFC7773B2}" type="presParOf" srcId="{5CF7E830-850B-4FE0-9CF5-44AFE3FCEF1F}" destId="{BED049DD-7D32-4A6A-B044-B872707EEA2A}" srcOrd="0" destOrd="0" presId="urn:microsoft.com/office/officeart/2005/8/layout/orgChart1"/>
    <dgm:cxn modelId="{4F0F174F-249F-4F9C-A68B-DA569C248947}" type="presParOf" srcId="{BED049DD-7D32-4A6A-B044-B872707EEA2A}" destId="{023F7627-1D47-4878-A012-D16C57F9A6EE}" srcOrd="0" destOrd="0" presId="urn:microsoft.com/office/officeart/2005/8/layout/orgChart1"/>
    <dgm:cxn modelId="{8DC35E17-CF33-4B94-A042-7A9D21A4E907}" type="presParOf" srcId="{BED049DD-7D32-4A6A-B044-B872707EEA2A}" destId="{99D841D9-E2CC-4FEC-8214-65379F810C26}" srcOrd="1" destOrd="0" presId="urn:microsoft.com/office/officeart/2005/8/layout/orgChart1"/>
    <dgm:cxn modelId="{3CAFDEB0-8814-441E-9DED-CB7D43F13831}" type="presParOf" srcId="{5CF7E830-850B-4FE0-9CF5-44AFE3FCEF1F}" destId="{E0A2925F-890A-47EA-BAE6-DF2292ACB545}" srcOrd="1" destOrd="0" presId="urn:microsoft.com/office/officeart/2005/8/layout/orgChart1"/>
    <dgm:cxn modelId="{56DE0207-2727-4BEA-A0BB-1780A351CF83}" type="presParOf" srcId="{5CF7E830-850B-4FE0-9CF5-44AFE3FCEF1F}" destId="{4DB4E5B1-0AEE-4EE4-9F71-D41CF4003070}" srcOrd="2" destOrd="0" presId="urn:microsoft.com/office/officeart/2005/8/layout/orgChart1"/>
    <dgm:cxn modelId="{692E4C17-C9B9-4484-9EB7-63E30C6E9587}" type="presParOf" srcId="{C9264EDA-91B6-4FAE-AFE6-AFC29BE66386}" destId="{D358E586-DB92-492E-9D54-5B1732DFF307}" srcOrd="8" destOrd="0" presId="urn:microsoft.com/office/officeart/2005/8/layout/orgChart1"/>
    <dgm:cxn modelId="{9904C3AD-D9F8-4803-89A4-F6EE40905129}" type="presParOf" srcId="{C9264EDA-91B6-4FAE-AFE6-AFC29BE66386}" destId="{5B5B23D3-BA74-4ACC-A221-AB29A610D183}" srcOrd="9" destOrd="0" presId="urn:microsoft.com/office/officeart/2005/8/layout/orgChart1"/>
    <dgm:cxn modelId="{21E27F36-0D7B-42DF-8E1A-3D8605A07A02}" type="presParOf" srcId="{5B5B23D3-BA74-4ACC-A221-AB29A610D183}" destId="{5B760EFC-8FE8-44AE-BE24-2E4A096178FF}" srcOrd="0" destOrd="0" presId="urn:microsoft.com/office/officeart/2005/8/layout/orgChart1"/>
    <dgm:cxn modelId="{D51C00E8-9430-4B7D-B31F-132970E39C50}" type="presParOf" srcId="{5B760EFC-8FE8-44AE-BE24-2E4A096178FF}" destId="{AA5F6878-1379-41A4-93C5-93F8F7DCA1F9}" srcOrd="0" destOrd="0" presId="urn:microsoft.com/office/officeart/2005/8/layout/orgChart1"/>
    <dgm:cxn modelId="{C35EC639-53A6-4498-9F91-219A7FFAAA6D}" type="presParOf" srcId="{5B760EFC-8FE8-44AE-BE24-2E4A096178FF}" destId="{BC78F200-BF16-4C4D-93A5-419734E1AFB8}" srcOrd="1" destOrd="0" presId="urn:microsoft.com/office/officeart/2005/8/layout/orgChart1"/>
    <dgm:cxn modelId="{2B68E516-DC06-436C-B9CC-20B1BB84845E}" type="presParOf" srcId="{5B5B23D3-BA74-4ACC-A221-AB29A610D183}" destId="{F60CDB8A-B7D5-46F5-BC09-C7CEEC0824EE}" srcOrd="1" destOrd="0" presId="urn:microsoft.com/office/officeart/2005/8/layout/orgChart1"/>
    <dgm:cxn modelId="{D0CE3305-A60C-4EA5-B619-B24882D0F84D}" type="presParOf" srcId="{5B5B23D3-BA74-4ACC-A221-AB29A610D183}" destId="{E2924EC6-B6C9-49A0-967E-08E1872B9D9C}" srcOrd="2" destOrd="0" presId="urn:microsoft.com/office/officeart/2005/8/layout/orgChart1"/>
    <dgm:cxn modelId="{FB17080A-24CF-4A17-8D90-A01560377D50}" type="presParOf" srcId="{C9264EDA-91B6-4FAE-AFE6-AFC29BE66386}" destId="{A7A6FBF6-CD95-40DE-8CF4-D0B50E0D9D69}" srcOrd="10" destOrd="0" presId="urn:microsoft.com/office/officeart/2005/8/layout/orgChart1"/>
    <dgm:cxn modelId="{E42CA95F-C395-468C-8A60-A15AB78D2510}" type="presParOf" srcId="{C9264EDA-91B6-4FAE-AFE6-AFC29BE66386}" destId="{5B92151A-1CAF-4404-8D76-955D3F3071FC}" srcOrd="11" destOrd="0" presId="urn:microsoft.com/office/officeart/2005/8/layout/orgChart1"/>
    <dgm:cxn modelId="{FD25C08F-F6E2-4F27-931E-A794918568F7}" type="presParOf" srcId="{5B92151A-1CAF-4404-8D76-955D3F3071FC}" destId="{40B3FE68-53FE-499F-A453-09F87F0833D2}" srcOrd="0" destOrd="0" presId="urn:microsoft.com/office/officeart/2005/8/layout/orgChart1"/>
    <dgm:cxn modelId="{0292CABD-A735-4680-B89C-B830A10B98D6}" type="presParOf" srcId="{40B3FE68-53FE-499F-A453-09F87F0833D2}" destId="{04C79594-D5ED-429E-B8F6-2D6F4CCD746B}" srcOrd="0" destOrd="0" presId="urn:microsoft.com/office/officeart/2005/8/layout/orgChart1"/>
    <dgm:cxn modelId="{B408A117-FF3E-4BA4-A67C-C4A2F56A0798}" type="presParOf" srcId="{40B3FE68-53FE-499F-A453-09F87F0833D2}" destId="{5996DFEB-63B2-451B-A2C6-4A4E49EAA12E}" srcOrd="1" destOrd="0" presId="urn:microsoft.com/office/officeart/2005/8/layout/orgChart1"/>
    <dgm:cxn modelId="{0EC6A1B8-B693-455C-A926-14C16A194115}" type="presParOf" srcId="{5B92151A-1CAF-4404-8D76-955D3F3071FC}" destId="{8EFA9433-EBA5-4CB6-85B5-3DCB60708F63}" srcOrd="1" destOrd="0" presId="urn:microsoft.com/office/officeart/2005/8/layout/orgChart1"/>
    <dgm:cxn modelId="{F2072D12-36CD-4AC1-B188-F7110304E044}" type="presParOf" srcId="{5B92151A-1CAF-4404-8D76-955D3F3071FC}" destId="{54978039-EEB4-4E95-9FE4-22015B550127}"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C6105AE7-F1AA-4861-B1D6-DB42FF1DC98E}" type="presParOf" srcId="{4C592C92-3156-443C-BB98-9204DFF01F72}" destId="{BABFBFB4-78A4-4B16-AD3A-61E896716A3C}" srcOrd="0" destOrd="0" presId="urn:microsoft.com/office/officeart/2005/8/layout/orgChart1"/>
    <dgm:cxn modelId="{16C67746-B4CD-4962-AF60-DE7389C5B653}" type="presParOf" srcId="{4C592C92-3156-443C-BB98-9204DFF01F72}" destId="{BA209B51-AF20-42D0-B73C-E23DAC280B0E}" srcOrd="1" destOrd="0" presId="urn:microsoft.com/office/officeart/2005/8/layout/orgChart1"/>
    <dgm:cxn modelId="{EB00D81A-9FAC-4AEE-B1F3-4CB2AF349B99}" type="presParOf" srcId="{BA209B51-AF20-42D0-B73C-E23DAC280B0E}" destId="{6179A435-2294-4E89-9AFD-488B7F3D520A}" srcOrd="0" destOrd="0" presId="urn:microsoft.com/office/officeart/2005/8/layout/orgChart1"/>
    <dgm:cxn modelId="{634BDC8C-46E9-4B7B-9B55-94EDBB3F06D9}" type="presParOf" srcId="{6179A435-2294-4E89-9AFD-488B7F3D520A}" destId="{1A87DFD0-A1A5-4AEF-9874-88156CA4976E}" srcOrd="0" destOrd="0" presId="urn:microsoft.com/office/officeart/2005/8/layout/orgChart1"/>
    <dgm:cxn modelId="{E2BDC7DC-8B4B-42EB-A382-54B5D1B4B474}" type="presParOf" srcId="{6179A435-2294-4E89-9AFD-488B7F3D520A}" destId="{5F6EAB39-768E-4EF5-A122-D240B2B03279}" srcOrd="1" destOrd="0" presId="urn:microsoft.com/office/officeart/2005/8/layout/orgChart1"/>
    <dgm:cxn modelId="{11707C20-299A-4223-B509-FB27CD6121D1}" type="presParOf" srcId="{BA209B51-AF20-42D0-B73C-E23DAC280B0E}" destId="{41C14111-03E5-40B0-B727-819D7A9BEF5B}" srcOrd="1" destOrd="0" presId="urn:microsoft.com/office/officeart/2005/8/layout/orgChart1"/>
    <dgm:cxn modelId="{D1461721-37B9-45ED-ACF7-943D22A658DA}" type="presParOf" srcId="{BA209B51-AF20-42D0-B73C-E23DAC280B0E}" destId="{1A74A65C-B44E-4F57-AF52-C2C8A7DB0B53}" srcOrd="2" destOrd="0" presId="urn:microsoft.com/office/officeart/2005/8/layout/orgChart1"/>
    <dgm:cxn modelId="{2F4625F3-C882-4D54-B772-FE35C2D2E49C}" type="presParOf" srcId="{4C592C92-3156-443C-BB98-9204DFF01F72}" destId="{1891E697-DEB2-442F-BDF2-5A9697934126}" srcOrd="2" destOrd="0" presId="urn:microsoft.com/office/officeart/2005/8/layout/orgChart1"/>
    <dgm:cxn modelId="{38D1886F-694E-4536-8CE9-F9AB597857CF}" type="presParOf" srcId="{4C592C92-3156-443C-BB98-9204DFF01F72}" destId="{47BA5C8E-C2F3-43E7-BA5C-64E91DC65EB3}" srcOrd="3" destOrd="0" presId="urn:microsoft.com/office/officeart/2005/8/layout/orgChart1"/>
    <dgm:cxn modelId="{8B827513-1900-49C8-A8F9-97E00BBD2943}" type="presParOf" srcId="{47BA5C8E-C2F3-43E7-BA5C-64E91DC65EB3}" destId="{9308229C-1B34-401A-AF79-99FCEC67DA76}" srcOrd="0" destOrd="0" presId="urn:microsoft.com/office/officeart/2005/8/layout/orgChart1"/>
    <dgm:cxn modelId="{E80F676D-FC6D-48CC-9992-86E7DF665CCA}" type="presParOf" srcId="{9308229C-1B34-401A-AF79-99FCEC67DA76}" destId="{381C7EA2-2B75-4178-AA8A-D217EDCFA36F}" srcOrd="0" destOrd="0" presId="urn:microsoft.com/office/officeart/2005/8/layout/orgChart1"/>
    <dgm:cxn modelId="{8D8A3423-4613-42D5-89D2-76F85AA25946}" type="presParOf" srcId="{9308229C-1B34-401A-AF79-99FCEC67DA76}" destId="{E6A79A9D-7FBA-4C8B-83E1-52C545B782AF}" srcOrd="1" destOrd="0" presId="urn:microsoft.com/office/officeart/2005/8/layout/orgChart1"/>
    <dgm:cxn modelId="{7D93C8D0-793B-4D4A-9428-2E1987A6C965}" type="presParOf" srcId="{47BA5C8E-C2F3-43E7-BA5C-64E91DC65EB3}" destId="{8877DBAC-6271-426B-82E5-4D334732C047}" srcOrd="1" destOrd="0" presId="urn:microsoft.com/office/officeart/2005/8/layout/orgChart1"/>
    <dgm:cxn modelId="{C643BA3C-F2BF-4347-838D-1CFDE7C5AAA7}" type="presParOf" srcId="{47BA5C8E-C2F3-43E7-BA5C-64E91DC65EB3}" destId="{BF715645-1D79-4998-85D3-11D4125E6231}" srcOrd="2" destOrd="0" presId="urn:microsoft.com/office/officeart/2005/8/layout/orgChart1"/>
    <dgm:cxn modelId="{25FE7431-4CBD-40F8-9376-7B016DB336C7}" type="presParOf" srcId="{4C592C92-3156-443C-BB98-9204DFF01F72}" destId="{A4FAE87E-12FA-4A7E-9D3F-3AFCE60315A4}" srcOrd="4" destOrd="0" presId="urn:microsoft.com/office/officeart/2005/8/layout/orgChart1"/>
    <dgm:cxn modelId="{757D32FC-AEAF-473A-BC63-DC5FBC863A6F}" type="presParOf" srcId="{4C592C92-3156-443C-BB98-9204DFF01F72}" destId="{59745AC2-BCF2-4AC4-9A79-1E1EF48226AD}" srcOrd="5" destOrd="0" presId="urn:microsoft.com/office/officeart/2005/8/layout/orgChart1"/>
    <dgm:cxn modelId="{5A73988F-EDDB-4C63-88F2-330EB3FC8CFC}" type="presParOf" srcId="{59745AC2-BCF2-4AC4-9A79-1E1EF48226AD}" destId="{3CD4DF49-0BA9-4302-9A34-844810873413}" srcOrd="0" destOrd="0" presId="urn:microsoft.com/office/officeart/2005/8/layout/orgChart1"/>
    <dgm:cxn modelId="{83909412-CF68-4479-B2AE-B3A6749BC604}" type="presParOf" srcId="{3CD4DF49-0BA9-4302-9A34-844810873413}" destId="{895EE0A8-FF27-4E5E-A9CF-0B48E925D09C}" srcOrd="0" destOrd="0" presId="urn:microsoft.com/office/officeart/2005/8/layout/orgChart1"/>
    <dgm:cxn modelId="{3F08405A-0FF1-4843-8826-C495AB25DC9C}" type="presParOf" srcId="{3CD4DF49-0BA9-4302-9A34-844810873413}" destId="{640A420B-2CFE-4944-ABF0-EAEAE3402C6F}" srcOrd="1" destOrd="0" presId="urn:microsoft.com/office/officeart/2005/8/layout/orgChart1"/>
    <dgm:cxn modelId="{BA6679D5-904D-423D-9F44-5667EF183CA1}" type="presParOf" srcId="{59745AC2-BCF2-4AC4-9A79-1E1EF48226AD}" destId="{2FAF0907-22A6-4633-89A3-28CD61B1B262}" srcOrd="1" destOrd="0" presId="urn:microsoft.com/office/officeart/2005/8/layout/orgChart1"/>
    <dgm:cxn modelId="{7F46EDDC-77DD-4061-86A4-70218DF22D4C}" type="presParOf" srcId="{59745AC2-BCF2-4AC4-9A79-1E1EF48226AD}" destId="{98CB5EF3-7761-4276-9A03-D974B765AAE1}"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111A422A-A367-43EA-9B53-E09860551D9C}" type="presParOf" srcId="{AD53A4B1-01E7-41E8-9724-31F3910545A4}" destId="{62821369-B757-43AF-BF6D-02B9EF83A7FF}" srcOrd="4" destOrd="0" presId="urn:microsoft.com/office/officeart/2005/8/layout/orgChart1"/>
    <dgm:cxn modelId="{B385D477-2C4E-4A44-911A-4F75092D744C}" type="presParOf" srcId="{AD53A4B1-01E7-41E8-9724-31F3910545A4}" destId="{739885B7-7422-46AE-AE38-C86EED9C22BF}" srcOrd="5" destOrd="0" presId="urn:microsoft.com/office/officeart/2005/8/layout/orgChart1"/>
    <dgm:cxn modelId="{42B8DC9E-D558-46CA-8179-5B9156F9A983}" type="presParOf" srcId="{739885B7-7422-46AE-AE38-C86EED9C22BF}" destId="{1BDBFDD5-3230-44FF-B170-FE93CAC5A6B8}" srcOrd="0" destOrd="0" presId="urn:microsoft.com/office/officeart/2005/8/layout/orgChart1"/>
    <dgm:cxn modelId="{CA5B1075-9FAE-4F67-9E43-1EFE5761CE3E}" type="presParOf" srcId="{1BDBFDD5-3230-44FF-B170-FE93CAC5A6B8}" destId="{E2CE8193-46AF-44C0-B4A1-4402C2A6388E}" srcOrd="0" destOrd="0" presId="urn:microsoft.com/office/officeart/2005/8/layout/orgChart1"/>
    <dgm:cxn modelId="{8BAC5A01-2C6C-4EB8-ABAC-ABBDF182C60E}" type="presParOf" srcId="{1BDBFDD5-3230-44FF-B170-FE93CAC5A6B8}" destId="{0FE7A504-1A99-42A4-92D2-369E93728B6E}" srcOrd="1" destOrd="0" presId="urn:microsoft.com/office/officeart/2005/8/layout/orgChart1"/>
    <dgm:cxn modelId="{A17494C3-128C-430E-B2E8-B0E32751F363}" type="presParOf" srcId="{739885B7-7422-46AE-AE38-C86EED9C22BF}" destId="{5C832EA0-92EB-4018-A238-AAD0380D7AE1}" srcOrd="1" destOrd="0" presId="urn:microsoft.com/office/officeart/2005/8/layout/orgChart1"/>
    <dgm:cxn modelId="{D0A58958-3CAD-4DCC-B40E-0214BA43F8E3}" type="presParOf" srcId="{5C832EA0-92EB-4018-A238-AAD0380D7AE1}" destId="{2A679957-7E3B-4BD6-B48E-5D4D6DCC99DC}" srcOrd="0" destOrd="0" presId="urn:microsoft.com/office/officeart/2005/8/layout/orgChart1"/>
    <dgm:cxn modelId="{BEED411C-B9E8-4D41-B434-2DDC616CEE7D}" type="presParOf" srcId="{5C832EA0-92EB-4018-A238-AAD0380D7AE1}" destId="{21D8A42E-91C9-4273-879D-7785FB394613}" srcOrd="1" destOrd="0" presId="urn:microsoft.com/office/officeart/2005/8/layout/orgChart1"/>
    <dgm:cxn modelId="{BD3F9F6F-D6E6-4A33-BBFB-A93F91B8CC7F}" type="presParOf" srcId="{21D8A42E-91C9-4273-879D-7785FB394613}" destId="{9924DB7D-0B8C-4877-9C94-F05014984C7F}" srcOrd="0" destOrd="0" presId="urn:microsoft.com/office/officeart/2005/8/layout/orgChart1"/>
    <dgm:cxn modelId="{918732CB-9808-4B80-B51A-0812C75012F8}" type="presParOf" srcId="{9924DB7D-0B8C-4877-9C94-F05014984C7F}" destId="{4D245AAB-B59E-4A71-9078-92C96B68BEDE}" srcOrd="0" destOrd="0" presId="urn:microsoft.com/office/officeart/2005/8/layout/orgChart1"/>
    <dgm:cxn modelId="{2B94B175-60D1-432F-B1D9-357E7544C89F}" type="presParOf" srcId="{9924DB7D-0B8C-4877-9C94-F05014984C7F}" destId="{9625BECB-7DD4-4122-93F7-2CE7BAEA1D3F}" srcOrd="1" destOrd="0" presId="urn:microsoft.com/office/officeart/2005/8/layout/orgChart1"/>
    <dgm:cxn modelId="{7AEFDAB2-F9E5-4B32-823D-A1EDF446F7CA}" type="presParOf" srcId="{21D8A42E-91C9-4273-879D-7785FB394613}" destId="{87F5F425-2408-4090-9506-B7F94AB46B9D}" srcOrd="1" destOrd="0" presId="urn:microsoft.com/office/officeart/2005/8/layout/orgChart1"/>
    <dgm:cxn modelId="{B0BFF607-B19B-4D01-A3FD-CE0CD154348E}" type="presParOf" srcId="{21D8A42E-91C9-4273-879D-7785FB394613}" destId="{50941B70-9A65-43B8-B603-89D618FF83DD}" srcOrd="2" destOrd="0" presId="urn:microsoft.com/office/officeart/2005/8/layout/orgChart1"/>
    <dgm:cxn modelId="{E9E3CDA7-4483-4C6B-8702-243B58D859FB}" type="presParOf" srcId="{5C832EA0-92EB-4018-A238-AAD0380D7AE1}" destId="{8214F421-3EDC-473C-AA0A-5D676BB69F45}" srcOrd="2" destOrd="0" presId="urn:microsoft.com/office/officeart/2005/8/layout/orgChart1"/>
    <dgm:cxn modelId="{131BDA35-5D78-4C66-9F54-5C466EC0FF6A}" type="presParOf" srcId="{5C832EA0-92EB-4018-A238-AAD0380D7AE1}" destId="{F741D4A9-8F07-4671-9ABF-9999DB769DA5}" srcOrd="3" destOrd="0" presId="urn:microsoft.com/office/officeart/2005/8/layout/orgChart1"/>
    <dgm:cxn modelId="{486A7C44-AEE5-4BC6-8725-E7AB48DF5AEA}" type="presParOf" srcId="{F741D4A9-8F07-4671-9ABF-9999DB769DA5}" destId="{23F3031F-C4F7-44AB-9D50-4F1254FDF8E7}" srcOrd="0" destOrd="0" presId="urn:microsoft.com/office/officeart/2005/8/layout/orgChart1"/>
    <dgm:cxn modelId="{3D58EB8D-23FD-47D9-85D7-AE578551C914}" type="presParOf" srcId="{23F3031F-C4F7-44AB-9D50-4F1254FDF8E7}" destId="{B751704E-3EDE-42D5-B9B8-51585ED1653A}" srcOrd="0" destOrd="0" presId="urn:microsoft.com/office/officeart/2005/8/layout/orgChart1"/>
    <dgm:cxn modelId="{33DD607D-163F-4F93-BA53-187AFD203826}" type="presParOf" srcId="{23F3031F-C4F7-44AB-9D50-4F1254FDF8E7}" destId="{218A3D50-0DC0-4772-BC9B-903353757078}" srcOrd="1" destOrd="0" presId="urn:microsoft.com/office/officeart/2005/8/layout/orgChart1"/>
    <dgm:cxn modelId="{3EBEA701-0B9F-4479-AF6B-5BF5BC73E7B3}" type="presParOf" srcId="{F741D4A9-8F07-4671-9ABF-9999DB769DA5}" destId="{623B3793-671F-4EBD-944C-AEAA381DBF60}" srcOrd="1" destOrd="0" presId="urn:microsoft.com/office/officeart/2005/8/layout/orgChart1"/>
    <dgm:cxn modelId="{08BC3CEB-7E6C-4CF1-A3D5-9ABC027D8542}" type="presParOf" srcId="{F741D4A9-8F07-4671-9ABF-9999DB769DA5}" destId="{CEEC3C0C-6394-4BB3-AE4B-B0E13E844A06}" srcOrd="2" destOrd="0" presId="urn:microsoft.com/office/officeart/2005/8/layout/orgChart1"/>
    <dgm:cxn modelId="{23D6CC2B-64C9-4146-8C92-D83528D3097F}" type="presParOf" srcId="{5C832EA0-92EB-4018-A238-AAD0380D7AE1}" destId="{6203C03E-570C-4E7D-9C92-0AC3EA643FF1}" srcOrd="4" destOrd="0" presId="urn:microsoft.com/office/officeart/2005/8/layout/orgChart1"/>
    <dgm:cxn modelId="{F8FDAA4E-E74E-49A9-A6C8-083203A28923}" type="presParOf" srcId="{5C832EA0-92EB-4018-A238-AAD0380D7AE1}" destId="{9CCAFF56-488B-455F-971C-08FEDD1BEB39}" srcOrd="5" destOrd="0" presId="urn:microsoft.com/office/officeart/2005/8/layout/orgChart1"/>
    <dgm:cxn modelId="{FDF5BAAD-AF53-44E7-8BE7-4E3FD138D718}" type="presParOf" srcId="{9CCAFF56-488B-455F-971C-08FEDD1BEB39}" destId="{8088FCB5-12A3-48FA-8FF9-08DDA7E4B52B}" srcOrd="0" destOrd="0" presId="urn:microsoft.com/office/officeart/2005/8/layout/orgChart1"/>
    <dgm:cxn modelId="{B8A0995A-4A60-46EB-8D03-328C3915FE01}" type="presParOf" srcId="{8088FCB5-12A3-48FA-8FF9-08DDA7E4B52B}" destId="{B059F08C-E0A3-4F62-A09D-4451BB99F9FB}" srcOrd="0" destOrd="0" presId="urn:microsoft.com/office/officeart/2005/8/layout/orgChart1"/>
    <dgm:cxn modelId="{4E4CF04C-E923-4C2F-AE64-3A5FBB8D2630}" type="presParOf" srcId="{8088FCB5-12A3-48FA-8FF9-08DDA7E4B52B}" destId="{4C7744C2-C66F-49B7-8457-397BA58B343A}" srcOrd="1" destOrd="0" presId="urn:microsoft.com/office/officeart/2005/8/layout/orgChart1"/>
    <dgm:cxn modelId="{0BBA1126-3682-4617-BFE7-7895107490C2}" type="presParOf" srcId="{9CCAFF56-488B-455F-971C-08FEDD1BEB39}" destId="{3957B869-A86C-4FAC-9055-CE3EEE961789}" srcOrd="1" destOrd="0" presId="urn:microsoft.com/office/officeart/2005/8/layout/orgChart1"/>
    <dgm:cxn modelId="{70CB7D53-607D-4DAC-BBC5-F8D7B6C31C9B}" type="presParOf" srcId="{9CCAFF56-488B-455F-971C-08FEDD1BEB39}" destId="{AED62139-BA94-40DB-90FC-14073E2B80CF}" srcOrd="2" destOrd="0" presId="urn:microsoft.com/office/officeart/2005/8/layout/orgChart1"/>
    <dgm:cxn modelId="{A386506B-71CA-40CB-AAF7-418B33D6029C}" type="presParOf" srcId="{5C832EA0-92EB-4018-A238-AAD0380D7AE1}" destId="{6204AEF2-38A6-4D13-9562-4FE0E603EC40}" srcOrd="6" destOrd="0" presId="urn:microsoft.com/office/officeart/2005/8/layout/orgChart1"/>
    <dgm:cxn modelId="{75679FE7-187B-4045-B7AB-283F5F2B3A91}" type="presParOf" srcId="{5C832EA0-92EB-4018-A238-AAD0380D7AE1}" destId="{0F4CBEE8-8E11-4781-A080-0B2EEB12A702}" srcOrd="7" destOrd="0" presId="urn:microsoft.com/office/officeart/2005/8/layout/orgChart1"/>
    <dgm:cxn modelId="{11331679-1D44-4494-A1F3-7F0F92C86D4A}" type="presParOf" srcId="{0F4CBEE8-8E11-4781-A080-0B2EEB12A702}" destId="{1B1503A1-F10B-4719-B84E-C5969D069AD4}" srcOrd="0" destOrd="0" presId="urn:microsoft.com/office/officeart/2005/8/layout/orgChart1"/>
    <dgm:cxn modelId="{EA25B766-FA24-4032-A338-9F502CB2042A}" type="presParOf" srcId="{1B1503A1-F10B-4719-B84E-C5969D069AD4}" destId="{37410BB4-D1AA-4F25-9E9A-7B0BBB889036}" srcOrd="0" destOrd="0" presId="urn:microsoft.com/office/officeart/2005/8/layout/orgChart1"/>
    <dgm:cxn modelId="{22AD08AB-4313-445B-B445-03E2B6F6FBEA}" type="presParOf" srcId="{1B1503A1-F10B-4719-B84E-C5969D069AD4}" destId="{C9BF22EA-EF7B-4291-95B0-72A4EFFED66D}" srcOrd="1" destOrd="0" presId="urn:microsoft.com/office/officeart/2005/8/layout/orgChart1"/>
    <dgm:cxn modelId="{07D52E2A-4F33-4EF0-A98C-5A2EEBF512C4}" type="presParOf" srcId="{0F4CBEE8-8E11-4781-A080-0B2EEB12A702}" destId="{484D45F2-DF7A-4F52-8722-56D65886443F}" srcOrd="1" destOrd="0" presId="urn:microsoft.com/office/officeart/2005/8/layout/orgChart1"/>
    <dgm:cxn modelId="{31E503C9-B2B9-4328-BED2-F596DA5BA567}" type="presParOf" srcId="{0F4CBEE8-8E11-4781-A080-0B2EEB12A702}" destId="{11EB3115-4FF2-4DA6-BE2F-A9F4264C7061}" srcOrd="2" destOrd="0" presId="urn:microsoft.com/office/officeart/2005/8/layout/orgChart1"/>
    <dgm:cxn modelId="{B5DC65FC-9F82-4E39-80E0-F6A96251868A}" type="presParOf" srcId="{5C832EA0-92EB-4018-A238-AAD0380D7AE1}" destId="{9E70A5C0-8C6B-42DA-8585-E605207FB3C9}" srcOrd="8" destOrd="0" presId="urn:microsoft.com/office/officeart/2005/8/layout/orgChart1"/>
    <dgm:cxn modelId="{8413571D-7262-49AD-B02C-A4DF50F5F1A2}" type="presParOf" srcId="{5C832EA0-92EB-4018-A238-AAD0380D7AE1}" destId="{7064A7A6-65E9-4E4A-91E3-93CD855E9970}" srcOrd="9" destOrd="0" presId="urn:microsoft.com/office/officeart/2005/8/layout/orgChart1"/>
    <dgm:cxn modelId="{6F2DD7C2-75F3-4B9D-9F4F-F91DECBDEE6A}" type="presParOf" srcId="{7064A7A6-65E9-4E4A-91E3-93CD855E9970}" destId="{FEBDAAC6-701F-4532-A65F-7E7B484BE943}" srcOrd="0" destOrd="0" presId="urn:microsoft.com/office/officeart/2005/8/layout/orgChart1"/>
    <dgm:cxn modelId="{5A33B100-5990-460A-943F-032E6824690F}" type="presParOf" srcId="{FEBDAAC6-701F-4532-A65F-7E7B484BE943}" destId="{0E3A6566-1345-4559-897C-38FE3D6E654D}" srcOrd="0" destOrd="0" presId="urn:microsoft.com/office/officeart/2005/8/layout/orgChart1"/>
    <dgm:cxn modelId="{767AF7BE-76DA-4ECA-8B6B-B02667F9CF8B}" type="presParOf" srcId="{FEBDAAC6-701F-4532-A65F-7E7B484BE943}" destId="{3DE6579F-2A0B-42E7-B314-59CFB5853E0E}" srcOrd="1" destOrd="0" presId="urn:microsoft.com/office/officeart/2005/8/layout/orgChart1"/>
    <dgm:cxn modelId="{C90E1B10-5095-4D07-B328-74DDCF9E4D4E}" type="presParOf" srcId="{7064A7A6-65E9-4E4A-91E3-93CD855E9970}" destId="{8C87F5B3-6AD5-4269-BFDA-D073CDE9D216}" srcOrd="1" destOrd="0" presId="urn:microsoft.com/office/officeart/2005/8/layout/orgChart1"/>
    <dgm:cxn modelId="{D1D2F14B-3697-4EF7-832B-213E54B5B5B3}" type="presParOf" srcId="{7064A7A6-65E9-4E4A-91E3-93CD855E9970}" destId="{6C24F2CA-8CFF-4D28-84D7-6CF4D9A6DA9E}" srcOrd="2" destOrd="0" presId="urn:microsoft.com/office/officeart/2005/8/layout/orgChart1"/>
    <dgm:cxn modelId="{7D2A3E90-23DC-419A-BB75-A366A6483A0A}" type="presParOf" srcId="{5C832EA0-92EB-4018-A238-AAD0380D7AE1}" destId="{D7EC33C0-FF6B-4B64-B619-9763AD02E7A0}" srcOrd="10" destOrd="0" presId="urn:microsoft.com/office/officeart/2005/8/layout/orgChart1"/>
    <dgm:cxn modelId="{20C20058-8627-43BE-9763-3610F77D19FB}" type="presParOf" srcId="{5C832EA0-92EB-4018-A238-AAD0380D7AE1}" destId="{FBE1D08F-7020-404B-99C6-97C281D388D2}" srcOrd="11" destOrd="0" presId="urn:microsoft.com/office/officeart/2005/8/layout/orgChart1"/>
    <dgm:cxn modelId="{ABF9A922-D174-4401-A1AF-5BD2A9793787}" type="presParOf" srcId="{FBE1D08F-7020-404B-99C6-97C281D388D2}" destId="{B1BB1CBD-8D60-4E6B-A965-5B902B610DA9}" srcOrd="0" destOrd="0" presId="urn:microsoft.com/office/officeart/2005/8/layout/orgChart1"/>
    <dgm:cxn modelId="{EB118F76-3A8B-4AF5-8B89-F62C1692ABBE}" type="presParOf" srcId="{B1BB1CBD-8D60-4E6B-A965-5B902B610DA9}" destId="{0B565A4F-01B9-4EB6-9276-06D0F8CC2FA8}" srcOrd="0" destOrd="0" presId="urn:microsoft.com/office/officeart/2005/8/layout/orgChart1"/>
    <dgm:cxn modelId="{7A581753-20A3-4C45-AF3B-3D59A4439FE1}" type="presParOf" srcId="{B1BB1CBD-8D60-4E6B-A965-5B902B610DA9}" destId="{F24349D2-5ADB-4146-B53F-126FBE314852}" srcOrd="1" destOrd="0" presId="urn:microsoft.com/office/officeart/2005/8/layout/orgChart1"/>
    <dgm:cxn modelId="{19F8CF51-9238-4E48-AD03-D9050E0351AF}" type="presParOf" srcId="{FBE1D08F-7020-404B-99C6-97C281D388D2}" destId="{8AD50A83-5785-4E55-95F9-1E475971C318}" srcOrd="1" destOrd="0" presId="urn:microsoft.com/office/officeart/2005/8/layout/orgChart1"/>
    <dgm:cxn modelId="{7B2708A1-21E7-424B-991E-9FBB7F390E17}" type="presParOf" srcId="{FBE1D08F-7020-404B-99C6-97C281D388D2}" destId="{F3809B50-6AEA-4602-815A-4CA14B985C51}" srcOrd="2" destOrd="0" presId="urn:microsoft.com/office/officeart/2005/8/layout/orgChart1"/>
    <dgm:cxn modelId="{0019A061-E485-4041-994E-B377B5D931EF}" type="presParOf" srcId="{739885B7-7422-46AE-AE38-C86EED9C22BF}" destId="{AFF152E2-0280-4325-8B01-B43435B7724D}" srcOrd="2" destOrd="0" presId="urn:microsoft.com/office/officeart/2005/8/layout/orgChart1"/>
    <dgm:cxn modelId="{32B4B049-7A7F-4F22-8228-0272002B885C}" type="presParOf" srcId="{AD53A4B1-01E7-41E8-9724-31F3910545A4}" destId="{D650F8F3-C2F9-427C-AB94-5DD32B31EEB1}" srcOrd="6" destOrd="0" presId="urn:microsoft.com/office/officeart/2005/8/layout/orgChart1"/>
    <dgm:cxn modelId="{5FBA153A-9506-46BB-A546-BD78630B7308}" type="presParOf" srcId="{AD53A4B1-01E7-41E8-9724-31F3910545A4}" destId="{9F05ACC2-8BD8-4522-B496-F06E9569780D}" srcOrd="7" destOrd="0" presId="urn:microsoft.com/office/officeart/2005/8/layout/orgChart1"/>
    <dgm:cxn modelId="{E3B1B024-EEB9-4620-AAD6-CAF27D35FF2D}" type="presParOf" srcId="{9F05ACC2-8BD8-4522-B496-F06E9569780D}" destId="{80172831-A856-40DF-8E6A-FA2A1CD86A42}" srcOrd="0" destOrd="0" presId="urn:microsoft.com/office/officeart/2005/8/layout/orgChart1"/>
    <dgm:cxn modelId="{82446A4D-AB60-412F-A502-86FE689D4208}" type="presParOf" srcId="{80172831-A856-40DF-8E6A-FA2A1CD86A42}" destId="{12382E63-69F7-4DB0-9B10-679FF053FBBE}" srcOrd="0" destOrd="0" presId="urn:microsoft.com/office/officeart/2005/8/layout/orgChart1"/>
    <dgm:cxn modelId="{2449C784-1715-4FAE-A4D8-7E6F9E68A7DA}" type="presParOf" srcId="{80172831-A856-40DF-8E6A-FA2A1CD86A42}" destId="{9DD48DE2-826A-4850-97E8-A3845368F50A}" srcOrd="1" destOrd="0" presId="urn:microsoft.com/office/officeart/2005/8/layout/orgChart1"/>
    <dgm:cxn modelId="{1AB6A04F-5336-446F-91A1-CAC1588ED575}" type="presParOf" srcId="{9F05ACC2-8BD8-4522-B496-F06E9569780D}" destId="{50086635-4627-42AD-8291-AE6FDBEA70F2}" srcOrd="1" destOrd="0" presId="urn:microsoft.com/office/officeart/2005/8/layout/orgChart1"/>
    <dgm:cxn modelId="{6B3AF133-6809-4B2C-B7FD-BDCA22EE8C11}" type="presParOf" srcId="{50086635-4627-42AD-8291-AE6FDBEA70F2}" destId="{34B913B5-A0F2-42D7-BADE-1F05C8CD66E4}" srcOrd="0" destOrd="0" presId="urn:microsoft.com/office/officeart/2005/8/layout/orgChart1"/>
    <dgm:cxn modelId="{B4D19DDB-E53B-42A9-8D78-6A6BEC9B5EA0}" type="presParOf" srcId="{50086635-4627-42AD-8291-AE6FDBEA70F2}" destId="{E4FD6275-F748-400D-8F1B-1446F45F7D9E}" srcOrd="1" destOrd="0" presId="urn:microsoft.com/office/officeart/2005/8/layout/orgChart1"/>
    <dgm:cxn modelId="{27D809B3-4025-44DE-AF19-718C2638806F}" type="presParOf" srcId="{E4FD6275-F748-400D-8F1B-1446F45F7D9E}" destId="{3045E87B-505B-48AB-B8A6-658537C8B857}" srcOrd="0" destOrd="0" presId="urn:microsoft.com/office/officeart/2005/8/layout/orgChart1"/>
    <dgm:cxn modelId="{DA8DA273-3EB4-4D61-847A-9DA04D1D3E4F}" type="presParOf" srcId="{3045E87B-505B-48AB-B8A6-658537C8B857}" destId="{5ACF7DA9-CFF3-40FA-A06D-C94FC76CFFFF}" srcOrd="0" destOrd="0" presId="urn:microsoft.com/office/officeart/2005/8/layout/orgChart1"/>
    <dgm:cxn modelId="{20B9E23B-D86D-449E-9F3F-9E6FADA12BA7}" type="presParOf" srcId="{3045E87B-505B-48AB-B8A6-658537C8B857}" destId="{98A0BF55-13D0-400B-9667-DA671C2B4806}" srcOrd="1" destOrd="0" presId="urn:microsoft.com/office/officeart/2005/8/layout/orgChart1"/>
    <dgm:cxn modelId="{DF15CFFE-7872-4D3B-A6DE-A60D2E32CF55}" type="presParOf" srcId="{E4FD6275-F748-400D-8F1B-1446F45F7D9E}" destId="{86868592-1C04-4BD1-AA7B-0ECFC2C6E940}" srcOrd="1" destOrd="0" presId="urn:microsoft.com/office/officeart/2005/8/layout/orgChart1"/>
    <dgm:cxn modelId="{E08BA1D7-9BAC-44C8-ACA8-D8B3A5131963}" type="presParOf" srcId="{E4FD6275-F748-400D-8F1B-1446F45F7D9E}" destId="{FC719BE7-A5B0-475E-B1A8-39F4CA0E2506}" srcOrd="2" destOrd="0" presId="urn:microsoft.com/office/officeart/2005/8/layout/orgChart1"/>
    <dgm:cxn modelId="{BF9E489F-7668-423E-A691-29F8D894ED5E}" type="presParOf" srcId="{50086635-4627-42AD-8291-AE6FDBEA70F2}" destId="{1146770C-9FEA-4880-A916-84A27C1415D4}" srcOrd="2" destOrd="0" presId="urn:microsoft.com/office/officeart/2005/8/layout/orgChart1"/>
    <dgm:cxn modelId="{64DA4815-63A6-43B1-80FD-70D96CFBCF0E}" type="presParOf" srcId="{50086635-4627-42AD-8291-AE6FDBEA70F2}" destId="{B3BEB6FF-C088-4B62-A040-55AF2D167341}" srcOrd="3" destOrd="0" presId="urn:microsoft.com/office/officeart/2005/8/layout/orgChart1"/>
    <dgm:cxn modelId="{529CCA4C-F806-44A0-9CE9-4F21F6ECDFF7}" type="presParOf" srcId="{B3BEB6FF-C088-4B62-A040-55AF2D167341}" destId="{EC9CC038-2A63-406B-9DB1-CBF1B1A853C6}" srcOrd="0" destOrd="0" presId="urn:microsoft.com/office/officeart/2005/8/layout/orgChart1"/>
    <dgm:cxn modelId="{10E4049C-2239-4CC7-9CF3-7EEE26C4219B}" type="presParOf" srcId="{EC9CC038-2A63-406B-9DB1-CBF1B1A853C6}" destId="{DCCC48B0-74F5-4C34-B16F-8431D404E31C}" srcOrd="0" destOrd="0" presId="urn:microsoft.com/office/officeart/2005/8/layout/orgChart1"/>
    <dgm:cxn modelId="{4288FA7C-309B-449D-BAB9-A1152B8B110F}" type="presParOf" srcId="{EC9CC038-2A63-406B-9DB1-CBF1B1A853C6}" destId="{C7DD3AE9-EF58-4290-981A-36434E578993}" srcOrd="1" destOrd="0" presId="urn:microsoft.com/office/officeart/2005/8/layout/orgChart1"/>
    <dgm:cxn modelId="{5424589B-32E6-42F7-8F1F-DD2F5DF6D843}" type="presParOf" srcId="{B3BEB6FF-C088-4B62-A040-55AF2D167341}" destId="{F4C14877-6467-4314-8F83-6B485F6D78F4}" srcOrd="1" destOrd="0" presId="urn:microsoft.com/office/officeart/2005/8/layout/orgChart1"/>
    <dgm:cxn modelId="{A4B14E12-AD33-497A-9888-29EF71A3C953}" type="presParOf" srcId="{B3BEB6FF-C088-4B62-A040-55AF2D167341}" destId="{80F6FFAE-7D8E-4977-A525-E22910F7322B}" srcOrd="2" destOrd="0" presId="urn:microsoft.com/office/officeart/2005/8/layout/orgChart1"/>
    <dgm:cxn modelId="{D2A82101-0F0D-4EF8-AD4B-E2308DC0ABA4}" type="presParOf" srcId="{50086635-4627-42AD-8291-AE6FDBEA70F2}" destId="{8BE6A198-0002-4902-8A28-E6609F8BD17F}" srcOrd="4" destOrd="0" presId="urn:microsoft.com/office/officeart/2005/8/layout/orgChart1"/>
    <dgm:cxn modelId="{88994417-372A-49F0-A9A0-4804502F6EA1}" type="presParOf" srcId="{50086635-4627-42AD-8291-AE6FDBEA70F2}" destId="{767F4845-DE37-4BFA-80FE-382C28A88DC8}" srcOrd="5" destOrd="0" presId="urn:microsoft.com/office/officeart/2005/8/layout/orgChart1"/>
    <dgm:cxn modelId="{3DFFCE87-9CB6-4569-828D-3BA8ACFD2F57}" type="presParOf" srcId="{767F4845-DE37-4BFA-80FE-382C28A88DC8}" destId="{112AE0B1-A40C-4B1C-90C8-FB9DEAE9ECE4}" srcOrd="0" destOrd="0" presId="urn:microsoft.com/office/officeart/2005/8/layout/orgChart1"/>
    <dgm:cxn modelId="{897187B6-A765-44BA-AA4A-1F4F221F86CF}" type="presParOf" srcId="{112AE0B1-A40C-4B1C-90C8-FB9DEAE9ECE4}" destId="{AEBE90FC-9C73-46AC-8912-83BB799077E8}" srcOrd="0" destOrd="0" presId="urn:microsoft.com/office/officeart/2005/8/layout/orgChart1"/>
    <dgm:cxn modelId="{2A6564FC-5FD9-4C59-B44B-2D591E03F264}" type="presParOf" srcId="{112AE0B1-A40C-4B1C-90C8-FB9DEAE9ECE4}" destId="{9B2BB6CC-B1C4-49AE-9860-8DB1BFBD5E7C}" srcOrd="1" destOrd="0" presId="urn:microsoft.com/office/officeart/2005/8/layout/orgChart1"/>
    <dgm:cxn modelId="{57998BAF-C020-4B0A-875E-726DC14828C1}" type="presParOf" srcId="{767F4845-DE37-4BFA-80FE-382C28A88DC8}" destId="{08E8AABD-C28C-4F9C-9420-2048AE668B5C}" srcOrd="1" destOrd="0" presId="urn:microsoft.com/office/officeart/2005/8/layout/orgChart1"/>
    <dgm:cxn modelId="{B13EDE88-B003-4E91-84F3-094679E8DFDA}" type="presParOf" srcId="{767F4845-DE37-4BFA-80FE-382C28A88DC8}" destId="{B334A44D-ADDC-4539-B87C-5BB21CD51DC3}" srcOrd="2" destOrd="0" presId="urn:microsoft.com/office/officeart/2005/8/layout/orgChart1"/>
    <dgm:cxn modelId="{C5CF0235-4DBA-4D9C-A3C2-10E6D9D9344E}" type="presParOf" srcId="{9F05ACC2-8BD8-4522-B496-F06E9569780D}" destId="{2425FDD7-8308-4C30-ABB9-AFE7A7C8D44B}"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0E23B0-F442-4400-B6AF-B60AAF5EACF0}">
      <dsp:nvSpPr>
        <dsp:cNvPr id="0" name=""/>
        <dsp:cNvSpPr/>
      </dsp:nvSpPr>
      <dsp:spPr>
        <a:xfrm>
          <a:off x="7443984" y="1337908"/>
          <a:ext cx="161644" cy="495710"/>
        </a:xfrm>
        <a:custGeom>
          <a:avLst/>
          <a:gdLst/>
          <a:ahLst/>
          <a:cxnLst/>
          <a:rect l="0" t="0" r="0" b="0"/>
          <a:pathLst>
            <a:path>
              <a:moveTo>
                <a:pt x="0" y="0"/>
              </a:moveTo>
              <a:lnTo>
                <a:pt x="0" y="495710"/>
              </a:lnTo>
              <a:lnTo>
                <a:pt x="161644" y="4957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450436-20FF-4107-9A60-59BC15424C48}">
      <dsp:nvSpPr>
        <dsp:cNvPr id="0" name=""/>
        <dsp:cNvSpPr/>
      </dsp:nvSpPr>
      <dsp:spPr>
        <a:xfrm>
          <a:off x="4208696" y="572789"/>
          <a:ext cx="3666340" cy="226302"/>
        </a:xfrm>
        <a:custGeom>
          <a:avLst/>
          <a:gdLst/>
          <a:ahLst/>
          <a:cxnLst/>
          <a:rect l="0" t="0" r="0" b="0"/>
          <a:pathLst>
            <a:path>
              <a:moveTo>
                <a:pt x="0" y="0"/>
              </a:moveTo>
              <a:lnTo>
                <a:pt x="0" y="113151"/>
              </a:lnTo>
              <a:lnTo>
                <a:pt x="3666340" y="113151"/>
              </a:lnTo>
              <a:lnTo>
                <a:pt x="3666340"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DEB870-7AA8-44F9-8F91-E6FADEC8F33A}">
      <dsp:nvSpPr>
        <dsp:cNvPr id="0" name=""/>
        <dsp:cNvSpPr/>
      </dsp:nvSpPr>
      <dsp:spPr>
        <a:xfrm>
          <a:off x="5663737" y="1337908"/>
          <a:ext cx="241030" cy="3556185"/>
        </a:xfrm>
        <a:custGeom>
          <a:avLst/>
          <a:gdLst/>
          <a:ahLst/>
          <a:cxnLst/>
          <a:rect l="0" t="0" r="0" b="0"/>
          <a:pathLst>
            <a:path>
              <a:moveTo>
                <a:pt x="0" y="0"/>
              </a:moveTo>
              <a:lnTo>
                <a:pt x="0" y="3556185"/>
              </a:lnTo>
              <a:lnTo>
                <a:pt x="241030" y="35561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5AE52-A61F-4C7C-A234-52656783204F}">
      <dsp:nvSpPr>
        <dsp:cNvPr id="0" name=""/>
        <dsp:cNvSpPr/>
      </dsp:nvSpPr>
      <dsp:spPr>
        <a:xfrm>
          <a:off x="5663737" y="1337908"/>
          <a:ext cx="241030" cy="2791066"/>
        </a:xfrm>
        <a:custGeom>
          <a:avLst/>
          <a:gdLst/>
          <a:ahLst/>
          <a:cxnLst/>
          <a:rect l="0" t="0" r="0" b="0"/>
          <a:pathLst>
            <a:path>
              <a:moveTo>
                <a:pt x="0" y="0"/>
              </a:moveTo>
              <a:lnTo>
                <a:pt x="0" y="2791066"/>
              </a:lnTo>
              <a:lnTo>
                <a:pt x="241030" y="27910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03C03E-570C-4E7D-9C92-0AC3EA643FF1}">
      <dsp:nvSpPr>
        <dsp:cNvPr id="0" name=""/>
        <dsp:cNvSpPr/>
      </dsp:nvSpPr>
      <dsp:spPr>
        <a:xfrm>
          <a:off x="5663737" y="1337908"/>
          <a:ext cx="241030" cy="2025947"/>
        </a:xfrm>
        <a:custGeom>
          <a:avLst/>
          <a:gdLst/>
          <a:ahLst/>
          <a:cxnLst/>
          <a:rect l="0" t="0" r="0" b="0"/>
          <a:pathLst>
            <a:path>
              <a:moveTo>
                <a:pt x="0" y="0"/>
              </a:moveTo>
              <a:lnTo>
                <a:pt x="0" y="2025947"/>
              </a:lnTo>
              <a:lnTo>
                <a:pt x="241030" y="202594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14F421-3EDC-473C-AA0A-5D676BB69F45}">
      <dsp:nvSpPr>
        <dsp:cNvPr id="0" name=""/>
        <dsp:cNvSpPr/>
      </dsp:nvSpPr>
      <dsp:spPr>
        <a:xfrm>
          <a:off x="5663737" y="1337908"/>
          <a:ext cx="241030" cy="1260829"/>
        </a:xfrm>
        <a:custGeom>
          <a:avLst/>
          <a:gdLst/>
          <a:ahLst/>
          <a:cxnLst/>
          <a:rect l="0" t="0" r="0" b="0"/>
          <a:pathLst>
            <a:path>
              <a:moveTo>
                <a:pt x="0" y="0"/>
              </a:moveTo>
              <a:lnTo>
                <a:pt x="0" y="1260829"/>
              </a:lnTo>
              <a:lnTo>
                <a:pt x="241030" y="12608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679957-7E3B-4BD6-B48E-5D4D6DCC99DC}">
      <dsp:nvSpPr>
        <dsp:cNvPr id="0" name=""/>
        <dsp:cNvSpPr/>
      </dsp:nvSpPr>
      <dsp:spPr>
        <a:xfrm>
          <a:off x="5663737" y="1337908"/>
          <a:ext cx="241030" cy="495710"/>
        </a:xfrm>
        <a:custGeom>
          <a:avLst/>
          <a:gdLst/>
          <a:ahLst/>
          <a:cxnLst/>
          <a:rect l="0" t="0" r="0" b="0"/>
          <a:pathLst>
            <a:path>
              <a:moveTo>
                <a:pt x="0" y="0"/>
              </a:moveTo>
              <a:lnTo>
                <a:pt x="0" y="495710"/>
              </a:lnTo>
              <a:lnTo>
                <a:pt x="241030" y="4957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208696" y="572789"/>
          <a:ext cx="2097788" cy="226302"/>
        </a:xfrm>
        <a:custGeom>
          <a:avLst/>
          <a:gdLst/>
          <a:ahLst/>
          <a:cxnLst/>
          <a:rect l="0" t="0" r="0" b="0"/>
          <a:pathLst>
            <a:path>
              <a:moveTo>
                <a:pt x="0" y="0"/>
              </a:moveTo>
              <a:lnTo>
                <a:pt x="0" y="113151"/>
              </a:lnTo>
              <a:lnTo>
                <a:pt x="2097788" y="113151"/>
              </a:lnTo>
              <a:lnTo>
                <a:pt x="2097788"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208696" y="572789"/>
          <a:ext cx="264617" cy="226302"/>
        </a:xfrm>
        <a:custGeom>
          <a:avLst/>
          <a:gdLst/>
          <a:ahLst/>
          <a:cxnLst/>
          <a:rect l="0" t="0" r="0" b="0"/>
          <a:pathLst>
            <a:path>
              <a:moveTo>
                <a:pt x="0" y="0"/>
              </a:moveTo>
              <a:lnTo>
                <a:pt x="0" y="113151"/>
              </a:lnTo>
              <a:lnTo>
                <a:pt x="264617" y="113151"/>
              </a:lnTo>
              <a:lnTo>
                <a:pt x="264617"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640143" y="572789"/>
          <a:ext cx="1568552" cy="226302"/>
        </a:xfrm>
        <a:custGeom>
          <a:avLst/>
          <a:gdLst/>
          <a:ahLst/>
          <a:cxnLst/>
          <a:rect l="0" t="0" r="0" b="0"/>
          <a:pathLst>
            <a:path>
              <a:moveTo>
                <a:pt x="1568552" y="0"/>
              </a:moveTo>
              <a:lnTo>
                <a:pt x="1568552" y="113151"/>
              </a:lnTo>
              <a:lnTo>
                <a:pt x="0" y="113151"/>
              </a:lnTo>
              <a:lnTo>
                <a:pt x="0"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164226" y="1337908"/>
          <a:ext cx="241030" cy="1260829"/>
        </a:xfrm>
        <a:custGeom>
          <a:avLst/>
          <a:gdLst/>
          <a:ahLst/>
          <a:cxnLst/>
          <a:rect l="0" t="0" r="0" b="0"/>
          <a:pathLst>
            <a:path>
              <a:moveTo>
                <a:pt x="0" y="0"/>
              </a:moveTo>
              <a:lnTo>
                <a:pt x="0" y="1260829"/>
              </a:lnTo>
              <a:lnTo>
                <a:pt x="241030" y="12608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64226" y="1337908"/>
          <a:ext cx="241030" cy="495710"/>
        </a:xfrm>
        <a:custGeom>
          <a:avLst/>
          <a:gdLst/>
          <a:ahLst/>
          <a:cxnLst/>
          <a:rect l="0" t="0" r="0" b="0"/>
          <a:pathLst>
            <a:path>
              <a:moveTo>
                <a:pt x="0" y="0"/>
              </a:moveTo>
              <a:lnTo>
                <a:pt x="0" y="495710"/>
              </a:lnTo>
              <a:lnTo>
                <a:pt x="241030" y="4957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806973" y="572789"/>
          <a:ext cx="3401722" cy="226302"/>
        </a:xfrm>
        <a:custGeom>
          <a:avLst/>
          <a:gdLst/>
          <a:ahLst/>
          <a:cxnLst/>
          <a:rect l="0" t="0" r="0" b="0"/>
          <a:pathLst>
            <a:path>
              <a:moveTo>
                <a:pt x="3401722" y="0"/>
              </a:moveTo>
              <a:lnTo>
                <a:pt x="3401722" y="113151"/>
              </a:lnTo>
              <a:lnTo>
                <a:pt x="0" y="113151"/>
              </a:lnTo>
              <a:lnTo>
                <a:pt x="0" y="226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014819" y="33973"/>
          <a:ext cx="2387752" cy="538815"/>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6: Finding the voice of the user.</a:t>
          </a:r>
        </a:p>
      </dsp:txBody>
      <dsp:txXfrm>
        <a:off x="3014819" y="33973"/>
        <a:ext cx="2387752" cy="538815"/>
      </dsp:txXfrm>
    </dsp:sp>
    <dsp:sp modelId="{C9422C4E-2B02-4D33-A16B-EF7B187ECAB7}">
      <dsp:nvSpPr>
        <dsp:cNvPr id="0" name=""/>
        <dsp:cNvSpPr/>
      </dsp:nvSpPr>
      <dsp:spPr>
        <a:xfrm>
          <a:off x="3539" y="799092"/>
          <a:ext cx="1606867"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User classes</a:t>
          </a:r>
        </a:p>
      </dsp:txBody>
      <dsp:txXfrm>
        <a:off x="3539" y="799092"/>
        <a:ext cx="1606867" cy="538815"/>
      </dsp:txXfrm>
    </dsp:sp>
    <dsp:sp modelId="{ED8B7DF3-7C68-4E1C-A743-283531BE19BD}">
      <dsp:nvSpPr>
        <dsp:cNvPr id="0" name=""/>
        <dsp:cNvSpPr/>
      </dsp:nvSpPr>
      <dsp:spPr>
        <a:xfrm>
          <a:off x="405256" y="1564210"/>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Classifying users</a:t>
          </a:r>
        </a:p>
      </dsp:txBody>
      <dsp:txXfrm>
        <a:off x="405256" y="1564210"/>
        <a:ext cx="1077631" cy="538815"/>
      </dsp:txXfrm>
    </dsp:sp>
    <dsp:sp modelId="{31C29986-52F5-42D4-A9FC-3B32B3F35DB2}">
      <dsp:nvSpPr>
        <dsp:cNvPr id="0" name=""/>
        <dsp:cNvSpPr/>
      </dsp:nvSpPr>
      <dsp:spPr>
        <a:xfrm>
          <a:off x="405256" y="2329329"/>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Identifying  user classes for your project</a:t>
          </a:r>
        </a:p>
      </dsp:txBody>
      <dsp:txXfrm>
        <a:off x="405256" y="2329329"/>
        <a:ext cx="1077631" cy="538815"/>
      </dsp:txXfrm>
    </dsp:sp>
    <dsp:sp modelId="{02B28F85-DE51-42FF-859E-1DD3A478F426}">
      <dsp:nvSpPr>
        <dsp:cNvPr id="0" name=""/>
        <dsp:cNvSpPr/>
      </dsp:nvSpPr>
      <dsp:spPr>
        <a:xfrm>
          <a:off x="1836709" y="799092"/>
          <a:ext cx="1606867"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User personas</a:t>
          </a:r>
        </a:p>
      </dsp:txBody>
      <dsp:txXfrm>
        <a:off x="1836709" y="799092"/>
        <a:ext cx="1606867" cy="538815"/>
      </dsp:txXfrm>
    </dsp:sp>
    <dsp:sp modelId="{03758FE5-334A-46EC-AD76-4289659832B6}">
      <dsp:nvSpPr>
        <dsp:cNvPr id="0" name=""/>
        <dsp:cNvSpPr/>
      </dsp:nvSpPr>
      <dsp:spPr>
        <a:xfrm>
          <a:off x="3669880" y="799092"/>
          <a:ext cx="1606867"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Connecting with user representatives</a:t>
          </a:r>
        </a:p>
      </dsp:txBody>
      <dsp:txXfrm>
        <a:off x="3669880" y="799092"/>
        <a:ext cx="1606867" cy="538815"/>
      </dsp:txXfrm>
    </dsp:sp>
    <dsp:sp modelId="{E2CE8193-46AF-44C0-B4A1-4402C2A6388E}">
      <dsp:nvSpPr>
        <dsp:cNvPr id="0" name=""/>
        <dsp:cNvSpPr/>
      </dsp:nvSpPr>
      <dsp:spPr>
        <a:xfrm>
          <a:off x="5503050" y="799092"/>
          <a:ext cx="1606867"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Product champion</a:t>
          </a:r>
        </a:p>
      </dsp:txBody>
      <dsp:txXfrm>
        <a:off x="5503050" y="799092"/>
        <a:ext cx="1606867" cy="538815"/>
      </dsp:txXfrm>
    </dsp:sp>
    <dsp:sp modelId="{4D245AAB-B59E-4A71-9078-92C96B68BEDE}">
      <dsp:nvSpPr>
        <dsp:cNvPr id="0" name=""/>
        <dsp:cNvSpPr/>
      </dsp:nvSpPr>
      <dsp:spPr>
        <a:xfrm>
          <a:off x="5904767" y="1564210"/>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Product champion’s tasks</a:t>
          </a:r>
        </a:p>
      </dsp:txBody>
      <dsp:txXfrm>
        <a:off x="5904767" y="1564210"/>
        <a:ext cx="1077631" cy="538815"/>
      </dsp:txXfrm>
    </dsp:sp>
    <dsp:sp modelId="{B751704E-3EDE-42D5-B9B8-51585ED1653A}">
      <dsp:nvSpPr>
        <dsp:cNvPr id="0" name=""/>
        <dsp:cNvSpPr/>
      </dsp:nvSpPr>
      <dsp:spPr>
        <a:xfrm>
          <a:off x="5904767" y="2329329"/>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External product champion</a:t>
          </a:r>
        </a:p>
      </dsp:txBody>
      <dsp:txXfrm>
        <a:off x="5904767" y="2329329"/>
        <a:ext cx="1077631" cy="538815"/>
      </dsp:txXfrm>
    </dsp:sp>
    <dsp:sp modelId="{B059F08C-E0A3-4F62-A09D-4451BB99F9FB}">
      <dsp:nvSpPr>
        <dsp:cNvPr id="0" name=""/>
        <dsp:cNvSpPr/>
      </dsp:nvSpPr>
      <dsp:spPr>
        <a:xfrm>
          <a:off x="5904767" y="3094448"/>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Product champion expectations</a:t>
          </a:r>
        </a:p>
      </dsp:txBody>
      <dsp:txXfrm>
        <a:off x="5904767" y="3094448"/>
        <a:ext cx="1077631" cy="538815"/>
      </dsp:txXfrm>
    </dsp:sp>
    <dsp:sp modelId="{69C599BA-DE2A-47CB-BD25-E414CFC0172E}">
      <dsp:nvSpPr>
        <dsp:cNvPr id="0" name=""/>
        <dsp:cNvSpPr/>
      </dsp:nvSpPr>
      <dsp:spPr>
        <a:xfrm>
          <a:off x="5904767" y="3859566"/>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Multiple product champions</a:t>
          </a:r>
        </a:p>
      </dsp:txBody>
      <dsp:txXfrm>
        <a:off x="5904767" y="3859566"/>
        <a:ext cx="1077631" cy="538815"/>
      </dsp:txXfrm>
    </dsp:sp>
    <dsp:sp modelId="{0A13B8F0-6F9A-41CC-9AB2-4A2B2353D519}">
      <dsp:nvSpPr>
        <dsp:cNvPr id="0" name=""/>
        <dsp:cNvSpPr/>
      </dsp:nvSpPr>
      <dsp:spPr>
        <a:xfrm>
          <a:off x="5904767" y="4624685"/>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Product champion traps</a:t>
          </a:r>
        </a:p>
      </dsp:txBody>
      <dsp:txXfrm>
        <a:off x="5904767" y="4624685"/>
        <a:ext cx="1077631" cy="538815"/>
      </dsp:txXfrm>
    </dsp:sp>
    <dsp:sp modelId="{602F66FB-1991-41A4-AB11-A85608B0FF68}">
      <dsp:nvSpPr>
        <dsp:cNvPr id="0" name=""/>
        <dsp:cNvSpPr/>
      </dsp:nvSpPr>
      <dsp:spPr>
        <a:xfrm>
          <a:off x="7336220" y="799092"/>
          <a:ext cx="1077631" cy="5388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Agile projects</a:t>
          </a:r>
        </a:p>
      </dsp:txBody>
      <dsp:txXfrm>
        <a:off x="7336220" y="799092"/>
        <a:ext cx="1077631" cy="538815"/>
      </dsp:txXfrm>
    </dsp:sp>
    <dsp:sp modelId="{124F2EB0-C80E-4409-BCE2-3494102F8F91}">
      <dsp:nvSpPr>
        <dsp:cNvPr id="0" name=""/>
        <dsp:cNvSpPr/>
      </dsp:nvSpPr>
      <dsp:spPr>
        <a:xfrm>
          <a:off x="7605628" y="1564210"/>
          <a:ext cx="1077631" cy="5388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Product owner</a:t>
          </a:r>
        </a:p>
      </dsp:txBody>
      <dsp:txXfrm>
        <a:off x="7605628" y="1564210"/>
        <a:ext cx="1077631" cy="5388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E6A198-0002-4902-8A28-E6609F8BD17F}">
      <dsp:nvSpPr>
        <dsp:cNvPr id="0" name=""/>
        <dsp:cNvSpPr/>
      </dsp:nvSpPr>
      <dsp:spPr>
        <a:xfrm>
          <a:off x="5655099" y="1151423"/>
          <a:ext cx="293139" cy="1784229"/>
        </a:xfrm>
        <a:custGeom>
          <a:avLst/>
          <a:gdLst/>
          <a:ahLst/>
          <a:cxnLst/>
          <a:rect l="0" t="0" r="0" b="0"/>
          <a:pathLst>
            <a:path>
              <a:moveTo>
                <a:pt x="0" y="0"/>
              </a:moveTo>
              <a:lnTo>
                <a:pt x="0" y="1784229"/>
              </a:lnTo>
              <a:lnTo>
                <a:pt x="293139"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46770C-9FEA-4880-A916-84A27C1415D4}">
      <dsp:nvSpPr>
        <dsp:cNvPr id="0" name=""/>
        <dsp:cNvSpPr/>
      </dsp:nvSpPr>
      <dsp:spPr>
        <a:xfrm>
          <a:off x="5655099" y="1151423"/>
          <a:ext cx="293139" cy="1110398"/>
        </a:xfrm>
        <a:custGeom>
          <a:avLst/>
          <a:gdLst/>
          <a:ahLst/>
          <a:cxnLst/>
          <a:rect l="0" t="0" r="0" b="0"/>
          <a:pathLst>
            <a:path>
              <a:moveTo>
                <a:pt x="0" y="0"/>
              </a:moveTo>
              <a:lnTo>
                <a:pt x="0" y="1110398"/>
              </a:lnTo>
              <a:lnTo>
                <a:pt x="293139"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B913B5-A0F2-42D7-BADE-1F05C8CD66E4}">
      <dsp:nvSpPr>
        <dsp:cNvPr id="0" name=""/>
        <dsp:cNvSpPr/>
      </dsp:nvSpPr>
      <dsp:spPr>
        <a:xfrm>
          <a:off x="5655099" y="1151423"/>
          <a:ext cx="293139" cy="436566"/>
        </a:xfrm>
        <a:custGeom>
          <a:avLst/>
          <a:gdLst/>
          <a:ahLst/>
          <a:cxnLst/>
          <a:rect l="0" t="0" r="0" b="0"/>
          <a:pathLst>
            <a:path>
              <a:moveTo>
                <a:pt x="0" y="0"/>
              </a:moveTo>
              <a:lnTo>
                <a:pt x="0" y="436566"/>
              </a:lnTo>
              <a:lnTo>
                <a:pt x="293139"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50F8F3-C2F9-427C-AB94-5DD32B31EEB1}">
      <dsp:nvSpPr>
        <dsp:cNvPr id="0" name=""/>
        <dsp:cNvSpPr/>
      </dsp:nvSpPr>
      <dsp:spPr>
        <a:xfrm>
          <a:off x="4015125" y="477592"/>
          <a:ext cx="2421678" cy="199302"/>
        </a:xfrm>
        <a:custGeom>
          <a:avLst/>
          <a:gdLst/>
          <a:ahLst/>
          <a:cxnLst/>
          <a:rect l="0" t="0" r="0" b="0"/>
          <a:pathLst>
            <a:path>
              <a:moveTo>
                <a:pt x="0" y="0"/>
              </a:moveTo>
              <a:lnTo>
                <a:pt x="0" y="99651"/>
              </a:lnTo>
              <a:lnTo>
                <a:pt x="2421678" y="99651"/>
              </a:lnTo>
              <a:lnTo>
                <a:pt x="2421678"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EC33C0-FF6B-4B64-B619-9763AD02E7A0}">
      <dsp:nvSpPr>
        <dsp:cNvPr id="0" name=""/>
        <dsp:cNvSpPr/>
      </dsp:nvSpPr>
      <dsp:spPr>
        <a:xfrm>
          <a:off x="3777344" y="1124527"/>
          <a:ext cx="421663" cy="3832620"/>
        </a:xfrm>
        <a:custGeom>
          <a:avLst/>
          <a:gdLst/>
          <a:ahLst/>
          <a:cxnLst/>
          <a:rect l="0" t="0" r="0" b="0"/>
          <a:pathLst>
            <a:path>
              <a:moveTo>
                <a:pt x="0" y="0"/>
              </a:moveTo>
              <a:lnTo>
                <a:pt x="0" y="3832620"/>
              </a:lnTo>
              <a:lnTo>
                <a:pt x="421663" y="38326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70A5C0-8C6B-42DA-8585-E605207FB3C9}">
      <dsp:nvSpPr>
        <dsp:cNvPr id="0" name=""/>
        <dsp:cNvSpPr/>
      </dsp:nvSpPr>
      <dsp:spPr>
        <a:xfrm>
          <a:off x="3777344" y="1124527"/>
          <a:ext cx="421663" cy="3158788"/>
        </a:xfrm>
        <a:custGeom>
          <a:avLst/>
          <a:gdLst/>
          <a:ahLst/>
          <a:cxnLst/>
          <a:rect l="0" t="0" r="0" b="0"/>
          <a:pathLst>
            <a:path>
              <a:moveTo>
                <a:pt x="0" y="0"/>
              </a:moveTo>
              <a:lnTo>
                <a:pt x="0" y="3158788"/>
              </a:lnTo>
              <a:lnTo>
                <a:pt x="421663" y="31587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04AEF2-38A6-4D13-9562-4FE0E603EC40}">
      <dsp:nvSpPr>
        <dsp:cNvPr id="0" name=""/>
        <dsp:cNvSpPr/>
      </dsp:nvSpPr>
      <dsp:spPr>
        <a:xfrm>
          <a:off x="3777344" y="1124527"/>
          <a:ext cx="421663" cy="2484957"/>
        </a:xfrm>
        <a:custGeom>
          <a:avLst/>
          <a:gdLst/>
          <a:ahLst/>
          <a:cxnLst/>
          <a:rect l="0" t="0" r="0" b="0"/>
          <a:pathLst>
            <a:path>
              <a:moveTo>
                <a:pt x="0" y="0"/>
              </a:moveTo>
              <a:lnTo>
                <a:pt x="0" y="2484957"/>
              </a:lnTo>
              <a:lnTo>
                <a:pt x="421663" y="248495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03C03E-570C-4E7D-9C92-0AC3EA643FF1}">
      <dsp:nvSpPr>
        <dsp:cNvPr id="0" name=""/>
        <dsp:cNvSpPr/>
      </dsp:nvSpPr>
      <dsp:spPr>
        <a:xfrm>
          <a:off x="3777344" y="1124527"/>
          <a:ext cx="421663" cy="1811126"/>
        </a:xfrm>
        <a:custGeom>
          <a:avLst/>
          <a:gdLst/>
          <a:ahLst/>
          <a:cxnLst/>
          <a:rect l="0" t="0" r="0" b="0"/>
          <a:pathLst>
            <a:path>
              <a:moveTo>
                <a:pt x="0" y="0"/>
              </a:moveTo>
              <a:lnTo>
                <a:pt x="0" y="1811126"/>
              </a:lnTo>
              <a:lnTo>
                <a:pt x="421663" y="18111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14F421-3EDC-473C-AA0A-5D676BB69F45}">
      <dsp:nvSpPr>
        <dsp:cNvPr id="0" name=""/>
        <dsp:cNvSpPr/>
      </dsp:nvSpPr>
      <dsp:spPr>
        <a:xfrm>
          <a:off x="3777344" y="1124527"/>
          <a:ext cx="421663" cy="1137294"/>
        </a:xfrm>
        <a:custGeom>
          <a:avLst/>
          <a:gdLst/>
          <a:ahLst/>
          <a:cxnLst/>
          <a:rect l="0" t="0" r="0" b="0"/>
          <a:pathLst>
            <a:path>
              <a:moveTo>
                <a:pt x="0" y="0"/>
              </a:moveTo>
              <a:lnTo>
                <a:pt x="0" y="1137294"/>
              </a:lnTo>
              <a:lnTo>
                <a:pt x="421663" y="113729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679957-7E3B-4BD6-B48E-5D4D6DCC99DC}">
      <dsp:nvSpPr>
        <dsp:cNvPr id="0" name=""/>
        <dsp:cNvSpPr/>
      </dsp:nvSpPr>
      <dsp:spPr>
        <a:xfrm>
          <a:off x="3777344" y="1124527"/>
          <a:ext cx="421663" cy="463463"/>
        </a:xfrm>
        <a:custGeom>
          <a:avLst/>
          <a:gdLst/>
          <a:ahLst/>
          <a:cxnLst/>
          <a:rect l="0" t="0" r="0" b="0"/>
          <a:pathLst>
            <a:path>
              <a:moveTo>
                <a:pt x="0" y="0"/>
              </a:moveTo>
              <a:lnTo>
                <a:pt x="0" y="463463"/>
              </a:lnTo>
              <a:lnTo>
                <a:pt x="421663" y="46346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015125" y="477592"/>
          <a:ext cx="328279" cy="172405"/>
        </a:xfrm>
        <a:custGeom>
          <a:avLst/>
          <a:gdLst/>
          <a:ahLst/>
          <a:cxnLst/>
          <a:rect l="0" t="0" r="0" b="0"/>
          <a:pathLst>
            <a:path>
              <a:moveTo>
                <a:pt x="0" y="0"/>
              </a:moveTo>
              <a:lnTo>
                <a:pt x="0" y="72754"/>
              </a:lnTo>
              <a:lnTo>
                <a:pt x="328279" y="72754"/>
              </a:lnTo>
              <a:lnTo>
                <a:pt x="328279" y="17240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FAE87E-12FA-4A7E-9D3F-3AFCE60315A4}">
      <dsp:nvSpPr>
        <dsp:cNvPr id="0" name=""/>
        <dsp:cNvSpPr/>
      </dsp:nvSpPr>
      <dsp:spPr>
        <a:xfrm>
          <a:off x="2372282" y="1151423"/>
          <a:ext cx="212272" cy="1784229"/>
        </a:xfrm>
        <a:custGeom>
          <a:avLst/>
          <a:gdLst/>
          <a:ahLst/>
          <a:cxnLst/>
          <a:rect l="0" t="0" r="0" b="0"/>
          <a:pathLst>
            <a:path>
              <a:moveTo>
                <a:pt x="0" y="0"/>
              </a:moveTo>
              <a:lnTo>
                <a:pt x="0" y="1784229"/>
              </a:lnTo>
              <a:lnTo>
                <a:pt x="212272"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91E697-DEB2-442F-BDF2-5A9697934126}">
      <dsp:nvSpPr>
        <dsp:cNvPr id="0" name=""/>
        <dsp:cNvSpPr/>
      </dsp:nvSpPr>
      <dsp:spPr>
        <a:xfrm>
          <a:off x="2372282"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FBFB4-78A4-4B16-AD3A-61E896716A3C}">
      <dsp:nvSpPr>
        <dsp:cNvPr id="0" name=""/>
        <dsp:cNvSpPr/>
      </dsp:nvSpPr>
      <dsp:spPr>
        <a:xfrm>
          <a:off x="2372282"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938342" y="477592"/>
          <a:ext cx="1076782" cy="199302"/>
        </a:xfrm>
        <a:custGeom>
          <a:avLst/>
          <a:gdLst/>
          <a:ahLst/>
          <a:cxnLst/>
          <a:rect l="0" t="0" r="0" b="0"/>
          <a:pathLst>
            <a:path>
              <a:moveTo>
                <a:pt x="1076782" y="0"/>
              </a:moveTo>
              <a:lnTo>
                <a:pt x="1076782" y="99651"/>
              </a:lnTo>
              <a:lnTo>
                <a:pt x="0" y="99651"/>
              </a:lnTo>
              <a:lnTo>
                <a:pt x="0"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A6FBF6-CD95-40DE-8CF4-D0B50E0D9D69}">
      <dsp:nvSpPr>
        <dsp:cNvPr id="0" name=""/>
        <dsp:cNvSpPr/>
      </dsp:nvSpPr>
      <dsp:spPr>
        <a:xfrm>
          <a:off x="757830" y="1151423"/>
          <a:ext cx="212272" cy="3805723"/>
        </a:xfrm>
        <a:custGeom>
          <a:avLst/>
          <a:gdLst/>
          <a:ahLst/>
          <a:cxnLst/>
          <a:rect l="0" t="0" r="0" b="0"/>
          <a:pathLst>
            <a:path>
              <a:moveTo>
                <a:pt x="0" y="0"/>
              </a:moveTo>
              <a:lnTo>
                <a:pt x="0" y="3805723"/>
              </a:lnTo>
              <a:lnTo>
                <a:pt x="212272" y="38057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58E586-DB92-492E-9D54-5B1732DFF307}">
      <dsp:nvSpPr>
        <dsp:cNvPr id="0" name=""/>
        <dsp:cNvSpPr/>
      </dsp:nvSpPr>
      <dsp:spPr>
        <a:xfrm>
          <a:off x="757830" y="1151423"/>
          <a:ext cx="212272" cy="3131892"/>
        </a:xfrm>
        <a:custGeom>
          <a:avLst/>
          <a:gdLst/>
          <a:ahLst/>
          <a:cxnLst/>
          <a:rect l="0" t="0" r="0" b="0"/>
          <a:pathLst>
            <a:path>
              <a:moveTo>
                <a:pt x="0" y="0"/>
              </a:moveTo>
              <a:lnTo>
                <a:pt x="0" y="3131892"/>
              </a:lnTo>
              <a:lnTo>
                <a:pt x="212272" y="313189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F23C0CE-9B5D-413A-AF74-038AF7033DAC}">
      <dsp:nvSpPr>
        <dsp:cNvPr id="0" name=""/>
        <dsp:cNvSpPr/>
      </dsp:nvSpPr>
      <dsp:spPr>
        <a:xfrm>
          <a:off x="757830" y="1151423"/>
          <a:ext cx="212272" cy="2458061"/>
        </a:xfrm>
        <a:custGeom>
          <a:avLst/>
          <a:gdLst/>
          <a:ahLst/>
          <a:cxnLst/>
          <a:rect l="0" t="0" r="0" b="0"/>
          <a:pathLst>
            <a:path>
              <a:moveTo>
                <a:pt x="0" y="0"/>
              </a:moveTo>
              <a:lnTo>
                <a:pt x="0" y="2458061"/>
              </a:lnTo>
              <a:lnTo>
                <a:pt x="212272" y="24580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F0E9FE-CFC8-4EE0-9496-6BEA42EF318B}">
      <dsp:nvSpPr>
        <dsp:cNvPr id="0" name=""/>
        <dsp:cNvSpPr/>
      </dsp:nvSpPr>
      <dsp:spPr>
        <a:xfrm>
          <a:off x="757830" y="1151423"/>
          <a:ext cx="212272" cy="1784229"/>
        </a:xfrm>
        <a:custGeom>
          <a:avLst/>
          <a:gdLst/>
          <a:ahLst/>
          <a:cxnLst/>
          <a:rect l="0" t="0" r="0" b="0"/>
          <a:pathLst>
            <a:path>
              <a:moveTo>
                <a:pt x="0" y="0"/>
              </a:moveTo>
              <a:lnTo>
                <a:pt x="0" y="1784229"/>
              </a:lnTo>
              <a:lnTo>
                <a:pt x="212272"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757830"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757830"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323890" y="477592"/>
          <a:ext cx="2691235" cy="199302"/>
        </a:xfrm>
        <a:custGeom>
          <a:avLst/>
          <a:gdLst/>
          <a:ahLst/>
          <a:cxnLst/>
          <a:rect l="0" t="0" r="0" b="0"/>
          <a:pathLst>
            <a:path>
              <a:moveTo>
                <a:pt x="2691235" y="0"/>
              </a:moveTo>
              <a:lnTo>
                <a:pt x="2691235" y="99651"/>
              </a:lnTo>
              <a:lnTo>
                <a:pt x="0" y="99651"/>
              </a:lnTo>
              <a:lnTo>
                <a:pt x="0"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963692" y="3062"/>
          <a:ext cx="2102866" cy="474529"/>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6: Requirements elicitation.</a:t>
          </a:r>
        </a:p>
      </dsp:txBody>
      <dsp:txXfrm>
        <a:off x="2963692" y="3062"/>
        <a:ext cx="2102866" cy="474529"/>
      </dsp:txXfrm>
    </dsp:sp>
    <dsp:sp modelId="{C9422C4E-2B02-4D33-A16B-EF7B187ECAB7}">
      <dsp:nvSpPr>
        <dsp:cNvPr id="0" name=""/>
        <dsp:cNvSpPr/>
      </dsp:nvSpPr>
      <dsp:spPr>
        <a:xfrm>
          <a:off x="616314"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Req. Elicitation Techniques</a:t>
          </a:r>
        </a:p>
      </dsp:txBody>
      <dsp:txXfrm>
        <a:off x="616314" y="676894"/>
        <a:ext cx="1415150" cy="474529"/>
      </dsp:txXfrm>
    </dsp:sp>
    <dsp:sp modelId="{ED8B7DF3-7C68-4E1C-A743-283531BE19BD}">
      <dsp:nvSpPr>
        <dsp:cNvPr id="0" name=""/>
        <dsp:cNvSpPr/>
      </dsp:nvSpPr>
      <dsp:spPr>
        <a:xfrm>
          <a:off x="970102" y="1350725"/>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Interview</a:t>
          </a:r>
        </a:p>
      </dsp:txBody>
      <dsp:txXfrm>
        <a:off x="970102" y="1350725"/>
        <a:ext cx="949058" cy="474529"/>
      </dsp:txXfrm>
    </dsp:sp>
    <dsp:sp modelId="{31C29986-52F5-42D4-A9FC-3B32B3F35DB2}">
      <dsp:nvSpPr>
        <dsp:cNvPr id="0" name=""/>
        <dsp:cNvSpPr/>
      </dsp:nvSpPr>
      <dsp:spPr>
        <a:xfrm>
          <a:off x="970102" y="2024557"/>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Workshop</a:t>
          </a:r>
        </a:p>
      </dsp:txBody>
      <dsp:txXfrm>
        <a:off x="970102" y="2024557"/>
        <a:ext cx="949058" cy="474529"/>
      </dsp:txXfrm>
    </dsp:sp>
    <dsp:sp modelId="{F49CBD60-76B2-4B73-8337-240A37B4B697}">
      <dsp:nvSpPr>
        <dsp:cNvPr id="0" name=""/>
        <dsp:cNvSpPr/>
      </dsp:nvSpPr>
      <dsp:spPr>
        <a:xfrm>
          <a:off x="970102" y="2698388"/>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Focus group</a:t>
          </a:r>
        </a:p>
      </dsp:txBody>
      <dsp:txXfrm>
        <a:off x="970102" y="2698388"/>
        <a:ext cx="949058" cy="474529"/>
      </dsp:txXfrm>
    </dsp:sp>
    <dsp:sp modelId="{023F7627-1D47-4878-A012-D16C57F9A6EE}">
      <dsp:nvSpPr>
        <dsp:cNvPr id="0" name=""/>
        <dsp:cNvSpPr/>
      </dsp:nvSpPr>
      <dsp:spPr>
        <a:xfrm>
          <a:off x="970102" y="3372220"/>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Observation</a:t>
          </a:r>
        </a:p>
      </dsp:txBody>
      <dsp:txXfrm>
        <a:off x="970102" y="3372220"/>
        <a:ext cx="949058" cy="474529"/>
      </dsp:txXfrm>
    </dsp:sp>
    <dsp:sp modelId="{AA5F6878-1379-41A4-93C5-93F8F7DCA1F9}">
      <dsp:nvSpPr>
        <dsp:cNvPr id="0" name=""/>
        <dsp:cNvSpPr/>
      </dsp:nvSpPr>
      <dsp:spPr>
        <a:xfrm>
          <a:off x="970102" y="4046051"/>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Questionnaire</a:t>
          </a:r>
        </a:p>
      </dsp:txBody>
      <dsp:txXfrm>
        <a:off x="970102" y="4046051"/>
        <a:ext cx="949058" cy="474529"/>
      </dsp:txXfrm>
    </dsp:sp>
    <dsp:sp modelId="{04C79594-D5ED-429E-B8F6-2D6F4CCD746B}">
      <dsp:nvSpPr>
        <dsp:cNvPr id="0" name=""/>
        <dsp:cNvSpPr/>
      </dsp:nvSpPr>
      <dsp:spPr>
        <a:xfrm>
          <a:off x="970102" y="4719882"/>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Document analysis</a:t>
          </a:r>
        </a:p>
      </dsp:txBody>
      <dsp:txXfrm>
        <a:off x="970102" y="4719882"/>
        <a:ext cx="949058" cy="474529"/>
      </dsp:txXfrm>
    </dsp:sp>
    <dsp:sp modelId="{02B28F85-DE51-42FF-859E-1DD3A478F426}">
      <dsp:nvSpPr>
        <dsp:cNvPr id="0" name=""/>
        <dsp:cNvSpPr/>
      </dsp:nvSpPr>
      <dsp:spPr>
        <a:xfrm>
          <a:off x="2230767"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Planning Req. Elicitation</a:t>
          </a:r>
        </a:p>
      </dsp:txBody>
      <dsp:txXfrm>
        <a:off x="2230767" y="676894"/>
        <a:ext cx="1415150" cy="474529"/>
      </dsp:txXfrm>
    </dsp:sp>
    <dsp:sp modelId="{1A87DFD0-A1A5-4AEF-9874-88156CA4976E}">
      <dsp:nvSpPr>
        <dsp:cNvPr id="0" name=""/>
        <dsp:cNvSpPr/>
      </dsp:nvSpPr>
      <dsp:spPr>
        <a:xfrm>
          <a:off x="2584555" y="1350725"/>
          <a:ext cx="1015881"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Prepare for elicitation</a:t>
          </a:r>
        </a:p>
      </dsp:txBody>
      <dsp:txXfrm>
        <a:off x="2584555" y="1350725"/>
        <a:ext cx="1015881" cy="474529"/>
      </dsp:txXfrm>
    </dsp:sp>
    <dsp:sp modelId="{381C7EA2-2B75-4178-AA8A-D217EDCFA36F}">
      <dsp:nvSpPr>
        <dsp:cNvPr id="0" name=""/>
        <dsp:cNvSpPr/>
      </dsp:nvSpPr>
      <dsp:spPr>
        <a:xfrm>
          <a:off x="2584555" y="2024557"/>
          <a:ext cx="94687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 Perform elicitation</a:t>
          </a:r>
        </a:p>
      </dsp:txBody>
      <dsp:txXfrm>
        <a:off x="2584555" y="2024557"/>
        <a:ext cx="946875" cy="474529"/>
      </dsp:txXfrm>
    </dsp:sp>
    <dsp:sp modelId="{895EE0A8-FF27-4E5E-A9CF-0B48E925D09C}">
      <dsp:nvSpPr>
        <dsp:cNvPr id="0" name=""/>
        <dsp:cNvSpPr/>
      </dsp:nvSpPr>
      <dsp:spPr>
        <a:xfrm>
          <a:off x="2584555" y="2698388"/>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Follow up after elicitation</a:t>
          </a:r>
        </a:p>
      </dsp:txBody>
      <dsp:txXfrm>
        <a:off x="2584555" y="2698388"/>
        <a:ext cx="949058" cy="474529"/>
      </dsp:txXfrm>
    </dsp:sp>
    <dsp:sp modelId="{E2CE8193-46AF-44C0-B4A1-4402C2A6388E}">
      <dsp:nvSpPr>
        <dsp:cNvPr id="0" name=""/>
        <dsp:cNvSpPr/>
      </dsp:nvSpPr>
      <dsp:spPr>
        <a:xfrm>
          <a:off x="3635829" y="649998"/>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Classifying users input</a:t>
          </a:r>
        </a:p>
      </dsp:txBody>
      <dsp:txXfrm>
        <a:off x="3635829" y="649998"/>
        <a:ext cx="1415150" cy="474529"/>
      </dsp:txXfrm>
    </dsp:sp>
    <dsp:sp modelId="{4D245AAB-B59E-4A71-9078-92C96B68BEDE}">
      <dsp:nvSpPr>
        <dsp:cNvPr id="0" name=""/>
        <dsp:cNvSpPr/>
      </dsp:nvSpPr>
      <dsp:spPr>
        <a:xfrm>
          <a:off x="4199007" y="1350725"/>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Biz req.</a:t>
          </a:r>
        </a:p>
      </dsp:txBody>
      <dsp:txXfrm>
        <a:off x="4199007" y="1350725"/>
        <a:ext cx="949058" cy="474529"/>
      </dsp:txXfrm>
    </dsp:sp>
    <dsp:sp modelId="{B751704E-3EDE-42D5-B9B8-51585ED1653A}">
      <dsp:nvSpPr>
        <dsp:cNvPr id="0" name=""/>
        <dsp:cNvSpPr/>
      </dsp:nvSpPr>
      <dsp:spPr>
        <a:xfrm>
          <a:off x="4199007" y="2024557"/>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User req.</a:t>
          </a:r>
        </a:p>
      </dsp:txBody>
      <dsp:txXfrm>
        <a:off x="4199007" y="2024557"/>
        <a:ext cx="949058" cy="474529"/>
      </dsp:txXfrm>
    </dsp:sp>
    <dsp:sp modelId="{B059F08C-E0A3-4F62-A09D-4451BB99F9FB}">
      <dsp:nvSpPr>
        <dsp:cNvPr id="0" name=""/>
        <dsp:cNvSpPr/>
      </dsp:nvSpPr>
      <dsp:spPr>
        <a:xfrm>
          <a:off x="4199007" y="2698388"/>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Biz rules</a:t>
          </a:r>
        </a:p>
      </dsp:txBody>
      <dsp:txXfrm>
        <a:off x="4199007" y="2698388"/>
        <a:ext cx="949058" cy="474529"/>
      </dsp:txXfrm>
    </dsp:sp>
    <dsp:sp modelId="{37410BB4-D1AA-4F25-9E9A-7B0BBB889036}">
      <dsp:nvSpPr>
        <dsp:cNvPr id="0" name=""/>
        <dsp:cNvSpPr/>
      </dsp:nvSpPr>
      <dsp:spPr>
        <a:xfrm>
          <a:off x="4199007" y="3372220"/>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Functional req.</a:t>
          </a:r>
        </a:p>
      </dsp:txBody>
      <dsp:txXfrm>
        <a:off x="4199007" y="3372220"/>
        <a:ext cx="949058" cy="474529"/>
      </dsp:txXfrm>
    </dsp:sp>
    <dsp:sp modelId="{0E3A6566-1345-4559-897C-38FE3D6E654D}">
      <dsp:nvSpPr>
        <dsp:cNvPr id="0" name=""/>
        <dsp:cNvSpPr/>
      </dsp:nvSpPr>
      <dsp:spPr>
        <a:xfrm>
          <a:off x="4199007" y="4046051"/>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Quality attributes</a:t>
          </a:r>
        </a:p>
      </dsp:txBody>
      <dsp:txXfrm>
        <a:off x="4199007" y="4046051"/>
        <a:ext cx="949058" cy="474529"/>
      </dsp:txXfrm>
    </dsp:sp>
    <dsp:sp modelId="{0B565A4F-01B9-4EB6-9276-06D0F8CC2FA8}">
      <dsp:nvSpPr>
        <dsp:cNvPr id="0" name=""/>
        <dsp:cNvSpPr/>
      </dsp:nvSpPr>
      <dsp:spPr>
        <a:xfrm>
          <a:off x="4199007" y="4719882"/>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p>
      </dsp:txBody>
      <dsp:txXfrm>
        <a:off x="4199007" y="4719882"/>
        <a:ext cx="949058" cy="474529"/>
      </dsp:txXfrm>
    </dsp:sp>
    <dsp:sp modelId="{12382E63-69F7-4DB0-9B10-679FF053FBBE}">
      <dsp:nvSpPr>
        <dsp:cNvPr id="0" name=""/>
        <dsp:cNvSpPr/>
      </dsp:nvSpPr>
      <dsp:spPr>
        <a:xfrm>
          <a:off x="5459672" y="676894"/>
          <a:ext cx="1954262"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Some cautions about elicitation</a:t>
          </a:r>
        </a:p>
      </dsp:txBody>
      <dsp:txXfrm>
        <a:off x="5459672" y="676894"/>
        <a:ext cx="1954262" cy="474529"/>
      </dsp:txXfrm>
    </dsp:sp>
    <dsp:sp modelId="{5ACF7DA9-CFF3-40FA-A06D-C94FC76CFFFF}">
      <dsp:nvSpPr>
        <dsp:cNvPr id="0" name=""/>
        <dsp:cNvSpPr/>
      </dsp:nvSpPr>
      <dsp:spPr>
        <a:xfrm>
          <a:off x="5948238" y="1350725"/>
          <a:ext cx="2121297"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Balance stakeholder representation</a:t>
          </a:r>
        </a:p>
      </dsp:txBody>
      <dsp:txXfrm>
        <a:off x="5948238" y="1350725"/>
        <a:ext cx="2121297" cy="474529"/>
      </dsp:txXfrm>
    </dsp:sp>
    <dsp:sp modelId="{DCCC48B0-74F5-4C34-B16F-8431D404E31C}">
      <dsp:nvSpPr>
        <dsp:cNvPr id="0" name=""/>
        <dsp:cNvSpPr/>
      </dsp:nvSpPr>
      <dsp:spPr>
        <a:xfrm>
          <a:off x="5948238" y="2024557"/>
          <a:ext cx="2121306"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Define scope appropriately</a:t>
          </a:r>
        </a:p>
      </dsp:txBody>
      <dsp:txXfrm>
        <a:off x="5948238" y="2024557"/>
        <a:ext cx="2121306" cy="474529"/>
      </dsp:txXfrm>
    </dsp:sp>
    <dsp:sp modelId="{AEBE90FC-9C73-46AC-8912-83BB799077E8}">
      <dsp:nvSpPr>
        <dsp:cNvPr id="0" name=""/>
        <dsp:cNvSpPr/>
      </dsp:nvSpPr>
      <dsp:spPr>
        <a:xfrm>
          <a:off x="5948238" y="2698388"/>
          <a:ext cx="2122246"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p>
      </dsp:txBody>
      <dsp:txXfrm>
        <a:off x="5948238" y="2698388"/>
        <a:ext cx="2122246" cy="47452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46361-858A-4B24-A5D9-C90978395CD2}" type="datetimeFigureOut">
              <a:rPr lang="en-US" smtClean="0"/>
              <a:t>5/25/21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936B4F-85D5-49B9-A901-66D11C64AC27}" type="slidenum">
              <a:rPr lang="en-US" smtClean="0"/>
              <a:t>‹#›</a:t>
            </a:fld>
            <a:endParaRPr lang="en-US"/>
          </a:p>
        </p:txBody>
      </p:sp>
    </p:spTree>
    <p:extLst>
      <p:ext uri="{BB962C8B-B14F-4D97-AF65-F5344CB8AC3E}">
        <p14:creationId xmlns:p14="http://schemas.microsoft.com/office/powerpoint/2010/main" val="3332264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3113718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6D8E87D-860B-4D07-AA9C-845386AB8A4E}" type="slidenum">
              <a:rPr lang="en-US" smtClean="0"/>
              <a:t>4</a:t>
            </a:fld>
            <a:endParaRPr lang="en-US"/>
          </a:p>
        </p:txBody>
      </p:sp>
    </p:spTree>
    <p:extLst>
      <p:ext uri="{BB962C8B-B14F-4D97-AF65-F5344CB8AC3E}">
        <p14:creationId xmlns:p14="http://schemas.microsoft.com/office/powerpoint/2010/main" val="987634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heart of requirements development is elicitation, the process of identifying the needs and  constraints of the various stakeholders for a software system. Elicitation is not the same as  “gathering requirements.” Nor is it a simple matter of transcribing exactly what users say.  Elicitation is a  collaborative and analytical process that includes activities to collect, discover, extract, and define  requirements. Elicitation is used to discover business, user, functional, and nonfunctional  requirements, along with other types of information. Requirements elicitation is perhaps the most challenging, critical, error-prone, and communication-intensive aspect of software development</a:t>
            </a:r>
          </a:p>
          <a:p>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6</a:t>
            </a:fld>
            <a:endParaRPr lang="en-US"/>
          </a:p>
        </p:txBody>
      </p:sp>
    </p:spTree>
    <p:extLst>
      <p:ext uri="{BB962C8B-B14F-4D97-AF65-F5344CB8AC3E}">
        <p14:creationId xmlns:p14="http://schemas.microsoft.com/office/powerpoint/2010/main" val="2153693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Straw (v): </a:t>
            </a:r>
            <a:r>
              <a:rPr lang="en-US" dirty="0" err="1"/>
              <a:t>phủ</a:t>
            </a:r>
            <a:r>
              <a:rPr lang="en-US" baseline="0" dirty="0"/>
              <a:t> </a:t>
            </a:r>
            <a:r>
              <a:rPr lang="en-US" baseline="0" dirty="0" err="1"/>
              <a:t>bằng</a:t>
            </a:r>
            <a:r>
              <a:rPr lang="en-US" baseline="0" dirty="0"/>
              <a:t> </a:t>
            </a:r>
            <a:r>
              <a:rPr lang="en-US" baseline="0" dirty="0" err="1"/>
              <a:t>rơm</a:t>
            </a:r>
            <a:endParaRPr lang="en-US" baseline="0" dirty="0"/>
          </a:p>
          <a:p>
            <a:pPr marL="171450" indent="-171450">
              <a:buFontTx/>
              <a:buChar char="-"/>
            </a:pPr>
            <a:r>
              <a:rPr lang="en-US" baseline="0" dirty="0"/>
              <a:t>Straw (n): </a:t>
            </a:r>
            <a:r>
              <a:rPr lang="en-US" baseline="0" dirty="0" err="1"/>
              <a:t>rơm</a:t>
            </a:r>
            <a:endParaRPr lang="en-US" baseline="0" dirty="0"/>
          </a:p>
          <a:p>
            <a:pPr marL="171450" indent="-171450">
              <a:buFontTx/>
              <a:buChar char="-"/>
            </a:pPr>
            <a:r>
              <a:rPr lang="en-US" dirty="0"/>
              <a:t>Prepare questions and straw man models ahead of time: </a:t>
            </a:r>
            <a:r>
              <a:rPr lang="vi-VN" dirty="0"/>
              <a:t>Chuẩn bị câu hỏi và mô hình người rơm trước thời hạn</a:t>
            </a:r>
            <a:endParaRPr lang="en-US" dirty="0"/>
          </a:p>
          <a:p>
            <a:pPr marL="171450" indent="-171450">
              <a:buFontTx/>
              <a:buChar char="-"/>
            </a:pPr>
            <a:r>
              <a:rPr lang="en-US" dirty="0"/>
              <a:t>Transcribe</a:t>
            </a:r>
            <a:r>
              <a:rPr lang="en-US" baseline="0" dirty="0"/>
              <a:t> (v): </a:t>
            </a:r>
            <a:r>
              <a:rPr lang="en-US" baseline="0" dirty="0" err="1"/>
              <a:t>sao</a:t>
            </a:r>
            <a:r>
              <a:rPr lang="en-US" baseline="0" dirty="0"/>
              <a:t> </a:t>
            </a:r>
            <a:r>
              <a:rPr lang="en-US" baseline="0" dirty="0" err="1"/>
              <a:t>chép</a:t>
            </a:r>
            <a:r>
              <a:rPr lang="en-US" baseline="0" dirty="0"/>
              <a:t> </a:t>
            </a:r>
            <a:r>
              <a:rPr lang="en-US" baseline="0" dirty="0" err="1"/>
              <a:t>lại</a:t>
            </a:r>
            <a:r>
              <a:rPr lang="en-US" baseline="0" dirty="0"/>
              <a:t> (</a:t>
            </a:r>
            <a:r>
              <a:rPr lang="en-US" baseline="0" dirty="0" err="1"/>
              <a:t>bằng</a:t>
            </a:r>
            <a:r>
              <a:rPr lang="en-US" baseline="0" dirty="0"/>
              <a:t> </a:t>
            </a:r>
            <a:r>
              <a:rPr lang="en-US" baseline="0" dirty="0" err="1"/>
              <a:t>tay</a:t>
            </a:r>
            <a:r>
              <a:rPr lang="en-US" baseline="0" dirty="0"/>
              <a:t>) / </a:t>
            </a:r>
            <a:r>
              <a:rPr lang="en-US" baseline="0" dirty="0" err="1"/>
              <a:t>Ghi</a:t>
            </a:r>
            <a:r>
              <a:rPr lang="en-US" baseline="0" dirty="0"/>
              <a:t> </a:t>
            </a:r>
            <a:r>
              <a:rPr lang="en-US" baseline="0" dirty="0" err="1"/>
              <a:t>âm</a:t>
            </a:r>
            <a:r>
              <a:rPr lang="en-US" baseline="0" dirty="0"/>
              <a:t> </a:t>
            </a:r>
            <a:r>
              <a:rPr lang="en-US" baseline="0" dirty="0" err="1"/>
              <a:t>lại</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7</a:t>
            </a:fld>
            <a:endParaRPr lang="en-US"/>
          </a:p>
        </p:txBody>
      </p:sp>
    </p:spTree>
    <p:extLst>
      <p:ext uri="{BB962C8B-B14F-4D97-AF65-F5344CB8AC3E}">
        <p14:creationId xmlns:p14="http://schemas.microsoft.com/office/powerpoint/2010/main" val="1230376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parking lots to capture items for later consideration: </a:t>
            </a:r>
            <a:r>
              <a:rPr lang="en-US" dirty="0" err="1"/>
              <a:t>Sử</a:t>
            </a:r>
            <a:r>
              <a:rPr lang="en-US" dirty="0"/>
              <a:t> </a:t>
            </a:r>
            <a:r>
              <a:rPr lang="en-US" dirty="0" err="1"/>
              <a:t>dụng</a:t>
            </a:r>
            <a:r>
              <a:rPr lang="en-US" dirty="0"/>
              <a:t> </a:t>
            </a:r>
            <a:r>
              <a:rPr lang="en-US" dirty="0" err="1"/>
              <a:t>bãi</a:t>
            </a:r>
            <a:r>
              <a:rPr lang="en-US" dirty="0"/>
              <a:t> </a:t>
            </a:r>
            <a:r>
              <a:rPr lang="en-US" dirty="0" err="1"/>
              <a:t>đỗ</a:t>
            </a:r>
            <a:r>
              <a:rPr lang="en-US" dirty="0"/>
              <a:t> </a:t>
            </a:r>
            <a:r>
              <a:rPr lang="en-US" dirty="0" err="1"/>
              <a:t>xe</a:t>
            </a:r>
            <a:r>
              <a:rPr lang="en-US" dirty="0"/>
              <a:t> (flip chart) </a:t>
            </a:r>
            <a:r>
              <a:rPr lang="en-US" dirty="0" err="1"/>
              <a:t>để</a:t>
            </a:r>
            <a:r>
              <a:rPr lang="en-US" dirty="0"/>
              <a:t> </a:t>
            </a:r>
            <a:r>
              <a:rPr lang="en-US" dirty="0" err="1"/>
              <a:t>ghi</a:t>
            </a:r>
            <a:r>
              <a:rPr lang="en-US" dirty="0"/>
              <a:t> </a:t>
            </a:r>
            <a:r>
              <a:rPr lang="en-US" dirty="0" err="1"/>
              <a:t>lại</a:t>
            </a:r>
            <a:r>
              <a:rPr lang="en-US" dirty="0"/>
              <a:t> </a:t>
            </a:r>
            <a:r>
              <a:rPr lang="en-US" dirty="0" err="1"/>
              <a:t>các</a:t>
            </a:r>
            <a:r>
              <a:rPr lang="en-US" dirty="0"/>
              <a:t> </a:t>
            </a:r>
            <a:r>
              <a:rPr lang="en-US" dirty="0" err="1"/>
              <a:t>mục</a:t>
            </a:r>
            <a:r>
              <a:rPr lang="en-US" dirty="0"/>
              <a:t> </a:t>
            </a:r>
            <a:r>
              <a:rPr lang="en-US" dirty="0" err="1"/>
              <a:t>để</a:t>
            </a:r>
            <a:r>
              <a:rPr lang="en-US" dirty="0"/>
              <a:t> </a:t>
            </a:r>
            <a:r>
              <a:rPr lang="en-US" dirty="0" err="1"/>
              <a:t>xem</a:t>
            </a:r>
            <a:r>
              <a:rPr lang="en-US" dirty="0"/>
              <a:t> </a:t>
            </a:r>
            <a:r>
              <a:rPr lang="en-US" dirty="0" err="1"/>
              <a:t>xét</a:t>
            </a:r>
            <a:r>
              <a:rPr lang="en-US" dirty="0"/>
              <a:t> </a:t>
            </a:r>
            <a:r>
              <a:rPr lang="en-US" dirty="0" err="1"/>
              <a:t>sau</a:t>
            </a:r>
            <a:r>
              <a:rPr lang="en-US" dirty="0"/>
              <a:t>.</a:t>
            </a:r>
          </a:p>
        </p:txBody>
      </p:sp>
      <p:sp>
        <p:nvSpPr>
          <p:cNvPr id="4" name="Slide Number Placeholder 3"/>
          <p:cNvSpPr>
            <a:spLocks noGrp="1"/>
          </p:cNvSpPr>
          <p:nvPr>
            <p:ph type="sldNum" sz="quarter" idx="10"/>
          </p:nvPr>
        </p:nvSpPr>
        <p:spPr/>
        <p:txBody>
          <a:bodyPr/>
          <a:lstStyle/>
          <a:p>
            <a:fld id="{61936B4F-85D5-49B9-A901-66D11C64AC27}" type="slidenum">
              <a:rPr lang="en-US" smtClean="0"/>
              <a:t>9</a:t>
            </a:fld>
            <a:endParaRPr lang="en-US"/>
          </a:p>
        </p:txBody>
      </p:sp>
    </p:spTree>
    <p:extLst>
      <p:ext uri="{BB962C8B-B14F-4D97-AF65-F5344CB8AC3E}">
        <p14:creationId xmlns:p14="http://schemas.microsoft.com/office/powerpoint/2010/main" val="3295425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Elicitation workshops with more than 5 or 6 participants can become mired in side trips, concurrent conversations, and bickering.: </a:t>
            </a:r>
            <a:r>
              <a:rPr lang="vi-VN" dirty="0"/>
              <a:t>Hội thảo với hơn 5 hoặc 6 người tham gia có thể trở nên sa lầy trong các chuyến đi phụ, các cuộc trò chuyện đồng thời và cãi nhau.</a:t>
            </a: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10</a:t>
            </a:fld>
            <a:endParaRPr lang="en-US"/>
          </a:p>
        </p:txBody>
      </p:sp>
    </p:spTree>
    <p:extLst>
      <p:ext uri="{BB962C8B-B14F-4D97-AF65-F5344CB8AC3E}">
        <p14:creationId xmlns:p14="http://schemas.microsoft.com/office/powerpoint/2010/main" val="2190984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Convene (v): </a:t>
            </a:r>
            <a:r>
              <a:rPr lang="en-US" dirty="0" err="1"/>
              <a:t>triệu</a:t>
            </a:r>
            <a:r>
              <a:rPr lang="en-US" baseline="0" dirty="0"/>
              <a:t> </a:t>
            </a:r>
            <a:r>
              <a:rPr lang="en-US" baseline="0" dirty="0" err="1"/>
              <a:t>tập</a:t>
            </a:r>
            <a:r>
              <a:rPr lang="en-US" baseline="0" dirty="0"/>
              <a:t>, </a:t>
            </a:r>
            <a:r>
              <a:rPr lang="en-US" baseline="0" dirty="0" err="1"/>
              <a:t>tụ</a:t>
            </a:r>
            <a:r>
              <a:rPr lang="en-US" baseline="0" dirty="0"/>
              <a:t> </a:t>
            </a:r>
            <a:r>
              <a:rPr lang="en-US" baseline="0" dirty="0" err="1"/>
              <a:t>hợp</a:t>
            </a:r>
            <a:r>
              <a:rPr lang="en-US" baseline="0" dirty="0"/>
              <a:t> </a:t>
            </a:r>
            <a:r>
              <a:rPr lang="en-US" baseline="0" dirty="0" err="1"/>
              <a:t>lại</a:t>
            </a:r>
            <a:r>
              <a:rPr lang="en-US" baseline="0" dirty="0"/>
              <a:t> </a:t>
            </a:r>
            <a:r>
              <a:rPr lang="en-US" baseline="0" dirty="0" err="1"/>
              <a:t>với</a:t>
            </a:r>
            <a:r>
              <a:rPr lang="en-US" baseline="0" dirty="0"/>
              <a:t> </a:t>
            </a:r>
            <a:r>
              <a:rPr lang="en-US" baseline="0" dirty="0" err="1"/>
              <a:t>nhau</a:t>
            </a:r>
            <a:endParaRPr lang="en-US" baseline="0" dirty="0"/>
          </a:p>
          <a:p>
            <a:pPr marL="171450" indent="-171450">
              <a:buFontTx/>
              <a:buChar char="-"/>
            </a:pPr>
            <a:r>
              <a:rPr lang="en-US" sz="1200" b="0" i="0" u="none" strike="noStrike" kern="1200" baseline="0" dirty="0">
                <a:solidFill>
                  <a:schemeClr val="tx1"/>
                </a:solidFill>
                <a:latin typeface="+mn-lt"/>
                <a:ea typeface="+mn-ea"/>
                <a:cs typeface="+mn-cs"/>
              </a:rPr>
              <a:t>They are particularly valuable if you are developing commercial products and don’t have ready access to end users within your company: </a:t>
            </a:r>
            <a:r>
              <a:rPr lang="vi-VN" sz="1200" b="0" i="0" u="none" strike="noStrike" kern="1200" baseline="0" dirty="0">
                <a:solidFill>
                  <a:schemeClr val="tx1"/>
                </a:solidFill>
                <a:latin typeface="+mn-lt"/>
                <a:ea typeface="+mn-ea"/>
                <a:cs typeface="+mn-cs"/>
              </a:rPr>
              <a:t>Chúng đặc biệt có giá trị nếu bạn đang phát triển các sản phẩm thương mại và không có sẵn quyền truy cập cho người dùng cuối trong công ty của bạn.</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11</a:t>
            </a:fld>
            <a:endParaRPr lang="en-US"/>
          </a:p>
        </p:txBody>
      </p:sp>
    </p:spTree>
    <p:extLst>
      <p:ext uri="{BB962C8B-B14F-4D97-AF65-F5344CB8AC3E}">
        <p14:creationId xmlns:p14="http://schemas.microsoft.com/office/powerpoint/2010/main" val="3851764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Ethnographic</a:t>
            </a:r>
            <a:r>
              <a:rPr lang="en-US" baseline="0" dirty="0"/>
              <a:t> (</a:t>
            </a:r>
            <a:r>
              <a:rPr lang="en-US" baseline="0" dirty="0" err="1"/>
              <a:t>adj</a:t>
            </a:r>
            <a:r>
              <a:rPr lang="en-US" baseline="0" dirty="0"/>
              <a:t>): </a:t>
            </a:r>
            <a:r>
              <a:rPr lang="en-US" baseline="0" dirty="0" err="1"/>
              <a:t>dân</a:t>
            </a:r>
            <a:r>
              <a:rPr lang="en-US" baseline="0" dirty="0"/>
              <a:t> </a:t>
            </a:r>
            <a:r>
              <a:rPr lang="en-US" baseline="0" dirty="0" err="1"/>
              <a:t>tộc</a:t>
            </a:r>
            <a:r>
              <a:rPr lang="en-US" baseline="0" dirty="0"/>
              <a:t> </a:t>
            </a:r>
            <a:r>
              <a:rPr lang="en-US" baseline="0" dirty="0" err="1"/>
              <a:t>học</a:t>
            </a:r>
            <a:endParaRPr lang="en-US" baseline="0" dirty="0"/>
          </a:p>
          <a:p>
            <a:pPr marL="171450" indent="-171450">
              <a:buFontTx/>
              <a:buChar char="-"/>
            </a:pPr>
            <a:r>
              <a:rPr lang="en-US" baseline="0" dirty="0"/>
              <a:t>Interpret (v): </a:t>
            </a:r>
            <a:r>
              <a:rPr lang="en-US" baseline="0" dirty="0" err="1"/>
              <a:t>giải</a:t>
            </a:r>
            <a:r>
              <a:rPr lang="en-US" baseline="0" dirty="0"/>
              <a:t> </a:t>
            </a:r>
            <a:r>
              <a:rPr lang="en-US" baseline="0" dirty="0" err="1"/>
              <a:t>thích</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12</a:t>
            </a:fld>
            <a:endParaRPr lang="en-US"/>
          </a:p>
        </p:txBody>
      </p:sp>
    </p:spTree>
    <p:extLst>
      <p:ext uri="{BB962C8B-B14F-4D97-AF65-F5344CB8AC3E}">
        <p14:creationId xmlns:p14="http://schemas.microsoft.com/office/powerpoint/2010/main" val="60331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Make answer choices both mutually exclusive (no overlaps in numerical ranges) and exhaustive (list all possible choices and/or have a write-in spot for a choice you don’t think of).: </a:t>
            </a:r>
            <a:r>
              <a:rPr lang="vi-VN" dirty="0"/>
              <a:t>Đưa ra các lựa chọn trả lời cả loại trừ lẫn nhau (không chồng chéo trong phạm vi số) và toàn diện (liệt kê tất cả các lựa chọn có thể và / hoặc có một vị trí ghi vào một lựa chọn mà bạn không nghĩ đến)</a:t>
            </a:r>
            <a:endParaRPr lang="en-US" dirty="0"/>
          </a:p>
          <a:p>
            <a:pPr marL="171450" indent="-171450">
              <a:buFontTx/>
              <a:buChar char="-"/>
            </a:pPr>
            <a:r>
              <a:rPr lang="en-US" dirty="0"/>
              <a:t>Don’t phrase a question in a way that implies a “correct” answer: </a:t>
            </a:r>
            <a:r>
              <a:rPr lang="en-US" dirty="0" err="1"/>
              <a:t>Đừng</a:t>
            </a:r>
            <a:r>
              <a:rPr lang="en-US" dirty="0"/>
              <a:t> </a:t>
            </a:r>
            <a:r>
              <a:rPr lang="en-US" dirty="0" err="1"/>
              <a:t>diễn</a:t>
            </a:r>
            <a:r>
              <a:rPr lang="en-US" dirty="0"/>
              <a:t> đạt </a:t>
            </a:r>
            <a:r>
              <a:rPr lang="en-US" dirty="0" err="1"/>
              <a:t>một</a:t>
            </a:r>
            <a:r>
              <a:rPr lang="en-US" dirty="0"/>
              <a:t> </a:t>
            </a:r>
            <a:r>
              <a:rPr lang="en-US" dirty="0" err="1"/>
              <a:t>câu</a:t>
            </a:r>
            <a:r>
              <a:rPr lang="en-US" dirty="0"/>
              <a:t> </a:t>
            </a:r>
            <a:r>
              <a:rPr lang="en-US" dirty="0" err="1"/>
              <a:t>hỏi</a:t>
            </a:r>
            <a:r>
              <a:rPr lang="en-US" dirty="0"/>
              <a:t> </a:t>
            </a:r>
            <a:r>
              <a:rPr lang="en-US" dirty="0" err="1"/>
              <a:t>theo</a:t>
            </a:r>
            <a:r>
              <a:rPr lang="en-US" dirty="0"/>
              <a:t> </a:t>
            </a:r>
            <a:r>
              <a:rPr lang="en-US" dirty="0" err="1"/>
              <a:t>cách</a:t>
            </a:r>
            <a:r>
              <a:rPr lang="en-US" dirty="0"/>
              <a:t> </a:t>
            </a:r>
            <a:r>
              <a:rPr lang="en-US" dirty="0" err="1"/>
              <a:t>ngụ</a:t>
            </a:r>
            <a:r>
              <a:rPr lang="en-US" dirty="0"/>
              <a:t> ý </a:t>
            </a:r>
            <a:r>
              <a:rPr lang="en-US" dirty="0" err="1"/>
              <a:t>một</a:t>
            </a:r>
            <a:r>
              <a:rPr lang="en-US" dirty="0"/>
              <a:t> </a:t>
            </a:r>
            <a:r>
              <a:rPr lang="en-US" dirty="0" err="1"/>
              <a:t>câu</a:t>
            </a:r>
            <a:r>
              <a:rPr lang="en-US" dirty="0"/>
              <a:t> </a:t>
            </a:r>
            <a:r>
              <a:rPr lang="en-US" dirty="0" err="1"/>
              <a:t>trả</a:t>
            </a:r>
            <a:r>
              <a:rPr lang="en-US" dirty="0"/>
              <a:t> </a:t>
            </a:r>
            <a:r>
              <a:rPr lang="en-US" dirty="0" err="1"/>
              <a:t>lời</a:t>
            </a:r>
            <a:r>
              <a:rPr lang="en-US" dirty="0"/>
              <a:t> </a:t>
            </a:r>
            <a:r>
              <a:rPr lang="en-US" dirty="0" err="1"/>
              <a:t>đúng</a:t>
            </a:r>
            <a:r>
              <a:rPr lang="en-US" dirty="0"/>
              <a:t>.</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13</a:t>
            </a:fld>
            <a:endParaRPr lang="en-US"/>
          </a:p>
        </p:txBody>
      </p:sp>
    </p:spTree>
    <p:extLst>
      <p:ext uri="{BB962C8B-B14F-4D97-AF65-F5344CB8AC3E}">
        <p14:creationId xmlns:p14="http://schemas.microsoft.com/office/powerpoint/2010/main" val="3815829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Practice with student’s assignment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VD: </a:t>
            </a:r>
            <a:r>
              <a:rPr lang="en-US" dirty="0" err="1"/>
              <a:t>Bạn</a:t>
            </a:r>
            <a:r>
              <a:rPr lang="en-US" baseline="0" dirty="0"/>
              <a:t> </a:t>
            </a:r>
            <a:r>
              <a:rPr lang="en-US" baseline="0" dirty="0" err="1"/>
              <a:t>nghĩ</a:t>
            </a:r>
            <a:r>
              <a:rPr lang="en-US" baseline="0" dirty="0"/>
              <a:t> </a:t>
            </a:r>
            <a:r>
              <a:rPr lang="en-US" baseline="0" dirty="0" err="1"/>
              <a:t>rằng</a:t>
            </a:r>
            <a:r>
              <a:rPr lang="en-US" baseline="0" dirty="0"/>
              <a:t> </a:t>
            </a:r>
            <a:r>
              <a:rPr lang="en-US" baseline="0" dirty="0" err="1"/>
              <a:t>bạn</a:t>
            </a:r>
            <a:r>
              <a:rPr lang="en-US" baseline="0" dirty="0"/>
              <a:t> </a:t>
            </a:r>
            <a:r>
              <a:rPr lang="en-US" baseline="0" dirty="0" err="1"/>
              <a:t>sẽ</a:t>
            </a:r>
            <a:r>
              <a:rPr lang="en-US" baseline="0" dirty="0"/>
              <a:t> </a:t>
            </a:r>
            <a:r>
              <a:rPr lang="en-US" baseline="0" dirty="0" err="1"/>
              <a:t>cài</a:t>
            </a:r>
            <a:r>
              <a:rPr lang="en-US" baseline="0" dirty="0"/>
              <a:t> </a:t>
            </a:r>
            <a:r>
              <a:rPr lang="en-US" baseline="0" dirty="0" err="1"/>
              <a:t>đặt</a:t>
            </a:r>
            <a:r>
              <a:rPr lang="en-US" baseline="0" dirty="0"/>
              <a:t> </a:t>
            </a:r>
            <a:r>
              <a:rPr lang="en-US" baseline="0" dirty="0" err="1"/>
              <a:t>những</a:t>
            </a:r>
            <a:r>
              <a:rPr lang="en-US" baseline="0" dirty="0"/>
              <a:t> </a:t>
            </a:r>
            <a:r>
              <a:rPr lang="en-US" baseline="0" dirty="0" err="1"/>
              <a:t>nguyên</a:t>
            </a:r>
            <a:r>
              <a:rPr lang="en-US" baseline="0" dirty="0"/>
              <a:t> </a:t>
            </a:r>
            <a:r>
              <a:rPr lang="en-US" baseline="0" dirty="0" err="1"/>
              <a:t>tắc</a:t>
            </a:r>
            <a:r>
              <a:rPr lang="en-US" baseline="0" dirty="0"/>
              <a:t> </a:t>
            </a:r>
            <a:r>
              <a:rPr lang="en-US" baseline="0" dirty="0" err="1"/>
              <a:t>kiểm</a:t>
            </a:r>
            <a:r>
              <a:rPr lang="en-US" baseline="0" dirty="0"/>
              <a:t> </a:t>
            </a:r>
            <a:r>
              <a:rPr lang="en-US" baseline="0" dirty="0" err="1"/>
              <a:t>tra</a:t>
            </a:r>
            <a:r>
              <a:rPr lang="en-US" baseline="0" dirty="0"/>
              <a:t> </a:t>
            </a:r>
            <a:r>
              <a:rPr lang="en-US" baseline="0" dirty="0" err="1"/>
              <a:t>khi</a:t>
            </a:r>
            <a:r>
              <a:rPr lang="en-US" baseline="0" dirty="0"/>
              <a:t> </a:t>
            </a:r>
            <a:r>
              <a:rPr lang="en-US" baseline="0" dirty="0" err="1"/>
              <a:t>người</a:t>
            </a:r>
            <a:r>
              <a:rPr lang="en-US" baseline="0" dirty="0"/>
              <a:t> </a:t>
            </a:r>
            <a:r>
              <a:rPr lang="en-US" baseline="0" dirty="0" err="1"/>
              <a:t>dùng</a:t>
            </a:r>
            <a:r>
              <a:rPr lang="en-US" baseline="0" dirty="0"/>
              <a:t> </a:t>
            </a:r>
            <a:r>
              <a:rPr lang="en-US" baseline="0" dirty="0" err="1"/>
              <a:t>nhập</a:t>
            </a:r>
            <a:r>
              <a:rPr lang="en-US" baseline="0" dirty="0"/>
              <a:t> </a:t>
            </a:r>
            <a:r>
              <a:rPr lang="en-US" baseline="0" dirty="0" err="1"/>
              <a:t>liệu</a:t>
            </a:r>
            <a:r>
              <a:rPr lang="en-US" baseline="0" dirty="0"/>
              <a:t> </a:t>
            </a:r>
            <a:r>
              <a:rPr lang="en-US" baseline="0" dirty="0" err="1"/>
              <a:t>trên</a:t>
            </a:r>
            <a:r>
              <a:rPr lang="en-US" baseline="0" dirty="0"/>
              <a:t> </a:t>
            </a:r>
            <a:r>
              <a:rPr lang="en-US" baseline="0" dirty="0" err="1"/>
              <a:t>trang</a:t>
            </a:r>
            <a:r>
              <a:rPr lang="en-US" baseline="0" dirty="0"/>
              <a:t> </a:t>
            </a:r>
            <a:r>
              <a:rPr lang="en-US" baseline="0" dirty="0" err="1"/>
              <a:t>shpping</a:t>
            </a:r>
            <a:r>
              <a:rPr lang="en-US" baseline="0" dirty="0"/>
              <a:t>-cart </a:t>
            </a:r>
            <a:r>
              <a:rPr lang="en-US" baseline="0" dirty="0" err="1"/>
              <a:t>trước</a:t>
            </a:r>
            <a:r>
              <a:rPr lang="en-US" baseline="0" dirty="0"/>
              <a:t> </a:t>
            </a:r>
            <a:r>
              <a:rPr lang="en-US" baseline="0" dirty="0" err="1"/>
              <a:t>khi</a:t>
            </a:r>
            <a:r>
              <a:rPr lang="en-US" baseline="0" dirty="0"/>
              <a:t> </a:t>
            </a:r>
            <a:r>
              <a:rPr lang="en-US" baseline="0" dirty="0" err="1"/>
              <a:t>chuyển</a:t>
            </a:r>
            <a:r>
              <a:rPr lang="en-US" baseline="0" dirty="0"/>
              <a:t> </a:t>
            </a:r>
            <a:r>
              <a:rPr lang="en-US" baseline="0" dirty="0" err="1"/>
              <a:t>về</a:t>
            </a:r>
            <a:r>
              <a:rPr lang="en-US" baseline="0" dirty="0"/>
              <a:t> </a:t>
            </a:r>
            <a:r>
              <a:rPr lang="en-US" baseline="0" dirty="0" err="1"/>
              <a:t>cho</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quản</a:t>
            </a:r>
            <a:r>
              <a:rPr lang="en-US" baseline="0" dirty="0"/>
              <a:t> trị </a:t>
            </a:r>
            <a:r>
              <a:rPr lang="en-US" baseline="0" dirty="0" err="1"/>
              <a:t>đơn</a:t>
            </a:r>
            <a:r>
              <a:rPr lang="en-US" baseline="0" dirty="0"/>
              <a:t> </a:t>
            </a:r>
            <a:r>
              <a:rPr lang="en-US" baseline="0" dirty="0" err="1"/>
              <a:t>hàng</a:t>
            </a:r>
            <a:r>
              <a:rPr lang="en-US" baseline="0" dirty="0"/>
              <a:t>. </a:t>
            </a:r>
            <a:r>
              <a:rPr lang="en-US" baseline="0" dirty="0" err="1"/>
              <a:t>Nhưng</a:t>
            </a:r>
            <a:r>
              <a:rPr lang="en-US" baseline="0" dirty="0"/>
              <a:t> </a:t>
            </a:r>
            <a:r>
              <a:rPr lang="en-US" baseline="0" dirty="0" err="1"/>
              <a:t>trong</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quản</a:t>
            </a:r>
            <a:r>
              <a:rPr lang="en-US" baseline="0" dirty="0"/>
              <a:t> trị </a:t>
            </a:r>
            <a:r>
              <a:rPr lang="en-US" baseline="0" dirty="0" err="1"/>
              <a:t>đơn</a:t>
            </a:r>
            <a:r>
              <a:rPr lang="en-US" baseline="0" dirty="0"/>
              <a:t> </a:t>
            </a:r>
            <a:r>
              <a:rPr lang="en-US" baseline="0" dirty="0" err="1"/>
              <a:t>hàng</a:t>
            </a:r>
            <a:r>
              <a:rPr lang="en-US" baseline="0" dirty="0"/>
              <a:t> </a:t>
            </a:r>
            <a:r>
              <a:rPr lang="en-US" baseline="0" dirty="0" err="1"/>
              <a:t>đã</a:t>
            </a:r>
            <a:r>
              <a:rPr lang="en-US" baseline="0" dirty="0"/>
              <a:t> </a:t>
            </a:r>
            <a:r>
              <a:rPr lang="en-US" baseline="0" dirty="0" err="1"/>
              <a:t>có</a:t>
            </a:r>
            <a:r>
              <a:rPr lang="en-US" baseline="0" dirty="0"/>
              <a:t> </a:t>
            </a:r>
            <a:r>
              <a:rPr lang="en-US" baseline="0" dirty="0" err="1"/>
              <a:t>cài</a:t>
            </a:r>
            <a:r>
              <a:rPr lang="en-US" baseline="0" dirty="0"/>
              <a:t> </a:t>
            </a:r>
            <a:r>
              <a:rPr lang="en-US" baseline="0" dirty="0" err="1"/>
              <a:t>sẵn</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kiểm</a:t>
            </a:r>
            <a:r>
              <a:rPr lang="en-US" baseline="0" dirty="0"/>
              <a:t> </a:t>
            </a:r>
            <a:r>
              <a:rPr lang="en-US" baseline="0" dirty="0" err="1"/>
              <a:t>tra</a:t>
            </a:r>
            <a:r>
              <a:rPr lang="en-US" baseline="0" dirty="0"/>
              <a:t> </a:t>
            </a:r>
            <a:r>
              <a:rPr lang="en-US" baseline="0" dirty="0" err="1"/>
              <a:t>những</a:t>
            </a:r>
            <a:r>
              <a:rPr lang="en-US" baseline="0" dirty="0"/>
              <a:t> </a:t>
            </a:r>
            <a:r>
              <a:rPr lang="en-US" baseline="0" dirty="0" err="1"/>
              <a:t>nguyên</a:t>
            </a:r>
            <a:r>
              <a:rPr lang="en-US" baseline="0" dirty="0"/>
              <a:t> </a:t>
            </a:r>
            <a:r>
              <a:rPr lang="en-US" baseline="0" dirty="0" err="1"/>
              <a:t>tắc</a:t>
            </a:r>
            <a:r>
              <a:rPr lang="en-US" baseline="0" dirty="0"/>
              <a:t> </a:t>
            </a:r>
            <a:r>
              <a:rPr lang="en-US" baseline="0" dirty="0" err="1"/>
              <a:t>nhập</a:t>
            </a:r>
            <a:r>
              <a:rPr lang="en-US" baseline="0" dirty="0"/>
              <a:t> </a:t>
            </a:r>
            <a:r>
              <a:rPr lang="en-US" baseline="0" dirty="0" err="1"/>
              <a:t>liệu</a:t>
            </a:r>
            <a:r>
              <a:rPr lang="en-US" baseline="0" dirty="0"/>
              <a:t>, </a:t>
            </a:r>
            <a:r>
              <a:rPr lang="en-US" baseline="0" dirty="0" err="1"/>
              <a:t>thì</a:t>
            </a:r>
            <a:r>
              <a:rPr lang="en-US" baseline="0" dirty="0"/>
              <a:t> </a:t>
            </a:r>
            <a:r>
              <a:rPr lang="en-US" baseline="0" dirty="0" err="1"/>
              <a:t>không</a:t>
            </a:r>
            <a:r>
              <a:rPr lang="en-US" baseline="0" dirty="0"/>
              <a:t> </a:t>
            </a:r>
            <a:r>
              <a:rPr lang="en-US" baseline="0" dirty="0" err="1"/>
              <a:t>nhất</a:t>
            </a:r>
            <a:r>
              <a:rPr lang="en-US" baseline="0" dirty="0"/>
              <a:t> </a:t>
            </a:r>
            <a:r>
              <a:rPr lang="en-US" baseline="0" dirty="0" err="1"/>
              <a:t>thiết</a:t>
            </a:r>
            <a:r>
              <a:rPr lang="en-US" baseline="0" dirty="0"/>
              <a:t> </a:t>
            </a:r>
            <a:r>
              <a:rPr lang="en-US" baseline="0" dirty="0" err="1"/>
              <a:t>phải</a:t>
            </a:r>
            <a:r>
              <a:rPr lang="en-US" baseline="0" dirty="0"/>
              <a:t> </a:t>
            </a:r>
            <a:r>
              <a:rPr lang="en-US" baseline="0" dirty="0" err="1"/>
              <a:t>cài</a:t>
            </a:r>
            <a:r>
              <a:rPr lang="en-US" baseline="0" dirty="0"/>
              <a:t> </a:t>
            </a:r>
            <a:r>
              <a:rPr lang="en-US" baseline="0" dirty="0" err="1"/>
              <a:t>đặt</a:t>
            </a:r>
            <a:r>
              <a:rPr lang="en-US" baseline="0" dirty="0"/>
              <a:t> </a:t>
            </a:r>
            <a:r>
              <a:rPr lang="en-US" baseline="0" dirty="0" err="1"/>
              <a:t>trên</a:t>
            </a:r>
            <a:r>
              <a:rPr lang="en-US" baseline="0" dirty="0"/>
              <a:t> </a:t>
            </a:r>
            <a:r>
              <a:rPr lang="en-US" baseline="0" dirty="0" err="1"/>
              <a:t>trang</a:t>
            </a:r>
            <a:r>
              <a:rPr lang="en-US" baseline="0" dirty="0"/>
              <a:t> shopping-cart.</a:t>
            </a:r>
            <a:endParaRPr lang="en-US" dirty="0"/>
          </a:p>
          <a:p>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14</a:t>
            </a:fld>
            <a:endParaRPr lang="en-US"/>
          </a:p>
        </p:txBody>
      </p:sp>
    </p:spTree>
    <p:extLst>
      <p:ext uri="{BB962C8B-B14F-4D97-AF65-F5344CB8AC3E}">
        <p14:creationId xmlns:p14="http://schemas.microsoft.com/office/powerpoint/2010/main" val="4243785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Practice with student’s assignment</a:t>
            </a: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15</a:t>
            </a:fld>
            <a:endParaRPr lang="en-US"/>
          </a:p>
        </p:txBody>
      </p:sp>
    </p:spTree>
    <p:extLst>
      <p:ext uri="{BB962C8B-B14F-4D97-AF65-F5344CB8AC3E}">
        <p14:creationId xmlns:p14="http://schemas.microsoft.com/office/powerpoint/2010/main" val="798310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Practice with student’s assignment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Document analysis helps to reveal that might need to be retained, as well as obsolete functionality needed to replace: </a:t>
            </a:r>
            <a:r>
              <a:rPr lang="vi-VN" dirty="0"/>
              <a:t>Phân tích tài liệu giúp tiết lộ rằng có thể cần phải giữ lại, cũng như chức năng lỗi thời cần thiết để thay thế</a:t>
            </a:r>
            <a:endParaRPr lang="en-US" dirty="0"/>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16</a:t>
            </a:fld>
            <a:endParaRPr lang="en-US"/>
          </a:p>
        </p:txBody>
      </p:sp>
    </p:spTree>
    <p:extLst>
      <p:ext uri="{BB962C8B-B14F-4D97-AF65-F5344CB8AC3E}">
        <p14:creationId xmlns:p14="http://schemas.microsoft.com/office/powerpoint/2010/main" val="2990923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Impede (v): </a:t>
            </a:r>
            <a:r>
              <a:rPr lang="en-US" dirty="0" err="1"/>
              <a:t>làm</a:t>
            </a:r>
            <a:r>
              <a:rPr lang="en-US" baseline="0" dirty="0"/>
              <a:t> </a:t>
            </a:r>
            <a:r>
              <a:rPr lang="en-US" baseline="0" dirty="0" err="1"/>
              <a:t>trở</a:t>
            </a:r>
            <a:r>
              <a:rPr lang="en-US" baseline="0" dirty="0"/>
              <a:t> </a:t>
            </a:r>
            <a:r>
              <a:rPr lang="en-US" baseline="0" dirty="0" err="1"/>
              <a:t>ngại</a:t>
            </a:r>
            <a:r>
              <a:rPr lang="en-US" baseline="0" dirty="0"/>
              <a:t>, </a:t>
            </a:r>
            <a:r>
              <a:rPr lang="en-US" baseline="0" dirty="0" err="1"/>
              <a:t>ngăn</a:t>
            </a:r>
            <a:r>
              <a:rPr lang="en-US" baseline="0" dirty="0"/>
              <a:t> </a:t>
            </a:r>
            <a:r>
              <a:rPr lang="en-US" baseline="0" dirty="0" err="1"/>
              <a:t>cản</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17</a:t>
            </a:fld>
            <a:endParaRPr lang="en-US"/>
          </a:p>
        </p:txBody>
      </p:sp>
    </p:spTree>
    <p:extLst>
      <p:ext uri="{BB962C8B-B14F-4D97-AF65-F5344CB8AC3E}">
        <p14:creationId xmlns:p14="http://schemas.microsoft.com/office/powerpoint/2010/main" val="4091090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t>Decide on the scope of the elicitation session, taking into account how much time is available. The agenda should detail what topics will be covered, the available time for each topic, and targeted objectives. Share the session agenda with stakeholders in advance. :</a:t>
            </a:r>
            <a:r>
              <a:rPr lang="en-US" sz="1200" baseline="0" dirty="0"/>
              <a:t> </a:t>
            </a:r>
            <a:r>
              <a:rPr lang="vi-VN" sz="1200" baseline="0" dirty="0"/>
              <a:t>Quyết định phạm vi của phiên khơi gợi, có tính đến thời gian có sẵn. Chương trình nghị sự cần nêu chi tiết những chủ đề nào sẽ được đề cập, thời gian có sẵn cho từng chủ đề và mục tiêu được nhắm mục tiêu. Chia sẻ chương trình nghị sự với các bên liên quan trước.</a:t>
            </a:r>
            <a:endParaRPr lang="en-US" sz="1200"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sz="1200" dirty="0"/>
          </a:p>
        </p:txBody>
      </p:sp>
      <p:sp>
        <p:nvSpPr>
          <p:cNvPr id="4" name="Slide Number Placeholder 3"/>
          <p:cNvSpPr>
            <a:spLocks noGrp="1"/>
          </p:cNvSpPr>
          <p:nvPr>
            <p:ph type="sldNum" sz="quarter" idx="10"/>
          </p:nvPr>
        </p:nvSpPr>
        <p:spPr/>
        <p:txBody>
          <a:bodyPr/>
          <a:lstStyle/>
          <a:p>
            <a:fld id="{61936B4F-85D5-49B9-A901-66D11C64AC27}" type="slidenum">
              <a:rPr lang="en-US" smtClean="0"/>
              <a:t>19</a:t>
            </a:fld>
            <a:endParaRPr lang="en-US"/>
          </a:p>
        </p:txBody>
      </p:sp>
    </p:spTree>
    <p:extLst>
      <p:ext uri="{BB962C8B-B14F-4D97-AF65-F5344CB8AC3E}">
        <p14:creationId xmlns:p14="http://schemas.microsoft.com/office/powerpoint/2010/main" val="2775792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Scratch (n): </a:t>
            </a:r>
            <a:r>
              <a:rPr lang="en-US" dirty="0" err="1"/>
              <a:t>mớ</a:t>
            </a:r>
            <a:r>
              <a:rPr lang="en-US" baseline="0" dirty="0"/>
              <a:t> </a:t>
            </a:r>
            <a:r>
              <a:rPr lang="en-US" baseline="0" dirty="0" err="1"/>
              <a:t>hỗn</a:t>
            </a:r>
            <a:r>
              <a:rPr lang="en-US" baseline="0" dirty="0"/>
              <a:t> </a:t>
            </a:r>
            <a:r>
              <a:rPr lang="en-US" baseline="0" dirty="0" err="1"/>
              <a:t>độn</a:t>
            </a:r>
            <a:endParaRPr lang="en-US" baseline="0" dirty="0"/>
          </a:p>
          <a:p>
            <a:pPr marL="171450" indent="-171450">
              <a:buFontTx/>
              <a:buChar char="-"/>
            </a:pPr>
            <a:r>
              <a:rPr lang="en-US" dirty="0"/>
              <a:t>Straw man model: </a:t>
            </a:r>
            <a:r>
              <a:rPr lang="en-US" dirty="0" err="1"/>
              <a:t>Mô</a:t>
            </a:r>
            <a:r>
              <a:rPr lang="en-US" baseline="0" dirty="0"/>
              <a:t> </a:t>
            </a:r>
            <a:r>
              <a:rPr lang="en-US" baseline="0" dirty="0" err="1"/>
              <a:t>hình</a:t>
            </a:r>
            <a:r>
              <a:rPr lang="en-US" baseline="0" dirty="0"/>
              <a:t> </a:t>
            </a:r>
            <a:r>
              <a:rPr lang="en-US" baseline="0" dirty="0" err="1"/>
              <a:t>người</a:t>
            </a:r>
            <a:r>
              <a:rPr lang="en-US" baseline="0" dirty="0"/>
              <a:t> </a:t>
            </a:r>
            <a:r>
              <a:rPr lang="en-US" baseline="0" dirty="0" err="1"/>
              <a:t>rơm</a:t>
            </a:r>
            <a:r>
              <a:rPr lang="en-US" baseline="0" dirty="0"/>
              <a:t>: </a:t>
            </a:r>
            <a:r>
              <a:rPr lang="en-US" baseline="0" dirty="0" err="1"/>
              <a:t>tức</a:t>
            </a:r>
            <a:r>
              <a:rPr lang="en-US" baseline="0" dirty="0"/>
              <a:t> </a:t>
            </a:r>
            <a:r>
              <a:rPr lang="en-US" baseline="0" dirty="0" err="1"/>
              <a:t>là</a:t>
            </a:r>
            <a:r>
              <a:rPr lang="en-US" baseline="0" dirty="0"/>
              <a:t> </a:t>
            </a:r>
            <a:r>
              <a:rPr lang="en-US" baseline="0" dirty="0" err="1"/>
              <a:t>những</a:t>
            </a:r>
            <a:r>
              <a:rPr lang="en-US" baseline="0" dirty="0"/>
              <a:t> </a:t>
            </a:r>
            <a:r>
              <a:rPr lang="en-US" baseline="0" dirty="0" err="1"/>
              <a:t>mô</a:t>
            </a:r>
            <a:r>
              <a:rPr lang="en-US" baseline="0" dirty="0"/>
              <a:t> </a:t>
            </a:r>
            <a:r>
              <a:rPr lang="en-US" baseline="0" dirty="0" err="1"/>
              <a:t>hình</a:t>
            </a:r>
            <a:r>
              <a:rPr lang="en-US" baseline="0" dirty="0"/>
              <a:t> </a:t>
            </a:r>
            <a:r>
              <a:rPr lang="en-US" baseline="0" dirty="0" err="1"/>
              <a:t>tương</a:t>
            </a:r>
            <a:r>
              <a:rPr lang="en-US" baseline="0" dirty="0"/>
              <a:t> </a:t>
            </a:r>
            <a:r>
              <a:rPr lang="en-US" baseline="0" dirty="0" err="1"/>
              <a:t>tự</a:t>
            </a:r>
            <a:r>
              <a:rPr lang="en-US" baseline="0" dirty="0"/>
              <a:t> </a:t>
            </a:r>
            <a:r>
              <a:rPr lang="en-US" baseline="0" dirty="0" err="1"/>
              <a:t>sẽ</a:t>
            </a:r>
            <a:r>
              <a:rPr lang="en-US" baseline="0" dirty="0"/>
              <a:t> </a:t>
            </a:r>
            <a:r>
              <a:rPr lang="en-US" baseline="0" dirty="0" err="1"/>
              <a:t>giúp</a:t>
            </a:r>
            <a:r>
              <a:rPr lang="en-US" baseline="0" dirty="0"/>
              <a:t> </a:t>
            </a:r>
            <a:r>
              <a:rPr lang="en-US" baseline="0" dirty="0" err="1"/>
              <a:t>cho</a:t>
            </a:r>
            <a:r>
              <a:rPr lang="en-US" baseline="0" dirty="0"/>
              <a:t> </a:t>
            </a:r>
            <a:r>
              <a:rPr lang="en-US" baseline="0" dirty="0" err="1"/>
              <a:t>bạn</a:t>
            </a:r>
            <a:r>
              <a:rPr lang="en-US" baseline="0" dirty="0"/>
              <a:t> </a:t>
            </a:r>
            <a:r>
              <a:rPr lang="en-US" baseline="0" dirty="0" err="1"/>
              <a:t>có</a:t>
            </a:r>
            <a:r>
              <a:rPr lang="en-US" baseline="0" dirty="0"/>
              <a:t> </a:t>
            </a:r>
            <a:r>
              <a:rPr lang="en-US" baseline="0" dirty="0" err="1"/>
              <a:t>cái</a:t>
            </a:r>
            <a:r>
              <a:rPr lang="en-US" baseline="0" dirty="0"/>
              <a:t> </a:t>
            </a:r>
            <a:r>
              <a:rPr lang="en-US" baseline="0" dirty="0" err="1"/>
              <a:t>nhìn</a:t>
            </a:r>
            <a:r>
              <a:rPr lang="en-US" baseline="0" dirty="0"/>
              <a:t> </a:t>
            </a:r>
            <a:r>
              <a:rPr lang="en-US" baseline="0" dirty="0" err="1"/>
              <a:t>trước</a:t>
            </a:r>
            <a:r>
              <a:rPr lang="en-US" baseline="0" dirty="0"/>
              <a:t> </a:t>
            </a:r>
            <a:r>
              <a:rPr lang="en-US" baseline="0" dirty="0" err="1"/>
              <a:t>về</a:t>
            </a:r>
            <a:r>
              <a:rPr lang="en-US" baseline="0" dirty="0"/>
              <a:t> </a:t>
            </a:r>
            <a:r>
              <a:rPr lang="en-US" baseline="0" dirty="0" err="1"/>
              <a:t>hệ</a:t>
            </a:r>
            <a:r>
              <a:rPr lang="en-US" baseline="0" dirty="0"/>
              <a:t> </a:t>
            </a:r>
            <a:r>
              <a:rPr lang="en-US" baseline="0" dirty="0" err="1"/>
              <a:t>thống</a:t>
            </a:r>
            <a:r>
              <a:rPr lang="en-US" baseline="0" dirty="0"/>
              <a:t>.</a:t>
            </a:r>
          </a:p>
          <a:p>
            <a:pPr lvl="1"/>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20</a:t>
            </a:fld>
            <a:endParaRPr lang="en-US"/>
          </a:p>
        </p:txBody>
      </p:sp>
    </p:spTree>
    <p:extLst>
      <p:ext uri="{BB962C8B-B14F-4D97-AF65-F5344CB8AC3E}">
        <p14:creationId xmlns:p14="http://schemas.microsoft.com/office/powerpoint/2010/main" val="3738024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 Assign someone who is not actively participating in the discussion to be the scribe, responsible taking accurate notes.: </a:t>
            </a:r>
            <a:r>
              <a:rPr lang="vi-VN" dirty="0"/>
              <a:t>Chỉ định một người không tích cực tham gia vào cuộc thảo luận là người ghi chép, chịu trách nhiệm ghi chép chính xác.</a:t>
            </a:r>
            <a:endParaRPr lang="en-US" dirty="0"/>
          </a:p>
          <a:p>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21</a:t>
            </a:fld>
            <a:endParaRPr lang="en-US"/>
          </a:p>
        </p:txBody>
      </p:sp>
    </p:spTree>
    <p:extLst>
      <p:ext uri="{BB962C8B-B14F-4D97-AF65-F5344CB8AC3E}">
        <p14:creationId xmlns:p14="http://schemas.microsoft.com/office/powerpoint/2010/main" val="1181301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Calibrate (v): </a:t>
            </a:r>
            <a:r>
              <a:rPr lang="en-US" dirty="0" err="1"/>
              <a:t>định</a:t>
            </a:r>
            <a:r>
              <a:rPr lang="en-US" baseline="0" dirty="0"/>
              <a:t> </a:t>
            </a:r>
            <a:r>
              <a:rPr lang="en-US" baseline="0" dirty="0" err="1"/>
              <a:t>cỡ</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đường</a:t>
            </a:r>
            <a:r>
              <a:rPr lang="en-US" baseline="0" dirty="0"/>
              <a:t> </a:t>
            </a:r>
            <a:r>
              <a:rPr lang="en-US" baseline="0" dirty="0" err="1"/>
              <a:t>kính</a:t>
            </a:r>
            <a:r>
              <a:rPr lang="en-US" baseline="0" dirty="0"/>
              <a:t>/ </a:t>
            </a:r>
            <a:r>
              <a:rPr lang="en-US" baseline="0" dirty="0" err="1"/>
              <a:t>kiểm</a:t>
            </a:r>
            <a:r>
              <a:rPr lang="en-US" baseline="0" dirty="0"/>
              <a:t> </a:t>
            </a:r>
            <a:r>
              <a:rPr lang="en-US" baseline="0" dirty="0" err="1"/>
              <a:t>tra</a:t>
            </a:r>
            <a:r>
              <a:rPr lang="en-US" baseline="0" dirty="0"/>
              <a:t> </a:t>
            </a:r>
            <a:r>
              <a:rPr lang="en-US" baseline="0" dirty="0" err="1"/>
              <a:t>kích</a:t>
            </a:r>
            <a:r>
              <a:rPr lang="en-US" baseline="0" dirty="0"/>
              <a:t> </a:t>
            </a:r>
            <a:r>
              <a:rPr lang="en-US" baseline="0" dirty="0" err="1"/>
              <a:t>cỡ</a:t>
            </a:r>
            <a:endParaRPr lang="en-US" baseline="0" dirty="0"/>
          </a:p>
          <a:p>
            <a:pPr marL="171450" indent="-171450">
              <a:buFontTx/>
              <a:buChar char="-"/>
            </a:pPr>
            <a:r>
              <a:rPr lang="en-US" baseline="0" dirty="0"/>
              <a:t>Pump (n): </a:t>
            </a:r>
            <a:r>
              <a:rPr lang="en-US" baseline="0" dirty="0" err="1"/>
              <a:t>Cái</a:t>
            </a:r>
            <a:r>
              <a:rPr lang="en-US" baseline="0" dirty="0"/>
              <a:t> </a:t>
            </a:r>
            <a:r>
              <a:rPr lang="en-US" baseline="0" dirty="0" err="1"/>
              <a:t>bơm</a:t>
            </a:r>
            <a:r>
              <a:rPr lang="en-US" baseline="0" dirty="0"/>
              <a:t> </a:t>
            </a:r>
            <a:r>
              <a:rPr lang="en-US" baseline="0" dirty="0" err="1"/>
              <a:t>thủy</a:t>
            </a:r>
            <a:r>
              <a:rPr lang="en-US" baseline="0" dirty="0"/>
              <a:t> </a:t>
            </a:r>
            <a:r>
              <a:rPr lang="en-US" baseline="0" dirty="0" err="1"/>
              <a:t>lực</a:t>
            </a:r>
            <a:endParaRPr lang="en-US" baseline="0" dirty="0"/>
          </a:p>
          <a:p>
            <a:pPr marL="171450" indent="-171450">
              <a:buFontTx/>
              <a:buChar char="-"/>
            </a:pPr>
            <a:r>
              <a:rPr lang="en-US" dirty="0"/>
              <a:t>As the lead machine operator, I need to calibrate the pump controller first thing every morning.: </a:t>
            </a:r>
            <a:r>
              <a:rPr lang="vi-VN" dirty="0"/>
              <a:t>Là người vận hành máy dẫn, tôi cần hiệu chỉnh bộ điều khiển bơm trước tiên mỗi sáng.</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24</a:t>
            </a:fld>
            <a:endParaRPr lang="en-US"/>
          </a:p>
        </p:txBody>
      </p:sp>
    </p:spTree>
    <p:extLst>
      <p:ext uri="{BB962C8B-B14F-4D97-AF65-F5344CB8AC3E}">
        <p14:creationId xmlns:p14="http://schemas.microsoft.com/office/powerpoint/2010/main" val="1979668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Time-off approvals must comply with the company’s HR vacation policy: </a:t>
            </a:r>
            <a:r>
              <a:rPr lang="en-US" dirty="0" err="1"/>
              <a:t>Thời</a:t>
            </a:r>
            <a:r>
              <a:rPr lang="en-US" dirty="0"/>
              <a:t> </a:t>
            </a:r>
            <a:r>
              <a:rPr lang="en-US" dirty="0" err="1"/>
              <a:t>gian</a:t>
            </a:r>
            <a:r>
              <a:rPr lang="en-US" dirty="0"/>
              <a:t> </a:t>
            </a:r>
            <a:r>
              <a:rPr lang="en-US" dirty="0" err="1"/>
              <a:t>nghỉ</a:t>
            </a:r>
            <a:r>
              <a:rPr lang="en-US" dirty="0"/>
              <a:t> </a:t>
            </a:r>
            <a:r>
              <a:rPr lang="en-US" dirty="0" err="1"/>
              <a:t>phép</a:t>
            </a:r>
            <a:r>
              <a:rPr lang="en-US" dirty="0"/>
              <a:t> </a:t>
            </a:r>
            <a:r>
              <a:rPr lang="en-US" dirty="0" err="1"/>
              <a:t>phải</a:t>
            </a:r>
            <a:r>
              <a:rPr lang="en-US" dirty="0"/>
              <a:t> </a:t>
            </a:r>
            <a:r>
              <a:rPr lang="en-US" dirty="0" err="1"/>
              <a:t>tuân</a:t>
            </a:r>
            <a:r>
              <a:rPr lang="en-US" dirty="0"/>
              <a:t> </a:t>
            </a:r>
            <a:r>
              <a:rPr lang="en-US" dirty="0" err="1"/>
              <a:t>thủ</a:t>
            </a:r>
            <a:r>
              <a:rPr lang="en-US" dirty="0"/>
              <a:t> chính </a:t>
            </a:r>
            <a:r>
              <a:rPr lang="en-US" dirty="0" err="1"/>
              <a:t>sách</a:t>
            </a:r>
            <a:r>
              <a:rPr lang="en-US" dirty="0"/>
              <a:t> </a:t>
            </a:r>
            <a:r>
              <a:rPr lang="en-US" dirty="0" err="1"/>
              <a:t>nghỉ</a:t>
            </a:r>
            <a:r>
              <a:rPr lang="en-US" dirty="0"/>
              <a:t> </a:t>
            </a:r>
            <a:r>
              <a:rPr lang="en-US" dirty="0" err="1"/>
              <a:t>phép</a:t>
            </a:r>
            <a:r>
              <a:rPr lang="en-US" dirty="0"/>
              <a:t> HR </a:t>
            </a:r>
            <a:r>
              <a:rPr lang="en-US" dirty="0" err="1"/>
              <a:t>HR</a:t>
            </a:r>
            <a:r>
              <a:rPr lang="en-US" dirty="0"/>
              <a:t> </a:t>
            </a:r>
            <a:r>
              <a:rPr lang="en-US" dirty="0" err="1"/>
              <a:t>của</a:t>
            </a:r>
            <a:r>
              <a:rPr lang="en-US" dirty="0"/>
              <a:t> </a:t>
            </a:r>
            <a:r>
              <a:rPr lang="en-US" dirty="0" err="1"/>
              <a:t>công</a:t>
            </a:r>
            <a:r>
              <a:rPr lang="en-US" dirty="0"/>
              <a:t> ty.</a:t>
            </a:r>
          </a:p>
          <a:p>
            <a:pPr marL="171450" indent="-171450">
              <a:buFontTx/>
              <a:buChar char="-"/>
            </a:pPr>
            <a:r>
              <a:rPr lang="en-US" dirty="0"/>
              <a:t>if pressure exceeds 40.0 psi, the high-pressure warning light should come on: </a:t>
            </a:r>
            <a:r>
              <a:rPr lang="vi-VN" dirty="0"/>
              <a:t>nếu áp suất vượt quá 40,0 psi, đèn cảnh báo áp suất cao sẽ bật sáng.</a:t>
            </a:r>
            <a:endParaRPr lang="en-US" dirty="0"/>
          </a:p>
          <a:p>
            <a:pPr marL="171450" indent="-171450">
              <a:buFontTx/>
              <a:buChar char="-"/>
            </a:pPr>
            <a:r>
              <a:rPr lang="en-US" dirty="0"/>
              <a:t>The user must be able to sort the project list in forward and reverse alphabetical order.: </a:t>
            </a:r>
            <a:r>
              <a:rPr lang="vi-VN" dirty="0"/>
              <a:t>Người dùng phải có khả năng sắp xếp danh sách dự án theo thứ tự bảng chữ cái tiến và lùi.</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25</a:t>
            </a:fld>
            <a:endParaRPr lang="en-US"/>
          </a:p>
        </p:txBody>
      </p:sp>
    </p:spTree>
    <p:extLst>
      <p:ext uri="{BB962C8B-B14F-4D97-AF65-F5344CB8AC3E}">
        <p14:creationId xmlns:p14="http://schemas.microsoft.com/office/powerpoint/2010/main" val="17317599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fontAlgn="t">
              <a:buFontTx/>
              <a:buChar char="-"/>
            </a:pPr>
            <a:r>
              <a:rPr lang="en-US" dirty="0"/>
              <a:t>The manufacturing execution system must control the wafer sorter: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hiện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sản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xuất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phải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điều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khiển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bộ</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phân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loại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bánh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xốp</a:t>
            </a:r>
            <a:r>
              <a:rPr lang="en-US" sz="1200" b="0" i="0" kern="1200" dirty="0">
                <a:solidFill>
                  <a:schemeClr val="tx1"/>
                </a:solidFill>
                <a:effectLst/>
                <a:latin typeface="+mn-lt"/>
                <a:ea typeface="+mn-ea"/>
                <a:cs typeface="+mn-cs"/>
              </a:rPr>
              <a:t>.</a:t>
            </a:r>
          </a:p>
          <a:p>
            <a:pPr marL="171450" indent="-171450" fontAlgn="t">
              <a:buFontTx/>
              <a:buChar char="-"/>
            </a:pPr>
            <a:r>
              <a:rPr lang="en-US" dirty="0"/>
              <a:t>The mobile app should send the check image to the bank after I photograph the check I’m depositing: </a:t>
            </a:r>
            <a:r>
              <a:rPr lang="en-US" dirty="0" err="1"/>
              <a:t>Ứng</a:t>
            </a:r>
            <a:r>
              <a:rPr lang="en-US" dirty="0"/>
              <a:t> </a:t>
            </a:r>
            <a:r>
              <a:rPr lang="en-US" dirty="0" err="1"/>
              <a:t>dụng</a:t>
            </a:r>
            <a:r>
              <a:rPr lang="en-US" dirty="0"/>
              <a:t> di </a:t>
            </a:r>
            <a:r>
              <a:rPr lang="en-US" dirty="0" err="1"/>
              <a:t>động</a:t>
            </a:r>
            <a:r>
              <a:rPr lang="en-US" dirty="0"/>
              <a:t> </a:t>
            </a:r>
            <a:r>
              <a:rPr lang="en-US" dirty="0" err="1"/>
              <a:t>sẽ</a:t>
            </a:r>
            <a:r>
              <a:rPr lang="en-US" dirty="0"/>
              <a:t> </a:t>
            </a:r>
            <a:r>
              <a:rPr lang="en-US" dirty="0" err="1"/>
              <a:t>gửi</a:t>
            </a:r>
            <a:r>
              <a:rPr lang="en-US" dirty="0"/>
              <a:t> </a:t>
            </a:r>
            <a:r>
              <a:rPr lang="en-US" dirty="0" err="1"/>
              <a:t>hình</a:t>
            </a:r>
            <a:r>
              <a:rPr lang="en-US" dirty="0"/>
              <a:t> </a:t>
            </a:r>
            <a:r>
              <a:rPr lang="en-US" dirty="0" err="1"/>
              <a:t>ảnh</a:t>
            </a:r>
            <a:r>
              <a:rPr lang="en-US" dirty="0"/>
              <a:t> </a:t>
            </a:r>
            <a:r>
              <a:rPr lang="en-US" dirty="0" err="1"/>
              <a:t>séc</a:t>
            </a:r>
            <a:r>
              <a:rPr lang="en-US" dirty="0"/>
              <a:t> </a:t>
            </a:r>
            <a:r>
              <a:rPr lang="en-US" dirty="0" err="1"/>
              <a:t>tới</a:t>
            </a:r>
            <a:r>
              <a:rPr lang="en-US" dirty="0"/>
              <a:t> </a:t>
            </a:r>
            <a:r>
              <a:rPr lang="en-US" dirty="0" err="1"/>
              <a:t>ngân</a:t>
            </a:r>
            <a:r>
              <a:rPr lang="en-US" dirty="0"/>
              <a:t> </a:t>
            </a:r>
            <a:r>
              <a:rPr lang="en-US" dirty="0" err="1"/>
              <a:t>hàng</a:t>
            </a:r>
            <a:r>
              <a:rPr lang="en-US" dirty="0"/>
              <a:t> </a:t>
            </a:r>
            <a:r>
              <a:rPr lang="en-US" dirty="0" err="1"/>
              <a:t>sau</a:t>
            </a:r>
            <a:r>
              <a:rPr lang="en-US" dirty="0"/>
              <a:t> </a:t>
            </a:r>
            <a:r>
              <a:rPr lang="en-US" dirty="0" err="1"/>
              <a:t>khi</a:t>
            </a:r>
            <a:r>
              <a:rPr lang="en-US" dirty="0"/>
              <a:t> </a:t>
            </a:r>
            <a:r>
              <a:rPr lang="en-US" dirty="0" err="1"/>
              <a:t>tôi</a:t>
            </a:r>
            <a:r>
              <a:rPr lang="en-US" dirty="0"/>
              <a:t> </a:t>
            </a:r>
            <a:r>
              <a:rPr lang="en-US" dirty="0" err="1"/>
              <a:t>chụp</a:t>
            </a:r>
            <a:r>
              <a:rPr lang="en-US" dirty="0"/>
              <a:t> </a:t>
            </a:r>
            <a:r>
              <a:rPr lang="en-US" dirty="0" err="1"/>
              <a:t>ảnh</a:t>
            </a:r>
            <a:r>
              <a:rPr lang="en-US" dirty="0"/>
              <a:t> </a:t>
            </a:r>
            <a:r>
              <a:rPr lang="en-US" dirty="0" err="1"/>
              <a:t>séc</a:t>
            </a:r>
            <a:r>
              <a:rPr lang="en-US" dirty="0"/>
              <a:t> </a:t>
            </a:r>
            <a:r>
              <a:rPr lang="en-US" dirty="0" err="1"/>
              <a:t>tôi</a:t>
            </a:r>
            <a:r>
              <a:rPr lang="en-US" dirty="0"/>
              <a:t> </a:t>
            </a:r>
            <a:r>
              <a:rPr lang="en-US" dirty="0" err="1"/>
              <a:t>đang</a:t>
            </a:r>
            <a:r>
              <a:rPr lang="en-US" dirty="0"/>
              <a:t> </a:t>
            </a:r>
            <a:r>
              <a:rPr lang="en-US" dirty="0" err="1"/>
              <a:t>gửi</a:t>
            </a:r>
            <a:r>
              <a:rPr lang="en-US" dirty="0"/>
              <a:t>.</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26</a:t>
            </a:fld>
            <a:endParaRPr lang="en-US"/>
          </a:p>
        </p:txBody>
      </p:sp>
    </p:spTree>
    <p:extLst>
      <p:ext uri="{BB962C8B-B14F-4D97-AF65-F5344CB8AC3E}">
        <p14:creationId xmlns:p14="http://schemas.microsoft.com/office/powerpoint/2010/main" val="3524584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Hyphen</a:t>
            </a:r>
            <a:r>
              <a:rPr lang="en-US" baseline="0" dirty="0"/>
              <a:t> (n): </a:t>
            </a:r>
            <a:r>
              <a:rPr lang="en-US" baseline="0" dirty="0" err="1"/>
              <a:t>dấu</a:t>
            </a:r>
            <a:r>
              <a:rPr lang="en-US" baseline="0" dirty="0"/>
              <a:t> </a:t>
            </a:r>
            <a:r>
              <a:rPr lang="en-US" baseline="0" dirty="0" err="1"/>
              <a:t>nối</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27</a:t>
            </a:fld>
            <a:endParaRPr lang="en-US"/>
          </a:p>
        </p:txBody>
      </p:sp>
    </p:spTree>
    <p:extLst>
      <p:ext uri="{BB962C8B-B14F-4D97-AF65-F5344CB8AC3E}">
        <p14:creationId xmlns:p14="http://schemas.microsoft.com/office/powerpoint/2010/main" val="39626987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swipe</a:t>
            </a:r>
            <a:r>
              <a:rPr lang="en-US" baseline="0" dirty="0"/>
              <a:t> (v): </a:t>
            </a:r>
            <a:r>
              <a:rPr lang="en-US" baseline="0" dirty="0" err="1"/>
              <a:t>vuốt</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28</a:t>
            </a:fld>
            <a:endParaRPr lang="en-US"/>
          </a:p>
        </p:txBody>
      </p:sp>
    </p:spTree>
    <p:extLst>
      <p:ext uri="{BB962C8B-B14F-4D97-AF65-F5344CB8AC3E}">
        <p14:creationId xmlns:p14="http://schemas.microsoft.com/office/powerpoint/2010/main" val="38300306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users are proposing capabilities that might be included “sometime in the lifetime of the product” rather than “in the specific product we’re talking about right now.”: </a:t>
            </a:r>
            <a:r>
              <a:rPr lang="vi-VN" dirty="0"/>
              <a:t>Người dùng đang đề xuất các khả năng có thể được bao gồm </a:t>
            </a:r>
            <a:r>
              <a:rPr lang="en-US" dirty="0"/>
              <a:t>“</a:t>
            </a:r>
            <a:r>
              <a:rPr lang="vi-VN" dirty="0"/>
              <a:t>trong một thời gian nào đó trong vòng đời của sản phẩm</a:t>
            </a:r>
            <a:r>
              <a:rPr lang="en-US" dirty="0"/>
              <a:t>”</a:t>
            </a:r>
            <a:r>
              <a:rPr lang="vi-VN" dirty="0"/>
              <a:t>, chứ không phải là </a:t>
            </a:r>
            <a:r>
              <a:rPr lang="en-US" dirty="0"/>
              <a:t>“</a:t>
            </a:r>
            <a:r>
              <a:rPr lang="vi-VN" dirty="0"/>
              <a:t>trong sản phẩm cụ thể mà chúng tôi đang nói đến ngay bây giờ</a:t>
            </a:r>
            <a:r>
              <a:rPr lang="en-US" dirty="0"/>
              <a:t>”</a:t>
            </a:r>
            <a:r>
              <a:rPr lang="vi-VN" dirty="0"/>
              <a:t>.</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30</a:t>
            </a:fld>
            <a:endParaRPr lang="en-US"/>
          </a:p>
        </p:txBody>
      </p:sp>
    </p:spTree>
    <p:extLst>
      <p:ext uri="{BB962C8B-B14F-4D97-AF65-F5344CB8AC3E}">
        <p14:creationId xmlns:p14="http://schemas.microsoft.com/office/powerpoint/2010/main" val="12023229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Vài cảnh báo sẽ làm giảm đường cong </a:t>
            </a:r>
            <a:r>
              <a:rPr lang="en-US" dirty="0" err="1"/>
              <a:t>kỹ</a:t>
            </a:r>
            <a:r>
              <a:rPr lang="en-US" baseline="0" dirty="0"/>
              <a:t> </a:t>
            </a:r>
            <a:r>
              <a:rPr lang="en-US" baseline="0" dirty="0" err="1"/>
              <a:t>năng</a:t>
            </a:r>
            <a:r>
              <a:rPr lang="vi-VN" dirty="0"/>
              <a:t>.</a:t>
            </a:r>
            <a:endParaRPr lang="en-US" dirty="0"/>
          </a:p>
          <a:p>
            <a:r>
              <a:rPr lang="en-US" dirty="0"/>
              <a:t>- Opinionated</a:t>
            </a:r>
            <a:r>
              <a:rPr lang="en-US" baseline="0" dirty="0"/>
              <a:t> (</a:t>
            </a:r>
            <a:r>
              <a:rPr lang="en-US" baseline="0" dirty="0" err="1"/>
              <a:t>adj</a:t>
            </a:r>
            <a:r>
              <a:rPr lang="en-US" baseline="0" dirty="0"/>
              <a:t>): </a:t>
            </a:r>
            <a:r>
              <a:rPr lang="en-US" baseline="0" dirty="0" err="1"/>
              <a:t>cứng</a:t>
            </a:r>
            <a:r>
              <a:rPr lang="en-US" baseline="0" dirty="0"/>
              <a:t> </a:t>
            </a:r>
            <a:r>
              <a:rPr lang="en-US" baseline="0" dirty="0" err="1"/>
              <a:t>đầu</a:t>
            </a:r>
            <a:r>
              <a:rPr lang="en-US" baseline="0" dirty="0"/>
              <a:t>, </a:t>
            </a:r>
            <a:r>
              <a:rPr lang="en-US" baseline="0" dirty="0" err="1"/>
              <a:t>bảo</a:t>
            </a:r>
            <a:r>
              <a:rPr lang="en-US" baseline="0" dirty="0"/>
              <a:t> </a:t>
            </a:r>
            <a:r>
              <a:rPr lang="en-US" baseline="0" dirty="0" err="1"/>
              <a:t>thủ</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31</a:t>
            </a:fld>
            <a:endParaRPr lang="en-US"/>
          </a:p>
        </p:txBody>
      </p:sp>
    </p:spTree>
    <p:extLst>
      <p:ext uri="{BB962C8B-B14F-4D97-AF65-F5344CB8AC3E}">
        <p14:creationId xmlns:p14="http://schemas.microsoft.com/office/powerpoint/2010/main" val="15062677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Vài cảnh báo sẽ làm giảm đường cong </a:t>
            </a:r>
            <a:r>
              <a:rPr lang="en-US" dirty="0" err="1"/>
              <a:t>kỹ</a:t>
            </a:r>
            <a:r>
              <a:rPr lang="en-US" baseline="0" dirty="0"/>
              <a:t> </a:t>
            </a:r>
            <a:r>
              <a:rPr lang="en-US" baseline="0" dirty="0" err="1"/>
              <a:t>năng</a:t>
            </a:r>
            <a:r>
              <a:rPr lang="vi-VN" dirty="0"/>
              <a:t>.</a:t>
            </a:r>
            <a:endParaRPr lang="en-US" dirty="0"/>
          </a:p>
          <a:p>
            <a:pPr marL="171450" indent="-171450">
              <a:buFontTx/>
              <a:buChar char="-"/>
            </a:pPr>
            <a:r>
              <a:rPr lang="en-US" dirty="0"/>
              <a:t>Avoid the requirements-versus-design argument: </a:t>
            </a:r>
            <a:r>
              <a:rPr lang="en-US" dirty="0" err="1"/>
              <a:t>Tránh</a:t>
            </a:r>
            <a:r>
              <a:rPr lang="en-US" dirty="0"/>
              <a:t> </a:t>
            </a:r>
            <a:r>
              <a:rPr lang="en-US" dirty="0" err="1"/>
              <a:t>các</a:t>
            </a:r>
            <a:r>
              <a:rPr lang="en-US" dirty="0"/>
              <a:t> </a:t>
            </a:r>
            <a:r>
              <a:rPr lang="en-US" dirty="0" err="1"/>
              <a:t>đối</a:t>
            </a:r>
            <a:r>
              <a:rPr lang="en-US" dirty="0"/>
              <a:t> </a:t>
            </a:r>
            <a:r>
              <a:rPr lang="en-US" dirty="0" err="1"/>
              <a:t>số</a:t>
            </a:r>
            <a:r>
              <a:rPr lang="en-US" dirty="0"/>
              <a:t> </a:t>
            </a:r>
            <a:r>
              <a:rPr lang="en-US" dirty="0" err="1"/>
              <a:t>yêu</a:t>
            </a:r>
            <a:r>
              <a:rPr lang="en-US" dirty="0"/>
              <a:t> </a:t>
            </a:r>
            <a:r>
              <a:rPr lang="en-US" dirty="0" err="1"/>
              <a:t>cầu</a:t>
            </a:r>
            <a:r>
              <a:rPr lang="en-US" dirty="0"/>
              <a:t> so </a:t>
            </a:r>
            <a:r>
              <a:rPr lang="en-US" dirty="0" err="1"/>
              <a:t>với</a:t>
            </a:r>
            <a:r>
              <a:rPr lang="en-US" dirty="0"/>
              <a:t> </a:t>
            </a:r>
            <a:r>
              <a:rPr lang="en-US" dirty="0" err="1"/>
              <a:t>thiết</a:t>
            </a:r>
            <a:r>
              <a:rPr lang="en-US" dirty="0"/>
              <a:t> kế.</a:t>
            </a:r>
          </a:p>
          <a:p>
            <a:pPr marL="171450" indent="-171450">
              <a:buFontTx/>
              <a:buChar char="-"/>
            </a:pPr>
            <a:r>
              <a:rPr lang="en-US" dirty="0"/>
              <a:t>Realm (n): </a:t>
            </a:r>
            <a:r>
              <a:rPr lang="en-US" dirty="0" err="1"/>
              <a:t>vương</a:t>
            </a:r>
            <a:r>
              <a:rPr lang="en-US" baseline="0" dirty="0"/>
              <a:t> </a:t>
            </a:r>
            <a:r>
              <a:rPr lang="en-US" baseline="0" dirty="0" err="1"/>
              <a:t>quốc</a:t>
            </a:r>
            <a:endParaRPr lang="en-US" baseline="0" dirty="0"/>
          </a:p>
          <a:p>
            <a:pPr marL="171450" indent="-171450">
              <a:buFontTx/>
              <a:buChar char="-"/>
            </a:pPr>
            <a:r>
              <a:rPr lang="en-US" baseline="0" dirty="0"/>
              <a:t>Exploratory (</a:t>
            </a:r>
            <a:r>
              <a:rPr lang="en-US" baseline="0" dirty="0" err="1"/>
              <a:t>adj</a:t>
            </a:r>
            <a:r>
              <a:rPr lang="en-US" baseline="0" dirty="0"/>
              <a:t>): </a:t>
            </a:r>
            <a:r>
              <a:rPr lang="en-US" baseline="0" dirty="0" err="1"/>
              <a:t>có</a:t>
            </a:r>
            <a:r>
              <a:rPr lang="en-US" baseline="0" dirty="0"/>
              <a:t> </a:t>
            </a:r>
            <a:r>
              <a:rPr lang="en-US" baseline="0" dirty="0" err="1"/>
              <a:t>tính</a:t>
            </a:r>
            <a:r>
              <a:rPr lang="en-US" baseline="0" dirty="0"/>
              <a:t> </a:t>
            </a:r>
            <a:r>
              <a:rPr lang="en-US" baseline="0" dirty="0" err="1"/>
              <a:t>thăm</a:t>
            </a:r>
            <a:r>
              <a:rPr lang="en-US" baseline="0" dirty="0"/>
              <a:t> </a:t>
            </a:r>
            <a:r>
              <a:rPr lang="en-US" baseline="0" dirty="0" err="1"/>
              <a:t>dò</a:t>
            </a:r>
            <a:endParaRPr lang="en-US" baseline="0" dirty="0"/>
          </a:p>
          <a:p>
            <a:pPr marL="171450" indent="-171450">
              <a:buFontTx/>
              <a:buChar char="-"/>
            </a:pPr>
            <a:r>
              <a:rPr lang="en-US" baseline="0" dirty="0"/>
              <a:t>Disrupt (v): </a:t>
            </a:r>
            <a:r>
              <a:rPr lang="en-US" baseline="0" dirty="0" err="1"/>
              <a:t>ngăn</a:t>
            </a:r>
            <a:r>
              <a:rPr lang="en-US" baseline="0" dirty="0"/>
              <a:t> </a:t>
            </a:r>
            <a:r>
              <a:rPr lang="en-US" baseline="0" dirty="0" err="1"/>
              <a:t>cản</a:t>
            </a:r>
            <a:endParaRPr lang="en-US" baseline="0" dirty="0"/>
          </a:p>
          <a:p>
            <a:pPr marL="0" indent="0">
              <a:buFontTx/>
              <a:buNone/>
            </a:pP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32</a:t>
            </a:fld>
            <a:endParaRPr lang="en-US"/>
          </a:p>
        </p:txBody>
      </p:sp>
    </p:spTree>
    <p:extLst>
      <p:ext uri="{BB962C8B-B14F-4D97-AF65-F5344CB8AC3E}">
        <p14:creationId xmlns:p14="http://schemas.microsoft.com/office/powerpoint/2010/main" val="4275054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1" i="1" dirty="0">
                <a:solidFill>
                  <a:srgbClr val="003399"/>
                </a:solidFill>
              </a:rPr>
              <a:t>Assumed requirements </a:t>
            </a:r>
            <a:r>
              <a:rPr lang="en-US" dirty="0"/>
              <a:t>are those that people expect without having explicitly expressed them. What you assume as being obvious might not be the same as assumptions that various  developers make: </a:t>
            </a:r>
            <a:r>
              <a:rPr lang="vi-VN" dirty="0"/>
              <a:t>Các yêu cầu giả định là những yêu cầu mà mọi người mong đợi mà không thể hiện rõ ràng chúng. Những gì bạn cho là hiển nhiên có thể không giống với các giả định mà các nhà phát triển khác nhau đưa ra.</a:t>
            </a:r>
            <a:endParaRPr lang="en-US" dirty="0"/>
          </a:p>
          <a:p>
            <a:pPr marL="171450" indent="-171450">
              <a:buFontTx/>
              <a:buChar char="-"/>
            </a:pPr>
            <a:r>
              <a:rPr lang="en-US" b="1" i="1" dirty="0">
                <a:solidFill>
                  <a:srgbClr val="003399"/>
                </a:solidFill>
              </a:rPr>
              <a:t>Implied requirements </a:t>
            </a:r>
            <a:r>
              <a:rPr lang="en-US" dirty="0"/>
              <a:t>are necessary because of another requirement but aren’t explicitly stated. Developers can’t implement functionality they don’t know about: </a:t>
            </a:r>
            <a:r>
              <a:rPr lang="vi-VN" dirty="0"/>
              <a:t>Yêu cầu ngụ ý là cần thiết vì một yêu cầu khác nhưng không được nêu rõ ràng. Các nhà phát triển không thể thực hiện chức năng mà họ không biết.</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33</a:t>
            </a:fld>
            <a:endParaRPr lang="en-US"/>
          </a:p>
        </p:txBody>
      </p:sp>
    </p:spTree>
    <p:extLst>
      <p:ext uri="{BB962C8B-B14F-4D97-AF65-F5344CB8AC3E}">
        <p14:creationId xmlns:p14="http://schemas.microsoft.com/office/powerpoint/2010/main" val="35552050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Check boundary values for missing requirements.:</a:t>
            </a:r>
            <a:r>
              <a:rPr lang="en-US" baseline="0" dirty="0"/>
              <a:t> </a:t>
            </a:r>
            <a:r>
              <a:rPr lang="en-US" baseline="0" dirty="0" err="1"/>
              <a:t>Lấy</a:t>
            </a:r>
            <a:r>
              <a:rPr lang="en-US" baseline="0" dirty="0"/>
              <a:t> </a:t>
            </a:r>
            <a:r>
              <a:rPr lang="en-US" baseline="0" dirty="0" err="1"/>
              <a:t>ví</a:t>
            </a:r>
            <a:r>
              <a:rPr lang="en-US" baseline="0" dirty="0"/>
              <a:t> </a:t>
            </a:r>
            <a:r>
              <a:rPr lang="en-US" baseline="0" dirty="0" err="1"/>
              <a:t>dụ</a:t>
            </a:r>
            <a:r>
              <a:rPr lang="en-US" baseline="0" dirty="0"/>
              <a:t> </a:t>
            </a:r>
            <a:r>
              <a:rPr lang="en-US" baseline="0" dirty="0" err="1"/>
              <a:t>điều</a:t>
            </a:r>
            <a:r>
              <a:rPr lang="en-US" baseline="0" dirty="0"/>
              <a:t> </a:t>
            </a:r>
            <a:r>
              <a:rPr lang="en-US" baseline="0" dirty="0" err="1"/>
              <a:t>kiện</a:t>
            </a:r>
            <a:r>
              <a:rPr lang="en-US" baseline="0" dirty="0"/>
              <a:t> </a:t>
            </a:r>
            <a:r>
              <a:rPr lang="en-US" baseline="0" dirty="0" err="1"/>
              <a:t>đơn</a:t>
            </a:r>
            <a:r>
              <a:rPr lang="en-US" baseline="0" dirty="0"/>
              <a:t> </a:t>
            </a:r>
            <a:r>
              <a:rPr lang="en-US" baseline="0" dirty="0" err="1"/>
              <a:t>hàng</a:t>
            </a:r>
            <a:r>
              <a:rPr lang="en-US" baseline="0" dirty="0"/>
              <a:t> &lt;500 $ </a:t>
            </a:r>
            <a:r>
              <a:rPr lang="en-US" baseline="0" dirty="0" err="1"/>
              <a:t>thì</a:t>
            </a:r>
            <a:r>
              <a:rPr lang="en-US" baseline="0" dirty="0"/>
              <a:t> </a:t>
            </a:r>
            <a:r>
              <a:rPr lang="en-US" baseline="0" dirty="0" err="1"/>
              <a:t>phí</a:t>
            </a:r>
            <a:r>
              <a:rPr lang="en-US" baseline="0" dirty="0"/>
              <a:t> </a:t>
            </a:r>
            <a:r>
              <a:rPr lang="en-US" baseline="0" dirty="0" err="1"/>
              <a:t>vận</a:t>
            </a:r>
            <a:r>
              <a:rPr lang="en-US" baseline="0" dirty="0"/>
              <a:t> </a:t>
            </a:r>
            <a:r>
              <a:rPr lang="en-US" baseline="0" dirty="0" err="1"/>
              <a:t>chuyển</a:t>
            </a:r>
            <a:r>
              <a:rPr lang="en-US" baseline="0" dirty="0"/>
              <a:t> </a:t>
            </a:r>
            <a:r>
              <a:rPr lang="en-US" baseline="0" dirty="0" err="1"/>
              <a:t>là</a:t>
            </a:r>
            <a:r>
              <a:rPr lang="en-US" baseline="0" dirty="0"/>
              <a:t> $4, </a:t>
            </a:r>
            <a:r>
              <a:rPr lang="en-US" baseline="0" dirty="0" err="1"/>
              <a:t>nếu</a:t>
            </a:r>
            <a:r>
              <a:rPr lang="en-US" baseline="0" dirty="0"/>
              <a:t> </a:t>
            </a:r>
            <a:r>
              <a:rPr lang="en-US" baseline="0" dirty="0" err="1"/>
              <a:t>đơn</a:t>
            </a:r>
            <a:r>
              <a:rPr lang="en-US" baseline="0" dirty="0"/>
              <a:t> </a:t>
            </a:r>
            <a:r>
              <a:rPr lang="en-US" baseline="0" dirty="0" err="1"/>
              <a:t>hàng</a:t>
            </a:r>
            <a:r>
              <a:rPr lang="en-US" baseline="0" dirty="0"/>
              <a:t> &gt;500$ </a:t>
            </a:r>
            <a:r>
              <a:rPr lang="en-US" baseline="0" dirty="0" err="1"/>
              <a:t>thì</a:t>
            </a:r>
            <a:r>
              <a:rPr lang="en-US" baseline="0" dirty="0"/>
              <a:t> </a:t>
            </a:r>
            <a:r>
              <a:rPr lang="en-US" baseline="0" dirty="0" err="1"/>
              <a:t>phí</a:t>
            </a:r>
            <a:r>
              <a:rPr lang="en-US" baseline="0" dirty="0"/>
              <a:t> </a:t>
            </a:r>
            <a:r>
              <a:rPr lang="en-US" baseline="0" dirty="0" err="1"/>
              <a:t>vận</a:t>
            </a:r>
            <a:r>
              <a:rPr lang="en-US" baseline="0" dirty="0"/>
              <a:t> </a:t>
            </a:r>
            <a:r>
              <a:rPr lang="en-US" baseline="0" dirty="0" err="1"/>
              <a:t>chuyển</a:t>
            </a:r>
            <a:r>
              <a:rPr lang="en-US" baseline="0" dirty="0"/>
              <a:t> </a:t>
            </a:r>
            <a:r>
              <a:rPr lang="en-US" baseline="0" dirty="0" err="1"/>
              <a:t>là</a:t>
            </a:r>
            <a:r>
              <a:rPr lang="en-US" baseline="0" dirty="0"/>
              <a:t> 3. </a:t>
            </a:r>
            <a:r>
              <a:rPr lang="en-US" baseline="0" dirty="0" err="1"/>
              <a:t>Vậy</a:t>
            </a:r>
            <a:r>
              <a:rPr lang="en-US" baseline="0" dirty="0"/>
              <a:t> ở </a:t>
            </a:r>
            <a:r>
              <a:rPr lang="en-US" baseline="0" dirty="0" err="1"/>
              <a:t>những</a:t>
            </a:r>
            <a:r>
              <a:rPr lang="en-US" baseline="0" dirty="0"/>
              <a:t> </a:t>
            </a:r>
            <a:r>
              <a:rPr lang="en-US" baseline="0" dirty="0" err="1"/>
              <a:t>đơn</a:t>
            </a:r>
            <a:r>
              <a:rPr lang="en-US" baseline="0" dirty="0"/>
              <a:t> </a:t>
            </a:r>
            <a:r>
              <a:rPr lang="en-US" baseline="0" dirty="0" err="1"/>
              <a:t>hàng</a:t>
            </a:r>
            <a:r>
              <a:rPr lang="en-US" baseline="0" dirty="0"/>
              <a:t> </a:t>
            </a:r>
            <a:r>
              <a:rPr lang="en-US" baseline="0" dirty="0" err="1"/>
              <a:t>có</a:t>
            </a:r>
            <a:r>
              <a:rPr lang="en-US" baseline="0" dirty="0"/>
              <a:t> </a:t>
            </a:r>
            <a:r>
              <a:rPr lang="en-US" baseline="0" dirty="0" err="1"/>
              <a:t>giá</a:t>
            </a:r>
            <a:r>
              <a:rPr lang="en-US" baseline="0" dirty="0"/>
              <a:t> trị </a:t>
            </a:r>
            <a:r>
              <a:rPr lang="en-US" baseline="0" dirty="0" err="1"/>
              <a:t>là</a:t>
            </a:r>
            <a:r>
              <a:rPr lang="en-US" baseline="0" dirty="0"/>
              <a:t> 500$ </a:t>
            </a:r>
            <a:r>
              <a:rPr lang="en-US" baseline="0" dirty="0" err="1"/>
              <a:t>thì</a:t>
            </a:r>
            <a:r>
              <a:rPr lang="en-US" baseline="0" dirty="0"/>
              <a:t> </a:t>
            </a:r>
            <a:r>
              <a:rPr lang="en-US" baseline="0" dirty="0" err="1"/>
              <a:t>sao</a:t>
            </a:r>
            <a:r>
              <a:rPr lang="en-US" baseline="0" dirty="0"/>
              <a:t>? </a:t>
            </a:r>
            <a:r>
              <a:rPr lang="en-US" baseline="0" dirty="0" err="1"/>
              <a:t>Đây</a:t>
            </a:r>
            <a:r>
              <a:rPr lang="en-US" baseline="0" dirty="0"/>
              <a:t> </a:t>
            </a:r>
            <a:r>
              <a:rPr lang="en-US" baseline="0" dirty="0" err="1"/>
              <a:t>là</a:t>
            </a:r>
            <a:r>
              <a:rPr lang="en-US" baseline="0" dirty="0"/>
              <a:t> 1 </a:t>
            </a:r>
            <a:r>
              <a:rPr lang="en-US" baseline="0" dirty="0" err="1"/>
              <a:t>ví</a:t>
            </a:r>
            <a:r>
              <a:rPr lang="en-US" baseline="0" dirty="0"/>
              <a:t> </a:t>
            </a:r>
            <a:r>
              <a:rPr lang="en-US" baseline="0" dirty="0" err="1"/>
              <a:t>dụ</a:t>
            </a:r>
            <a:r>
              <a:rPr lang="en-US" baseline="0" dirty="0"/>
              <a:t> </a:t>
            </a:r>
            <a:r>
              <a:rPr lang="en-US" baseline="0" dirty="0" err="1"/>
              <a:t>về</a:t>
            </a:r>
            <a:r>
              <a:rPr lang="en-US" baseline="0" dirty="0"/>
              <a:t> missing requirements</a:t>
            </a:r>
          </a:p>
          <a:p>
            <a:pPr marL="171450" marR="0" lvl="1" indent="-171450" algn="l" defTabSz="914400" rtl="0" eaLnBrk="1" fontAlgn="auto" latinLnBrk="0" hangingPunct="1">
              <a:lnSpc>
                <a:spcPct val="100000"/>
              </a:lnSpc>
              <a:spcBef>
                <a:spcPts val="0"/>
              </a:spcBef>
              <a:spcAft>
                <a:spcPts val="0"/>
              </a:spcAft>
              <a:buClrTx/>
              <a:buSzTx/>
              <a:buFontTx/>
              <a:buChar char="-"/>
              <a:tabLst/>
              <a:defRPr/>
            </a:pP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34</a:t>
            </a:fld>
            <a:endParaRPr lang="en-US"/>
          </a:p>
        </p:txBody>
      </p:sp>
    </p:spTree>
    <p:extLst>
      <p:ext uri="{BB962C8B-B14F-4D97-AF65-F5344CB8AC3E}">
        <p14:creationId xmlns:p14="http://schemas.microsoft.com/office/powerpoint/2010/main" val="25343360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combination of logical conditions has no corresponding functional requirement, the developer has to deduce what the system should do or chase down an answer.: </a:t>
            </a:r>
            <a:r>
              <a:rPr lang="vi-VN" dirty="0"/>
              <a:t>Nếu sự kết hợp của các điều kiện logic không có yêu cầu chức năng tương ứng, nhà phát triển phải suy luận những gì hệ thống nên làm hoặc theo đuổi một câu trả lời.</a:t>
            </a:r>
            <a:endParaRPr lang="en-US" dirty="0"/>
          </a:p>
        </p:txBody>
      </p:sp>
      <p:sp>
        <p:nvSpPr>
          <p:cNvPr id="4" name="Slide Number Placeholder 3"/>
          <p:cNvSpPr>
            <a:spLocks noGrp="1"/>
          </p:cNvSpPr>
          <p:nvPr>
            <p:ph type="sldNum" sz="quarter" idx="10"/>
          </p:nvPr>
        </p:nvSpPr>
        <p:spPr/>
        <p:txBody>
          <a:bodyPr/>
          <a:lstStyle/>
          <a:p>
            <a:fld id="{61936B4F-85D5-49B9-A901-66D11C64AC27}" type="slidenum">
              <a:rPr lang="en-US" smtClean="0"/>
              <a:t>35</a:t>
            </a:fld>
            <a:endParaRPr lang="en-US"/>
          </a:p>
        </p:txBody>
      </p:sp>
    </p:spTree>
    <p:extLst>
      <p:ext uri="{BB962C8B-B14F-4D97-AF65-F5344CB8AC3E}">
        <p14:creationId xmlns:p14="http://schemas.microsoft.com/office/powerpoint/2010/main" val="208685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36</a:t>
            </a:fld>
            <a:endParaRPr lang="en-US"/>
          </a:p>
        </p:txBody>
      </p:sp>
    </p:spTree>
    <p:extLst>
      <p:ext uri="{BB962C8B-B14F-4D97-AF65-F5344CB8AC3E}">
        <p14:creationId xmlns:p14="http://schemas.microsoft.com/office/powerpoint/2010/main" val="32580174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37</a:t>
            </a:fld>
            <a:endParaRPr lang="en-US"/>
          </a:p>
        </p:txBody>
      </p:sp>
    </p:spTree>
    <p:extLst>
      <p:ext uri="{BB962C8B-B14F-4D97-AF65-F5344CB8AC3E}">
        <p14:creationId xmlns:p14="http://schemas.microsoft.com/office/powerpoint/2010/main" val="36517917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a:solidFill>
                  <a:srgbClr val="0000FF"/>
                </a:solidFill>
                <a:latin typeface="+mn-lt"/>
              </a:rPr>
              <a:t>ĐẠI</a:t>
            </a:r>
            <a:r>
              <a:rPr lang="en-US" sz="3200" b="1" baseline="0" dirty="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9628418"/>
      </p:ext>
    </p:extLst>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a:t>Click to edit Master title style</a:t>
            </a:r>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vi-VN"/>
              <a:t>Chapter 7: Requirements Elicitation_BayHV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1754290"/>
      </p:ext>
    </p:extLst>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a:t>Chapter 7: Requirements Elicitation_BayHV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8734135"/>
      </p:ext>
    </p:extLst>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a:t>Chapter 7: Requirements Elicitation_BayHV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3111600"/>
      </p:ext>
    </p:extLst>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a:t>Chapter 7: Requirements Elicitation_BayHV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68042688"/>
      </p:ext>
    </p:extLst>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vi-VN"/>
              <a:t>Chapter 7: Requirements Elicitation_BayHV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909282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1372" y="4247308"/>
            <a:ext cx="6858000" cy="1543891"/>
          </a:xfrm>
        </p:spPr>
        <p:txBody>
          <a:bodyPr>
            <a:normAutofit/>
          </a:bodyPr>
          <a:lstStyle/>
          <a:p>
            <a:r>
              <a:rPr lang="en-US" sz="2400" dirty="0"/>
              <a:t>CHAPTER 7</a:t>
            </a:r>
            <a:br>
              <a:rPr lang="en-US" sz="2400" dirty="0"/>
            </a:br>
            <a:br>
              <a:rPr lang="en-US" dirty="0"/>
            </a:br>
            <a:r>
              <a:rPr lang="en-US" dirty="0"/>
              <a:t> </a:t>
            </a:r>
            <a:r>
              <a:rPr lang="en-US" sz="3600" dirty="0"/>
              <a:t>Requirements elicitation</a:t>
            </a:r>
            <a:endParaRPr lang="en-US" dirty="0"/>
          </a:p>
        </p:txBody>
      </p:sp>
    </p:spTree>
    <p:extLst>
      <p:ext uri="{BB962C8B-B14F-4D97-AF65-F5344CB8AC3E}">
        <p14:creationId xmlns:p14="http://schemas.microsoft.com/office/powerpoint/2010/main" val="2204724383"/>
      </p:ext>
    </p:extLst>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6</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094690118"/>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4881006"/>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CC5BAB-8F28-3B48-AE2E-BE2FF58B0E19}"/>
              </a:ext>
            </a:extLst>
          </p:cNvPr>
          <p:cNvSpPr>
            <a:spLocks noGrp="1"/>
          </p:cNvSpPr>
          <p:nvPr>
            <p:ph idx="1"/>
          </p:nvPr>
        </p:nvSpPr>
        <p:spPr/>
        <p:txBody>
          <a:bodyPr/>
          <a:lstStyle/>
          <a:p>
            <a:endParaRPr lang="en-KR"/>
          </a:p>
        </p:txBody>
      </p:sp>
      <p:sp>
        <p:nvSpPr>
          <p:cNvPr id="3" name="Title 2">
            <a:extLst>
              <a:ext uri="{FF2B5EF4-FFF2-40B4-BE49-F238E27FC236}">
                <a16:creationId xmlns:a16="http://schemas.microsoft.com/office/drawing/2014/main" id="{9166523D-E518-1243-B3EC-0F22D172C894}"/>
              </a:ext>
            </a:extLst>
          </p:cNvPr>
          <p:cNvSpPr>
            <a:spLocks noGrp="1"/>
          </p:cNvSpPr>
          <p:nvPr>
            <p:ph type="title"/>
          </p:nvPr>
        </p:nvSpPr>
        <p:spPr/>
        <p:txBody>
          <a:bodyPr/>
          <a:lstStyle/>
          <a:p>
            <a:endParaRPr lang="en-KR"/>
          </a:p>
        </p:txBody>
      </p:sp>
      <p:sp>
        <p:nvSpPr>
          <p:cNvPr id="4" name="Footer Placeholder 3">
            <a:extLst>
              <a:ext uri="{FF2B5EF4-FFF2-40B4-BE49-F238E27FC236}">
                <a16:creationId xmlns:a16="http://schemas.microsoft.com/office/drawing/2014/main" id="{FEAFB99F-12AE-7349-AE93-A93D219CCC92}"/>
              </a:ext>
            </a:extLst>
          </p:cNvPr>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a:extLst>
              <a:ext uri="{FF2B5EF4-FFF2-40B4-BE49-F238E27FC236}">
                <a16:creationId xmlns:a16="http://schemas.microsoft.com/office/drawing/2014/main" id="{8BFAD282-FEB3-6942-AB0D-39E340E15684}"/>
              </a:ext>
            </a:extLst>
          </p:cNvPr>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pic>
        <p:nvPicPr>
          <p:cNvPr id="6" name="Picture 5">
            <a:extLst>
              <a:ext uri="{FF2B5EF4-FFF2-40B4-BE49-F238E27FC236}">
                <a16:creationId xmlns:a16="http://schemas.microsoft.com/office/drawing/2014/main" id="{BD8D1374-2797-A444-8A53-362D7A706D9E}"/>
              </a:ext>
            </a:extLst>
          </p:cNvPr>
          <p:cNvPicPr>
            <a:picLocks noChangeAspect="1"/>
          </p:cNvPicPr>
          <p:nvPr/>
        </p:nvPicPr>
        <p:blipFill>
          <a:blip r:embed="rId2"/>
          <a:stretch>
            <a:fillRect/>
          </a:stretch>
        </p:blipFill>
        <p:spPr>
          <a:xfrm>
            <a:off x="0" y="798302"/>
            <a:ext cx="9144000" cy="5261395"/>
          </a:xfrm>
          <a:prstGeom prst="rect">
            <a:avLst/>
          </a:prstGeom>
        </p:spPr>
      </p:pic>
    </p:spTree>
    <p:extLst>
      <p:ext uri="{BB962C8B-B14F-4D97-AF65-F5344CB8AC3E}">
        <p14:creationId xmlns:p14="http://schemas.microsoft.com/office/powerpoint/2010/main" val="272241350"/>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1"/>
            <a:ext cx="6324600" cy="1053824"/>
          </a:xfrm>
        </p:spPr>
        <p:txBody>
          <a:bodyPr/>
          <a:lstStyle/>
          <a:p>
            <a:r>
              <a:rPr lang="en-US" sz="3200" dirty="0"/>
              <a:t>Objectives</a:t>
            </a:r>
          </a:p>
        </p:txBody>
      </p:sp>
      <p:sp>
        <p:nvSpPr>
          <p:cNvPr id="4" name="Content Placeholder 2"/>
          <p:cNvSpPr txBox="1">
            <a:spLocks/>
          </p:cNvSpPr>
          <p:nvPr/>
        </p:nvSpPr>
        <p:spPr>
          <a:xfrm>
            <a:off x="235974" y="1169251"/>
            <a:ext cx="8721213" cy="4956245"/>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a:r>
              <a:rPr lang="en-US" sz="2800" dirty="0"/>
              <a:t>Student should understand the importance of requirements elicitation in requirement engineering.</a:t>
            </a:r>
          </a:p>
          <a:p>
            <a:pPr algn="just"/>
            <a:r>
              <a:rPr lang="en-US" sz="2800" dirty="0"/>
              <a:t>Student should enhance the list of requirements elicitation techniques and how to use them.</a:t>
            </a:r>
          </a:p>
          <a:p>
            <a:pPr algn="just"/>
            <a:r>
              <a:rPr lang="en-US" sz="2800" dirty="0"/>
              <a:t>Students should understand which techniques work well? Why? Which ones do not work so well? Why not? </a:t>
            </a:r>
          </a:p>
          <a:p>
            <a:pPr algn="just"/>
            <a:r>
              <a:rPr lang="en-US" sz="2800" dirty="0"/>
              <a:t>Which techniques that should use in agile projects, other projects.</a:t>
            </a:r>
          </a:p>
          <a:p>
            <a:pPr algn="just"/>
            <a:endParaRPr lang="en-US" sz="2800" dirty="0"/>
          </a:p>
          <a:p>
            <a:pPr algn="just"/>
            <a:endParaRPr lang="en-US" sz="2800" dirty="0"/>
          </a:p>
        </p:txBody>
      </p:sp>
      <p:sp>
        <p:nvSpPr>
          <p:cNvPr id="3" name="Footer Placeholder 2"/>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2960150273"/>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44611"/>
          </a:xfrm>
        </p:spPr>
        <p:txBody>
          <a:bodyPr/>
          <a:lstStyle/>
          <a:p>
            <a:r>
              <a:rPr lang="en-US" sz="3200" dirty="0"/>
              <a:t>Contents</a:t>
            </a:r>
          </a:p>
        </p:txBody>
      </p:sp>
      <p:sp>
        <p:nvSpPr>
          <p:cNvPr id="5" name="Content Placeholder 2"/>
          <p:cNvSpPr txBox="1">
            <a:spLocks/>
          </p:cNvSpPr>
          <p:nvPr/>
        </p:nvSpPr>
        <p:spPr>
          <a:xfrm>
            <a:off x="629266" y="1179871"/>
            <a:ext cx="7914966" cy="5160604"/>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2800" dirty="0"/>
              <a:t>Requirements elicitation overview</a:t>
            </a:r>
          </a:p>
          <a:p>
            <a:r>
              <a:rPr lang="en-US" sz="2800" dirty="0"/>
              <a:t>Requirements elicitation techniques</a:t>
            </a:r>
          </a:p>
          <a:p>
            <a:r>
              <a:rPr lang="en-US" sz="2800" dirty="0"/>
              <a:t>Planning elicitation on your project</a:t>
            </a:r>
          </a:p>
          <a:p>
            <a:r>
              <a:rPr lang="en-US" sz="2800" dirty="0"/>
              <a:t>Preparing for elicitation</a:t>
            </a:r>
          </a:p>
          <a:p>
            <a:r>
              <a:rPr lang="en-US" sz="2800" dirty="0"/>
              <a:t>Performing elicitation activities</a:t>
            </a:r>
          </a:p>
          <a:p>
            <a:r>
              <a:rPr lang="en-US" sz="2800" dirty="0"/>
              <a:t>Following up after elicitation</a:t>
            </a:r>
          </a:p>
          <a:p>
            <a:r>
              <a:rPr lang="en-US" sz="2800" dirty="0"/>
              <a:t>Classifying customer input</a:t>
            </a:r>
          </a:p>
          <a:p>
            <a:r>
              <a:rPr lang="en-US" sz="2800" dirty="0"/>
              <a:t>Some cautions about elicitation</a:t>
            </a:r>
          </a:p>
          <a:p>
            <a:r>
              <a:rPr lang="en-US" sz="2800" dirty="0"/>
              <a:t>Finding missing requirement</a:t>
            </a:r>
          </a:p>
        </p:txBody>
      </p:sp>
      <p:sp>
        <p:nvSpPr>
          <p:cNvPr id="3" name="Footer Placeholder 2"/>
          <p:cNvSpPr>
            <a:spLocks noGrp="1"/>
          </p:cNvSpPr>
          <p:nvPr>
            <p:ph type="ftr" sz="quarter" idx="10"/>
          </p:nvPr>
        </p:nvSpPr>
        <p:spPr/>
        <p:txBody>
          <a:bodyPr/>
          <a:lstStyle/>
          <a:p>
            <a:pPr>
              <a:defRPr/>
            </a:pPr>
            <a:r>
              <a:rPr lang="vi-VN"/>
              <a:t>Chapter 7: Requirements Elicitation_BayHV</a:t>
            </a:r>
            <a:endParaRPr lang="en-US"/>
          </a:p>
        </p:txBody>
      </p:sp>
      <p:sp>
        <p:nvSpPr>
          <p:cNvPr id="4" name="Slide Number Placeholder 3"/>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2279635006"/>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118324"/>
            <a:ext cx="6324600" cy="914399"/>
          </a:xfrm>
        </p:spPr>
        <p:txBody>
          <a:bodyPr>
            <a:normAutofit/>
          </a:bodyPr>
          <a:lstStyle/>
          <a:p>
            <a:r>
              <a:rPr lang="en-US" sz="3200" dirty="0"/>
              <a:t>Requirements elicitation overview</a:t>
            </a:r>
          </a:p>
        </p:txBody>
      </p:sp>
      <p:pic>
        <p:nvPicPr>
          <p:cNvPr id="4" name="Picture 3"/>
          <p:cNvPicPr>
            <a:picLocks noChangeAspect="1"/>
          </p:cNvPicPr>
          <p:nvPr/>
        </p:nvPicPr>
        <p:blipFill>
          <a:blip r:embed="rId3"/>
          <a:stretch>
            <a:fillRect/>
          </a:stretch>
        </p:blipFill>
        <p:spPr>
          <a:xfrm>
            <a:off x="215900" y="1171194"/>
            <a:ext cx="6578600" cy="2678135"/>
          </a:xfrm>
          <a:prstGeom prst="rect">
            <a:avLst/>
          </a:prstGeom>
        </p:spPr>
      </p:pic>
      <p:pic>
        <p:nvPicPr>
          <p:cNvPr id="5" name="Picture 4"/>
          <p:cNvPicPr>
            <a:picLocks noChangeAspect="1"/>
          </p:cNvPicPr>
          <p:nvPr/>
        </p:nvPicPr>
        <p:blipFill>
          <a:blip r:embed="rId4"/>
          <a:stretch>
            <a:fillRect/>
          </a:stretch>
        </p:blipFill>
        <p:spPr>
          <a:xfrm>
            <a:off x="966402" y="3987800"/>
            <a:ext cx="7618237" cy="2336800"/>
          </a:xfrm>
          <a:prstGeom prst="rect">
            <a:avLst/>
          </a:prstGeom>
        </p:spPr>
      </p:pic>
      <p:sp>
        <p:nvSpPr>
          <p:cNvPr id="3" name="Footer Placeholder 2"/>
          <p:cNvSpPr>
            <a:spLocks noGrp="1"/>
          </p:cNvSpPr>
          <p:nvPr>
            <p:ph type="ftr" sz="quarter" idx="10"/>
          </p:nvPr>
        </p:nvSpPr>
        <p:spPr/>
        <p:txBody>
          <a:bodyPr/>
          <a:lstStyle/>
          <a:p>
            <a:pPr>
              <a:defRPr/>
            </a:pPr>
            <a:r>
              <a:rPr lang="vi-VN"/>
              <a:t>Chapter 7: Requirements Elicitation_BayHV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
        <p:nvSpPr>
          <p:cNvPr id="7" name="TextBox 6"/>
          <p:cNvSpPr txBox="1"/>
          <p:nvPr/>
        </p:nvSpPr>
        <p:spPr>
          <a:xfrm>
            <a:off x="4033381" y="1171194"/>
            <a:ext cx="4822521" cy="2308324"/>
          </a:xfrm>
          <a:prstGeom prst="rect">
            <a:avLst/>
          </a:prstGeom>
          <a:solidFill>
            <a:srgbClr val="FFFF00"/>
          </a:solidFill>
        </p:spPr>
        <p:txBody>
          <a:bodyPr wrap="square" rtlCol="0">
            <a:spAutoFit/>
          </a:bodyPr>
          <a:lstStyle/>
          <a:p>
            <a:pPr marL="342900" indent="-342900" algn="just">
              <a:buFont typeface="Wingdings" panose="05000000000000000000" pitchFamily="2" charset="2"/>
              <a:buChar char="§"/>
            </a:pPr>
            <a:r>
              <a:rPr lang="en-US" sz="2400" i="1" dirty="0"/>
              <a:t>Elicitation is not the same as  “gathering requirements.” </a:t>
            </a:r>
          </a:p>
          <a:p>
            <a:pPr marL="342900" indent="-342900" algn="just">
              <a:buFont typeface="Wingdings" panose="05000000000000000000" pitchFamily="2" charset="2"/>
              <a:buChar char="§"/>
            </a:pPr>
            <a:r>
              <a:rPr lang="en-US" sz="2400" i="1" dirty="0"/>
              <a:t>Elicitation is a  collaborative and analytical process that includes activities to collect, discover, extract, and define  requirements.</a:t>
            </a:r>
          </a:p>
        </p:txBody>
      </p:sp>
    </p:spTree>
    <p:extLst>
      <p:ext uri="{BB962C8B-B14F-4D97-AF65-F5344CB8AC3E}">
        <p14:creationId xmlns:p14="http://schemas.microsoft.com/office/powerpoint/2010/main" val="4009823565"/>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normAutofit fontScale="92500"/>
          </a:bodyPr>
          <a:lstStyle/>
          <a:p>
            <a:r>
              <a:rPr lang="en-US" dirty="0"/>
              <a:t>Interviews are a traditional source of requirements input for both commercial products and information systems, across all SW development approach. Some tips as follows:</a:t>
            </a:r>
          </a:p>
          <a:p>
            <a:pPr lvl="1"/>
            <a:r>
              <a:rPr lang="en-US" dirty="0"/>
              <a:t>Establish rapport: To begin an interview, introduce yourself if the attendees don’t know you, review agenda, remind attendees of the session objectives,…</a:t>
            </a:r>
          </a:p>
          <a:p>
            <a:pPr lvl="1"/>
            <a:r>
              <a:rPr lang="en-US" dirty="0"/>
              <a:t>Stay in scope: Keep the discussion focused on its objectives.</a:t>
            </a:r>
          </a:p>
          <a:p>
            <a:pPr lvl="1"/>
            <a:r>
              <a:rPr lang="en-US" dirty="0"/>
              <a:t>Prepare questions and straw man models ahead of time: Prepare a list of questions to guide the conversation.</a:t>
            </a:r>
          </a:p>
          <a:p>
            <a:pPr lvl="1"/>
            <a:r>
              <a:rPr lang="en-US" dirty="0"/>
              <a:t>Suggest ideas: Rather than transcribing </a:t>
            </a:r>
            <a:r>
              <a:rPr lang="en-US" sz="1700" dirty="0"/>
              <a:t>(</a:t>
            </a:r>
            <a:r>
              <a:rPr lang="en-US" sz="1700" dirty="0" err="1"/>
              <a:t>ghi</a:t>
            </a:r>
            <a:r>
              <a:rPr lang="en-US" sz="1700" dirty="0"/>
              <a:t> </a:t>
            </a:r>
            <a:r>
              <a:rPr lang="en-US" sz="1700" dirty="0" err="1"/>
              <a:t>chép</a:t>
            </a:r>
            <a:r>
              <a:rPr lang="en-US" sz="1700" dirty="0"/>
              <a:t> </a:t>
            </a:r>
            <a:r>
              <a:rPr lang="en-US" sz="1700" dirty="0" err="1"/>
              <a:t>lại</a:t>
            </a:r>
            <a:r>
              <a:rPr lang="en-US" sz="1700" dirty="0"/>
              <a:t>)</a:t>
            </a:r>
            <a:r>
              <a:rPr lang="en-US" dirty="0"/>
              <a:t> what customers say, a creative BA proposes ideas and alternatives during elicitation.</a:t>
            </a:r>
          </a:p>
          <a:p>
            <a:pPr lvl="1"/>
            <a:r>
              <a:rPr lang="en-US" dirty="0"/>
              <a:t>Listen actively: Practice the techniques of active listening and paraphrasing.</a:t>
            </a:r>
          </a:p>
        </p:txBody>
      </p:sp>
      <p:sp>
        <p:nvSpPr>
          <p:cNvPr id="2" name="Title 1"/>
          <p:cNvSpPr>
            <a:spLocks noGrp="1"/>
          </p:cNvSpPr>
          <p:nvPr>
            <p:ph type="title"/>
          </p:nvPr>
        </p:nvSpPr>
        <p:spPr>
          <a:xfrm>
            <a:off x="2819400" y="27105"/>
            <a:ext cx="6324600" cy="947620"/>
          </a:xfrm>
        </p:spPr>
        <p:txBody>
          <a:bodyPr>
            <a:normAutofit/>
          </a:bodyPr>
          <a:lstStyle/>
          <a:p>
            <a:r>
              <a:rPr lang="en-US" dirty="0"/>
              <a:t>Requirements elicitation techniques:</a:t>
            </a:r>
            <a:br>
              <a:rPr lang="en-US" dirty="0"/>
            </a:br>
            <a:r>
              <a:rPr lang="en-US" dirty="0"/>
              <a:t>Interviews</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2411425261"/>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3582" y="1113284"/>
            <a:ext cx="8727684" cy="5387877"/>
          </a:xfrm>
        </p:spPr>
        <p:txBody>
          <a:bodyPr>
            <a:normAutofit fontScale="85000" lnSpcReduction="20000"/>
          </a:bodyPr>
          <a:lstStyle/>
          <a:p>
            <a:r>
              <a:rPr lang="en-US" sz="3100" dirty="0"/>
              <a:t>Workshops encourage stakeholder collaboration in defining requirements. Workshops often include several types of stakeholders, from users to developers to testers. Working in group is more effective for resolving disagreements than is talking to people individually.</a:t>
            </a:r>
          </a:p>
          <a:p>
            <a:r>
              <a:rPr lang="en-US" sz="3100" dirty="0"/>
              <a:t>The facilitator plays critical role in planning the workshop, selecting participants, and guiding them to a successful outcome.</a:t>
            </a:r>
          </a:p>
          <a:p>
            <a:r>
              <a:rPr lang="en-US" sz="3100" dirty="0"/>
              <a:t>Workshops can be resource intensive, sometimes requiring numerous participants for several days at a time. They must be well planned to avoid the waste time. Minimize wasted time by coming into a workshop with drafts of materials prepared ahead of time.</a:t>
            </a:r>
          </a:p>
          <a:p>
            <a:r>
              <a:rPr lang="en-US" dirty="0"/>
              <a:t>Few tips for workshop:</a:t>
            </a:r>
          </a:p>
          <a:p>
            <a:pPr lvl="1"/>
            <a:r>
              <a:rPr lang="en-US" dirty="0"/>
              <a:t>Establish and enforce ground rules: On time; silencing electronic devices; holding one conversation at a time; expecting everyone to contribute;…</a:t>
            </a:r>
          </a:p>
        </p:txBody>
      </p:sp>
      <p:sp>
        <p:nvSpPr>
          <p:cNvPr id="2" name="Title 1"/>
          <p:cNvSpPr>
            <a:spLocks noGrp="1"/>
          </p:cNvSpPr>
          <p:nvPr>
            <p:ph type="title"/>
          </p:nvPr>
        </p:nvSpPr>
        <p:spPr>
          <a:xfrm>
            <a:off x="2819400" y="27105"/>
            <a:ext cx="6324600" cy="1086179"/>
          </a:xfrm>
        </p:spPr>
        <p:txBody>
          <a:bodyPr>
            <a:normAutofit/>
          </a:bodyPr>
          <a:lstStyle/>
          <a:p>
            <a:r>
              <a:rPr lang="en-US" dirty="0"/>
              <a:t>Requirements elicitation techniques:</a:t>
            </a:r>
            <a:br>
              <a:rPr lang="en-US" dirty="0"/>
            </a:br>
            <a:r>
              <a:rPr lang="en-US" dirty="0"/>
              <a:t>Workshops</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2698595081"/>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3582" y="1113284"/>
            <a:ext cx="8727684" cy="5227191"/>
          </a:xfrm>
        </p:spPr>
        <p:txBody>
          <a:bodyPr>
            <a:normAutofit fontScale="92500"/>
          </a:bodyPr>
          <a:lstStyle/>
          <a:p>
            <a:r>
              <a:rPr lang="en-US" dirty="0"/>
              <a:t>Few tips for workshop (</a:t>
            </a:r>
            <a:r>
              <a:rPr lang="en-US" dirty="0" err="1"/>
              <a:t>con’t</a:t>
            </a:r>
            <a:r>
              <a:rPr lang="en-US" dirty="0"/>
              <a:t>):</a:t>
            </a:r>
          </a:p>
          <a:p>
            <a:pPr lvl="1"/>
            <a:r>
              <a:rPr lang="en-US" dirty="0"/>
              <a:t>Fill all of the team roles: Facilitator makes sure that the following tasks are covered by people in the workshop: note taking, time keeping, scope management, meeting minutes taking,…</a:t>
            </a:r>
          </a:p>
          <a:p>
            <a:pPr lvl="1"/>
            <a:r>
              <a:rPr lang="en-US" dirty="0"/>
              <a:t>Plan an agenda: Create the plan and workshop agenda ahead of time, and send it to participants. </a:t>
            </a:r>
          </a:p>
          <a:p>
            <a:pPr lvl="1"/>
            <a:r>
              <a:rPr lang="en-US" dirty="0"/>
              <a:t>Stay in scope: The facilitator will have to reel in </a:t>
            </a:r>
            <a:r>
              <a:rPr lang="en-US" sz="1600" dirty="0"/>
              <a:t>(</a:t>
            </a:r>
            <a:r>
              <a:rPr lang="en-US" sz="1600" dirty="0" err="1"/>
              <a:t>kéo</a:t>
            </a:r>
            <a:r>
              <a:rPr lang="en-US" sz="1600" dirty="0"/>
              <a:t>)</a:t>
            </a:r>
            <a:r>
              <a:rPr lang="en-US" dirty="0"/>
              <a:t> the elicitation participants periodically to keep them on topic.</a:t>
            </a:r>
          </a:p>
          <a:p>
            <a:pPr lvl="1"/>
            <a:r>
              <a:rPr lang="en-US" dirty="0"/>
              <a:t>Use parking lots</a:t>
            </a:r>
            <a:r>
              <a:rPr lang="en-US" sz="1700" dirty="0"/>
              <a:t> (flipchart)</a:t>
            </a:r>
            <a:r>
              <a:rPr lang="en-US" dirty="0"/>
              <a:t> to capture items for later consideration: The important information during elicitation discussions: quality attributes, biz rules, user interface ideas,… Organize this information on flipcharts – parking lots – so you don’t lose it and to demonstrate respect for the participant who bring it up.</a:t>
            </a:r>
          </a:p>
        </p:txBody>
      </p:sp>
      <p:sp>
        <p:nvSpPr>
          <p:cNvPr id="2" name="Title 1"/>
          <p:cNvSpPr>
            <a:spLocks noGrp="1"/>
          </p:cNvSpPr>
          <p:nvPr>
            <p:ph type="title"/>
          </p:nvPr>
        </p:nvSpPr>
        <p:spPr>
          <a:xfrm>
            <a:off x="2819400" y="27105"/>
            <a:ext cx="6324600" cy="1086179"/>
          </a:xfrm>
        </p:spPr>
        <p:txBody>
          <a:bodyPr>
            <a:normAutofit/>
          </a:bodyPr>
          <a:lstStyle/>
          <a:p>
            <a:r>
              <a:rPr lang="en-US" dirty="0"/>
              <a:t>Requirements elicitation techniques:</a:t>
            </a:r>
            <a:br>
              <a:rPr lang="en-US" dirty="0"/>
            </a:br>
            <a:r>
              <a:rPr lang="en-US" dirty="0"/>
              <a:t>Workshops (</a:t>
            </a:r>
            <a:r>
              <a:rPr lang="en-US" dirty="0" err="1"/>
              <a:t>con’t</a:t>
            </a:r>
            <a:r>
              <a:rPr lang="en-US" dirty="0"/>
              <a:t>)</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4071902614"/>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3582" y="1113284"/>
            <a:ext cx="8727684" cy="5227191"/>
          </a:xfrm>
        </p:spPr>
        <p:txBody>
          <a:bodyPr>
            <a:normAutofit fontScale="92500"/>
          </a:bodyPr>
          <a:lstStyle/>
          <a:p>
            <a:r>
              <a:rPr lang="en-US" dirty="0"/>
              <a:t>Few tips for workshop (</a:t>
            </a:r>
            <a:r>
              <a:rPr lang="en-US" dirty="0" err="1"/>
              <a:t>con’t</a:t>
            </a:r>
            <a:r>
              <a:rPr lang="en-US" dirty="0"/>
              <a:t>):</a:t>
            </a:r>
          </a:p>
          <a:p>
            <a:pPr lvl="1"/>
            <a:r>
              <a:rPr lang="en-US" dirty="0" err="1"/>
              <a:t>Timebox</a:t>
            </a:r>
            <a:r>
              <a:rPr lang="en-US" dirty="0"/>
              <a:t> discussions: Allocating a fixed time to each discussion topic helps you to avoid the trap of spending far more time than intended on the first topic and neglecting other important topics.</a:t>
            </a:r>
          </a:p>
          <a:p>
            <a:pPr lvl="1"/>
            <a:r>
              <a:rPr lang="en-US" dirty="0"/>
              <a:t>Keep the team small but include the right stakeholders: Elicitation workshops with more than 5 or 6 participants can become mired in </a:t>
            </a:r>
            <a:r>
              <a:rPr lang="en-US" sz="1700" dirty="0"/>
              <a:t>(</a:t>
            </a:r>
            <a:r>
              <a:rPr lang="en-US" sz="1700" dirty="0" err="1"/>
              <a:t>sa</a:t>
            </a:r>
            <a:r>
              <a:rPr lang="en-US" sz="1700" dirty="0"/>
              <a:t> </a:t>
            </a:r>
            <a:r>
              <a:rPr lang="en-US" sz="1700" dirty="0" err="1"/>
              <a:t>lầy</a:t>
            </a:r>
            <a:r>
              <a:rPr lang="en-US" sz="1700" dirty="0"/>
              <a:t>)</a:t>
            </a:r>
            <a:r>
              <a:rPr lang="en-US" dirty="0"/>
              <a:t> side trips </a:t>
            </a:r>
            <a:r>
              <a:rPr lang="en-US" sz="1700" dirty="0"/>
              <a:t>(</a:t>
            </a:r>
            <a:r>
              <a:rPr lang="en-US" sz="1700" dirty="0" err="1"/>
              <a:t>câu</a:t>
            </a:r>
            <a:r>
              <a:rPr lang="en-US" sz="1700" dirty="0"/>
              <a:t> </a:t>
            </a:r>
            <a:r>
              <a:rPr lang="en-US" sz="1700" dirty="0" err="1"/>
              <a:t>chuyện</a:t>
            </a:r>
            <a:r>
              <a:rPr lang="en-US" sz="1700" dirty="0"/>
              <a:t> </a:t>
            </a:r>
            <a:r>
              <a:rPr lang="en-US" sz="1700" dirty="0" err="1"/>
              <a:t>phụ</a:t>
            </a:r>
            <a:r>
              <a:rPr lang="en-US" sz="1700" dirty="0"/>
              <a:t>)</a:t>
            </a:r>
            <a:r>
              <a:rPr lang="en-US" dirty="0"/>
              <a:t>, concurrent conversations, and bickering </a:t>
            </a:r>
            <a:r>
              <a:rPr lang="en-US" sz="1700" dirty="0"/>
              <a:t>(</a:t>
            </a:r>
            <a:r>
              <a:rPr lang="en-US" sz="1700" dirty="0" err="1"/>
              <a:t>cãi</a:t>
            </a:r>
            <a:r>
              <a:rPr lang="en-US" sz="1700" dirty="0"/>
              <a:t> </a:t>
            </a:r>
            <a:r>
              <a:rPr lang="en-US" sz="1700" dirty="0" err="1"/>
              <a:t>nhau</a:t>
            </a:r>
            <a:r>
              <a:rPr lang="en-US" sz="1700" dirty="0"/>
              <a:t>)</a:t>
            </a:r>
            <a:r>
              <a:rPr lang="en-US" dirty="0"/>
              <a:t>. Consider running multiple workshops in parallel to explore the requirements of different user classes.</a:t>
            </a:r>
          </a:p>
          <a:p>
            <a:pPr lvl="1"/>
            <a:r>
              <a:rPr lang="en-US" dirty="0"/>
              <a:t>Keep everyone engaged: Sometimes certain participants will stop contributing to the discussion with many reasons, such as, their ideas are not valued </a:t>
            </a:r>
            <a:r>
              <a:rPr lang="en-US" sz="1700" dirty="0"/>
              <a:t>(</a:t>
            </a:r>
            <a:r>
              <a:rPr lang="en-US" sz="1700" dirty="0" err="1"/>
              <a:t>coi</a:t>
            </a:r>
            <a:r>
              <a:rPr lang="en-US" sz="1700" dirty="0"/>
              <a:t> </a:t>
            </a:r>
            <a:r>
              <a:rPr lang="en-US" sz="1700" dirty="0" err="1"/>
              <a:t>trọng</a:t>
            </a:r>
            <a:r>
              <a:rPr lang="en-US" sz="1700" dirty="0"/>
              <a:t>)</a:t>
            </a:r>
            <a:r>
              <a:rPr lang="en-US" dirty="0"/>
              <a:t> by others, or they don’t want to disrupt the work that the group has completed so far…. The facilitator must read their body language to try to re-engage them.</a:t>
            </a:r>
          </a:p>
        </p:txBody>
      </p:sp>
      <p:sp>
        <p:nvSpPr>
          <p:cNvPr id="2" name="Title 1"/>
          <p:cNvSpPr>
            <a:spLocks noGrp="1"/>
          </p:cNvSpPr>
          <p:nvPr>
            <p:ph type="title"/>
          </p:nvPr>
        </p:nvSpPr>
        <p:spPr>
          <a:xfrm>
            <a:off x="2819400" y="27105"/>
            <a:ext cx="6324600" cy="1086179"/>
          </a:xfrm>
        </p:spPr>
        <p:txBody>
          <a:bodyPr>
            <a:normAutofit/>
          </a:bodyPr>
          <a:lstStyle/>
          <a:p>
            <a:r>
              <a:rPr lang="en-US" dirty="0"/>
              <a:t>Requirements elicitation techniques:</a:t>
            </a:r>
            <a:br>
              <a:rPr lang="en-US" dirty="0"/>
            </a:br>
            <a:r>
              <a:rPr lang="en-US" dirty="0"/>
              <a:t>Workshops (</a:t>
            </a:r>
            <a:r>
              <a:rPr lang="en-US" dirty="0" err="1"/>
              <a:t>con’t</a:t>
            </a:r>
            <a:r>
              <a:rPr lang="en-US" dirty="0"/>
              <a:t>)</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565574169"/>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a:bodyPr>
          <a:lstStyle/>
          <a:p>
            <a:r>
              <a:rPr lang="en-US" dirty="0"/>
              <a:t>A representative group of users who convene in a facilitated elicitation activity to generate input and ideas on a product’s functional and quality requirements.</a:t>
            </a:r>
          </a:p>
          <a:p>
            <a:r>
              <a:rPr lang="en-US" dirty="0"/>
              <a:t> Focus group sessions must be interactive </a:t>
            </a:r>
            <a:r>
              <a:rPr lang="en-US" sz="1800" dirty="0"/>
              <a:t>(</a:t>
            </a:r>
            <a:r>
              <a:rPr lang="en-US" sz="1800" dirty="0" err="1"/>
              <a:t>có</a:t>
            </a:r>
            <a:r>
              <a:rPr lang="en-US" sz="1800" dirty="0"/>
              <a:t> </a:t>
            </a:r>
            <a:r>
              <a:rPr lang="en-US" sz="1800" dirty="0" err="1"/>
              <a:t>tính</a:t>
            </a:r>
            <a:r>
              <a:rPr lang="en-US" sz="1800" dirty="0"/>
              <a:t> </a:t>
            </a:r>
            <a:r>
              <a:rPr lang="en-US" sz="1800" dirty="0" err="1"/>
              <a:t>tương</a:t>
            </a:r>
            <a:r>
              <a:rPr lang="en-US" sz="1800" dirty="0"/>
              <a:t> </a:t>
            </a:r>
            <a:r>
              <a:rPr lang="en-US" sz="1800" dirty="0" err="1"/>
              <a:t>tác</a:t>
            </a:r>
            <a:r>
              <a:rPr lang="en-US" sz="1800" dirty="0"/>
              <a:t>)</a:t>
            </a:r>
            <a:r>
              <a:rPr lang="en-US" dirty="0"/>
              <a:t>, allowing all users a chance to voice their thoughts. </a:t>
            </a:r>
          </a:p>
          <a:p>
            <a:r>
              <a:rPr lang="en-US" dirty="0"/>
              <a:t>Focus groups are useful for  exploring users’ attitudes, impressions, preferences, and needs.</a:t>
            </a:r>
          </a:p>
          <a:p>
            <a:r>
              <a:rPr lang="en-US" dirty="0"/>
              <a:t>They are particularly valuable if you are developing commercial products and don’t have ready access to end users within your company.</a:t>
            </a:r>
          </a:p>
        </p:txBody>
      </p:sp>
      <p:sp>
        <p:nvSpPr>
          <p:cNvPr id="2" name="Title 1"/>
          <p:cNvSpPr>
            <a:spLocks noGrp="1"/>
          </p:cNvSpPr>
          <p:nvPr>
            <p:ph type="title"/>
          </p:nvPr>
        </p:nvSpPr>
        <p:spPr>
          <a:xfrm>
            <a:off x="2665141" y="27105"/>
            <a:ext cx="6478859" cy="1115895"/>
          </a:xfrm>
        </p:spPr>
        <p:txBody>
          <a:bodyPr>
            <a:noAutofit/>
          </a:bodyPr>
          <a:lstStyle/>
          <a:p>
            <a:r>
              <a:rPr lang="en-US" sz="3200" dirty="0"/>
              <a:t>Requirements elicitation techniques:</a:t>
            </a:r>
            <a:br>
              <a:rPr lang="en-US" sz="3200" dirty="0"/>
            </a:br>
            <a:r>
              <a:rPr lang="en-US" sz="3200" dirty="0"/>
              <a:t>Focus groups</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3126714964"/>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3023" y="1182029"/>
            <a:ext cx="8709103" cy="4837772"/>
          </a:xfrm>
        </p:spPr>
        <p:txBody>
          <a:bodyPr>
            <a:normAutofit/>
          </a:bodyPr>
          <a:lstStyle/>
          <a:p>
            <a:pPr>
              <a:defRPr/>
            </a:pPr>
            <a:r>
              <a:rPr lang="en-US" dirty="0"/>
              <a:t>Focus on task elicitation in the system-as-is.</a:t>
            </a:r>
          </a:p>
          <a:p>
            <a:pPr>
              <a:defRPr/>
            </a:pPr>
            <a:r>
              <a:rPr lang="en-US" dirty="0"/>
              <a:t>Understanding a task is often easier by observing people performing it (rather than verbal or textual explanation).</a:t>
            </a:r>
          </a:p>
          <a:p>
            <a:pPr>
              <a:defRPr/>
            </a:pPr>
            <a:r>
              <a:rPr lang="en-US" dirty="0"/>
              <a:t>Passive observation: no interference with task performers:</a:t>
            </a:r>
          </a:p>
          <a:p>
            <a:pPr lvl="1">
              <a:defRPr/>
            </a:pPr>
            <a:r>
              <a:rPr lang="en-US" dirty="0"/>
              <a:t>Watch from outside, record (notes, video), edit transcripts, interpret.</a:t>
            </a:r>
          </a:p>
          <a:p>
            <a:pPr>
              <a:defRPr/>
            </a:pPr>
            <a:r>
              <a:rPr lang="en-US" dirty="0"/>
              <a:t>Active observation: you get involved in the task, even become a team member and you can ask the questions to understand why they do that.</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2" name="Title 1"/>
          <p:cNvSpPr>
            <a:spLocks noGrp="1"/>
          </p:cNvSpPr>
          <p:nvPr>
            <p:ph type="title"/>
          </p:nvPr>
        </p:nvSpPr>
        <p:spPr>
          <a:xfrm>
            <a:off x="2364059" y="27105"/>
            <a:ext cx="6779941" cy="1021110"/>
          </a:xfrm>
        </p:spPr>
        <p:txBody>
          <a:bodyPr>
            <a:noAutofit/>
          </a:bodyPr>
          <a:lstStyle/>
          <a:p>
            <a:r>
              <a:rPr lang="en-US" sz="3200" dirty="0"/>
              <a:t>Requirements elicitation techniques:</a:t>
            </a:r>
            <a:br>
              <a:rPr lang="en-US" sz="3200" dirty="0"/>
            </a:br>
            <a:r>
              <a:rPr lang="en-US" sz="3200" dirty="0"/>
              <a:t>Observations</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2740925982"/>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722" y="1092820"/>
            <a:ext cx="8865219" cy="5155580"/>
          </a:xfrm>
        </p:spPr>
        <p:txBody>
          <a:bodyPr>
            <a:normAutofit fontScale="92500" lnSpcReduction="20000"/>
          </a:bodyPr>
          <a:lstStyle/>
          <a:p>
            <a:pPr>
              <a:defRPr/>
            </a:pPr>
            <a:r>
              <a:rPr lang="en-US" dirty="0"/>
              <a:t>Questionnaires are a way to survey large groups of users to understand their needs.</a:t>
            </a:r>
          </a:p>
          <a:p>
            <a:pPr>
              <a:defRPr/>
            </a:pPr>
            <a:r>
              <a:rPr lang="en-US" dirty="0"/>
              <a:t>Preparing well-written questions is the biggest challenge with questionnaires. Some tips for you:</a:t>
            </a:r>
          </a:p>
          <a:p>
            <a:pPr lvl="1">
              <a:defRPr/>
            </a:pPr>
            <a:r>
              <a:rPr lang="en-US" dirty="0"/>
              <a:t>Provide answer questions that cover the full set of possible response.</a:t>
            </a:r>
          </a:p>
          <a:p>
            <a:pPr lvl="1">
              <a:defRPr/>
            </a:pPr>
            <a:r>
              <a:rPr lang="en-US" dirty="0"/>
              <a:t>Make answer choices both mutually exclusive </a:t>
            </a:r>
            <a:r>
              <a:rPr lang="en-US" sz="1700" dirty="0"/>
              <a:t>(</a:t>
            </a:r>
            <a:r>
              <a:rPr lang="en-US" sz="1700" dirty="0" err="1"/>
              <a:t>loại</a:t>
            </a:r>
            <a:r>
              <a:rPr lang="en-US" sz="1700" dirty="0"/>
              <a:t> </a:t>
            </a:r>
            <a:r>
              <a:rPr lang="en-US" sz="1700" dirty="0" err="1"/>
              <a:t>trừ</a:t>
            </a:r>
            <a:r>
              <a:rPr lang="en-US" sz="1700" dirty="0"/>
              <a:t>)</a:t>
            </a:r>
            <a:r>
              <a:rPr lang="en-US" dirty="0"/>
              <a:t> and exhaustive </a:t>
            </a:r>
            <a:r>
              <a:rPr lang="en-US" sz="1700" dirty="0"/>
              <a:t>(</a:t>
            </a:r>
            <a:r>
              <a:rPr lang="en-US" sz="1700" dirty="0" err="1"/>
              <a:t>toàn</a:t>
            </a:r>
            <a:r>
              <a:rPr lang="en-US" sz="1700" dirty="0"/>
              <a:t> </a:t>
            </a:r>
            <a:r>
              <a:rPr lang="en-US" sz="1700" dirty="0" err="1"/>
              <a:t>diện</a:t>
            </a:r>
            <a:r>
              <a:rPr lang="en-US" sz="1700" dirty="0"/>
              <a:t>)</a:t>
            </a:r>
            <a:r>
              <a:rPr lang="en-US" dirty="0"/>
              <a:t> (list all possible choices).</a:t>
            </a:r>
          </a:p>
          <a:p>
            <a:pPr lvl="1">
              <a:defRPr/>
            </a:pPr>
            <a:r>
              <a:rPr lang="en-US" dirty="0"/>
              <a:t>Don’t phrase a question in a way that implies a “correct” answer.</a:t>
            </a:r>
          </a:p>
          <a:p>
            <a:pPr lvl="1">
              <a:defRPr/>
            </a:pPr>
            <a:r>
              <a:rPr lang="en-US" dirty="0"/>
              <a:t>If you use scales, use them consistently throughout the questionnaire.</a:t>
            </a:r>
          </a:p>
          <a:p>
            <a:pPr lvl="1">
              <a:defRPr/>
            </a:pPr>
            <a:r>
              <a:rPr lang="en-US" dirty="0"/>
              <a:t>Used closed questions with 2 or more specific choices. Opened questions allows users to respond any way they want.</a:t>
            </a:r>
          </a:p>
          <a:p>
            <a:pPr lvl="1">
              <a:defRPr/>
            </a:pPr>
            <a:r>
              <a:rPr lang="en-US" dirty="0"/>
              <a:t>Consider consulting with an expert in questionnaire design to ensure the right questions to the right people.</a:t>
            </a:r>
          </a:p>
          <a:p>
            <a:pPr lvl="1">
              <a:defRPr/>
            </a:pPr>
            <a:r>
              <a:rPr lang="en-US" dirty="0"/>
              <a:t>Always test a questionnaire before distributing it.</a:t>
            </a:r>
          </a:p>
          <a:p>
            <a:pPr lvl="1">
              <a:defRPr/>
            </a:pPr>
            <a:r>
              <a:rPr lang="en-US" dirty="0"/>
              <a:t>Don’t ask too many questions.</a:t>
            </a:r>
          </a:p>
          <a:p>
            <a:pPr lvl="1">
              <a:defRPr/>
            </a:pPr>
            <a:endParaRPr lang="en-US" dirty="0"/>
          </a:p>
        </p:txBody>
      </p:sp>
      <p:sp>
        <p:nvSpPr>
          <p:cNvPr id="2" name="Title 1"/>
          <p:cNvSpPr>
            <a:spLocks noGrp="1"/>
          </p:cNvSpPr>
          <p:nvPr>
            <p:ph type="title"/>
          </p:nvPr>
        </p:nvSpPr>
        <p:spPr>
          <a:xfrm>
            <a:off x="2520176" y="27105"/>
            <a:ext cx="6623824" cy="1065715"/>
          </a:xfrm>
        </p:spPr>
        <p:txBody>
          <a:bodyPr>
            <a:noAutofit/>
          </a:bodyPr>
          <a:lstStyle/>
          <a:p>
            <a:r>
              <a:rPr lang="en-US" sz="3200" dirty="0"/>
              <a:t>Requirements elicitation techniques:</a:t>
            </a:r>
            <a:br>
              <a:rPr lang="en-US" sz="3200" dirty="0"/>
            </a:br>
            <a:r>
              <a:rPr lang="en-US" sz="3200" dirty="0"/>
              <a:t>Questionnaires</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2270490422"/>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20000"/>
          </a:bodyPr>
          <a:lstStyle/>
          <a:p>
            <a:r>
              <a:rPr lang="en-US" dirty="0"/>
              <a:t>What it is? Interface analysis is an independent elicitation technique used to examine the systems to which your system connects. </a:t>
            </a:r>
          </a:p>
          <a:p>
            <a:r>
              <a:rPr lang="en-US" dirty="0"/>
              <a:t>Purpose: System interface analysis reveals functional requirements regarding </a:t>
            </a:r>
            <a:r>
              <a:rPr lang="en-US" sz="1900" dirty="0"/>
              <a:t>(</a:t>
            </a:r>
            <a:r>
              <a:rPr lang="en-US" sz="1900" dirty="0" err="1"/>
              <a:t>liên</a:t>
            </a:r>
            <a:r>
              <a:rPr lang="en-US" sz="1900" dirty="0"/>
              <a:t> </a:t>
            </a:r>
            <a:r>
              <a:rPr lang="en-US" sz="1900" dirty="0" err="1"/>
              <a:t>quan</a:t>
            </a:r>
            <a:r>
              <a:rPr lang="en-US" sz="1900" dirty="0"/>
              <a:t> </a:t>
            </a:r>
            <a:r>
              <a:rPr lang="en-US" sz="1900" dirty="0" err="1"/>
              <a:t>tới</a:t>
            </a:r>
            <a:r>
              <a:rPr lang="en-US" sz="1900" dirty="0"/>
              <a:t>)</a:t>
            </a:r>
            <a:r>
              <a:rPr lang="en-US" dirty="0"/>
              <a:t> the exchange of data and services between system. </a:t>
            </a:r>
          </a:p>
          <a:p>
            <a:r>
              <a:rPr lang="en-US" dirty="0"/>
              <a:t>How to process: Context diagrams and ecosystem maps are an obvious choice to begin finding interfaces between systems. </a:t>
            </a:r>
          </a:p>
          <a:p>
            <a:pPr lvl="1"/>
            <a:r>
              <a:rPr lang="en-US" dirty="0"/>
              <a:t>For each system that interfaces with yours, identify functionality in the other system that might lead to requirements for your system. These requirements could describe what data to pass to other system, what data is received from it, and rules about that data, such as validation criteria.</a:t>
            </a:r>
          </a:p>
          <a:p>
            <a:pPr lvl="1"/>
            <a:r>
              <a:rPr lang="en-US" dirty="0"/>
              <a:t>You might also discover existing functionality that you do </a:t>
            </a:r>
            <a:r>
              <a:rPr lang="en-US" i="1" dirty="0"/>
              <a:t>not </a:t>
            </a:r>
            <a:r>
              <a:rPr lang="en-US" dirty="0"/>
              <a:t>need to implement in your system.</a:t>
            </a:r>
          </a:p>
          <a:p>
            <a:endParaRPr lang="en-US" dirty="0"/>
          </a:p>
        </p:txBody>
      </p:sp>
      <p:sp>
        <p:nvSpPr>
          <p:cNvPr id="2" name="Title 1"/>
          <p:cNvSpPr>
            <a:spLocks noGrp="1"/>
          </p:cNvSpPr>
          <p:nvPr>
            <p:ph type="title"/>
          </p:nvPr>
        </p:nvSpPr>
        <p:spPr/>
        <p:txBody>
          <a:bodyPr/>
          <a:lstStyle/>
          <a:p>
            <a:r>
              <a:rPr lang="en-US" sz="3200" dirty="0"/>
              <a:t>System interface analysis </a:t>
            </a:r>
          </a:p>
        </p:txBody>
      </p:sp>
      <p:sp>
        <p:nvSpPr>
          <p:cNvPr id="4" name="Footer Placeholder 3"/>
          <p:cNvSpPr>
            <a:spLocks noGrp="1"/>
          </p:cNvSpPr>
          <p:nvPr>
            <p:ph type="ftr" sz="quarter" idx="10"/>
          </p:nvPr>
        </p:nvSpPr>
        <p:spPr/>
        <p:txBody>
          <a:bodyPr/>
          <a:lstStyle/>
          <a:p>
            <a:pPr>
              <a:defRPr/>
            </a:pPr>
            <a:r>
              <a:rPr lang="vi-VN" dirty="0"/>
              <a:t>Chapter 7: Requirements Elicitation_BayHV</a:t>
            </a:r>
            <a:endParaRPr lang="en-US" dirty="0"/>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972648762"/>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85000" lnSpcReduction="10000"/>
          </a:bodyPr>
          <a:lstStyle/>
          <a:p>
            <a:r>
              <a:rPr lang="en-US" dirty="0"/>
              <a:t>What it is? User interface (UI) is an independent technique in which you study existing systems to discover user and functional requirements.</a:t>
            </a:r>
          </a:p>
          <a:p>
            <a:r>
              <a:rPr lang="en-US" dirty="0"/>
              <a:t>Purpose: Discover user and functional requirements.</a:t>
            </a:r>
          </a:p>
          <a:p>
            <a:r>
              <a:rPr lang="en-US" dirty="0"/>
              <a:t>How to process: One way is to interact directly with the existing system. Another way is to screen shots </a:t>
            </a:r>
            <a:r>
              <a:rPr lang="en-US" sz="1900" dirty="0"/>
              <a:t>(</a:t>
            </a:r>
            <a:r>
              <a:rPr lang="en-US" sz="1900" dirty="0" err="1"/>
              <a:t>chụp</a:t>
            </a:r>
            <a:r>
              <a:rPr lang="en-US" sz="1900" dirty="0"/>
              <a:t> </a:t>
            </a:r>
            <a:r>
              <a:rPr lang="en-US" sz="1900" dirty="0" err="1"/>
              <a:t>màn</a:t>
            </a:r>
            <a:r>
              <a:rPr lang="en-US" sz="1900" dirty="0"/>
              <a:t> </a:t>
            </a:r>
            <a:r>
              <a:rPr lang="en-US" sz="1900" dirty="0" err="1"/>
              <a:t>hình</a:t>
            </a:r>
            <a:r>
              <a:rPr lang="en-US" sz="1900" dirty="0"/>
              <a:t>)</a:t>
            </a:r>
            <a:r>
              <a:rPr lang="en-US" dirty="0"/>
              <a:t>. If there is no existing system, you might be able to look at user interface of similar product.</a:t>
            </a:r>
          </a:p>
          <a:p>
            <a:r>
              <a:rPr lang="en-US" dirty="0"/>
              <a:t>When working with packaged solutions or an existing system, UI analysis can help you identify a complete list of screens to discover potential features.</a:t>
            </a:r>
          </a:p>
          <a:p>
            <a:r>
              <a:rPr lang="en-US" dirty="0"/>
              <a:t>By navigating the existing UI, you can learn about common steps users take in the system and draft use cases to review with users.</a:t>
            </a:r>
          </a:p>
          <a:p>
            <a:r>
              <a:rPr lang="en-US" dirty="0"/>
              <a:t>UI analysis can reveal pieces of data that users need to see.</a:t>
            </a:r>
          </a:p>
        </p:txBody>
      </p:sp>
      <p:sp>
        <p:nvSpPr>
          <p:cNvPr id="2" name="Title 1"/>
          <p:cNvSpPr>
            <a:spLocks noGrp="1"/>
          </p:cNvSpPr>
          <p:nvPr>
            <p:ph type="title"/>
          </p:nvPr>
        </p:nvSpPr>
        <p:spPr>
          <a:xfrm>
            <a:off x="2819400" y="27105"/>
            <a:ext cx="6324600" cy="1100018"/>
          </a:xfrm>
        </p:spPr>
        <p:txBody>
          <a:bodyPr/>
          <a:lstStyle/>
          <a:p>
            <a:r>
              <a:rPr lang="en-US" sz="3200" dirty="0"/>
              <a:t>User interface analysis</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1372457303"/>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What it is? Document analysis is a technique used to examine any existing documentation for potential SW requirements.</a:t>
            </a:r>
          </a:p>
          <a:p>
            <a:r>
              <a:rPr lang="en-US" dirty="0"/>
              <a:t>Purpose: Document analysis helps to reveal that might need to be retained </a:t>
            </a:r>
            <a:r>
              <a:rPr lang="en-US" sz="1800" dirty="0"/>
              <a:t>(</a:t>
            </a:r>
            <a:r>
              <a:rPr lang="en-US" sz="1800" dirty="0" err="1"/>
              <a:t>cần</a:t>
            </a:r>
            <a:r>
              <a:rPr lang="en-US" sz="1800" dirty="0"/>
              <a:t> </a:t>
            </a:r>
            <a:r>
              <a:rPr lang="en-US" sz="1800" dirty="0" err="1"/>
              <a:t>giữ</a:t>
            </a:r>
            <a:r>
              <a:rPr lang="en-US" sz="1800" dirty="0"/>
              <a:t> </a:t>
            </a:r>
            <a:r>
              <a:rPr lang="en-US" sz="1800" dirty="0" err="1"/>
              <a:t>lại</a:t>
            </a:r>
            <a:r>
              <a:rPr lang="en-US" sz="1800" dirty="0"/>
              <a:t>)</a:t>
            </a:r>
            <a:r>
              <a:rPr lang="en-US" dirty="0"/>
              <a:t>, as well as obsolete </a:t>
            </a:r>
            <a:r>
              <a:rPr lang="en-US" sz="1800" dirty="0"/>
              <a:t>(</a:t>
            </a:r>
            <a:r>
              <a:rPr lang="en-US" sz="1800" dirty="0" err="1"/>
              <a:t>lỗi</a:t>
            </a:r>
            <a:r>
              <a:rPr lang="en-US" sz="1800" dirty="0"/>
              <a:t> </a:t>
            </a:r>
            <a:r>
              <a:rPr lang="en-US" sz="1800" dirty="0" err="1"/>
              <a:t>thời</a:t>
            </a:r>
            <a:r>
              <a:rPr lang="en-US" sz="1800" dirty="0"/>
              <a:t>)</a:t>
            </a:r>
            <a:r>
              <a:rPr lang="en-US" dirty="0"/>
              <a:t> functionality needed to replace.</a:t>
            </a:r>
          </a:p>
          <a:p>
            <a:r>
              <a:rPr lang="en-US" dirty="0"/>
              <a:t>How to process: Document analysis is used to study requirements specifications, biz processes, lesson-learned collections, and user manuals for existing or similar applications.</a:t>
            </a:r>
          </a:p>
          <a:p>
            <a:endParaRPr lang="en-US" dirty="0"/>
          </a:p>
        </p:txBody>
      </p:sp>
      <p:sp>
        <p:nvSpPr>
          <p:cNvPr id="2" name="Title 1"/>
          <p:cNvSpPr>
            <a:spLocks noGrp="1"/>
          </p:cNvSpPr>
          <p:nvPr>
            <p:ph type="title"/>
          </p:nvPr>
        </p:nvSpPr>
        <p:spPr>
          <a:xfrm>
            <a:off x="2819400" y="27105"/>
            <a:ext cx="6324600" cy="1115895"/>
          </a:xfrm>
        </p:spPr>
        <p:txBody>
          <a:bodyPr/>
          <a:lstStyle/>
          <a:p>
            <a:r>
              <a:rPr lang="en-US" sz="3200" dirty="0"/>
              <a:t>Document analysis </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698765463"/>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6658" y="1042792"/>
            <a:ext cx="8686800" cy="5347011"/>
          </a:xfrm>
        </p:spPr>
        <p:txBody>
          <a:bodyPr>
            <a:normAutofit fontScale="85000" lnSpcReduction="10000"/>
          </a:bodyPr>
          <a:lstStyle/>
          <a:p>
            <a:pPr marL="0" indent="0">
              <a:buNone/>
            </a:pPr>
            <a:r>
              <a:rPr lang="en-US" dirty="0"/>
              <a:t>Early  in a project, the BA should plan the project’s approach to requirements elicitation. Your plan should address the following items: </a:t>
            </a:r>
          </a:p>
          <a:p>
            <a:r>
              <a:rPr lang="en-US" dirty="0"/>
              <a:t>Elicitation objectives:</a:t>
            </a:r>
            <a:r>
              <a:rPr lang="en-US" sz="2000" dirty="0"/>
              <a:t> for the entire project and for each planned elicitation activity.</a:t>
            </a:r>
            <a:r>
              <a:rPr lang="en-US" dirty="0"/>
              <a:t> </a:t>
            </a:r>
          </a:p>
          <a:p>
            <a:r>
              <a:rPr lang="en-US" dirty="0"/>
              <a:t>Elicitation strategy and planned techniques: </a:t>
            </a:r>
            <a:r>
              <a:rPr lang="en-US" sz="2000" dirty="0"/>
              <a:t>Describe which techniques to use with different stakeholder groups. You might use some combination of questionnaires, workshops, customer visits, interviews, observations,…</a:t>
            </a:r>
            <a:endParaRPr lang="en-US" dirty="0"/>
          </a:p>
          <a:p>
            <a:r>
              <a:rPr lang="en-US" dirty="0"/>
              <a:t>Schedule and resource estimates: </a:t>
            </a:r>
            <a:r>
              <a:rPr lang="en-US" sz="1900" dirty="0"/>
              <a:t>Identify both customer and development participants for the various elicitation activities, along with estimates of the effort and calendar time required. </a:t>
            </a:r>
            <a:endParaRPr lang="en-US" dirty="0"/>
          </a:p>
          <a:p>
            <a:r>
              <a:rPr lang="en-US" dirty="0"/>
              <a:t>Documents and systems needed for independent elicitation: </a:t>
            </a:r>
            <a:r>
              <a:rPr lang="en-US" sz="1900" dirty="0"/>
              <a:t>All material needed have to document carefully.</a:t>
            </a:r>
            <a:endParaRPr lang="en-US" sz="2600" dirty="0"/>
          </a:p>
          <a:p>
            <a:r>
              <a:rPr lang="en-US" dirty="0"/>
              <a:t>Expected products of elicitation efforts: </a:t>
            </a:r>
            <a:r>
              <a:rPr lang="en-US" sz="1900" dirty="0"/>
              <a:t>Create a list of use cases, an SRS, an analysis of questionnaire results, or quality attribute specifications helps ensure that you target the right stakeholders, topics, and details during elicitation.</a:t>
            </a:r>
            <a:endParaRPr lang="en-US" sz="2200" dirty="0"/>
          </a:p>
          <a:p>
            <a:r>
              <a:rPr lang="en-US" dirty="0"/>
              <a:t>Elicitation risks: </a:t>
            </a:r>
            <a:r>
              <a:rPr lang="en-US" sz="2100" dirty="0"/>
              <a:t>identify factors that could impede </a:t>
            </a:r>
            <a:r>
              <a:rPr lang="en-US" sz="1400" dirty="0"/>
              <a:t>(</a:t>
            </a:r>
            <a:r>
              <a:rPr lang="en-US" sz="1400" dirty="0" err="1"/>
              <a:t>làm</a:t>
            </a:r>
            <a:r>
              <a:rPr lang="en-US" sz="1400" dirty="0"/>
              <a:t> </a:t>
            </a:r>
            <a:r>
              <a:rPr lang="en-US" sz="1400" dirty="0" err="1"/>
              <a:t>trở</a:t>
            </a:r>
            <a:r>
              <a:rPr lang="en-US" sz="1400" dirty="0"/>
              <a:t> </a:t>
            </a:r>
            <a:r>
              <a:rPr lang="en-US" sz="1400" dirty="0" err="1"/>
              <a:t>ngại</a:t>
            </a:r>
            <a:r>
              <a:rPr lang="en-US" sz="1400" dirty="0"/>
              <a:t>) </a:t>
            </a:r>
            <a:r>
              <a:rPr lang="en-US" sz="2100" dirty="0"/>
              <a:t>your ability to complete the elicitation activities and plan to mitigate the impact of risks.</a:t>
            </a:r>
            <a:endParaRPr lang="en-US" sz="1600" dirty="0"/>
          </a:p>
        </p:txBody>
      </p:sp>
      <p:sp>
        <p:nvSpPr>
          <p:cNvPr id="2" name="Title 1"/>
          <p:cNvSpPr>
            <a:spLocks noGrp="1"/>
          </p:cNvSpPr>
          <p:nvPr>
            <p:ph type="title"/>
          </p:nvPr>
        </p:nvSpPr>
        <p:spPr>
          <a:xfrm>
            <a:off x="2819400" y="27105"/>
            <a:ext cx="6324600" cy="947620"/>
          </a:xfrm>
        </p:spPr>
        <p:txBody>
          <a:bodyPr>
            <a:normAutofit/>
          </a:bodyPr>
          <a:lstStyle/>
          <a:p>
            <a:r>
              <a:rPr lang="en-US" sz="3200" dirty="0"/>
              <a:t>Planning elicitation on your project</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3483015789"/>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992137"/>
            <a:ext cx="8686800" cy="2180062"/>
          </a:xfrm>
        </p:spPr>
        <p:txBody>
          <a:bodyPr>
            <a:normAutofit fontScale="92500" lnSpcReduction="20000"/>
          </a:bodyPr>
          <a:lstStyle/>
          <a:p>
            <a:r>
              <a:rPr lang="en-US" dirty="0"/>
              <a:t>Plan session scope and agenda </a:t>
            </a:r>
          </a:p>
          <a:p>
            <a:r>
              <a:rPr lang="en-US" dirty="0"/>
              <a:t>Prepare resources </a:t>
            </a:r>
          </a:p>
          <a:p>
            <a:r>
              <a:rPr lang="en-US" dirty="0"/>
              <a:t>Learn about the stakeholders </a:t>
            </a:r>
          </a:p>
          <a:p>
            <a:r>
              <a:rPr lang="en-US" dirty="0"/>
              <a:t>Prepare questions </a:t>
            </a:r>
          </a:p>
          <a:p>
            <a:r>
              <a:rPr lang="en-US" dirty="0"/>
              <a:t>Prepare straw man models </a:t>
            </a:r>
          </a:p>
        </p:txBody>
      </p:sp>
      <p:sp>
        <p:nvSpPr>
          <p:cNvPr id="2" name="Title 1"/>
          <p:cNvSpPr>
            <a:spLocks noGrp="1"/>
          </p:cNvSpPr>
          <p:nvPr>
            <p:ph type="title"/>
          </p:nvPr>
        </p:nvSpPr>
        <p:spPr/>
        <p:txBody>
          <a:bodyPr>
            <a:normAutofit/>
          </a:bodyPr>
          <a:lstStyle/>
          <a:p>
            <a:r>
              <a:rPr lang="en-US" sz="3200"/>
              <a:t>Preparing for elicitation</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pic>
        <p:nvPicPr>
          <p:cNvPr id="7" name="Picture 6"/>
          <p:cNvPicPr>
            <a:picLocks noChangeAspect="1"/>
          </p:cNvPicPr>
          <p:nvPr/>
        </p:nvPicPr>
        <p:blipFill>
          <a:blip r:embed="rId2"/>
          <a:stretch>
            <a:fillRect/>
          </a:stretch>
        </p:blipFill>
        <p:spPr>
          <a:xfrm>
            <a:off x="228600" y="1219105"/>
            <a:ext cx="8705436" cy="2154716"/>
          </a:xfrm>
          <a:prstGeom prst="rect">
            <a:avLst/>
          </a:prstGeom>
        </p:spPr>
      </p:pic>
      <p:sp>
        <p:nvSpPr>
          <p:cNvPr id="8" name="TextBox 7"/>
          <p:cNvSpPr txBox="1"/>
          <p:nvPr/>
        </p:nvSpPr>
        <p:spPr>
          <a:xfrm>
            <a:off x="1434662" y="3438654"/>
            <a:ext cx="6048002" cy="369332"/>
          </a:xfrm>
          <a:prstGeom prst="rect">
            <a:avLst/>
          </a:prstGeom>
          <a:noFill/>
        </p:spPr>
        <p:txBody>
          <a:bodyPr wrap="none" rtlCol="0">
            <a:spAutoFit/>
          </a:bodyPr>
          <a:lstStyle/>
          <a:p>
            <a:r>
              <a:rPr lang="en-US" b="1" dirty="0"/>
              <a:t>FIGURE 7-4 </a:t>
            </a:r>
            <a:r>
              <a:rPr lang="en-US" dirty="0"/>
              <a:t>Activities to prepare for a single elicitation session.</a:t>
            </a:r>
          </a:p>
        </p:txBody>
      </p:sp>
    </p:spTree>
    <p:extLst>
      <p:ext uri="{BB962C8B-B14F-4D97-AF65-F5344CB8AC3E}">
        <p14:creationId xmlns:p14="http://schemas.microsoft.com/office/powerpoint/2010/main" val="926880997"/>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r>
              <a:rPr lang="en-US" dirty="0"/>
              <a:t>Plan session scope and agenda: </a:t>
            </a:r>
            <a:r>
              <a:rPr lang="en-US" sz="2400" dirty="0"/>
              <a:t>Decide on the scope of the elicitation session, taking into account how much time is available. The agenda should detail what topics will be covered, the available time for each topic, and targeted objectives. Share the session agenda with stakeholders in advance. </a:t>
            </a:r>
          </a:p>
          <a:p>
            <a:r>
              <a:rPr lang="en-US" dirty="0"/>
              <a:t>Prepare resources: </a:t>
            </a:r>
            <a:r>
              <a:rPr lang="en-US" sz="2400" dirty="0"/>
              <a:t>Schedule the physical resources needed, such as rooms, projectors, teleconference numbers, and videoconferencing equipment. Also, schedule the participants, being sensitive to time zone differences if you are not in the same location.</a:t>
            </a:r>
          </a:p>
          <a:p>
            <a:r>
              <a:rPr lang="en-US" dirty="0"/>
              <a:t>Learn about the stakeholders: </a:t>
            </a:r>
            <a:r>
              <a:rPr lang="en-US" sz="2400" dirty="0"/>
              <a:t>Identify the relevant stakeholders for the session and learn about their cultural and regional preferences for meetings. If there are some foreigners as participants, you need to provide them with supporting documentation, such as slides, ahead of time so they can read ahead or follow along.</a:t>
            </a:r>
          </a:p>
        </p:txBody>
      </p:sp>
      <p:sp>
        <p:nvSpPr>
          <p:cNvPr id="2" name="Title 1"/>
          <p:cNvSpPr>
            <a:spLocks noGrp="1"/>
          </p:cNvSpPr>
          <p:nvPr>
            <p:ph type="title"/>
          </p:nvPr>
        </p:nvSpPr>
        <p:spPr/>
        <p:txBody>
          <a:bodyPr>
            <a:normAutofit/>
          </a:bodyPr>
          <a:lstStyle/>
          <a:p>
            <a:r>
              <a:rPr lang="en-US" sz="3200"/>
              <a:t>Preparing for elicitation</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Tree>
    <p:extLst>
      <p:ext uri="{BB962C8B-B14F-4D97-AF65-F5344CB8AC3E}">
        <p14:creationId xmlns:p14="http://schemas.microsoft.com/office/powerpoint/2010/main" val="2670092089"/>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10000"/>
          </a:bodyPr>
          <a:lstStyle/>
          <a:p>
            <a:r>
              <a:rPr lang="en-US" dirty="0"/>
              <a:t>Prepare questions: Before going to elicitation session you need to have a set of prepared questions.</a:t>
            </a:r>
          </a:p>
          <a:p>
            <a:pPr lvl="1"/>
            <a:r>
              <a:rPr lang="en-US" dirty="0"/>
              <a:t>Asking </a:t>
            </a:r>
            <a:r>
              <a:rPr lang="en-US" i="1" dirty="0"/>
              <a:t>why</a:t>
            </a:r>
            <a:r>
              <a:rPr lang="en-US" dirty="0"/>
              <a:t> question several times can move the discussion from a presented solution to a solid understanding of the problem that need to be solved.</a:t>
            </a:r>
          </a:p>
          <a:p>
            <a:pPr lvl="1"/>
            <a:r>
              <a:rPr lang="en-US" dirty="0"/>
              <a:t>Asking </a:t>
            </a:r>
            <a:r>
              <a:rPr lang="en-US" i="1" dirty="0"/>
              <a:t>open-ended</a:t>
            </a:r>
            <a:r>
              <a:rPr lang="en-US" dirty="0"/>
              <a:t> questions to help you understand the users’ current biz processes and to see how the new system could improve their performance.</a:t>
            </a:r>
          </a:p>
          <a:p>
            <a:r>
              <a:rPr lang="en-US" dirty="0"/>
              <a:t>Prepare straw man models:</a:t>
            </a:r>
          </a:p>
          <a:p>
            <a:pPr lvl="1"/>
            <a:r>
              <a:rPr lang="en-US" dirty="0"/>
              <a:t>The most useful models are use cases and process flows because they closely align with how people think about doing their jobs.</a:t>
            </a:r>
          </a:p>
          <a:p>
            <a:pPr lvl="1"/>
            <a:r>
              <a:rPr lang="en-US" dirty="0"/>
              <a:t>A straw man serves as a starting point that helps you learn about the topic and inspires your users to think of ideas. It is easier to revise </a:t>
            </a:r>
            <a:r>
              <a:rPr lang="en-US" sz="1700" dirty="0"/>
              <a:t>(</a:t>
            </a:r>
            <a:r>
              <a:rPr lang="en-US" sz="1700" dirty="0" err="1"/>
              <a:t>sửa</a:t>
            </a:r>
            <a:r>
              <a:rPr lang="en-US" sz="1700" dirty="0"/>
              <a:t> </a:t>
            </a:r>
            <a:r>
              <a:rPr lang="en-US" sz="1700" dirty="0" err="1"/>
              <a:t>đổi</a:t>
            </a:r>
            <a:r>
              <a:rPr lang="en-US" sz="1700" dirty="0"/>
              <a:t>)</a:t>
            </a:r>
            <a:r>
              <a:rPr lang="en-US" dirty="0"/>
              <a:t> a draft model  than to create one from scratch </a:t>
            </a:r>
            <a:r>
              <a:rPr lang="en-US" sz="1700" dirty="0"/>
              <a:t>(</a:t>
            </a:r>
            <a:r>
              <a:rPr lang="en-US" sz="1700" dirty="0" err="1"/>
              <a:t>hơn</a:t>
            </a:r>
            <a:r>
              <a:rPr lang="en-US" sz="1700" dirty="0"/>
              <a:t> </a:t>
            </a:r>
            <a:r>
              <a:rPr lang="en-US" sz="1700" dirty="0" err="1"/>
              <a:t>là</a:t>
            </a:r>
            <a:r>
              <a:rPr lang="en-US" sz="1700" dirty="0"/>
              <a:t> </a:t>
            </a:r>
            <a:r>
              <a:rPr lang="en-US" sz="1700" dirty="0" err="1"/>
              <a:t>tạo</a:t>
            </a:r>
            <a:r>
              <a:rPr lang="en-US" sz="1700" dirty="0"/>
              <a:t> 1 </a:t>
            </a:r>
            <a:r>
              <a:rPr lang="en-US" sz="1700" dirty="0" err="1"/>
              <a:t>mô</a:t>
            </a:r>
            <a:r>
              <a:rPr lang="en-US" sz="1700" dirty="0"/>
              <a:t> </a:t>
            </a:r>
            <a:r>
              <a:rPr lang="en-US" sz="1700" dirty="0" err="1"/>
              <a:t>hình</a:t>
            </a:r>
            <a:r>
              <a:rPr lang="en-US" sz="1700" dirty="0"/>
              <a:t> </a:t>
            </a:r>
            <a:r>
              <a:rPr lang="en-US" sz="1700" dirty="0" err="1"/>
              <a:t>mới</a:t>
            </a:r>
            <a:r>
              <a:rPr lang="en-US" sz="1700" dirty="0"/>
              <a:t> </a:t>
            </a:r>
            <a:r>
              <a:rPr lang="en-US" sz="1700" dirty="0" err="1"/>
              <a:t>từ</a:t>
            </a:r>
            <a:r>
              <a:rPr lang="en-US" sz="1700" dirty="0"/>
              <a:t> </a:t>
            </a:r>
            <a:r>
              <a:rPr lang="en-US" sz="1700" dirty="0" err="1"/>
              <a:t>đầu</a:t>
            </a:r>
            <a:r>
              <a:rPr lang="en-US" sz="1700" dirty="0"/>
              <a:t>)</a:t>
            </a:r>
            <a:r>
              <a:rPr lang="en-US" dirty="0"/>
              <a:t>.</a:t>
            </a:r>
          </a:p>
        </p:txBody>
      </p:sp>
      <p:sp>
        <p:nvSpPr>
          <p:cNvPr id="2" name="Title 1"/>
          <p:cNvSpPr>
            <a:spLocks noGrp="1"/>
          </p:cNvSpPr>
          <p:nvPr>
            <p:ph type="title"/>
          </p:nvPr>
        </p:nvSpPr>
        <p:spPr/>
        <p:txBody>
          <a:bodyPr>
            <a:normAutofit/>
          </a:bodyPr>
          <a:lstStyle/>
          <a:p>
            <a:r>
              <a:rPr lang="en-US" sz="3200"/>
              <a:t>Preparing for elicitation</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spTree>
    <p:extLst>
      <p:ext uri="{BB962C8B-B14F-4D97-AF65-F5344CB8AC3E}">
        <p14:creationId xmlns:p14="http://schemas.microsoft.com/office/powerpoint/2010/main" val="526529220"/>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Educate stakeholders:</a:t>
            </a:r>
          </a:p>
          <a:p>
            <a:pPr lvl="1"/>
            <a:r>
              <a:rPr lang="en-US" dirty="0"/>
              <a:t>Explain the exploration techniques you’ll be using, such as use cases, process flows, and how they can help stakeholders provide better requirements.</a:t>
            </a:r>
          </a:p>
          <a:p>
            <a:r>
              <a:rPr lang="en-US" dirty="0"/>
              <a:t>Take good notes:</a:t>
            </a:r>
          </a:p>
          <a:p>
            <a:pPr lvl="1"/>
            <a:r>
              <a:rPr lang="en-US" dirty="0"/>
              <a:t>Assign someone who is not actively participating in the discussion to be the scribe </a:t>
            </a:r>
            <a:r>
              <a:rPr lang="en-US" sz="1700" dirty="0"/>
              <a:t>(</a:t>
            </a:r>
            <a:r>
              <a:rPr lang="en-US" sz="1700" dirty="0" err="1"/>
              <a:t>người</a:t>
            </a:r>
            <a:r>
              <a:rPr lang="en-US" sz="1700" dirty="0"/>
              <a:t> </a:t>
            </a:r>
            <a:r>
              <a:rPr lang="en-US" sz="1700" dirty="0" err="1"/>
              <a:t>ghi</a:t>
            </a:r>
            <a:r>
              <a:rPr lang="en-US" sz="1700" dirty="0"/>
              <a:t> </a:t>
            </a:r>
            <a:r>
              <a:rPr lang="en-US" sz="1700" dirty="0" err="1"/>
              <a:t>chép</a:t>
            </a:r>
            <a:r>
              <a:rPr lang="en-US" sz="1700" dirty="0"/>
              <a:t>)</a:t>
            </a:r>
            <a:r>
              <a:rPr lang="en-US" dirty="0"/>
              <a:t>, responsible taking accurate notes.</a:t>
            </a:r>
          </a:p>
          <a:p>
            <a:pPr lvl="1"/>
            <a:r>
              <a:rPr lang="en-US" dirty="0"/>
              <a:t>Session notes should contain an attendee list, invitees (absents), decisions made, actions to be take,…</a:t>
            </a:r>
          </a:p>
          <a:p>
            <a:r>
              <a:rPr lang="en-US" dirty="0"/>
              <a:t>Exploit the physical space:</a:t>
            </a:r>
          </a:p>
          <a:p>
            <a:pPr lvl="1"/>
            <a:r>
              <a:rPr lang="en-US" dirty="0"/>
              <a:t>Most rooms have 4 walls, so use them during facilitation to draw diagrams or create lists.</a:t>
            </a:r>
          </a:p>
          <a:p>
            <a:pPr lvl="1"/>
            <a:r>
              <a:rPr lang="en-US" dirty="0"/>
              <a:t>If there are many participants in multiple locations, use the online conferences, such as teleconferences, videoconferences,…</a:t>
            </a:r>
          </a:p>
        </p:txBody>
      </p:sp>
      <p:sp>
        <p:nvSpPr>
          <p:cNvPr id="2" name="Title 1"/>
          <p:cNvSpPr>
            <a:spLocks noGrp="1"/>
          </p:cNvSpPr>
          <p:nvPr>
            <p:ph type="title"/>
          </p:nvPr>
        </p:nvSpPr>
        <p:spPr>
          <a:xfrm>
            <a:off x="2819400" y="27105"/>
            <a:ext cx="6324600" cy="1115895"/>
          </a:xfrm>
        </p:spPr>
        <p:txBody>
          <a:bodyPr>
            <a:normAutofit/>
          </a:bodyPr>
          <a:lstStyle/>
          <a:p>
            <a:r>
              <a:rPr lang="en-US" sz="3200" dirty="0"/>
              <a:t>Performing elicitation activities</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21</a:t>
            </a:fld>
            <a:endParaRPr lang="en-US" dirty="0"/>
          </a:p>
        </p:txBody>
      </p:sp>
    </p:spTree>
    <p:extLst>
      <p:ext uri="{BB962C8B-B14F-4D97-AF65-F5344CB8AC3E}">
        <p14:creationId xmlns:p14="http://schemas.microsoft.com/office/powerpoint/2010/main" val="1301101771"/>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Organizing and sharing the notes:</a:t>
            </a:r>
          </a:p>
          <a:p>
            <a:pPr lvl="1"/>
            <a:r>
              <a:rPr lang="en-US" dirty="0"/>
              <a:t>Review and update your notes soon after the session is completed, while the content is still fresh in your mind.</a:t>
            </a:r>
          </a:p>
          <a:p>
            <a:pPr lvl="1"/>
            <a:r>
              <a:rPr lang="en-US" dirty="0"/>
              <a:t>Editing the elicitation notes is a risk. Soon after each interview or workshop, share the consolidated notes with the participants and ask them to review to ensure that they accurately represent the session.</a:t>
            </a:r>
          </a:p>
          <a:p>
            <a:r>
              <a:rPr lang="en-US" dirty="0"/>
              <a:t>Documenting open issues:</a:t>
            </a:r>
          </a:p>
          <a:p>
            <a:pPr lvl="1"/>
            <a:r>
              <a:rPr lang="en-US" dirty="0"/>
              <a:t>During elicitation activities, you might encounter items to be further explored at a later date, record them in an issue-tracking tool.</a:t>
            </a:r>
          </a:p>
          <a:p>
            <a:pPr lvl="1"/>
            <a:r>
              <a:rPr lang="en-US" dirty="0"/>
              <a:t>For each issue, record any relevant notes related to resolve the issue, progress already made, an owner, and due date.</a:t>
            </a:r>
          </a:p>
        </p:txBody>
      </p:sp>
      <p:sp>
        <p:nvSpPr>
          <p:cNvPr id="2" name="Title 1"/>
          <p:cNvSpPr>
            <a:spLocks noGrp="1"/>
          </p:cNvSpPr>
          <p:nvPr>
            <p:ph type="title"/>
          </p:nvPr>
        </p:nvSpPr>
        <p:spPr/>
        <p:txBody>
          <a:bodyPr>
            <a:normAutofit/>
          </a:bodyPr>
          <a:lstStyle/>
          <a:p>
            <a:r>
              <a:rPr lang="en-US" sz="3200" dirty="0"/>
              <a:t>Following up after elicitation</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22</a:t>
            </a:fld>
            <a:endParaRPr lang="en-US" dirty="0"/>
          </a:p>
        </p:txBody>
      </p:sp>
    </p:spTree>
    <p:extLst>
      <p:ext uri="{BB962C8B-B14F-4D97-AF65-F5344CB8AC3E}">
        <p14:creationId xmlns:p14="http://schemas.microsoft.com/office/powerpoint/2010/main" val="3219947293"/>
      </p:ext>
    </p:extLst>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54563"/>
          </a:xfrm>
        </p:spPr>
        <p:txBody>
          <a:bodyPr>
            <a:normAutofit/>
          </a:bodyPr>
          <a:lstStyle/>
          <a:p>
            <a:r>
              <a:rPr lang="en-US" sz="3200" dirty="0"/>
              <a:t>Classifying customer input</a:t>
            </a:r>
          </a:p>
        </p:txBody>
      </p:sp>
      <p:pic>
        <p:nvPicPr>
          <p:cNvPr id="5" name="Picture 4"/>
          <p:cNvPicPr>
            <a:picLocks noChangeAspect="1"/>
          </p:cNvPicPr>
          <p:nvPr/>
        </p:nvPicPr>
        <p:blipFill>
          <a:blip r:embed="rId2"/>
          <a:stretch>
            <a:fillRect/>
          </a:stretch>
        </p:blipFill>
        <p:spPr>
          <a:xfrm>
            <a:off x="1423950" y="1301296"/>
            <a:ext cx="5974322" cy="4803677"/>
          </a:xfrm>
          <a:prstGeom prst="rect">
            <a:avLst/>
          </a:prstGeom>
        </p:spPr>
      </p:pic>
      <p:sp>
        <p:nvSpPr>
          <p:cNvPr id="3" name="Footer Placeholder 2"/>
          <p:cNvSpPr>
            <a:spLocks noGrp="1"/>
          </p:cNvSpPr>
          <p:nvPr>
            <p:ph type="ftr" sz="quarter" idx="10"/>
          </p:nvPr>
        </p:nvSpPr>
        <p:spPr/>
        <p:txBody>
          <a:bodyPr/>
          <a:lstStyle/>
          <a:p>
            <a:pPr>
              <a:defRPr/>
            </a:pPr>
            <a:r>
              <a:rPr lang="vi-VN"/>
              <a:t>Chapter 7: Requirements Elicitation_BayHV</a:t>
            </a:r>
            <a:endParaRPr lang="en-US"/>
          </a:p>
        </p:txBody>
      </p:sp>
      <p:sp>
        <p:nvSpPr>
          <p:cNvPr id="4" name="Slide Number Placeholder 3"/>
          <p:cNvSpPr>
            <a:spLocks noGrp="1"/>
          </p:cNvSpPr>
          <p:nvPr>
            <p:ph type="sldNum" sz="quarter" idx="11"/>
          </p:nvPr>
        </p:nvSpPr>
        <p:spPr/>
        <p:txBody>
          <a:bodyPr/>
          <a:lstStyle/>
          <a:p>
            <a:pPr>
              <a:defRPr/>
            </a:pPr>
            <a:fld id="{38F81FAE-D748-4BFC-A8B0-D2E750E8899F}" type="slidenum">
              <a:rPr lang="en-US" smtClean="0"/>
              <a:pPr>
                <a:defRPr/>
              </a:pPr>
              <a:t>23</a:t>
            </a:fld>
            <a:endParaRPr lang="en-US" dirty="0"/>
          </a:p>
        </p:txBody>
      </p:sp>
    </p:spTree>
    <p:extLst>
      <p:ext uri="{BB962C8B-B14F-4D97-AF65-F5344CB8AC3E}">
        <p14:creationId xmlns:p14="http://schemas.microsoft.com/office/powerpoint/2010/main" val="961580307"/>
      </p:ext>
    </p:extLst>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r>
              <a:rPr lang="en-US" dirty="0"/>
              <a:t>Biz requirements: Anything related to financial, marketplace, or other biz benefit that either customers or the developing organization wish to gain from the product is a biz requirements.</a:t>
            </a:r>
          </a:p>
          <a:p>
            <a:pPr lvl="1"/>
            <a:r>
              <a:rPr lang="en-US" dirty="0"/>
              <a:t>“Increase market share in region X by Y percent within Z months”.</a:t>
            </a:r>
          </a:p>
          <a:p>
            <a:pPr lvl="1"/>
            <a:r>
              <a:rPr lang="en-US" dirty="0"/>
              <a:t>“Save $X per year on electricity now wasted by inefficient unites.”</a:t>
            </a:r>
          </a:p>
          <a:p>
            <a:r>
              <a:rPr lang="en-US" dirty="0"/>
              <a:t>User requirements: General statements of user goals or biz tasks that user need to perform are user requirements represented as use cases, scenarios, or user stories.</a:t>
            </a:r>
          </a:p>
          <a:p>
            <a:pPr lvl="1"/>
            <a:r>
              <a:rPr lang="en-US" dirty="0"/>
              <a:t>“I need to print a mailing label for a package.”</a:t>
            </a:r>
          </a:p>
          <a:p>
            <a:pPr lvl="1"/>
            <a:r>
              <a:rPr lang="en-US" dirty="0"/>
              <a:t>“As the lead machine operator, I need to calibrate </a:t>
            </a:r>
            <a:r>
              <a:rPr lang="en-US" sz="1700" dirty="0"/>
              <a:t>(</a:t>
            </a:r>
            <a:r>
              <a:rPr lang="en-US" sz="1700" dirty="0" err="1"/>
              <a:t>điều</a:t>
            </a:r>
            <a:r>
              <a:rPr lang="en-US" sz="1700" dirty="0"/>
              <a:t> </a:t>
            </a:r>
            <a:r>
              <a:rPr lang="en-US" sz="1700" dirty="0" err="1"/>
              <a:t>chỉnh</a:t>
            </a:r>
            <a:r>
              <a:rPr lang="en-US" sz="1700" dirty="0"/>
              <a:t>)</a:t>
            </a:r>
            <a:r>
              <a:rPr lang="en-US" dirty="0"/>
              <a:t> the pump controller  </a:t>
            </a:r>
            <a:r>
              <a:rPr lang="en-US" sz="1700" dirty="0"/>
              <a:t>(</a:t>
            </a:r>
            <a:r>
              <a:rPr lang="en-US" sz="1700" dirty="0" err="1"/>
              <a:t>bộ</a:t>
            </a:r>
            <a:r>
              <a:rPr lang="en-US" sz="1700" dirty="0"/>
              <a:t> </a:t>
            </a:r>
            <a:r>
              <a:rPr lang="en-US" sz="1700" dirty="0" err="1"/>
              <a:t>điều</a:t>
            </a:r>
            <a:r>
              <a:rPr lang="en-US" sz="1700" dirty="0"/>
              <a:t> </a:t>
            </a:r>
            <a:r>
              <a:rPr lang="en-US" sz="1700" dirty="0" err="1"/>
              <a:t>khiển</a:t>
            </a:r>
            <a:r>
              <a:rPr lang="en-US" sz="1700" dirty="0"/>
              <a:t> </a:t>
            </a:r>
            <a:r>
              <a:rPr lang="en-US" sz="1700" dirty="0" err="1"/>
              <a:t>bơm</a:t>
            </a:r>
            <a:r>
              <a:rPr lang="en-US" sz="1700" dirty="0"/>
              <a:t>) </a:t>
            </a:r>
            <a:r>
              <a:rPr lang="en-US" dirty="0"/>
              <a:t>first thing every morning.”</a:t>
            </a:r>
          </a:p>
        </p:txBody>
      </p:sp>
      <p:sp>
        <p:nvSpPr>
          <p:cNvPr id="2" name="Title 1"/>
          <p:cNvSpPr>
            <a:spLocks noGrp="1"/>
          </p:cNvSpPr>
          <p:nvPr>
            <p:ph type="title"/>
          </p:nvPr>
        </p:nvSpPr>
        <p:spPr/>
        <p:txBody>
          <a:bodyPr>
            <a:normAutofit/>
          </a:bodyPr>
          <a:lstStyle/>
          <a:p>
            <a:r>
              <a:rPr lang="en-US" sz="3200" dirty="0"/>
              <a:t>Classifying customer input</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24</a:t>
            </a:fld>
            <a:endParaRPr lang="en-US" dirty="0"/>
          </a:p>
        </p:txBody>
      </p:sp>
    </p:spTree>
    <p:extLst>
      <p:ext uri="{BB962C8B-B14F-4D97-AF65-F5344CB8AC3E}">
        <p14:creationId xmlns:p14="http://schemas.microsoft.com/office/powerpoint/2010/main" val="3324076658"/>
      </p:ext>
    </p:extLst>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Biz rules:</a:t>
            </a:r>
          </a:p>
          <a:p>
            <a:pPr lvl="1"/>
            <a:r>
              <a:rPr lang="en-US" dirty="0"/>
              <a:t>“A new client must pay 30 percent of the estimated consulting fee and travel expenses in advance.”</a:t>
            </a:r>
          </a:p>
          <a:p>
            <a:pPr lvl="1"/>
            <a:r>
              <a:rPr lang="en-US" dirty="0"/>
              <a:t>“Time-off approvals </a:t>
            </a:r>
            <a:r>
              <a:rPr lang="en-US" sz="1600" dirty="0"/>
              <a:t>(</a:t>
            </a:r>
            <a:r>
              <a:rPr lang="en-US" sz="1600" dirty="0" err="1"/>
              <a:t>phê</a:t>
            </a:r>
            <a:r>
              <a:rPr lang="en-US" sz="1600" dirty="0"/>
              <a:t> </a:t>
            </a:r>
            <a:r>
              <a:rPr lang="en-US" sz="1600" dirty="0" err="1"/>
              <a:t>duyệt</a:t>
            </a:r>
            <a:r>
              <a:rPr lang="en-US" sz="1600" dirty="0"/>
              <a:t> </a:t>
            </a:r>
            <a:r>
              <a:rPr lang="en-US" sz="1600" dirty="0" err="1"/>
              <a:t>thời</a:t>
            </a:r>
            <a:r>
              <a:rPr lang="en-US" sz="1600" dirty="0"/>
              <a:t> </a:t>
            </a:r>
            <a:r>
              <a:rPr lang="en-US" sz="1600" dirty="0" err="1"/>
              <a:t>gian</a:t>
            </a:r>
            <a:r>
              <a:rPr lang="en-US" sz="1600" dirty="0"/>
              <a:t> </a:t>
            </a:r>
            <a:r>
              <a:rPr lang="en-US" sz="1600" dirty="0" err="1"/>
              <a:t>nghỉ</a:t>
            </a:r>
            <a:r>
              <a:rPr lang="en-US" sz="1600" dirty="0"/>
              <a:t> </a:t>
            </a:r>
            <a:r>
              <a:rPr lang="en-US" sz="1600" dirty="0" err="1"/>
              <a:t>phép</a:t>
            </a:r>
            <a:r>
              <a:rPr lang="en-US" sz="1600" dirty="0"/>
              <a:t>)</a:t>
            </a:r>
            <a:r>
              <a:rPr lang="en-US" dirty="0"/>
              <a:t> must comply with the company’s HR vacation policy.”</a:t>
            </a:r>
          </a:p>
          <a:p>
            <a:r>
              <a:rPr lang="en-US" dirty="0"/>
              <a:t>Functional requirements: describe the observable behaviors the system will exhibit under certain conditions and actions the system will led user take.</a:t>
            </a:r>
          </a:p>
          <a:p>
            <a:pPr lvl="1"/>
            <a:r>
              <a:rPr lang="en-US" dirty="0"/>
              <a:t>“if pressure exceeds 40.0 psi, the high-pressure warning light should come on.”</a:t>
            </a:r>
          </a:p>
          <a:p>
            <a:pPr lvl="1"/>
            <a:r>
              <a:rPr lang="en-US" dirty="0"/>
              <a:t>“The user must be able to sort the project list </a:t>
            </a:r>
            <a:r>
              <a:rPr lang="en-US" dirty="0">
                <a:solidFill>
                  <a:srgbClr val="003399"/>
                </a:solidFill>
              </a:rPr>
              <a:t>in forward and reverse</a:t>
            </a:r>
            <a:r>
              <a:rPr lang="en-US" dirty="0"/>
              <a:t> alphabetical order.”</a:t>
            </a:r>
          </a:p>
        </p:txBody>
      </p:sp>
      <p:sp>
        <p:nvSpPr>
          <p:cNvPr id="2" name="Title 1"/>
          <p:cNvSpPr>
            <a:spLocks noGrp="1"/>
          </p:cNvSpPr>
          <p:nvPr>
            <p:ph type="title"/>
          </p:nvPr>
        </p:nvSpPr>
        <p:spPr/>
        <p:txBody>
          <a:bodyPr>
            <a:normAutofit/>
          </a:bodyPr>
          <a:lstStyle/>
          <a:p>
            <a:r>
              <a:rPr lang="en-US" sz="3200" dirty="0"/>
              <a:t>Classifying customer input</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25</a:t>
            </a:fld>
            <a:endParaRPr lang="en-US" dirty="0"/>
          </a:p>
        </p:txBody>
      </p:sp>
    </p:spTree>
    <p:extLst>
      <p:ext uri="{BB962C8B-B14F-4D97-AF65-F5344CB8AC3E}">
        <p14:creationId xmlns:p14="http://schemas.microsoft.com/office/powerpoint/2010/main" val="3927380209"/>
      </p:ext>
    </p:extLst>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r>
              <a:rPr lang="en-US" dirty="0"/>
              <a:t>Quality attributes: describe how well the system does something. Key words are fast, easy, user-friendly, reliable, and secure.</a:t>
            </a:r>
          </a:p>
          <a:p>
            <a:pPr lvl="1"/>
            <a:r>
              <a:rPr lang="en-US" dirty="0"/>
              <a:t>“The mobile SW must respond quickly to touch commands </a:t>
            </a:r>
            <a:r>
              <a:rPr lang="en-US" sz="1700" dirty="0"/>
              <a:t>(</a:t>
            </a:r>
            <a:r>
              <a:rPr lang="en-US" sz="1700" dirty="0" err="1"/>
              <a:t>lệnh</a:t>
            </a:r>
            <a:r>
              <a:rPr lang="en-US" sz="1700" dirty="0"/>
              <a:t> </a:t>
            </a:r>
            <a:r>
              <a:rPr lang="en-US" sz="1700" dirty="0" err="1"/>
              <a:t>chạm</a:t>
            </a:r>
            <a:r>
              <a:rPr lang="en-US" sz="1700" dirty="0"/>
              <a:t>)</a:t>
            </a:r>
            <a:r>
              <a:rPr lang="en-US" dirty="0"/>
              <a:t>.”</a:t>
            </a:r>
          </a:p>
          <a:p>
            <a:pPr lvl="1"/>
            <a:r>
              <a:rPr lang="en-US" dirty="0"/>
              <a:t>“The shopping cart mechanism has to be simple to use so many new customers don’t abandon the purchase.”</a:t>
            </a:r>
          </a:p>
          <a:p>
            <a:r>
              <a:rPr lang="en-US" dirty="0"/>
              <a:t>External interface requirements: describe the connections between your system and the rest of the universe.</a:t>
            </a:r>
          </a:p>
          <a:p>
            <a:pPr lvl="1"/>
            <a:r>
              <a:rPr lang="en-US" dirty="0"/>
              <a:t>“The manufacturing execution system must control the wafer sorter </a:t>
            </a:r>
            <a:r>
              <a:rPr lang="en-US" sz="1700" dirty="0"/>
              <a:t>(</a:t>
            </a:r>
            <a:r>
              <a:rPr lang="en-US" sz="1700" dirty="0" err="1"/>
              <a:t>phân</a:t>
            </a:r>
            <a:r>
              <a:rPr lang="en-US" sz="1700" dirty="0"/>
              <a:t> </a:t>
            </a:r>
            <a:r>
              <a:rPr lang="en-US" sz="1700" dirty="0" err="1"/>
              <a:t>loại</a:t>
            </a:r>
            <a:r>
              <a:rPr lang="en-US" sz="1700" dirty="0"/>
              <a:t> </a:t>
            </a:r>
            <a:r>
              <a:rPr lang="en-US" sz="1700" dirty="0" err="1"/>
              <a:t>bánh</a:t>
            </a:r>
            <a:r>
              <a:rPr lang="en-US" sz="1700" dirty="0"/>
              <a:t> </a:t>
            </a:r>
            <a:r>
              <a:rPr lang="en-US" sz="1700" dirty="0" err="1"/>
              <a:t>xốp</a:t>
            </a:r>
            <a:r>
              <a:rPr lang="en-US" sz="1700" dirty="0"/>
              <a:t>)</a:t>
            </a:r>
            <a:r>
              <a:rPr lang="en-US" dirty="0"/>
              <a:t>.”</a:t>
            </a:r>
          </a:p>
          <a:p>
            <a:pPr lvl="1"/>
            <a:r>
              <a:rPr lang="en-US" dirty="0"/>
              <a:t>“The mobile app should send the check image to the bank after I photograph the check I’m depositing </a:t>
            </a:r>
            <a:r>
              <a:rPr lang="en-US" sz="1700" dirty="0"/>
              <a:t>(</a:t>
            </a:r>
            <a:r>
              <a:rPr lang="en-US" sz="1700" dirty="0" err="1"/>
              <a:t>gởi</a:t>
            </a:r>
            <a:r>
              <a:rPr lang="en-US" sz="1700" dirty="0"/>
              <a:t> </a:t>
            </a:r>
            <a:r>
              <a:rPr lang="en-US" sz="1700" dirty="0" err="1"/>
              <a:t>tiền</a:t>
            </a:r>
            <a:r>
              <a:rPr lang="en-US" sz="1700" dirty="0"/>
              <a:t>)</a:t>
            </a:r>
            <a:r>
              <a:rPr lang="en-US" dirty="0"/>
              <a:t>.”</a:t>
            </a:r>
          </a:p>
          <a:p>
            <a:pPr lvl="1"/>
            <a:endParaRPr lang="en-US" dirty="0"/>
          </a:p>
        </p:txBody>
      </p:sp>
      <p:sp>
        <p:nvSpPr>
          <p:cNvPr id="2" name="Title 1"/>
          <p:cNvSpPr>
            <a:spLocks noGrp="1"/>
          </p:cNvSpPr>
          <p:nvPr>
            <p:ph type="title"/>
          </p:nvPr>
        </p:nvSpPr>
        <p:spPr/>
        <p:txBody>
          <a:bodyPr>
            <a:normAutofit/>
          </a:bodyPr>
          <a:lstStyle/>
          <a:p>
            <a:r>
              <a:rPr lang="en-US" sz="3200" dirty="0"/>
              <a:t>Classifying customer input</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26</a:t>
            </a:fld>
            <a:endParaRPr lang="en-US" dirty="0"/>
          </a:p>
        </p:txBody>
      </p:sp>
    </p:spTree>
    <p:extLst>
      <p:ext uri="{BB962C8B-B14F-4D97-AF65-F5344CB8AC3E}">
        <p14:creationId xmlns:p14="http://schemas.microsoft.com/office/powerpoint/2010/main" val="4243801434"/>
      </p:ext>
    </p:extLst>
  </p:cSld>
  <p:clrMapOvr>
    <a:masterClrMapping/>
  </p:clrMapOvr>
  <p:transition>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Constraints: Design and implementation constraints restrict the options available to the developer. Devices with embedded SW often must respect physical constraint such as size, weight, and interface connections.</a:t>
            </a:r>
          </a:p>
          <a:p>
            <a:pPr lvl="1"/>
            <a:r>
              <a:rPr lang="en-US" dirty="0"/>
              <a:t>“File submitted electronically cannot exceed 10 MB in size.”</a:t>
            </a:r>
          </a:p>
          <a:p>
            <a:pPr lvl="1"/>
            <a:r>
              <a:rPr lang="en-US" dirty="0"/>
              <a:t>“The browser must use 256-bit encryption for all secure transactions.”</a:t>
            </a:r>
          </a:p>
          <a:p>
            <a:r>
              <a:rPr lang="en-US" dirty="0"/>
              <a:t>Data requirements: describe the format, data type, allowed values, or default value for a data element,…</a:t>
            </a:r>
          </a:p>
          <a:p>
            <a:pPr lvl="1"/>
            <a:r>
              <a:rPr lang="en-US" dirty="0"/>
              <a:t>“The ZIP code has 5 digits, followed by an optional hyphen and 4 digits that default to 0000.”</a:t>
            </a:r>
          </a:p>
          <a:p>
            <a:pPr lvl="1"/>
            <a:r>
              <a:rPr lang="en-US" dirty="0"/>
              <a:t>“An order consists of the customer’s identify, shipping information, and one or more products, each of which includes the product number, number of units, unit price, and total price.”</a:t>
            </a:r>
          </a:p>
          <a:p>
            <a:pPr lvl="1"/>
            <a:endParaRPr lang="en-US" dirty="0"/>
          </a:p>
        </p:txBody>
      </p:sp>
      <p:sp>
        <p:nvSpPr>
          <p:cNvPr id="2" name="Title 1"/>
          <p:cNvSpPr>
            <a:spLocks noGrp="1"/>
          </p:cNvSpPr>
          <p:nvPr>
            <p:ph type="title"/>
          </p:nvPr>
        </p:nvSpPr>
        <p:spPr/>
        <p:txBody>
          <a:bodyPr>
            <a:normAutofit/>
          </a:bodyPr>
          <a:lstStyle/>
          <a:p>
            <a:r>
              <a:rPr lang="en-US" sz="3200" dirty="0"/>
              <a:t>Classifying customer input</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27</a:t>
            </a:fld>
            <a:endParaRPr lang="en-US" dirty="0"/>
          </a:p>
        </p:txBody>
      </p:sp>
    </p:spTree>
    <p:extLst>
      <p:ext uri="{BB962C8B-B14F-4D97-AF65-F5344CB8AC3E}">
        <p14:creationId xmlns:p14="http://schemas.microsoft.com/office/powerpoint/2010/main" val="1632390157"/>
      </p:ext>
    </p:extLst>
  </p:cSld>
  <p:clrMapOvr>
    <a:masterClrMapping/>
  </p:clrMapOvr>
  <p:transition>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Solution ideas: Many “requirements” from users are really solution ideas. Someone who describes a specific way to interact with the system to perform some action is suggesting a solution.</a:t>
            </a:r>
          </a:p>
          <a:p>
            <a:pPr lvl="1"/>
            <a:r>
              <a:rPr lang="en-US" dirty="0"/>
              <a:t>“Then I select the state where I want to send the package from a drop-down list.”.</a:t>
            </a:r>
          </a:p>
          <a:p>
            <a:pPr lvl="1"/>
            <a:r>
              <a:rPr lang="en-US" dirty="0"/>
              <a:t>“the phone has to allow the user to swipe </a:t>
            </a:r>
            <a:r>
              <a:rPr lang="en-US" sz="1600" dirty="0"/>
              <a:t>(</a:t>
            </a:r>
            <a:r>
              <a:rPr lang="en-US" sz="1600" dirty="0" err="1"/>
              <a:t>vuốt</a:t>
            </a:r>
            <a:r>
              <a:rPr lang="en-US" sz="1600" dirty="0"/>
              <a:t>)</a:t>
            </a:r>
            <a:r>
              <a:rPr lang="en-US" dirty="0"/>
              <a:t> with the finger to navigate between screens.”.</a:t>
            </a:r>
          </a:p>
          <a:p>
            <a:r>
              <a:rPr lang="en-US" dirty="0"/>
              <a:t>In the first EX, the phase </a:t>
            </a:r>
            <a:r>
              <a:rPr lang="en-US" i="1" dirty="0"/>
              <a:t>“from a drop-down list” </a:t>
            </a:r>
            <a:r>
              <a:rPr lang="en-US" dirty="0"/>
              <a:t>indicates that this is a solution idea because it’s describing a specific user interface control.</a:t>
            </a:r>
          </a:p>
          <a:p>
            <a:pPr lvl="1"/>
            <a:endParaRPr lang="en-US" dirty="0"/>
          </a:p>
        </p:txBody>
      </p:sp>
      <p:sp>
        <p:nvSpPr>
          <p:cNvPr id="2" name="Title 1"/>
          <p:cNvSpPr>
            <a:spLocks noGrp="1"/>
          </p:cNvSpPr>
          <p:nvPr>
            <p:ph type="title"/>
          </p:nvPr>
        </p:nvSpPr>
        <p:spPr/>
        <p:txBody>
          <a:bodyPr>
            <a:normAutofit/>
          </a:bodyPr>
          <a:lstStyle/>
          <a:p>
            <a:r>
              <a:rPr lang="en-US" sz="3200" dirty="0"/>
              <a:t>Classifying customer input</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28</a:t>
            </a:fld>
            <a:endParaRPr lang="en-US" dirty="0"/>
          </a:p>
        </p:txBody>
      </p:sp>
    </p:spTree>
    <p:extLst>
      <p:ext uri="{BB962C8B-B14F-4D97-AF65-F5344CB8AC3E}">
        <p14:creationId xmlns:p14="http://schemas.microsoft.com/office/powerpoint/2010/main" val="4003063765"/>
      </p:ext>
    </p:extLst>
  </p:cSld>
  <p:clrMapOvr>
    <a:masterClrMapping/>
  </p:clrMapOvr>
  <p:transition>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722" y="1092821"/>
            <a:ext cx="8753707" cy="5247654"/>
          </a:xfrm>
        </p:spPr>
        <p:txBody>
          <a:bodyPr>
            <a:normAutofit/>
          </a:bodyPr>
          <a:lstStyle/>
          <a:p>
            <a:r>
              <a:rPr lang="en-US" dirty="0"/>
              <a:t>No simple signal will indicate when you’ve completed requirements elicitation.</a:t>
            </a:r>
          </a:p>
          <a:p>
            <a:r>
              <a:rPr lang="en-US" dirty="0"/>
              <a:t>Perhaps you are done if:</a:t>
            </a:r>
          </a:p>
          <a:p>
            <a:pPr lvl="1"/>
            <a:r>
              <a:rPr lang="en-US" dirty="0"/>
              <a:t>The users can’t think of any more use cases or user stories. Users tend to identify user requirements in sequence of decreasing importance.</a:t>
            </a:r>
          </a:p>
          <a:p>
            <a:pPr lvl="1"/>
            <a:r>
              <a:rPr lang="en-US" dirty="0"/>
              <a:t> Users propose new scenarios, but they don’t lead to any new functional requirements. A “new” use case might really be an alternative flow for a use case you’ve already captured.</a:t>
            </a:r>
          </a:p>
          <a:p>
            <a:pPr lvl="1"/>
            <a:r>
              <a:rPr lang="en-US" dirty="0"/>
              <a:t> Users repeat issues they already covered in previous discussions.</a:t>
            </a:r>
          </a:p>
        </p:txBody>
      </p:sp>
      <p:sp>
        <p:nvSpPr>
          <p:cNvPr id="2" name="Title 1"/>
          <p:cNvSpPr>
            <a:spLocks noGrp="1"/>
          </p:cNvSpPr>
          <p:nvPr>
            <p:ph type="title"/>
          </p:nvPr>
        </p:nvSpPr>
        <p:spPr>
          <a:xfrm>
            <a:off x="2352907" y="27105"/>
            <a:ext cx="6791093" cy="1065715"/>
          </a:xfrm>
        </p:spPr>
        <p:txBody>
          <a:bodyPr>
            <a:noAutofit/>
          </a:bodyPr>
          <a:lstStyle/>
          <a:p>
            <a:r>
              <a:rPr lang="en-US" sz="3200" dirty="0"/>
              <a:t>How do you know when you’re done?</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29</a:t>
            </a:fld>
            <a:endParaRPr lang="en-US" dirty="0"/>
          </a:p>
        </p:txBody>
      </p:sp>
    </p:spTree>
    <p:extLst>
      <p:ext uri="{BB962C8B-B14F-4D97-AF65-F5344CB8AC3E}">
        <p14:creationId xmlns:p14="http://schemas.microsoft.com/office/powerpoint/2010/main" val="2203728817"/>
      </p:ext>
    </p:extLst>
  </p:cSld>
  <p:clrMapOvr>
    <a:masterClrMapping/>
  </p:clrMapOvr>
  <p:transition>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t>
            </a:r>
          </a:p>
          <a:p>
            <a:pPr lvl="1"/>
            <a:r>
              <a:rPr lang="en-US" dirty="0"/>
              <a:t>Suggested new features, user requirements, or functional requirements are all deemed to be out of scope.</a:t>
            </a:r>
          </a:p>
          <a:p>
            <a:pPr lvl="1"/>
            <a:r>
              <a:rPr lang="en-US" dirty="0"/>
              <a:t>Proposed new requirements are all low priority.</a:t>
            </a:r>
          </a:p>
          <a:p>
            <a:pPr lvl="1"/>
            <a:r>
              <a:rPr lang="en-US" dirty="0"/>
              <a:t>The users are proposing capabilities that might be included “sometime in the lifetime of the product” rather than “in the specific product we’re talking about right now.” </a:t>
            </a:r>
          </a:p>
          <a:p>
            <a:pPr lvl="1"/>
            <a:r>
              <a:rPr lang="en-US" dirty="0"/>
              <a:t>Developers and testers who review the requirements for an area raise few questions.</a:t>
            </a:r>
          </a:p>
        </p:txBody>
      </p:sp>
      <p:sp>
        <p:nvSpPr>
          <p:cNvPr id="2" name="Title 1"/>
          <p:cNvSpPr>
            <a:spLocks noGrp="1"/>
          </p:cNvSpPr>
          <p:nvPr>
            <p:ph type="title"/>
          </p:nvPr>
        </p:nvSpPr>
        <p:spPr>
          <a:xfrm>
            <a:off x="2207941" y="27105"/>
            <a:ext cx="6936059" cy="1115895"/>
          </a:xfrm>
        </p:spPr>
        <p:txBody>
          <a:bodyPr>
            <a:normAutofit/>
          </a:bodyPr>
          <a:lstStyle/>
          <a:p>
            <a:r>
              <a:rPr lang="en-US" sz="3200" dirty="0"/>
              <a:t>How do you know when you’re done?</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30</a:t>
            </a:fld>
            <a:endParaRPr lang="en-US" dirty="0"/>
          </a:p>
        </p:txBody>
      </p:sp>
    </p:spTree>
    <p:extLst>
      <p:ext uri="{BB962C8B-B14F-4D97-AF65-F5344CB8AC3E}">
        <p14:creationId xmlns:p14="http://schemas.microsoft.com/office/powerpoint/2010/main" val="2838490853"/>
      </p:ext>
    </p:extLst>
  </p:cSld>
  <p:clrMapOvr>
    <a:masterClrMapping/>
  </p:clrMapOvr>
  <p:transition>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lstStyle/>
          <a:p>
            <a:r>
              <a:rPr lang="en-US" dirty="0"/>
              <a:t>Few cautions will decrease the learning curve:</a:t>
            </a:r>
          </a:p>
          <a:p>
            <a:pPr lvl="1"/>
            <a:r>
              <a:rPr lang="en-US" dirty="0"/>
              <a:t>Balance stakeholder representation</a:t>
            </a:r>
            <a:r>
              <a:rPr lang="en-US" sz="1600" dirty="0"/>
              <a:t> (</a:t>
            </a:r>
            <a:r>
              <a:rPr lang="en-US" sz="1600" dirty="0" err="1"/>
              <a:t>cần</a:t>
            </a:r>
            <a:r>
              <a:rPr lang="en-US" sz="1600" dirty="0"/>
              <a:t> </a:t>
            </a:r>
            <a:r>
              <a:rPr lang="en-US" sz="1600" dirty="0" err="1"/>
              <a:t>bằng</a:t>
            </a:r>
            <a:r>
              <a:rPr lang="en-US" sz="1600" dirty="0"/>
              <a:t> </a:t>
            </a:r>
            <a:r>
              <a:rPr lang="en-US" sz="1600" dirty="0" err="1"/>
              <a:t>sự</a:t>
            </a:r>
            <a:r>
              <a:rPr lang="en-US" sz="1600" dirty="0"/>
              <a:t> </a:t>
            </a:r>
            <a:r>
              <a:rPr lang="en-US" sz="1600" dirty="0" err="1"/>
              <a:t>đại</a:t>
            </a:r>
            <a:r>
              <a:rPr lang="en-US" sz="1600" dirty="0"/>
              <a:t> </a:t>
            </a:r>
            <a:r>
              <a:rPr lang="en-US" sz="1600" dirty="0" err="1"/>
              <a:t>diện</a:t>
            </a:r>
            <a:r>
              <a:rPr lang="en-US" sz="1600" dirty="0"/>
              <a:t> stakeholders):</a:t>
            </a:r>
            <a:endParaRPr lang="en-US" dirty="0"/>
          </a:p>
          <a:p>
            <a:pPr lvl="2"/>
            <a:r>
              <a:rPr lang="en-US" dirty="0"/>
              <a:t>Collecting input too few representatives or hearing the voice of only the loudest, most opinionated</a:t>
            </a:r>
            <a:r>
              <a:rPr lang="en-US" sz="1400" dirty="0"/>
              <a:t> (</a:t>
            </a:r>
            <a:r>
              <a:rPr lang="en-US" sz="1400" dirty="0" err="1"/>
              <a:t>cứng</a:t>
            </a:r>
            <a:r>
              <a:rPr lang="en-US" sz="1400" dirty="0"/>
              <a:t> </a:t>
            </a:r>
            <a:r>
              <a:rPr lang="en-US" sz="1400" dirty="0" err="1"/>
              <a:t>đầu</a:t>
            </a:r>
            <a:r>
              <a:rPr lang="en-US" sz="1400" dirty="0"/>
              <a:t>)</a:t>
            </a:r>
            <a:r>
              <a:rPr lang="en-US" dirty="0"/>
              <a:t> customer is problem. It can lead to overlooking requirements that are important to certain user classes or to including requirements. </a:t>
            </a:r>
          </a:p>
          <a:p>
            <a:pPr lvl="2"/>
            <a:r>
              <a:rPr lang="en-US" dirty="0"/>
              <a:t>The best balance involves a few product champions who can speak for their respective user classes.</a:t>
            </a:r>
          </a:p>
          <a:p>
            <a:pPr lvl="1"/>
            <a:r>
              <a:rPr lang="en-US" dirty="0"/>
              <a:t>Define scope appropriately:</a:t>
            </a:r>
          </a:p>
          <a:p>
            <a:pPr lvl="2"/>
            <a:r>
              <a:rPr lang="en-US" dirty="0"/>
              <a:t>During requirements elicitation, you might find that the project scope improperly </a:t>
            </a:r>
            <a:r>
              <a:rPr lang="en-US" sz="1400" dirty="0"/>
              <a:t>(</a:t>
            </a:r>
            <a:r>
              <a:rPr lang="en-US" sz="1400" dirty="0" err="1"/>
              <a:t>ko</a:t>
            </a:r>
            <a:r>
              <a:rPr lang="en-US" sz="1400" dirty="0"/>
              <a:t> </a:t>
            </a:r>
            <a:r>
              <a:rPr lang="en-US" sz="1400" dirty="0" err="1"/>
              <a:t>phù</a:t>
            </a:r>
            <a:r>
              <a:rPr lang="en-US" sz="1400" dirty="0"/>
              <a:t> </a:t>
            </a:r>
            <a:r>
              <a:rPr lang="en-US" sz="1400" dirty="0" err="1"/>
              <a:t>hợp</a:t>
            </a:r>
            <a:r>
              <a:rPr lang="en-US" sz="1400" dirty="0"/>
              <a:t>) </a:t>
            </a:r>
            <a:r>
              <a:rPr lang="en-US" dirty="0"/>
              <a:t>defined, being either too large or too small. </a:t>
            </a:r>
          </a:p>
          <a:p>
            <a:pPr lvl="2"/>
            <a:r>
              <a:rPr lang="en-US" dirty="0"/>
              <a:t>If too large, you’ll accumulate more requirements than are needed. If too small, the customers present their needs beyond the limited scope.</a:t>
            </a:r>
          </a:p>
        </p:txBody>
      </p:sp>
      <p:sp>
        <p:nvSpPr>
          <p:cNvPr id="2" name="Title 1"/>
          <p:cNvSpPr>
            <a:spLocks noGrp="1"/>
          </p:cNvSpPr>
          <p:nvPr>
            <p:ph type="title"/>
          </p:nvPr>
        </p:nvSpPr>
        <p:spPr>
          <a:xfrm>
            <a:off x="2819400" y="27105"/>
            <a:ext cx="6324600" cy="1032261"/>
          </a:xfrm>
        </p:spPr>
        <p:txBody>
          <a:bodyPr/>
          <a:lstStyle/>
          <a:p>
            <a:r>
              <a:rPr lang="en-US" sz="3200" dirty="0"/>
              <a:t>Some cautions about elicitation</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31</a:t>
            </a:fld>
            <a:endParaRPr lang="en-US" dirty="0"/>
          </a:p>
        </p:txBody>
      </p:sp>
    </p:spTree>
    <p:extLst>
      <p:ext uri="{BB962C8B-B14F-4D97-AF65-F5344CB8AC3E}">
        <p14:creationId xmlns:p14="http://schemas.microsoft.com/office/powerpoint/2010/main" val="3388992524"/>
      </p:ext>
    </p:extLst>
  </p:cSld>
  <p:clrMapOvr>
    <a:masterClrMapping/>
  </p:clrMapOvr>
  <p:transition>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lstStyle/>
          <a:p>
            <a:r>
              <a:rPr lang="en-US" dirty="0"/>
              <a:t>Few cautions will decrease the learning curve:</a:t>
            </a:r>
          </a:p>
          <a:p>
            <a:pPr lvl="1"/>
            <a:r>
              <a:rPr lang="en-US" dirty="0"/>
              <a:t>Avoid the requirements-versus-design argument:</a:t>
            </a:r>
          </a:p>
          <a:p>
            <a:pPr lvl="2"/>
            <a:r>
              <a:rPr lang="en-US" dirty="0"/>
              <a:t>It’s often stated that requirements are about </a:t>
            </a:r>
            <a:r>
              <a:rPr lang="en-US" b="1" i="1" dirty="0"/>
              <a:t>what</a:t>
            </a:r>
            <a:r>
              <a:rPr lang="en-US" dirty="0"/>
              <a:t> the system has to do, whereas </a:t>
            </a:r>
            <a:r>
              <a:rPr lang="en-US" b="1" i="1" dirty="0"/>
              <a:t>how </a:t>
            </a:r>
            <a:r>
              <a:rPr lang="en-US" dirty="0"/>
              <a:t>the solution will be implemented is the realm of design.</a:t>
            </a:r>
          </a:p>
          <a:p>
            <a:pPr lvl="2"/>
            <a:r>
              <a:rPr lang="en-US" b="1" i="1" dirty="0"/>
              <a:t>How</a:t>
            </a:r>
            <a:r>
              <a:rPr lang="en-US" dirty="0"/>
              <a:t> helps to clarify and refine the understanding of what users needs. Analysis models, screen sketches, and prototypes help to make the needs expressed during elicitation more tangible and to reveal errors and omissions.</a:t>
            </a:r>
            <a:endParaRPr lang="en-US" b="1" i="1" dirty="0"/>
          </a:p>
          <a:p>
            <a:pPr lvl="1"/>
            <a:r>
              <a:rPr lang="en-US" dirty="0"/>
              <a:t>Research within reason:</a:t>
            </a:r>
          </a:p>
          <a:p>
            <a:pPr lvl="2"/>
            <a:r>
              <a:rPr lang="en-US" dirty="0"/>
              <a:t>The need to do exploratory research sometimes disrupts elicitation.</a:t>
            </a:r>
          </a:p>
          <a:p>
            <a:pPr lvl="2"/>
            <a:r>
              <a:rPr lang="en-US" dirty="0"/>
              <a:t> An idea or a suggestion arises, but extensive research is required to assess whether it should be considered for product. In this case, it’s better to use prototype to research.</a:t>
            </a:r>
          </a:p>
        </p:txBody>
      </p:sp>
      <p:sp>
        <p:nvSpPr>
          <p:cNvPr id="2" name="Title 1"/>
          <p:cNvSpPr>
            <a:spLocks noGrp="1"/>
          </p:cNvSpPr>
          <p:nvPr>
            <p:ph type="title"/>
          </p:nvPr>
        </p:nvSpPr>
        <p:spPr>
          <a:xfrm>
            <a:off x="2819400" y="27105"/>
            <a:ext cx="6324600" cy="1032261"/>
          </a:xfrm>
        </p:spPr>
        <p:txBody>
          <a:bodyPr/>
          <a:lstStyle/>
          <a:p>
            <a:r>
              <a:rPr lang="en-US" sz="3200" dirty="0"/>
              <a:t>Some cautions about elicitation</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32</a:t>
            </a:fld>
            <a:endParaRPr lang="en-US" dirty="0"/>
          </a:p>
        </p:txBody>
      </p:sp>
    </p:spTree>
    <p:extLst>
      <p:ext uri="{BB962C8B-B14F-4D97-AF65-F5344CB8AC3E}">
        <p14:creationId xmlns:p14="http://schemas.microsoft.com/office/powerpoint/2010/main" val="2989587733"/>
      </p:ext>
    </p:extLst>
  </p:cSld>
  <p:clrMapOvr>
    <a:masterClrMapping/>
  </p:clrMapOvr>
  <p:transition>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lstStyle/>
          <a:p>
            <a:r>
              <a:rPr lang="en-US" dirty="0"/>
              <a:t>You will never document 100% of the requirements for a system. But the requirements you </a:t>
            </a:r>
            <a:r>
              <a:rPr lang="en-US" b="1" i="1" dirty="0"/>
              <a:t>don’t</a:t>
            </a:r>
            <a:r>
              <a:rPr lang="en-US" dirty="0"/>
              <a:t> specify a risk that the project might deliver a solution different from what stakeholders expect. 2 factors behind missed expectations are </a:t>
            </a:r>
            <a:r>
              <a:rPr lang="en-US" b="1" i="1" dirty="0"/>
              <a:t>assumed </a:t>
            </a:r>
            <a:r>
              <a:rPr lang="en-US" dirty="0"/>
              <a:t>and </a:t>
            </a:r>
            <a:r>
              <a:rPr lang="en-US" b="1" i="1" dirty="0"/>
              <a:t>implied</a:t>
            </a:r>
            <a:r>
              <a:rPr lang="en-US" dirty="0"/>
              <a:t> requirements:</a:t>
            </a:r>
            <a:endParaRPr lang="en-US" i="1" dirty="0"/>
          </a:p>
          <a:p>
            <a:pPr lvl="1"/>
            <a:r>
              <a:rPr lang="en-US" b="1" i="1" dirty="0">
                <a:solidFill>
                  <a:srgbClr val="003399"/>
                </a:solidFill>
              </a:rPr>
              <a:t>Assumed requirements </a:t>
            </a:r>
            <a:r>
              <a:rPr lang="en-US" dirty="0"/>
              <a:t>are those that people expect without having explicitly expressed them </a:t>
            </a:r>
            <a:r>
              <a:rPr lang="en-US" sz="1600" dirty="0"/>
              <a:t>(</a:t>
            </a:r>
            <a:r>
              <a:rPr lang="en-US" sz="1600" dirty="0" err="1"/>
              <a:t>ko</a:t>
            </a:r>
            <a:r>
              <a:rPr lang="en-US" sz="1600" dirty="0"/>
              <a:t> </a:t>
            </a:r>
            <a:r>
              <a:rPr lang="en-US" sz="1600" dirty="0" err="1"/>
              <a:t>thể</a:t>
            </a:r>
            <a:r>
              <a:rPr lang="en-US" sz="1600" dirty="0"/>
              <a:t> </a:t>
            </a:r>
            <a:r>
              <a:rPr lang="en-US" sz="1600" dirty="0" err="1"/>
              <a:t>hiện</a:t>
            </a:r>
            <a:r>
              <a:rPr lang="en-US" sz="1600" dirty="0"/>
              <a:t> </a:t>
            </a:r>
            <a:r>
              <a:rPr lang="en-US" sz="1600" dirty="0" err="1"/>
              <a:t>rõ</a:t>
            </a:r>
            <a:r>
              <a:rPr lang="en-US" sz="1600" dirty="0"/>
              <a:t> </a:t>
            </a:r>
            <a:r>
              <a:rPr lang="en-US" sz="1600" dirty="0" err="1"/>
              <a:t>ràng</a:t>
            </a:r>
            <a:r>
              <a:rPr lang="en-US" sz="1600" dirty="0"/>
              <a:t>)</a:t>
            </a:r>
            <a:r>
              <a:rPr lang="en-US" dirty="0"/>
              <a:t>. What you assume as being obvious might not be the same as assumptions that various  developers make. </a:t>
            </a:r>
          </a:p>
          <a:p>
            <a:pPr lvl="1"/>
            <a:r>
              <a:rPr lang="en-US" b="1" i="1" dirty="0">
                <a:solidFill>
                  <a:srgbClr val="003399"/>
                </a:solidFill>
              </a:rPr>
              <a:t>Implied requirements </a:t>
            </a:r>
            <a:r>
              <a:rPr lang="en-US" dirty="0"/>
              <a:t>are necessary because of another requirement but aren’t explicitly stated. Developers can’t implement functionality they don’t know about. </a:t>
            </a:r>
          </a:p>
        </p:txBody>
      </p:sp>
      <p:sp>
        <p:nvSpPr>
          <p:cNvPr id="2" name="Title 1"/>
          <p:cNvSpPr>
            <a:spLocks noGrp="1"/>
          </p:cNvSpPr>
          <p:nvPr>
            <p:ph type="title"/>
          </p:nvPr>
        </p:nvSpPr>
        <p:spPr>
          <a:xfrm>
            <a:off x="2819400" y="27104"/>
            <a:ext cx="6324600" cy="1115895"/>
          </a:xfrm>
        </p:spPr>
        <p:txBody>
          <a:bodyPr>
            <a:normAutofit/>
          </a:bodyPr>
          <a:lstStyle/>
          <a:p>
            <a:r>
              <a:rPr lang="en-US" sz="3200" dirty="0"/>
              <a:t>Assumed and implied requirements</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33</a:t>
            </a:fld>
            <a:endParaRPr lang="en-US" dirty="0"/>
          </a:p>
        </p:txBody>
      </p:sp>
    </p:spTree>
    <p:extLst>
      <p:ext uri="{BB962C8B-B14F-4D97-AF65-F5344CB8AC3E}">
        <p14:creationId xmlns:p14="http://schemas.microsoft.com/office/powerpoint/2010/main" val="363803209"/>
      </p:ext>
    </p:extLst>
  </p:cSld>
  <p:clrMapOvr>
    <a:masterClrMapping/>
  </p:clrMapOvr>
  <p:transition>
    <p:split orient="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722" y="1103971"/>
            <a:ext cx="8720254" cy="5236504"/>
          </a:xfrm>
        </p:spPr>
        <p:txBody>
          <a:bodyPr>
            <a:normAutofit/>
          </a:bodyPr>
          <a:lstStyle/>
          <a:p>
            <a:r>
              <a:rPr lang="en-US" dirty="0"/>
              <a:t>Missing requirements lead to a common type of requirement defect. The following techniques will help you to detect requirement defect.</a:t>
            </a:r>
          </a:p>
          <a:p>
            <a:pPr lvl="1"/>
            <a:r>
              <a:rPr lang="en-US" dirty="0"/>
              <a:t>Decompose high-level requirements into enough detail to reveal exactly what is being  requested.</a:t>
            </a:r>
          </a:p>
          <a:p>
            <a:pPr lvl="1"/>
            <a:r>
              <a:rPr lang="en-US" dirty="0"/>
              <a:t>Ensure that all user classes have provided input.</a:t>
            </a:r>
          </a:p>
          <a:p>
            <a:pPr lvl="1"/>
            <a:r>
              <a:rPr lang="en-US" dirty="0"/>
              <a:t>Trace system requirements, user requirements, event-response lists, and business rules to their corresponding functional requirements to make sure that all the necessary functionality was derived. </a:t>
            </a:r>
          </a:p>
          <a:p>
            <a:pPr lvl="1"/>
            <a:r>
              <a:rPr lang="en-US" dirty="0"/>
              <a:t>Check boundary values for missing requirements.</a:t>
            </a:r>
          </a:p>
          <a:p>
            <a:pPr lvl="1"/>
            <a:r>
              <a:rPr lang="en-US" dirty="0"/>
              <a:t> Represent requirements information in more than one way.</a:t>
            </a:r>
          </a:p>
        </p:txBody>
      </p:sp>
      <p:sp>
        <p:nvSpPr>
          <p:cNvPr id="2" name="Title 1"/>
          <p:cNvSpPr>
            <a:spLocks noGrp="1"/>
          </p:cNvSpPr>
          <p:nvPr>
            <p:ph type="title"/>
          </p:nvPr>
        </p:nvSpPr>
        <p:spPr>
          <a:xfrm>
            <a:off x="2819400" y="27105"/>
            <a:ext cx="6324600" cy="1060991"/>
          </a:xfrm>
        </p:spPr>
        <p:txBody>
          <a:bodyPr/>
          <a:lstStyle/>
          <a:p>
            <a:r>
              <a:rPr lang="en-US" sz="3200" dirty="0"/>
              <a:t>Finding missing requirements</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34</a:t>
            </a:fld>
            <a:endParaRPr lang="en-US" dirty="0"/>
          </a:p>
        </p:txBody>
      </p:sp>
    </p:spTree>
    <p:extLst>
      <p:ext uri="{BB962C8B-B14F-4D97-AF65-F5344CB8AC3E}">
        <p14:creationId xmlns:p14="http://schemas.microsoft.com/office/powerpoint/2010/main" val="1305279569"/>
      </p:ext>
    </p:extLst>
  </p:cSld>
  <p:clrMapOvr>
    <a:masterClrMapping/>
  </p:clrMapOvr>
  <p:transition>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r>
              <a:rPr lang="en-US" dirty="0"/>
              <a:t>Missing requirements lead to a common type of requirement defect. The following techniques will help you to detect requirement defect. </a:t>
            </a:r>
          </a:p>
          <a:p>
            <a:pPr lvl="1"/>
            <a:r>
              <a:rPr lang="en-US" dirty="0"/>
              <a:t>Sets of requirements with complex Boolean logic (ANDs, ORs, and NOTs) often are  incomplete. If a combination of logical conditions has no corresponding functional requirement, the developer has to deduce what the system should do or chase down an answer.</a:t>
            </a:r>
          </a:p>
          <a:p>
            <a:pPr lvl="1"/>
            <a:r>
              <a:rPr lang="en-US" dirty="0"/>
              <a:t>Create a checklist of common functional areas to consider for your projects, such as error logging, backup and restore, access security, reporting, printing, preview capabilities,…</a:t>
            </a:r>
          </a:p>
          <a:p>
            <a:pPr lvl="1"/>
            <a:r>
              <a:rPr lang="en-US" dirty="0"/>
              <a:t> A data model can reveal missing functionality. All data entities that the system will manipulate must have corresponding functionality to create them, read them from external source, update current values, and/or delete them.</a:t>
            </a:r>
          </a:p>
        </p:txBody>
      </p:sp>
      <p:sp>
        <p:nvSpPr>
          <p:cNvPr id="2" name="Title 1"/>
          <p:cNvSpPr>
            <a:spLocks noGrp="1"/>
          </p:cNvSpPr>
          <p:nvPr>
            <p:ph type="title"/>
          </p:nvPr>
        </p:nvSpPr>
        <p:spPr>
          <a:xfrm>
            <a:off x="2819400" y="27105"/>
            <a:ext cx="6324600" cy="1115895"/>
          </a:xfrm>
        </p:spPr>
        <p:txBody>
          <a:bodyPr/>
          <a:lstStyle/>
          <a:p>
            <a:r>
              <a:rPr lang="en-US" sz="3200" dirty="0"/>
              <a:t>Finding missing requirements</a:t>
            </a:r>
          </a:p>
        </p:txBody>
      </p:sp>
      <p:sp>
        <p:nvSpPr>
          <p:cNvPr id="4" name="Footer Placeholder 3"/>
          <p:cNvSpPr>
            <a:spLocks noGrp="1"/>
          </p:cNvSpPr>
          <p:nvPr>
            <p:ph type="ftr" sz="quarter" idx="10"/>
          </p:nvPr>
        </p:nvSpPr>
        <p:spPr/>
        <p:txBody>
          <a:bodyPr/>
          <a:lstStyle/>
          <a:p>
            <a:pPr>
              <a:defRPr/>
            </a:pPr>
            <a:r>
              <a:rPr lang="vi-VN"/>
              <a:t>Chapter 7: Requirements Elicitation_BayHV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35</a:t>
            </a:fld>
            <a:endParaRPr lang="en-US" dirty="0"/>
          </a:p>
        </p:txBody>
      </p:sp>
    </p:spTree>
    <p:extLst>
      <p:ext uri="{BB962C8B-B14F-4D97-AF65-F5344CB8AC3E}">
        <p14:creationId xmlns:p14="http://schemas.microsoft.com/office/powerpoint/2010/main" val="794142658"/>
      </p:ext>
    </p:extLst>
  </p:cSld>
  <p:clrMapOvr>
    <a:masterClrMapping/>
  </p:clrMapOvr>
  <p:transition>
    <p:split orient="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7</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36</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355778967"/>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69880129"/>
      </p:ext>
    </p:extLst>
  </p:cSld>
  <p:clrMapOvr>
    <a:masterClrMapping/>
  </p:clrMapOvr>
  <p:transition>
    <p:split orient="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37</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98077459"/>
      </p:ext>
    </p:extLst>
  </p:cSld>
  <p:clrMapOvr>
    <a:masterClrMapping/>
  </p:clrMapOvr>
  <p:transition>
    <p:split orient="vert"/>
  </p:transition>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4431</TotalTime>
  <Words>5480</Words>
  <Application>Microsoft Macintosh PowerPoint</Application>
  <PresentationFormat>On-screen Show (4:3)</PresentationFormat>
  <Paragraphs>391</Paragraphs>
  <Slides>37</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Tahoma</vt:lpstr>
      <vt:lpstr>Wingdings</vt:lpstr>
      <vt:lpstr>Wingdings 3</vt:lpstr>
      <vt:lpstr>1_template</vt:lpstr>
      <vt:lpstr>CHAPTER 7   Requirements elicitation</vt:lpstr>
      <vt:lpstr>Review chapter 6</vt:lpstr>
      <vt:lpstr>PowerPoint Presentation</vt:lpstr>
      <vt:lpstr>Objectives</vt:lpstr>
      <vt:lpstr>Contents</vt:lpstr>
      <vt:lpstr>Requirements elicitation overview</vt:lpstr>
      <vt:lpstr>Requirements elicitation techniques: Interviews</vt:lpstr>
      <vt:lpstr>Requirements elicitation techniques: Workshops</vt:lpstr>
      <vt:lpstr>Requirements elicitation techniques: Workshops (con’t)</vt:lpstr>
      <vt:lpstr>Requirements elicitation techniques: Workshops (con’t)</vt:lpstr>
      <vt:lpstr>Requirements elicitation techniques: Focus groups</vt:lpstr>
      <vt:lpstr>Requirements elicitation techniques: Observations</vt:lpstr>
      <vt:lpstr>Requirements elicitation techniques: Questionnaires</vt:lpstr>
      <vt:lpstr>System interface analysis </vt:lpstr>
      <vt:lpstr>User interface analysis</vt:lpstr>
      <vt:lpstr>Document analysis </vt:lpstr>
      <vt:lpstr>Planning elicitation on your project</vt:lpstr>
      <vt:lpstr>Preparing for elicitation</vt:lpstr>
      <vt:lpstr>Preparing for elicitation</vt:lpstr>
      <vt:lpstr>Preparing for elicitation</vt:lpstr>
      <vt:lpstr>Performing elicitation activities</vt:lpstr>
      <vt:lpstr>Following up after elicitation</vt:lpstr>
      <vt:lpstr>Classifying customer input</vt:lpstr>
      <vt:lpstr>Classifying customer input</vt:lpstr>
      <vt:lpstr>Classifying customer input</vt:lpstr>
      <vt:lpstr>Classifying customer input</vt:lpstr>
      <vt:lpstr>Classifying customer input</vt:lpstr>
      <vt:lpstr>Classifying customer input</vt:lpstr>
      <vt:lpstr>How do you know when you’re done?</vt:lpstr>
      <vt:lpstr>How do you know when you’re done?</vt:lpstr>
      <vt:lpstr>Some cautions about elicitation</vt:lpstr>
      <vt:lpstr>Some cautions about elicitation</vt:lpstr>
      <vt:lpstr>Assumed and implied requirements</vt:lpstr>
      <vt:lpstr>Finding missing requirements</vt:lpstr>
      <vt:lpstr>Finding missing requirements</vt:lpstr>
      <vt:lpstr>Review chapter 7</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Requirements elicitation</dc:title>
  <dc:creator>Huong</dc:creator>
  <cp:lastModifiedBy>Nguyen Dinh Vinh (FE FPTU CT)</cp:lastModifiedBy>
  <cp:revision>141</cp:revision>
  <dcterms:created xsi:type="dcterms:W3CDTF">2018-04-24T06:21:43Z</dcterms:created>
  <dcterms:modified xsi:type="dcterms:W3CDTF">2021-05-25T13:18:36Z</dcterms:modified>
</cp:coreProperties>
</file>