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58" r:id="rId1"/>
  </p:sldMasterIdLst>
  <p:notesMasterIdLst>
    <p:notesMasterId r:id="rId18"/>
  </p:notesMasterIdLst>
  <p:sldIdLst>
    <p:sldId id="269" r:id="rId2"/>
    <p:sldId id="299" r:id="rId3"/>
    <p:sldId id="259" r:id="rId4"/>
    <p:sldId id="268" r:id="rId5"/>
    <p:sldId id="300" r:id="rId6"/>
    <p:sldId id="270" r:id="rId7"/>
    <p:sldId id="271" r:id="rId8"/>
    <p:sldId id="302" r:id="rId9"/>
    <p:sldId id="272" r:id="rId10"/>
    <p:sldId id="301" r:id="rId11"/>
    <p:sldId id="303" r:id="rId12"/>
    <p:sldId id="304" r:id="rId13"/>
    <p:sldId id="273" r:id="rId14"/>
    <p:sldId id="274" r:id="rId15"/>
    <p:sldId id="305" r:id="rId16"/>
    <p:sldId id="298"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89643" autoAdjust="0"/>
  </p:normalViewPr>
  <p:slideViewPr>
    <p:cSldViewPr snapToGrid="0">
      <p:cViewPr varScale="1">
        <p:scale>
          <a:sx n="65" d="100"/>
          <a:sy n="65" d="100"/>
        </p:scale>
        <p:origin x="15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19 – Beyond requirements development</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Estimating </a:t>
          </a:r>
          <a:r>
            <a:rPr lang="en-US" sz="1200" dirty="0" err="1" smtClean="0"/>
            <a:t>reqs</a:t>
          </a:r>
          <a:r>
            <a:rPr lang="en-US" sz="1200" dirty="0" smtClean="0"/>
            <a:t>. effort</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The effects of </a:t>
          </a:r>
          <a:r>
            <a:rPr lang="en-US" sz="1200" dirty="0" err="1" smtClean="0"/>
            <a:t>reqs</a:t>
          </a:r>
          <a:r>
            <a:rPr lang="en-US" sz="1200" dirty="0" smtClean="0"/>
            <a:t>. on </a:t>
          </a:r>
          <a:br>
            <a:rPr lang="en-US" sz="1200" dirty="0" smtClean="0"/>
          </a:br>
          <a:r>
            <a:rPr lang="en-US" sz="1200" dirty="0" smtClean="0"/>
            <a:t>SW dev.</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Time/Schedule estimation</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From </a:t>
          </a:r>
          <a:r>
            <a:rPr lang="en-US" sz="1200" dirty="0" err="1" smtClean="0"/>
            <a:t>reqs</a:t>
          </a:r>
          <a:r>
            <a:rPr lang="en-US" sz="1200" dirty="0" smtClean="0"/>
            <a:t>. to</a:t>
          </a:r>
          <a:br>
            <a:rPr lang="en-US" sz="1200" dirty="0" smtClean="0"/>
          </a:br>
          <a:r>
            <a:rPr lang="en-US" sz="1200" dirty="0" smtClean="0"/>
            <a:t> project plans</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F142DEDA-3202-4A6E-A872-744A36211997}">
      <dgm:prSet phldrT="[Text]" custT="1"/>
      <dgm:spPr/>
      <dgm:t>
        <a:bodyPr/>
        <a:lstStyle/>
        <a:p>
          <a:r>
            <a:rPr lang="en-US" sz="1200" dirty="0" smtClean="0"/>
            <a:t>Project plans</a:t>
          </a:r>
          <a:endParaRPr lang="en-US" sz="1200" dirty="0"/>
        </a:p>
      </dgm:t>
    </dgm:pt>
    <dgm:pt modelId="{588037F0-0B1A-4D72-81EB-CAFA026AEFB7}" type="parTrans" cxnId="{EEDD1D35-51A4-4EFC-BEC5-0B8F238E57D2}">
      <dgm:prSet/>
      <dgm:spPr/>
      <dgm:t>
        <a:bodyPr/>
        <a:lstStyle/>
        <a:p>
          <a:endParaRPr lang="en-US"/>
        </a:p>
      </dgm:t>
    </dgm:pt>
    <dgm:pt modelId="{90D5C085-E7FD-409C-B728-A036C61691D1}" type="sibTrans" cxnId="{EEDD1D35-51A4-4EFC-BEC5-0B8F238E57D2}">
      <dgm:prSet/>
      <dgm:spPr/>
      <dgm:t>
        <a:bodyPr/>
        <a:lstStyle/>
        <a:p>
          <a:endParaRPr lang="en-US"/>
        </a:p>
      </dgm:t>
    </dgm:pt>
    <dgm:pt modelId="{1947618A-5736-4E7D-A7B1-0535566E666C}">
      <dgm:prSet phldrT="[Text]" custT="1"/>
      <dgm:spPr/>
      <dgm:t>
        <a:bodyPr/>
        <a:lstStyle/>
        <a:p>
          <a:r>
            <a:rPr lang="en-US" sz="1200" dirty="0" smtClean="0"/>
            <a:t>Designs &amp; code</a:t>
          </a:r>
          <a:endParaRPr lang="en-US" sz="1200" dirty="0"/>
        </a:p>
      </dgm:t>
    </dgm:pt>
    <dgm:pt modelId="{3C73C88C-ADAC-4E8D-8259-4FBC3819D296}" type="parTrans" cxnId="{48FB7E41-4DCE-49A7-8A59-30799E27CFF1}">
      <dgm:prSet/>
      <dgm:spPr/>
      <dgm:t>
        <a:bodyPr/>
        <a:lstStyle/>
        <a:p>
          <a:endParaRPr lang="en-US"/>
        </a:p>
      </dgm:t>
    </dgm:pt>
    <dgm:pt modelId="{4AA8505F-D096-4A68-B858-481E0AB908C1}" type="sibTrans" cxnId="{48FB7E41-4DCE-49A7-8A59-30799E27CFF1}">
      <dgm:prSet/>
      <dgm:spPr/>
      <dgm:t>
        <a:bodyPr/>
        <a:lstStyle/>
        <a:p>
          <a:endParaRPr lang="en-US"/>
        </a:p>
      </dgm:t>
    </dgm:pt>
    <dgm:pt modelId="{C6E4FEDD-12A9-48D1-836A-71DF2EBCFFAD}">
      <dgm:prSet phldrT="[Text]" custT="1"/>
      <dgm:spPr/>
      <dgm:t>
        <a:bodyPr/>
        <a:lstStyle/>
        <a:p>
          <a:r>
            <a:rPr lang="en-US" sz="1200" dirty="0" smtClean="0"/>
            <a:t>Tests</a:t>
          </a:r>
          <a:endParaRPr lang="en-US" sz="1200" dirty="0"/>
        </a:p>
      </dgm:t>
    </dgm:pt>
    <dgm:pt modelId="{A2275AAE-D67F-4B48-809F-43E648A9868F}" type="parTrans" cxnId="{4CF36AB0-83A9-4CD1-9F6C-54F7A6E3A79C}">
      <dgm:prSet/>
      <dgm:spPr/>
      <dgm:t>
        <a:bodyPr/>
        <a:lstStyle/>
        <a:p>
          <a:endParaRPr lang="en-US"/>
        </a:p>
      </dgm:t>
    </dgm:pt>
    <dgm:pt modelId="{795C140E-55F9-45B3-A3C9-9055A88BB7F4}" type="sibTrans" cxnId="{4CF36AB0-83A9-4CD1-9F6C-54F7A6E3A79C}">
      <dgm:prSet/>
      <dgm:spPr/>
      <dgm:t>
        <a:bodyPr/>
        <a:lstStyle/>
        <a:p>
          <a:endParaRPr lang="en-US"/>
        </a:p>
      </dgm:t>
    </dgm:pt>
    <dgm:pt modelId="{ED538FBE-6130-45A2-A1D0-5DEB03E796E8}">
      <dgm:prSet phldrT="[Text]" custT="1"/>
      <dgm:spPr/>
      <dgm:t>
        <a:bodyPr/>
        <a:lstStyle/>
        <a:p>
          <a:r>
            <a:rPr lang="en-US" sz="1200" dirty="0" smtClean="0"/>
            <a:t>Effort estimation</a:t>
          </a:r>
          <a:endParaRPr lang="en-US" sz="1200" dirty="0"/>
        </a:p>
      </dgm:t>
    </dgm:pt>
    <dgm:pt modelId="{8BEDDD51-476B-4EA3-BB0E-02C6B68708C7}" type="parTrans" cxnId="{76FE0A3B-1FB2-47AB-A803-192EED8CF4A6}">
      <dgm:prSet/>
      <dgm:spPr/>
      <dgm:t>
        <a:bodyPr/>
        <a:lstStyle/>
        <a:p>
          <a:endParaRPr lang="en-US"/>
        </a:p>
      </dgm:t>
    </dgm:pt>
    <dgm:pt modelId="{35D97104-0716-450A-B2F9-D53D45C2A7A7}" type="sibTrans" cxnId="{76FE0A3B-1FB2-47AB-A803-192EED8CF4A6}">
      <dgm:prSet/>
      <dgm:spPr/>
      <dgm:t>
        <a:bodyPr/>
        <a:lstStyle/>
        <a:p>
          <a:endParaRPr lang="en-US"/>
        </a:p>
      </dgm:t>
    </dgm:pt>
    <dgm:pt modelId="{CC7928C2-579C-44D0-AB38-88BC756CAA0E}">
      <dgm:prSet phldrT="[Text]" custT="1"/>
      <dgm:spPr/>
      <dgm:t>
        <a:bodyPr/>
        <a:lstStyle/>
        <a:p>
          <a:r>
            <a:rPr lang="en-US" sz="1200" dirty="0" smtClean="0">
              <a:solidFill>
                <a:srgbClr val="FF0000"/>
              </a:solidFill>
            </a:rPr>
            <a:t>15 to 18 </a:t>
          </a:r>
          <a:r>
            <a:rPr lang="en-US" sz="1200" dirty="0" smtClean="0"/>
            <a:t>percent of their total effort</a:t>
          </a:r>
          <a:endParaRPr lang="en-US" sz="1200" dirty="0"/>
        </a:p>
      </dgm:t>
    </dgm:pt>
    <dgm:pt modelId="{35F2611B-0442-443A-B647-B82B7382EA23}" type="parTrans" cxnId="{2D45FC77-4AED-4DE6-8379-E523C1F99EFC}">
      <dgm:prSet/>
      <dgm:spPr/>
      <dgm:t>
        <a:bodyPr/>
        <a:lstStyle/>
        <a:p>
          <a:endParaRPr lang="en-US"/>
        </a:p>
      </dgm:t>
    </dgm:pt>
    <dgm:pt modelId="{A433C3AB-C870-42AA-B57A-E43B2BF3718E}" type="sibTrans" cxnId="{2D45FC77-4AED-4DE6-8379-E523C1F99EFC}">
      <dgm:prSet/>
      <dgm:spPr/>
      <dgm:t>
        <a:bodyPr/>
        <a:lstStyle/>
        <a:p>
          <a:endParaRPr lang="en-US"/>
        </a:p>
      </dgm:t>
    </dgm:pt>
    <dgm:pt modelId="{68F0BB4A-4CA0-4481-8397-108E86A12DA4}">
      <dgm:prSet phldrT="[Text]" custT="1"/>
      <dgm:spPr/>
      <dgm:t>
        <a:bodyPr/>
        <a:lstStyle/>
        <a:p>
          <a:r>
            <a:rPr lang="en-US" sz="1200" dirty="0" smtClean="0"/>
            <a:t>Estimating project size and effort</a:t>
          </a:r>
          <a:endParaRPr lang="en-US" sz="1200" dirty="0"/>
        </a:p>
      </dgm:t>
    </dgm:pt>
    <dgm:pt modelId="{ED5ECDE6-7B87-4768-B1AE-20C55CA1EA8F}" type="parTrans" cxnId="{4C35333B-E2CE-49B4-8E8B-065145550125}">
      <dgm:prSet/>
      <dgm:spPr/>
      <dgm:t>
        <a:bodyPr/>
        <a:lstStyle/>
        <a:p>
          <a:endParaRPr lang="en-US"/>
        </a:p>
      </dgm:t>
    </dgm:pt>
    <dgm:pt modelId="{A0B2EC27-08AF-4A70-911E-D73503EF8DD4}" type="sibTrans" cxnId="{4C35333B-E2CE-49B4-8E8B-065145550125}">
      <dgm:prSet/>
      <dgm:spPr/>
      <dgm:t>
        <a:bodyPr/>
        <a:lstStyle/>
        <a:p>
          <a:endParaRPr lang="en-US"/>
        </a:p>
      </dgm:t>
    </dgm:pt>
    <dgm:pt modelId="{E9C886F1-1EBC-4EBC-BB4B-24DF341523A6}">
      <dgm:prSet phldrT="[Text]" custT="1"/>
      <dgm:spPr/>
      <dgm:t>
        <a:bodyPr/>
        <a:lstStyle/>
        <a:p>
          <a:r>
            <a:rPr lang="en-US" sz="1200" dirty="0" smtClean="0"/>
            <a:t>Requirements and scheduling</a:t>
          </a:r>
          <a:endParaRPr lang="en-US" sz="1200" dirty="0"/>
        </a:p>
      </dgm:t>
    </dgm:pt>
    <dgm:pt modelId="{5E8DD444-C688-4780-A5F0-D4A4181FBDCC}" type="parTrans" cxnId="{B6ED6959-D36F-40C1-BB7A-D25AABCCA5A0}">
      <dgm:prSet/>
      <dgm:spPr/>
      <dgm:t>
        <a:bodyPr/>
        <a:lstStyle/>
        <a:p>
          <a:endParaRPr lang="en-US"/>
        </a:p>
      </dgm:t>
    </dgm:pt>
    <dgm:pt modelId="{677365F0-85D2-4516-9D4D-C1E5444A6324}" type="sibTrans" cxnId="{B6ED6959-D36F-40C1-BB7A-D25AABCCA5A0}">
      <dgm:prSet/>
      <dgm:spPr/>
      <dgm:t>
        <a:bodyPr/>
        <a:lstStyle/>
        <a:p>
          <a:endParaRPr lang="en-US"/>
        </a:p>
      </dgm:t>
    </dgm:pt>
    <dgm:pt modelId="{C23EE67C-7F77-47BA-A8B3-6493565ADACA}">
      <dgm:prSet phldrT="[Text]" custT="1"/>
      <dgm:spPr/>
      <dgm:t>
        <a:bodyPr/>
        <a:lstStyle/>
        <a:p>
          <a:r>
            <a:rPr lang="en-US" sz="1200" dirty="0" smtClean="0"/>
            <a:t>From </a:t>
          </a:r>
          <a:r>
            <a:rPr lang="en-US" sz="1200" dirty="0" err="1" smtClean="0"/>
            <a:t>reqs</a:t>
          </a:r>
          <a:r>
            <a:rPr lang="en-US" sz="1200" dirty="0" smtClean="0"/>
            <a:t>. to </a:t>
          </a:r>
          <a:br>
            <a:rPr lang="en-US" sz="1200" dirty="0" smtClean="0"/>
          </a:br>
          <a:r>
            <a:rPr lang="en-US" sz="1200" dirty="0" smtClean="0"/>
            <a:t>designs and code</a:t>
          </a:r>
          <a:endParaRPr lang="en-US" sz="1200" dirty="0"/>
        </a:p>
      </dgm:t>
    </dgm:pt>
    <dgm:pt modelId="{97ECD7F0-AF08-4202-8F6B-6035FCFA351C}" type="parTrans" cxnId="{1EC82FDF-DEB7-4D50-9C29-27BC7BD7F60F}">
      <dgm:prSet/>
      <dgm:spPr/>
      <dgm:t>
        <a:bodyPr/>
        <a:lstStyle/>
        <a:p>
          <a:endParaRPr lang="en-US"/>
        </a:p>
      </dgm:t>
    </dgm:pt>
    <dgm:pt modelId="{81688764-0848-43B4-A2D6-8E904026A524}" type="sibTrans" cxnId="{1EC82FDF-DEB7-4D50-9C29-27BC7BD7F60F}">
      <dgm:prSet/>
      <dgm:spPr/>
      <dgm:t>
        <a:bodyPr/>
        <a:lstStyle/>
        <a:p>
          <a:endParaRPr lang="en-US"/>
        </a:p>
      </dgm:t>
    </dgm:pt>
    <dgm:pt modelId="{F91A8AB5-9278-4D4E-BC56-21224700D286}">
      <dgm:prSet phldrT="[Text]" custT="1"/>
      <dgm:spPr/>
      <dgm:t>
        <a:bodyPr/>
        <a:lstStyle/>
        <a:p>
          <a:r>
            <a:rPr lang="en-US" sz="1200" dirty="0" smtClean="0"/>
            <a:t>Architecture and allocation</a:t>
          </a:r>
          <a:endParaRPr lang="en-US" sz="1200" dirty="0"/>
        </a:p>
      </dgm:t>
    </dgm:pt>
    <dgm:pt modelId="{502D84B5-6040-4F8C-8C70-AC9E8C7A7931}" type="parTrans" cxnId="{3E3F33A1-764D-455F-9609-979B7487620C}">
      <dgm:prSet/>
      <dgm:spPr/>
      <dgm:t>
        <a:bodyPr/>
        <a:lstStyle/>
        <a:p>
          <a:endParaRPr lang="en-US"/>
        </a:p>
      </dgm:t>
    </dgm:pt>
    <dgm:pt modelId="{C61FB986-3367-414D-9CC8-14FAE1051217}" type="sibTrans" cxnId="{3E3F33A1-764D-455F-9609-979B7487620C}">
      <dgm:prSet/>
      <dgm:spPr/>
      <dgm:t>
        <a:bodyPr/>
        <a:lstStyle/>
        <a:p>
          <a:endParaRPr lang="en-US"/>
        </a:p>
      </dgm:t>
    </dgm:pt>
    <dgm:pt modelId="{603F71C3-6FEE-4F81-BBB2-3E56B9C1B8C6}">
      <dgm:prSet phldrT="[Text]" custT="1"/>
      <dgm:spPr/>
      <dgm:t>
        <a:bodyPr/>
        <a:lstStyle/>
        <a:p>
          <a:r>
            <a:rPr lang="en-US" sz="1200" smtClean="0"/>
            <a:t>Software design</a:t>
          </a:r>
          <a:endParaRPr lang="en-US" sz="1200" dirty="0"/>
        </a:p>
      </dgm:t>
    </dgm:pt>
    <dgm:pt modelId="{C34353E4-6D85-432E-8598-D84D08F10FF3}" type="parTrans" cxnId="{DC9410EB-8615-48F6-9ACC-8373C9B6F482}">
      <dgm:prSet/>
      <dgm:spPr/>
      <dgm:t>
        <a:bodyPr/>
        <a:lstStyle/>
        <a:p>
          <a:endParaRPr lang="en-US"/>
        </a:p>
      </dgm:t>
    </dgm:pt>
    <dgm:pt modelId="{00323A89-6F09-4DB2-8DED-E07B1733E206}" type="sibTrans" cxnId="{DC9410EB-8615-48F6-9ACC-8373C9B6F482}">
      <dgm:prSet/>
      <dgm:spPr/>
      <dgm:t>
        <a:bodyPr/>
        <a:lstStyle/>
        <a:p>
          <a:endParaRPr lang="en-US"/>
        </a:p>
      </dgm:t>
    </dgm:pt>
    <dgm:pt modelId="{92CE8BCE-B12F-4E63-A659-352FC0A5B747}">
      <dgm:prSet phldrT="[Text]" custT="1"/>
      <dgm:spPr/>
      <dgm:t>
        <a:bodyPr/>
        <a:lstStyle/>
        <a:p>
          <a:r>
            <a:rPr lang="en-US" sz="1200" smtClean="0"/>
            <a:t>User interface design</a:t>
          </a:r>
          <a:endParaRPr lang="en-US" sz="1200" dirty="0"/>
        </a:p>
      </dgm:t>
    </dgm:pt>
    <dgm:pt modelId="{B65E2D1D-2B43-413F-892F-C4BB50A14535}" type="parTrans" cxnId="{1D31BE61-2795-4DBB-8146-1A29C28901B2}">
      <dgm:prSet/>
      <dgm:spPr/>
      <dgm:t>
        <a:bodyPr/>
        <a:lstStyle/>
        <a:p>
          <a:endParaRPr lang="en-US"/>
        </a:p>
      </dgm:t>
    </dgm:pt>
    <dgm:pt modelId="{C2C41857-6FA4-466A-847D-5896E7EA0477}" type="sibTrans" cxnId="{1D31BE61-2795-4DBB-8146-1A29C28901B2}">
      <dgm:prSet/>
      <dgm:spPr/>
      <dgm:t>
        <a:bodyPr/>
        <a:lstStyle/>
        <a:p>
          <a:endParaRPr lang="en-US"/>
        </a:p>
      </dgm:t>
    </dgm:pt>
    <dgm:pt modelId="{3841B98A-69FF-412C-BFAF-ED8F7103B9DD}">
      <dgm:prSet phldrT="[Text]" custT="1"/>
      <dgm:spPr/>
      <dgm:t>
        <a:bodyPr/>
        <a:lstStyle/>
        <a:p>
          <a:r>
            <a:rPr lang="en-US" sz="1200" dirty="0" smtClean="0"/>
            <a:t>From </a:t>
          </a:r>
          <a:r>
            <a:rPr lang="en-US" sz="1200" dirty="0" err="1" smtClean="0"/>
            <a:t>reqs</a:t>
          </a:r>
          <a:r>
            <a:rPr lang="en-US" sz="1200" dirty="0" smtClean="0"/>
            <a:t>. to </a:t>
          </a:r>
          <a:br>
            <a:rPr lang="en-US" sz="1200" dirty="0" smtClean="0"/>
          </a:br>
          <a:r>
            <a:rPr lang="en-US" sz="1200" dirty="0" smtClean="0"/>
            <a:t>tests</a:t>
          </a:r>
          <a:endParaRPr lang="en-US" sz="1200" dirty="0"/>
        </a:p>
      </dgm:t>
    </dgm:pt>
    <dgm:pt modelId="{65C71068-FAE0-4AAE-8F3B-D0C36FC50F23}" type="parTrans" cxnId="{4922413B-1C86-4F73-9EBB-19FBB84799CA}">
      <dgm:prSet/>
      <dgm:spPr/>
      <dgm:t>
        <a:bodyPr/>
        <a:lstStyle/>
        <a:p>
          <a:endParaRPr lang="en-US"/>
        </a:p>
      </dgm:t>
    </dgm:pt>
    <dgm:pt modelId="{91681580-C23A-4A99-AA1A-CBAE1563C96C}" type="sibTrans" cxnId="{4922413B-1C86-4F73-9EBB-19FBB84799CA}">
      <dgm:prSet/>
      <dgm:spPr/>
      <dgm:t>
        <a:bodyPr/>
        <a:lstStyle/>
        <a:p>
          <a:endParaRPr lang="en-US"/>
        </a:p>
      </dgm:t>
    </dgm:pt>
    <dgm:pt modelId="{1D09BD55-84AF-44C1-BD3A-BB2537756463}">
      <dgm:prSet phldrT="[Text]" custT="1"/>
      <dgm:spPr/>
      <dgm:t>
        <a:bodyPr/>
        <a:lstStyle/>
        <a:p>
          <a:r>
            <a:rPr lang="en-US" sz="1200" dirty="0" smtClean="0"/>
            <a:t>From </a:t>
          </a:r>
          <a:r>
            <a:rPr lang="en-US" sz="1200" dirty="0" err="1" smtClean="0"/>
            <a:t>reqs</a:t>
          </a:r>
          <a:r>
            <a:rPr lang="en-US" sz="1200" dirty="0" smtClean="0"/>
            <a:t>. to </a:t>
          </a:r>
          <a:br>
            <a:rPr lang="en-US" sz="1200" dirty="0" smtClean="0"/>
          </a:br>
          <a:r>
            <a:rPr lang="en-US" sz="1200" dirty="0" smtClean="0"/>
            <a:t>success</a:t>
          </a:r>
          <a:endParaRPr lang="en-US" sz="1200" dirty="0"/>
        </a:p>
      </dgm:t>
    </dgm:pt>
    <dgm:pt modelId="{FDEB10CD-8ED3-48D7-BD6D-0C2DE19C8DFB}" type="parTrans" cxnId="{ECFB9B50-3EBB-404D-905E-3B46C1B77D32}">
      <dgm:prSet/>
      <dgm:spPr/>
      <dgm:t>
        <a:bodyPr/>
        <a:lstStyle/>
        <a:p>
          <a:endParaRPr lang="en-US"/>
        </a:p>
      </dgm:t>
    </dgm:pt>
    <dgm:pt modelId="{FFEE6636-5084-4095-A363-B7CE0DFDC12E}" type="sibTrans" cxnId="{ECFB9B50-3EBB-404D-905E-3B46C1B77D32}">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6"/>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6"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6"/>
      <dgm:spPr/>
      <dgm:t>
        <a:bodyPr/>
        <a:lstStyle/>
        <a:p>
          <a:endParaRPr lang="en-US"/>
        </a:p>
      </dgm:t>
    </dgm:pt>
    <dgm:pt modelId="{C9264EDA-91B6-4FAE-AFE6-AFC29BE66386}" type="pres">
      <dgm:prSet presAssocID="{9286A5EC-F2A9-487D-8BF1-B96EEEFD636B}" presName="hierChild4" presStyleCnt="0"/>
      <dgm:spPr/>
    </dgm:pt>
    <dgm:pt modelId="{06A5B176-3147-4D45-9EF8-CF91B612166F}" type="pres">
      <dgm:prSet presAssocID="{588037F0-0B1A-4D72-81EB-CAFA026AEFB7}" presName="Name37" presStyleLbl="parChTrans1D3" presStyleIdx="0" presStyleCnt="11"/>
      <dgm:spPr/>
      <dgm:t>
        <a:bodyPr/>
        <a:lstStyle/>
        <a:p>
          <a:endParaRPr lang="en-US"/>
        </a:p>
      </dgm:t>
    </dgm:pt>
    <dgm:pt modelId="{A1823CA7-FCBA-4115-A337-66BE02B03547}" type="pres">
      <dgm:prSet presAssocID="{F142DEDA-3202-4A6E-A872-744A36211997}" presName="hierRoot2" presStyleCnt="0">
        <dgm:presLayoutVars>
          <dgm:hierBranch val="init"/>
        </dgm:presLayoutVars>
      </dgm:prSet>
      <dgm:spPr/>
    </dgm:pt>
    <dgm:pt modelId="{80E2B167-EDC3-4945-9077-5283EEF70EE4}" type="pres">
      <dgm:prSet presAssocID="{F142DEDA-3202-4A6E-A872-744A36211997}" presName="rootComposite" presStyleCnt="0"/>
      <dgm:spPr/>
    </dgm:pt>
    <dgm:pt modelId="{28A90088-1D74-4647-BC3B-F17F2E584608}" type="pres">
      <dgm:prSet presAssocID="{F142DEDA-3202-4A6E-A872-744A36211997}" presName="rootText" presStyleLbl="node3" presStyleIdx="0" presStyleCnt="11" custLinFactNeighborY="3462">
        <dgm:presLayoutVars>
          <dgm:chPref val="3"/>
        </dgm:presLayoutVars>
      </dgm:prSet>
      <dgm:spPr/>
      <dgm:t>
        <a:bodyPr/>
        <a:lstStyle/>
        <a:p>
          <a:endParaRPr lang="en-US"/>
        </a:p>
      </dgm:t>
    </dgm:pt>
    <dgm:pt modelId="{D62CADF8-24AE-4E16-B362-DFB8C42A8D00}" type="pres">
      <dgm:prSet presAssocID="{F142DEDA-3202-4A6E-A872-744A36211997}" presName="rootConnector" presStyleLbl="node3" presStyleIdx="0" presStyleCnt="11"/>
      <dgm:spPr/>
      <dgm:t>
        <a:bodyPr/>
        <a:lstStyle/>
        <a:p>
          <a:endParaRPr lang="en-US"/>
        </a:p>
      </dgm:t>
    </dgm:pt>
    <dgm:pt modelId="{D2D25354-BC15-441D-9C43-4E22F84DF7E3}" type="pres">
      <dgm:prSet presAssocID="{F142DEDA-3202-4A6E-A872-744A36211997}" presName="hierChild4" presStyleCnt="0"/>
      <dgm:spPr/>
    </dgm:pt>
    <dgm:pt modelId="{42C6C630-1192-4F5E-B919-40B53C299E86}" type="pres">
      <dgm:prSet presAssocID="{F142DEDA-3202-4A6E-A872-744A36211997}" presName="hierChild5" presStyleCnt="0"/>
      <dgm:spPr/>
    </dgm:pt>
    <dgm:pt modelId="{22A06763-7CD0-41E0-8047-44C9999C84AA}" type="pres">
      <dgm:prSet presAssocID="{3C73C88C-ADAC-4E8D-8259-4FBC3819D296}" presName="Name37" presStyleLbl="parChTrans1D3" presStyleIdx="1" presStyleCnt="11"/>
      <dgm:spPr/>
      <dgm:t>
        <a:bodyPr/>
        <a:lstStyle/>
        <a:p>
          <a:endParaRPr lang="en-US"/>
        </a:p>
      </dgm:t>
    </dgm:pt>
    <dgm:pt modelId="{EBCD387B-99F5-420E-AC68-BB5DDA55274F}" type="pres">
      <dgm:prSet presAssocID="{1947618A-5736-4E7D-A7B1-0535566E666C}" presName="hierRoot2" presStyleCnt="0">
        <dgm:presLayoutVars>
          <dgm:hierBranch val="init"/>
        </dgm:presLayoutVars>
      </dgm:prSet>
      <dgm:spPr/>
    </dgm:pt>
    <dgm:pt modelId="{1FCE71FC-8197-4D43-AEA9-42AE00FBE624}" type="pres">
      <dgm:prSet presAssocID="{1947618A-5736-4E7D-A7B1-0535566E666C}" presName="rootComposite" presStyleCnt="0"/>
      <dgm:spPr/>
    </dgm:pt>
    <dgm:pt modelId="{EF3A83E1-5846-4AE9-8B47-6582C37CA326}" type="pres">
      <dgm:prSet presAssocID="{1947618A-5736-4E7D-A7B1-0535566E666C}" presName="rootText" presStyleLbl="node3" presStyleIdx="1" presStyleCnt="11">
        <dgm:presLayoutVars>
          <dgm:chPref val="3"/>
        </dgm:presLayoutVars>
      </dgm:prSet>
      <dgm:spPr/>
      <dgm:t>
        <a:bodyPr/>
        <a:lstStyle/>
        <a:p>
          <a:endParaRPr lang="en-US"/>
        </a:p>
      </dgm:t>
    </dgm:pt>
    <dgm:pt modelId="{3FADC6AF-5D4B-418A-9301-DABA5E048E22}" type="pres">
      <dgm:prSet presAssocID="{1947618A-5736-4E7D-A7B1-0535566E666C}" presName="rootConnector" presStyleLbl="node3" presStyleIdx="1" presStyleCnt="11"/>
      <dgm:spPr/>
      <dgm:t>
        <a:bodyPr/>
        <a:lstStyle/>
        <a:p>
          <a:endParaRPr lang="en-US"/>
        </a:p>
      </dgm:t>
    </dgm:pt>
    <dgm:pt modelId="{AC56E703-D854-4DBA-8A21-3B81398E67CB}" type="pres">
      <dgm:prSet presAssocID="{1947618A-5736-4E7D-A7B1-0535566E666C}" presName="hierChild4" presStyleCnt="0"/>
      <dgm:spPr/>
    </dgm:pt>
    <dgm:pt modelId="{578E88AA-3D50-4523-B7AE-4BD9067055A6}" type="pres">
      <dgm:prSet presAssocID="{1947618A-5736-4E7D-A7B1-0535566E666C}" presName="hierChild5" presStyleCnt="0"/>
      <dgm:spPr/>
    </dgm:pt>
    <dgm:pt modelId="{DB2B6368-5A8B-4732-8055-E965E07397C0}" type="pres">
      <dgm:prSet presAssocID="{A2275AAE-D67F-4B48-809F-43E648A9868F}" presName="Name37" presStyleLbl="parChTrans1D3" presStyleIdx="2" presStyleCnt="11"/>
      <dgm:spPr/>
      <dgm:t>
        <a:bodyPr/>
        <a:lstStyle/>
        <a:p>
          <a:endParaRPr lang="en-US"/>
        </a:p>
      </dgm:t>
    </dgm:pt>
    <dgm:pt modelId="{10ED47C6-871B-4007-A5DC-62A5247B2425}" type="pres">
      <dgm:prSet presAssocID="{C6E4FEDD-12A9-48D1-836A-71DF2EBCFFAD}" presName="hierRoot2" presStyleCnt="0">
        <dgm:presLayoutVars>
          <dgm:hierBranch val="init"/>
        </dgm:presLayoutVars>
      </dgm:prSet>
      <dgm:spPr/>
    </dgm:pt>
    <dgm:pt modelId="{C4E59A2D-46A6-472A-A135-9FD96DE9094E}" type="pres">
      <dgm:prSet presAssocID="{C6E4FEDD-12A9-48D1-836A-71DF2EBCFFAD}" presName="rootComposite" presStyleCnt="0"/>
      <dgm:spPr/>
    </dgm:pt>
    <dgm:pt modelId="{A792E48B-E59F-426E-B59E-25883EE0DF31}" type="pres">
      <dgm:prSet presAssocID="{C6E4FEDD-12A9-48D1-836A-71DF2EBCFFAD}" presName="rootText" presStyleLbl="node3" presStyleIdx="2" presStyleCnt="11">
        <dgm:presLayoutVars>
          <dgm:chPref val="3"/>
        </dgm:presLayoutVars>
      </dgm:prSet>
      <dgm:spPr/>
      <dgm:t>
        <a:bodyPr/>
        <a:lstStyle/>
        <a:p>
          <a:endParaRPr lang="en-US"/>
        </a:p>
      </dgm:t>
    </dgm:pt>
    <dgm:pt modelId="{DAD0AE31-2183-4883-A49E-5AC8784C4DC1}" type="pres">
      <dgm:prSet presAssocID="{C6E4FEDD-12A9-48D1-836A-71DF2EBCFFAD}" presName="rootConnector" presStyleLbl="node3" presStyleIdx="2" presStyleCnt="11"/>
      <dgm:spPr/>
      <dgm:t>
        <a:bodyPr/>
        <a:lstStyle/>
        <a:p>
          <a:endParaRPr lang="en-US"/>
        </a:p>
      </dgm:t>
    </dgm:pt>
    <dgm:pt modelId="{30D38FA1-1E02-48DD-B1AA-A55491320D4D}" type="pres">
      <dgm:prSet presAssocID="{C6E4FEDD-12A9-48D1-836A-71DF2EBCFFAD}" presName="hierChild4" presStyleCnt="0"/>
      <dgm:spPr/>
    </dgm:pt>
    <dgm:pt modelId="{8C57470D-AF64-46DA-A3D7-6AD4BB371FAF}" type="pres">
      <dgm:prSet presAssocID="{C6E4FEDD-12A9-48D1-836A-71DF2EBCFFAD}"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6"/>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6"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6"/>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3" presStyleCnt="11"/>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3" presStyleCnt="11" custScaleX="130026" custScaleY="90830" custLinFactNeighborY="3462">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3" presStyleCnt="11"/>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F406B8EB-44F2-47F3-AF73-B274E07D3437}" type="pres">
      <dgm:prSet presAssocID="{8BEDDD51-476B-4EA3-BB0E-02C6B68708C7}" presName="Name37" presStyleLbl="parChTrans1D3" presStyleIdx="4" presStyleCnt="11"/>
      <dgm:spPr/>
      <dgm:t>
        <a:bodyPr/>
        <a:lstStyle/>
        <a:p>
          <a:endParaRPr lang="en-US"/>
        </a:p>
      </dgm:t>
    </dgm:pt>
    <dgm:pt modelId="{08BDD783-C5F3-4CB7-BB56-E729433DE263}" type="pres">
      <dgm:prSet presAssocID="{ED538FBE-6130-45A2-A1D0-5DEB03E796E8}" presName="hierRoot2" presStyleCnt="0">
        <dgm:presLayoutVars>
          <dgm:hierBranch val="init"/>
        </dgm:presLayoutVars>
      </dgm:prSet>
      <dgm:spPr/>
    </dgm:pt>
    <dgm:pt modelId="{5F70EC70-64BB-4DD2-B0EC-31D41F7591A3}" type="pres">
      <dgm:prSet presAssocID="{ED538FBE-6130-45A2-A1D0-5DEB03E796E8}" presName="rootComposite" presStyleCnt="0"/>
      <dgm:spPr/>
    </dgm:pt>
    <dgm:pt modelId="{83491CF3-E0A8-41F0-8748-5B85D6C90040}" type="pres">
      <dgm:prSet presAssocID="{ED538FBE-6130-45A2-A1D0-5DEB03E796E8}" presName="rootText" presStyleLbl="node3" presStyleIdx="4" presStyleCnt="11" custScaleX="128085">
        <dgm:presLayoutVars>
          <dgm:chPref val="3"/>
        </dgm:presLayoutVars>
      </dgm:prSet>
      <dgm:spPr/>
      <dgm:t>
        <a:bodyPr/>
        <a:lstStyle/>
        <a:p>
          <a:endParaRPr lang="en-US"/>
        </a:p>
      </dgm:t>
    </dgm:pt>
    <dgm:pt modelId="{5988ED23-194C-42E1-88AB-8E72A53BDC23}" type="pres">
      <dgm:prSet presAssocID="{ED538FBE-6130-45A2-A1D0-5DEB03E796E8}" presName="rootConnector" presStyleLbl="node3" presStyleIdx="4" presStyleCnt="11"/>
      <dgm:spPr/>
      <dgm:t>
        <a:bodyPr/>
        <a:lstStyle/>
        <a:p>
          <a:endParaRPr lang="en-US"/>
        </a:p>
      </dgm:t>
    </dgm:pt>
    <dgm:pt modelId="{F8F28EB4-408C-45EE-8233-336763641D69}" type="pres">
      <dgm:prSet presAssocID="{ED538FBE-6130-45A2-A1D0-5DEB03E796E8}" presName="hierChild4" presStyleCnt="0"/>
      <dgm:spPr/>
    </dgm:pt>
    <dgm:pt modelId="{E76F7B36-D6B2-4275-AEF1-36D762A6E6C9}" type="pres">
      <dgm:prSet presAssocID="{ED538FBE-6130-45A2-A1D0-5DEB03E796E8}" presName="hierChild5" presStyleCnt="0"/>
      <dgm:spPr/>
    </dgm:pt>
    <dgm:pt modelId="{8C7C57BC-0E68-4E25-9D4A-D3542769DA95}" type="pres">
      <dgm:prSet presAssocID="{35F2611B-0442-443A-B647-B82B7382EA23}" presName="Name37" presStyleLbl="parChTrans1D3" presStyleIdx="5" presStyleCnt="11"/>
      <dgm:spPr/>
      <dgm:t>
        <a:bodyPr/>
        <a:lstStyle/>
        <a:p>
          <a:endParaRPr lang="en-US"/>
        </a:p>
      </dgm:t>
    </dgm:pt>
    <dgm:pt modelId="{6D81E017-68DC-482B-90D5-4DBBAB78FA97}" type="pres">
      <dgm:prSet presAssocID="{CC7928C2-579C-44D0-AB38-88BC756CAA0E}" presName="hierRoot2" presStyleCnt="0">
        <dgm:presLayoutVars>
          <dgm:hierBranch val="init"/>
        </dgm:presLayoutVars>
      </dgm:prSet>
      <dgm:spPr/>
    </dgm:pt>
    <dgm:pt modelId="{12D646AF-6E30-4BAD-8CD4-760AFEC82E05}" type="pres">
      <dgm:prSet presAssocID="{CC7928C2-579C-44D0-AB38-88BC756CAA0E}" presName="rootComposite" presStyleCnt="0"/>
      <dgm:spPr/>
    </dgm:pt>
    <dgm:pt modelId="{4140A25E-4F9D-44DB-85AB-432AE99FA579}" type="pres">
      <dgm:prSet presAssocID="{CC7928C2-579C-44D0-AB38-88BC756CAA0E}" presName="rootText" presStyleLbl="node3" presStyleIdx="5" presStyleCnt="11" custScaleX="128085">
        <dgm:presLayoutVars>
          <dgm:chPref val="3"/>
        </dgm:presLayoutVars>
      </dgm:prSet>
      <dgm:spPr/>
      <dgm:t>
        <a:bodyPr/>
        <a:lstStyle/>
        <a:p>
          <a:endParaRPr lang="en-US"/>
        </a:p>
      </dgm:t>
    </dgm:pt>
    <dgm:pt modelId="{2AB4BF43-9ACD-420F-8CEE-B70EB4712527}" type="pres">
      <dgm:prSet presAssocID="{CC7928C2-579C-44D0-AB38-88BC756CAA0E}" presName="rootConnector" presStyleLbl="node3" presStyleIdx="5" presStyleCnt="11"/>
      <dgm:spPr/>
      <dgm:t>
        <a:bodyPr/>
        <a:lstStyle/>
        <a:p>
          <a:endParaRPr lang="en-US"/>
        </a:p>
      </dgm:t>
    </dgm:pt>
    <dgm:pt modelId="{A1829268-35DF-474E-8AAB-49FA6D7346DF}" type="pres">
      <dgm:prSet presAssocID="{CC7928C2-579C-44D0-AB38-88BC756CAA0E}" presName="hierChild4" presStyleCnt="0"/>
      <dgm:spPr/>
    </dgm:pt>
    <dgm:pt modelId="{0615CE0C-F2F5-475C-8AF9-FB8440C79C62}" type="pres">
      <dgm:prSet presAssocID="{CC7928C2-579C-44D0-AB38-88BC756CAA0E}" presName="hierChild5" presStyleCnt="0"/>
      <dgm:spPr/>
    </dgm:pt>
    <dgm:pt modelId="{3E362709-8DF5-4ED1-BE78-2D67C7F6CD59}" type="pres">
      <dgm:prSet presAssocID="{620DD3EC-BDCD-468B-B566-7FE2B848507E}" presName="hierChild5" presStyleCnt="0"/>
      <dgm:spPr/>
    </dgm:pt>
    <dgm:pt modelId="{76E33A9D-9480-40FB-A4DF-EE1E2E7E401E}" type="pres">
      <dgm:prSet presAssocID="{248E9311-DF61-4B0E-BD57-16AE2D707A60}" presName="Name37" presStyleLbl="parChTrans1D2" presStyleIdx="2" presStyleCnt="6"/>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2" presStyleIdx="2" presStyleCnt="6" custScaleX="144470" custScaleY="90830" custLinFactNeighborY="3462">
        <dgm:presLayoutVars>
          <dgm:chPref val="3"/>
        </dgm:presLayoutVars>
      </dgm:prSet>
      <dgm:spPr/>
      <dgm:t>
        <a:bodyPr/>
        <a:lstStyle/>
        <a:p>
          <a:endParaRPr lang="en-US"/>
        </a:p>
      </dgm:t>
    </dgm:pt>
    <dgm:pt modelId="{746FE1B3-37E8-4050-B0B7-5668D5D7D118}" type="pres">
      <dgm:prSet presAssocID="{1F903EBE-540A-403B-AE13-6A09126352BD}" presName="rootConnector" presStyleLbl="node2" presStyleIdx="2" presStyleCnt="6"/>
      <dgm:spPr/>
      <dgm:t>
        <a:bodyPr/>
        <a:lstStyle/>
        <a:p>
          <a:endParaRPr lang="en-US"/>
        </a:p>
      </dgm:t>
    </dgm:pt>
    <dgm:pt modelId="{CA531930-87B7-4E2B-AA93-B0ECAA52CC09}" type="pres">
      <dgm:prSet presAssocID="{1F903EBE-540A-403B-AE13-6A09126352BD}" presName="hierChild4" presStyleCnt="0"/>
      <dgm:spPr/>
    </dgm:pt>
    <dgm:pt modelId="{0207D2DC-D98D-48DB-A444-1B3BB3C111EF}" type="pres">
      <dgm:prSet presAssocID="{ED5ECDE6-7B87-4768-B1AE-20C55CA1EA8F}" presName="Name37" presStyleLbl="parChTrans1D3" presStyleIdx="6" presStyleCnt="11"/>
      <dgm:spPr/>
      <dgm:t>
        <a:bodyPr/>
        <a:lstStyle/>
        <a:p>
          <a:endParaRPr lang="en-US"/>
        </a:p>
      </dgm:t>
    </dgm:pt>
    <dgm:pt modelId="{BBE3DE01-9991-4932-A682-9EC9E0F8B3A7}" type="pres">
      <dgm:prSet presAssocID="{68F0BB4A-4CA0-4481-8397-108E86A12DA4}" presName="hierRoot2" presStyleCnt="0">
        <dgm:presLayoutVars>
          <dgm:hierBranch val="init"/>
        </dgm:presLayoutVars>
      </dgm:prSet>
      <dgm:spPr/>
    </dgm:pt>
    <dgm:pt modelId="{5E3199D1-526C-4B6E-923B-A4820FFCC213}" type="pres">
      <dgm:prSet presAssocID="{68F0BB4A-4CA0-4481-8397-108E86A12DA4}" presName="rootComposite" presStyleCnt="0"/>
      <dgm:spPr/>
    </dgm:pt>
    <dgm:pt modelId="{B3DA1D68-D7FF-4520-90A3-C4A2EA0D76C0}" type="pres">
      <dgm:prSet presAssocID="{68F0BB4A-4CA0-4481-8397-108E86A12DA4}" presName="rootText" presStyleLbl="node3" presStyleIdx="6" presStyleCnt="11">
        <dgm:presLayoutVars>
          <dgm:chPref val="3"/>
        </dgm:presLayoutVars>
      </dgm:prSet>
      <dgm:spPr/>
      <dgm:t>
        <a:bodyPr/>
        <a:lstStyle/>
        <a:p>
          <a:endParaRPr lang="en-US"/>
        </a:p>
      </dgm:t>
    </dgm:pt>
    <dgm:pt modelId="{D0721C6D-93AC-4B26-927C-A61DADEBA9AA}" type="pres">
      <dgm:prSet presAssocID="{68F0BB4A-4CA0-4481-8397-108E86A12DA4}" presName="rootConnector" presStyleLbl="node3" presStyleIdx="6" presStyleCnt="11"/>
      <dgm:spPr/>
      <dgm:t>
        <a:bodyPr/>
        <a:lstStyle/>
        <a:p>
          <a:endParaRPr lang="en-US"/>
        </a:p>
      </dgm:t>
    </dgm:pt>
    <dgm:pt modelId="{0334F3E5-204D-4D93-AC17-5BC4150447BF}" type="pres">
      <dgm:prSet presAssocID="{68F0BB4A-4CA0-4481-8397-108E86A12DA4}" presName="hierChild4" presStyleCnt="0"/>
      <dgm:spPr/>
    </dgm:pt>
    <dgm:pt modelId="{5E7EC9AB-EEE2-4013-9B1F-D917B34504FA}" type="pres">
      <dgm:prSet presAssocID="{68F0BB4A-4CA0-4481-8397-108E86A12DA4}" presName="hierChild5" presStyleCnt="0"/>
      <dgm:spPr/>
    </dgm:pt>
    <dgm:pt modelId="{EDAAD592-AB88-4251-977A-23D417AF9F0E}" type="pres">
      <dgm:prSet presAssocID="{5E8DD444-C688-4780-A5F0-D4A4181FBDCC}" presName="Name37" presStyleLbl="parChTrans1D3" presStyleIdx="7" presStyleCnt="11"/>
      <dgm:spPr/>
      <dgm:t>
        <a:bodyPr/>
        <a:lstStyle/>
        <a:p>
          <a:endParaRPr lang="en-US"/>
        </a:p>
      </dgm:t>
    </dgm:pt>
    <dgm:pt modelId="{1A3A2D6A-2A62-4E35-A4D8-D6A8AABA3D80}" type="pres">
      <dgm:prSet presAssocID="{E9C886F1-1EBC-4EBC-BB4B-24DF341523A6}" presName="hierRoot2" presStyleCnt="0">
        <dgm:presLayoutVars>
          <dgm:hierBranch val="init"/>
        </dgm:presLayoutVars>
      </dgm:prSet>
      <dgm:spPr/>
    </dgm:pt>
    <dgm:pt modelId="{552B4967-EF45-40E5-B271-25699085E0C5}" type="pres">
      <dgm:prSet presAssocID="{E9C886F1-1EBC-4EBC-BB4B-24DF341523A6}" presName="rootComposite" presStyleCnt="0"/>
      <dgm:spPr/>
    </dgm:pt>
    <dgm:pt modelId="{F734AC47-D381-46DB-B2D4-DC1F52ACEE63}" type="pres">
      <dgm:prSet presAssocID="{E9C886F1-1EBC-4EBC-BB4B-24DF341523A6}" presName="rootText" presStyleLbl="node3" presStyleIdx="7" presStyleCnt="11">
        <dgm:presLayoutVars>
          <dgm:chPref val="3"/>
        </dgm:presLayoutVars>
      </dgm:prSet>
      <dgm:spPr/>
      <dgm:t>
        <a:bodyPr/>
        <a:lstStyle/>
        <a:p>
          <a:endParaRPr lang="en-US"/>
        </a:p>
      </dgm:t>
    </dgm:pt>
    <dgm:pt modelId="{6D311FDB-5969-4C7C-819C-7A85F8D1C126}" type="pres">
      <dgm:prSet presAssocID="{E9C886F1-1EBC-4EBC-BB4B-24DF341523A6}" presName="rootConnector" presStyleLbl="node3" presStyleIdx="7" presStyleCnt="11"/>
      <dgm:spPr/>
      <dgm:t>
        <a:bodyPr/>
        <a:lstStyle/>
        <a:p>
          <a:endParaRPr lang="en-US"/>
        </a:p>
      </dgm:t>
    </dgm:pt>
    <dgm:pt modelId="{A3085D37-5876-46A2-87CB-EA55640A6156}" type="pres">
      <dgm:prSet presAssocID="{E9C886F1-1EBC-4EBC-BB4B-24DF341523A6}" presName="hierChild4" presStyleCnt="0"/>
      <dgm:spPr/>
    </dgm:pt>
    <dgm:pt modelId="{4AA1DDC2-8165-4D78-A713-7772206A1808}" type="pres">
      <dgm:prSet presAssocID="{E9C886F1-1EBC-4EBC-BB4B-24DF341523A6}" presName="hierChild5" presStyleCnt="0"/>
      <dgm:spPr/>
    </dgm:pt>
    <dgm:pt modelId="{E9A486E8-3FB6-41A6-BD46-32EB689AD74B}" type="pres">
      <dgm:prSet presAssocID="{1F903EBE-540A-403B-AE13-6A09126352BD}" presName="hierChild5" presStyleCnt="0"/>
      <dgm:spPr/>
    </dgm:pt>
    <dgm:pt modelId="{E176ACEC-BD58-4170-B91A-1AA1D1DF77F0}" type="pres">
      <dgm:prSet presAssocID="{97ECD7F0-AF08-4202-8F6B-6035FCFA351C}" presName="Name37" presStyleLbl="parChTrans1D2" presStyleIdx="3" presStyleCnt="6"/>
      <dgm:spPr/>
      <dgm:t>
        <a:bodyPr/>
        <a:lstStyle/>
        <a:p>
          <a:endParaRPr lang="en-US"/>
        </a:p>
      </dgm:t>
    </dgm:pt>
    <dgm:pt modelId="{ECD4CC19-881A-44A6-9474-785CC0C059F4}" type="pres">
      <dgm:prSet presAssocID="{C23EE67C-7F77-47BA-A8B3-6493565ADACA}" presName="hierRoot2" presStyleCnt="0">
        <dgm:presLayoutVars>
          <dgm:hierBranch val="init"/>
        </dgm:presLayoutVars>
      </dgm:prSet>
      <dgm:spPr/>
    </dgm:pt>
    <dgm:pt modelId="{D3FBA0E9-F095-447B-899D-12FE1ACDB26A}" type="pres">
      <dgm:prSet presAssocID="{C23EE67C-7F77-47BA-A8B3-6493565ADACA}" presName="rootComposite" presStyleCnt="0"/>
      <dgm:spPr/>
    </dgm:pt>
    <dgm:pt modelId="{606E0F95-4779-4D9A-B606-9ABA993A565C}" type="pres">
      <dgm:prSet presAssocID="{C23EE67C-7F77-47BA-A8B3-6493565ADACA}" presName="rootText" presStyleLbl="node2" presStyleIdx="3" presStyleCnt="6">
        <dgm:presLayoutVars>
          <dgm:chPref val="3"/>
        </dgm:presLayoutVars>
      </dgm:prSet>
      <dgm:spPr/>
      <dgm:t>
        <a:bodyPr/>
        <a:lstStyle/>
        <a:p>
          <a:endParaRPr lang="en-US"/>
        </a:p>
      </dgm:t>
    </dgm:pt>
    <dgm:pt modelId="{D644AF87-ADF0-487B-AC77-4BAD17472D87}" type="pres">
      <dgm:prSet presAssocID="{C23EE67C-7F77-47BA-A8B3-6493565ADACA}" presName="rootConnector" presStyleLbl="node2" presStyleIdx="3" presStyleCnt="6"/>
      <dgm:spPr/>
      <dgm:t>
        <a:bodyPr/>
        <a:lstStyle/>
        <a:p>
          <a:endParaRPr lang="en-US"/>
        </a:p>
      </dgm:t>
    </dgm:pt>
    <dgm:pt modelId="{E8843230-B658-467E-ABDF-26AE593B8491}" type="pres">
      <dgm:prSet presAssocID="{C23EE67C-7F77-47BA-A8B3-6493565ADACA}" presName="hierChild4" presStyleCnt="0"/>
      <dgm:spPr/>
    </dgm:pt>
    <dgm:pt modelId="{F0CBB063-4818-4B89-A2DA-2C77A22E32C5}" type="pres">
      <dgm:prSet presAssocID="{502D84B5-6040-4F8C-8C70-AC9E8C7A7931}" presName="Name37" presStyleLbl="parChTrans1D3" presStyleIdx="8" presStyleCnt="11"/>
      <dgm:spPr/>
      <dgm:t>
        <a:bodyPr/>
        <a:lstStyle/>
        <a:p>
          <a:endParaRPr lang="en-US"/>
        </a:p>
      </dgm:t>
    </dgm:pt>
    <dgm:pt modelId="{E11C0B84-297E-4695-9139-A6C2C1F00D1F}" type="pres">
      <dgm:prSet presAssocID="{F91A8AB5-9278-4D4E-BC56-21224700D286}" presName="hierRoot2" presStyleCnt="0">
        <dgm:presLayoutVars>
          <dgm:hierBranch val="init"/>
        </dgm:presLayoutVars>
      </dgm:prSet>
      <dgm:spPr/>
    </dgm:pt>
    <dgm:pt modelId="{80703F0E-7211-4980-844D-F80F79727633}" type="pres">
      <dgm:prSet presAssocID="{F91A8AB5-9278-4D4E-BC56-21224700D286}" presName="rootComposite" presStyleCnt="0"/>
      <dgm:spPr/>
    </dgm:pt>
    <dgm:pt modelId="{589131A9-2313-485B-AD88-1EFA955AFF10}" type="pres">
      <dgm:prSet presAssocID="{F91A8AB5-9278-4D4E-BC56-21224700D286}" presName="rootText" presStyleLbl="node3" presStyleIdx="8" presStyleCnt="11">
        <dgm:presLayoutVars>
          <dgm:chPref val="3"/>
        </dgm:presLayoutVars>
      </dgm:prSet>
      <dgm:spPr/>
      <dgm:t>
        <a:bodyPr/>
        <a:lstStyle/>
        <a:p>
          <a:endParaRPr lang="en-US"/>
        </a:p>
      </dgm:t>
    </dgm:pt>
    <dgm:pt modelId="{1B7A4E4D-0C2B-425D-AE71-CE174C32FA2C}" type="pres">
      <dgm:prSet presAssocID="{F91A8AB5-9278-4D4E-BC56-21224700D286}" presName="rootConnector" presStyleLbl="node3" presStyleIdx="8" presStyleCnt="11"/>
      <dgm:spPr/>
      <dgm:t>
        <a:bodyPr/>
        <a:lstStyle/>
        <a:p>
          <a:endParaRPr lang="en-US"/>
        </a:p>
      </dgm:t>
    </dgm:pt>
    <dgm:pt modelId="{28198C0B-FFA8-41D8-991D-CF90D0028632}" type="pres">
      <dgm:prSet presAssocID="{F91A8AB5-9278-4D4E-BC56-21224700D286}" presName="hierChild4" presStyleCnt="0"/>
      <dgm:spPr/>
    </dgm:pt>
    <dgm:pt modelId="{FAB852C7-6CD9-4039-BEC9-A36896AF3024}" type="pres">
      <dgm:prSet presAssocID="{F91A8AB5-9278-4D4E-BC56-21224700D286}" presName="hierChild5" presStyleCnt="0"/>
      <dgm:spPr/>
    </dgm:pt>
    <dgm:pt modelId="{11539635-C2FD-4939-BAB8-AFBF5C69DBC9}" type="pres">
      <dgm:prSet presAssocID="{C34353E4-6D85-432E-8598-D84D08F10FF3}" presName="Name37" presStyleLbl="parChTrans1D3" presStyleIdx="9" presStyleCnt="11"/>
      <dgm:spPr/>
      <dgm:t>
        <a:bodyPr/>
        <a:lstStyle/>
        <a:p>
          <a:endParaRPr lang="en-US"/>
        </a:p>
      </dgm:t>
    </dgm:pt>
    <dgm:pt modelId="{F0E61764-CCEE-4597-BD1E-AF31D73D097B}" type="pres">
      <dgm:prSet presAssocID="{603F71C3-6FEE-4F81-BBB2-3E56B9C1B8C6}" presName="hierRoot2" presStyleCnt="0">
        <dgm:presLayoutVars>
          <dgm:hierBranch val="init"/>
        </dgm:presLayoutVars>
      </dgm:prSet>
      <dgm:spPr/>
    </dgm:pt>
    <dgm:pt modelId="{7B53BAB6-75D5-49BB-838B-90F660D6457B}" type="pres">
      <dgm:prSet presAssocID="{603F71C3-6FEE-4F81-BBB2-3E56B9C1B8C6}" presName="rootComposite" presStyleCnt="0"/>
      <dgm:spPr/>
    </dgm:pt>
    <dgm:pt modelId="{74E4A70D-5810-4D9C-A3D2-65C791309DA0}" type="pres">
      <dgm:prSet presAssocID="{603F71C3-6FEE-4F81-BBB2-3E56B9C1B8C6}" presName="rootText" presStyleLbl="node3" presStyleIdx="9" presStyleCnt="11">
        <dgm:presLayoutVars>
          <dgm:chPref val="3"/>
        </dgm:presLayoutVars>
      </dgm:prSet>
      <dgm:spPr/>
      <dgm:t>
        <a:bodyPr/>
        <a:lstStyle/>
        <a:p>
          <a:endParaRPr lang="en-US"/>
        </a:p>
      </dgm:t>
    </dgm:pt>
    <dgm:pt modelId="{1636B452-2E68-44F3-A0D2-76D7F5634BF3}" type="pres">
      <dgm:prSet presAssocID="{603F71C3-6FEE-4F81-BBB2-3E56B9C1B8C6}" presName="rootConnector" presStyleLbl="node3" presStyleIdx="9" presStyleCnt="11"/>
      <dgm:spPr/>
      <dgm:t>
        <a:bodyPr/>
        <a:lstStyle/>
        <a:p>
          <a:endParaRPr lang="en-US"/>
        </a:p>
      </dgm:t>
    </dgm:pt>
    <dgm:pt modelId="{1000FEE6-D031-49B5-B860-6F02F125D7AB}" type="pres">
      <dgm:prSet presAssocID="{603F71C3-6FEE-4F81-BBB2-3E56B9C1B8C6}" presName="hierChild4" presStyleCnt="0"/>
      <dgm:spPr/>
    </dgm:pt>
    <dgm:pt modelId="{7C09FE33-094E-44D0-BE47-D025F5B598C9}" type="pres">
      <dgm:prSet presAssocID="{603F71C3-6FEE-4F81-BBB2-3E56B9C1B8C6}" presName="hierChild5" presStyleCnt="0"/>
      <dgm:spPr/>
    </dgm:pt>
    <dgm:pt modelId="{78BA4532-F8E7-4798-9780-2CBF03640715}" type="pres">
      <dgm:prSet presAssocID="{B65E2D1D-2B43-413F-892F-C4BB50A14535}" presName="Name37" presStyleLbl="parChTrans1D3" presStyleIdx="10" presStyleCnt="11"/>
      <dgm:spPr/>
      <dgm:t>
        <a:bodyPr/>
        <a:lstStyle/>
        <a:p>
          <a:endParaRPr lang="en-US"/>
        </a:p>
      </dgm:t>
    </dgm:pt>
    <dgm:pt modelId="{03E2BADB-E786-460E-9266-24DD48BD6164}" type="pres">
      <dgm:prSet presAssocID="{92CE8BCE-B12F-4E63-A659-352FC0A5B747}" presName="hierRoot2" presStyleCnt="0">
        <dgm:presLayoutVars>
          <dgm:hierBranch val="init"/>
        </dgm:presLayoutVars>
      </dgm:prSet>
      <dgm:spPr/>
    </dgm:pt>
    <dgm:pt modelId="{A1EC6017-3AB3-476B-BFA7-F562D56B938B}" type="pres">
      <dgm:prSet presAssocID="{92CE8BCE-B12F-4E63-A659-352FC0A5B747}" presName="rootComposite" presStyleCnt="0"/>
      <dgm:spPr/>
    </dgm:pt>
    <dgm:pt modelId="{C549B331-5CE4-4056-AB3B-62EF9C6CA40C}" type="pres">
      <dgm:prSet presAssocID="{92CE8BCE-B12F-4E63-A659-352FC0A5B747}" presName="rootText" presStyleLbl="node3" presStyleIdx="10" presStyleCnt="11">
        <dgm:presLayoutVars>
          <dgm:chPref val="3"/>
        </dgm:presLayoutVars>
      </dgm:prSet>
      <dgm:spPr/>
      <dgm:t>
        <a:bodyPr/>
        <a:lstStyle/>
        <a:p>
          <a:endParaRPr lang="en-US"/>
        </a:p>
      </dgm:t>
    </dgm:pt>
    <dgm:pt modelId="{3EA6B913-D376-4AA6-A8B8-29BCE09B4A1D}" type="pres">
      <dgm:prSet presAssocID="{92CE8BCE-B12F-4E63-A659-352FC0A5B747}" presName="rootConnector" presStyleLbl="node3" presStyleIdx="10" presStyleCnt="11"/>
      <dgm:spPr/>
      <dgm:t>
        <a:bodyPr/>
        <a:lstStyle/>
        <a:p>
          <a:endParaRPr lang="en-US"/>
        </a:p>
      </dgm:t>
    </dgm:pt>
    <dgm:pt modelId="{18DA5505-1751-4FAA-BC21-1A78CCB80FA6}" type="pres">
      <dgm:prSet presAssocID="{92CE8BCE-B12F-4E63-A659-352FC0A5B747}" presName="hierChild4" presStyleCnt="0"/>
      <dgm:spPr/>
    </dgm:pt>
    <dgm:pt modelId="{4C6093A8-C943-4D78-B8E8-47B53EE6A2D3}" type="pres">
      <dgm:prSet presAssocID="{92CE8BCE-B12F-4E63-A659-352FC0A5B747}" presName="hierChild5" presStyleCnt="0"/>
      <dgm:spPr/>
    </dgm:pt>
    <dgm:pt modelId="{328AA022-D844-486A-A579-E33311A2ACB8}" type="pres">
      <dgm:prSet presAssocID="{C23EE67C-7F77-47BA-A8B3-6493565ADACA}" presName="hierChild5" presStyleCnt="0"/>
      <dgm:spPr/>
    </dgm:pt>
    <dgm:pt modelId="{E3A058C1-40FD-4BF4-B325-DDBF7F95D6CE}" type="pres">
      <dgm:prSet presAssocID="{65C71068-FAE0-4AAE-8F3B-D0C36FC50F23}" presName="Name37" presStyleLbl="parChTrans1D2" presStyleIdx="4" presStyleCnt="6"/>
      <dgm:spPr/>
      <dgm:t>
        <a:bodyPr/>
        <a:lstStyle/>
        <a:p>
          <a:endParaRPr lang="en-US"/>
        </a:p>
      </dgm:t>
    </dgm:pt>
    <dgm:pt modelId="{8D3985DB-761C-4B58-9B40-2B5975AD7972}" type="pres">
      <dgm:prSet presAssocID="{3841B98A-69FF-412C-BFAF-ED8F7103B9DD}" presName="hierRoot2" presStyleCnt="0">
        <dgm:presLayoutVars>
          <dgm:hierBranch val="init"/>
        </dgm:presLayoutVars>
      </dgm:prSet>
      <dgm:spPr/>
    </dgm:pt>
    <dgm:pt modelId="{DDEFCECD-0341-4FFF-B3CF-6B8D07D52A91}" type="pres">
      <dgm:prSet presAssocID="{3841B98A-69FF-412C-BFAF-ED8F7103B9DD}" presName="rootComposite" presStyleCnt="0"/>
      <dgm:spPr/>
    </dgm:pt>
    <dgm:pt modelId="{3F52AB9C-5CC4-4A12-957C-C11412B38A0E}" type="pres">
      <dgm:prSet presAssocID="{3841B98A-69FF-412C-BFAF-ED8F7103B9DD}" presName="rootText" presStyleLbl="node2" presStyleIdx="4" presStyleCnt="6">
        <dgm:presLayoutVars>
          <dgm:chPref val="3"/>
        </dgm:presLayoutVars>
      </dgm:prSet>
      <dgm:spPr/>
      <dgm:t>
        <a:bodyPr/>
        <a:lstStyle/>
        <a:p>
          <a:endParaRPr lang="en-US"/>
        </a:p>
      </dgm:t>
    </dgm:pt>
    <dgm:pt modelId="{DD285C40-9FEC-4BDA-8182-C17FB609BC27}" type="pres">
      <dgm:prSet presAssocID="{3841B98A-69FF-412C-BFAF-ED8F7103B9DD}" presName="rootConnector" presStyleLbl="node2" presStyleIdx="4" presStyleCnt="6"/>
      <dgm:spPr/>
      <dgm:t>
        <a:bodyPr/>
        <a:lstStyle/>
        <a:p>
          <a:endParaRPr lang="en-US"/>
        </a:p>
      </dgm:t>
    </dgm:pt>
    <dgm:pt modelId="{18790D98-A597-4333-9A85-DE7FB1B39392}" type="pres">
      <dgm:prSet presAssocID="{3841B98A-69FF-412C-BFAF-ED8F7103B9DD}" presName="hierChild4" presStyleCnt="0"/>
      <dgm:spPr/>
    </dgm:pt>
    <dgm:pt modelId="{3636C333-6CCE-438D-85AB-CD5A92341B44}" type="pres">
      <dgm:prSet presAssocID="{3841B98A-69FF-412C-BFAF-ED8F7103B9DD}" presName="hierChild5" presStyleCnt="0"/>
      <dgm:spPr/>
    </dgm:pt>
    <dgm:pt modelId="{705DF9D5-45C9-489E-B678-5E07A2FF46E4}" type="pres">
      <dgm:prSet presAssocID="{FDEB10CD-8ED3-48D7-BD6D-0C2DE19C8DFB}" presName="Name37" presStyleLbl="parChTrans1D2" presStyleIdx="5" presStyleCnt="6"/>
      <dgm:spPr/>
      <dgm:t>
        <a:bodyPr/>
        <a:lstStyle/>
        <a:p>
          <a:endParaRPr lang="en-US"/>
        </a:p>
      </dgm:t>
    </dgm:pt>
    <dgm:pt modelId="{3F5A6822-F4B7-43E2-98C4-0091A357F478}" type="pres">
      <dgm:prSet presAssocID="{1D09BD55-84AF-44C1-BD3A-BB2537756463}" presName="hierRoot2" presStyleCnt="0">
        <dgm:presLayoutVars>
          <dgm:hierBranch val="init"/>
        </dgm:presLayoutVars>
      </dgm:prSet>
      <dgm:spPr/>
    </dgm:pt>
    <dgm:pt modelId="{36EDB531-BA17-4D5B-83C8-6F0F322452E8}" type="pres">
      <dgm:prSet presAssocID="{1D09BD55-84AF-44C1-BD3A-BB2537756463}" presName="rootComposite" presStyleCnt="0"/>
      <dgm:spPr/>
    </dgm:pt>
    <dgm:pt modelId="{A39B83F5-9742-45F5-A549-633AE255A1CF}" type="pres">
      <dgm:prSet presAssocID="{1D09BD55-84AF-44C1-BD3A-BB2537756463}" presName="rootText" presStyleLbl="node2" presStyleIdx="5" presStyleCnt="6">
        <dgm:presLayoutVars>
          <dgm:chPref val="3"/>
        </dgm:presLayoutVars>
      </dgm:prSet>
      <dgm:spPr/>
      <dgm:t>
        <a:bodyPr/>
        <a:lstStyle/>
        <a:p>
          <a:endParaRPr lang="en-US"/>
        </a:p>
      </dgm:t>
    </dgm:pt>
    <dgm:pt modelId="{5B690341-A710-4E22-848D-13140B4CB356}" type="pres">
      <dgm:prSet presAssocID="{1D09BD55-84AF-44C1-BD3A-BB2537756463}" presName="rootConnector" presStyleLbl="node2" presStyleIdx="5" presStyleCnt="6"/>
      <dgm:spPr/>
      <dgm:t>
        <a:bodyPr/>
        <a:lstStyle/>
        <a:p>
          <a:endParaRPr lang="en-US"/>
        </a:p>
      </dgm:t>
    </dgm:pt>
    <dgm:pt modelId="{C2EA672D-0DC9-41E9-8FB1-924160A19CD9}" type="pres">
      <dgm:prSet presAssocID="{1D09BD55-84AF-44C1-BD3A-BB2537756463}" presName="hierChild4" presStyleCnt="0"/>
      <dgm:spPr/>
    </dgm:pt>
    <dgm:pt modelId="{98B8998B-E3FF-4517-8EBB-A67419BF2AF0}" type="pres">
      <dgm:prSet presAssocID="{1D09BD55-84AF-44C1-BD3A-BB2537756463}" presName="hierChild5" presStyleCnt="0"/>
      <dgm:spPr/>
    </dgm:pt>
    <dgm:pt modelId="{96DEF822-DC52-4FFC-82DA-389CD5B29657}" type="pres">
      <dgm:prSet presAssocID="{9E6404DC-1053-49D6-95EE-599A97C88DD3}" presName="hierChild3" presStyleCnt="0"/>
      <dgm:spPr/>
    </dgm:pt>
  </dgm:ptLst>
  <dgm:cxnLst>
    <dgm:cxn modelId="{951A2031-AB8B-4B32-AFE8-798A1065B0A3}" type="presOf" srcId="{35F2611B-0442-443A-B647-B82B7382EA23}" destId="{8C7C57BC-0E68-4E25-9D4A-D3542769DA95}" srcOrd="0" destOrd="0" presId="urn:microsoft.com/office/officeart/2005/8/layout/orgChart1"/>
    <dgm:cxn modelId="{4922413B-1C86-4F73-9EBB-19FBB84799CA}" srcId="{9E6404DC-1053-49D6-95EE-599A97C88DD3}" destId="{3841B98A-69FF-412C-BFAF-ED8F7103B9DD}" srcOrd="4" destOrd="0" parTransId="{65C71068-FAE0-4AAE-8F3B-D0C36FC50F23}" sibTransId="{91681580-C23A-4A99-AA1A-CBAE1563C96C}"/>
    <dgm:cxn modelId="{4CF36AB0-83A9-4CD1-9F6C-54F7A6E3A79C}" srcId="{9286A5EC-F2A9-487D-8BF1-B96EEEFD636B}" destId="{C6E4FEDD-12A9-48D1-836A-71DF2EBCFFAD}" srcOrd="2" destOrd="0" parTransId="{A2275AAE-D67F-4B48-809F-43E648A9868F}" sibTransId="{795C140E-55F9-45B3-A3C9-9055A88BB7F4}"/>
    <dgm:cxn modelId="{E5108BE0-A678-4AE3-B82B-88B30557FC72}" type="presOf" srcId="{C34353E4-6D85-432E-8598-D84D08F10FF3}" destId="{11539635-C2FD-4939-BAB8-AFBF5C69DBC9}" srcOrd="0" destOrd="0" presId="urn:microsoft.com/office/officeart/2005/8/layout/orgChart1"/>
    <dgm:cxn modelId="{4C35333B-E2CE-49B4-8E8B-065145550125}" srcId="{1F903EBE-540A-403B-AE13-6A09126352BD}" destId="{68F0BB4A-4CA0-4481-8397-108E86A12DA4}" srcOrd="0" destOrd="0" parTransId="{ED5ECDE6-7B87-4768-B1AE-20C55CA1EA8F}" sibTransId="{A0B2EC27-08AF-4A70-911E-D73503EF8DD4}"/>
    <dgm:cxn modelId="{6FAC2E4C-9E11-4005-871D-82C92962FA60}" type="presOf" srcId="{3841B98A-69FF-412C-BFAF-ED8F7103B9DD}" destId="{DD285C40-9FEC-4BDA-8182-C17FB609BC27}"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E02EA1F9-1612-4512-A3FC-DB19B79AC42C}" type="presOf" srcId="{588037F0-0B1A-4D72-81EB-CAFA026AEFB7}" destId="{06A5B176-3147-4D45-9EF8-CF91B612166F}" srcOrd="0" destOrd="0" presId="urn:microsoft.com/office/officeart/2005/8/layout/orgChart1"/>
    <dgm:cxn modelId="{76FE0A3B-1FB2-47AB-A803-192EED8CF4A6}" srcId="{620DD3EC-BDCD-468B-B566-7FE2B848507E}" destId="{ED538FBE-6130-45A2-A1D0-5DEB03E796E8}" srcOrd="1" destOrd="0" parTransId="{8BEDDD51-476B-4EA3-BB0E-02C6B68708C7}" sibTransId="{35D97104-0716-450A-B2F9-D53D45C2A7A7}"/>
    <dgm:cxn modelId="{3371D227-869E-4636-B9B0-BA373BCE5AD6}" srcId="{9E6404DC-1053-49D6-95EE-599A97C88DD3}" destId="{9286A5EC-F2A9-487D-8BF1-B96EEEFD636B}" srcOrd="0" destOrd="0" parTransId="{8CE2CE9A-EBD7-445E-BD99-21666869C1D4}" sibTransId="{D6357A36-116B-440B-A9E1-8EDB3A4D1B88}"/>
    <dgm:cxn modelId="{F14FD57E-607A-46B2-B745-327A6C07B008}" type="presOf" srcId="{92CE8BCE-B12F-4E63-A659-352FC0A5B747}" destId="{C549B331-5CE4-4056-AB3B-62EF9C6CA40C}" srcOrd="0" destOrd="0" presId="urn:microsoft.com/office/officeart/2005/8/layout/orgChart1"/>
    <dgm:cxn modelId="{78FC78BE-B8DD-4DCA-8BF8-4C7BF58C3633}" type="presOf" srcId="{FDEB10CD-8ED3-48D7-BD6D-0C2DE19C8DFB}" destId="{705DF9D5-45C9-489E-B678-5E07A2FF46E4}" srcOrd="0" destOrd="0" presId="urn:microsoft.com/office/officeart/2005/8/layout/orgChart1"/>
    <dgm:cxn modelId="{2D45FC77-4AED-4DE6-8379-E523C1F99EFC}" srcId="{620DD3EC-BDCD-468B-B566-7FE2B848507E}" destId="{CC7928C2-579C-44D0-AB38-88BC756CAA0E}" srcOrd="2" destOrd="0" parTransId="{35F2611B-0442-443A-B647-B82B7382EA23}" sibTransId="{A433C3AB-C870-42AA-B57A-E43B2BF3718E}"/>
    <dgm:cxn modelId="{19AF4068-3DE4-490A-9264-0F12B60591B8}"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4C1F0643-B559-417C-9FAE-7E44070ECD26}" type="presOf" srcId="{502D84B5-6040-4F8C-8C70-AC9E8C7A7931}" destId="{F0CBB063-4818-4B89-A2DA-2C77A22E32C5}"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0B3BBB72-B6E0-4D55-B3C6-69C50EC751CB}" type="presOf" srcId="{C6E4FEDD-12A9-48D1-836A-71DF2EBCFFAD}" destId="{A792E48B-E59F-426E-B59E-25883EE0DF31}" srcOrd="0" destOrd="0" presId="urn:microsoft.com/office/officeart/2005/8/layout/orgChart1"/>
    <dgm:cxn modelId="{F7EBFBCF-F59C-4BE1-9661-E7D0E9B3F603}" type="presOf" srcId="{ED538FBE-6130-45A2-A1D0-5DEB03E796E8}" destId="{83491CF3-E0A8-41F0-8748-5B85D6C90040}" srcOrd="0" destOrd="0" presId="urn:microsoft.com/office/officeart/2005/8/layout/orgChart1"/>
    <dgm:cxn modelId="{5F7DB5C3-B355-4F57-8A7E-F3CD6853FA97}" type="presOf" srcId="{ED5ECDE6-7B87-4768-B1AE-20C55CA1EA8F}" destId="{0207D2DC-D98D-48DB-A444-1B3BB3C111EF}" srcOrd="0" destOrd="0" presId="urn:microsoft.com/office/officeart/2005/8/layout/orgChart1"/>
    <dgm:cxn modelId="{298C9595-1FFE-4916-A3F9-B793CAE28779}" type="presOf" srcId="{603F71C3-6FEE-4F81-BBB2-3E56B9C1B8C6}" destId="{1636B452-2E68-44F3-A0D2-76D7F5634BF3}" srcOrd="1" destOrd="0" presId="urn:microsoft.com/office/officeart/2005/8/layout/orgChart1"/>
    <dgm:cxn modelId="{1486D8BE-4305-4E22-A20F-C56F1D289556}" type="presOf" srcId="{CC7928C2-579C-44D0-AB38-88BC756CAA0E}" destId="{2AB4BF43-9ACD-420F-8CEE-B70EB4712527}"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ECFB9B50-3EBB-404D-905E-3B46C1B77D32}" srcId="{9E6404DC-1053-49D6-95EE-599A97C88DD3}" destId="{1D09BD55-84AF-44C1-BD3A-BB2537756463}" srcOrd="5" destOrd="0" parTransId="{FDEB10CD-8ED3-48D7-BD6D-0C2DE19C8DFB}" sibTransId="{FFEE6636-5084-4095-A363-B7CE0DFDC12E}"/>
    <dgm:cxn modelId="{2AA24D5C-C570-46DE-A92C-65CA8AC90A51}" type="presOf" srcId="{E9C886F1-1EBC-4EBC-BB4B-24DF341523A6}" destId="{6D311FDB-5969-4C7C-819C-7A85F8D1C126}" srcOrd="1" destOrd="0" presId="urn:microsoft.com/office/officeart/2005/8/layout/orgChart1"/>
    <dgm:cxn modelId="{C6049956-7336-4081-81A6-7DCD9A0A0EF0}" type="presOf" srcId="{1947618A-5736-4E7D-A7B1-0535566E666C}" destId="{3FADC6AF-5D4B-418A-9301-DABA5E048E22}" srcOrd="1" destOrd="0" presId="urn:microsoft.com/office/officeart/2005/8/layout/orgChart1"/>
    <dgm:cxn modelId="{1D31BE61-2795-4DBB-8146-1A29C28901B2}" srcId="{C23EE67C-7F77-47BA-A8B3-6493565ADACA}" destId="{92CE8BCE-B12F-4E63-A659-352FC0A5B747}" srcOrd="2" destOrd="0" parTransId="{B65E2D1D-2B43-413F-892F-C4BB50A14535}" sibTransId="{C2C41857-6FA4-466A-847D-5896E7EA0477}"/>
    <dgm:cxn modelId="{3E3F33A1-764D-455F-9609-979B7487620C}" srcId="{C23EE67C-7F77-47BA-A8B3-6493565ADACA}" destId="{F91A8AB5-9278-4D4E-BC56-21224700D286}" srcOrd="0" destOrd="0" parTransId="{502D84B5-6040-4F8C-8C70-AC9E8C7A7931}" sibTransId="{C61FB986-3367-414D-9CC8-14FAE1051217}"/>
    <dgm:cxn modelId="{8749021B-2268-44B1-AD84-B0921B253255}" type="presOf" srcId="{9286A5EC-F2A9-487D-8BF1-B96EEEFD636B}" destId="{C9422C4E-2B02-4D33-A16B-EF7B187ECAB7}" srcOrd="0" destOrd="0" presId="urn:microsoft.com/office/officeart/2005/8/layout/orgChart1"/>
    <dgm:cxn modelId="{F83BB6A7-9516-4C1D-8798-50865EBB342D}" type="presOf" srcId="{5E8DD444-C688-4780-A5F0-D4A4181FBDCC}" destId="{EDAAD592-AB88-4251-977A-23D417AF9F0E}" srcOrd="0" destOrd="0" presId="urn:microsoft.com/office/officeart/2005/8/layout/orgChart1"/>
    <dgm:cxn modelId="{5E7B5BD3-D5C7-4329-8C95-CB1074033A3D}" type="presOf" srcId="{1F903EBE-540A-403B-AE13-6A09126352BD}" destId="{B4DA07B5-29B3-4442-A69E-055EEC652BE8}" srcOrd="0" destOrd="0" presId="urn:microsoft.com/office/officeart/2005/8/layout/orgChart1"/>
    <dgm:cxn modelId="{CB68B546-D650-4DCA-9255-1CB1A0FF4B7C}" type="presOf" srcId="{C6E4FEDD-12A9-48D1-836A-71DF2EBCFFAD}" destId="{DAD0AE31-2183-4883-A49E-5AC8784C4DC1}" srcOrd="1" destOrd="0" presId="urn:microsoft.com/office/officeart/2005/8/layout/orgChart1"/>
    <dgm:cxn modelId="{7359E945-01BA-4E16-B972-28F6D00360AA}" type="presOf" srcId="{68F0BB4A-4CA0-4481-8397-108E86A12DA4}" destId="{D0721C6D-93AC-4B26-927C-A61DADEBA9AA}" srcOrd="1"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D5051094-61BC-42D3-BB85-5E5FB0D22CFE}" type="presOf" srcId="{1F903EBE-540A-403B-AE13-6A09126352BD}" destId="{746FE1B3-37E8-4050-B0B7-5668D5D7D118}" srcOrd="1" destOrd="0" presId="urn:microsoft.com/office/officeart/2005/8/layout/orgChart1"/>
    <dgm:cxn modelId="{01FAF066-6697-4A16-A34C-B61F6B7DAE7C}" type="presOf" srcId="{552219B0-29E3-4A6C-90E3-BE0B83069EBC}" destId="{9449DAAE-E410-44C5-A07D-A0445C0B7E6B}" srcOrd="0" destOrd="0" presId="urn:microsoft.com/office/officeart/2005/8/layout/orgChart1"/>
    <dgm:cxn modelId="{3AA2732E-E1F3-4BD5-9990-5D30D82B08ED}" srcId="{9E6404DC-1053-49D6-95EE-599A97C88DD3}" destId="{1F903EBE-540A-403B-AE13-6A09126352BD}" srcOrd="2" destOrd="0" parTransId="{248E9311-DF61-4B0E-BD57-16AE2D707A60}" sibTransId="{BB52F0E9-3899-452E-BFB9-D8344A4C6147}"/>
    <dgm:cxn modelId="{B8E5222C-DCED-48D0-BAA8-950F084BCDAB}" type="presOf" srcId="{97ECD7F0-AF08-4202-8F6B-6035FCFA351C}" destId="{E176ACEC-BD58-4170-B91A-1AA1D1DF77F0}" srcOrd="0"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48FB7E41-4DCE-49A7-8A59-30799E27CFF1}" srcId="{9286A5EC-F2A9-487D-8BF1-B96EEEFD636B}" destId="{1947618A-5736-4E7D-A7B1-0535566E666C}" srcOrd="1" destOrd="0" parTransId="{3C73C88C-ADAC-4E8D-8259-4FBC3819D296}" sibTransId="{4AA8505F-D096-4A68-B858-481E0AB908C1}"/>
    <dgm:cxn modelId="{D0050084-AD31-4570-8097-17238B3F9829}" type="presOf" srcId="{603F71C3-6FEE-4F81-BBB2-3E56B9C1B8C6}" destId="{74E4A70D-5810-4D9C-A3D2-65C791309DA0}" srcOrd="0" destOrd="0" presId="urn:microsoft.com/office/officeart/2005/8/layout/orgChart1"/>
    <dgm:cxn modelId="{656B742A-48DA-4573-9D33-33F97480A7AE}" type="presOf" srcId="{F91A8AB5-9278-4D4E-BC56-21224700D286}" destId="{1B7A4E4D-0C2B-425D-AE71-CE174C32FA2C}" srcOrd="1" destOrd="0" presId="urn:microsoft.com/office/officeart/2005/8/layout/orgChart1"/>
    <dgm:cxn modelId="{B0911044-8F6E-4BC6-A815-4D5369F405ED}" type="presOf" srcId="{A2275AAE-D67F-4B48-809F-43E648A9868F}" destId="{DB2B6368-5A8B-4732-8055-E965E07397C0}" srcOrd="0" destOrd="0" presId="urn:microsoft.com/office/officeart/2005/8/layout/orgChart1"/>
    <dgm:cxn modelId="{AE14CFFB-847C-47C2-AD81-3283D1816372}" type="presOf" srcId="{8BEDDD51-476B-4EA3-BB0E-02C6B68708C7}" destId="{F406B8EB-44F2-47F3-AF73-B274E07D3437}" srcOrd="0" destOrd="0" presId="urn:microsoft.com/office/officeart/2005/8/layout/orgChart1"/>
    <dgm:cxn modelId="{FBC12E2C-619E-4599-B915-B968A89A0229}" type="presOf" srcId="{ED538FBE-6130-45A2-A1D0-5DEB03E796E8}" destId="{5988ED23-194C-42E1-88AB-8E72A53BDC23}"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D0A5C4B2-885D-488E-B082-4F1A6012C227}" type="presOf" srcId="{E9C886F1-1EBC-4EBC-BB4B-24DF341523A6}" destId="{F734AC47-D381-46DB-B2D4-DC1F52ACEE63}" srcOrd="0" destOrd="0" presId="urn:microsoft.com/office/officeart/2005/8/layout/orgChart1"/>
    <dgm:cxn modelId="{35BA6A19-C82C-4D32-8D6F-0E90A0267519}" type="presOf" srcId="{F142DEDA-3202-4A6E-A872-744A36211997}" destId="{28A90088-1D74-4647-BC3B-F17F2E584608}" srcOrd="0" destOrd="0" presId="urn:microsoft.com/office/officeart/2005/8/layout/orgChart1"/>
    <dgm:cxn modelId="{DC9410EB-8615-48F6-9ACC-8373C9B6F482}" srcId="{C23EE67C-7F77-47BA-A8B3-6493565ADACA}" destId="{603F71C3-6FEE-4F81-BBB2-3E56B9C1B8C6}" srcOrd="1" destOrd="0" parTransId="{C34353E4-6D85-432E-8598-D84D08F10FF3}" sibTransId="{00323A89-6F09-4DB2-8DED-E07B1733E206}"/>
    <dgm:cxn modelId="{EC784541-9543-429B-96E9-D4C7608BD5BD}" type="presOf" srcId="{CC7928C2-579C-44D0-AB38-88BC756CAA0E}" destId="{4140A25E-4F9D-44DB-85AB-432AE99FA579}" srcOrd="0" destOrd="0" presId="urn:microsoft.com/office/officeart/2005/8/layout/orgChart1"/>
    <dgm:cxn modelId="{43EB67DB-6FCB-4F50-AD1A-857F45528D17}" type="presOf" srcId="{3841B98A-69FF-412C-BFAF-ED8F7103B9DD}" destId="{3F52AB9C-5CC4-4A12-957C-C11412B38A0E}" srcOrd="0" destOrd="0" presId="urn:microsoft.com/office/officeart/2005/8/layout/orgChart1"/>
    <dgm:cxn modelId="{FB87CBE7-A783-49FA-9FDC-C388EA88CADE}" type="presOf" srcId="{F142DEDA-3202-4A6E-A872-744A36211997}" destId="{D62CADF8-24AE-4E16-B362-DFB8C42A8D00}" srcOrd="1" destOrd="0" presId="urn:microsoft.com/office/officeart/2005/8/layout/orgChart1"/>
    <dgm:cxn modelId="{2A7A2E8B-4E91-4769-93B9-65EF55884A61}" type="presOf" srcId="{1947618A-5736-4E7D-A7B1-0535566E666C}" destId="{EF3A83E1-5846-4AE9-8B47-6582C37CA326}" srcOrd="0" destOrd="0" presId="urn:microsoft.com/office/officeart/2005/8/layout/orgChart1"/>
    <dgm:cxn modelId="{1EC82FDF-DEB7-4D50-9C29-27BC7BD7F60F}" srcId="{9E6404DC-1053-49D6-95EE-599A97C88DD3}" destId="{C23EE67C-7F77-47BA-A8B3-6493565ADACA}" srcOrd="3" destOrd="0" parTransId="{97ECD7F0-AF08-4202-8F6B-6035FCFA351C}" sibTransId="{81688764-0848-43B4-A2D6-8E904026A524}"/>
    <dgm:cxn modelId="{8EC2A9D1-3DF1-4895-BBD2-94732DC9E3D1}" type="presOf" srcId="{C23EE67C-7F77-47BA-A8B3-6493565ADACA}" destId="{D644AF87-ADF0-487B-AC77-4BAD17472D87}" srcOrd="1" destOrd="0" presId="urn:microsoft.com/office/officeart/2005/8/layout/orgChart1"/>
    <dgm:cxn modelId="{B6ED6959-D36F-40C1-BB7A-D25AABCCA5A0}" srcId="{1F903EBE-540A-403B-AE13-6A09126352BD}" destId="{E9C886F1-1EBC-4EBC-BB4B-24DF341523A6}" srcOrd="1" destOrd="0" parTransId="{5E8DD444-C688-4780-A5F0-D4A4181FBDCC}" sibTransId="{677365F0-85D2-4516-9D4D-C1E5444A6324}"/>
    <dgm:cxn modelId="{81ECBBE0-B641-4AE9-A53F-16A71BDFB9C1}" srcId="{620DD3EC-BDCD-468B-B566-7FE2B848507E}" destId="{552219B0-29E3-4A6C-90E3-BE0B83069EBC}" srcOrd="0" destOrd="0" parTransId="{D723B879-676C-4614-8859-D09DEFF2A3B3}" sibTransId="{3AAC379C-C229-429B-B8C5-9157680B919C}"/>
    <dgm:cxn modelId="{9752C8B1-4851-486E-8BD3-4D299AC170C5}" type="presOf" srcId="{620DD3EC-BDCD-468B-B566-7FE2B848507E}" destId="{02B28F85-DE51-42FF-859E-1DD3A478F426}" srcOrd="0" destOrd="0" presId="urn:microsoft.com/office/officeart/2005/8/layout/orgChart1"/>
    <dgm:cxn modelId="{EEDD1D35-51A4-4EFC-BEC5-0B8F238E57D2}" srcId="{9286A5EC-F2A9-487D-8BF1-B96EEEFD636B}" destId="{F142DEDA-3202-4A6E-A872-744A36211997}" srcOrd="0" destOrd="0" parTransId="{588037F0-0B1A-4D72-81EB-CAFA026AEFB7}" sibTransId="{90D5C085-E7FD-409C-B728-A036C61691D1}"/>
    <dgm:cxn modelId="{5317F623-2ED8-4710-AC15-800675E39B10}" type="presOf" srcId="{248E9311-DF61-4B0E-BD57-16AE2D707A60}" destId="{76E33A9D-9480-40FB-A4DF-EE1E2E7E401E}" srcOrd="0" destOrd="0" presId="urn:microsoft.com/office/officeart/2005/8/layout/orgChart1"/>
    <dgm:cxn modelId="{0889C6DA-DE3D-4EEE-8208-B33A7D302002}" type="presOf" srcId="{3C73C88C-ADAC-4E8D-8259-4FBC3819D296}" destId="{22A06763-7CD0-41E0-8047-44C9999C84AA}" srcOrd="0" destOrd="0" presId="urn:microsoft.com/office/officeart/2005/8/layout/orgChart1"/>
    <dgm:cxn modelId="{A9AF266B-611F-42D1-B9EE-B8988AFE6025}" type="presOf" srcId="{1D09BD55-84AF-44C1-BD3A-BB2537756463}" destId="{5B690341-A710-4E22-848D-13140B4CB356}" srcOrd="1" destOrd="0" presId="urn:microsoft.com/office/officeart/2005/8/layout/orgChart1"/>
    <dgm:cxn modelId="{FFB953CE-3417-4117-BABE-7C5F37D04719}" type="presOf" srcId="{B65E2D1D-2B43-413F-892F-C4BB50A14535}" destId="{78BA4532-F8E7-4798-9780-2CBF03640715}" srcOrd="0" destOrd="0" presId="urn:microsoft.com/office/officeart/2005/8/layout/orgChart1"/>
    <dgm:cxn modelId="{6642CCA2-4878-44B3-8B07-8E7CD09647F0}" type="presOf" srcId="{C23EE67C-7F77-47BA-A8B3-6493565ADACA}" destId="{606E0F95-4779-4D9A-B606-9ABA993A565C}" srcOrd="0" destOrd="0" presId="urn:microsoft.com/office/officeart/2005/8/layout/orgChart1"/>
    <dgm:cxn modelId="{627F9B4D-3A25-4F1D-BE53-8BE10F5403E4}" type="presOf" srcId="{92CE8BCE-B12F-4E63-A659-352FC0A5B747}" destId="{3EA6B913-D376-4AA6-A8B8-29BCE09B4A1D}"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24E1B73B-E3E4-4D9F-B984-F0504524FE6A}" type="presOf" srcId="{F91A8AB5-9278-4D4E-BC56-21224700D286}" destId="{589131A9-2313-485B-AD88-1EFA955AFF10}" srcOrd="0" destOrd="0" presId="urn:microsoft.com/office/officeart/2005/8/layout/orgChart1"/>
    <dgm:cxn modelId="{3977DB1B-6542-47A7-AB6D-0A296708E16D}" type="presOf" srcId="{1D09BD55-84AF-44C1-BD3A-BB2537756463}" destId="{A39B83F5-9742-45F5-A549-633AE255A1CF}" srcOrd="0" destOrd="0" presId="urn:microsoft.com/office/officeart/2005/8/layout/orgChart1"/>
    <dgm:cxn modelId="{884C4DEA-A29D-4416-9103-F85108CE2F55}" type="presOf" srcId="{68F0BB4A-4CA0-4481-8397-108E86A12DA4}" destId="{B3DA1D68-D7FF-4520-90A3-C4A2EA0D76C0}" srcOrd="0" destOrd="0" presId="urn:microsoft.com/office/officeart/2005/8/layout/orgChart1"/>
    <dgm:cxn modelId="{A0CD6FB7-DA2F-4061-BB7C-201E89727EF3}" type="presOf" srcId="{65C71068-FAE0-4AAE-8F3B-D0C36FC50F23}" destId="{E3A058C1-40FD-4BF4-B325-DDBF7F95D6CE}" srcOrd="0" destOrd="0" presId="urn:microsoft.com/office/officeart/2005/8/layout/orgChart1"/>
    <dgm:cxn modelId="{7506067E-541A-4A3A-B687-F79671A6EB44}" type="presOf" srcId="{D723B879-676C-4614-8859-D09DEFF2A3B3}" destId="{8BF33A23-B9E7-4732-917C-5D66B726362F}"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7495CB3-FF0D-437B-A75F-D818BF677556}" type="presParOf" srcId="{C9264EDA-91B6-4FAE-AFE6-AFC29BE66386}" destId="{06A5B176-3147-4D45-9EF8-CF91B612166F}" srcOrd="0" destOrd="0" presId="urn:microsoft.com/office/officeart/2005/8/layout/orgChart1"/>
    <dgm:cxn modelId="{41338C89-1E6D-49CB-AA27-377383737EC7}" type="presParOf" srcId="{C9264EDA-91B6-4FAE-AFE6-AFC29BE66386}" destId="{A1823CA7-FCBA-4115-A337-66BE02B03547}" srcOrd="1" destOrd="0" presId="urn:microsoft.com/office/officeart/2005/8/layout/orgChart1"/>
    <dgm:cxn modelId="{CA65C1DA-4730-4949-B129-ECBC45F854A2}" type="presParOf" srcId="{A1823CA7-FCBA-4115-A337-66BE02B03547}" destId="{80E2B167-EDC3-4945-9077-5283EEF70EE4}" srcOrd="0" destOrd="0" presId="urn:microsoft.com/office/officeart/2005/8/layout/orgChart1"/>
    <dgm:cxn modelId="{04FAEB99-2DE4-4EA9-A7A2-78ABF19A7527}" type="presParOf" srcId="{80E2B167-EDC3-4945-9077-5283EEF70EE4}" destId="{28A90088-1D74-4647-BC3B-F17F2E584608}" srcOrd="0" destOrd="0" presId="urn:microsoft.com/office/officeart/2005/8/layout/orgChart1"/>
    <dgm:cxn modelId="{A4952F88-F6B7-489A-9049-87D4F65F9DBC}" type="presParOf" srcId="{80E2B167-EDC3-4945-9077-5283EEF70EE4}" destId="{D62CADF8-24AE-4E16-B362-DFB8C42A8D00}" srcOrd="1" destOrd="0" presId="urn:microsoft.com/office/officeart/2005/8/layout/orgChart1"/>
    <dgm:cxn modelId="{9143A6CF-7648-4C1D-9813-A5ACFD9FA4A5}" type="presParOf" srcId="{A1823CA7-FCBA-4115-A337-66BE02B03547}" destId="{D2D25354-BC15-441D-9C43-4E22F84DF7E3}" srcOrd="1" destOrd="0" presId="urn:microsoft.com/office/officeart/2005/8/layout/orgChart1"/>
    <dgm:cxn modelId="{70289677-024D-4C85-A511-A5EEA95E9AE4}" type="presParOf" srcId="{A1823CA7-FCBA-4115-A337-66BE02B03547}" destId="{42C6C630-1192-4F5E-B919-40B53C299E86}" srcOrd="2" destOrd="0" presId="urn:microsoft.com/office/officeart/2005/8/layout/orgChart1"/>
    <dgm:cxn modelId="{0213BD88-CC4A-423F-B2CA-EC0EB11F5F5E}" type="presParOf" srcId="{C9264EDA-91B6-4FAE-AFE6-AFC29BE66386}" destId="{22A06763-7CD0-41E0-8047-44C9999C84AA}" srcOrd="2" destOrd="0" presId="urn:microsoft.com/office/officeart/2005/8/layout/orgChart1"/>
    <dgm:cxn modelId="{AAFCFB26-61CE-45AA-8DA7-BE3C44890855}" type="presParOf" srcId="{C9264EDA-91B6-4FAE-AFE6-AFC29BE66386}" destId="{EBCD387B-99F5-420E-AC68-BB5DDA55274F}" srcOrd="3" destOrd="0" presId="urn:microsoft.com/office/officeart/2005/8/layout/orgChart1"/>
    <dgm:cxn modelId="{4B7EA589-DE0F-4FF9-A09D-C14F9966DCC3}" type="presParOf" srcId="{EBCD387B-99F5-420E-AC68-BB5DDA55274F}" destId="{1FCE71FC-8197-4D43-AEA9-42AE00FBE624}" srcOrd="0" destOrd="0" presId="urn:microsoft.com/office/officeart/2005/8/layout/orgChart1"/>
    <dgm:cxn modelId="{5EBD661D-FFB5-4F13-8C2A-B9576821D9D8}" type="presParOf" srcId="{1FCE71FC-8197-4D43-AEA9-42AE00FBE624}" destId="{EF3A83E1-5846-4AE9-8B47-6582C37CA326}" srcOrd="0" destOrd="0" presId="urn:microsoft.com/office/officeart/2005/8/layout/orgChart1"/>
    <dgm:cxn modelId="{BC151465-B34A-4D30-9F19-902583914513}" type="presParOf" srcId="{1FCE71FC-8197-4D43-AEA9-42AE00FBE624}" destId="{3FADC6AF-5D4B-418A-9301-DABA5E048E22}" srcOrd="1" destOrd="0" presId="urn:microsoft.com/office/officeart/2005/8/layout/orgChart1"/>
    <dgm:cxn modelId="{E0E7DC59-395E-46D7-986C-9986C927AB0B}" type="presParOf" srcId="{EBCD387B-99F5-420E-AC68-BB5DDA55274F}" destId="{AC56E703-D854-4DBA-8A21-3B81398E67CB}" srcOrd="1" destOrd="0" presId="urn:microsoft.com/office/officeart/2005/8/layout/orgChart1"/>
    <dgm:cxn modelId="{EF9B5A66-E7F9-4885-95D7-3B62711ABF10}" type="presParOf" srcId="{EBCD387B-99F5-420E-AC68-BB5DDA55274F}" destId="{578E88AA-3D50-4523-B7AE-4BD9067055A6}" srcOrd="2" destOrd="0" presId="urn:microsoft.com/office/officeart/2005/8/layout/orgChart1"/>
    <dgm:cxn modelId="{D30ECCA2-F811-4DC7-B28C-2FA0FC0AD80E}" type="presParOf" srcId="{C9264EDA-91B6-4FAE-AFE6-AFC29BE66386}" destId="{DB2B6368-5A8B-4732-8055-E965E07397C0}" srcOrd="4" destOrd="0" presId="urn:microsoft.com/office/officeart/2005/8/layout/orgChart1"/>
    <dgm:cxn modelId="{EC428D3C-2588-495F-9B7A-DA89A9EEFEA4}" type="presParOf" srcId="{C9264EDA-91B6-4FAE-AFE6-AFC29BE66386}" destId="{10ED47C6-871B-4007-A5DC-62A5247B2425}" srcOrd="5" destOrd="0" presId="urn:microsoft.com/office/officeart/2005/8/layout/orgChart1"/>
    <dgm:cxn modelId="{9D3CB415-D6A7-43B3-8566-87AAD0D15B4F}" type="presParOf" srcId="{10ED47C6-871B-4007-A5DC-62A5247B2425}" destId="{C4E59A2D-46A6-472A-A135-9FD96DE9094E}" srcOrd="0" destOrd="0" presId="urn:microsoft.com/office/officeart/2005/8/layout/orgChart1"/>
    <dgm:cxn modelId="{3D48A76E-938C-434B-87D6-42B057EA6664}" type="presParOf" srcId="{C4E59A2D-46A6-472A-A135-9FD96DE9094E}" destId="{A792E48B-E59F-426E-B59E-25883EE0DF31}" srcOrd="0" destOrd="0" presId="urn:microsoft.com/office/officeart/2005/8/layout/orgChart1"/>
    <dgm:cxn modelId="{04C2AF53-0DBD-4190-9D1B-F528CB7CB658}" type="presParOf" srcId="{C4E59A2D-46A6-472A-A135-9FD96DE9094E}" destId="{DAD0AE31-2183-4883-A49E-5AC8784C4DC1}" srcOrd="1" destOrd="0" presId="urn:microsoft.com/office/officeart/2005/8/layout/orgChart1"/>
    <dgm:cxn modelId="{0463A7B3-25D7-475E-9ABB-6BB13345CBA6}" type="presParOf" srcId="{10ED47C6-871B-4007-A5DC-62A5247B2425}" destId="{30D38FA1-1E02-48DD-B1AA-A55491320D4D}" srcOrd="1" destOrd="0" presId="urn:microsoft.com/office/officeart/2005/8/layout/orgChart1"/>
    <dgm:cxn modelId="{67B14FAD-4522-44B7-8F26-974A59E00A25}" type="presParOf" srcId="{10ED47C6-871B-4007-A5DC-62A5247B2425}" destId="{8C57470D-AF64-46DA-A3D7-6AD4BB371FAF}"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F7165D72-C397-49FF-AA57-F1053CC21428}" type="presParOf" srcId="{4C592C92-3156-443C-BB98-9204DFF01F72}" destId="{F406B8EB-44F2-47F3-AF73-B274E07D3437}" srcOrd="2" destOrd="0" presId="urn:microsoft.com/office/officeart/2005/8/layout/orgChart1"/>
    <dgm:cxn modelId="{D8C6607F-B09C-4018-B817-865CEA59403E}" type="presParOf" srcId="{4C592C92-3156-443C-BB98-9204DFF01F72}" destId="{08BDD783-C5F3-4CB7-BB56-E729433DE263}" srcOrd="3" destOrd="0" presId="urn:microsoft.com/office/officeart/2005/8/layout/orgChart1"/>
    <dgm:cxn modelId="{049F9D1B-7437-4921-B1B6-76843CD25A7C}" type="presParOf" srcId="{08BDD783-C5F3-4CB7-BB56-E729433DE263}" destId="{5F70EC70-64BB-4DD2-B0EC-31D41F7591A3}" srcOrd="0" destOrd="0" presId="urn:microsoft.com/office/officeart/2005/8/layout/orgChart1"/>
    <dgm:cxn modelId="{D2F6CE0A-8620-4CF7-9616-58B1DB43A503}" type="presParOf" srcId="{5F70EC70-64BB-4DD2-B0EC-31D41F7591A3}" destId="{83491CF3-E0A8-41F0-8748-5B85D6C90040}" srcOrd="0" destOrd="0" presId="urn:microsoft.com/office/officeart/2005/8/layout/orgChart1"/>
    <dgm:cxn modelId="{A767A3E5-080F-4BB9-A243-7611B0FF43D8}" type="presParOf" srcId="{5F70EC70-64BB-4DD2-B0EC-31D41F7591A3}" destId="{5988ED23-194C-42E1-88AB-8E72A53BDC23}" srcOrd="1" destOrd="0" presId="urn:microsoft.com/office/officeart/2005/8/layout/orgChart1"/>
    <dgm:cxn modelId="{6492C467-7345-49DC-8095-BE071A523E28}" type="presParOf" srcId="{08BDD783-C5F3-4CB7-BB56-E729433DE263}" destId="{F8F28EB4-408C-45EE-8233-336763641D69}" srcOrd="1" destOrd="0" presId="urn:microsoft.com/office/officeart/2005/8/layout/orgChart1"/>
    <dgm:cxn modelId="{CB4B4A7F-B4DB-4D29-9DD5-059459DDCBBE}" type="presParOf" srcId="{08BDD783-C5F3-4CB7-BB56-E729433DE263}" destId="{E76F7B36-D6B2-4275-AEF1-36D762A6E6C9}" srcOrd="2" destOrd="0" presId="urn:microsoft.com/office/officeart/2005/8/layout/orgChart1"/>
    <dgm:cxn modelId="{10D76BF5-4E61-42EC-AAEF-393253F21692}" type="presParOf" srcId="{4C592C92-3156-443C-BB98-9204DFF01F72}" destId="{8C7C57BC-0E68-4E25-9D4A-D3542769DA95}" srcOrd="4" destOrd="0" presId="urn:microsoft.com/office/officeart/2005/8/layout/orgChart1"/>
    <dgm:cxn modelId="{79B3C94F-98E6-4EA6-BAAC-D1A14257F0B2}" type="presParOf" srcId="{4C592C92-3156-443C-BB98-9204DFF01F72}" destId="{6D81E017-68DC-482B-90D5-4DBBAB78FA97}" srcOrd="5" destOrd="0" presId="urn:microsoft.com/office/officeart/2005/8/layout/orgChart1"/>
    <dgm:cxn modelId="{5372211C-874C-40B0-BF78-F701C8908C40}" type="presParOf" srcId="{6D81E017-68DC-482B-90D5-4DBBAB78FA97}" destId="{12D646AF-6E30-4BAD-8CD4-760AFEC82E05}" srcOrd="0" destOrd="0" presId="urn:microsoft.com/office/officeart/2005/8/layout/orgChart1"/>
    <dgm:cxn modelId="{A1C790A1-32AB-4B0F-A0A2-6D31216E7419}" type="presParOf" srcId="{12D646AF-6E30-4BAD-8CD4-760AFEC82E05}" destId="{4140A25E-4F9D-44DB-85AB-432AE99FA579}" srcOrd="0" destOrd="0" presId="urn:microsoft.com/office/officeart/2005/8/layout/orgChart1"/>
    <dgm:cxn modelId="{F702DDD1-4236-4277-ABD7-CA1E5E502078}" type="presParOf" srcId="{12D646AF-6E30-4BAD-8CD4-760AFEC82E05}" destId="{2AB4BF43-9ACD-420F-8CEE-B70EB4712527}" srcOrd="1" destOrd="0" presId="urn:microsoft.com/office/officeart/2005/8/layout/orgChart1"/>
    <dgm:cxn modelId="{492B5E75-761A-43AA-A123-ED5ADC82CCC0}" type="presParOf" srcId="{6D81E017-68DC-482B-90D5-4DBBAB78FA97}" destId="{A1829268-35DF-474E-8AAB-49FA6D7346DF}" srcOrd="1" destOrd="0" presId="urn:microsoft.com/office/officeart/2005/8/layout/orgChart1"/>
    <dgm:cxn modelId="{674BEF7D-94AE-4086-A90B-E225D8E0368C}" type="presParOf" srcId="{6D81E017-68DC-482B-90D5-4DBBAB78FA97}" destId="{0615CE0C-F2F5-475C-8AF9-FB8440C79C62}"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CC3BE2E-6341-4D85-8C50-DB6F4AE9054F}" type="presParOf" srcId="{AD53A4B1-01E7-41E8-9724-31F3910545A4}" destId="{76E33A9D-9480-40FB-A4DF-EE1E2E7E401E}" srcOrd="4" destOrd="0" presId="urn:microsoft.com/office/officeart/2005/8/layout/orgChart1"/>
    <dgm:cxn modelId="{585DBA3C-ACC4-45C1-9FB2-8B105C53EE23}" type="presParOf" srcId="{AD53A4B1-01E7-41E8-9724-31F3910545A4}" destId="{04B8EA4A-11CB-4AF7-85D7-32F9AD439CB7}" srcOrd="5" destOrd="0" presId="urn:microsoft.com/office/officeart/2005/8/layout/orgChart1"/>
    <dgm:cxn modelId="{03078144-71FF-41AF-B2F5-D9170C4727C6}" type="presParOf" srcId="{04B8EA4A-11CB-4AF7-85D7-32F9AD439CB7}" destId="{D50DA092-4409-4311-BEA8-2E2A816EFE92}" srcOrd="0" destOrd="0" presId="urn:microsoft.com/office/officeart/2005/8/layout/orgChart1"/>
    <dgm:cxn modelId="{D9059D2A-13BB-4731-9A4E-33395DE86C02}" type="presParOf" srcId="{D50DA092-4409-4311-BEA8-2E2A816EFE92}" destId="{B4DA07B5-29B3-4442-A69E-055EEC652BE8}" srcOrd="0" destOrd="0" presId="urn:microsoft.com/office/officeart/2005/8/layout/orgChart1"/>
    <dgm:cxn modelId="{B4283941-C237-4A2C-B7F5-0E103A041C53}" type="presParOf" srcId="{D50DA092-4409-4311-BEA8-2E2A816EFE92}" destId="{746FE1B3-37E8-4050-B0B7-5668D5D7D118}" srcOrd="1" destOrd="0" presId="urn:microsoft.com/office/officeart/2005/8/layout/orgChart1"/>
    <dgm:cxn modelId="{2FE68761-EDC8-4060-8254-1CB626B40AE7}" type="presParOf" srcId="{04B8EA4A-11CB-4AF7-85D7-32F9AD439CB7}" destId="{CA531930-87B7-4E2B-AA93-B0ECAA52CC09}" srcOrd="1" destOrd="0" presId="urn:microsoft.com/office/officeart/2005/8/layout/orgChart1"/>
    <dgm:cxn modelId="{CF4BB83F-FE9B-48E2-A8D8-090B5557435A}" type="presParOf" srcId="{CA531930-87B7-4E2B-AA93-B0ECAA52CC09}" destId="{0207D2DC-D98D-48DB-A444-1B3BB3C111EF}" srcOrd="0" destOrd="0" presId="urn:microsoft.com/office/officeart/2005/8/layout/orgChart1"/>
    <dgm:cxn modelId="{3F396A0E-75CE-46FA-BD3C-C0DF6FC54A5D}" type="presParOf" srcId="{CA531930-87B7-4E2B-AA93-B0ECAA52CC09}" destId="{BBE3DE01-9991-4932-A682-9EC9E0F8B3A7}" srcOrd="1" destOrd="0" presId="urn:microsoft.com/office/officeart/2005/8/layout/orgChart1"/>
    <dgm:cxn modelId="{F5AE0C0C-4802-47F6-9498-ADA8C8F80482}" type="presParOf" srcId="{BBE3DE01-9991-4932-A682-9EC9E0F8B3A7}" destId="{5E3199D1-526C-4B6E-923B-A4820FFCC213}" srcOrd="0" destOrd="0" presId="urn:microsoft.com/office/officeart/2005/8/layout/orgChart1"/>
    <dgm:cxn modelId="{0ADAAE34-7EF2-49A2-8901-63D33FCF8D05}" type="presParOf" srcId="{5E3199D1-526C-4B6E-923B-A4820FFCC213}" destId="{B3DA1D68-D7FF-4520-90A3-C4A2EA0D76C0}" srcOrd="0" destOrd="0" presId="urn:microsoft.com/office/officeart/2005/8/layout/orgChart1"/>
    <dgm:cxn modelId="{A9655755-3253-4208-93B4-1CDFA1DCC4D8}" type="presParOf" srcId="{5E3199D1-526C-4B6E-923B-A4820FFCC213}" destId="{D0721C6D-93AC-4B26-927C-A61DADEBA9AA}" srcOrd="1" destOrd="0" presId="urn:microsoft.com/office/officeart/2005/8/layout/orgChart1"/>
    <dgm:cxn modelId="{7FDBC081-3838-498A-A2D4-4CE8D0A14470}" type="presParOf" srcId="{BBE3DE01-9991-4932-A682-9EC9E0F8B3A7}" destId="{0334F3E5-204D-4D93-AC17-5BC4150447BF}" srcOrd="1" destOrd="0" presId="urn:microsoft.com/office/officeart/2005/8/layout/orgChart1"/>
    <dgm:cxn modelId="{D30AE842-4FF6-49E6-AD3B-6BC329FF5B6C}" type="presParOf" srcId="{BBE3DE01-9991-4932-A682-9EC9E0F8B3A7}" destId="{5E7EC9AB-EEE2-4013-9B1F-D917B34504FA}" srcOrd="2" destOrd="0" presId="urn:microsoft.com/office/officeart/2005/8/layout/orgChart1"/>
    <dgm:cxn modelId="{416F0E51-0986-45C6-8061-8F1014C89F0E}" type="presParOf" srcId="{CA531930-87B7-4E2B-AA93-B0ECAA52CC09}" destId="{EDAAD592-AB88-4251-977A-23D417AF9F0E}" srcOrd="2" destOrd="0" presId="urn:microsoft.com/office/officeart/2005/8/layout/orgChart1"/>
    <dgm:cxn modelId="{502127B5-94B7-4F63-8A67-A0E4DC1EA990}" type="presParOf" srcId="{CA531930-87B7-4E2B-AA93-B0ECAA52CC09}" destId="{1A3A2D6A-2A62-4E35-A4D8-D6A8AABA3D80}" srcOrd="3" destOrd="0" presId="urn:microsoft.com/office/officeart/2005/8/layout/orgChart1"/>
    <dgm:cxn modelId="{ABCC9CC4-18CA-4ADE-9C4A-E9A9E2C873AD}" type="presParOf" srcId="{1A3A2D6A-2A62-4E35-A4D8-D6A8AABA3D80}" destId="{552B4967-EF45-40E5-B271-25699085E0C5}" srcOrd="0" destOrd="0" presId="urn:microsoft.com/office/officeart/2005/8/layout/orgChart1"/>
    <dgm:cxn modelId="{47AA393F-8367-4843-A76B-5709448760A0}" type="presParOf" srcId="{552B4967-EF45-40E5-B271-25699085E0C5}" destId="{F734AC47-D381-46DB-B2D4-DC1F52ACEE63}" srcOrd="0" destOrd="0" presId="urn:microsoft.com/office/officeart/2005/8/layout/orgChart1"/>
    <dgm:cxn modelId="{65B051E7-854D-470D-B7E5-560A484CFEAB}" type="presParOf" srcId="{552B4967-EF45-40E5-B271-25699085E0C5}" destId="{6D311FDB-5969-4C7C-819C-7A85F8D1C126}" srcOrd="1" destOrd="0" presId="urn:microsoft.com/office/officeart/2005/8/layout/orgChart1"/>
    <dgm:cxn modelId="{07479368-4727-4D4F-888F-6AE49C4B5942}" type="presParOf" srcId="{1A3A2D6A-2A62-4E35-A4D8-D6A8AABA3D80}" destId="{A3085D37-5876-46A2-87CB-EA55640A6156}" srcOrd="1" destOrd="0" presId="urn:microsoft.com/office/officeart/2005/8/layout/orgChart1"/>
    <dgm:cxn modelId="{1413DF94-3F59-44C2-8A6D-297DC6BD074A}" type="presParOf" srcId="{1A3A2D6A-2A62-4E35-A4D8-D6A8AABA3D80}" destId="{4AA1DDC2-8165-4D78-A713-7772206A1808}" srcOrd="2" destOrd="0" presId="urn:microsoft.com/office/officeart/2005/8/layout/orgChart1"/>
    <dgm:cxn modelId="{795949FC-8F07-4E46-B32F-80D968212F71}" type="presParOf" srcId="{04B8EA4A-11CB-4AF7-85D7-32F9AD439CB7}" destId="{E9A486E8-3FB6-41A6-BD46-32EB689AD74B}" srcOrd="2" destOrd="0" presId="urn:microsoft.com/office/officeart/2005/8/layout/orgChart1"/>
    <dgm:cxn modelId="{27CEEFC8-CEF7-4804-B31D-9B2AA5B35413}" type="presParOf" srcId="{AD53A4B1-01E7-41E8-9724-31F3910545A4}" destId="{E176ACEC-BD58-4170-B91A-1AA1D1DF77F0}" srcOrd="6" destOrd="0" presId="urn:microsoft.com/office/officeart/2005/8/layout/orgChart1"/>
    <dgm:cxn modelId="{148F40BC-DB25-4622-BF13-45E4D08006B7}" type="presParOf" srcId="{AD53A4B1-01E7-41E8-9724-31F3910545A4}" destId="{ECD4CC19-881A-44A6-9474-785CC0C059F4}" srcOrd="7" destOrd="0" presId="urn:microsoft.com/office/officeart/2005/8/layout/orgChart1"/>
    <dgm:cxn modelId="{E4ED6127-47B4-4152-AD14-BD7D3932A91E}" type="presParOf" srcId="{ECD4CC19-881A-44A6-9474-785CC0C059F4}" destId="{D3FBA0E9-F095-447B-899D-12FE1ACDB26A}" srcOrd="0" destOrd="0" presId="urn:microsoft.com/office/officeart/2005/8/layout/orgChart1"/>
    <dgm:cxn modelId="{A77409DC-A981-44A0-856C-292F7368969C}" type="presParOf" srcId="{D3FBA0E9-F095-447B-899D-12FE1ACDB26A}" destId="{606E0F95-4779-4D9A-B606-9ABA993A565C}" srcOrd="0" destOrd="0" presId="urn:microsoft.com/office/officeart/2005/8/layout/orgChart1"/>
    <dgm:cxn modelId="{AFA928B5-B87F-41AC-AE5B-0BE0E8AF035A}" type="presParOf" srcId="{D3FBA0E9-F095-447B-899D-12FE1ACDB26A}" destId="{D644AF87-ADF0-487B-AC77-4BAD17472D87}" srcOrd="1" destOrd="0" presId="urn:microsoft.com/office/officeart/2005/8/layout/orgChart1"/>
    <dgm:cxn modelId="{6578C414-91AA-40DD-9F8F-F94FFA4D5D03}" type="presParOf" srcId="{ECD4CC19-881A-44A6-9474-785CC0C059F4}" destId="{E8843230-B658-467E-ABDF-26AE593B8491}" srcOrd="1" destOrd="0" presId="urn:microsoft.com/office/officeart/2005/8/layout/orgChart1"/>
    <dgm:cxn modelId="{EEBF32C9-BE6D-4B37-B65B-BA96F63048C4}" type="presParOf" srcId="{E8843230-B658-467E-ABDF-26AE593B8491}" destId="{F0CBB063-4818-4B89-A2DA-2C77A22E32C5}" srcOrd="0" destOrd="0" presId="urn:microsoft.com/office/officeart/2005/8/layout/orgChart1"/>
    <dgm:cxn modelId="{4F0F49C1-DAD7-4CFD-A13D-94571FE055E4}" type="presParOf" srcId="{E8843230-B658-467E-ABDF-26AE593B8491}" destId="{E11C0B84-297E-4695-9139-A6C2C1F00D1F}" srcOrd="1" destOrd="0" presId="urn:microsoft.com/office/officeart/2005/8/layout/orgChart1"/>
    <dgm:cxn modelId="{5316C83C-1E76-40FE-9C0D-CAD2D109D507}" type="presParOf" srcId="{E11C0B84-297E-4695-9139-A6C2C1F00D1F}" destId="{80703F0E-7211-4980-844D-F80F79727633}" srcOrd="0" destOrd="0" presId="urn:microsoft.com/office/officeart/2005/8/layout/orgChart1"/>
    <dgm:cxn modelId="{FE7789CA-046A-40BB-B792-04A71DA51605}" type="presParOf" srcId="{80703F0E-7211-4980-844D-F80F79727633}" destId="{589131A9-2313-485B-AD88-1EFA955AFF10}" srcOrd="0" destOrd="0" presId="urn:microsoft.com/office/officeart/2005/8/layout/orgChart1"/>
    <dgm:cxn modelId="{26B8CAE9-0A29-4522-93FD-F7F48CE66BC9}" type="presParOf" srcId="{80703F0E-7211-4980-844D-F80F79727633}" destId="{1B7A4E4D-0C2B-425D-AE71-CE174C32FA2C}" srcOrd="1" destOrd="0" presId="urn:microsoft.com/office/officeart/2005/8/layout/orgChart1"/>
    <dgm:cxn modelId="{B666ADD0-A324-44C8-8DA7-47548608E742}" type="presParOf" srcId="{E11C0B84-297E-4695-9139-A6C2C1F00D1F}" destId="{28198C0B-FFA8-41D8-991D-CF90D0028632}" srcOrd="1" destOrd="0" presId="urn:microsoft.com/office/officeart/2005/8/layout/orgChart1"/>
    <dgm:cxn modelId="{7705516F-EB75-4415-B12D-095134AF08D3}" type="presParOf" srcId="{E11C0B84-297E-4695-9139-A6C2C1F00D1F}" destId="{FAB852C7-6CD9-4039-BEC9-A36896AF3024}" srcOrd="2" destOrd="0" presId="urn:microsoft.com/office/officeart/2005/8/layout/orgChart1"/>
    <dgm:cxn modelId="{1D6EB158-D6AA-4147-9873-EB96115376B3}" type="presParOf" srcId="{E8843230-B658-467E-ABDF-26AE593B8491}" destId="{11539635-C2FD-4939-BAB8-AFBF5C69DBC9}" srcOrd="2" destOrd="0" presId="urn:microsoft.com/office/officeart/2005/8/layout/orgChart1"/>
    <dgm:cxn modelId="{F3AD39B8-3B97-4467-95FB-B9E6EF707895}" type="presParOf" srcId="{E8843230-B658-467E-ABDF-26AE593B8491}" destId="{F0E61764-CCEE-4597-BD1E-AF31D73D097B}" srcOrd="3" destOrd="0" presId="urn:microsoft.com/office/officeart/2005/8/layout/orgChart1"/>
    <dgm:cxn modelId="{C96236F5-73A6-4660-AC51-37020AB2A657}" type="presParOf" srcId="{F0E61764-CCEE-4597-BD1E-AF31D73D097B}" destId="{7B53BAB6-75D5-49BB-838B-90F660D6457B}" srcOrd="0" destOrd="0" presId="urn:microsoft.com/office/officeart/2005/8/layout/orgChart1"/>
    <dgm:cxn modelId="{1E901353-D740-4269-9067-635E0DE48E52}" type="presParOf" srcId="{7B53BAB6-75D5-49BB-838B-90F660D6457B}" destId="{74E4A70D-5810-4D9C-A3D2-65C791309DA0}" srcOrd="0" destOrd="0" presId="urn:microsoft.com/office/officeart/2005/8/layout/orgChart1"/>
    <dgm:cxn modelId="{8D7FFB74-5037-45D9-A8F0-98347DD5931C}" type="presParOf" srcId="{7B53BAB6-75D5-49BB-838B-90F660D6457B}" destId="{1636B452-2E68-44F3-A0D2-76D7F5634BF3}" srcOrd="1" destOrd="0" presId="urn:microsoft.com/office/officeart/2005/8/layout/orgChart1"/>
    <dgm:cxn modelId="{892B40C4-1955-47A8-A57A-428937F117E0}" type="presParOf" srcId="{F0E61764-CCEE-4597-BD1E-AF31D73D097B}" destId="{1000FEE6-D031-49B5-B860-6F02F125D7AB}" srcOrd="1" destOrd="0" presId="urn:microsoft.com/office/officeart/2005/8/layout/orgChart1"/>
    <dgm:cxn modelId="{EE274187-90F4-491F-BB82-B7970FEB7082}" type="presParOf" srcId="{F0E61764-CCEE-4597-BD1E-AF31D73D097B}" destId="{7C09FE33-094E-44D0-BE47-D025F5B598C9}" srcOrd="2" destOrd="0" presId="urn:microsoft.com/office/officeart/2005/8/layout/orgChart1"/>
    <dgm:cxn modelId="{6CE32442-9EA5-4DE7-ACE7-6774BE0AA85D}" type="presParOf" srcId="{E8843230-B658-467E-ABDF-26AE593B8491}" destId="{78BA4532-F8E7-4798-9780-2CBF03640715}" srcOrd="4" destOrd="0" presId="urn:microsoft.com/office/officeart/2005/8/layout/orgChart1"/>
    <dgm:cxn modelId="{BF629402-AC65-4533-8EAA-FD9A1F329C74}" type="presParOf" srcId="{E8843230-B658-467E-ABDF-26AE593B8491}" destId="{03E2BADB-E786-460E-9266-24DD48BD6164}" srcOrd="5" destOrd="0" presId="urn:microsoft.com/office/officeart/2005/8/layout/orgChart1"/>
    <dgm:cxn modelId="{4C39A791-3CDD-45CE-B4BC-DCEAE6FA77DB}" type="presParOf" srcId="{03E2BADB-E786-460E-9266-24DD48BD6164}" destId="{A1EC6017-3AB3-476B-BFA7-F562D56B938B}" srcOrd="0" destOrd="0" presId="urn:microsoft.com/office/officeart/2005/8/layout/orgChart1"/>
    <dgm:cxn modelId="{9CDBAACF-950F-48EA-A9EB-05A9E55C6719}" type="presParOf" srcId="{A1EC6017-3AB3-476B-BFA7-F562D56B938B}" destId="{C549B331-5CE4-4056-AB3B-62EF9C6CA40C}" srcOrd="0" destOrd="0" presId="urn:microsoft.com/office/officeart/2005/8/layout/orgChart1"/>
    <dgm:cxn modelId="{C366C8E7-5150-42A7-B39F-FE62336E89BA}" type="presParOf" srcId="{A1EC6017-3AB3-476B-BFA7-F562D56B938B}" destId="{3EA6B913-D376-4AA6-A8B8-29BCE09B4A1D}" srcOrd="1" destOrd="0" presId="urn:microsoft.com/office/officeart/2005/8/layout/orgChart1"/>
    <dgm:cxn modelId="{CCC41A84-8DFD-4828-B39F-D61D6439E497}" type="presParOf" srcId="{03E2BADB-E786-460E-9266-24DD48BD6164}" destId="{18DA5505-1751-4FAA-BC21-1A78CCB80FA6}" srcOrd="1" destOrd="0" presId="urn:microsoft.com/office/officeart/2005/8/layout/orgChart1"/>
    <dgm:cxn modelId="{163156EF-3D9A-4438-9A67-E6A1E9D97048}" type="presParOf" srcId="{03E2BADB-E786-460E-9266-24DD48BD6164}" destId="{4C6093A8-C943-4D78-B8E8-47B53EE6A2D3}" srcOrd="2" destOrd="0" presId="urn:microsoft.com/office/officeart/2005/8/layout/orgChart1"/>
    <dgm:cxn modelId="{977AA8EB-59FA-44CF-8F96-9B3DB32153E9}" type="presParOf" srcId="{ECD4CC19-881A-44A6-9474-785CC0C059F4}" destId="{328AA022-D844-486A-A579-E33311A2ACB8}" srcOrd="2" destOrd="0" presId="urn:microsoft.com/office/officeart/2005/8/layout/orgChart1"/>
    <dgm:cxn modelId="{95CE7333-316D-465A-8CF7-0592293A7EDF}" type="presParOf" srcId="{AD53A4B1-01E7-41E8-9724-31F3910545A4}" destId="{E3A058C1-40FD-4BF4-B325-DDBF7F95D6CE}" srcOrd="8" destOrd="0" presId="urn:microsoft.com/office/officeart/2005/8/layout/orgChart1"/>
    <dgm:cxn modelId="{5B895FDD-3F11-4142-8B26-4B731E08AA06}" type="presParOf" srcId="{AD53A4B1-01E7-41E8-9724-31F3910545A4}" destId="{8D3985DB-761C-4B58-9B40-2B5975AD7972}" srcOrd="9" destOrd="0" presId="urn:microsoft.com/office/officeart/2005/8/layout/orgChart1"/>
    <dgm:cxn modelId="{1C9AC6E7-2B70-4524-9AFB-67FBA6AA00C2}" type="presParOf" srcId="{8D3985DB-761C-4B58-9B40-2B5975AD7972}" destId="{DDEFCECD-0341-4FFF-B3CF-6B8D07D52A91}" srcOrd="0" destOrd="0" presId="urn:microsoft.com/office/officeart/2005/8/layout/orgChart1"/>
    <dgm:cxn modelId="{012264F8-5A75-4D49-AFEF-0E2A8815D01A}" type="presParOf" srcId="{DDEFCECD-0341-4FFF-B3CF-6B8D07D52A91}" destId="{3F52AB9C-5CC4-4A12-957C-C11412B38A0E}" srcOrd="0" destOrd="0" presId="urn:microsoft.com/office/officeart/2005/8/layout/orgChart1"/>
    <dgm:cxn modelId="{2174F7A0-EE08-47A5-8E7C-88FE49435C94}" type="presParOf" srcId="{DDEFCECD-0341-4FFF-B3CF-6B8D07D52A91}" destId="{DD285C40-9FEC-4BDA-8182-C17FB609BC27}" srcOrd="1" destOrd="0" presId="urn:microsoft.com/office/officeart/2005/8/layout/orgChart1"/>
    <dgm:cxn modelId="{6EB42D0B-1301-44C3-838E-E4CB481752E6}" type="presParOf" srcId="{8D3985DB-761C-4B58-9B40-2B5975AD7972}" destId="{18790D98-A597-4333-9A85-DE7FB1B39392}" srcOrd="1" destOrd="0" presId="urn:microsoft.com/office/officeart/2005/8/layout/orgChart1"/>
    <dgm:cxn modelId="{4F204A7E-7386-4B4B-8ADA-C64E93BA6030}" type="presParOf" srcId="{8D3985DB-761C-4B58-9B40-2B5975AD7972}" destId="{3636C333-6CCE-438D-85AB-CD5A92341B44}" srcOrd="2" destOrd="0" presId="urn:microsoft.com/office/officeart/2005/8/layout/orgChart1"/>
    <dgm:cxn modelId="{3F3ADF5A-D255-47F0-BF12-A7B48B7F03A9}" type="presParOf" srcId="{AD53A4B1-01E7-41E8-9724-31F3910545A4}" destId="{705DF9D5-45C9-489E-B678-5E07A2FF46E4}" srcOrd="10" destOrd="0" presId="urn:microsoft.com/office/officeart/2005/8/layout/orgChart1"/>
    <dgm:cxn modelId="{2D6CA19E-049B-4F27-B54C-74CFDFFB71A9}" type="presParOf" srcId="{AD53A4B1-01E7-41E8-9724-31F3910545A4}" destId="{3F5A6822-F4B7-43E2-98C4-0091A357F478}" srcOrd="11" destOrd="0" presId="urn:microsoft.com/office/officeart/2005/8/layout/orgChart1"/>
    <dgm:cxn modelId="{E3BFDADA-85FA-495B-8F30-FDEB234043E3}" type="presParOf" srcId="{3F5A6822-F4B7-43E2-98C4-0091A357F478}" destId="{36EDB531-BA17-4D5B-83C8-6F0F322452E8}" srcOrd="0" destOrd="0" presId="urn:microsoft.com/office/officeart/2005/8/layout/orgChart1"/>
    <dgm:cxn modelId="{780C4788-F478-4B79-89FC-BBD4126F579A}" type="presParOf" srcId="{36EDB531-BA17-4D5B-83C8-6F0F322452E8}" destId="{A39B83F5-9742-45F5-A549-633AE255A1CF}" srcOrd="0" destOrd="0" presId="urn:microsoft.com/office/officeart/2005/8/layout/orgChart1"/>
    <dgm:cxn modelId="{BCA60E12-C73D-4C2B-AE5C-7A03B8C0F431}" type="presParOf" srcId="{36EDB531-BA17-4D5B-83C8-6F0F322452E8}" destId="{5B690341-A710-4E22-848D-13140B4CB356}" srcOrd="1" destOrd="0" presId="urn:microsoft.com/office/officeart/2005/8/layout/orgChart1"/>
    <dgm:cxn modelId="{26A99957-7398-43F8-8D78-EFDEB1F03551}" type="presParOf" srcId="{3F5A6822-F4B7-43E2-98C4-0091A357F478}" destId="{C2EA672D-0DC9-41E9-8FB1-924160A19CD9}" srcOrd="1" destOrd="0" presId="urn:microsoft.com/office/officeart/2005/8/layout/orgChart1"/>
    <dgm:cxn modelId="{CCD71640-75C2-4A46-87ED-F87175CF4E9B}" type="presParOf" srcId="{3F5A6822-F4B7-43E2-98C4-0091A357F478}" destId="{98B8998B-E3FF-4517-8EBB-A67419BF2AF0}"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20 – Agile projects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Agile dev. approach</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Waterfall model</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What is agile dev. approach</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Essential aspects of agile dev. approach</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F142DEDA-3202-4A6E-A872-744A36211997}">
      <dgm:prSet phldrT="[Text]" custT="1"/>
      <dgm:spPr/>
      <dgm:t>
        <a:bodyPr/>
        <a:lstStyle/>
        <a:p>
          <a:r>
            <a:rPr lang="en-US" sz="1200" dirty="0" smtClean="0"/>
            <a:t>What is waterfall model?</a:t>
          </a:r>
          <a:endParaRPr lang="en-US" sz="1200" dirty="0"/>
        </a:p>
      </dgm:t>
    </dgm:pt>
    <dgm:pt modelId="{588037F0-0B1A-4D72-81EB-CAFA026AEFB7}" type="parTrans" cxnId="{EEDD1D35-51A4-4EFC-BEC5-0B8F238E57D2}">
      <dgm:prSet/>
      <dgm:spPr/>
      <dgm:t>
        <a:bodyPr/>
        <a:lstStyle/>
        <a:p>
          <a:endParaRPr lang="en-US"/>
        </a:p>
      </dgm:t>
    </dgm:pt>
    <dgm:pt modelId="{90D5C085-E7FD-409C-B728-A036C61691D1}" type="sibTrans" cxnId="{EEDD1D35-51A4-4EFC-BEC5-0B8F238E57D2}">
      <dgm:prSet/>
      <dgm:spPr/>
      <dgm:t>
        <a:bodyPr/>
        <a:lstStyle/>
        <a:p>
          <a:endParaRPr lang="en-US"/>
        </a:p>
      </dgm:t>
    </dgm:pt>
    <dgm:pt modelId="{1947618A-5736-4E7D-A7B1-0535566E666C}">
      <dgm:prSet phldrT="[Text]" custT="1"/>
      <dgm:spPr/>
      <dgm:t>
        <a:bodyPr/>
        <a:lstStyle/>
        <a:p>
          <a:r>
            <a:rPr lang="en-US" sz="1200" dirty="0" smtClean="0"/>
            <a:t>Its advantages</a:t>
          </a:r>
          <a:endParaRPr lang="en-US" sz="1200" dirty="0"/>
        </a:p>
      </dgm:t>
    </dgm:pt>
    <dgm:pt modelId="{3C73C88C-ADAC-4E8D-8259-4FBC3819D296}" type="parTrans" cxnId="{48FB7E41-4DCE-49A7-8A59-30799E27CFF1}">
      <dgm:prSet/>
      <dgm:spPr/>
      <dgm:t>
        <a:bodyPr/>
        <a:lstStyle/>
        <a:p>
          <a:endParaRPr lang="en-US"/>
        </a:p>
      </dgm:t>
    </dgm:pt>
    <dgm:pt modelId="{4AA8505F-D096-4A68-B858-481E0AB908C1}" type="sibTrans" cxnId="{48FB7E41-4DCE-49A7-8A59-30799E27CFF1}">
      <dgm:prSet/>
      <dgm:spPr/>
      <dgm:t>
        <a:bodyPr/>
        <a:lstStyle/>
        <a:p>
          <a:endParaRPr lang="en-US"/>
        </a:p>
      </dgm:t>
    </dgm:pt>
    <dgm:pt modelId="{C6E4FEDD-12A9-48D1-836A-71DF2EBCFFAD}">
      <dgm:prSet phldrT="[Text]" custT="1"/>
      <dgm:spPr/>
      <dgm:t>
        <a:bodyPr/>
        <a:lstStyle/>
        <a:p>
          <a:r>
            <a:rPr lang="en-US" sz="1200" dirty="0" smtClean="0"/>
            <a:t>Its disadvantages</a:t>
          </a:r>
          <a:endParaRPr lang="en-US" sz="1200" dirty="0"/>
        </a:p>
      </dgm:t>
    </dgm:pt>
    <dgm:pt modelId="{A2275AAE-D67F-4B48-809F-43E648A9868F}" type="parTrans" cxnId="{4CF36AB0-83A9-4CD1-9F6C-54F7A6E3A79C}">
      <dgm:prSet/>
      <dgm:spPr/>
      <dgm:t>
        <a:bodyPr/>
        <a:lstStyle/>
        <a:p>
          <a:endParaRPr lang="en-US"/>
        </a:p>
      </dgm:t>
    </dgm:pt>
    <dgm:pt modelId="{795C140E-55F9-45B3-A3C9-9055A88BB7F4}" type="sibTrans" cxnId="{4CF36AB0-83A9-4CD1-9F6C-54F7A6E3A79C}">
      <dgm:prSet/>
      <dgm:spPr/>
      <dgm:t>
        <a:bodyPr/>
        <a:lstStyle/>
        <a:p>
          <a:endParaRPr lang="en-US"/>
        </a:p>
      </dgm:t>
    </dgm:pt>
    <dgm:pt modelId="{ED538FBE-6130-45A2-A1D0-5DEB03E796E8}">
      <dgm:prSet phldrT="[Text]" custT="1"/>
      <dgm:spPr/>
      <dgm:t>
        <a:bodyPr/>
        <a:lstStyle/>
        <a:p>
          <a:r>
            <a:rPr lang="en-US" sz="1200" dirty="0" smtClean="0"/>
            <a:t>Its advantages</a:t>
          </a:r>
          <a:endParaRPr lang="en-US" sz="1200" dirty="0"/>
        </a:p>
      </dgm:t>
    </dgm:pt>
    <dgm:pt modelId="{8BEDDD51-476B-4EA3-BB0E-02C6B68708C7}" type="parTrans" cxnId="{76FE0A3B-1FB2-47AB-A803-192EED8CF4A6}">
      <dgm:prSet/>
      <dgm:spPr/>
      <dgm:t>
        <a:bodyPr/>
        <a:lstStyle/>
        <a:p>
          <a:endParaRPr lang="en-US"/>
        </a:p>
      </dgm:t>
    </dgm:pt>
    <dgm:pt modelId="{35D97104-0716-450A-B2F9-D53D45C2A7A7}" type="sibTrans" cxnId="{76FE0A3B-1FB2-47AB-A803-192EED8CF4A6}">
      <dgm:prSet/>
      <dgm:spPr/>
      <dgm:t>
        <a:bodyPr/>
        <a:lstStyle/>
        <a:p>
          <a:endParaRPr lang="en-US"/>
        </a:p>
      </dgm:t>
    </dgm:pt>
    <dgm:pt modelId="{CC7928C2-579C-44D0-AB38-88BC756CAA0E}">
      <dgm:prSet phldrT="[Text]" custT="1"/>
      <dgm:spPr/>
      <dgm:t>
        <a:bodyPr/>
        <a:lstStyle/>
        <a:p>
          <a:r>
            <a:rPr lang="en-US" sz="1200" dirty="0" smtClean="0">
              <a:solidFill>
                <a:schemeClr val="tx1"/>
              </a:solidFill>
            </a:rPr>
            <a:t>Its disadvantages</a:t>
          </a:r>
          <a:endParaRPr lang="en-US" sz="1200" dirty="0">
            <a:solidFill>
              <a:schemeClr val="tx1"/>
            </a:solidFill>
          </a:endParaRPr>
        </a:p>
      </dgm:t>
    </dgm:pt>
    <dgm:pt modelId="{35F2611B-0442-443A-B647-B82B7382EA23}" type="parTrans" cxnId="{2D45FC77-4AED-4DE6-8379-E523C1F99EFC}">
      <dgm:prSet/>
      <dgm:spPr/>
      <dgm:t>
        <a:bodyPr/>
        <a:lstStyle/>
        <a:p>
          <a:endParaRPr lang="en-US"/>
        </a:p>
      </dgm:t>
    </dgm:pt>
    <dgm:pt modelId="{A433C3AB-C870-42AA-B57A-E43B2BF3718E}" type="sibTrans" cxnId="{2D45FC77-4AED-4DE6-8379-E523C1F99EFC}">
      <dgm:prSet/>
      <dgm:spPr/>
      <dgm:t>
        <a:bodyPr/>
        <a:lstStyle/>
        <a:p>
          <a:endParaRPr lang="en-US"/>
        </a:p>
      </dgm:t>
    </dgm:pt>
    <dgm:pt modelId="{68F0BB4A-4CA0-4481-8397-108E86A12DA4}">
      <dgm:prSet phldrT="[Text]" custT="1"/>
      <dgm:spPr/>
      <dgm:t>
        <a:bodyPr/>
        <a:lstStyle/>
        <a:p>
          <a:r>
            <a:rPr lang="en-US" sz="1200" dirty="0" smtClean="0"/>
            <a:t>Customer involvement</a:t>
          </a:r>
          <a:endParaRPr lang="en-US" sz="1200" dirty="0"/>
        </a:p>
      </dgm:t>
    </dgm:pt>
    <dgm:pt modelId="{ED5ECDE6-7B87-4768-B1AE-20C55CA1EA8F}" type="parTrans" cxnId="{4C35333B-E2CE-49B4-8E8B-065145550125}">
      <dgm:prSet/>
      <dgm:spPr/>
      <dgm:t>
        <a:bodyPr/>
        <a:lstStyle/>
        <a:p>
          <a:endParaRPr lang="en-US"/>
        </a:p>
      </dgm:t>
    </dgm:pt>
    <dgm:pt modelId="{A0B2EC27-08AF-4A70-911E-D73503EF8DD4}" type="sibTrans" cxnId="{4C35333B-E2CE-49B4-8E8B-065145550125}">
      <dgm:prSet/>
      <dgm:spPr/>
      <dgm:t>
        <a:bodyPr/>
        <a:lstStyle/>
        <a:p>
          <a:endParaRPr lang="en-US"/>
        </a:p>
      </dgm:t>
    </dgm:pt>
    <dgm:pt modelId="{E9C886F1-1EBC-4EBC-BB4B-24DF341523A6}">
      <dgm:prSet phldrT="[Text]" custT="1"/>
      <dgm:spPr/>
      <dgm:t>
        <a:bodyPr/>
        <a:lstStyle/>
        <a:p>
          <a:r>
            <a:rPr lang="en-US" sz="1200" dirty="0" smtClean="0"/>
            <a:t>Documentation detail</a:t>
          </a:r>
          <a:endParaRPr lang="en-US" sz="1200" dirty="0"/>
        </a:p>
      </dgm:t>
    </dgm:pt>
    <dgm:pt modelId="{5E8DD444-C688-4780-A5F0-D4A4181FBDCC}" type="parTrans" cxnId="{B6ED6959-D36F-40C1-BB7A-D25AABCCA5A0}">
      <dgm:prSet/>
      <dgm:spPr/>
      <dgm:t>
        <a:bodyPr/>
        <a:lstStyle/>
        <a:p>
          <a:endParaRPr lang="en-US"/>
        </a:p>
      </dgm:t>
    </dgm:pt>
    <dgm:pt modelId="{677365F0-85D2-4516-9D4D-C1E5444A6324}" type="sibTrans" cxnId="{B6ED6959-D36F-40C1-BB7A-D25AABCCA5A0}">
      <dgm:prSet/>
      <dgm:spPr/>
      <dgm:t>
        <a:bodyPr/>
        <a:lstStyle/>
        <a:p>
          <a:endParaRPr lang="en-US"/>
        </a:p>
      </dgm:t>
    </dgm:pt>
    <dgm:pt modelId="{C23EE67C-7F77-47BA-A8B3-6493565ADACA}">
      <dgm:prSet phldrT="[Text]" custT="1"/>
      <dgm:spPr/>
      <dgm:t>
        <a:bodyPr/>
        <a:lstStyle/>
        <a:p>
          <a:r>
            <a:rPr lang="en-US" sz="1200" dirty="0" smtClean="0"/>
            <a:t>Transitioning to agile: Now what?</a:t>
          </a:r>
          <a:endParaRPr lang="en-US" sz="1200" dirty="0"/>
        </a:p>
      </dgm:t>
    </dgm:pt>
    <dgm:pt modelId="{97ECD7F0-AF08-4202-8F6B-6035FCFA351C}" type="parTrans" cxnId="{1EC82FDF-DEB7-4D50-9C29-27BC7BD7F60F}">
      <dgm:prSet/>
      <dgm:spPr/>
      <dgm:t>
        <a:bodyPr/>
        <a:lstStyle/>
        <a:p>
          <a:endParaRPr lang="en-US"/>
        </a:p>
      </dgm:t>
    </dgm:pt>
    <dgm:pt modelId="{81688764-0848-43B4-A2D6-8E904026A524}" type="sibTrans" cxnId="{1EC82FDF-DEB7-4D50-9C29-27BC7BD7F60F}">
      <dgm:prSet/>
      <dgm:spPr/>
      <dgm:t>
        <a:bodyPr/>
        <a:lstStyle/>
        <a:p>
          <a:endParaRPr lang="en-US"/>
        </a:p>
      </dgm:t>
    </dgm:pt>
    <dgm:pt modelId="{7D568C79-1916-43E5-9905-E097205C4D39}">
      <dgm:prSet phldrT="[Text]" custT="1"/>
      <dgm:spPr/>
      <dgm:t>
        <a:bodyPr/>
        <a:lstStyle/>
        <a:p>
          <a:r>
            <a:rPr lang="en-US" sz="1200" smtClean="0"/>
            <a:t>The backlog and prioritization</a:t>
          </a:r>
          <a:endParaRPr lang="en-US" sz="1200" dirty="0"/>
        </a:p>
      </dgm:t>
    </dgm:pt>
    <dgm:pt modelId="{D1F0C13B-93BF-4ACB-AF9F-ABC4B66FC4AA}" type="parTrans" cxnId="{6373D955-0F50-43B1-B0B8-2C1B9D17A2DE}">
      <dgm:prSet/>
      <dgm:spPr/>
      <dgm:t>
        <a:bodyPr/>
        <a:lstStyle/>
        <a:p>
          <a:endParaRPr lang="en-US"/>
        </a:p>
      </dgm:t>
    </dgm:pt>
    <dgm:pt modelId="{3D143CE4-1E3D-443E-A128-7CA0F1DEAE26}" type="sibTrans" cxnId="{6373D955-0F50-43B1-B0B8-2C1B9D17A2DE}">
      <dgm:prSet/>
      <dgm:spPr/>
      <dgm:t>
        <a:bodyPr/>
        <a:lstStyle/>
        <a:p>
          <a:endParaRPr lang="en-US"/>
        </a:p>
      </dgm:t>
    </dgm:pt>
    <dgm:pt modelId="{DDD8EADE-51FC-41DA-B1C3-C51F7BA809F7}">
      <dgm:prSet phldrT="[Text]" custT="1"/>
      <dgm:spPr/>
      <dgm:t>
        <a:bodyPr/>
        <a:lstStyle/>
        <a:p>
          <a:r>
            <a:rPr lang="en-US" sz="1200" smtClean="0"/>
            <a:t>Timing</a:t>
          </a:r>
          <a:endParaRPr lang="en-US" sz="1200" dirty="0"/>
        </a:p>
      </dgm:t>
    </dgm:pt>
    <dgm:pt modelId="{221903BB-1AF3-4C22-BD86-3565A8492D87}" type="parTrans" cxnId="{93FEA3B8-9DAD-49BC-ADFD-35FE642EE81D}">
      <dgm:prSet/>
      <dgm:spPr/>
      <dgm:t>
        <a:bodyPr/>
        <a:lstStyle/>
        <a:p>
          <a:endParaRPr lang="en-US"/>
        </a:p>
      </dgm:t>
    </dgm:pt>
    <dgm:pt modelId="{B176D27C-065E-4FB8-83B9-D076CB82B0A3}" type="sibTrans" cxnId="{93FEA3B8-9DAD-49BC-ADFD-35FE642EE81D}">
      <dgm:prSet/>
      <dgm:spPr/>
      <dgm:t>
        <a:bodyPr/>
        <a:lstStyle/>
        <a:p>
          <a:endParaRPr lang="en-US"/>
        </a:p>
      </dgm:t>
    </dgm:pt>
    <dgm:pt modelId="{F918BD7D-9B1D-446F-AC17-5AB3037ADB8B}">
      <dgm:prSet phldrT="[Text]" custT="1"/>
      <dgm:spPr/>
      <dgm:t>
        <a:bodyPr/>
        <a:lstStyle/>
        <a:p>
          <a:r>
            <a:rPr lang="en-US" sz="1200" smtClean="0"/>
            <a:t>Epics, user stories, and features</a:t>
          </a:r>
          <a:endParaRPr lang="en-US" sz="1200" dirty="0"/>
        </a:p>
      </dgm:t>
    </dgm:pt>
    <dgm:pt modelId="{FBC655BA-4B1F-4B20-BA42-457E44F74826}" type="parTrans" cxnId="{EE297BEA-8C41-4EE2-A17D-333BFD061168}">
      <dgm:prSet/>
      <dgm:spPr/>
      <dgm:t>
        <a:bodyPr/>
        <a:lstStyle/>
        <a:p>
          <a:endParaRPr lang="en-US"/>
        </a:p>
      </dgm:t>
    </dgm:pt>
    <dgm:pt modelId="{72C144CE-88A1-4AB8-940D-4E562718C8E9}" type="sibTrans" cxnId="{EE297BEA-8C41-4EE2-A17D-333BFD061168}">
      <dgm:prSet/>
      <dgm:spPr/>
      <dgm:t>
        <a:bodyPr/>
        <a:lstStyle/>
        <a:p>
          <a:endParaRPr lang="en-US"/>
        </a:p>
      </dgm:t>
    </dgm:pt>
    <dgm:pt modelId="{07EF3D28-A317-4657-88D0-4D3EE597169C}">
      <dgm:prSet phldrT="[Text]" custT="1"/>
      <dgm:spPr/>
      <dgm:t>
        <a:bodyPr/>
        <a:lstStyle/>
        <a:p>
          <a:r>
            <a:rPr lang="en-US" sz="1200" smtClean="0"/>
            <a:t>Expect change</a:t>
          </a:r>
          <a:endParaRPr lang="en-US" sz="1200" dirty="0"/>
        </a:p>
      </dgm:t>
    </dgm:pt>
    <dgm:pt modelId="{086DEA17-1F29-40A5-9240-2C4381B1B633}" type="parTrans" cxnId="{25EED1B2-48FC-49EA-9324-9D54A4FF5527}">
      <dgm:prSet/>
      <dgm:spPr/>
      <dgm:t>
        <a:bodyPr/>
        <a:lstStyle/>
        <a:p>
          <a:endParaRPr lang="en-US"/>
        </a:p>
      </dgm:t>
    </dgm:pt>
    <dgm:pt modelId="{05BEF573-3B63-48B1-9D3A-7BA068306B4F}" type="sibTrans" cxnId="{25EED1B2-48FC-49EA-9324-9D54A4FF5527}">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06A5B176-3147-4D45-9EF8-CF91B612166F}" type="pres">
      <dgm:prSet presAssocID="{588037F0-0B1A-4D72-81EB-CAFA026AEFB7}" presName="Name37" presStyleLbl="parChTrans1D3" presStyleIdx="0" presStyleCnt="12"/>
      <dgm:spPr/>
      <dgm:t>
        <a:bodyPr/>
        <a:lstStyle/>
        <a:p>
          <a:endParaRPr lang="en-US"/>
        </a:p>
      </dgm:t>
    </dgm:pt>
    <dgm:pt modelId="{A1823CA7-FCBA-4115-A337-66BE02B03547}" type="pres">
      <dgm:prSet presAssocID="{F142DEDA-3202-4A6E-A872-744A36211997}" presName="hierRoot2" presStyleCnt="0">
        <dgm:presLayoutVars>
          <dgm:hierBranch val="init"/>
        </dgm:presLayoutVars>
      </dgm:prSet>
      <dgm:spPr/>
    </dgm:pt>
    <dgm:pt modelId="{80E2B167-EDC3-4945-9077-5283EEF70EE4}" type="pres">
      <dgm:prSet presAssocID="{F142DEDA-3202-4A6E-A872-744A36211997}" presName="rootComposite" presStyleCnt="0"/>
      <dgm:spPr/>
    </dgm:pt>
    <dgm:pt modelId="{28A90088-1D74-4647-BC3B-F17F2E584608}" type="pres">
      <dgm:prSet presAssocID="{F142DEDA-3202-4A6E-A872-744A36211997}" presName="rootText" presStyleLbl="node3" presStyleIdx="0" presStyleCnt="12" custLinFactNeighborY="3462">
        <dgm:presLayoutVars>
          <dgm:chPref val="3"/>
        </dgm:presLayoutVars>
      </dgm:prSet>
      <dgm:spPr/>
      <dgm:t>
        <a:bodyPr/>
        <a:lstStyle/>
        <a:p>
          <a:endParaRPr lang="en-US"/>
        </a:p>
      </dgm:t>
    </dgm:pt>
    <dgm:pt modelId="{D62CADF8-24AE-4E16-B362-DFB8C42A8D00}" type="pres">
      <dgm:prSet presAssocID="{F142DEDA-3202-4A6E-A872-744A36211997}" presName="rootConnector" presStyleLbl="node3" presStyleIdx="0" presStyleCnt="12"/>
      <dgm:spPr/>
      <dgm:t>
        <a:bodyPr/>
        <a:lstStyle/>
        <a:p>
          <a:endParaRPr lang="en-US"/>
        </a:p>
      </dgm:t>
    </dgm:pt>
    <dgm:pt modelId="{D2D25354-BC15-441D-9C43-4E22F84DF7E3}" type="pres">
      <dgm:prSet presAssocID="{F142DEDA-3202-4A6E-A872-744A36211997}" presName="hierChild4" presStyleCnt="0"/>
      <dgm:spPr/>
    </dgm:pt>
    <dgm:pt modelId="{42C6C630-1192-4F5E-B919-40B53C299E86}" type="pres">
      <dgm:prSet presAssocID="{F142DEDA-3202-4A6E-A872-744A36211997}" presName="hierChild5" presStyleCnt="0"/>
      <dgm:spPr/>
    </dgm:pt>
    <dgm:pt modelId="{22A06763-7CD0-41E0-8047-44C9999C84AA}" type="pres">
      <dgm:prSet presAssocID="{3C73C88C-ADAC-4E8D-8259-4FBC3819D296}" presName="Name37" presStyleLbl="parChTrans1D3" presStyleIdx="1" presStyleCnt="12"/>
      <dgm:spPr/>
      <dgm:t>
        <a:bodyPr/>
        <a:lstStyle/>
        <a:p>
          <a:endParaRPr lang="en-US"/>
        </a:p>
      </dgm:t>
    </dgm:pt>
    <dgm:pt modelId="{EBCD387B-99F5-420E-AC68-BB5DDA55274F}" type="pres">
      <dgm:prSet presAssocID="{1947618A-5736-4E7D-A7B1-0535566E666C}" presName="hierRoot2" presStyleCnt="0">
        <dgm:presLayoutVars>
          <dgm:hierBranch val="init"/>
        </dgm:presLayoutVars>
      </dgm:prSet>
      <dgm:spPr/>
    </dgm:pt>
    <dgm:pt modelId="{1FCE71FC-8197-4D43-AEA9-42AE00FBE624}" type="pres">
      <dgm:prSet presAssocID="{1947618A-5736-4E7D-A7B1-0535566E666C}" presName="rootComposite" presStyleCnt="0"/>
      <dgm:spPr/>
    </dgm:pt>
    <dgm:pt modelId="{EF3A83E1-5846-4AE9-8B47-6582C37CA326}" type="pres">
      <dgm:prSet presAssocID="{1947618A-5736-4E7D-A7B1-0535566E666C}" presName="rootText" presStyleLbl="node3" presStyleIdx="1" presStyleCnt="12">
        <dgm:presLayoutVars>
          <dgm:chPref val="3"/>
        </dgm:presLayoutVars>
      </dgm:prSet>
      <dgm:spPr/>
      <dgm:t>
        <a:bodyPr/>
        <a:lstStyle/>
        <a:p>
          <a:endParaRPr lang="en-US"/>
        </a:p>
      </dgm:t>
    </dgm:pt>
    <dgm:pt modelId="{3FADC6AF-5D4B-418A-9301-DABA5E048E22}" type="pres">
      <dgm:prSet presAssocID="{1947618A-5736-4E7D-A7B1-0535566E666C}" presName="rootConnector" presStyleLbl="node3" presStyleIdx="1" presStyleCnt="12"/>
      <dgm:spPr/>
      <dgm:t>
        <a:bodyPr/>
        <a:lstStyle/>
        <a:p>
          <a:endParaRPr lang="en-US"/>
        </a:p>
      </dgm:t>
    </dgm:pt>
    <dgm:pt modelId="{AC56E703-D854-4DBA-8A21-3B81398E67CB}" type="pres">
      <dgm:prSet presAssocID="{1947618A-5736-4E7D-A7B1-0535566E666C}" presName="hierChild4" presStyleCnt="0"/>
      <dgm:spPr/>
    </dgm:pt>
    <dgm:pt modelId="{578E88AA-3D50-4523-B7AE-4BD9067055A6}" type="pres">
      <dgm:prSet presAssocID="{1947618A-5736-4E7D-A7B1-0535566E666C}" presName="hierChild5" presStyleCnt="0"/>
      <dgm:spPr/>
    </dgm:pt>
    <dgm:pt modelId="{DB2B6368-5A8B-4732-8055-E965E07397C0}" type="pres">
      <dgm:prSet presAssocID="{A2275AAE-D67F-4B48-809F-43E648A9868F}" presName="Name37" presStyleLbl="parChTrans1D3" presStyleIdx="2" presStyleCnt="12"/>
      <dgm:spPr/>
      <dgm:t>
        <a:bodyPr/>
        <a:lstStyle/>
        <a:p>
          <a:endParaRPr lang="en-US"/>
        </a:p>
      </dgm:t>
    </dgm:pt>
    <dgm:pt modelId="{10ED47C6-871B-4007-A5DC-62A5247B2425}" type="pres">
      <dgm:prSet presAssocID="{C6E4FEDD-12A9-48D1-836A-71DF2EBCFFAD}" presName="hierRoot2" presStyleCnt="0">
        <dgm:presLayoutVars>
          <dgm:hierBranch val="init"/>
        </dgm:presLayoutVars>
      </dgm:prSet>
      <dgm:spPr/>
    </dgm:pt>
    <dgm:pt modelId="{C4E59A2D-46A6-472A-A135-9FD96DE9094E}" type="pres">
      <dgm:prSet presAssocID="{C6E4FEDD-12A9-48D1-836A-71DF2EBCFFAD}" presName="rootComposite" presStyleCnt="0"/>
      <dgm:spPr/>
    </dgm:pt>
    <dgm:pt modelId="{A792E48B-E59F-426E-B59E-25883EE0DF31}" type="pres">
      <dgm:prSet presAssocID="{C6E4FEDD-12A9-48D1-836A-71DF2EBCFFAD}" presName="rootText" presStyleLbl="node3" presStyleIdx="2" presStyleCnt="12">
        <dgm:presLayoutVars>
          <dgm:chPref val="3"/>
        </dgm:presLayoutVars>
      </dgm:prSet>
      <dgm:spPr/>
      <dgm:t>
        <a:bodyPr/>
        <a:lstStyle/>
        <a:p>
          <a:endParaRPr lang="en-US"/>
        </a:p>
      </dgm:t>
    </dgm:pt>
    <dgm:pt modelId="{DAD0AE31-2183-4883-A49E-5AC8784C4DC1}" type="pres">
      <dgm:prSet presAssocID="{C6E4FEDD-12A9-48D1-836A-71DF2EBCFFAD}" presName="rootConnector" presStyleLbl="node3" presStyleIdx="2" presStyleCnt="12"/>
      <dgm:spPr/>
      <dgm:t>
        <a:bodyPr/>
        <a:lstStyle/>
        <a:p>
          <a:endParaRPr lang="en-US"/>
        </a:p>
      </dgm:t>
    </dgm:pt>
    <dgm:pt modelId="{30D38FA1-1E02-48DD-B1AA-A55491320D4D}" type="pres">
      <dgm:prSet presAssocID="{C6E4FEDD-12A9-48D1-836A-71DF2EBCFFAD}" presName="hierChild4" presStyleCnt="0"/>
      <dgm:spPr/>
    </dgm:pt>
    <dgm:pt modelId="{8C57470D-AF64-46DA-A3D7-6AD4BB371FAF}" type="pres">
      <dgm:prSet presAssocID="{C6E4FEDD-12A9-48D1-836A-71DF2EBCFFAD}"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3" presStyleCnt="12"/>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3" presStyleCnt="12" custScaleX="130026" custScaleY="90830" custLinFactNeighborY="3462">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3" presStyleCnt="12"/>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F406B8EB-44F2-47F3-AF73-B274E07D3437}" type="pres">
      <dgm:prSet presAssocID="{8BEDDD51-476B-4EA3-BB0E-02C6B68708C7}" presName="Name37" presStyleLbl="parChTrans1D3" presStyleIdx="4" presStyleCnt="12"/>
      <dgm:spPr/>
      <dgm:t>
        <a:bodyPr/>
        <a:lstStyle/>
        <a:p>
          <a:endParaRPr lang="en-US"/>
        </a:p>
      </dgm:t>
    </dgm:pt>
    <dgm:pt modelId="{08BDD783-C5F3-4CB7-BB56-E729433DE263}" type="pres">
      <dgm:prSet presAssocID="{ED538FBE-6130-45A2-A1D0-5DEB03E796E8}" presName="hierRoot2" presStyleCnt="0">
        <dgm:presLayoutVars>
          <dgm:hierBranch val="init"/>
        </dgm:presLayoutVars>
      </dgm:prSet>
      <dgm:spPr/>
    </dgm:pt>
    <dgm:pt modelId="{5F70EC70-64BB-4DD2-B0EC-31D41F7591A3}" type="pres">
      <dgm:prSet presAssocID="{ED538FBE-6130-45A2-A1D0-5DEB03E796E8}" presName="rootComposite" presStyleCnt="0"/>
      <dgm:spPr/>
    </dgm:pt>
    <dgm:pt modelId="{83491CF3-E0A8-41F0-8748-5B85D6C90040}" type="pres">
      <dgm:prSet presAssocID="{ED538FBE-6130-45A2-A1D0-5DEB03E796E8}" presName="rootText" presStyleLbl="node3" presStyleIdx="4" presStyleCnt="12" custScaleX="128085">
        <dgm:presLayoutVars>
          <dgm:chPref val="3"/>
        </dgm:presLayoutVars>
      </dgm:prSet>
      <dgm:spPr/>
      <dgm:t>
        <a:bodyPr/>
        <a:lstStyle/>
        <a:p>
          <a:endParaRPr lang="en-US"/>
        </a:p>
      </dgm:t>
    </dgm:pt>
    <dgm:pt modelId="{5988ED23-194C-42E1-88AB-8E72A53BDC23}" type="pres">
      <dgm:prSet presAssocID="{ED538FBE-6130-45A2-A1D0-5DEB03E796E8}" presName="rootConnector" presStyleLbl="node3" presStyleIdx="4" presStyleCnt="12"/>
      <dgm:spPr/>
      <dgm:t>
        <a:bodyPr/>
        <a:lstStyle/>
        <a:p>
          <a:endParaRPr lang="en-US"/>
        </a:p>
      </dgm:t>
    </dgm:pt>
    <dgm:pt modelId="{F8F28EB4-408C-45EE-8233-336763641D69}" type="pres">
      <dgm:prSet presAssocID="{ED538FBE-6130-45A2-A1D0-5DEB03E796E8}" presName="hierChild4" presStyleCnt="0"/>
      <dgm:spPr/>
    </dgm:pt>
    <dgm:pt modelId="{E76F7B36-D6B2-4275-AEF1-36D762A6E6C9}" type="pres">
      <dgm:prSet presAssocID="{ED538FBE-6130-45A2-A1D0-5DEB03E796E8}" presName="hierChild5" presStyleCnt="0"/>
      <dgm:spPr/>
    </dgm:pt>
    <dgm:pt modelId="{8C7C57BC-0E68-4E25-9D4A-D3542769DA95}" type="pres">
      <dgm:prSet presAssocID="{35F2611B-0442-443A-B647-B82B7382EA23}" presName="Name37" presStyleLbl="parChTrans1D3" presStyleIdx="5" presStyleCnt="12"/>
      <dgm:spPr/>
      <dgm:t>
        <a:bodyPr/>
        <a:lstStyle/>
        <a:p>
          <a:endParaRPr lang="en-US"/>
        </a:p>
      </dgm:t>
    </dgm:pt>
    <dgm:pt modelId="{6D81E017-68DC-482B-90D5-4DBBAB78FA97}" type="pres">
      <dgm:prSet presAssocID="{CC7928C2-579C-44D0-AB38-88BC756CAA0E}" presName="hierRoot2" presStyleCnt="0">
        <dgm:presLayoutVars>
          <dgm:hierBranch val="init"/>
        </dgm:presLayoutVars>
      </dgm:prSet>
      <dgm:spPr/>
    </dgm:pt>
    <dgm:pt modelId="{12D646AF-6E30-4BAD-8CD4-760AFEC82E05}" type="pres">
      <dgm:prSet presAssocID="{CC7928C2-579C-44D0-AB38-88BC756CAA0E}" presName="rootComposite" presStyleCnt="0"/>
      <dgm:spPr/>
    </dgm:pt>
    <dgm:pt modelId="{4140A25E-4F9D-44DB-85AB-432AE99FA579}" type="pres">
      <dgm:prSet presAssocID="{CC7928C2-579C-44D0-AB38-88BC756CAA0E}" presName="rootText" presStyleLbl="node3" presStyleIdx="5" presStyleCnt="12" custScaleX="128085">
        <dgm:presLayoutVars>
          <dgm:chPref val="3"/>
        </dgm:presLayoutVars>
      </dgm:prSet>
      <dgm:spPr/>
      <dgm:t>
        <a:bodyPr/>
        <a:lstStyle/>
        <a:p>
          <a:endParaRPr lang="en-US"/>
        </a:p>
      </dgm:t>
    </dgm:pt>
    <dgm:pt modelId="{2AB4BF43-9ACD-420F-8CEE-B70EB4712527}" type="pres">
      <dgm:prSet presAssocID="{CC7928C2-579C-44D0-AB38-88BC756CAA0E}" presName="rootConnector" presStyleLbl="node3" presStyleIdx="5" presStyleCnt="12"/>
      <dgm:spPr/>
      <dgm:t>
        <a:bodyPr/>
        <a:lstStyle/>
        <a:p>
          <a:endParaRPr lang="en-US"/>
        </a:p>
      </dgm:t>
    </dgm:pt>
    <dgm:pt modelId="{A1829268-35DF-474E-8AAB-49FA6D7346DF}" type="pres">
      <dgm:prSet presAssocID="{CC7928C2-579C-44D0-AB38-88BC756CAA0E}" presName="hierChild4" presStyleCnt="0"/>
      <dgm:spPr/>
    </dgm:pt>
    <dgm:pt modelId="{0615CE0C-F2F5-475C-8AF9-FB8440C79C62}" type="pres">
      <dgm:prSet presAssocID="{CC7928C2-579C-44D0-AB38-88BC756CAA0E}" presName="hierChild5" presStyleCnt="0"/>
      <dgm:spPr/>
    </dgm:pt>
    <dgm:pt modelId="{3E362709-8DF5-4ED1-BE78-2D67C7F6CD59}" type="pres">
      <dgm:prSet presAssocID="{620DD3EC-BDCD-468B-B566-7FE2B848507E}" presName="hierChild5" presStyleCnt="0"/>
      <dgm:spPr/>
    </dgm:pt>
    <dgm:pt modelId="{76E33A9D-9480-40FB-A4DF-EE1E2E7E401E}" type="pres">
      <dgm:prSet presAssocID="{248E9311-DF61-4B0E-BD57-16AE2D707A60}" presName="Name37" presStyleLbl="parChTrans1D2" presStyleIdx="2" presStyleCnt="4"/>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2" presStyleIdx="2" presStyleCnt="4" custScaleX="185351" custScaleY="112796" custLinFactNeighborY="3462">
        <dgm:presLayoutVars>
          <dgm:chPref val="3"/>
        </dgm:presLayoutVars>
      </dgm:prSet>
      <dgm:spPr/>
      <dgm:t>
        <a:bodyPr/>
        <a:lstStyle/>
        <a:p>
          <a:endParaRPr lang="en-US"/>
        </a:p>
      </dgm:t>
    </dgm:pt>
    <dgm:pt modelId="{746FE1B3-37E8-4050-B0B7-5668D5D7D118}" type="pres">
      <dgm:prSet presAssocID="{1F903EBE-540A-403B-AE13-6A09126352BD}" presName="rootConnector" presStyleLbl="node2" presStyleIdx="2" presStyleCnt="4"/>
      <dgm:spPr/>
      <dgm:t>
        <a:bodyPr/>
        <a:lstStyle/>
        <a:p>
          <a:endParaRPr lang="en-US"/>
        </a:p>
      </dgm:t>
    </dgm:pt>
    <dgm:pt modelId="{CA531930-87B7-4E2B-AA93-B0ECAA52CC09}" type="pres">
      <dgm:prSet presAssocID="{1F903EBE-540A-403B-AE13-6A09126352BD}" presName="hierChild4" presStyleCnt="0"/>
      <dgm:spPr/>
    </dgm:pt>
    <dgm:pt modelId="{0207D2DC-D98D-48DB-A444-1B3BB3C111EF}" type="pres">
      <dgm:prSet presAssocID="{ED5ECDE6-7B87-4768-B1AE-20C55CA1EA8F}" presName="Name37" presStyleLbl="parChTrans1D3" presStyleIdx="6" presStyleCnt="12"/>
      <dgm:spPr/>
      <dgm:t>
        <a:bodyPr/>
        <a:lstStyle/>
        <a:p>
          <a:endParaRPr lang="en-US"/>
        </a:p>
      </dgm:t>
    </dgm:pt>
    <dgm:pt modelId="{BBE3DE01-9991-4932-A682-9EC9E0F8B3A7}" type="pres">
      <dgm:prSet presAssocID="{68F0BB4A-4CA0-4481-8397-108E86A12DA4}" presName="hierRoot2" presStyleCnt="0">
        <dgm:presLayoutVars>
          <dgm:hierBranch val="init"/>
        </dgm:presLayoutVars>
      </dgm:prSet>
      <dgm:spPr/>
    </dgm:pt>
    <dgm:pt modelId="{5E3199D1-526C-4B6E-923B-A4820FFCC213}" type="pres">
      <dgm:prSet presAssocID="{68F0BB4A-4CA0-4481-8397-108E86A12DA4}" presName="rootComposite" presStyleCnt="0"/>
      <dgm:spPr/>
    </dgm:pt>
    <dgm:pt modelId="{B3DA1D68-D7FF-4520-90A3-C4A2EA0D76C0}" type="pres">
      <dgm:prSet presAssocID="{68F0BB4A-4CA0-4481-8397-108E86A12DA4}" presName="rootText" presStyleLbl="node3" presStyleIdx="6" presStyleCnt="12" custScaleX="143635">
        <dgm:presLayoutVars>
          <dgm:chPref val="3"/>
        </dgm:presLayoutVars>
      </dgm:prSet>
      <dgm:spPr/>
      <dgm:t>
        <a:bodyPr/>
        <a:lstStyle/>
        <a:p>
          <a:endParaRPr lang="en-US"/>
        </a:p>
      </dgm:t>
    </dgm:pt>
    <dgm:pt modelId="{D0721C6D-93AC-4B26-927C-A61DADEBA9AA}" type="pres">
      <dgm:prSet presAssocID="{68F0BB4A-4CA0-4481-8397-108E86A12DA4}" presName="rootConnector" presStyleLbl="node3" presStyleIdx="6" presStyleCnt="12"/>
      <dgm:spPr/>
      <dgm:t>
        <a:bodyPr/>
        <a:lstStyle/>
        <a:p>
          <a:endParaRPr lang="en-US"/>
        </a:p>
      </dgm:t>
    </dgm:pt>
    <dgm:pt modelId="{0334F3E5-204D-4D93-AC17-5BC4150447BF}" type="pres">
      <dgm:prSet presAssocID="{68F0BB4A-4CA0-4481-8397-108E86A12DA4}" presName="hierChild4" presStyleCnt="0"/>
      <dgm:spPr/>
    </dgm:pt>
    <dgm:pt modelId="{5E7EC9AB-EEE2-4013-9B1F-D917B34504FA}" type="pres">
      <dgm:prSet presAssocID="{68F0BB4A-4CA0-4481-8397-108E86A12DA4}" presName="hierChild5" presStyleCnt="0"/>
      <dgm:spPr/>
    </dgm:pt>
    <dgm:pt modelId="{EDAAD592-AB88-4251-977A-23D417AF9F0E}" type="pres">
      <dgm:prSet presAssocID="{5E8DD444-C688-4780-A5F0-D4A4181FBDCC}" presName="Name37" presStyleLbl="parChTrans1D3" presStyleIdx="7" presStyleCnt="12"/>
      <dgm:spPr/>
      <dgm:t>
        <a:bodyPr/>
        <a:lstStyle/>
        <a:p>
          <a:endParaRPr lang="en-US"/>
        </a:p>
      </dgm:t>
    </dgm:pt>
    <dgm:pt modelId="{1A3A2D6A-2A62-4E35-A4D8-D6A8AABA3D80}" type="pres">
      <dgm:prSet presAssocID="{E9C886F1-1EBC-4EBC-BB4B-24DF341523A6}" presName="hierRoot2" presStyleCnt="0">
        <dgm:presLayoutVars>
          <dgm:hierBranch val="init"/>
        </dgm:presLayoutVars>
      </dgm:prSet>
      <dgm:spPr/>
    </dgm:pt>
    <dgm:pt modelId="{552B4967-EF45-40E5-B271-25699085E0C5}" type="pres">
      <dgm:prSet presAssocID="{E9C886F1-1EBC-4EBC-BB4B-24DF341523A6}" presName="rootComposite" presStyleCnt="0"/>
      <dgm:spPr/>
    </dgm:pt>
    <dgm:pt modelId="{F734AC47-D381-46DB-B2D4-DC1F52ACEE63}" type="pres">
      <dgm:prSet presAssocID="{E9C886F1-1EBC-4EBC-BB4B-24DF341523A6}" presName="rootText" presStyleLbl="node3" presStyleIdx="7" presStyleCnt="12" custScaleX="143635">
        <dgm:presLayoutVars>
          <dgm:chPref val="3"/>
        </dgm:presLayoutVars>
      </dgm:prSet>
      <dgm:spPr/>
      <dgm:t>
        <a:bodyPr/>
        <a:lstStyle/>
        <a:p>
          <a:endParaRPr lang="en-US"/>
        </a:p>
      </dgm:t>
    </dgm:pt>
    <dgm:pt modelId="{6D311FDB-5969-4C7C-819C-7A85F8D1C126}" type="pres">
      <dgm:prSet presAssocID="{E9C886F1-1EBC-4EBC-BB4B-24DF341523A6}" presName="rootConnector" presStyleLbl="node3" presStyleIdx="7" presStyleCnt="12"/>
      <dgm:spPr/>
      <dgm:t>
        <a:bodyPr/>
        <a:lstStyle/>
        <a:p>
          <a:endParaRPr lang="en-US"/>
        </a:p>
      </dgm:t>
    </dgm:pt>
    <dgm:pt modelId="{A3085D37-5876-46A2-87CB-EA55640A6156}" type="pres">
      <dgm:prSet presAssocID="{E9C886F1-1EBC-4EBC-BB4B-24DF341523A6}" presName="hierChild4" presStyleCnt="0"/>
      <dgm:spPr/>
    </dgm:pt>
    <dgm:pt modelId="{4AA1DDC2-8165-4D78-A713-7772206A1808}" type="pres">
      <dgm:prSet presAssocID="{E9C886F1-1EBC-4EBC-BB4B-24DF341523A6}" presName="hierChild5" presStyleCnt="0"/>
      <dgm:spPr/>
    </dgm:pt>
    <dgm:pt modelId="{BC27900B-7779-4F49-8E91-BB9DEB5AF639}" type="pres">
      <dgm:prSet presAssocID="{D1F0C13B-93BF-4ACB-AF9F-ABC4B66FC4AA}" presName="Name37" presStyleLbl="parChTrans1D3" presStyleIdx="8" presStyleCnt="12"/>
      <dgm:spPr/>
      <dgm:t>
        <a:bodyPr/>
        <a:lstStyle/>
        <a:p>
          <a:endParaRPr lang="en-US"/>
        </a:p>
      </dgm:t>
    </dgm:pt>
    <dgm:pt modelId="{AF1B54D0-84C2-428D-ABFE-107199165F36}" type="pres">
      <dgm:prSet presAssocID="{7D568C79-1916-43E5-9905-E097205C4D39}" presName="hierRoot2" presStyleCnt="0">
        <dgm:presLayoutVars>
          <dgm:hierBranch val="init"/>
        </dgm:presLayoutVars>
      </dgm:prSet>
      <dgm:spPr/>
    </dgm:pt>
    <dgm:pt modelId="{05AA9F74-5A5B-4E28-B112-D3EF95AF89CC}" type="pres">
      <dgm:prSet presAssocID="{7D568C79-1916-43E5-9905-E097205C4D39}" presName="rootComposite" presStyleCnt="0"/>
      <dgm:spPr/>
    </dgm:pt>
    <dgm:pt modelId="{B3891AA4-CED2-4E5D-B835-F39968FF3A2F}" type="pres">
      <dgm:prSet presAssocID="{7D568C79-1916-43E5-9905-E097205C4D39}" presName="rootText" presStyleLbl="node3" presStyleIdx="8" presStyleCnt="12" custScaleX="143635">
        <dgm:presLayoutVars>
          <dgm:chPref val="3"/>
        </dgm:presLayoutVars>
      </dgm:prSet>
      <dgm:spPr/>
      <dgm:t>
        <a:bodyPr/>
        <a:lstStyle/>
        <a:p>
          <a:endParaRPr lang="en-US"/>
        </a:p>
      </dgm:t>
    </dgm:pt>
    <dgm:pt modelId="{1B24A96F-0D5E-450F-8554-069FEBBBAD7E}" type="pres">
      <dgm:prSet presAssocID="{7D568C79-1916-43E5-9905-E097205C4D39}" presName="rootConnector" presStyleLbl="node3" presStyleIdx="8" presStyleCnt="12"/>
      <dgm:spPr/>
      <dgm:t>
        <a:bodyPr/>
        <a:lstStyle/>
        <a:p>
          <a:endParaRPr lang="en-US"/>
        </a:p>
      </dgm:t>
    </dgm:pt>
    <dgm:pt modelId="{399DD0F2-0C84-421D-A33D-389F21D439A3}" type="pres">
      <dgm:prSet presAssocID="{7D568C79-1916-43E5-9905-E097205C4D39}" presName="hierChild4" presStyleCnt="0"/>
      <dgm:spPr/>
    </dgm:pt>
    <dgm:pt modelId="{6FC6ECD0-AA1A-4CDF-B0FE-73D61D434DB9}" type="pres">
      <dgm:prSet presAssocID="{7D568C79-1916-43E5-9905-E097205C4D39}" presName="hierChild5" presStyleCnt="0"/>
      <dgm:spPr/>
    </dgm:pt>
    <dgm:pt modelId="{D0324BF3-B4B7-4F53-833E-8F23F8DD0C14}" type="pres">
      <dgm:prSet presAssocID="{221903BB-1AF3-4C22-BD86-3565A8492D87}" presName="Name37" presStyleLbl="parChTrans1D3" presStyleIdx="9" presStyleCnt="12"/>
      <dgm:spPr/>
      <dgm:t>
        <a:bodyPr/>
        <a:lstStyle/>
        <a:p>
          <a:endParaRPr lang="en-US"/>
        </a:p>
      </dgm:t>
    </dgm:pt>
    <dgm:pt modelId="{094B6573-365F-431B-BEB2-DB27479282EE}" type="pres">
      <dgm:prSet presAssocID="{DDD8EADE-51FC-41DA-B1C3-C51F7BA809F7}" presName="hierRoot2" presStyleCnt="0">
        <dgm:presLayoutVars>
          <dgm:hierBranch val="init"/>
        </dgm:presLayoutVars>
      </dgm:prSet>
      <dgm:spPr/>
    </dgm:pt>
    <dgm:pt modelId="{E8029A6E-5B8F-4E54-B04E-40390989EDCB}" type="pres">
      <dgm:prSet presAssocID="{DDD8EADE-51FC-41DA-B1C3-C51F7BA809F7}" presName="rootComposite" presStyleCnt="0"/>
      <dgm:spPr/>
    </dgm:pt>
    <dgm:pt modelId="{07B3B996-0242-409B-86E6-7054C39B7304}" type="pres">
      <dgm:prSet presAssocID="{DDD8EADE-51FC-41DA-B1C3-C51F7BA809F7}" presName="rootText" presStyleLbl="node3" presStyleIdx="9" presStyleCnt="12" custScaleX="143635">
        <dgm:presLayoutVars>
          <dgm:chPref val="3"/>
        </dgm:presLayoutVars>
      </dgm:prSet>
      <dgm:spPr/>
      <dgm:t>
        <a:bodyPr/>
        <a:lstStyle/>
        <a:p>
          <a:endParaRPr lang="en-US"/>
        </a:p>
      </dgm:t>
    </dgm:pt>
    <dgm:pt modelId="{A2C40E75-E4B3-4A5B-A7E3-FE0B8B1FD4A1}" type="pres">
      <dgm:prSet presAssocID="{DDD8EADE-51FC-41DA-B1C3-C51F7BA809F7}" presName="rootConnector" presStyleLbl="node3" presStyleIdx="9" presStyleCnt="12"/>
      <dgm:spPr/>
      <dgm:t>
        <a:bodyPr/>
        <a:lstStyle/>
        <a:p>
          <a:endParaRPr lang="en-US"/>
        </a:p>
      </dgm:t>
    </dgm:pt>
    <dgm:pt modelId="{BCCB8DCC-ACC6-4D09-B821-47BDEAF6DEFD}" type="pres">
      <dgm:prSet presAssocID="{DDD8EADE-51FC-41DA-B1C3-C51F7BA809F7}" presName="hierChild4" presStyleCnt="0"/>
      <dgm:spPr/>
    </dgm:pt>
    <dgm:pt modelId="{39F85F71-F6BE-44E5-A831-9871329DD136}" type="pres">
      <dgm:prSet presAssocID="{DDD8EADE-51FC-41DA-B1C3-C51F7BA809F7}" presName="hierChild5" presStyleCnt="0"/>
      <dgm:spPr/>
    </dgm:pt>
    <dgm:pt modelId="{2D150FA1-FFAF-4DC9-929D-F57FF2583CF4}" type="pres">
      <dgm:prSet presAssocID="{FBC655BA-4B1F-4B20-BA42-457E44F74826}" presName="Name37" presStyleLbl="parChTrans1D3" presStyleIdx="10" presStyleCnt="12"/>
      <dgm:spPr/>
      <dgm:t>
        <a:bodyPr/>
        <a:lstStyle/>
        <a:p>
          <a:endParaRPr lang="en-US"/>
        </a:p>
      </dgm:t>
    </dgm:pt>
    <dgm:pt modelId="{0BD5762D-1F67-4B9B-B797-BB4DFC510089}" type="pres">
      <dgm:prSet presAssocID="{F918BD7D-9B1D-446F-AC17-5AB3037ADB8B}" presName="hierRoot2" presStyleCnt="0">
        <dgm:presLayoutVars>
          <dgm:hierBranch val="init"/>
        </dgm:presLayoutVars>
      </dgm:prSet>
      <dgm:spPr/>
    </dgm:pt>
    <dgm:pt modelId="{82D7387A-C52D-4405-8641-1C553B72F85E}" type="pres">
      <dgm:prSet presAssocID="{F918BD7D-9B1D-446F-AC17-5AB3037ADB8B}" presName="rootComposite" presStyleCnt="0"/>
      <dgm:spPr/>
    </dgm:pt>
    <dgm:pt modelId="{3424AB88-7D92-4E5F-A5B2-F9958554F485}" type="pres">
      <dgm:prSet presAssocID="{F918BD7D-9B1D-446F-AC17-5AB3037ADB8B}" presName="rootText" presStyleLbl="node3" presStyleIdx="10" presStyleCnt="12" custScaleX="143635">
        <dgm:presLayoutVars>
          <dgm:chPref val="3"/>
        </dgm:presLayoutVars>
      </dgm:prSet>
      <dgm:spPr/>
      <dgm:t>
        <a:bodyPr/>
        <a:lstStyle/>
        <a:p>
          <a:endParaRPr lang="en-US"/>
        </a:p>
      </dgm:t>
    </dgm:pt>
    <dgm:pt modelId="{E3BBFA01-97CF-40FC-BA2A-0DE0CFC5AD42}" type="pres">
      <dgm:prSet presAssocID="{F918BD7D-9B1D-446F-AC17-5AB3037ADB8B}" presName="rootConnector" presStyleLbl="node3" presStyleIdx="10" presStyleCnt="12"/>
      <dgm:spPr/>
      <dgm:t>
        <a:bodyPr/>
        <a:lstStyle/>
        <a:p>
          <a:endParaRPr lang="en-US"/>
        </a:p>
      </dgm:t>
    </dgm:pt>
    <dgm:pt modelId="{3D1F8B8B-AF15-436C-A339-0FB65E9EEB44}" type="pres">
      <dgm:prSet presAssocID="{F918BD7D-9B1D-446F-AC17-5AB3037ADB8B}" presName="hierChild4" presStyleCnt="0"/>
      <dgm:spPr/>
    </dgm:pt>
    <dgm:pt modelId="{002FD9BA-28D3-46D2-88C8-5D60E2C17B06}" type="pres">
      <dgm:prSet presAssocID="{F918BD7D-9B1D-446F-AC17-5AB3037ADB8B}" presName="hierChild5" presStyleCnt="0"/>
      <dgm:spPr/>
    </dgm:pt>
    <dgm:pt modelId="{3EFF15E5-1005-4CD4-A19E-D44C26A99A45}" type="pres">
      <dgm:prSet presAssocID="{086DEA17-1F29-40A5-9240-2C4381B1B633}" presName="Name37" presStyleLbl="parChTrans1D3" presStyleIdx="11" presStyleCnt="12"/>
      <dgm:spPr/>
      <dgm:t>
        <a:bodyPr/>
        <a:lstStyle/>
        <a:p>
          <a:endParaRPr lang="en-US"/>
        </a:p>
      </dgm:t>
    </dgm:pt>
    <dgm:pt modelId="{A64BFF2F-8A62-44A0-96D5-E39D907748B3}" type="pres">
      <dgm:prSet presAssocID="{07EF3D28-A317-4657-88D0-4D3EE597169C}" presName="hierRoot2" presStyleCnt="0">
        <dgm:presLayoutVars>
          <dgm:hierBranch val="init"/>
        </dgm:presLayoutVars>
      </dgm:prSet>
      <dgm:spPr/>
    </dgm:pt>
    <dgm:pt modelId="{4AC01007-BA5E-493C-AC0F-FA63F9CA486C}" type="pres">
      <dgm:prSet presAssocID="{07EF3D28-A317-4657-88D0-4D3EE597169C}" presName="rootComposite" presStyleCnt="0"/>
      <dgm:spPr/>
    </dgm:pt>
    <dgm:pt modelId="{016B6ADC-C0FE-4D4F-AA35-EA7832A3C2A4}" type="pres">
      <dgm:prSet presAssocID="{07EF3D28-A317-4657-88D0-4D3EE597169C}" presName="rootText" presStyleLbl="node3" presStyleIdx="11" presStyleCnt="12" custScaleX="143635">
        <dgm:presLayoutVars>
          <dgm:chPref val="3"/>
        </dgm:presLayoutVars>
      </dgm:prSet>
      <dgm:spPr/>
      <dgm:t>
        <a:bodyPr/>
        <a:lstStyle/>
        <a:p>
          <a:endParaRPr lang="en-US"/>
        </a:p>
      </dgm:t>
    </dgm:pt>
    <dgm:pt modelId="{11F71650-3E11-4CE9-8D62-08DA18DE7E74}" type="pres">
      <dgm:prSet presAssocID="{07EF3D28-A317-4657-88D0-4D3EE597169C}" presName="rootConnector" presStyleLbl="node3" presStyleIdx="11" presStyleCnt="12"/>
      <dgm:spPr/>
      <dgm:t>
        <a:bodyPr/>
        <a:lstStyle/>
        <a:p>
          <a:endParaRPr lang="en-US"/>
        </a:p>
      </dgm:t>
    </dgm:pt>
    <dgm:pt modelId="{E5686F4C-A71B-44D7-AFB0-D31F3AFE0737}" type="pres">
      <dgm:prSet presAssocID="{07EF3D28-A317-4657-88D0-4D3EE597169C}" presName="hierChild4" presStyleCnt="0"/>
      <dgm:spPr/>
    </dgm:pt>
    <dgm:pt modelId="{BF230AD8-12BD-4DA6-9B5E-48D3AC2C3685}" type="pres">
      <dgm:prSet presAssocID="{07EF3D28-A317-4657-88D0-4D3EE597169C}" presName="hierChild5" presStyleCnt="0"/>
      <dgm:spPr/>
    </dgm:pt>
    <dgm:pt modelId="{E9A486E8-3FB6-41A6-BD46-32EB689AD74B}" type="pres">
      <dgm:prSet presAssocID="{1F903EBE-540A-403B-AE13-6A09126352BD}" presName="hierChild5" presStyleCnt="0"/>
      <dgm:spPr/>
    </dgm:pt>
    <dgm:pt modelId="{E176ACEC-BD58-4170-B91A-1AA1D1DF77F0}" type="pres">
      <dgm:prSet presAssocID="{97ECD7F0-AF08-4202-8F6B-6035FCFA351C}" presName="Name37" presStyleLbl="parChTrans1D2" presStyleIdx="3" presStyleCnt="4"/>
      <dgm:spPr/>
      <dgm:t>
        <a:bodyPr/>
        <a:lstStyle/>
        <a:p>
          <a:endParaRPr lang="en-US"/>
        </a:p>
      </dgm:t>
    </dgm:pt>
    <dgm:pt modelId="{ECD4CC19-881A-44A6-9474-785CC0C059F4}" type="pres">
      <dgm:prSet presAssocID="{C23EE67C-7F77-47BA-A8B3-6493565ADACA}" presName="hierRoot2" presStyleCnt="0">
        <dgm:presLayoutVars>
          <dgm:hierBranch val="init"/>
        </dgm:presLayoutVars>
      </dgm:prSet>
      <dgm:spPr/>
    </dgm:pt>
    <dgm:pt modelId="{D3FBA0E9-F095-447B-899D-12FE1ACDB26A}" type="pres">
      <dgm:prSet presAssocID="{C23EE67C-7F77-47BA-A8B3-6493565ADACA}" presName="rootComposite" presStyleCnt="0"/>
      <dgm:spPr/>
    </dgm:pt>
    <dgm:pt modelId="{606E0F95-4779-4D9A-B606-9ABA993A565C}" type="pres">
      <dgm:prSet presAssocID="{C23EE67C-7F77-47BA-A8B3-6493565ADACA}" presName="rootText" presStyleLbl="node2" presStyleIdx="3" presStyleCnt="4" custScaleX="180805" custScaleY="124183">
        <dgm:presLayoutVars>
          <dgm:chPref val="3"/>
        </dgm:presLayoutVars>
      </dgm:prSet>
      <dgm:spPr/>
      <dgm:t>
        <a:bodyPr/>
        <a:lstStyle/>
        <a:p>
          <a:endParaRPr lang="en-US"/>
        </a:p>
      </dgm:t>
    </dgm:pt>
    <dgm:pt modelId="{D644AF87-ADF0-487B-AC77-4BAD17472D87}" type="pres">
      <dgm:prSet presAssocID="{C23EE67C-7F77-47BA-A8B3-6493565ADACA}" presName="rootConnector" presStyleLbl="node2" presStyleIdx="3" presStyleCnt="4"/>
      <dgm:spPr/>
      <dgm:t>
        <a:bodyPr/>
        <a:lstStyle/>
        <a:p>
          <a:endParaRPr lang="en-US"/>
        </a:p>
      </dgm:t>
    </dgm:pt>
    <dgm:pt modelId="{E8843230-B658-467E-ABDF-26AE593B8491}" type="pres">
      <dgm:prSet presAssocID="{C23EE67C-7F77-47BA-A8B3-6493565ADACA}" presName="hierChild4" presStyleCnt="0"/>
      <dgm:spPr/>
    </dgm:pt>
    <dgm:pt modelId="{328AA022-D844-486A-A579-E33311A2ACB8}" type="pres">
      <dgm:prSet presAssocID="{C23EE67C-7F77-47BA-A8B3-6493565ADACA}" presName="hierChild5" presStyleCnt="0"/>
      <dgm:spPr/>
    </dgm:pt>
    <dgm:pt modelId="{96DEF822-DC52-4FFC-82DA-389CD5B29657}" type="pres">
      <dgm:prSet presAssocID="{9E6404DC-1053-49D6-95EE-599A97C88DD3}" presName="hierChild3" presStyleCnt="0"/>
      <dgm:spPr/>
    </dgm:pt>
  </dgm:ptLst>
  <dgm:cxnLst>
    <dgm:cxn modelId="{382ACFA5-4FEC-4B73-B714-88039AC54C27}" type="presOf" srcId="{7D568C79-1916-43E5-9905-E097205C4D39}" destId="{B3891AA4-CED2-4E5D-B835-F39968FF3A2F}" srcOrd="0" destOrd="0" presId="urn:microsoft.com/office/officeart/2005/8/layout/orgChart1"/>
    <dgm:cxn modelId="{EEDD1D35-51A4-4EFC-BEC5-0B8F238E57D2}" srcId="{9286A5EC-F2A9-487D-8BF1-B96EEEFD636B}" destId="{F142DEDA-3202-4A6E-A872-744A36211997}" srcOrd="0" destOrd="0" parTransId="{588037F0-0B1A-4D72-81EB-CAFA026AEFB7}" sibTransId="{90D5C085-E7FD-409C-B728-A036C61691D1}"/>
    <dgm:cxn modelId="{B6ED6959-D36F-40C1-BB7A-D25AABCCA5A0}" srcId="{1F903EBE-540A-403B-AE13-6A09126352BD}" destId="{E9C886F1-1EBC-4EBC-BB4B-24DF341523A6}" srcOrd="1" destOrd="0" parTransId="{5E8DD444-C688-4780-A5F0-D4A4181FBDCC}" sibTransId="{677365F0-85D2-4516-9D4D-C1E5444A6324}"/>
    <dgm:cxn modelId="{72309A76-8804-483F-AA83-4B4E7D8ECB50}" type="presOf" srcId="{DDD8EADE-51FC-41DA-B1C3-C51F7BA809F7}" destId="{A2C40E75-E4B3-4A5B-A7E3-FE0B8B1FD4A1}" srcOrd="1" destOrd="0" presId="urn:microsoft.com/office/officeart/2005/8/layout/orgChart1"/>
    <dgm:cxn modelId="{76FE0A3B-1FB2-47AB-A803-192EED8CF4A6}" srcId="{620DD3EC-BDCD-468B-B566-7FE2B848507E}" destId="{ED538FBE-6130-45A2-A1D0-5DEB03E796E8}" srcOrd="1" destOrd="0" parTransId="{8BEDDD51-476B-4EA3-BB0E-02C6B68708C7}" sibTransId="{35D97104-0716-450A-B2F9-D53D45C2A7A7}"/>
    <dgm:cxn modelId="{07AB8472-A651-48C8-9CF2-00815F444309}" type="presOf" srcId="{9E6404DC-1053-49D6-95EE-599A97C88DD3}" destId="{0F3C8968-31FF-46A5-BCB3-A2E771257413}" srcOrd="0" destOrd="0" presId="urn:microsoft.com/office/officeart/2005/8/layout/orgChart1"/>
    <dgm:cxn modelId="{3AA2732E-E1F3-4BD5-9990-5D30D82B08ED}" srcId="{9E6404DC-1053-49D6-95EE-599A97C88DD3}" destId="{1F903EBE-540A-403B-AE13-6A09126352BD}" srcOrd="2" destOrd="0" parTransId="{248E9311-DF61-4B0E-BD57-16AE2D707A60}" sibTransId="{BB52F0E9-3899-452E-BFB9-D8344A4C6147}"/>
    <dgm:cxn modelId="{6373D955-0F50-43B1-B0B8-2C1B9D17A2DE}" srcId="{1F903EBE-540A-403B-AE13-6A09126352BD}" destId="{7D568C79-1916-43E5-9905-E097205C4D39}" srcOrd="2" destOrd="0" parTransId="{D1F0C13B-93BF-4ACB-AF9F-ABC4B66FC4AA}" sibTransId="{3D143CE4-1E3D-443E-A128-7CA0F1DEAE26}"/>
    <dgm:cxn modelId="{35BA6A19-C82C-4D32-8D6F-0E90A0267519}" type="presOf" srcId="{F142DEDA-3202-4A6E-A872-744A36211997}" destId="{28A90088-1D74-4647-BC3B-F17F2E584608}" srcOrd="0" destOrd="0" presId="urn:microsoft.com/office/officeart/2005/8/layout/orgChart1"/>
    <dgm:cxn modelId="{1EC82FDF-DEB7-4D50-9C29-27BC7BD7F60F}" srcId="{9E6404DC-1053-49D6-95EE-599A97C88DD3}" destId="{C23EE67C-7F77-47BA-A8B3-6493565ADACA}" srcOrd="3" destOrd="0" parTransId="{97ECD7F0-AF08-4202-8F6B-6035FCFA351C}" sibTransId="{81688764-0848-43B4-A2D6-8E904026A524}"/>
    <dgm:cxn modelId="{4C35333B-E2CE-49B4-8E8B-065145550125}" srcId="{1F903EBE-540A-403B-AE13-6A09126352BD}" destId="{68F0BB4A-4CA0-4481-8397-108E86A12DA4}" srcOrd="0" destOrd="0" parTransId="{ED5ECDE6-7B87-4768-B1AE-20C55CA1EA8F}" sibTransId="{A0B2EC27-08AF-4A70-911E-D73503EF8DD4}"/>
    <dgm:cxn modelId="{3D68C786-1F3B-4085-9CAE-62FEDF7F166A}" type="presOf" srcId="{F918BD7D-9B1D-446F-AC17-5AB3037ADB8B}" destId="{E3BBFA01-97CF-40FC-BA2A-0DE0CFC5AD42}" srcOrd="1" destOrd="0" presId="urn:microsoft.com/office/officeart/2005/8/layout/orgChart1"/>
    <dgm:cxn modelId="{1486D8BE-4305-4E22-A20F-C56F1D289556}" type="presOf" srcId="{CC7928C2-579C-44D0-AB38-88BC756CAA0E}" destId="{2AB4BF43-9ACD-420F-8CEE-B70EB4712527}" srcOrd="1" destOrd="0" presId="urn:microsoft.com/office/officeart/2005/8/layout/orgChart1"/>
    <dgm:cxn modelId="{D0A5C4B2-885D-488E-B082-4F1A6012C227}" type="presOf" srcId="{E9C886F1-1EBC-4EBC-BB4B-24DF341523A6}" destId="{F734AC47-D381-46DB-B2D4-DC1F52ACEE63}" srcOrd="0" destOrd="0" presId="urn:microsoft.com/office/officeart/2005/8/layout/orgChart1"/>
    <dgm:cxn modelId="{884C4DEA-A29D-4416-9103-F85108CE2F55}" type="presOf" srcId="{68F0BB4A-4CA0-4481-8397-108E86A12DA4}" destId="{B3DA1D68-D7FF-4520-90A3-C4A2EA0D76C0}" srcOrd="0" destOrd="0" presId="urn:microsoft.com/office/officeart/2005/8/layout/orgChart1"/>
    <dgm:cxn modelId="{2AA24D5C-C570-46DE-A92C-65CA8AC90A51}" type="presOf" srcId="{E9C886F1-1EBC-4EBC-BB4B-24DF341523A6}" destId="{6D311FDB-5969-4C7C-819C-7A85F8D1C126}" srcOrd="1" destOrd="0" presId="urn:microsoft.com/office/officeart/2005/8/layout/orgChart1"/>
    <dgm:cxn modelId="{F7EBFBCF-F59C-4BE1-9661-E7D0E9B3F603}" type="presOf" srcId="{ED538FBE-6130-45A2-A1D0-5DEB03E796E8}" destId="{83491CF3-E0A8-41F0-8748-5B85D6C90040}"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1156A01B-7671-46A9-9963-48C4D97BCF3E}" type="presOf" srcId="{086DEA17-1F29-40A5-9240-2C4381B1B633}" destId="{3EFF15E5-1005-4CD4-A19E-D44C26A99A45}"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5E7B5BD3-D5C7-4329-8C95-CB1074033A3D}" type="presOf" srcId="{1F903EBE-540A-403B-AE13-6A09126352BD}" destId="{B4DA07B5-29B3-4442-A69E-055EEC652BE8}"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EC784541-9543-429B-96E9-D4C7608BD5BD}" type="presOf" srcId="{CC7928C2-579C-44D0-AB38-88BC756CAA0E}" destId="{4140A25E-4F9D-44DB-85AB-432AE99FA579}" srcOrd="0" destOrd="0" presId="urn:microsoft.com/office/officeart/2005/8/layout/orgChart1"/>
    <dgm:cxn modelId="{0889C6DA-DE3D-4EEE-8208-B33A7D302002}" type="presOf" srcId="{3C73C88C-ADAC-4E8D-8259-4FBC3819D296}" destId="{22A06763-7CD0-41E0-8047-44C9999C84AA}" srcOrd="0" destOrd="0" presId="urn:microsoft.com/office/officeart/2005/8/layout/orgChart1"/>
    <dgm:cxn modelId="{5317F623-2ED8-4710-AC15-800675E39B10}" type="presOf" srcId="{248E9311-DF61-4B0E-BD57-16AE2D707A60}" destId="{76E33A9D-9480-40FB-A4DF-EE1E2E7E401E}" srcOrd="0" destOrd="0" presId="urn:microsoft.com/office/officeart/2005/8/layout/orgChart1"/>
    <dgm:cxn modelId="{160F43E5-50FA-4D4B-B561-C1D8ED4375E8}" type="presOf" srcId="{F918BD7D-9B1D-446F-AC17-5AB3037ADB8B}" destId="{3424AB88-7D92-4E5F-A5B2-F9958554F485}" srcOrd="0" destOrd="0" presId="urn:microsoft.com/office/officeart/2005/8/layout/orgChart1"/>
    <dgm:cxn modelId="{5F7DB5C3-B355-4F57-8A7E-F3CD6853FA97}" type="presOf" srcId="{ED5ECDE6-7B87-4768-B1AE-20C55CA1EA8F}" destId="{0207D2DC-D98D-48DB-A444-1B3BB3C111EF}" srcOrd="0" destOrd="0" presId="urn:microsoft.com/office/officeart/2005/8/layout/orgChart1"/>
    <dgm:cxn modelId="{B8E5222C-DCED-48D0-BAA8-950F084BCDAB}" type="presOf" srcId="{97ECD7F0-AF08-4202-8F6B-6035FCFA351C}" destId="{E176ACEC-BD58-4170-B91A-1AA1D1DF77F0}" srcOrd="0" destOrd="0" presId="urn:microsoft.com/office/officeart/2005/8/layout/orgChart1"/>
    <dgm:cxn modelId="{7506067E-541A-4A3A-B687-F79671A6EB44}" type="presOf" srcId="{D723B879-676C-4614-8859-D09DEFF2A3B3}" destId="{8BF33A23-B9E7-4732-917C-5D66B726362F}" srcOrd="0" destOrd="0" presId="urn:microsoft.com/office/officeart/2005/8/layout/orgChart1"/>
    <dgm:cxn modelId="{B0911044-8F6E-4BC6-A815-4D5369F405ED}" type="presOf" srcId="{A2275AAE-D67F-4B48-809F-43E648A9868F}" destId="{DB2B6368-5A8B-4732-8055-E965E07397C0}" srcOrd="0" destOrd="0" presId="urn:microsoft.com/office/officeart/2005/8/layout/orgChart1"/>
    <dgm:cxn modelId="{FB87CBE7-A783-49FA-9FDC-C388EA88CADE}" type="presOf" srcId="{F142DEDA-3202-4A6E-A872-744A36211997}" destId="{D62CADF8-24AE-4E16-B362-DFB8C42A8D00}" srcOrd="1" destOrd="0" presId="urn:microsoft.com/office/officeart/2005/8/layout/orgChart1"/>
    <dgm:cxn modelId="{2A7A2E8B-4E91-4769-93B9-65EF55884A61}" type="presOf" srcId="{1947618A-5736-4E7D-A7B1-0535566E666C}" destId="{EF3A83E1-5846-4AE9-8B47-6582C37CA326}" srcOrd="0" destOrd="0" presId="urn:microsoft.com/office/officeart/2005/8/layout/orgChart1"/>
    <dgm:cxn modelId="{F83BB6A7-9516-4C1D-8798-50865EBB342D}" type="presOf" srcId="{5E8DD444-C688-4780-A5F0-D4A4181FBDCC}" destId="{EDAAD592-AB88-4251-977A-23D417AF9F0E}" srcOrd="0" destOrd="0" presId="urn:microsoft.com/office/officeart/2005/8/layout/orgChart1"/>
    <dgm:cxn modelId="{25EED1B2-48FC-49EA-9324-9D54A4FF5527}" srcId="{1F903EBE-540A-403B-AE13-6A09126352BD}" destId="{07EF3D28-A317-4657-88D0-4D3EE597169C}" srcOrd="5" destOrd="0" parTransId="{086DEA17-1F29-40A5-9240-2C4381B1B633}" sibTransId="{05BEF573-3B63-48B1-9D3A-7BA068306B4F}"/>
    <dgm:cxn modelId="{951A2031-AB8B-4B32-AFE8-798A1065B0A3}" type="presOf" srcId="{35F2611B-0442-443A-B647-B82B7382EA23}" destId="{8C7C57BC-0E68-4E25-9D4A-D3542769DA95}" srcOrd="0" destOrd="0" presId="urn:microsoft.com/office/officeart/2005/8/layout/orgChart1"/>
    <dgm:cxn modelId="{2D45FC77-4AED-4DE6-8379-E523C1F99EFC}" srcId="{620DD3EC-BDCD-468B-B566-7FE2B848507E}" destId="{CC7928C2-579C-44D0-AB38-88BC756CAA0E}" srcOrd="2" destOrd="0" parTransId="{35F2611B-0442-443A-B647-B82B7382EA23}" sibTransId="{A433C3AB-C870-42AA-B57A-E43B2BF3718E}"/>
    <dgm:cxn modelId="{48FB7E41-4DCE-49A7-8A59-30799E27CFF1}" srcId="{9286A5EC-F2A9-487D-8BF1-B96EEEFD636B}" destId="{1947618A-5736-4E7D-A7B1-0535566E666C}" srcOrd="1" destOrd="0" parTransId="{3C73C88C-ADAC-4E8D-8259-4FBC3819D296}" sibTransId="{4AA8505F-D096-4A68-B858-481E0AB908C1}"/>
    <dgm:cxn modelId="{55322DC1-D5BB-4947-91D3-C49D83A86839}" srcId="{9E6404DC-1053-49D6-95EE-599A97C88DD3}" destId="{620DD3EC-BDCD-468B-B566-7FE2B848507E}" srcOrd="1" destOrd="0" parTransId="{F0764DAA-254D-4C3C-9708-669D5BF5A337}" sibTransId="{61B96E30-C56F-4FDE-AA00-908E8835534F}"/>
    <dgm:cxn modelId="{D58A6A88-4760-4BEC-8A98-05B8C39BBD3D}" type="presOf" srcId="{1A65A4D7-7720-45CB-8279-86EBD3407E97}" destId="{11077618-9302-474C-8482-1BBB83E3AEF1}" srcOrd="0" destOrd="0" presId="urn:microsoft.com/office/officeart/2005/8/layout/orgChart1"/>
    <dgm:cxn modelId="{1BE63F17-524D-4202-9AF7-552C4412A30A}" type="presOf" srcId="{07EF3D28-A317-4657-88D0-4D3EE597169C}" destId="{016B6ADC-C0FE-4D4F-AA35-EA7832A3C2A4}" srcOrd="0" destOrd="0" presId="urn:microsoft.com/office/officeart/2005/8/layout/orgChart1"/>
    <dgm:cxn modelId="{E02EA1F9-1612-4512-A3FC-DB19B79AC42C}" type="presOf" srcId="{588037F0-0B1A-4D72-81EB-CAFA026AEFB7}" destId="{06A5B176-3147-4D45-9EF8-CF91B612166F}" srcOrd="0" destOrd="0" presId="urn:microsoft.com/office/officeart/2005/8/layout/orgChart1"/>
    <dgm:cxn modelId="{4CF36AB0-83A9-4CD1-9F6C-54F7A6E3A79C}" srcId="{9286A5EC-F2A9-487D-8BF1-B96EEEFD636B}" destId="{C6E4FEDD-12A9-48D1-836A-71DF2EBCFFAD}" srcOrd="2" destOrd="0" parTransId="{A2275AAE-D67F-4B48-809F-43E648A9868F}" sibTransId="{795C140E-55F9-45B3-A3C9-9055A88BB7F4}"/>
    <dgm:cxn modelId="{1EAD89EE-11AC-458E-AFDE-D65B78D7EF55}" type="presOf" srcId="{9286A5EC-F2A9-487D-8BF1-B96EEEFD636B}" destId="{A10B8E6A-AEE1-4C2B-8634-C515AEDBA0E5}" srcOrd="1" destOrd="0" presId="urn:microsoft.com/office/officeart/2005/8/layout/orgChart1"/>
    <dgm:cxn modelId="{93FEA3B8-9DAD-49BC-ADFD-35FE642EE81D}" srcId="{1F903EBE-540A-403B-AE13-6A09126352BD}" destId="{DDD8EADE-51FC-41DA-B1C3-C51F7BA809F7}" srcOrd="3" destOrd="0" parTransId="{221903BB-1AF3-4C22-BD86-3565A8492D87}" sibTransId="{B176D27C-065E-4FB8-83B9-D076CB82B0A3}"/>
    <dgm:cxn modelId="{C6049956-7336-4081-81A6-7DCD9A0A0EF0}" type="presOf" srcId="{1947618A-5736-4E7D-A7B1-0535566E666C}" destId="{3FADC6AF-5D4B-418A-9301-DABA5E048E22}" srcOrd="1" destOrd="0" presId="urn:microsoft.com/office/officeart/2005/8/layout/orgChart1"/>
    <dgm:cxn modelId="{EE297BEA-8C41-4EE2-A17D-333BFD061168}" srcId="{1F903EBE-540A-403B-AE13-6A09126352BD}" destId="{F918BD7D-9B1D-446F-AC17-5AB3037ADB8B}" srcOrd="4" destOrd="0" parTransId="{FBC655BA-4B1F-4B20-BA42-457E44F74826}" sibTransId="{72C144CE-88A1-4AB8-940D-4E562718C8E9}"/>
    <dgm:cxn modelId="{6642CCA2-4878-44B3-8B07-8E7CD09647F0}" type="presOf" srcId="{C23EE67C-7F77-47BA-A8B3-6493565ADACA}" destId="{606E0F95-4779-4D9A-B606-9ABA993A565C}" srcOrd="0" destOrd="0" presId="urn:microsoft.com/office/officeart/2005/8/layout/orgChart1"/>
    <dgm:cxn modelId="{FBC12E2C-619E-4599-B915-B968A89A0229}" type="presOf" srcId="{ED538FBE-6130-45A2-A1D0-5DEB03E796E8}" destId="{5988ED23-194C-42E1-88AB-8E72A53BDC23}" srcOrd="1" destOrd="0" presId="urn:microsoft.com/office/officeart/2005/8/layout/orgChart1"/>
    <dgm:cxn modelId="{AD9F87D7-A319-4C27-B975-8FCB8E483075}" type="presOf" srcId="{7D568C79-1916-43E5-9905-E097205C4D39}" destId="{1B24A96F-0D5E-450F-8554-069FEBBBAD7E}" srcOrd="1" destOrd="0" presId="urn:microsoft.com/office/officeart/2005/8/layout/orgChart1"/>
    <dgm:cxn modelId="{0FF29E4C-22D2-46FF-AD8B-26FB5CDCCBD6}" type="presOf" srcId="{D1F0C13B-93BF-4ACB-AF9F-ABC4B66FC4AA}" destId="{BC27900B-7779-4F49-8E91-BB9DEB5AF639}"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9A4FA522-DF7B-468A-A16B-454B0C588F6A}" type="presOf" srcId="{221903BB-1AF3-4C22-BD86-3565A8492D87}" destId="{D0324BF3-B4B7-4F53-833E-8F23F8DD0C14}"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08220F55-0022-4163-B6D3-DE6DA7CEA7B7}" type="presOf" srcId="{07EF3D28-A317-4657-88D0-4D3EE597169C}" destId="{11F71650-3E11-4CE9-8D62-08DA18DE7E74}" srcOrd="1" destOrd="0" presId="urn:microsoft.com/office/officeart/2005/8/layout/orgChart1"/>
    <dgm:cxn modelId="{E801AA6E-DB7A-4541-B3C9-B8952207E323}" type="presOf" srcId="{FBC655BA-4B1F-4B20-BA42-457E44F74826}" destId="{2D150FA1-FFAF-4DC9-929D-F57FF2583CF4}" srcOrd="0" destOrd="0" presId="urn:microsoft.com/office/officeart/2005/8/layout/orgChart1"/>
    <dgm:cxn modelId="{CB68B546-D650-4DCA-9255-1CB1A0FF4B7C}" type="presOf" srcId="{C6E4FEDD-12A9-48D1-836A-71DF2EBCFFAD}" destId="{DAD0AE31-2183-4883-A49E-5AC8784C4DC1}" srcOrd="1" destOrd="0" presId="urn:microsoft.com/office/officeart/2005/8/layout/orgChart1"/>
    <dgm:cxn modelId="{D5051094-61BC-42D3-BB85-5E5FB0D22CFE}" type="presOf" srcId="{1F903EBE-540A-403B-AE13-6A09126352BD}" destId="{746FE1B3-37E8-4050-B0B7-5668D5D7D118}" srcOrd="1"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7359E945-01BA-4E16-B972-28F6D00360AA}" type="presOf" srcId="{68F0BB4A-4CA0-4481-8397-108E86A12DA4}" destId="{D0721C6D-93AC-4B26-927C-A61DADEBA9AA}" srcOrd="1" destOrd="0" presId="urn:microsoft.com/office/officeart/2005/8/layout/orgChart1"/>
    <dgm:cxn modelId="{AE14CFFB-847C-47C2-AD81-3283D1816372}" type="presOf" srcId="{8BEDDD51-476B-4EA3-BB0E-02C6B68708C7}" destId="{F406B8EB-44F2-47F3-AF73-B274E07D3437}" srcOrd="0" destOrd="0" presId="urn:microsoft.com/office/officeart/2005/8/layout/orgChart1"/>
    <dgm:cxn modelId="{01FAF066-6697-4A16-A34C-B61F6B7DAE7C}" type="presOf" srcId="{552219B0-29E3-4A6C-90E3-BE0B83069EBC}" destId="{9449DAAE-E410-44C5-A07D-A0445C0B7E6B}" srcOrd="0" destOrd="0" presId="urn:microsoft.com/office/officeart/2005/8/layout/orgChart1"/>
    <dgm:cxn modelId="{8EC2A9D1-3DF1-4895-BBD2-94732DC9E3D1}" type="presOf" srcId="{C23EE67C-7F77-47BA-A8B3-6493565ADACA}" destId="{D644AF87-ADF0-487B-AC77-4BAD17472D87}" srcOrd="1" destOrd="0" presId="urn:microsoft.com/office/officeart/2005/8/layout/orgChart1"/>
    <dgm:cxn modelId="{0B3BBB72-B6E0-4D55-B3C6-69C50EC751CB}" type="presOf" srcId="{C6E4FEDD-12A9-48D1-836A-71DF2EBCFFAD}" destId="{A792E48B-E59F-426E-B59E-25883EE0DF31}" srcOrd="0" destOrd="0" presId="urn:microsoft.com/office/officeart/2005/8/layout/orgChart1"/>
    <dgm:cxn modelId="{84F46A8B-AE61-4014-8136-DEEEA1B8EA49}" type="presOf" srcId="{DDD8EADE-51FC-41DA-B1C3-C51F7BA809F7}" destId="{07B3B996-0242-409B-86E6-7054C39B7304}"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7495CB3-FF0D-437B-A75F-D818BF677556}" type="presParOf" srcId="{C9264EDA-91B6-4FAE-AFE6-AFC29BE66386}" destId="{06A5B176-3147-4D45-9EF8-CF91B612166F}" srcOrd="0" destOrd="0" presId="urn:microsoft.com/office/officeart/2005/8/layout/orgChart1"/>
    <dgm:cxn modelId="{41338C89-1E6D-49CB-AA27-377383737EC7}" type="presParOf" srcId="{C9264EDA-91B6-4FAE-AFE6-AFC29BE66386}" destId="{A1823CA7-FCBA-4115-A337-66BE02B03547}" srcOrd="1" destOrd="0" presId="urn:microsoft.com/office/officeart/2005/8/layout/orgChart1"/>
    <dgm:cxn modelId="{CA65C1DA-4730-4949-B129-ECBC45F854A2}" type="presParOf" srcId="{A1823CA7-FCBA-4115-A337-66BE02B03547}" destId="{80E2B167-EDC3-4945-9077-5283EEF70EE4}" srcOrd="0" destOrd="0" presId="urn:microsoft.com/office/officeart/2005/8/layout/orgChart1"/>
    <dgm:cxn modelId="{04FAEB99-2DE4-4EA9-A7A2-78ABF19A7527}" type="presParOf" srcId="{80E2B167-EDC3-4945-9077-5283EEF70EE4}" destId="{28A90088-1D74-4647-BC3B-F17F2E584608}" srcOrd="0" destOrd="0" presId="urn:microsoft.com/office/officeart/2005/8/layout/orgChart1"/>
    <dgm:cxn modelId="{A4952F88-F6B7-489A-9049-87D4F65F9DBC}" type="presParOf" srcId="{80E2B167-EDC3-4945-9077-5283EEF70EE4}" destId="{D62CADF8-24AE-4E16-B362-DFB8C42A8D00}" srcOrd="1" destOrd="0" presId="urn:microsoft.com/office/officeart/2005/8/layout/orgChart1"/>
    <dgm:cxn modelId="{9143A6CF-7648-4C1D-9813-A5ACFD9FA4A5}" type="presParOf" srcId="{A1823CA7-FCBA-4115-A337-66BE02B03547}" destId="{D2D25354-BC15-441D-9C43-4E22F84DF7E3}" srcOrd="1" destOrd="0" presId="urn:microsoft.com/office/officeart/2005/8/layout/orgChart1"/>
    <dgm:cxn modelId="{70289677-024D-4C85-A511-A5EEA95E9AE4}" type="presParOf" srcId="{A1823CA7-FCBA-4115-A337-66BE02B03547}" destId="{42C6C630-1192-4F5E-B919-40B53C299E86}" srcOrd="2" destOrd="0" presId="urn:microsoft.com/office/officeart/2005/8/layout/orgChart1"/>
    <dgm:cxn modelId="{0213BD88-CC4A-423F-B2CA-EC0EB11F5F5E}" type="presParOf" srcId="{C9264EDA-91B6-4FAE-AFE6-AFC29BE66386}" destId="{22A06763-7CD0-41E0-8047-44C9999C84AA}" srcOrd="2" destOrd="0" presId="urn:microsoft.com/office/officeart/2005/8/layout/orgChart1"/>
    <dgm:cxn modelId="{AAFCFB26-61CE-45AA-8DA7-BE3C44890855}" type="presParOf" srcId="{C9264EDA-91B6-4FAE-AFE6-AFC29BE66386}" destId="{EBCD387B-99F5-420E-AC68-BB5DDA55274F}" srcOrd="3" destOrd="0" presId="urn:microsoft.com/office/officeart/2005/8/layout/orgChart1"/>
    <dgm:cxn modelId="{4B7EA589-DE0F-4FF9-A09D-C14F9966DCC3}" type="presParOf" srcId="{EBCD387B-99F5-420E-AC68-BB5DDA55274F}" destId="{1FCE71FC-8197-4D43-AEA9-42AE00FBE624}" srcOrd="0" destOrd="0" presId="urn:microsoft.com/office/officeart/2005/8/layout/orgChart1"/>
    <dgm:cxn modelId="{5EBD661D-FFB5-4F13-8C2A-B9576821D9D8}" type="presParOf" srcId="{1FCE71FC-8197-4D43-AEA9-42AE00FBE624}" destId="{EF3A83E1-5846-4AE9-8B47-6582C37CA326}" srcOrd="0" destOrd="0" presId="urn:microsoft.com/office/officeart/2005/8/layout/orgChart1"/>
    <dgm:cxn modelId="{BC151465-B34A-4D30-9F19-902583914513}" type="presParOf" srcId="{1FCE71FC-8197-4D43-AEA9-42AE00FBE624}" destId="{3FADC6AF-5D4B-418A-9301-DABA5E048E22}" srcOrd="1" destOrd="0" presId="urn:microsoft.com/office/officeart/2005/8/layout/orgChart1"/>
    <dgm:cxn modelId="{E0E7DC59-395E-46D7-986C-9986C927AB0B}" type="presParOf" srcId="{EBCD387B-99F5-420E-AC68-BB5DDA55274F}" destId="{AC56E703-D854-4DBA-8A21-3B81398E67CB}" srcOrd="1" destOrd="0" presId="urn:microsoft.com/office/officeart/2005/8/layout/orgChart1"/>
    <dgm:cxn modelId="{EF9B5A66-E7F9-4885-95D7-3B62711ABF10}" type="presParOf" srcId="{EBCD387B-99F5-420E-AC68-BB5DDA55274F}" destId="{578E88AA-3D50-4523-B7AE-4BD9067055A6}" srcOrd="2" destOrd="0" presId="urn:microsoft.com/office/officeart/2005/8/layout/orgChart1"/>
    <dgm:cxn modelId="{D30ECCA2-F811-4DC7-B28C-2FA0FC0AD80E}" type="presParOf" srcId="{C9264EDA-91B6-4FAE-AFE6-AFC29BE66386}" destId="{DB2B6368-5A8B-4732-8055-E965E07397C0}" srcOrd="4" destOrd="0" presId="urn:microsoft.com/office/officeart/2005/8/layout/orgChart1"/>
    <dgm:cxn modelId="{EC428D3C-2588-495F-9B7A-DA89A9EEFEA4}" type="presParOf" srcId="{C9264EDA-91B6-4FAE-AFE6-AFC29BE66386}" destId="{10ED47C6-871B-4007-A5DC-62A5247B2425}" srcOrd="5" destOrd="0" presId="urn:microsoft.com/office/officeart/2005/8/layout/orgChart1"/>
    <dgm:cxn modelId="{9D3CB415-D6A7-43B3-8566-87AAD0D15B4F}" type="presParOf" srcId="{10ED47C6-871B-4007-A5DC-62A5247B2425}" destId="{C4E59A2D-46A6-472A-A135-9FD96DE9094E}" srcOrd="0" destOrd="0" presId="urn:microsoft.com/office/officeart/2005/8/layout/orgChart1"/>
    <dgm:cxn modelId="{3D48A76E-938C-434B-87D6-42B057EA6664}" type="presParOf" srcId="{C4E59A2D-46A6-472A-A135-9FD96DE9094E}" destId="{A792E48B-E59F-426E-B59E-25883EE0DF31}" srcOrd="0" destOrd="0" presId="urn:microsoft.com/office/officeart/2005/8/layout/orgChart1"/>
    <dgm:cxn modelId="{04C2AF53-0DBD-4190-9D1B-F528CB7CB658}" type="presParOf" srcId="{C4E59A2D-46A6-472A-A135-9FD96DE9094E}" destId="{DAD0AE31-2183-4883-A49E-5AC8784C4DC1}" srcOrd="1" destOrd="0" presId="urn:microsoft.com/office/officeart/2005/8/layout/orgChart1"/>
    <dgm:cxn modelId="{0463A7B3-25D7-475E-9ABB-6BB13345CBA6}" type="presParOf" srcId="{10ED47C6-871B-4007-A5DC-62A5247B2425}" destId="{30D38FA1-1E02-48DD-B1AA-A55491320D4D}" srcOrd="1" destOrd="0" presId="urn:microsoft.com/office/officeart/2005/8/layout/orgChart1"/>
    <dgm:cxn modelId="{67B14FAD-4522-44B7-8F26-974A59E00A25}" type="presParOf" srcId="{10ED47C6-871B-4007-A5DC-62A5247B2425}" destId="{8C57470D-AF64-46DA-A3D7-6AD4BB371FAF}"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F7165D72-C397-49FF-AA57-F1053CC21428}" type="presParOf" srcId="{4C592C92-3156-443C-BB98-9204DFF01F72}" destId="{F406B8EB-44F2-47F3-AF73-B274E07D3437}" srcOrd="2" destOrd="0" presId="urn:microsoft.com/office/officeart/2005/8/layout/orgChart1"/>
    <dgm:cxn modelId="{D8C6607F-B09C-4018-B817-865CEA59403E}" type="presParOf" srcId="{4C592C92-3156-443C-BB98-9204DFF01F72}" destId="{08BDD783-C5F3-4CB7-BB56-E729433DE263}" srcOrd="3" destOrd="0" presId="urn:microsoft.com/office/officeart/2005/8/layout/orgChart1"/>
    <dgm:cxn modelId="{049F9D1B-7437-4921-B1B6-76843CD25A7C}" type="presParOf" srcId="{08BDD783-C5F3-4CB7-BB56-E729433DE263}" destId="{5F70EC70-64BB-4DD2-B0EC-31D41F7591A3}" srcOrd="0" destOrd="0" presId="urn:microsoft.com/office/officeart/2005/8/layout/orgChart1"/>
    <dgm:cxn modelId="{D2F6CE0A-8620-4CF7-9616-58B1DB43A503}" type="presParOf" srcId="{5F70EC70-64BB-4DD2-B0EC-31D41F7591A3}" destId="{83491CF3-E0A8-41F0-8748-5B85D6C90040}" srcOrd="0" destOrd="0" presId="urn:microsoft.com/office/officeart/2005/8/layout/orgChart1"/>
    <dgm:cxn modelId="{A767A3E5-080F-4BB9-A243-7611B0FF43D8}" type="presParOf" srcId="{5F70EC70-64BB-4DD2-B0EC-31D41F7591A3}" destId="{5988ED23-194C-42E1-88AB-8E72A53BDC23}" srcOrd="1" destOrd="0" presId="urn:microsoft.com/office/officeart/2005/8/layout/orgChart1"/>
    <dgm:cxn modelId="{6492C467-7345-49DC-8095-BE071A523E28}" type="presParOf" srcId="{08BDD783-C5F3-4CB7-BB56-E729433DE263}" destId="{F8F28EB4-408C-45EE-8233-336763641D69}" srcOrd="1" destOrd="0" presId="urn:microsoft.com/office/officeart/2005/8/layout/orgChart1"/>
    <dgm:cxn modelId="{CB4B4A7F-B4DB-4D29-9DD5-059459DDCBBE}" type="presParOf" srcId="{08BDD783-C5F3-4CB7-BB56-E729433DE263}" destId="{E76F7B36-D6B2-4275-AEF1-36D762A6E6C9}" srcOrd="2" destOrd="0" presId="urn:microsoft.com/office/officeart/2005/8/layout/orgChart1"/>
    <dgm:cxn modelId="{10D76BF5-4E61-42EC-AAEF-393253F21692}" type="presParOf" srcId="{4C592C92-3156-443C-BB98-9204DFF01F72}" destId="{8C7C57BC-0E68-4E25-9D4A-D3542769DA95}" srcOrd="4" destOrd="0" presId="urn:microsoft.com/office/officeart/2005/8/layout/orgChart1"/>
    <dgm:cxn modelId="{79B3C94F-98E6-4EA6-BAAC-D1A14257F0B2}" type="presParOf" srcId="{4C592C92-3156-443C-BB98-9204DFF01F72}" destId="{6D81E017-68DC-482B-90D5-4DBBAB78FA97}" srcOrd="5" destOrd="0" presId="urn:microsoft.com/office/officeart/2005/8/layout/orgChart1"/>
    <dgm:cxn modelId="{5372211C-874C-40B0-BF78-F701C8908C40}" type="presParOf" srcId="{6D81E017-68DC-482B-90D5-4DBBAB78FA97}" destId="{12D646AF-6E30-4BAD-8CD4-760AFEC82E05}" srcOrd="0" destOrd="0" presId="urn:microsoft.com/office/officeart/2005/8/layout/orgChart1"/>
    <dgm:cxn modelId="{A1C790A1-32AB-4B0F-A0A2-6D31216E7419}" type="presParOf" srcId="{12D646AF-6E30-4BAD-8CD4-760AFEC82E05}" destId="{4140A25E-4F9D-44DB-85AB-432AE99FA579}" srcOrd="0" destOrd="0" presId="urn:microsoft.com/office/officeart/2005/8/layout/orgChart1"/>
    <dgm:cxn modelId="{F702DDD1-4236-4277-ABD7-CA1E5E502078}" type="presParOf" srcId="{12D646AF-6E30-4BAD-8CD4-760AFEC82E05}" destId="{2AB4BF43-9ACD-420F-8CEE-B70EB4712527}" srcOrd="1" destOrd="0" presId="urn:microsoft.com/office/officeart/2005/8/layout/orgChart1"/>
    <dgm:cxn modelId="{492B5E75-761A-43AA-A123-ED5ADC82CCC0}" type="presParOf" srcId="{6D81E017-68DC-482B-90D5-4DBBAB78FA97}" destId="{A1829268-35DF-474E-8AAB-49FA6D7346DF}" srcOrd="1" destOrd="0" presId="urn:microsoft.com/office/officeart/2005/8/layout/orgChart1"/>
    <dgm:cxn modelId="{674BEF7D-94AE-4086-A90B-E225D8E0368C}" type="presParOf" srcId="{6D81E017-68DC-482B-90D5-4DBBAB78FA97}" destId="{0615CE0C-F2F5-475C-8AF9-FB8440C79C62}"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CC3BE2E-6341-4D85-8C50-DB6F4AE9054F}" type="presParOf" srcId="{AD53A4B1-01E7-41E8-9724-31F3910545A4}" destId="{76E33A9D-9480-40FB-A4DF-EE1E2E7E401E}" srcOrd="4" destOrd="0" presId="urn:microsoft.com/office/officeart/2005/8/layout/orgChart1"/>
    <dgm:cxn modelId="{585DBA3C-ACC4-45C1-9FB2-8B105C53EE23}" type="presParOf" srcId="{AD53A4B1-01E7-41E8-9724-31F3910545A4}" destId="{04B8EA4A-11CB-4AF7-85D7-32F9AD439CB7}" srcOrd="5" destOrd="0" presId="urn:microsoft.com/office/officeart/2005/8/layout/orgChart1"/>
    <dgm:cxn modelId="{03078144-71FF-41AF-B2F5-D9170C4727C6}" type="presParOf" srcId="{04B8EA4A-11CB-4AF7-85D7-32F9AD439CB7}" destId="{D50DA092-4409-4311-BEA8-2E2A816EFE92}" srcOrd="0" destOrd="0" presId="urn:microsoft.com/office/officeart/2005/8/layout/orgChart1"/>
    <dgm:cxn modelId="{D9059D2A-13BB-4731-9A4E-33395DE86C02}" type="presParOf" srcId="{D50DA092-4409-4311-BEA8-2E2A816EFE92}" destId="{B4DA07B5-29B3-4442-A69E-055EEC652BE8}" srcOrd="0" destOrd="0" presId="urn:microsoft.com/office/officeart/2005/8/layout/orgChart1"/>
    <dgm:cxn modelId="{B4283941-C237-4A2C-B7F5-0E103A041C53}" type="presParOf" srcId="{D50DA092-4409-4311-BEA8-2E2A816EFE92}" destId="{746FE1B3-37E8-4050-B0B7-5668D5D7D118}" srcOrd="1" destOrd="0" presId="urn:microsoft.com/office/officeart/2005/8/layout/orgChart1"/>
    <dgm:cxn modelId="{2FE68761-EDC8-4060-8254-1CB626B40AE7}" type="presParOf" srcId="{04B8EA4A-11CB-4AF7-85D7-32F9AD439CB7}" destId="{CA531930-87B7-4E2B-AA93-B0ECAA52CC09}" srcOrd="1" destOrd="0" presId="urn:microsoft.com/office/officeart/2005/8/layout/orgChart1"/>
    <dgm:cxn modelId="{CF4BB83F-FE9B-48E2-A8D8-090B5557435A}" type="presParOf" srcId="{CA531930-87B7-4E2B-AA93-B0ECAA52CC09}" destId="{0207D2DC-D98D-48DB-A444-1B3BB3C111EF}" srcOrd="0" destOrd="0" presId="urn:microsoft.com/office/officeart/2005/8/layout/orgChart1"/>
    <dgm:cxn modelId="{3F396A0E-75CE-46FA-BD3C-C0DF6FC54A5D}" type="presParOf" srcId="{CA531930-87B7-4E2B-AA93-B0ECAA52CC09}" destId="{BBE3DE01-9991-4932-A682-9EC9E0F8B3A7}" srcOrd="1" destOrd="0" presId="urn:microsoft.com/office/officeart/2005/8/layout/orgChart1"/>
    <dgm:cxn modelId="{F5AE0C0C-4802-47F6-9498-ADA8C8F80482}" type="presParOf" srcId="{BBE3DE01-9991-4932-A682-9EC9E0F8B3A7}" destId="{5E3199D1-526C-4B6E-923B-A4820FFCC213}" srcOrd="0" destOrd="0" presId="urn:microsoft.com/office/officeart/2005/8/layout/orgChart1"/>
    <dgm:cxn modelId="{0ADAAE34-7EF2-49A2-8901-63D33FCF8D05}" type="presParOf" srcId="{5E3199D1-526C-4B6E-923B-A4820FFCC213}" destId="{B3DA1D68-D7FF-4520-90A3-C4A2EA0D76C0}" srcOrd="0" destOrd="0" presId="urn:microsoft.com/office/officeart/2005/8/layout/orgChart1"/>
    <dgm:cxn modelId="{A9655755-3253-4208-93B4-1CDFA1DCC4D8}" type="presParOf" srcId="{5E3199D1-526C-4B6E-923B-A4820FFCC213}" destId="{D0721C6D-93AC-4B26-927C-A61DADEBA9AA}" srcOrd="1" destOrd="0" presId="urn:microsoft.com/office/officeart/2005/8/layout/orgChart1"/>
    <dgm:cxn modelId="{7FDBC081-3838-498A-A2D4-4CE8D0A14470}" type="presParOf" srcId="{BBE3DE01-9991-4932-A682-9EC9E0F8B3A7}" destId="{0334F3E5-204D-4D93-AC17-5BC4150447BF}" srcOrd="1" destOrd="0" presId="urn:microsoft.com/office/officeart/2005/8/layout/orgChart1"/>
    <dgm:cxn modelId="{D30AE842-4FF6-49E6-AD3B-6BC329FF5B6C}" type="presParOf" srcId="{BBE3DE01-9991-4932-A682-9EC9E0F8B3A7}" destId="{5E7EC9AB-EEE2-4013-9B1F-D917B34504FA}" srcOrd="2" destOrd="0" presId="urn:microsoft.com/office/officeart/2005/8/layout/orgChart1"/>
    <dgm:cxn modelId="{416F0E51-0986-45C6-8061-8F1014C89F0E}" type="presParOf" srcId="{CA531930-87B7-4E2B-AA93-B0ECAA52CC09}" destId="{EDAAD592-AB88-4251-977A-23D417AF9F0E}" srcOrd="2" destOrd="0" presId="urn:microsoft.com/office/officeart/2005/8/layout/orgChart1"/>
    <dgm:cxn modelId="{502127B5-94B7-4F63-8A67-A0E4DC1EA990}" type="presParOf" srcId="{CA531930-87B7-4E2B-AA93-B0ECAA52CC09}" destId="{1A3A2D6A-2A62-4E35-A4D8-D6A8AABA3D80}" srcOrd="3" destOrd="0" presId="urn:microsoft.com/office/officeart/2005/8/layout/orgChart1"/>
    <dgm:cxn modelId="{ABCC9CC4-18CA-4ADE-9C4A-E9A9E2C873AD}" type="presParOf" srcId="{1A3A2D6A-2A62-4E35-A4D8-D6A8AABA3D80}" destId="{552B4967-EF45-40E5-B271-25699085E0C5}" srcOrd="0" destOrd="0" presId="urn:microsoft.com/office/officeart/2005/8/layout/orgChart1"/>
    <dgm:cxn modelId="{47AA393F-8367-4843-A76B-5709448760A0}" type="presParOf" srcId="{552B4967-EF45-40E5-B271-25699085E0C5}" destId="{F734AC47-D381-46DB-B2D4-DC1F52ACEE63}" srcOrd="0" destOrd="0" presId="urn:microsoft.com/office/officeart/2005/8/layout/orgChart1"/>
    <dgm:cxn modelId="{65B051E7-854D-470D-B7E5-560A484CFEAB}" type="presParOf" srcId="{552B4967-EF45-40E5-B271-25699085E0C5}" destId="{6D311FDB-5969-4C7C-819C-7A85F8D1C126}" srcOrd="1" destOrd="0" presId="urn:microsoft.com/office/officeart/2005/8/layout/orgChart1"/>
    <dgm:cxn modelId="{07479368-4727-4D4F-888F-6AE49C4B5942}" type="presParOf" srcId="{1A3A2D6A-2A62-4E35-A4D8-D6A8AABA3D80}" destId="{A3085D37-5876-46A2-87CB-EA55640A6156}" srcOrd="1" destOrd="0" presId="urn:microsoft.com/office/officeart/2005/8/layout/orgChart1"/>
    <dgm:cxn modelId="{1413DF94-3F59-44C2-8A6D-297DC6BD074A}" type="presParOf" srcId="{1A3A2D6A-2A62-4E35-A4D8-D6A8AABA3D80}" destId="{4AA1DDC2-8165-4D78-A713-7772206A1808}" srcOrd="2" destOrd="0" presId="urn:microsoft.com/office/officeart/2005/8/layout/orgChart1"/>
    <dgm:cxn modelId="{2096DAA5-A70E-446D-B4D3-5D260C5AB5DA}" type="presParOf" srcId="{CA531930-87B7-4E2B-AA93-B0ECAA52CC09}" destId="{BC27900B-7779-4F49-8E91-BB9DEB5AF639}" srcOrd="4" destOrd="0" presId="urn:microsoft.com/office/officeart/2005/8/layout/orgChart1"/>
    <dgm:cxn modelId="{ED560A8D-EA99-4EE9-8323-38599E08EF67}" type="presParOf" srcId="{CA531930-87B7-4E2B-AA93-B0ECAA52CC09}" destId="{AF1B54D0-84C2-428D-ABFE-107199165F36}" srcOrd="5" destOrd="0" presId="urn:microsoft.com/office/officeart/2005/8/layout/orgChart1"/>
    <dgm:cxn modelId="{BB7AFBD7-427A-43F7-9B86-8893194A4E73}" type="presParOf" srcId="{AF1B54D0-84C2-428D-ABFE-107199165F36}" destId="{05AA9F74-5A5B-4E28-B112-D3EF95AF89CC}" srcOrd="0" destOrd="0" presId="urn:microsoft.com/office/officeart/2005/8/layout/orgChart1"/>
    <dgm:cxn modelId="{98B6EBF7-D032-42F2-9016-57F175FD05E6}" type="presParOf" srcId="{05AA9F74-5A5B-4E28-B112-D3EF95AF89CC}" destId="{B3891AA4-CED2-4E5D-B835-F39968FF3A2F}" srcOrd="0" destOrd="0" presId="urn:microsoft.com/office/officeart/2005/8/layout/orgChart1"/>
    <dgm:cxn modelId="{43998821-B52B-47A1-B830-A707DE754692}" type="presParOf" srcId="{05AA9F74-5A5B-4E28-B112-D3EF95AF89CC}" destId="{1B24A96F-0D5E-450F-8554-069FEBBBAD7E}" srcOrd="1" destOrd="0" presId="urn:microsoft.com/office/officeart/2005/8/layout/orgChart1"/>
    <dgm:cxn modelId="{A9A0B21A-F4B3-47C5-A686-A33F2AC9D066}" type="presParOf" srcId="{AF1B54D0-84C2-428D-ABFE-107199165F36}" destId="{399DD0F2-0C84-421D-A33D-389F21D439A3}" srcOrd="1" destOrd="0" presId="urn:microsoft.com/office/officeart/2005/8/layout/orgChart1"/>
    <dgm:cxn modelId="{E0A98C26-EFE9-4909-BF38-5A2C04FD40C4}" type="presParOf" srcId="{AF1B54D0-84C2-428D-ABFE-107199165F36}" destId="{6FC6ECD0-AA1A-4CDF-B0FE-73D61D434DB9}" srcOrd="2" destOrd="0" presId="urn:microsoft.com/office/officeart/2005/8/layout/orgChart1"/>
    <dgm:cxn modelId="{767D4269-3CCC-4465-A13A-54071C8041C0}" type="presParOf" srcId="{CA531930-87B7-4E2B-AA93-B0ECAA52CC09}" destId="{D0324BF3-B4B7-4F53-833E-8F23F8DD0C14}" srcOrd="6" destOrd="0" presId="urn:microsoft.com/office/officeart/2005/8/layout/orgChart1"/>
    <dgm:cxn modelId="{D2708B19-5CFC-4A65-8EC2-0BC17EE61AF9}" type="presParOf" srcId="{CA531930-87B7-4E2B-AA93-B0ECAA52CC09}" destId="{094B6573-365F-431B-BEB2-DB27479282EE}" srcOrd="7" destOrd="0" presId="urn:microsoft.com/office/officeart/2005/8/layout/orgChart1"/>
    <dgm:cxn modelId="{4319F7E0-84E2-48AD-AE1F-E71D8A1C8824}" type="presParOf" srcId="{094B6573-365F-431B-BEB2-DB27479282EE}" destId="{E8029A6E-5B8F-4E54-B04E-40390989EDCB}" srcOrd="0" destOrd="0" presId="urn:microsoft.com/office/officeart/2005/8/layout/orgChart1"/>
    <dgm:cxn modelId="{7926D082-DE93-499A-AB10-251F355C8730}" type="presParOf" srcId="{E8029A6E-5B8F-4E54-B04E-40390989EDCB}" destId="{07B3B996-0242-409B-86E6-7054C39B7304}" srcOrd="0" destOrd="0" presId="urn:microsoft.com/office/officeart/2005/8/layout/orgChart1"/>
    <dgm:cxn modelId="{4F4A83B0-CD2F-4FAA-843D-8E4E6CDAAF0F}" type="presParOf" srcId="{E8029A6E-5B8F-4E54-B04E-40390989EDCB}" destId="{A2C40E75-E4B3-4A5B-A7E3-FE0B8B1FD4A1}" srcOrd="1" destOrd="0" presId="urn:microsoft.com/office/officeart/2005/8/layout/orgChart1"/>
    <dgm:cxn modelId="{C125B263-8C78-4577-9C97-B446F36B07E5}" type="presParOf" srcId="{094B6573-365F-431B-BEB2-DB27479282EE}" destId="{BCCB8DCC-ACC6-4D09-B821-47BDEAF6DEFD}" srcOrd="1" destOrd="0" presId="urn:microsoft.com/office/officeart/2005/8/layout/orgChart1"/>
    <dgm:cxn modelId="{0D1E11C6-FF6D-4848-BD25-0D822ADAF0BC}" type="presParOf" srcId="{094B6573-365F-431B-BEB2-DB27479282EE}" destId="{39F85F71-F6BE-44E5-A831-9871329DD136}" srcOrd="2" destOrd="0" presId="urn:microsoft.com/office/officeart/2005/8/layout/orgChart1"/>
    <dgm:cxn modelId="{BFF7C577-3600-4628-9F28-191D8487A6D5}" type="presParOf" srcId="{CA531930-87B7-4E2B-AA93-B0ECAA52CC09}" destId="{2D150FA1-FFAF-4DC9-929D-F57FF2583CF4}" srcOrd="8" destOrd="0" presId="urn:microsoft.com/office/officeart/2005/8/layout/orgChart1"/>
    <dgm:cxn modelId="{8BD13A70-D73F-4DCE-9A13-C80F38517461}" type="presParOf" srcId="{CA531930-87B7-4E2B-AA93-B0ECAA52CC09}" destId="{0BD5762D-1F67-4B9B-B797-BB4DFC510089}" srcOrd="9" destOrd="0" presId="urn:microsoft.com/office/officeart/2005/8/layout/orgChart1"/>
    <dgm:cxn modelId="{14791AAB-95D5-4469-9A8F-C1B5D62F99CD}" type="presParOf" srcId="{0BD5762D-1F67-4B9B-B797-BB4DFC510089}" destId="{82D7387A-C52D-4405-8641-1C553B72F85E}" srcOrd="0" destOrd="0" presId="urn:microsoft.com/office/officeart/2005/8/layout/orgChart1"/>
    <dgm:cxn modelId="{F7663437-93D4-4A1E-9EF7-1D2E0890D2A6}" type="presParOf" srcId="{82D7387A-C52D-4405-8641-1C553B72F85E}" destId="{3424AB88-7D92-4E5F-A5B2-F9958554F485}" srcOrd="0" destOrd="0" presId="urn:microsoft.com/office/officeart/2005/8/layout/orgChart1"/>
    <dgm:cxn modelId="{D6158BA6-9A67-4D35-A56A-59FD6C885031}" type="presParOf" srcId="{82D7387A-C52D-4405-8641-1C553B72F85E}" destId="{E3BBFA01-97CF-40FC-BA2A-0DE0CFC5AD42}" srcOrd="1" destOrd="0" presId="urn:microsoft.com/office/officeart/2005/8/layout/orgChart1"/>
    <dgm:cxn modelId="{D322E734-6AAE-4CD6-87A1-1DFFEB6B8969}" type="presParOf" srcId="{0BD5762D-1F67-4B9B-B797-BB4DFC510089}" destId="{3D1F8B8B-AF15-436C-A339-0FB65E9EEB44}" srcOrd="1" destOrd="0" presId="urn:microsoft.com/office/officeart/2005/8/layout/orgChart1"/>
    <dgm:cxn modelId="{A88996DE-B445-461E-8386-03F29BADF905}" type="presParOf" srcId="{0BD5762D-1F67-4B9B-B797-BB4DFC510089}" destId="{002FD9BA-28D3-46D2-88C8-5D60E2C17B06}" srcOrd="2" destOrd="0" presId="urn:microsoft.com/office/officeart/2005/8/layout/orgChart1"/>
    <dgm:cxn modelId="{3A153611-C729-41FB-A9F2-067F50756C0C}" type="presParOf" srcId="{CA531930-87B7-4E2B-AA93-B0ECAA52CC09}" destId="{3EFF15E5-1005-4CD4-A19E-D44C26A99A45}" srcOrd="10" destOrd="0" presId="urn:microsoft.com/office/officeart/2005/8/layout/orgChart1"/>
    <dgm:cxn modelId="{ADF33051-9FD9-4AA2-854C-5C1A4A9FCA67}" type="presParOf" srcId="{CA531930-87B7-4E2B-AA93-B0ECAA52CC09}" destId="{A64BFF2F-8A62-44A0-96D5-E39D907748B3}" srcOrd="11" destOrd="0" presId="urn:microsoft.com/office/officeart/2005/8/layout/orgChart1"/>
    <dgm:cxn modelId="{D5CE95E4-74E3-4A11-BA32-4AD858D85812}" type="presParOf" srcId="{A64BFF2F-8A62-44A0-96D5-E39D907748B3}" destId="{4AC01007-BA5E-493C-AC0F-FA63F9CA486C}" srcOrd="0" destOrd="0" presId="urn:microsoft.com/office/officeart/2005/8/layout/orgChart1"/>
    <dgm:cxn modelId="{E158ED40-551F-4349-878D-EC8BECFE87BC}" type="presParOf" srcId="{4AC01007-BA5E-493C-AC0F-FA63F9CA486C}" destId="{016B6ADC-C0FE-4D4F-AA35-EA7832A3C2A4}" srcOrd="0" destOrd="0" presId="urn:microsoft.com/office/officeart/2005/8/layout/orgChart1"/>
    <dgm:cxn modelId="{D3435542-2E4D-43D8-B097-798B723323DB}" type="presParOf" srcId="{4AC01007-BA5E-493C-AC0F-FA63F9CA486C}" destId="{11F71650-3E11-4CE9-8D62-08DA18DE7E74}" srcOrd="1" destOrd="0" presId="urn:microsoft.com/office/officeart/2005/8/layout/orgChart1"/>
    <dgm:cxn modelId="{BD2EE30C-6745-4B7F-98CC-2591CC189C15}" type="presParOf" srcId="{A64BFF2F-8A62-44A0-96D5-E39D907748B3}" destId="{E5686F4C-A71B-44D7-AFB0-D31F3AFE0737}" srcOrd="1" destOrd="0" presId="urn:microsoft.com/office/officeart/2005/8/layout/orgChart1"/>
    <dgm:cxn modelId="{8283DBCE-3485-4F7F-B718-FB09EC2F5FD5}" type="presParOf" srcId="{A64BFF2F-8A62-44A0-96D5-E39D907748B3}" destId="{BF230AD8-12BD-4DA6-9B5E-48D3AC2C3685}" srcOrd="2" destOrd="0" presId="urn:microsoft.com/office/officeart/2005/8/layout/orgChart1"/>
    <dgm:cxn modelId="{795949FC-8F07-4E46-B32F-80D968212F71}" type="presParOf" srcId="{04B8EA4A-11CB-4AF7-85D7-32F9AD439CB7}" destId="{E9A486E8-3FB6-41A6-BD46-32EB689AD74B}" srcOrd="2" destOrd="0" presId="urn:microsoft.com/office/officeart/2005/8/layout/orgChart1"/>
    <dgm:cxn modelId="{27CEEFC8-CEF7-4804-B31D-9B2AA5B35413}" type="presParOf" srcId="{AD53A4B1-01E7-41E8-9724-31F3910545A4}" destId="{E176ACEC-BD58-4170-B91A-1AA1D1DF77F0}" srcOrd="6" destOrd="0" presId="urn:microsoft.com/office/officeart/2005/8/layout/orgChart1"/>
    <dgm:cxn modelId="{148F40BC-DB25-4622-BF13-45E4D08006B7}" type="presParOf" srcId="{AD53A4B1-01E7-41E8-9724-31F3910545A4}" destId="{ECD4CC19-881A-44A6-9474-785CC0C059F4}" srcOrd="7" destOrd="0" presId="urn:microsoft.com/office/officeart/2005/8/layout/orgChart1"/>
    <dgm:cxn modelId="{E4ED6127-47B4-4152-AD14-BD7D3932A91E}" type="presParOf" srcId="{ECD4CC19-881A-44A6-9474-785CC0C059F4}" destId="{D3FBA0E9-F095-447B-899D-12FE1ACDB26A}" srcOrd="0" destOrd="0" presId="urn:microsoft.com/office/officeart/2005/8/layout/orgChart1"/>
    <dgm:cxn modelId="{A77409DC-A981-44A0-856C-292F7368969C}" type="presParOf" srcId="{D3FBA0E9-F095-447B-899D-12FE1ACDB26A}" destId="{606E0F95-4779-4D9A-B606-9ABA993A565C}" srcOrd="0" destOrd="0" presId="urn:microsoft.com/office/officeart/2005/8/layout/orgChart1"/>
    <dgm:cxn modelId="{AFA928B5-B87F-41AC-AE5B-0BE0E8AF035A}" type="presParOf" srcId="{D3FBA0E9-F095-447B-899D-12FE1ACDB26A}" destId="{D644AF87-ADF0-487B-AC77-4BAD17472D87}" srcOrd="1" destOrd="0" presId="urn:microsoft.com/office/officeart/2005/8/layout/orgChart1"/>
    <dgm:cxn modelId="{6578C414-91AA-40DD-9F8F-F94FFA4D5D03}" type="presParOf" srcId="{ECD4CC19-881A-44A6-9474-785CC0C059F4}" destId="{E8843230-B658-467E-ABDF-26AE593B8491}" srcOrd="1" destOrd="0" presId="urn:microsoft.com/office/officeart/2005/8/layout/orgChart1"/>
    <dgm:cxn modelId="{977AA8EB-59FA-44CF-8F96-9B3DB32153E9}" type="presParOf" srcId="{ECD4CC19-881A-44A6-9474-785CC0C059F4}" destId="{328AA022-D844-486A-A579-E33311A2ACB8}"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5DF9D5-45C9-489E-B678-5E07A2FF46E4}">
      <dsp:nvSpPr>
        <dsp:cNvPr id="0" name=""/>
        <dsp:cNvSpPr/>
      </dsp:nvSpPr>
      <dsp:spPr>
        <a:xfrm>
          <a:off x="4298315" y="1371651"/>
          <a:ext cx="3894400" cy="395911"/>
        </a:xfrm>
        <a:custGeom>
          <a:avLst/>
          <a:gdLst/>
          <a:ahLst/>
          <a:cxnLst/>
          <a:rect l="0" t="0" r="0" b="0"/>
          <a:pathLst>
            <a:path>
              <a:moveTo>
                <a:pt x="0" y="0"/>
              </a:moveTo>
              <a:lnTo>
                <a:pt x="0" y="292641"/>
              </a:lnTo>
              <a:lnTo>
                <a:pt x="3894400" y="292641"/>
              </a:lnTo>
              <a:lnTo>
                <a:pt x="3894400" y="39591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A058C1-40FD-4BF4-B325-DDBF7F95D6CE}">
      <dsp:nvSpPr>
        <dsp:cNvPr id="0" name=""/>
        <dsp:cNvSpPr/>
      </dsp:nvSpPr>
      <dsp:spPr>
        <a:xfrm>
          <a:off x="4298315" y="1371651"/>
          <a:ext cx="2704339" cy="395911"/>
        </a:xfrm>
        <a:custGeom>
          <a:avLst/>
          <a:gdLst/>
          <a:ahLst/>
          <a:cxnLst/>
          <a:rect l="0" t="0" r="0" b="0"/>
          <a:pathLst>
            <a:path>
              <a:moveTo>
                <a:pt x="0" y="0"/>
              </a:moveTo>
              <a:lnTo>
                <a:pt x="0" y="292641"/>
              </a:lnTo>
              <a:lnTo>
                <a:pt x="2704339" y="292641"/>
              </a:lnTo>
              <a:lnTo>
                <a:pt x="2704339" y="39591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BA4532-F8E7-4798-9780-2CBF03640715}">
      <dsp:nvSpPr>
        <dsp:cNvPr id="0" name=""/>
        <dsp:cNvSpPr/>
      </dsp:nvSpPr>
      <dsp:spPr>
        <a:xfrm>
          <a:off x="5419185" y="2259324"/>
          <a:ext cx="147528" cy="1849020"/>
        </a:xfrm>
        <a:custGeom>
          <a:avLst/>
          <a:gdLst/>
          <a:ahLst/>
          <a:cxnLst/>
          <a:rect l="0" t="0" r="0" b="0"/>
          <a:pathLst>
            <a:path>
              <a:moveTo>
                <a:pt x="0" y="0"/>
              </a:moveTo>
              <a:lnTo>
                <a:pt x="0" y="1849020"/>
              </a:lnTo>
              <a:lnTo>
                <a:pt x="147528" y="18490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539635-C2FD-4939-BAB8-AFBF5C69DBC9}">
      <dsp:nvSpPr>
        <dsp:cNvPr id="0" name=""/>
        <dsp:cNvSpPr/>
      </dsp:nvSpPr>
      <dsp:spPr>
        <a:xfrm>
          <a:off x="5419185" y="2259324"/>
          <a:ext cx="147528" cy="1150719"/>
        </a:xfrm>
        <a:custGeom>
          <a:avLst/>
          <a:gdLst/>
          <a:ahLst/>
          <a:cxnLst/>
          <a:rect l="0" t="0" r="0" b="0"/>
          <a:pathLst>
            <a:path>
              <a:moveTo>
                <a:pt x="0" y="0"/>
              </a:moveTo>
              <a:lnTo>
                <a:pt x="0" y="1150719"/>
              </a:lnTo>
              <a:lnTo>
                <a:pt x="147528" y="115071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CBB063-4818-4B89-A2DA-2C77A22E32C5}">
      <dsp:nvSpPr>
        <dsp:cNvPr id="0" name=""/>
        <dsp:cNvSpPr/>
      </dsp:nvSpPr>
      <dsp:spPr>
        <a:xfrm>
          <a:off x="5419185" y="2259324"/>
          <a:ext cx="147528" cy="452419"/>
        </a:xfrm>
        <a:custGeom>
          <a:avLst/>
          <a:gdLst/>
          <a:ahLst/>
          <a:cxnLst/>
          <a:rect l="0" t="0" r="0" b="0"/>
          <a:pathLst>
            <a:path>
              <a:moveTo>
                <a:pt x="0" y="0"/>
              </a:moveTo>
              <a:lnTo>
                <a:pt x="0" y="452419"/>
              </a:lnTo>
              <a:lnTo>
                <a:pt x="147528" y="45241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76ACEC-BD58-4170-B91A-1AA1D1DF77F0}">
      <dsp:nvSpPr>
        <dsp:cNvPr id="0" name=""/>
        <dsp:cNvSpPr/>
      </dsp:nvSpPr>
      <dsp:spPr>
        <a:xfrm>
          <a:off x="4298315" y="1371651"/>
          <a:ext cx="1514278" cy="395911"/>
        </a:xfrm>
        <a:custGeom>
          <a:avLst/>
          <a:gdLst/>
          <a:ahLst/>
          <a:cxnLst/>
          <a:rect l="0" t="0" r="0" b="0"/>
          <a:pathLst>
            <a:path>
              <a:moveTo>
                <a:pt x="0" y="0"/>
              </a:moveTo>
              <a:lnTo>
                <a:pt x="0" y="292641"/>
              </a:lnTo>
              <a:lnTo>
                <a:pt x="1514278" y="292641"/>
              </a:lnTo>
              <a:lnTo>
                <a:pt x="1514278" y="39591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AAD592-AB88-4251-977A-23D417AF9F0E}">
      <dsp:nvSpPr>
        <dsp:cNvPr id="0" name=""/>
        <dsp:cNvSpPr/>
      </dsp:nvSpPr>
      <dsp:spPr>
        <a:xfrm>
          <a:off x="3835489" y="2231254"/>
          <a:ext cx="213133" cy="1133695"/>
        </a:xfrm>
        <a:custGeom>
          <a:avLst/>
          <a:gdLst/>
          <a:ahLst/>
          <a:cxnLst/>
          <a:rect l="0" t="0" r="0" b="0"/>
          <a:pathLst>
            <a:path>
              <a:moveTo>
                <a:pt x="0" y="0"/>
              </a:moveTo>
              <a:lnTo>
                <a:pt x="0" y="1133695"/>
              </a:lnTo>
              <a:lnTo>
                <a:pt x="213133" y="113369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07D2DC-D98D-48DB-A444-1B3BB3C111EF}">
      <dsp:nvSpPr>
        <dsp:cNvPr id="0" name=""/>
        <dsp:cNvSpPr/>
      </dsp:nvSpPr>
      <dsp:spPr>
        <a:xfrm>
          <a:off x="3835489" y="2231254"/>
          <a:ext cx="213133" cy="435395"/>
        </a:xfrm>
        <a:custGeom>
          <a:avLst/>
          <a:gdLst/>
          <a:ahLst/>
          <a:cxnLst/>
          <a:rect l="0" t="0" r="0" b="0"/>
          <a:pathLst>
            <a:path>
              <a:moveTo>
                <a:pt x="0" y="0"/>
              </a:moveTo>
              <a:lnTo>
                <a:pt x="0" y="435395"/>
              </a:lnTo>
              <a:lnTo>
                <a:pt x="213133" y="43539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4298315" y="1371651"/>
          <a:ext cx="105531" cy="412936"/>
        </a:xfrm>
        <a:custGeom>
          <a:avLst/>
          <a:gdLst/>
          <a:ahLst/>
          <a:cxnLst/>
          <a:rect l="0" t="0" r="0" b="0"/>
          <a:pathLst>
            <a:path>
              <a:moveTo>
                <a:pt x="0" y="0"/>
              </a:moveTo>
              <a:lnTo>
                <a:pt x="0" y="309666"/>
              </a:lnTo>
              <a:lnTo>
                <a:pt x="105531" y="309666"/>
              </a:lnTo>
              <a:lnTo>
                <a:pt x="105531" y="41293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7C57BC-0E68-4E25-9D4A-D3542769DA95}">
      <dsp:nvSpPr>
        <dsp:cNvPr id="0" name=""/>
        <dsp:cNvSpPr/>
      </dsp:nvSpPr>
      <dsp:spPr>
        <a:xfrm>
          <a:off x="2051161" y="2349203"/>
          <a:ext cx="206449" cy="1750751"/>
        </a:xfrm>
        <a:custGeom>
          <a:avLst/>
          <a:gdLst/>
          <a:ahLst/>
          <a:cxnLst/>
          <a:rect l="0" t="0" r="0" b="0"/>
          <a:pathLst>
            <a:path>
              <a:moveTo>
                <a:pt x="0" y="0"/>
              </a:moveTo>
              <a:lnTo>
                <a:pt x="0" y="1750751"/>
              </a:lnTo>
              <a:lnTo>
                <a:pt x="206449" y="17507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06B8EB-44F2-47F3-AF73-B274E07D3437}">
      <dsp:nvSpPr>
        <dsp:cNvPr id="0" name=""/>
        <dsp:cNvSpPr/>
      </dsp:nvSpPr>
      <dsp:spPr>
        <a:xfrm>
          <a:off x="2051161" y="2349203"/>
          <a:ext cx="206449" cy="1052451"/>
        </a:xfrm>
        <a:custGeom>
          <a:avLst/>
          <a:gdLst/>
          <a:ahLst/>
          <a:cxnLst/>
          <a:rect l="0" t="0" r="0" b="0"/>
          <a:pathLst>
            <a:path>
              <a:moveTo>
                <a:pt x="0" y="0"/>
              </a:moveTo>
              <a:lnTo>
                <a:pt x="0" y="1052451"/>
              </a:lnTo>
              <a:lnTo>
                <a:pt x="206449" y="105245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2051161" y="2349203"/>
          <a:ext cx="206449" cy="393723"/>
        </a:xfrm>
        <a:custGeom>
          <a:avLst/>
          <a:gdLst/>
          <a:ahLst/>
          <a:cxnLst/>
          <a:rect l="0" t="0" r="0" b="0"/>
          <a:pathLst>
            <a:path>
              <a:moveTo>
                <a:pt x="0" y="0"/>
              </a:moveTo>
              <a:lnTo>
                <a:pt x="0" y="393723"/>
              </a:lnTo>
              <a:lnTo>
                <a:pt x="206449" y="3937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2706761" y="1371651"/>
          <a:ext cx="1591553" cy="449085"/>
        </a:xfrm>
        <a:custGeom>
          <a:avLst/>
          <a:gdLst/>
          <a:ahLst/>
          <a:cxnLst/>
          <a:rect l="0" t="0" r="0" b="0"/>
          <a:pathLst>
            <a:path>
              <a:moveTo>
                <a:pt x="1591553" y="0"/>
              </a:moveTo>
              <a:lnTo>
                <a:pt x="1591553" y="345815"/>
              </a:lnTo>
              <a:lnTo>
                <a:pt x="0" y="345815"/>
              </a:lnTo>
              <a:lnTo>
                <a:pt x="0" y="44908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2B6368-5A8B-4732-8055-E965E07397C0}">
      <dsp:nvSpPr>
        <dsp:cNvPr id="0" name=""/>
        <dsp:cNvSpPr/>
      </dsp:nvSpPr>
      <dsp:spPr>
        <a:xfrm>
          <a:off x="205623" y="2349203"/>
          <a:ext cx="206449" cy="1795846"/>
        </a:xfrm>
        <a:custGeom>
          <a:avLst/>
          <a:gdLst/>
          <a:ahLst/>
          <a:cxnLst/>
          <a:rect l="0" t="0" r="0" b="0"/>
          <a:pathLst>
            <a:path>
              <a:moveTo>
                <a:pt x="0" y="0"/>
              </a:moveTo>
              <a:lnTo>
                <a:pt x="0" y="1795846"/>
              </a:lnTo>
              <a:lnTo>
                <a:pt x="206449" y="179584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A06763-7CD0-41E0-8047-44C9999C84AA}">
      <dsp:nvSpPr>
        <dsp:cNvPr id="0" name=""/>
        <dsp:cNvSpPr/>
      </dsp:nvSpPr>
      <dsp:spPr>
        <a:xfrm>
          <a:off x="205623" y="2349203"/>
          <a:ext cx="206449" cy="1097545"/>
        </a:xfrm>
        <a:custGeom>
          <a:avLst/>
          <a:gdLst/>
          <a:ahLst/>
          <a:cxnLst/>
          <a:rect l="0" t="0" r="0" b="0"/>
          <a:pathLst>
            <a:path>
              <a:moveTo>
                <a:pt x="0" y="0"/>
              </a:moveTo>
              <a:lnTo>
                <a:pt x="0" y="1097545"/>
              </a:lnTo>
              <a:lnTo>
                <a:pt x="206449" y="109754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A5B176-3147-4D45-9EF8-CF91B612166F}">
      <dsp:nvSpPr>
        <dsp:cNvPr id="0" name=""/>
        <dsp:cNvSpPr/>
      </dsp:nvSpPr>
      <dsp:spPr>
        <a:xfrm>
          <a:off x="205623" y="2349203"/>
          <a:ext cx="206449" cy="416270"/>
        </a:xfrm>
        <a:custGeom>
          <a:avLst/>
          <a:gdLst/>
          <a:ahLst/>
          <a:cxnLst/>
          <a:rect l="0" t="0" r="0" b="0"/>
          <a:pathLst>
            <a:path>
              <a:moveTo>
                <a:pt x="0" y="0"/>
              </a:moveTo>
              <a:lnTo>
                <a:pt x="0" y="416270"/>
              </a:lnTo>
              <a:lnTo>
                <a:pt x="206449" y="41627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861222" y="1371651"/>
          <a:ext cx="3437092" cy="449085"/>
        </a:xfrm>
        <a:custGeom>
          <a:avLst/>
          <a:gdLst/>
          <a:ahLst/>
          <a:cxnLst/>
          <a:rect l="0" t="0" r="0" b="0"/>
          <a:pathLst>
            <a:path>
              <a:moveTo>
                <a:pt x="3437092" y="0"/>
              </a:moveTo>
              <a:lnTo>
                <a:pt x="3437092" y="345815"/>
              </a:lnTo>
              <a:lnTo>
                <a:pt x="0" y="345815"/>
              </a:lnTo>
              <a:lnTo>
                <a:pt x="0" y="44908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431842" y="617173"/>
          <a:ext cx="3732945" cy="754478"/>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19 – Beyond requirements development</a:t>
          </a:r>
          <a:endParaRPr lang="en-US" sz="1600" kern="1200" dirty="0"/>
        </a:p>
      </dsp:txBody>
      <dsp:txXfrm>
        <a:off x="2431842" y="617173"/>
        <a:ext cx="3732945" cy="754478"/>
      </dsp:txXfrm>
    </dsp:sp>
    <dsp:sp modelId="{C9422C4E-2B02-4D33-A16B-EF7B187ECAB7}">
      <dsp:nvSpPr>
        <dsp:cNvPr id="0" name=""/>
        <dsp:cNvSpPr/>
      </dsp:nvSpPr>
      <dsp:spPr>
        <a:xfrm>
          <a:off x="41723" y="1820737"/>
          <a:ext cx="1638999" cy="52846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effects of </a:t>
          </a:r>
          <a:r>
            <a:rPr lang="en-US" sz="1200" kern="1200" dirty="0" err="1" smtClean="0"/>
            <a:t>reqs</a:t>
          </a:r>
          <a:r>
            <a:rPr lang="en-US" sz="1200" kern="1200" dirty="0" smtClean="0"/>
            <a:t>. on </a:t>
          </a:r>
          <a:br>
            <a:rPr lang="en-US" sz="1200" kern="1200" dirty="0" smtClean="0"/>
          </a:br>
          <a:r>
            <a:rPr lang="en-US" sz="1200" kern="1200" dirty="0" smtClean="0"/>
            <a:t>SW dev.</a:t>
          </a:r>
          <a:endParaRPr lang="en-US" sz="1200" kern="1200" dirty="0"/>
        </a:p>
      </dsp:txBody>
      <dsp:txXfrm>
        <a:off x="41723" y="1820737"/>
        <a:ext cx="1638999" cy="528465"/>
      </dsp:txXfrm>
    </dsp:sp>
    <dsp:sp modelId="{28A90088-1D74-4647-BC3B-F17F2E584608}">
      <dsp:nvSpPr>
        <dsp:cNvPr id="0" name=""/>
        <dsp:cNvSpPr/>
      </dsp:nvSpPr>
      <dsp:spPr>
        <a:xfrm>
          <a:off x="412073" y="2519593"/>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Project plans</a:t>
          </a:r>
          <a:endParaRPr lang="en-US" sz="1200" kern="1200" dirty="0"/>
        </a:p>
      </dsp:txBody>
      <dsp:txXfrm>
        <a:off x="412073" y="2519593"/>
        <a:ext cx="983521" cy="491760"/>
      </dsp:txXfrm>
    </dsp:sp>
    <dsp:sp modelId="{EF3A83E1-5846-4AE9-8B47-6582C37CA326}">
      <dsp:nvSpPr>
        <dsp:cNvPr id="0" name=""/>
        <dsp:cNvSpPr/>
      </dsp:nvSpPr>
      <dsp:spPr>
        <a:xfrm>
          <a:off x="412073" y="3200868"/>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Designs &amp; code</a:t>
          </a:r>
          <a:endParaRPr lang="en-US" sz="1200" kern="1200" dirty="0"/>
        </a:p>
      </dsp:txBody>
      <dsp:txXfrm>
        <a:off x="412073" y="3200868"/>
        <a:ext cx="983521" cy="491760"/>
      </dsp:txXfrm>
    </dsp:sp>
    <dsp:sp modelId="{A792E48B-E59F-426E-B59E-25883EE0DF31}">
      <dsp:nvSpPr>
        <dsp:cNvPr id="0" name=""/>
        <dsp:cNvSpPr/>
      </dsp:nvSpPr>
      <dsp:spPr>
        <a:xfrm>
          <a:off x="412073" y="3899169"/>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Tests</a:t>
          </a:r>
          <a:endParaRPr lang="en-US" sz="1200" kern="1200" dirty="0"/>
        </a:p>
      </dsp:txBody>
      <dsp:txXfrm>
        <a:off x="412073" y="3899169"/>
        <a:ext cx="983521" cy="491760"/>
      </dsp:txXfrm>
    </dsp:sp>
    <dsp:sp modelId="{02B28F85-DE51-42FF-859E-1DD3A478F426}">
      <dsp:nvSpPr>
        <dsp:cNvPr id="0" name=""/>
        <dsp:cNvSpPr/>
      </dsp:nvSpPr>
      <dsp:spPr>
        <a:xfrm>
          <a:off x="1887261" y="1820737"/>
          <a:ext cx="1638999" cy="52846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Estimating </a:t>
          </a:r>
          <a:r>
            <a:rPr lang="en-US" sz="1200" kern="1200" dirty="0" err="1" smtClean="0"/>
            <a:t>reqs</a:t>
          </a:r>
          <a:r>
            <a:rPr lang="en-US" sz="1200" kern="1200" dirty="0" smtClean="0"/>
            <a:t>. effort</a:t>
          </a:r>
          <a:endParaRPr lang="en-US" sz="1200" kern="1200" dirty="0"/>
        </a:p>
      </dsp:txBody>
      <dsp:txXfrm>
        <a:off x="1887261" y="1820737"/>
        <a:ext cx="1638999" cy="528465"/>
      </dsp:txXfrm>
    </dsp:sp>
    <dsp:sp modelId="{9449DAAE-E410-44C5-A07D-A0445C0B7E6B}">
      <dsp:nvSpPr>
        <dsp:cNvPr id="0" name=""/>
        <dsp:cNvSpPr/>
      </dsp:nvSpPr>
      <dsp:spPr>
        <a:xfrm>
          <a:off x="2257611" y="2519593"/>
          <a:ext cx="1278833" cy="44666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Time/Schedule estimation</a:t>
          </a:r>
          <a:endParaRPr lang="en-US" sz="1200" kern="1200" dirty="0"/>
        </a:p>
      </dsp:txBody>
      <dsp:txXfrm>
        <a:off x="2257611" y="2519593"/>
        <a:ext cx="1278833" cy="446666"/>
      </dsp:txXfrm>
    </dsp:sp>
    <dsp:sp modelId="{83491CF3-E0A8-41F0-8748-5B85D6C90040}">
      <dsp:nvSpPr>
        <dsp:cNvPr id="0" name=""/>
        <dsp:cNvSpPr/>
      </dsp:nvSpPr>
      <dsp:spPr>
        <a:xfrm>
          <a:off x="2257611" y="3155774"/>
          <a:ext cx="1259743"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Effort estimation</a:t>
          </a:r>
          <a:endParaRPr lang="en-US" sz="1200" kern="1200" dirty="0"/>
        </a:p>
      </dsp:txBody>
      <dsp:txXfrm>
        <a:off x="2257611" y="3155774"/>
        <a:ext cx="1259743" cy="491760"/>
      </dsp:txXfrm>
    </dsp:sp>
    <dsp:sp modelId="{4140A25E-4F9D-44DB-85AB-432AE99FA579}">
      <dsp:nvSpPr>
        <dsp:cNvPr id="0" name=""/>
        <dsp:cNvSpPr/>
      </dsp:nvSpPr>
      <dsp:spPr>
        <a:xfrm>
          <a:off x="2257611" y="3854074"/>
          <a:ext cx="1259743"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FF0000"/>
              </a:solidFill>
            </a:rPr>
            <a:t>15 to 18 </a:t>
          </a:r>
          <a:r>
            <a:rPr lang="en-US" sz="1200" kern="1200" dirty="0" smtClean="0"/>
            <a:t>percent of their total effort</a:t>
          </a:r>
          <a:endParaRPr lang="en-US" sz="1200" kern="1200" dirty="0"/>
        </a:p>
      </dsp:txBody>
      <dsp:txXfrm>
        <a:off x="2257611" y="3854074"/>
        <a:ext cx="1259743" cy="491760"/>
      </dsp:txXfrm>
    </dsp:sp>
    <dsp:sp modelId="{B4DA07B5-29B3-4442-A69E-055EEC652BE8}">
      <dsp:nvSpPr>
        <dsp:cNvPr id="0" name=""/>
        <dsp:cNvSpPr/>
      </dsp:nvSpPr>
      <dsp:spPr>
        <a:xfrm>
          <a:off x="3693400" y="1784588"/>
          <a:ext cx="1420893" cy="4466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From </a:t>
          </a:r>
          <a:r>
            <a:rPr lang="en-US" sz="1200" kern="1200" dirty="0" err="1" smtClean="0"/>
            <a:t>reqs</a:t>
          </a:r>
          <a:r>
            <a:rPr lang="en-US" sz="1200" kern="1200" dirty="0" smtClean="0"/>
            <a:t>. to</a:t>
          </a:r>
          <a:br>
            <a:rPr lang="en-US" sz="1200" kern="1200" dirty="0" smtClean="0"/>
          </a:br>
          <a:r>
            <a:rPr lang="en-US" sz="1200" kern="1200" dirty="0" smtClean="0"/>
            <a:t> project plans</a:t>
          </a:r>
          <a:endParaRPr lang="en-US" sz="1200" kern="1200" dirty="0"/>
        </a:p>
      </dsp:txBody>
      <dsp:txXfrm>
        <a:off x="3693400" y="1784588"/>
        <a:ext cx="1420893" cy="446666"/>
      </dsp:txXfrm>
    </dsp:sp>
    <dsp:sp modelId="{B3DA1D68-D7FF-4520-90A3-C4A2EA0D76C0}">
      <dsp:nvSpPr>
        <dsp:cNvPr id="0" name=""/>
        <dsp:cNvSpPr/>
      </dsp:nvSpPr>
      <dsp:spPr>
        <a:xfrm>
          <a:off x="4048623" y="2420769"/>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Estimating project size and effort</a:t>
          </a:r>
          <a:endParaRPr lang="en-US" sz="1200" kern="1200" dirty="0"/>
        </a:p>
      </dsp:txBody>
      <dsp:txXfrm>
        <a:off x="4048623" y="2420769"/>
        <a:ext cx="983521" cy="491760"/>
      </dsp:txXfrm>
    </dsp:sp>
    <dsp:sp modelId="{F734AC47-D381-46DB-B2D4-DC1F52ACEE63}">
      <dsp:nvSpPr>
        <dsp:cNvPr id="0" name=""/>
        <dsp:cNvSpPr/>
      </dsp:nvSpPr>
      <dsp:spPr>
        <a:xfrm>
          <a:off x="4048623" y="3119069"/>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and scheduling</a:t>
          </a:r>
          <a:endParaRPr lang="en-US" sz="1200" kern="1200" dirty="0"/>
        </a:p>
      </dsp:txBody>
      <dsp:txXfrm>
        <a:off x="4048623" y="3119069"/>
        <a:ext cx="983521" cy="491760"/>
      </dsp:txXfrm>
    </dsp:sp>
    <dsp:sp modelId="{606E0F95-4779-4D9A-B606-9ABA993A565C}">
      <dsp:nvSpPr>
        <dsp:cNvPr id="0" name=""/>
        <dsp:cNvSpPr/>
      </dsp:nvSpPr>
      <dsp:spPr>
        <a:xfrm>
          <a:off x="5320833" y="1767563"/>
          <a:ext cx="983521" cy="49176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From </a:t>
          </a:r>
          <a:r>
            <a:rPr lang="en-US" sz="1200" kern="1200" dirty="0" err="1" smtClean="0"/>
            <a:t>reqs</a:t>
          </a:r>
          <a:r>
            <a:rPr lang="en-US" sz="1200" kern="1200" dirty="0" smtClean="0"/>
            <a:t>. to </a:t>
          </a:r>
          <a:br>
            <a:rPr lang="en-US" sz="1200" kern="1200" dirty="0" smtClean="0"/>
          </a:br>
          <a:r>
            <a:rPr lang="en-US" sz="1200" kern="1200" dirty="0" smtClean="0"/>
            <a:t>designs and code</a:t>
          </a:r>
          <a:endParaRPr lang="en-US" sz="1200" kern="1200" dirty="0"/>
        </a:p>
      </dsp:txBody>
      <dsp:txXfrm>
        <a:off x="5320833" y="1767563"/>
        <a:ext cx="983521" cy="491760"/>
      </dsp:txXfrm>
    </dsp:sp>
    <dsp:sp modelId="{589131A9-2313-485B-AD88-1EFA955AFF10}">
      <dsp:nvSpPr>
        <dsp:cNvPr id="0" name=""/>
        <dsp:cNvSpPr/>
      </dsp:nvSpPr>
      <dsp:spPr>
        <a:xfrm>
          <a:off x="5566713" y="2465863"/>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Architecture and allocation</a:t>
          </a:r>
          <a:endParaRPr lang="en-US" sz="1200" kern="1200" dirty="0"/>
        </a:p>
      </dsp:txBody>
      <dsp:txXfrm>
        <a:off x="5566713" y="2465863"/>
        <a:ext cx="983521" cy="491760"/>
      </dsp:txXfrm>
    </dsp:sp>
    <dsp:sp modelId="{74E4A70D-5810-4D9C-A3D2-65C791309DA0}">
      <dsp:nvSpPr>
        <dsp:cNvPr id="0" name=""/>
        <dsp:cNvSpPr/>
      </dsp:nvSpPr>
      <dsp:spPr>
        <a:xfrm>
          <a:off x="5566713" y="3164163"/>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Software design</a:t>
          </a:r>
          <a:endParaRPr lang="en-US" sz="1200" kern="1200" dirty="0"/>
        </a:p>
      </dsp:txBody>
      <dsp:txXfrm>
        <a:off x="5566713" y="3164163"/>
        <a:ext cx="983521" cy="491760"/>
      </dsp:txXfrm>
    </dsp:sp>
    <dsp:sp modelId="{C549B331-5CE4-4056-AB3B-62EF9C6CA40C}">
      <dsp:nvSpPr>
        <dsp:cNvPr id="0" name=""/>
        <dsp:cNvSpPr/>
      </dsp:nvSpPr>
      <dsp:spPr>
        <a:xfrm>
          <a:off x="5566713" y="3862464"/>
          <a:ext cx="983521" cy="49176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User interface design</a:t>
          </a:r>
          <a:endParaRPr lang="en-US" sz="1200" kern="1200" dirty="0"/>
        </a:p>
      </dsp:txBody>
      <dsp:txXfrm>
        <a:off x="5566713" y="3862464"/>
        <a:ext cx="983521" cy="491760"/>
      </dsp:txXfrm>
    </dsp:sp>
    <dsp:sp modelId="{3F52AB9C-5CC4-4A12-957C-C11412B38A0E}">
      <dsp:nvSpPr>
        <dsp:cNvPr id="0" name=""/>
        <dsp:cNvSpPr/>
      </dsp:nvSpPr>
      <dsp:spPr>
        <a:xfrm>
          <a:off x="6510894" y="1767563"/>
          <a:ext cx="983521" cy="49176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From </a:t>
          </a:r>
          <a:r>
            <a:rPr lang="en-US" sz="1200" kern="1200" dirty="0" err="1" smtClean="0"/>
            <a:t>reqs</a:t>
          </a:r>
          <a:r>
            <a:rPr lang="en-US" sz="1200" kern="1200" dirty="0" smtClean="0"/>
            <a:t>. to </a:t>
          </a:r>
          <a:br>
            <a:rPr lang="en-US" sz="1200" kern="1200" dirty="0" smtClean="0"/>
          </a:br>
          <a:r>
            <a:rPr lang="en-US" sz="1200" kern="1200" dirty="0" smtClean="0"/>
            <a:t>tests</a:t>
          </a:r>
          <a:endParaRPr lang="en-US" sz="1200" kern="1200" dirty="0"/>
        </a:p>
      </dsp:txBody>
      <dsp:txXfrm>
        <a:off x="6510894" y="1767563"/>
        <a:ext cx="983521" cy="491760"/>
      </dsp:txXfrm>
    </dsp:sp>
    <dsp:sp modelId="{A39B83F5-9742-45F5-A549-633AE255A1CF}">
      <dsp:nvSpPr>
        <dsp:cNvPr id="0" name=""/>
        <dsp:cNvSpPr/>
      </dsp:nvSpPr>
      <dsp:spPr>
        <a:xfrm>
          <a:off x="7700955" y="1767563"/>
          <a:ext cx="983521" cy="49176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From </a:t>
          </a:r>
          <a:r>
            <a:rPr lang="en-US" sz="1200" kern="1200" dirty="0" err="1" smtClean="0"/>
            <a:t>reqs</a:t>
          </a:r>
          <a:r>
            <a:rPr lang="en-US" sz="1200" kern="1200" dirty="0" smtClean="0"/>
            <a:t>. to </a:t>
          </a:r>
          <a:br>
            <a:rPr lang="en-US" sz="1200" kern="1200" dirty="0" smtClean="0"/>
          </a:br>
          <a:r>
            <a:rPr lang="en-US" sz="1200" kern="1200" dirty="0" smtClean="0"/>
            <a:t>success</a:t>
          </a:r>
          <a:endParaRPr lang="en-US" sz="1200" kern="1200" dirty="0"/>
        </a:p>
      </dsp:txBody>
      <dsp:txXfrm>
        <a:off x="7700955" y="1767563"/>
        <a:ext cx="983521" cy="4917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6ACEC-BD58-4170-B91A-1AA1D1DF77F0}">
      <dsp:nvSpPr>
        <dsp:cNvPr id="0" name=""/>
        <dsp:cNvSpPr/>
      </dsp:nvSpPr>
      <dsp:spPr>
        <a:xfrm>
          <a:off x="4302386" y="686352"/>
          <a:ext cx="2643030" cy="191467"/>
        </a:xfrm>
        <a:custGeom>
          <a:avLst/>
          <a:gdLst/>
          <a:ahLst/>
          <a:cxnLst/>
          <a:rect l="0" t="0" r="0" b="0"/>
          <a:pathLst>
            <a:path>
              <a:moveTo>
                <a:pt x="0" y="0"/>
              </a:moveTo>
              <a:lnTo>
                <a:pt x="0" y="97523"/>
              </a:lnTo>
              <a:lnTo>
                <a:pt x="2643030" y="97523"/>
              </a:lnTo>
              <a:lnTo>
                <a:pt x="2643030" y="19146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EFF15E5-1005-4CD4-A19E-D44C26A99A45}">
      <dsp:nvSpPr>
        <dsp:cNvPr id="0" name=""/>
        <dsp:cNvSpPr/>
      </dsp:nvSpPr>
      <dsp:spPr>
        <a:xfrm>
          <a:off x="4456161" y="1397907"/>
          <a:ext cx="248753" cy="3572310"/>
        </a:xfrm>
        <a:custGeom>
          <a:avLst/>
          <a:gdLst/>
          <a:ahLst/>
          <a:cxnLst/>
          <a:rect l="0" t="0" r="0" b="0"/>
          <a:pathLst>
            <a:path>
              <a:moveTo>
                <a:pt x="0" y="0"/>
              </a:moveTo>
              <a:lnTo>
                <a:pt x="0" y="3572310"/>
              </a:lnTo>
              <a:lnTo>
                <a:pt x="248753" y="35723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150FA1-FFAF-4DC9-929D-F57FF2583CF4}">
      <dsp:nvSpPr>
        <dsp:cNvPr id="0" name=""/>
        <dsp:cNvSpPr/>
      </dsp:nvSpPr>
      <dsp:spPr>
        <a:xfrm>
          <a:off x="4456161" y="1397907"/>
          <a:ext cx="248753" cy="2937064"/>
        </a:xfrm>
        <a:custGeom>
          <a:avLst/>
          <a:gdLst/>
          <a:ahLst/>
          <a:cxnLst/>
          <a:rect l="0" t="0" r="0" b="0"/>
          <a:pathLst>
            <a:path>
              <a:moveTo>
                <a:pt x="0" y="0"/>
              </a:moveTo>
              <a:lnTo>
                <a:pt x="0" y="2937064"/>
              </a:lnTo>
              <a:lnTo>
                <a:pt x="248753" y="29370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324BF3-B4B7-4F53-833E-8F23F8DD0C14}">
      <dsp:nvSpPr>
        <dsp:cNvPr id="0" name=""/>
        <dsp:cNvSpPr/>
      </dsp:nvSpPr>
      <dsp:spPr>
        <a:xfrm>
          <a:off x="4456161" y="1397907"/>
          <a:ext cx="248753" cy="2301818"/>
        </a:xfrm>
        <a:custGeom>
          <a:avLst/>
          <a:gdLst/>
          <a:ahLst/>
          <a:cxnLst/>
          <a:rect l="0" t="0" r="0" b="0"/>
          <a:pathLst>
            <a:path>
              <a:moveTo>
                <a:pt x="0" y="0"/>
              </a:moveTo>
              <a:lnTo>
                <a:pt x="0" y="2301818"/>
              </a:lnTo>
              <a:lnTo>
                <a:pt x="248753" y="23018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27900B-7779-4F49-8E91-BB9DEB5AF639}">
      <dsp:nvSpPr>
        <dsp:cNvPr id="0" name=""/>
        <dsp:cNvSpPr/>
      </dsp:nvSpPr>
      <dsp:spPr>
        <a:xfrm>
          <a:off x="4456161" y="1397907"/>
          <a:ext cx="248753" cy="1666572"/>
        </a:xfrm>
        <a:custGeom>
          <a:avLst/>
          <a:gdLst/>
          <a:ahLst/>
          <a:cxnLst/>
          <a:rect l="0" t="0" r="0" b="0"/>
          <a:pathLst>
            <a:path>
              <a:moveTo>
                <a:pt x="0" y="0"/>
              </a:moveTo>
              <a:lnTo>
                <a:pt x="0" y="1666572"/>
              </a:lnTo>
              <a:lnTo>
                <a:pt x="248753" y="166657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AAD592-AB88-4251-977A-23D417AF9F0E}">
      <dsp:nvSpPr>
        <dsp:cNvPr id="0" name=""/>
        <dsp:cNvSpPr/>
      </dsp:nvSpPr>
      <dsp:spPr>
        <a:xfrm>
          <a:off x="4456161" y="1397907"/>
          <a:ext cx="248753" cy="1031326"/>
        </a:xfrm>
        <a:custGeom>
          <a:avLst/>
          <a:gdLst/>
          <a:ahLst/>
          <a:cxnLst/>
          <a:rect l="0" t="0" r="0" b="0"/>
          <a:pathLst>
            <a:path>
              <a:moveTo>
                <a:pt x="0" y="0"/>
              </a:moveTo>
              <a:lnTo>
                <a:pt x="0" y="1031326"/>
              </a:lnTo>
              <a:lnTo>
                <a:pt x="248753" y="10313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07D2DC-D98D-48DB-A444-1B3BB3C111EF}">
      <dsp:nvSpPr>
        <dsp:cNvPr id="0" name=""/>
        <dsp:cNvSpPr/>
      </dsp:nvSpPr>
      <dsp:spPr>
        <a:xfrm>
          <a:off x="4456161" y="1397907"/>
          <a:ext cx="248753" cy="396080"/>
        </a:xfrm>
        <a:custGeom>
          <a:avLst/>
          <a:gdLst/>
          <a:ahLst/>
          <a:cxnLst/>
          <a:rect l="0" t="0" r="0" b="0"/>
          <a:pathLst>
            <a:path>
              <a:moveTo>
                <a:pt x="0" y="0"/>
              </a:moveTo>
              <a:lnTo>
                <a:pt x="0" y="396080"/>
              </a:lnTo>
              <a:lnTo>
                <a:pt x="248753" y="39608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4302386" y="686352"/>
          <a:ext cx="817118" cy="206955"/>
        </a:xfrm>
        <a:custGeom>
          <a:avLst/>
          <a:gdLst/>
          <a:ahLst/>
          <a:cxnLst/>
          <a:rect l="0" t="0" r="0" b="0"/>
          <a:pathLst>
            <a:path>
              <a:moveTo>
                <a:pt x="0" y="0"/>
              </a:moveTo>
              <a:lnTo>
                <a:pt x="0" y="113010"/>
              </a:lnTo>
              <a:lnTo>
                <a:pt x="817118" y="113010"/>
              </a:lnTo>
              <a:lnTo>
                <a:pt x="817118" y="20695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7C57BC-0E68-4E25-9D4A-D3542769DA95}">
      <dsp:nvSpPr>
        <dsp:cNvPr id="0" name=""/>
        <dsp:cNvSpPr/>
      </dsp:nvSpPr>
      <dsp:spPr>
        <a:xfrm>
          <a:off x="2796375" y="1406939"/>
          <a:ext cx="187808" cy="1592664"/>
        </a:xfrm>
        <a:custGeom>
          <a:avLst/>
          <a:gdLst/>
          <a:ahLst/>
          <a:cxnLst/>
          <a:rect l="0" t="0" r="0" b="0"/>
          <a:pathLst>
            <a:path>
              <a:moveTo>
                <a:pt x="0" y="0"/>
              </a:moveTo>
              <a:lnTo>
                <a:pt x="0" y="1592664"/>
              </a:lnTo>
              <a:lnTo>
                <a:pt x="187808" y="159266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06B8EB-44F2-47F3-AF73-B274E07D3437}">
      <dsp:nvSpPr>
        <dsp:cNvPr id="0" name=""/>
        <dsp:cNvSpPr/>
      </dsp:nvSpPr>
      <dsp:spPr>
        <a:xfrm>
          <a:off x="2796375" y="1406939"/>
          <a:ext cx="187808" cy="957418"/>
        </a:xfrm>
        <a:custGeom>
          <a:avLst/>
          <a:gdLst/>
          <a:ahLst/>
          <a:cxnLst/>
          <a:rect l="0" t="0" r="0" b="0"/>
          <a:pathLst>
            <a:path>
              <a:moveTo>
                <a:pt x="0" y="0"/>
              </a:moveTo>
              <a:lnTo>
                <a:pt x="0" y="957418"/>
              </a:lnTo>
              <a:lnTo>
                <a:pt x="187808" y="95741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2796375" y="1406939"/>
          <a:ext cx="187808" cy="358171"/>
        </a:xfrm>
        <a:custGeom>
          <a:avLst/>
          <a:gdLst/>
          <a:ahLst/>
          <a:cxnLst/>
          <a:rect l="0" t="0" r="0" b="0"/>
          <a:pathLst>
            <a:path>
              <a:moveTo>
                <a:pt x="0" y="0"/>
              </a:moveTo>
              <a:lnTo>
                <a:pt x="0" y="358171"/>
              </a:lnTo>
              <a:lnTo>
                <a:pt x="187808" y="35817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392776" y="686352"/>
          <a:ext cx="909609" cy="239840"/>
        </a:xfrm>
        <a:custGeom>
          <a:avLst/>
          <a:gdLst/>
          <a:ahLst/>
          <a:cxnLst/>
          <a:rect l="0" t="0" r="0" b="0"/>
          <a:pathLst>
            <a:path>
              <a:moveTo>
                <a:pt x="909609" y="0"/>
              </a:moveTo>
              <a:lnTo>
                <a:pt x="909609" y="145895"/>
              </a:lnTo>
              <a:lnTo>
                <a:pt x="0" y="145895"/>
              </a:lnTo>
              <a:lnTo>
                <a:pt x="0" y="23984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2B6368-5A8B-4732-8055-E965E07397C0}">
      <dsp:nvSpPr>
        <dsp:cNvPr id="0" name=""/>
        <dsp:cNvSpPr/>
      </dsp:nvSpPr>
      <dsp:spPr>
        <a:xfrm>
          <a:off x="1117482" y="1406939"/>
          <a:ext cx="187808" cy="1633687"/>
        </a:xfrm>
        <a:custGeom>
          <a:avLst/>
          <a:gdLst/>
          <a:ahLst/>
          <a:cxnLst/>
          <a:rect l="0" t="0" r="0" b="0"/>
          <a:pathLst>
            <a:path>
              <a:moveTo>
                <a:pt x="0" y="0"/>
              </a:moveTo>
              <a:lnTo>
                <a:pt x="0" y="1633687"/>
              </a:lnTo>
              <a:lnTo>
                <a:pt x="187808" y="163368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A06763-7CD0-41E0-8047-44C9999C84AA}">
      <dsp:nvSpPr>
        <dsp:cNvPr id="0" name=""/>
        <dsp:cNvSpPr/>
      </dsp:nvSpPr>
      <dsp:spPr>
        <a:xfrm>
          <a:off x="1117482" y="1406939"/>
          <a:ext cx="187808" cy="998441"/>
        </a:xfrm>
        <a:custGeom>
          <a:avLst/>
          <a:gdLst/>
          <a:ahLst/>
          <a:cxnLst/>
          <a:rect l="0" t="0" r="0" b="0"/>
          <a:pathLst>
            <a:path>
              <a:moveTo>
                <a:pt x="0" y="0"/>
              </a:moveTo>
              <a:lnTo>
                <a:pt x="0" y="998441"/>
              </a:lnTo>
              <a:lnTo>
                <a:pt x="187808" y="99844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A5B176-3147-4D45-9EF8-CF91B612166F}">
      <dsp:nvSpPr>
        <dsp:cNvPr id="0" name=""/>
        <dsp:cNvSpPr/>
      </dsp:nvSpPr>
      <dsp:spPr>
        <a:xfrm>
          <a:off x="1117482" y="1406939"/>
          <a:ext cx="187808" cy="378682"/>
        </a:xfrm>
        <a:custGeom>
          <a:avLst/>
          <a:gdLst/>
          <a:ahLst/>
          <a:cxnLst/>
          <a:rect l="0" t="0" r="0" b="0"/>
          <a:pathLst>
            <a:path>
              <a:moveTo>
                <a:pt x="0" y="0"/>
              </a:moveTo>
              <a:lnTo>
                <a:pt x="0" y="378682"/>
              </a:lnTo>
              <a:lnTo>
                <a:pt x="187808" y="3786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713883" y="686352"/>
          <a:ext cx="2588502" cy="239840"/>
        </a:xfrm>
        <a:custGeom>
          <a:avLst/>
          <a:gdLst/>
          <a:ahLst/>
          <a:cxnLst/>
          <a:rect l="0" t="0" r="0" b="0"/>
          <a:pathLst>
            <a:path>
              <a:moveTo>
                <a:pt x="2588502" y="0"/>
              </a:moveTo>
              <a:lnTo>
                <a:pt x="2588502" y="145895"/>
              </a:lnTo>
              <a:lnTo>
                <a:pt x="0" y="145895"/>
              </a:lnTo>
              <a:lnTo>
                <a:pt x="0" y="23984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604449" y="0"/>
          <a:ext cx="3395873" cy="686352"/>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20 – Agile projects</a:t>
          </a:r>
          <a:endParaRPr lang="en-US" sz="1600" kern="1200" dirty="0"/>
        </a:p>
      </dsp:txBody>
      <dsp:txXfrm>
        <a:off x="2604449" y="0"/>
        <a:ext cx="3395873" cy="686352"/>
      </dsp:txXfrm>
    </dsp:sp>
    <dsp:sp modelId="{C9422C4E-2B02-4D33-A16B-EF7B187ECAB7}">
      <dsp:nvSpPr>
        <dsp:cNvPr id="0" name=""/>
        <dsp:cNvSpPr/>
      </dsp:nvSpPr>
      <dsp:spPr>
        <a:xfrm>
          <a:off x="968382" y="926192"/>
          <a:ext cx="1491003" cy="48074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Waterfall model</a:t>
          </a:r>
          <a:endParaRPr lang="en-US" sz="1200" kern="1200" dirty="0"/>
        </a:p>
      </dsp:txBody>
      <dsp:txXfrm>
        <a:off x="968382" y="926192"/>
        <a:ext cx="1491003" cy="480747"/>
      </dsp:txXfrm>
    </dsp:sp>
    <dsp:sp modelId="{28A90088-1D74-4647-BC3B-F17F2E584608}">
      <dsp:nvSpPr>
        <dsp:cNvPr id="0" name=""/>
        <dsp:cNvSpPr/>
      </dsp:nvSpPr>
      <dsp:spPr>
        <a:xfrm>
          <a:off x="1305290" y="1561944"/>
          <a:ext cx="89471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What is waterfall model?</a:t>
          </a:r>
          <a:endParaRPr lang="en-US" sz="1200" kern="1200" dirty="0"/>
        </a:p>
      </dsp:txBody>
      <dsp:txXfrm>
        <a:off x="1305290" y="1561944"/>
        <a:ext cx="894712" cy="447356"/>
      </dsp:txXfrm>
    </dsp:sp>
    <dsp:sp modelId="{EF3A83E1-5846-4AE9-8B47-6582C37CA326}">
      <dsp:nvSpPr>
        <dsp:cNvPr id="0" name=""/>
        <dsp:cNvSpPr/>
      </dsp:nvSpPr>
      <dsp:spPr>
        <a:xfrm>
          <a:off x="1305290" y="2181702"/>
          <a:ext cx="89471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Its advantages</a:t>
          </a:r>
          <a:endParaRPr lang="en-US" sz="1200" kern="1200" dirty="0"/>
        </a:p>
      </dsp:txBody>
      <dsp:txXfrm>
        <a:off x="1305290" y="2181702"/>
        <a:ext cx="894712" cy="447356"/>
      </dsp:txXfrm>
    </dsp:sp>
    <dsp:sp modelId="{A792E48B-E59F-426E-B59E-25883EE0DF31}">
      <dsp:nvSpPr>
        <dsp:cNvPr id="0" name=""/>
        <dsp:cNvSpPr/>
      </dsp:nvSpPr>
      <dsp:spPr>
        <a:xfrm>
          <a:off x="1305290" y="2816949"/>
          <a:ext cx="89471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Its disadvantages</a:t>
          </a:r>
          <a:endParaRPr lang="en-US" sz="1200" kern="1200" dirty="0"/>
        </a:p>
      </dsp:txBody>
      <dsp:txXfrm>
        <a:off x="1305290" y="2816949"/>
        <a:ext cx="894712" cy="447356"/>
      </dsp:txXfrm>
    </dsp:sp>
    <dsp:sp modelId="{02B28F85-DE51-42FF-859E-1DD3A478F426}">
      <dsp:nvSpPr>
        <dsp:cNvPr id="0" name=""/>
        <dsp:cNvSpPr/>
      </dsp:nvSpPr>
      <dsp:spPr>
        <a:xfrm>
          <a:off x="2647274" y="926192"/>
          <a:ext cx="1491003" cy="48074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Agile dev. approach</a:t>
          </a:r>
          <a:endParaRPr lang="en-US" sz="1200" kern="1200" dirty="0"/>
        </a:p>
      </dsp:txBody>
      <dsp:txXfrm>
        <a:off x="2647274" y="926192"/>
        <a:ext cx="1491003" cy="480747"/>
      </dsp:txXfrm>
    </dsp:sp>
    <dsp:sp modelId="{9449DAAE-E410-44C5-A07D-A0445C0B7E6B}">
      <dsp:nvSpPr>
        <dsp:cNvPr id="0" name=""/>
        <dsp:cNvSpPr/>
      </dsp:nvSpPr>
      <dsp:spPr>
        <a:xfrm>
          <a:off x="2984183" y="1561944"/>
          <a:ext cx="1163359" cy="40633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What is agile dev. approach</a:t>
          </a:r>
          <a:endParaRPr lang="en-US" sz="1200" kern="1200" dirty="0"/>
        </a:p>
      </dsp:txBody>
      <dsp:txXfrm>
        <a:off x="2984183" y="1561944"/>
        <a:ext cx="1163359" cy="406333"/>
      </dsp:txXfrm>
    </dsp:sp>
    <dsp:sp modelId="{83491CF3-E0A8-41F0-8748-5B85D6C90040}">
      <dsp:nvSpPr>
        <dsp:cNvPr id="0" name=""/>
        <dsp:cNvSpPr/>
      </dsp:nvSpPr>
      <dsp:spPr>
        <a:xfrm>
          <a:off x="2984183" y="2140680"/>
          <a:ext cx="114599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Its advantages</a:t>
          </a:r>
          <a:endParaRPr lang="en-US" sz="1200" kern="1200" dirty="0"/>
        </a:p>
      </dsp:txBody>
      <dsp:txXfrm>
        <a:off x="2984183" y="2140680"/>
        <a:ext cx="1145992" cy="447356"/>
      </dsp:txXfrm>
    </dsp:sp>
    <dsp:sp modelId="{4140A25E-4F9D-44DB-85AB-432AE99FA579}">
      <dsp:nvSpPr>
        <dsp:cNvPr id="0" name=""/>
        <dsp:cNvSpPr/>
      </dsp:nvSpPr>
      <dsp:spPr>
        <a:xfrm>
          <a:off x="2984183" y="2775926"/>
          <a:ext cx="1145992"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chemeClr val="tx1"/>
              </a:solidFill>
            </a:rPr>
            <a:t>Its disadvantages</a:t>
          </a:r>
          <a:endParaRPr lang="en-US" sz="1200" kern="1200" dirty="0">
            <a:solidFill>
              <a:schemeClr val="tx1"/>
            </a:solidFill>
          </a:endParaRPr>
        </a:p>
      </dsp:txBody>
      <dsp:txXfrm>
        <a:off x="2984183" y="2775926"/>
        <a:ext cx="1145992" cy="447356"/>
      </dsp:txXfrm>
    </dsp:sp>
    <dsp:sp modelId="{B4DA07B5-29B3-4442-A69E-055EEC652BE8}">
      <dsp:nvSpPr>
        <dsp:cNvPr id="0" name=""/>
        <dsp:cNvSpPr/>
      </dsp:nvSpPr>
      <dsp:spPr>
        <a:xfrm>
          <a:off x="4290325" y="893307"/>
          <a:ext cx="1658359" cy="50460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Essential aspects of agile dev. approach</a:t>
          </a:r>
          <a:endParaRPr lang="en-US" sz="1200" kern="1200" dirty="0"/>
        </a:p>
      </dsp:txBody>
      <dsp:txXfrm>
        <a:off x="4290325" y="893307"/>
        <a:ext cx="1658359" cy="504600"/>
      </dsp:txXfrm>
    </dsp:sp>
    <dsp:sp modelId="{B3DA1D68-D7FF-4520-90A3-C4A2EA0D76C0}">
      <dsp:nvSpPr>
        <dsp:cNvPr id="0" name=""/>
        <dsp:cNvSpPr/>
      </dsp:nvSpPr>
      <dsp:spPr>
        <a:xfrm>
          <a:off x="4704915" y="1570309"/>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Customer involvement</a:t>
          </a:r>
          <a:endParaRPr lang="en-US" sz="1200" kern="1200" dirty="0"/>
        </a:p>
      </dsp:txBody>
      <dsp:txXfrm>
        <a:off x="4704915" y="1570309"/>
        <a:ext cx="1285120" cy="447356"/>
      </dsp:txXfrm>
    </dsp:sp>
    <dsp:sp modelId="{F734AC47-D381-46DB-B2D4-DC1F52ACEE63}">
      <dsp:nvSpPr>
        <dsp:cNvPr id="0" name=""/>
        <dsp:cNvSpPr/>
      </dsp:nvSpPr>
      <dsp:spPr>
        <a:xfrm>
          <a:off x="4704915" y="2205555"/>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Documentation detail</a:t>
          </a:r>
          <a:endParaRPr lang="en-US" sz="1200" kern="1200" dirty="0"/>
        </a:p>
      </dsp:txBody>
      <dsp:txXfrm>
        <a:off x="4704915" y="2205555"/>
        <a:ext cx="1285120" cy="447356"/>
      </dsp:txXfrm>
    </dsp:sp>
    <dsp:sp modelId="{B3891AA4-CED2-4E5D-B835-F39968FF3A2F}">
      <dsp:nvSpPr>
        <dsp:cNvPr id="0" name=""/>
        <dsp:cNvSpPr/>
      </dsp:nvSpPr>
      <dsp:spPr>
        <a:xfrm>
          <a:off x="4704915" y="2840802"/>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The backlog and prioritization</a:t>
          </a:r>
          <a:endParaRPr lang="en-US" sz="1200" kern="1200" dirty="0"/>
        </a:p>
      </dsp:txBody>
      <dsp:txXfrm>
        <a:off x="4704915" y="2840802"/>
        <a:ext cx="1285120" cy="447356"/>
      </dsp:txXfrm>
    </dsp:sp>
    <dsp:sp modelId="{07B3B996-0242-409B-86E6-7054C39B7304}">
      <dsp:nvSpPr>
        <dsp:cNvPr id="0" name=""/>
        <dsp:cNvSpPr/>
      </dsp:nvSpPr>
      <dsp:spPr>
        <a:xfrm>
          <a:off x="4704915" y="3476048"/>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Timing</a:t>
          </a:r>
          <a:endParaRPr lang="en-US" sz="1200" kern="1200" dirty="0"/>
        </a:p>
      </dsp:txBody>
      <dsp:txXfrm>
        <a:off x="4704915" y="3476048"/>
        <a:ext cx="1285120" cy="447356"/>
      </dsp:txXfrm>
    </dsp:sp>
    <dsp:sp modelId="{3424AB88-7D92-4E5F-A5B2-F9958554F485}">
      <dsp:nvSpPr>
        <dsp:cNvPr id="0" name=""/>
        <dsp:cNvSpPr/>
      </dsp:nvSpPr>
      <dsp:spPr>
        <a:xfrm>
          <a:off x="4704915" y="4111294"/>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Epics, user stories, and features</a:t>
          </a:r>
          <a:endParaRPr lang="en-US" sz="1200" kern="1200" dirty="0"/>
        </a:p>
      </dsp:txBody>
      <dsp:txXfrm>
        <a:off x="4704915" y="4111294"/>
        <a:ext cx="1285120" cy="447356"/>
      </dsp:txXfrm>
    </dsp:sp>
    <dsp:sp modelId="{016B6ADC-C0FE-4D4F-AA35-EA7832A3C2A4}">
      <dsp:nvSpPr>
        <dsp:cNvPr id="0" name=""/>
        <dsp:cNvSpPr/>
      </dsp:nvSpPr>
      <dsp:spPr>
        <a:xfrm>
          <a:off x="4704915" y="4746540"/>
          <a:ext cx="1285120" cy="447356"/>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Expect change</a:t>
          </a:r>
          <a:endParaRPr lang="en-US" sz="1200" kern="1200" dirty="0"/>
        </a:p>
      </dsp:txBody>
      <dsp:txXfrm>
        <a:off x="4704915" y="4746540"/>
        <a:ext cx="1285120" cy="447356"/>
      </dsp:txXfrm>
    </dsp:sp>
    <dsp:sp modelId="{606E0F95-4779-4D9A-B606-9ABA993A565C}">
      <dsp:nvSpPr>
        <dsp:cNvPr id="0" name=""/>
        <dsp:cNvSpPr/>
      </dsp:nvSpPr>
      <dsp:spPr>
        <a:xfrm>
          <a:off x="6136574" y="877820"/>
          <a:ext cx="1617685" cy="55554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Transitioning to agile: Now what?</a:t>
          </a:r>
          <a:endParaRPr lang="en-US" sz="1200" kern="1200" dirty="0"/>
        </a:p>
      </dsp:txBody>
      <dsp:txXfrm>
        <a:off x="6136574" y="877820"/>
        <a:ext cx="1617685" cy="55554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7E6C1-62C8-4B50-A9EC-7A12F754E049}" type="datetimeFigureOut">
              <a:rPr lang="en-US" smtClean="0"/>
              <a:t>16/03/2020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8E87D-860B-4D07-AA9C-845386AB8A4E}" type="slidenum">
              <a:rPr lang="en-US" smtClean="0"/>
              <a:t>‹#›</a:t>
            </a:fld>
            <a:endParaRPr lang="en-US"/>
          </a:p>
        </p:txBody>
      </p:sp>
    </p:spTree>
    <p:extLst>
      <p:ext uri="{BB962C8B-B14F-4D97-AF65-F5344CB8AC3E}">
        <p14:creationId xmlns:p14="http://schemas.microsoft.com/office/powerpoint/2010/main" val="91706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65985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15</a:t>
            </a:fld>
            <a:endParaRPr lang="en-US"/>
          </a:p>
        </p:txBody>
      </p:sp>
    </p:spTree>
    <p:extLst>
      <p:ext uri="{BB962C8B-B14F-4D97-AF65-F5344CB8AC3E}">
        <p14:creationId xmlns:p14="http://schemas.microsoft.com/office/powerpoint/2010/main" val="1920814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16</a:t>
            </a:fld>
            <a:endParaRPr lang="en-US"/>
          </a:p>
        </p:txBody>
      </p:sp>
    </p:spTree>
    <p:extLst>
      <p:ext uri="{BB962C8B-B14F-4D97-AF65-F5344CB8AC3E}">
        <p14:creationId xmlns:p14="http://schemas.microsoft.com/office/powerpoint/2010/main" val="3945373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1170250"/>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vi-VN" smtClean="0"/>
              <a:t>Chapter 20: Agile Projects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4869935"/>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20: Agile Projects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1652446"/>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20: Agile Projects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1078189"/>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20: Agile Projects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1420702"/>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vi-VN" smtClean="0"/>
              <a:t>Chapter 20: Agile Projects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359368"/>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8120" y="4115125"/>
            <a:ext cx="7418152" cy="1815152"/>
          </a:xfrm>
        </p:spPr>
        <p:txBody>
          <a:bodyPr>
            <a:normAutofit/>
          </a:bodyPr>
          <a:lstStyle/>
          <a:p>
            <a:r>
              <a:rPr lang="en-US" sz="2400" dirty="0"/>
              <a:t>CHAPTER 20 </a:t>
            </a:r>
            <a:r>
              <a:rPr lang="en-US" dirty="0" smtClean="0"/>
              <a:t/>
            </a:r>
            <a:br>
              <a:rPr lang="en-US" dirty="0" smtClean="0"/>
            </a:br>
            <a:r>
              <a:rPr lang="en-US" dirty="0" smtClean="0"/>
              <a:t/>
            </a:r>
            <a:br>
              <a:rPr lang="en-US" dirty="0" smtClean="0"/>
            </a:br>
            <a:r>
              <a:rPr lang="en-US" sz="4000" dirty="0" smtClean="0"/>
              <a:t>Agile projects </a:t>
            </a:r>
            <a:endParaRPr lang="en-US" sz="4000" dirty="0"/>
          </a:p>
        </p:txBody>
      </p:sp>
    </p:spTree>
    <p:extLst>
      <p:ext uri="{BB962C8B-B14F-4D97-AF65-F5344CB8AC3E}">
        <p14:creationId xmlns:p14="http://schemas.microsoft.com/office/powerpoint/2010/main" val="2508789728"/>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19</a:t>
            </a:r>
            <a:endParaRPr lang="en-US" sz="3200" dirty="0"/>
          </a:p>
        </p:txBody>
      </p:sp>
      <p:sp>
        <p:nvSpPr>
          <p:cNvPr id="4" name="Footer Placeholder 3"/>
          <p:cNvSpPr>
            <a:spLocks noGrp="1"/>
          </p:cNvSpPr>
          <p:nvPr>
            <p:ph type="ftr" sz="quarter" idx="10"/>
          </p:nvPr>
        </p:nvSpPr>
        <p:spPr/>
        <p:txBody>
          <a:bodyPr/>
          <a:lstStyle/>
          <a:p>
            <a:pPr>
              <a:defRPr/>
            </a:pPr>
            <a:r>
              <a:rPr lang="en-US"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084606659"/>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48541140"/>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1" y="1111251"/>
            <a:ext cx="8708570" cy="5166719"/>
          </a:xfrm>
        </p:spPr>
        <p:txBody>
          <a:bodyPr/>
          <a:lstStyle/>
          <a:p>
            <a:r>
              <a:rPr lang="en-US" dirty="0"/>
              <a:t>D</a:t>
            </a:r>
            <a:r>
              <a:rPr lang="en-US" dirty="0" smtClean="0"/>
              <a:t>escribes </a:t>
            </a:r>
            <a:r>
              <a:rPr lang="en-US" dirty="0"/>
              <a:t>the characteristics of agile approaches as they relate to the requirements activities for a software project, the major adaptations of traditional requirements  practices for </a:t>
            </a:r>
            <a:r>
              <a:rPr lang="en-US" dirty="0" smtClean="0"/>
              <a:t>an </a:t>
            </a:r>
            <a:r>
              <a:rPr lang="en-US" dirty="0"/>
              <a:t>agile project, and a road map of where to find more detailed </a:t>
            </a:r>
            <a:r>
              <a:rPr lang="en-US" dirty="0" smtClean="0"/>
              <a:t>guidance.</a:t>
            </a:r>
          </a:p>
          <a:p>
            <a:endParaRPr lang="en-US" dirty="0" smtClean="0"/>
          </a:p>
          <a:p>
            <a:r>
              <a:rPr lang="en-US" dirty="0" smtClean="0"/>
              <a:t>Student should recognize what and how they have to do in every stage of agile </a:t>
            </a:r>
            <a:r>
              <a:rPr lang="en-US" dirty="0" smtClean="0"/>
              <a:t>projects.</a:t>
            </a:r>
            <a:endParaRPr lang="en-US" dirty="0" smtClean="0"/>
          </a:p>
          <a:p>
            <a:endParaRPr lang="en-US" dirty="0"/>
          </a:p>
        </p:txBody>
      </p:sp>
      <p:sp>
        <p:nvSpPr>
          <p:cNvPr id="2" name="Title 1"/>
          <p:cNvSpPr>
            <a:spLocks noGrp="1"/>
          </p:cNvSpPr>
          <p:nvPr>
            <p:ph type="title"/>
          </p:nvPr>
        </p:nvSpPr>
        <p:spPr/>
        <p:txBody>
          <a:bodyPr/>
          <a:lstStyle/>
          <a:p>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2323752718"/>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5771" y="1074057"/>
            <a:ext cx="8619578" cy="5210629"/>
          </a:xfrm>
        </p:spPr>
        <p:txBody>
          <a:bodyPr>
            <a:normAutofit/>
          </a:bodyPr>
          <a:lstStyle/>
          <a:p>
            <a:pPr marL="457200" indent="-457200">
              <a:buFont typeface="+mj-lt"/>
              <a:buAutoNum type="arabicPeriod"/>
            </a:pPr>
            <a:r>
              <a:rPr lang="en-US" sz="3200" dirty="0"/>
              <a:t>Limitations of the </a:t>
            </a:r>
            <a:r>
              <a:rPr lang="en-US" sz="3200" dirty="0" smtClean="0"/>
              <a:t>waterfall.</a:t>
            </a:r>
            <a:endParaRPr lang="en-US" sz="3200" dirty="0"/>
          </a:p>
          <a:p>
            <a:pPr marL="457200" indent="-457200">
              <a:buFont typeface="+mj-lt"/>
              <a:buAutoNum type="arabicPeriod"/>
            </a:pPr>
            <a:r>
              <a:rPr lang="en-US" sz="3200" dirty="0"/>
              <a:t>The agile development </a:t>
            </a:r>
            <a:r>
              <a:rPr lang="en-US" sz="3200" dirty="0" smtClean="0"/>
              <a:t>approach.</a:t>
            </a:r>
            <a:endParaRPr lang="en-US" sz="3200" dirty="0"/>
          </a:p>
          <a:p>
            <a:pPr marL="457200" indent="-457200">
              <a:buFont typeface="+mj-lt"/>
              <a:buAutoNum type="arabicPeriod"/>
            </a:pPr>
            <a:r>
              <a:rPr lang="en-US" sz="3200" dirty="0"/>
              <a:t>Essential aspects of an agile approach to </a:t>
            </a:r>
            <a:r>
              <a:rPr lang="en-US" sz="3200" dirty="0" smtClean="0"/>
              <a:t>requirements.</a:t>
            </a:r>
            <a:endParaRPr lang="en-US" sz="3200" dirty="0"/>
          </a:p>
          <a:p>
            <a:pPr marL="457200" indent="-457200">
              <a:buFont typeface="+mj-lt"/>
              <a:buAutoNum type="arabicPeriod"/>
            </a:pPr>
            <a:r>
              <a:rPr lang="en-US" sz="3200" dirty="0"/>
              <a:t>Adapting requirements practices to agile </a:t>
            </a:r>
            <a:r>
              <a:rPr lang="en-US" sz="3200" dirty="0" smtClean="0"/>
              <a:t>projects.</a:t>
            </a:r>
            <a:endParaRPr lang="en-US" sz="3200" dirty="0"/>
          </a:p>
          <a:p>
            <a:pPr marL="457200" indent="-457200">
              <a:buFont typeface="+mj-lt"/>
              <a:buAutoNum type="arabicPeriod"/>
            </a:pPr>
            <a:r>
              <a:rPr lang="en-US" sz="3200" dirty="0"/>
              <a:t>Transitioning to agile: Now what?</a:t>
            </a:r>
          </a:p>
          <a:p>
            <a:pPr marL="0" indent="0">
              <a:buNone/>
            </a:pPr>
            <a:endParaRPr lang="en-US" sz="3200" dirty="0"/>
          </a:p>
        </p:txBody>
      </p:sp>
      <p:sp>
        <p:nvSpPr>
          <p:cNvPr id="2" name="Title 1"/>
          <p:cNvSpPr>
            <a:spLocks noGrp="1"/>
          </p:cNvSpPr>
          <p:nvPr>
            <p:ph type="title"/>
          </p:nvPr>
        </p:nvSpPr>
        <p:spPr>
          <a:xfrm>
            <a:off x="2089485" y="0"/>
            <a:ext cx="7054515" cy="1074057"/>
          </a:xfrm>
        </p:spPr>
        <p:txBody>
          <a:bodyPr>
            <a:normAutofit/>
          </a:bodyPr>
          <a:lstStyle/>
          <a:p>
            <a:r>
              <a:rPr lang="en-US" dirty="0" smtClean="0"/>
              <a:t>Contents</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3364232936"/>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712200" cy="1387476"/>
          </a:xfrm>
        </p:spPr>
        <p:txBody>
          <a:bodyPr>
            <a:normAutofit fontScale="77500" lnSpcReduction="20000"/>
          </a:bodyPr>
          <a:lstStyle/>
          <a:p>
            <a:r>
              <a:rPr lang="en-US" dirty="0" smtClean="0"/>
              <a:t>What it is?</a:t>
            </a:r>
          </a:p>
          <a:p>
            <a:pPr lvl="1"/>
            <a:r>
              <a:rPr lang="en-US" dirty="0"/>
              <a:t>Organizations often think of a waterfall development process as involving a linear sequence of activities, where project teams fully specify </a:t>
            </a:r>
            <a:r>
              <a:rPr lang="en-US" dirty="0" smtClean="0"/>
              <a:t>the </a:t>
            </a:r>
            <a:r>
              <a:rPr lang="en-US" dirty="0"/>
              <a:t>requirements, then create designs, then write code, and finally test the </a:t>
            </a:r>
            <a:r>
              <a:rPr lang="en-US" dirty="0" smtClean="0"/>
              <a:t>solution.</a:t>
            </a:r>
          </a:p>
        </p:txBody>
      </p:sp>
      <p:sp>
        <p:nvSpPr>
          <p:cNvPr id="2" name="Title 1"/>
          <p:cNvSpPr>
            <a:spLocks noGrp="1"/>
          </p:cNvSpPr>
          <p:nvPr>
            <p:ph type="title"/>
          </p:nvPr>
        </p:nvSpPr>
        <p:spPr/>
        <p:txBody>
          <a:bodyPr>
            <a:normAutofit/>
          </a:bodyPr>
          <a:lstStyle/>
          <a:p>
            <a:r>
              <a:rPr lang="en-US" dirty="0"/>
              <a:t>Limitations of the </a:t>
            </a:r>
            <a:r>
              <a:rPr lang="en-US" dirty="0" smtClean="0"/>
              <a:t>waterfall</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pic>
        <p:nvPicPr>
          <p:cNvPr id="6" name="Picture 5"/>
          <p:cNvPicPr>
            <a:picLocks noChangeAspect="1"/>
          </p:cNvPicPr>
          <p:nvPr/>
        </p:nvPicPr>
        <p:blipFill>
          <a:blip r:embed="rId2"/>
          <a:stretch>
            <a:fillRect/>
          </a:stretch>
        </p:blipFill>
        <p:spPr>
          <a:xfrm>
            <a:off x="2476500" y="2501447"/>
            <a:ext cx="6667500" cy="3810000"/>
          </a:xfrm>
          <a:prstGeom prst="rect">
            <a:avLst/>
          </a:prstGeom>
        </p:spPr>
      </p:pic>
    </p:spTree>
    <p:extLst>
      <p:ext uri="{BB962C8B-B14F-4D97-AF65-F5344CB8AC3E}">
        <p14:creationId xmlns:p14="http://schemas.microsoft.com/office/powerpoint/2010/main" val="2998656780"/>
      </p:ext>
    </p:extLst>
  </p:cSld>
  <p:clrMapOvr>
    <a:masterClrMapping/>
  </p:clrMapOvr>
  <p:transition>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85000" lnSpcReduction="20000"/>
          </a:bodyPr>
          <a:lstStyle/>
          <a:p>
            <a:r>
              <a:rPr lang="en-US" dirty="0" smtClean="0"/>
              <a:t>What are advantages?</a:t>
            </a:r>
          </a:p>
          <a:p>
            <a:pPr lvl="1"/>
            <a:r>
              <a:rPr lang="en-US" dirty="0"/>
              <a:t>The team can catch any </a:t>
            </a:r>
            <a:r>
              <a:rPr lang="en-US" dirty="0" smtClean="0"/>
              <a:t>flaws </a:t>
            </a:r>
            <a:r>
              <a:rPr lang="en-US" sz="1600" dirty="0" smtClean="0"/>
              <a:t>(</a:t>
            </a:r>
            <a:r>
              <a:rPr lang="en-US" sz="1600" dirty="0" err="1" smtClean="0"/>
              <a:t>nắm</a:t>
            </a:r>
            <a:r>
              <a:rPr lang="en-US" sz="1600" dirty="0" smtClean="0"/>
              <a:t> </a:t>
            </a:r>
            <a:r>
              <a:rPr lang="en-US" sz="1600" dirty="0" err="1" smtClean="0"/>
              <a:t>bắt</a:t>
            </a:r>
            <a:r>
              <a:rPr lang="en-US" sz="1600" dirty="0" smtClean="0"/>
              <a:t> </a:t>
            </a:r>
            <a:r>
              <a:rPr lang="en-US" sz="1600" dirty="0" err="1" smtClean="0"/>
              <a:t>những</a:t>
            </a:r>
            <a:r>
              <a:rPr lang="en-US" sz="1600" dirty="0" smtClean="0"/>
              <a:t> </a:t>
            </a:r>
            <a:r>
              <a:rPr lang="en-US" sz="1600" dirty="0" err="1" smtClean="0"/>
              <a:t>thiếu</a:t>
            </a:r>
            <a:r>
              <a:rPr lang="en-US" sz="1600" dirty="0" smtClean="0"/>
              <a:t> </a:t>
            </a:r>
            <a:r>
              <a:rPr lang="en-US" sz="1600" dirty="0" err="1" smtClean="0"/>
              <a:t>sót</a:t>
            </a:r>
            <a:r>
              <a:rPr lang="en-US" sz="1600" dirty="0" smtClean="0"/>
              <a:t>) </a:t>
            </a:r>
            <a:r>
              <a:rPr lang="en-US" dirty="0"/>
              <a:t>in the application’s requirements and design early on rather than during construction, testing, or maintenance, when fixing an error is much more costly. </a:t>
            </a:r>
            <a:endParaRPr lang="en-US" dirty="0" smtClean="0"/>
          </a:p>
          <a:p>
            <a:pPr lvl="1"/>
            <a:r>
              <a:rPr lang="en-US" dirty="0" smtClean="0"/>
              <a:t>If </a:t>
            </a:r>
            <a:r>
              <a:rPr lang="en-US" dirty="0"/>
              <a:t>the requirements are correct up front, it is easy to allocate budget and resources, to measure progress, and to estimate an accurate completion date.</a:t>
            </a:r>
            <a:endParaRPr lang="en-US" dirty="0" smtClean="0"/>
          </a:p>
          <a:p>
            <a:r>
              <a:rPr lang="en-US" dirty="0" smtClean="0"/>
              <a:t>What are disadvantages?</a:t>
            </a:r>
          </a:p>
          <a:p>
            <a:pPr lvl="1"/>
            <a:r>
              <a:rPr lang="en-US" dirty="0"/>
              <a:t>Large projects that use a waterfall approach are often delivered late, lack necessary features, and fail to meet users’ expectations</a:t>
            </a:r>
            <a:r>
              <a:rPr lang="en-US" dirty="0" smtClean="0"/>
              <a:t>.</a:t>
            </a:r>
          </a:p>
          <a:p>
            <a:pPr lvl="1"/>
            <a:r>
              <a:rPr lang="en-US" dirty="0"/>
              <a:t>Stakeholders often change their requirements during the course of a long project, and projects </a:t>
            </a:r>
            <a:r>
              <a:rPr lang="en-US" dirty="0" smtClean="0"/>
              <a:t>struggle </a:t>
            </a:r>
            <a:r>
              <a:rPr lang="en-US" sz="1700" dirty="0" smtClean="0"/>
              <a:t>(</a:t>
            </a:r>
            <a:r>
              <a:rPr lang="en-US" sz="1700" dirty="0" err="1" smtClean="0"/>
              <a:t>tìm</a:t>
            </a:r>
            <a:r>
              <a:rPr lang="en-US" sz="1700" dirty="0" smtClean="0"/>
              <a:t> </a:t>
            </a:r>
            <a:r>
              <a:rPr lang="en-US" sz="1700" dirty="0" err="1" smtClean="0"/>
              <a:t>cách</a:t>
            </a:r>
            <a:r>
              <a:rPr lang="en-US" sz="1700" dirty="0" smtClean="0"/>
              <a:t> </a:t>
            </a:r>
            <a:r>
              <a:rPr lang="en-US" sz="1700" dirty="0" err="1" smtClean="0"/>
              <a:t>tồn</a:t>
            </a:r>
            <a:r>
              <a:rPr lang="en-US" sz="1700" dirty="0" smtClean="0"/>
              <a:t> </a:t>
            </a:r>
            <a:r>
              <a:rPr lang="en-US" sz="1700" dirty="0" err="1" smtClean="0"/>
              <a:t>tại</a:t>
            </a:r>
            <a:r>
              <a:rPr lang="en-US" sz="1700" dirty="0" smtClean="0"/>
              <a:t>)</a:t>
            </a:r>
            <a:r>
              <a:rPr lang="en-US" dirty="0" smtClean="0"/>
              <a:t> </a:t>
            </a:r>
            <a:r>
              <a:rPr lang="en-US" dirty="0"/>
              <a:t>when the software development teams cannot respond to these changes effectively.</a:t>
            </a:r>
            <a:endParaRPr lang="en-US" dirty="0" smtClean="0"/>
          </a:p>
          <a:p>
            <a:r>
              <a:rPr lang="en-US" dirty="0" smtClean="0"/>
              <a:t>When we use waterfall development?</a:t>
            </a:r>
          </a:p>
          <a:p>
            <a:pPr lvl="1"/>
            <a:r>
              <a:rPr lang="en-US" dirty="0" smtClean="0"/>
              <a:t>For the projects, if </a:t>
            </a:r>
            <a:r>
              <a:rPr lang="en-US" dirty="0"/>
              <a:t>the requirements are correct up front, it is easy to allocate budget and resources, to measure progress, and to estimate an accurate completion date.</a:t>
            </a:r>
          </a:p>
        </p:txBody>
      </p:sp>
      <p:sp>
        <p:nvSpPr>
          <p:cNvPr id="2" name="Title 1"/>
          <p:cNvSpPr>
            <a:spLocks noGrp="1"/>
          </p:cNvSpPr>
          <p:nvPr>
            <p:ph type="title"/>
          </p:nvPr>
        </p:nvSpPr>
        <p:spPr/>
        <p:txBody>
          <a:bodyPr>
            <a:normAutofit/>
          </a:bodyPr>
          <a:lstStyle/>
          <a:p>
            <a:r>
              <a:rPr lang="en-US" dirty="0"/>
              <a:t>Limitations of the </a:t>
            </a:r>
            <a:r>
              <a:rPr lang="en-US" dirty="0" smtClean="0"/>
              <a:t>waterfall</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378016307"/>
      </p:ext>
    </p:extLst>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The agile development </a:t>
            </a:r>
            <a:r>
              <a:rPr lang="en-US" smtClean="0"/>
              <a:t>approach</a:t>
            </a:r>
            <a:endParaRPr lang="en-US"/>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pic>
        <p:nvPicPr>
          <p:cNvPr id="7" name="Content Placeholder 6"/>
          <p:cNvPicPr>
            <a:picLocks noGrp="1" noChangeAspect="1"/>
          </p:cNvPicPr>
          <p:nvPr>
            <p:ph idx="1"/>
          </p:nvPr>
        </p:nvPicPr>
        <p:blipFill>
          <a:blip r:embed="rId2"/>
          <a:stretch>
            <a:fillRect/>
          </a:stretch>
        </p:blipFill>
        <p:spPr>
          <a:xfrm>
            <a:off x="-1" y="1111251"/>
            <a:ext cx="9107037" cy="4491263"/>
          </a:xfrm>
          <a:prstGeom prst="rect">
            <a:avLst/>
          </a:prstGeom>
        </p:spPr>
      </p:pic>
    </p:spTree>
    <p:extLst>
      <p:ext uri="{BB962C8B-B14F-4D97-AF65-F5344CB8AC3E}">
        <p14:creationId xmlns:p14="http://schemas.microsoft.com/office/powerpoint/2010/main" val="2284227427"/>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fontScale="77500" lnSpcReduction="20000"/>
          </a:bodyPr>
          <a:lstStyle/>
          <a:p>
            <a:r>
              <a:rPr lang="en-US" dirty="0" smtClean="0"/>
              <a:t>What is agile development approach?</a:t>
            </a:r>
          </a:p>
          <a:p>
            <a:pPr lvl="1"/>
            <a:r>
              <a:rPr lang="en-US" dirty="0"/>
              <a:t>Agile methods focus on iterative and incremental development, breaking the development of software into short cycles called iterations (or, in the agile method known as </a:t>
            </a:r>
            <a:r>
              <a:rPr lang="en-US" dirty="0" smtClean="0"/>
              <a:t>Scrum </a:t>
            </a:r>
            <a:r>
              <a:rPr lang="en-US" sz="1600" dirty="0" smtClean="0"/>
              <a:t>(</a:t>
            </a:r>
            <a:r>
              <a:rPr lang="en-US" sz="1600" dirty="0" err="1" smtClean="0"/>
              <a:t>nghĩa</a:t>
            </a:r>
            <a:r>
              <a:rPr lang="en-US" sz="1600" dirty="0" smtClean="0"/>
              <a:t> </a:t>
            </a:r>
            <a:r>
              <a:rPr lang="en-US" sz="1600" dirty="0" err="1" smtClean="0"/>
              <a:t>đen</a:t>
            </a:r>
            <a:r>
              <a:rPr lang="en-US" sz="1600" dirty="0" smtClean="0"/>
              <a:t> </a:t>
            </a:r>
            <a:r>
              <a:rPr lang="en-US" sz="1600" dirty="0" err="1" smtClean="0"/>
              <a:t>tụ</a:t>
            </a:r>
            <a:r>
              <a:rPr lang="en-US" sz="1600" dirty="0" smtClean="0"/>
              <a:t> </a:t>
            </a:r>
            <a:r>
              <a:rPr lang="en-US" sz="1600" dirty="0" err="1" smtClean="0"/>
              <a:t>nhau</a:t>
            </a:r>
            <a:r>
              <a:rPr lang="en-US" sz="1600" dirty="0" smtClean="0"/>
              <a:t> </a:t>
            </a:r>
            <a:r>
              <a:rPr lang="en-US" sz="1600" dirty="0" err="1" smtClean="0"/>
              <a:t>giành</a:t>
            </a:r>
            <a:r>
              <a:rPr lang="en-US" sz="1600" dirty="0" smtClean="0"/>
              <a:t> </a:t>
            </a:r>
            <a:r>
              <a:rPr lang="en-US" sz="1600" dirty="0" err="1" smtClean="0"/>
              <a:t>bóng</a:t>
            </a:r>
            <a:r>
              <a:rPr lang="en-US" sz="1600" dirty="0" smtClean="0"/>
              <a:t>)</a:t>
            </a:r>
            <a:r>
              <a:rPr lang="en-US" dirty="0" smtClean="0"/>
              <a:t>, </a:t>
            </a:r>
            <a:r>
              <a:rPr lang="en-US" dirty="0"/>
              <a:t>“sprints</a:t>
            </a:r>
            <a:r>
              <a:rPr lang="en-US" dirty="0" smtClean="0"/>
              <a:t>”</a:t>
            </a:r>
            <a:r>
              <a:rPr lang="en-US" sz="1600" dirty="0" smtClean="0"/>
              <a:t> (</a:t>
            </a:r>
            <a:r>
              <a:rPr lang="en-US" sz="1600" dirty="0" err="1" smtClean="0"/>
              <a:t>chạy</a:t>
            </a:r>
            <a:r>
              <a:rPr lang="en-US" sz="1600" dirty="0" smtClean="0"/>
              <a:t> </a:t>
            </a:r>
            <a:r>
              <a:rPr lang="en-US" sz="1600" dirty="0" err="1" smtClean="0"/>
              <a:t>hết</a:t>
            </a:r>
            <a:r>
              <a:rPr lang="en-US" sz="1600" dirty="0" smtClean="0"/>
              <a:t> </a:t>
            </a:r>
            <a:r>
              <a:rPr lang="en-US" sz="1600" dirty="0" err="1" smtClean="0"/>
              <a:t>tốc</a:t>
            </a:r>
            <a:r>
              <a:rPr lang="en-US" sz="1600" dirty="0" smtClean="0"/>
              <a:t> </a:t>
            </a:r>
            <a:r>
              <a:rPr lang="en-US" sz="1600" dirty="0" err="1" smtClean="0"/>
              <a:t>lực</a:t>
            </a:r>
            <a:r>
              <a:rPr lang="en-US" sz="1600" dirty="0" smtClean="0"/>
              <a:t>)</a:t>
            </a:r>
            <a:r>
              <a:rPr lang="en-US" dirty="0" smtClean="0"/>
              <a:t>).</a:t>
            </a:r>
          </a:p>
          <a:p>
            <a:pPr lvl="1"/>
            <a:r>
              <a:rPr lang="en-US" dirty="0"/>
              <a:t>Iterations can be as short as </a:t>
            </a:r>
            <a:r>
              <a:rPr lang="en-US" dirty="0">
                <a:solidFill>
                  <a:srgbClr val="FF0000"/>
                </a:solidFill>
              </a:rPr>
              <a:t>one week </a:t>
            </a:r>
            <a:r>
              <a:rPr lang="en-US" dirty="0"/>
              <a:t>or as long as </a:t>
            </a:r>
            <a:r>
              <a:rPr lang="en-US" dirty="0">
                <a:solidFill>
                  <a:srgbClr val="FF0000"/>
                </a:solidFill>
              </a:rPr>
              <a:t>a month</a:t>
            </a:r>
            <a:r>
              <a:rPr lang="en-US" dirty="0"/>
              <a:t>. During each iteration, the development team adds a small set of functionality based on priorities established by the customer, tests it to make sure it works properly, and validates it with acceptance criteria established by the </a:t>
            </a:r>
            <a:r>
              <a:rPr lang="en-US" dirty="0" smtClean="0"/>
              <a:t>customers.</a:t>
            </a:r>
          </a:p>
          <a:p>
            <a:r>
              <a:rPr lang="en-US" dirty="0" smtClean="0"/>
              <a:t>What are advantages?</a:t>
            </a:r>
          </a:p>
          <a:p>
            <a:pPr lvl="1"/>
            <a:r>
              <a:rPr lang="en-US" dirty="0" smtClean="0"/>
              <a:t>Minimum the defects at the final product, because of </a:t>
            </a:r>
            <a:r>
              <a:rPr lang="en-US" dirty="0"/>
              <a:t>s</a:t>
            </a:r>
            <a:r>
              <a:rPr lang="en-US" dirty="0" smtClean="0"/>
              <a:t>ubsequent </a:t>
            </a:r>
            <a:r>
              <a:rPr lang="en-US" dirty="0"/>
              <a:t>increments modify what already exists, enrich the initial features, add new ones, and correct defects that were discovered. </a:t>
            </a:r>
            <a:endParaRPr lang="en-US" dirty="0" smtClean="0"/>
          </a:p>
          <a:p>
            <a:pPr lvl="1"/>
            <a:r>
              <a:rPr lang="en-US" dirty="0" smtClean="0"/>
              <a:t>Ongoing </a:t>
            </a:r>
            <a:r>
              <a:rPr lang="en-US" dirty="0"/>
              <a:t>customer participation enables the team to spot </a:t>
            </a:r>
            <a:r>
              <a:rPr lang="en-US" sz="1800" dirty="0" smtClean="0"/>
              <a:t>(</a:t>
            </a:r>
            <a:r>
              <a:rPr lang="en-US" sz="1800" dirty="0" err="1" smtClean="0"/>
              <a:t>phát</a:t>
            </a:r>
            <a:r>
              <a:rPr lang="en-US" sz="1800" dirty="0" smtClean="0"/>
              <a:t> </a:t>
            </a:r>
            <a:r>
              <a:rPr lang="en-US" sz="1800" dirty="0" err="1" smtClean="0"/>
              <a:t>hiện</a:t>
            </a:r>
            <a:r>
              <a:rPr lang="en-US" sz="1800" dirty="0" smtClean="0"/>
              <a:t>) </a:t>
            </a:r>
            <a:r>
              <a:rPr lang="en-US" dirty="0" smtClean="0"/>
              <a:t>problems </a:t>
            </a:r>
            <a:r>
              <a:rPr lang="en-US" dirty="0"/>
              <a:t>and changes in direction </a:t>
            </a:r>
            <a:r>
              <a:rPr lang="en-US" dirty="0" smtClean="0"/>
              <a:t>early </a:t>
            </a:r>
            <a:r>
              <a:rPr lang="en-US" sz="1800" dirty="0" smtClean="0"/>
              <a:t>(</a:t>
            </a:r>
            <a:r>
              <a:rPr lang="en-US" sz="1800" dirty="0" err="1" smtClean="0"/>
              <a:t>sớm</a:t>
            </a:r>
            <a:r>
              <a:rPr lang="en-US" sz="1800" dirty="0" smtClean="0"/>
              <a:t> </a:t>
            </a:r>
            <a:r>
              <a:rPr lang="en-US" sz="1800" dirty="0" err="1" smtClean="0"/>
              <a:t>thay</a:t>
            </a:r>
            <a:r>
              <a:rPr lang="en-US" sz="1800" dirty="0" smtClean="0"/>
              <a:t> </a:t>
            </a:r>
            <a:r>
              <a:rPr lang="en-US" sz="1800" dirty="0" err="1" smtClean="0"/>
              <a:t>đổi</a:t>
            </a:r>
            <a:r>
              <a:rPr lang="en-US" sz="1800" dirty="0" smtClean="0"/>
              <a:t> </a:t>
            </a:r>
            <a:r>
              <a:rPr lang="en-US" sz="1800" dirty="0" err="1" smtClean="0"/>
              <a:t>đúng</a:t>
            </a:r>
            <a:r>
              <a:rPr lang="en-US" sz="1800" dirty="0" smtClean="0"/>
              <a:t> </a:t>
            </a:r>
            <a:r>
              <a:rPr lang="en-US" sz="1800" dirty="0" err="1" smtClean="0"/>
              <a:t>hướng</a:t>
            </a:r>
            <a:r>
              <a:rPr lang="en-US" sz="1800" dirty="0" smtClean="0"/>
              <a:t>)</a:t>
            </a:r>
            <a:r>
              <a:rPr lang="en-US" dirty="0" smtClean="0"/>
              <a:t>, </a:t>
            </a:r>
            <a:r>
              <a:rPr lang="en-US" dirty="0"/>
              <a:t>thereby guiding developers to adjust their course before they are too far down the wrong path. </a:t>
            </a:r>
            <a:endParaRPr lang="en-US" dirty="0" smtClean="0"/>
          </a:p>
          <a:p>
            <a:r>
              <a:rPr lang="en-US" dirty="0" smtClean="0"/>
              <a:t>When we use agile development approach?</a:t>
            </a:r>
          </a:p>
          <a:p>
            <a:pPr lvl="1"/>
            <a:r>
              <a:rPr lang="en-US" dirty="0" smtClean="0"/>
              <a:t>Agile development approach can applied to all SW projects.</a:t>
            </a:r>
            <a:endParaRPr lang="en-US" dirty="0"/>
          </a:p>
        </p:txBody>
      </p:sp>
      <p:sp>
        <p:nvSpPr>
          <p:cNvPr id="2" name="Title 1"/>
          <p:cNvSpPr>
            <a:spLocks noGrp="1"/>
          </p:cNvSpPr>
          <p:nvPr>
            <p:ph type="title"/>
          </p:nvPr>
        </p:nvSpPr>
        <p:spPr/>
        <p:txBody>
          <a:bodyPr>
            <a:normAutofit/>
          </a:bodyPr>
          <a:lstStyle/>
          <a:p>
            <a:r>
              <a:rPr lang="en-US"/>
              <a:t>The agile development </a:t>
            </a:r>
            <a:r>
              <a:rPr lang="en-US" smtClean="0"/>
              <a:t>approach</a:t>
            </a:r>
            <a:endParaRPr lang="en-US"/>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659415899"/>
      </p:ext>
    </p:extLst>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77500" lnSpcReduction="20000"/>
          </a:bodyPr>
          <a:lstStyle/>
          <a:p>
            <a:r>
              <a:rPr lang="en-US" dirty="0"/>
              <a:t>Customer </a:t>
            </a:r>
            <a:r>
              <a:rPr lang="en-US" dirty="0" smtClean="0"/>
              <a:t>involvement:</a:t>
            </a:r>
          </a:p>
          <a:p>
            <a:pPr lvl="1"/>
            <a:r>
              <a:rPr lang="en-US" dirty="0"/>
              <a:t>Collaborating with customers on software development projects always increases the chances of project success. This is true for waterfall projects as well as for agile projects</a:t>
            </a:r>
            <a:r>
              <a:rPr lang="en-US" dirty="0" smtClean="0"/>
              <a:t>.</a:t>
            </a:r>
          </a:p>
          <a:p>
            <a:pPr lvl="1"/>
            <a:r>
              <a:rPr lang="en-US" dirty="0"/>
              <a:t>On </a:t>
            </a:r>
            <a:r>
              <a:rPr lang="en-US" dirty="0">
                <a:solidFill>
                  <a:srgbClr val="FF0000"/>
                </a:solidFill>
              </a:rPr>
              <a:t>waterfall projects</a:t>
            </a:r>
            <a:r>
              <a:rPr lang="en-US" dirty="0"/>
              <a:t>, customers typically dedicate considerable time up front, helping the BA understand, document, and validate </a:t>
            </a:r>
            <a:r>
              <a:rPr lang="en-US" dirty="0" smtClean="0"/>
              <a:t>requirements. During </a:t>
            </a:r>
            <a:r>
              <a:rPr lang="en-US" dirty="0"/>
              <a:t>the </a:t>
            </a:r>
            <a:r>
              <a:rPr lang="en-US" dirty="0" smtClean="0"/>
              <a:t>later phases, </a:t>
            </a:r>
            <a:r>
              <a:rPr lang="en-US" dirty="0"/>
              <a:t>there is generally little customer involvement, which makes it difficult for a project to adapt to changing customer needs</a:t>
            </a:r>
            <a:r>
              <a:rPr lang="en-US" dirty="0" smtClean="0"/>
              <a:t>.</a:t>
            </a:r>
          </a:p>
          <a:p>
            <a:pPr lvl="1"/>
            <a:r>
              <a:rPr lang="en-US" dirty="0"/>
              <a:t>On </a:t>
            </a:r>
            <a:r>
              <a:rPr lang="en-US" dirty="0">
                <a:solidFill>
                  <a:srgbClr val="FF0000"/>
                </a:solidFill>
              </a:rPr>
              <a:t>agile projects</a:t>
            </a:r>
            <a:r>
              <a:rPr lang="en-US" dirty="0"/>
              <a:t>, customers (or a product </a:t>
            </a:r>
            <a:r>
              <a:rPr lang="en-US" dirty="0" smtClean="0"/>
              <a:t>owner) </a:t>
            </a:r>
            <a:r>
              <a:rPr lang="en-US" dirty="0"/>
              <a:t>are engaged continuously throughout the project. During an initial planning iteration on some agile projects, customers work with the project team to identify and prioritize user stories that will serve as the preliminary road map for the development of the product.</a:t>
            </a:r>
            <a:endParaRPr lang="en-US" dirty="0" smtClean="0"/>
          </a:p>
          <a:p>
            <a:r>
              <a:rPr lang="en-US" dirty="0"/>
              <a:t>Documentation </a:t>
            </a:r>
            <a:r>
              <a:rPr lang="en-US" dirty="0" smtClean="0"/>
              <a:t>detail:</a:t>
            </a:r>
          </a:p>
          <a:p>
            <a:pPr lvl="1"/>
            <a:r>
              <a:rPr lang="en-US" dirty="0"/>
              <a:t>Because developers have little interaction with customers </a:t>
            </a:r>
            <a:r>
              <a:rPr lang="en-US" dirty="0" smtClean="0"/>
              <a:t>in the later phases on </a:t>
            </a:r>
            <a:r>
              <a:rPr lang="en-US" dirty="0">
                <a:solidFill>
                  <a:srgbClr val="FF0000"/>
                </a:solidFill>
              </a:rPr>
              <a:t>waterfall projects</a:t>
            </a:r>
            <a:r>
              <a:rPr lang="en-US" dirty="0"/>
              <a:t>, the requirements must specify system behavior, data relationships, and user experience expectations in considerable detail</a:t>
            </a:r>
            <a:r>
              <a:rPr lang="en-US" dirty="0" smtClean="0"/>
              <a:t>.</a:t>
            </a:r>
          </a:p>
          <a:p>
            <a:pPr lvl="1"/>
            <a:r>
              <a:rPr lang="en-US" dirty="0"/>
              <a:t>The close collaboration of customers with developers on </a:t>
            </a:r>
            <a:r>
              <a:rPr lang="en-US" dirty="0">
                <a:solidFill>
                  <a:srgbClr val="FF0000"/>
                </a:solidFill>
              </a:rPr>
              <a:t>agile projects </a:t>
            </a:r>
            <a:r>
              <a:rPr lang="en-US" dirty="0"/>
              <a:t>generally means that requirements can be documented in less detail than on traditional projects.</a:t>
            </a:r>
            <a:endParaRPr lang="en-US" dirty="0" smtClean="0"/>
          </a:p>
          <a:p>
            <a:pPr lvl="1"/>
            <a:endParaRPr lang="en-US" dirty="0" smtClean="0"/>
          </a:p>
        </p:txBody>
      </p:sp>
      <p:sp>
        <p:nvSpPr>
          <p:cNvPr id="2" name="Title 1"/>
          <p:cNvSpPr>
            <a:spLocks noGrp="1"/>
          </p:cNvSpPr>
          <p:nvPr>
            <p:ph type="title"/>
          </p:nvPr>
        </p:nvSpPr>
        <p:spPr/>
        <p:txBody>
          <a:bodyPr>
            <a:normAutofit/>
          </a:bodyPr>
          <a:lstStyle/>
          <a:p>
            <a:r>
              <a:rPr lang="en-US" dirty="0"/>
              <a:t>Essential aspects of an agile approach to </a:t>
            </a:r>
            <a:r>
              <a:rPr lang="en-US" dirty="0" smtClean="0"/>
              <a:t>requirements</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3955155176"/>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20000"/>
          </a:bodyPr>
          <a:lstStyle/>
          <a:p>
            <a:r>
              <a:rPr lang="en-US" dirty="0" smtClean="0"/>
              <a:t>The </a:t>
            </a:r>
            <a:r>
              <a:rPr lang="en-US" dirty="0"/>
              <a:t>backlog and </a:t>
            </a:r>
            <a:r>
              <a:rPr lang="en-US" dirty="0" smtClean="0"/>
              <a:t>prioritization:</a:t>
            </a:r>
          </a:p>
          <a:p>
            <a:pPr lvl="1"/>
            <a:r>
              <a:rPr lang="en-US" dirty="0"/>
              <a:t>The </a:t>
            </a:r>
            <a:r>
              <a:rPr lang="en-US" i="1" dirty="0">
                <a:solidFill>
                  <a:srgbClr val="FF0000"/>
                </a:solidFill>
              </a:rPr>
              <a:t>product backlog </a:t>
            </a:r>
            <a:r>
              <a:rPr lang="en-US" dirty="0"/>
              <a:t>on an agile project contains a list of requests for work that the team might perform (IIBA 2013). Product backlogs typically are composed of user </a:t>
            </a:r>
            <a:r>
              <a:rPr lang="en-US" dirty="0" smtClean="0"/>
              <a:t>stories to be built, and </a:t>
            </a:r>
            <a:r>
              <a:rPr lang="en-US" dirty="0"/>
              <a:t>defects to be corrected. Each project should maintain only one backlog (Cohn 2010).</a:t>
            </a:r>
            <a:r>
              <a:rPr lang="en-US" dirty="0" smtClean="0"/>
              <a:t> </a:t>
            </a:r>
          </a:p>
          <a:p>
            <a:pPr lvl="1"/>
            <a:r>
              <a:rPr lang="en-US" i="1" dirty="0">
                <a:solidFill>
                  <a:srgbClr val="FF0000"/>
                </a:solidFill>
              </a:rPr>
              <a:t>Prioritization</a:t>
            </a:r>
            <a:r>
              <a:rPr lang="en-US" dirty="0"/>
              <a:t> of the backlog is an ongoing activity to select which work items go into </a:t>
            </a:r>
            <a:r>
              <a:rPr lang="en-US" dirty="0" smtClean="0"/>
              <a:t>upcoming </a:t>
            </a:r>
            <a:r>
              <a:rPr lang="en-US" sz="1600" dirty="0" smtClean="0"/>
              <a:t>(</a:t>
            </a:r>
            <a:r>
              <a:rPr lang="en-US" sz="1600" dirty="0" err="1" smtClean="0"/>
              <a:t>sắp</a:t>
            </a:r>
            <a:r>
              <a:rPr lang="en-US" sz="1600" dirty="0" smtClean="0"/>
              <a:t> </a:t>
            </a:r>
            <a:r>
              <a:rPr lang="en-US" sz="1600" dirty="0" err="1" smtClean="0"/>
              <a:t>tới</a:t>
            </a:r>
            <a:r>
              <a:rPr lang="en-US" sz="1600" dirty="0" smtClean="0"/>
              <a:t>)</a:t>
            </a:r>
            <a:r>
              <a:rPr lang="en-US" dirty="0" smtClean="0"/>
              <a:t> </a:t>
            </a:r>
            <a:r>
              <a:rPr lang="en-US" dirty="0"/>
              <a:t>iterations and which items are discarded </a:t>
            </a:r>
            <a:r>
              <a:rPr lang="en-US" sz="1600" dirty="0" smtClean="0"/>
              <a:t>(</a:t>
            </a:r>
            <a:r>
              <a:rPr lang="en-US" sz="1600" dirty="0" err="1" smtClean="0"/>
              <a:t>loại</a:t>
            </a:r>
            <a:r>
              <a:rPr lang="en-US" sz="1600" dirty="0" smtClean="0"/>
              <a:t> </a:t>
            </a:r>
            <a:r>
              <a:rPr lang="en-US" sz="1600" dirty="0" err="1" smtClean="0"/>
              <a:t>bỏ</a:t>
            </a:r>
            <a:r>
              <a:rPr lang="en-US" sz="1600" dirty="0" smtClean="0"/>
              <a:t>) </a:t>
            </a:r>
            <a:r>
              <a:rPr lang="en-US" dirty="0" smtClean="0"/>
              <a:t>from </a:t>
            </a:r>
            <a:r>
              <a:rPr lang="en-US" dirty="0"/>
              <a:t>the backlog.</a:t>
            </a:r>
            <a:endParaRPr lang="en-US" dirty="0" smtClean="0"/>
          </a:p>
          <a:p>
            <a:r>
              <a:rPr lang="en-US" dirty="0" smtClean="0"/>
              <a:t>Timing:</a:t>
            </a:r>
          </a:p>
          <a:p>
            <a:pPr lvl="1"/>
            <a:r>
              <a:rPr lang="en-US" dirty="0"/>
              <a:t>D</a:t>
            </a:r>
            <a:r>
              <a:rPr lang="en-US" dirty="0" smtClean="0"/>
              <a:t>etailed </a:t>
            </a:r>
            <a:r>
              <a:rPr lang="en-US" dirty="0"/>
              <a:t>requirements are not documented all at once at the beginning of an agile project. Instead, high-level requirements, typically in the form of user stories, are elicited to populate </a:t>
            </a:r>
            <a:r>
              <a:rPr lang="en-US" sz="1700" dirty="0" smtClean="0"/>
              <a:t>(</a:t>
            </a:r>
            <a:r>
              <a:rPr lang="en-US" sz="1700" dirty="0" err="1" smtClean="0"/>
              <a:t>đưa</a:t>
            </a:r>
            <a:r>
              <a:rPr lang="en-US" sz="1700" dirty="0" smtClean="0"/>
              <a:t> </a:t>
            </a:r>
            <a:r>
              <a:rPr lang="en-US" sz="1700" dirty="0" err="1" smtClean="0"/>
              <a:t>vào</a:t>
            </a:r>
            <a:r>
              <a:rPr lang="en-US" sz="1700" dirty="0" smtClean="0"/>
              <a:t>) </a:t>
            </a:r>
            <a:r>
              <a:rPr lang="en-US" dirty="0" smtClean="0"/>
              <a:t>a </a:t>
            </a:r>
            <a:r>
              <a:rPr lang="en-US" dirty="0"/>
              <a:t>product backlog early in a project for planning and prioritization.</a:t>
            </a:r>
            <a:endParaRPr lang="en-US" dirty="0" smtClean="0"/>
          </a:p>
          <a:p>
            <a:pPr lvl="1"/>
            <a:r>
              <a:rPr lang="en-US" dirty="0" smtClean="0"/>
              <a:t>User </a:t>
            </a:r>
            <a:r>
              <a:rPr lang="en-US" dirty="0"/>
              <a:t>stories are allocated to specific iterations for implementation, and the details for each story are further clarified during that iteration</a:t>
            </a:r>
            <a:r>
              <a:rPr lang="en-US" dirty="0" smtClean="0"/>
              <a:t>.</a:t>
            </a:r>
          </a:p>
        </p:txBody>
      </p:sp>
      <p:sp>
        <p:nvSpPr>
          <p:cNvPr id="2" name="Title 1"/>
          <p:cNvSpPr>
            <a:spLocks noGrp="1"/>
          </p:cNvSpPr>
          <p:nvPr>
            <p:ph type="title"/>
          </p:nvPr>
        </p:nvSpPr>
        <p:spPr/>
        <p:txBody>
          <a:bodyPr>
            <a:normAutofit/>
          </a:bodyPr>
          <a:lstStyle/>
          <a:p>
            <a:r>
              <a:rPr lang="en-US" dirty="0"/>
              <a:t>Essential aspects of an agile approach to </a:t>
            </a:r>
            <a:r>
              <a:rPr lang="en-US" dirty="0" smtClean="0"/>
              <a:t>requirements</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1510962124"/>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2746830"/>
          </a:xfrm>
        </p:spPr>
        <p:txBody>
          <a:bodyPr>
            <a:normAutofit fontScale="85000" lnSpcReduction="20000"/>
          </a:bodyPr>
          <a:lstStyle/>
          <a:p>
            <a:r>
              <a:rPr lang="en-US" dirty="0" smtClean="0"/>
              <a:t>Epics</a:t>
            </a:r>
            <a:r>
              <a:rPr lang="en-US" dirty="0"/>
              <a:t>, user stories, and </a:t>
            </a:r>
            <a:r>
              <a:rPr lang="en-US" dirty="0" smtClean="0"/>
              <a:t>features:</a:t>
            </a:r>
          </a:p>
          <a:p>
            <a:pPr lvl="1"/>
            <a:r>
              <a:rPr lang="en-US" dirty="0"/>
              <a:t>User stories are sized so as to be fully implementable in a single </a:t>
            </a:r>
            <a:r>
              <a:rPr lang="en-US" dirty="0" smtClean="0"/>
              <a:t>iteration.</a:t>
            </a:r>
          </a:p>
          <a:p>
            <a:pPr lvl="1"/>
            <a:r>
              <a:rPr lang="en-US" dirty="0"/>
              <a:t>Mike Cohn (2010) defines an </a:t>
            </a:r>
            <a:r>
              <a:rPr lang="en-US" b="1" i="1" dirty="0">
                <a:solidFill>
                  <a:srgbClr val="003399"/>
                </a:solidFill>
              </a:rPr>
              <a:t>epic</a:t>
            </a:r>
            <a:r>
              <a:rPr lang="en-US" i="1" dirty="0"/>
              <a:t> </a:t>
            </a:r>
            <a:r>
              <a:rPr lang="en-US" sz="1600" i="1" dirty="0" smtClean="0"/>
              <a:t>(</a:t>
            </a:r>
            <a:r>
              <a:rPr lang="en-US" sz="1600" i="1" dirty="0" err="1" smtClean="0"/>
              <a:t>sử</a:t>
            </a:r>
            <a:r>
              <a:rPr lang="en-US" sz="1600" i="1" dirty="0" smtClean="0"/>
              <a:t> thi) </a:t>
            </a:r>
            <a:r>
              <a:rPr lang="en-US" dirty="0" smtClean="0"/>
              <a:t>as </a:t>
            </a:r>
            <a:r>
              <a:rPr lang="en-US" dirty="0"/>
              <a:t>being a user story that is too large to fully implement in a single iteration. Because epics span iterations, they must be split into sets of smaller stories</a:t>
            </a:r>
            <a:r>
              <a:rPr lang="en-US" dirty="0" smtClean="0"/>
              <a:t>.</a:t>
            </a:r>
          </a:p>
          <a:p>
            <a:pPr lvl="1"/>
            <a:r>
              <a:rPr lang="en-US" dirty="0"/>
              <a:t>Sometimes epics are large enough that they must be subdivided into multiple epics, each of which is then split into multiple stories until each resulting story can be reliably estimated and then implemented and tested within a single </a:t>
            </a:r>
            <a:r>
              <a:rPr lang="en-US" dirty="0" smtClean="0"/>
              <a:t>iteration.</a:t>
            </a:r>
          </a:p>
        </p:txBody>
      </p:sp>
      <p:sp>
        <p:nvSpPr>
          <p:cNvPr id="2" name="Title 1"/>
          <p:cNvSpPr>
            <a:spLocks noGrp="1"/>
          </p:cNvSpPr>
          <p:nvPr>
            <p:ph type="title"/>
          </p:nvPr>
        </p:nvSpPr>
        <p:spPr/>
        <p:txBody>
          <a:bodyPr>
            <a:normAutofit/>
          </a:bodyPr>
          <a:lstStyle/>
          <a:p>
            <a:r>
              <a:rPr lang="en-US" dirty="0"/>
              <a:t>Essential aspects of an agile approach to </a:t>
            </a:r>
            <a:r>
              <a:rPr lang="en-US" dirty="0" smtClean="0"/>
              <a:t>requirements</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pic>
        <p:nvPicPr>
          <p:cNvPr id="6" name="Picture 5"/>
          <p:cNvPicPr>
            <a:picLocks noChangeAspect="1"/>
          </p:cNvPicPr>
          <p:nvPr/>
        </p:nvPicPr>
        <p:blipFill>
          <a:blip r:embed="rId2"/>
          <a:stretch>
            <a:fillRect/>
          </a:stretch>
        </p:blipFill>
        <p:spPr>
          <a:xfrm>
            <a:off x="3744686" y="3657094"/>
            <a:ext cx="5399314" cy="2683381"/>
          </a:xfrm>
          <a:prstGeom prst="rect">
            <a:avLst/>
          </a:prstGeom>
        </p:spPr>
      </p:pic>
      <p:sp>
        <p:nvSpPr>
          <p:cNvPr id="7" name="Content Placeholder 2"/>
          <p:cNvSpPr txBox="1">
            <a:spLocks/>
          </p:cNvSpPr>
          <p:nvPr/>
        </p:nvSpPr>
        <p:spPr bwMode="auto">
          <a:xfrm>
            <a:off x="228600" y="3657094"/>
            <a:ext cx="3287486" cy="26833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77500" lnSpcReduction="200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defTabSz="914400"/>
            <a:r>
              <a:rPr lang="en-US" dirty="0"/>
              <a:t>A feature is a grouping of system capabilities that provides value to a user. In the context of an agile project, features could encompass an individual user story, multiple user stories, an individual epic, or multiple epics. </a:t>
            </a:r>
            <a:endParaRPr lang="en-US" dirty="0" smtClean="0"/>
          </a:p>
        </p:txBody>
      </p:sp>
    </p:spTree>
    <p:extLst>
      <p:ext uri="{BB962C8B-B14F-4D97-AF65-F5344CB8AC3E}">
        <p14:creationId xmlns:p14="http://schemas.microsoft.com/office/powerpoint/2010/main" val="2205573016"/>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r>
              <a:rPr lang="en-US" dirty="0" smtClean="0"/>
              <a:t>Expect change:</a:t>
            </a:r>
          </a:p>
          <a:p>
            <a:pPr lvl="1"/>
            <a:r>
              <a:rPr lang="en-US" dirty="0"/>
              <a:t>The biggest </a:t>
            </a:r>
            <a:r>
              <a:rPr lang="en-US" dirty="0" smtClean="0"/>
              <a:t>adaptation </a:t>
            </a:r>
            <a:r>
              <a:rPr lang="en-US" sz="1600" dirty="0" smtClean="0"/>
              <a:t>(</a:t>
            </a:r>
            <a:r>
              <a:rPr lang="en-US" sz="1600" dirty="0" err="1" smtClean="0"/>
              <a:t>thích</a:t>
            </a:r>
            <a:r>
              <a:rPr lang="en-US" sz="1600" dirty="0" smtClean="0"/>
              <a:t> </a:t>
            </a:r>
            <a:r>
              <a:rPr lang="en-US" sz="1600" dirty="0" err="1" smtClean="0"/>
              <a:t>ứng</a:t>
            </a:r>
            <a:r>
              <a:rPr lang="en-US" sz="1600" dirty="0" smtClean="0"/>
              <a:t>)</a:t>
            </a:r>
            <a:r>
              <a:rPr lang="en-US" dirty="0" smtClean="0"/>
              <a:t> </a:t>
            </a:r>
            <a:r>
              <a:rPr lang="en-US" dirty="0"/>
              <a:t>that BAs need to make when a requirement change arises on an agile project is to say not, “Wait, that’s out of </a:t>
            </a:r>
            <a:r>
              <a:rPr lang="en-US" dirty="0" smtClean="0"/>
              <a:t>scope”, but </a:t>
            </a:r>
            <a:r>
              <a:rPr lang="en-US" dirty="0"/>
              <a:t>rather, “Okay, let’s talk about the change</a:t>
            </a:r>
            <a:r>
              <a:rPr lang="en-US" dirty="0" smtClean="0"/>
              <a:t>.”</a:t>
            </a:r>
          </a:p>
          <a:p>
            <a:pPr lvl="1"/>
            <a:r>
              <a:rPr lang="en-US" dirty="0"/>
              <a:t>This encourages customer collaboration to create or change user stories and prioritize each change request against everything else that’s already in the </a:t>
            </a:r>
            <a:r>
              <a:rPr lang="en-US" dirty="0" smtClean="0"/>
              <a:t>backlog.</a:t>
            </a:r>
          </a:p>
          <a:p>
            <a:pPr lvl="1"/>
            <a:r>
              <a:rPr lang="en-US" dirty="0" smtClean="0"/>
              <a:t>Change </a:t>
            </a:r>
            <a:r>
              <a:rPr lang="en-US" dirty="0"/>
              <a:t>also includes removing items from scope. Items can be removed from an iteration’s scope for various reasons, including the </a:t>
            </a:r>
            <a:r>
              <a:rPr lang="en-US" dirty="0" smtClean="0"/>
              <a:t>following:</a:t>
            </a:r>
          </a:p>
          <a:p>
            <a:pPr lvl="2"/>
            <a:r>
              <a:rPr lang="en-US" dirty="0" smtClean="0"/>
              <a:t>Implementation </a:t>
            </a:r>
            <a:r>
              <a:rPr lang="en-US" dirty="0"/>
              <a:t>issues prevent an item from being completed within the current time </a:t>
            </a:r>
            <a:r>
              <a:rPr lang="en-US" dirty="0" smtClean="0"/>
              <a:t>frame.</a:t>
            </a:r>
          </a:p>
          <a:p>
            <a:pPr lvl="2"/>
            <a:r>
              <a:rPr lang="en-US" dirty="0" smtClean="0"/>
              <a:t>Issues </a:t>
            </a:r>
            <a:r>
              <a:rPr lang="en-US" dirty="0"/>
              <a:t>discovered by product owners or during testing make the implementation of a particular story </a:t>
            </a:r>
            <a:r>
              <a:rPr lang="en-US" dirty="0" smtClean="0"/>
              <a:t>unacceptable.</a:t>
            </a:r>
          </a:p>
          <a:p>
            <a:pPr lvl="2"/>
            <a:r>
              <a:rPr lang="en-US" dirty="0" smtClean="0"/>
              <a:t>Higher-priority </a:t>
            </a:r>
            <a:r>
              <a:rPr lang="en-US" dirty="0"/>
              <a:t>items need to replace less important ones that were planned for an iteration.</a:t>
            </a:r>
          </a:p>
          <a:p>
            <a:pPr lvl="1"/>
            <a:endParaRPr lang="en-US" dirty="0"/>
          </a:p>
        </p:txBody>
      </p:sp>
      <p:sp>
        <p:nvSpPr>
          <p:cNvPr id="2" name="Title 1"/>
          <p:cNvSpPr>
            <a:spLocks noGrp="1"/>
          </p:cNvSpPr>
          <p:nvPr>
            <p:ph type="title"/>
          </p:nvPr>
        </p:nvSpPr>
        <p:spPr/>
        <p:txBody>
          <a:bodyPr>
            <a:normAutofit/>
          </a:bodyPr>
          <a:lstStyle/>
          <a:p>
            <a:r>
              <a:rPr lang="en-US" dirty="0"/>
              <a:t>Essential aspects of an agile approach to </a:t>
            </a:r>
            <a:r>
              <a:rPr lang="en-US" dirty="0" smtClean="0"/>
              <a:t>requirements</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837870263"/>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Adapting requirements practices to agile </a:t>
            </a:r>
            <a:r>
              <a:rPr lang="en-US" dirty="0" smtClean="0"/>
              <a:t>projects</a:t>
            </a:r>
            <a:endParaRPr lang="en-US" dirty="0"/>
          </a:p>
        </p:txBody>
      </p:sp>
      <p:pic>
        <p:nvPicPr>
          <p:cNvPr id="4" name="Picture 3"/>
          <p:cNvPicPr>
            <a:picLocks noChangeAspect="1"/>
          </p:cNvPicPr>
          <p:nvPr/>
        </p:nvPicPr>
        <p:blipFill>
          <a:blip r:embed="rId2"/>
          <a:stretch>
            <a:fillRect/>
          </a:stretch>
        </p:blipFill>
        <p:spPr>
          <a:xfrm>
            <a:off x="2148115" y="1278858"/>
            <a:ext cx="6874029" cy="4894010"/>
          </a:xfrm>
          <a:prstGeom prst="rect">
            <a:avLst/>
          </a:prstGeom>
        </p:spPr>
      </p:pic>
      <p:sp>
        <p:nvSpPr>
          <p:cNvPr id="3" name="Footer Placeholder 2"/>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
        <p:nvSpPr>
          <p:cNvPr id="6" name="TextBox 5"/>
          <p:cNvSpPr txBox="1"/>
          <p:nvPr/>
        </p:nvSpPr>
        <p:spPr>
          <a:xfrm>
            <a:off x="181429" y="1727200"/>
            <a:ext cx="1690915" cy="3170099"/>
          </a:xfrm>
          <a:prstGeom prst="rect">
            <a:avLst/>
          </a:prstGeom>
          <a:noFill/>
        </p:spPr>
        <p:txBody>
          <a:bodyPr wrap="square" rtlCol="0">
            <a:spAutoFit/>
          </a:bodyPr>
          <a:lstStyle/>
          <a:p>
            <a:r>
              <a:rPr lang="en-US" sz="2000" i="1" dirty="0"/>
              <a:t>Many other chapters in this book address how to adapt the practices described in the chapter to suit an agile </a:t>
            </a:r>
            <a:r>
              <a:rPr lang="en-US" sz="2000" i="1" dirty="0" smtClean="0"/>
              <a:t>project.</a:t>
            </a:r>
            <a:endParaRPr lang="en-US" sz="2000" i="1" dirty="0"/>
          </a:p>
        </p:txBody>
      </p:sp>
    </p:spTree>
    <p:extLst>
      <p:ext uri="{BB962C8B-B14F-4D97-AF65-F5344CB8AC3E}">
        <p14:creationId xmlns:p14="http://schemas.microsoft.com/office/powerpoint/2010/main" val="3543174763"/>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85000" lnSpcReduction="20000"/>
          </a:bodyPr>
          <a:lstStyle/>
          <a:p>
            <a:r>
              <a:rPr lang="en-US" dirty="0"/>
              <a:t>If you’re a business analyst who is new to agile development methods, don’t worry: most of the practices you already use will still apply. After all, both agile and traditional project teams need to understand the requirements for the solutions they build. </a:t>
            </a:r>
            <a:endParaRPr lang="en-US" dirty="0" smtClean="0"/>
          </a:p>
          <a:p>
            <a:r>
              <a:rPr lang="en-US" dirty="0" smtClean="0"/>
              <a:t>Following </a:t>
            </a:r>
            <a:r>
              <a:rPr lang="en-US" dirty="0"/>
              <a:t>are a few suggestions to help you make the conversion to an agile approach:</a:t>
            </a:r>
            <a:endParaRPr lang="en-US" dirty="0" smtClean="0"/>
          </a:p>
          <a:p>
            <a:pPr lvl="1"/>
            <a:r>
              <a:rPr lang="en-US" dirty="0" smtClean="0"/>
              <a:t>Determine </a:t>
            </a:r>
            <a:r>
              <a:rPr lang="en-US" dirty="0"/>
              <a:t>what your role is on the </a:t>
            </a:r>
            <a:r>
              <a:rPr lang="en-US" dirty="0" smtClean="0"/>
              <a:t>team: Everyone has a role in the project, but </a:t>
            </a:r>
            <a:r>
              <a:rPr lang="en-US" dirty="0"/>
              <a:t>e</a:t>
            </a:r>
            <a:r>
              <a:rPr lang="en-US" dirty="0" smtClean="0"/>
              <a:t>ncourage </a:t>
            </a:r>
            <a:r>
              <a:rPr lang="en-US" dirty="0"/>
              <a:t>all team members to focus on the goals of the project, not their individual roles or </a:t>
            </a:r>
            <a:r>
              <a:rPr lang="en-US" dirty="0" smtClean="0"/>
              <a:t>titles.</a:t>
            </a:r>
          </a:p>
          <a:p>
            <a:pPr lvl="1"/>
            <a:r>
              <a:rPr lang="en-US" dirty="0" smtClean="0"/>
              <a:t>Read </a:t>
            </a:r>
            <a:r>
              <a:rPr lang="en-US" dirty="0"/>
              <a:t>a book on the agile product owner role so you understand user stories, acceptance tests, backlog prioritization</a:t>
            </a:r>
            <a:r>
              <a:rPr lang="en-US" dirty="0" smtClean="0"/>
              <a:t>,... </a:t>
            </a:r>
            <a:r>
              <a:rPr lang="en-US" dirty="0"/>
              <a:t>One suggested book is </a:t>
            </a:r>
            <a:r>
              <a:rPr lang="en-US" i="1" dirty="0">
                <a:solidFill>
                  <a:srgbClr val="003399"/>
                </a:solidFill>
              </a:rPr>
              <a:t>Agile Product Management with Scrum </a:t>
            </a:r>
            <a:r>
              <a:rPr lang="en-US" dirty="0"/>
              <a:t>(</a:t>
            </a:r>
            <a:r>
              <a:rPr lang="en-US" dirty="0" err="1"/>
              <a:t>Pichler</a:t>
            </a:r>
            <a:r>
              <a:rPr lang="en-US" dirty="0"/>
              <a:t> 2010).</a:t>
            </a:r>
          </a:p>
          <a:p>
            <a:pPr lvl="1"/>
            <a:r>
              <a:rPr lang="en-US" dirty="0" smtClean="0"/>
              <a:t>Identify </a:t>
            </a:r>
            <a:r>
              <a:rPr lang="en-US" dirty="0"/>
              <a:t>suggested agile practices that will work best in your </a:t>
            </a:r>
            <a:r>
              <a:rPr lang="en-US" dirty="0" smtClean="0"/>
              <a:t>organization.</a:t>
            </a:r>
            <a:endParaRPr lang="en-US" dirty="0"/>
          </a:p>
          <a:p>
            <a:pPr lvl="1"/>
            <a:r>
              <a:rPr lang="en-US" dirty="0" smtClean="0"/>
              <a:t>Implement </a:t>
            </a:r>
            <a:r>
              <a:rPr lang="en-US" dirty="0"/>
              <a:t>a small project first as a pilot for agile </a:t>
            </a:r>
            <a:r>
              <a:rPr lang="en-US" dirty="0" smtClean="0"/>
              <a:t>methods, or </a:t>
            </a:r>
            <a:r>
              <a:rPr lang="en-US" dirty="0"/>
              <a:t>implement only a few agile practices on your next </a:t>
            </a:r>
            <a:r>
              <a:rPr lang="en-US" dirty="0" smtClean="0"/>
              <a:t>project.</a:t>
            </a:r>
          </a:p>
          <a:p>
            <a:pPr lvl="1"/>
            <a:r>
              <a:rPr lang="en-US" dirty="0" smtClean="0"/>
              <a:t>If </a:t>
            </a:r>
            <a:r>
              <a:rPr lang="en-US" dirty="0"/>
              <a:t>you are new to agile, bring in an experienced coach for three or four iterations to help you avoid the </a:t>
            </a:r>
            <a:r>
              <a:rPr lang="en-US" dirty="0" smtClean="0"/>
              <a:t>temptation </a:t>
            </a:r>
            <a:r>
              <a:rPr lang="en-US" sz="1600" dirty="0" smtClean="0"/>
              <a:t>(</a:t>
            </a:r>
            <a:r>
              <a:rPr lang="en-US" sz="1600" dirty="0" err="1" smtClean="0"/>
              <a:t>cám</a:t>
            </a:r>
            <a:r>
              <a:rPr lang="en-US" sz="1600" dirty="0" smtClean="0"/>
              <a:t> </a:t>
            </a:r>
            <a:r>
              <a:rPr lang="en-US" sz="1600" dirty="0" err="1" smtClean="0"/>
              <a:t>dỗ</a:t>
            </a:r>
            <a:r>
              <a:rPr lang="en-US" sz="1600" dirty="0" smtClean="0"/>
              <a:t>)</a:t>
            </a:r>
            <a:r>
              <a:rPr lang="en-US" dirty="0" smtClean="0"/>
              <a:t> </a:t>
            </a:r>
            <a:r>
              <a:rPr lang="en-US" dirty="0"/>
              <a:t>to revert to the historical practices with which you are comfortable.</a:t>
            </a:r>
          </a:p>
          <a:p>
            <a:endParaRPr lang="en-US" dirty="0" smtClean="0"/>
          </a:p>
          <a:p>
            <a:endParaRPr lang="en-US" dirty="0"/>
          </a:p>
        </p:txBody>
      </p:sp>
      <p:sp>
        <p:nvSpPr>
          <p:cNvPr id="2" name="Title 1"/>
          <p:cNvSpPr>
            <a:spLocks noGrp="1"/>
          </p:cNvSpPr>
          <p:nvPr>
            <p:ph type="title"/>
          </p:nvPr>
        </p:nvSpPr>
        <p:spPr/>
        <p:txBody>
          <a:bodyPr>
            <a:normAutofit/>
          </a:bodyPr>
          <a:lstStyle/>
          <a:p>
            <a:r>
              <a:rPr lang="en-US" dirty="0"/>
              <a:t>Transitioning to agile: Now what</a:t>
            </a:r>
            <a:r>
              <a:rPr lang="en-US" dirty="0" smtClean="0"/>
              <a:t>?</a:t>
            </a:r>
            <a:endParaRPr lang="en-US" dirty="0"/>
          </a:p>
        </p:txBody>
      </p:sp>
      <p:sp>
        <p:nvSpPr>
          <p:cNvPr id="4" name="Footer Placeholder 3"/>
          <p:cNvSpPr>
            <a:spLocks noGrp="1"/>
          </p:cNvSpPr>
          <p:nvPr>
            <p:ph type="ftr" sz="quarter" idx="10"/>
          </p:nvPr>
        </p:nvSpPr>
        <p:spPr/>
        <p:txBody>
          <a:bodyPr/>
          <a:lstStyle/>
          <a:p>
            <a:pPr>
              <a:defRPr/>
            </a:pPr>
            <a:r>
              <a:rPr lang="vi-VN"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516204498"/>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20</a:t>
            </a:r>
            <a:endParaRPr lang="en-US" sz="3200" dirty="0"/>
          </a:p>
        </p:txBody>
      </p:sp>
      <p:sp>
        <p:nvSpPr>
          <p:cNvPr id="4" name="Footer Placeholder 3"/>
          <p:cNvSpPr>
            <a:spLocks noGrp="1"/>
          </p:cNvSpPr>
          <p:nvPr>
            <p:ph type="ftr" sz="quarter" idx="10"/>
          </p:nvPr>
        </p:nvSpPr>
        <p:spPr/>
        <p:txBody>
          <a:bodyPr/>
          <a:lstStyle/>
          <a:p>
            <a:pPr>
              <a:defRPr/>
            </a:pPr>
            <a:r>
              <a:rPr lang="en-US"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4086372"/>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20: Agile Projects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014194545"/>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2441</TotalTime>
  <Words>1728</Words>
  <Application>Microsoft Office PowerPoint</Application>
  <PresentationFormat>On-screen Show (4:3)</PresentationFormat>
  <Paragraphs>143</Paragraphs>
  <Slides>16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Tahoma</vt:lpstr>
      <vt:lpstr>1_template</vt:lpstr>
      <vt:lpstr>CHAPTER 20   Agile projects </vt:lpstr>
      <vt:lpstr>Review chapter 19</vt:lpstr>
      <vt:lpstr>Objectives</vt:lpstr>
      <vt:lpstr>Contents</vt:lpstr>
      <vt:lpstr>Limitations of the waterfall</vt:lpstr>
      <vt:lpstr>Limitations of the waterfall</vt:lpstr>
      <vt:lpstr>The agile development approach</vt:lpstr>
      <vt:lpstr>The agile development approach</vt:lpstr>
      <vt:lpstr>Essential aspects of an agile approach to requirements</vt:lpstr>
      <vt:lpstr>Essential aspects of an agile approach to requirements</vt:lpstr>
      <vt:lpstr>Essential aspects of an agile approach to requirements</vt:lpstr>
      <vt:lpstr>Essential aspects of an agile approach to requirements</vt:lpstr>
      <vt:lpstr>Adapting requirements practices to agile projects</vt:lpstr>
      <vt:lpstr>Transitioning to agile: Now what?</vt:lpstr>
      <vt:lpstr>Review chapter 20</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Bay Huynh Van (FE FPTU CT)</cp:lastModifiedBy>
  <cp:revision>185</cp:revision>
  <dcterms:created xsi:type="dcterms:W3CDTF">2018-03-29T02:18:15Z</dcterms:created>
  <dcterms:modified xsi:type="dcterms:W3CDTF">2020-03-16T08:25:58Z</dcterms:modified>
</cp:coreProperties>
</file>