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93" r:id="rId1"/>
  </p:sldMasterIdLst>
  <p:notesMasterIdLst>
    <p:notesMasterId r:id="rId21"/>
  </p:notesMasterIdLst>
  <p:sldIdLst>
    <p:sldId id="257" r:id="rId2"/>
    <p:sldId id="271" r:id="rId3"/>
    <p:sldId id="258" r:id="rId4"/>
    <p:sldId id="259" r:id="rId5"/>
    <p:sldId id="260" r:id="rId6"/>
    <p:sldId id="272" r:id="rId7"/>
    <p:sldId id="261" r:id="rId8"/>
    <p:sldId id="262" r:id="rId9"/>
    <p:sldId id="263" r:id="rId10"/>
    <p:sldId id="264" r:id="rId11"/>
    <p:sldId id="266" r:id="rId12"/>
    <p:sldId id="267" r:id="rId13"/>
    <p:sldId id="273" r:id="rId14"/>
    <p:sldId id="268" r:id="rId15"/>
    <p:sldId id="269" r:id="rId16"/>
    <p:sldId id="274" r:id="rId17"/>
    <p:sldId id="270" r:id="rId18"/>
    <p:sldId id="276" r:id="rId19"/>
    <p:sldId id="275" r:id="rId2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6182" autoAdjust="0"/>
  </p:normalViewPr>
  <p:slideViewPr>
    <p:cSldViewPr snapToGrid="0">
      <p:cViewPr varScale="1">
        <p:scale>
          <a:sx n="63" d="100"/>
          <a:sy n="63" d="100"/>
        </p:scale>
        <p:origin x="1596"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A65A4D7-7720-45CB-8279-86EBD3407E97}" type="doc">
      <dgm:prSet loTypeId="urn:microsoft.com/office/officeart/2005/8/layout/orgChart1" loCatId="hierarchy" qsTypeId="urn:microsoft.com/office/officeart/2005/8/quickstyle/simple3" qsCatId="simple" csTypeId="urn:microsoft.com/office/officeart/2005/8/colors/colorful2" csCatId="colorful" phldr="1"/>
      <dgm:spPr/>
      <dgm:t>
        <a:bodyPr/>
        <a:lstStyle/>
        <a:p>
          <a:endParaRPr lang="en-US"/>
        </a:p>
      </dgm:t>
    </dgm:pt>
    <dgm:pt modelId="{9E6404DC-1053-49D6-95EE-599A97C88DD3}">
      <dgm:prSet phldrT="[Text]" custT="1"/>
      <dgm:spPr/>
      <dgm:t>
        <a:bodyPr/>
        <a:lstStyle/>
        <a:p>
          <a:r>
            <a:rPr lang="en-US" sz="1600" dirty="0" smtClean="0"/>
            <a:t>Chapter 14 – Beyond functionality</a:t>
          </a:r>
          <a:endParaRPr lang="en-US" sz="1600" dirty="0"/>
        </a:p>
      </dgm:t>
    </dgm:pt>
    <dgm:pt modelId="{541DED35-EA1D-4B2B-8573-F418430E3EF8}" type="parTrans" cxnId="{4CA9C32A-C8CD-40F1-AFCB-D726CB5C7F3F}">
      <dgm:prSet/>
      <dgm:spPr/>
      <dgm:t>
        <a:bodyPr/>
        <a:lstStyle/>
        <a:p>
          <a:endParaRPr lang="en-US"/>
        </a:p>
      </dgm:t>
    </dgm:pt>
    <dgm:pt modelId="{8EA0B31F-0422-4926-B862-5636855C8DF2}" type="sibTrans" cxnId="{4CA9C32A-C8CD-40F1-AFCB-D726CB5C7F3F}">
      <dgm:prSet/>
      <dgm:spPr/>
      <dgm:t>
        <a:bodyPr/>
        <a:lstStyle/>
        <a:p>
          <a:endParaRPr lang="en-US"/>
        </a:p>
      </dgm:t>
    </dgm:pt>
    <dgm:pt modelId="{620DD3EC-BDCD-468B-B566-7FE2B848507E}">
      <dgm:prSet phldrT="[Text]" custT="1"/>
      <dgm:spPr/>
      <dgm:t>
        <a:bodyPr/>
        <a:lstStyle/>
        <a:p>
          <a:r>
            <a:rPr lang="en-US" sz="1200" dirty="0" smtClean="0"/>
            <a:t>External quality attributes</a:t>
          </a:r>
          <a:endParaRPr lang="en-US" sz="1200" dirty="0"/>
        </a:p>
      </dgm:t>
    </dgm:pt>
    <dgm:pt modelId="{F0764DAA-254D-4C3C-9708-669D5BF5A337}" type="parTrans" cxnId="{55322DC1-D5BB-4947-91D3-C49D83A86839}">
      <dgm:prSet/>
      <dgm:spPr/>
      <dgm:t>
        <a:bodyPr/>
        <a:lstStyle/>
        <a:p>
          <a:endParaRPr lang="en-US"/>
        </a:p>
      </dgm:t>
    </dgm:pt>
    <dgm:pt modelId="{61B96E30-C56F-4FDE-AA00-908E8835534F}" type="sibTrans" cxnId="{55322DC1-D5BB-4947-91D3-C49D83A86839}">
      <dgm:prSet/>
      <dgm:spPr/>
      <dgm:t>
        <a:bodyPr/>
        <a:lstStyle/>
        <a:p>
          <a:endParaRPr lang="en-US"/>
        </a:p>
      </dgm:t>
    </dgm:pt>
    <dgm:pt modelId="{1FDE73C1-1773-4DFF-80D8-CE538843B8D6}">
      <dgm:prSet phldrT="[Text]" custT="1"/>
      <dgm:spPr/>
      <dgm:t>
        <a:bodyPr/>
        <a:lstStyle/>
        <a:p>
          <a:r>
            <a:rPr lang="en-US" sz="1200" dirty="0" smtClean="0"/>
            <a:t>Internal quality attributes</a:t>
          </a:r>
          <a:endParaRPr lang="en-US" sz="1200" dirty="0"/>
        </a:p>
      </dgm:t>
    </dgm:pt>
    <dgm:pt modelId="{9BFD04D4-D27E-47FD-B17A-0660BE35F1CF}" type="parTrans" cxnId="{5D8E00E0-9552-4EAC-9DC8-D6AAED642315}">
      <dgm:prSet/>
      <dgm:spPr/>
      <dgm:t>
        <a:bodyPr/>
        <a:lstStyle/>
        <a:p>
          <a:endParaRPr lang="en-US"/>
        </a:p>
      </dgm:t>
    </dgm:pt>
    <dgm:pt modelId="{43EBF1FA-1DAE-4CFF-8F77-984B40970F7F}" type="sibTrans" cxnId="{5D8E00E0-9552-4EAC-9DC8-D6AAED642315}">
      <dgm:prSet/>
      <dgm:spPr/>
      <dgm:t>
        <a:bodyPr/>
        <a:lstStyle/>
        <a:p>
          <a:endParaRPr lang="en-US"/>
        </a:p>
      </dgm:t>
    </dgm:pt>
    <dgm:pt modelId="{9286A5EC-F2A9-487D-8BF1-B96EEEFD636B}">
      <dgm:prSet phldrT="[Text]" custT="1"/>
      <dgm:spPr/>
      <dgm:t>
        <a:bodyPr/>
        <a:lstStyle/>
        <a:p>
          <a:r>
            <a:rPr lang="en-US" sz="1200" dirty="0" smtClean="0"/>
            <a:t>Software quality attributes</a:t>
          </a:r>
          <a:endParaRPr lang="en-US" sz="1200" dirty="0"/>
        </a:p>
      </dgm:t>
    </dgm:pt>
    <dgm:pt modelId="{D6357A36-116B-440B-A9E1-8EDB3A4D1B88}" type="sibTrans" cxnId="{3371D227-869E-4636-B9B0-BA373BCE5AD6}">
      <dgm:prSet/>
      <dgm:spPr/>
      <dgm:t>
        <a:bodyPr/>
        <a:lstStyle/>
        <a:p>
          <a:endParaRPr lang="en-US"/>
        </a:p>
      </dgm:t>
    </dgm:pt>
    <dgm:pt modelId="{8CE2CE9A-EBD7-445E-BD99-21666869C1D4}" type="parTrans" cxnId="{3371D227-869E-4636-B9B0-BA373BCE5AD6}">
      <dgm:prSet/>
      <dgm:spPr/>
      <dgm:t>
        <a:bodyPr/>
        <a:lstStyle/>
        <a:p>
          <a:endParaRPr lang="en-US"/>
        </a:p>
      </dgm:t>
    </dgm:pt>
    <dgm:pt modelId="{8B93368D-220F-4F51-922B-E3D40AEF4871}">
      <dgm:prSet phldrT="[Text]" custT="1"/>
      <dgm:spPr/>
      <dgm:t>
        <a:bodyPr/>
        <a:lstStyle/>
        <a:p>
          <a:r>
            <a:rPr lang="en-US" sz="1200" dirty="0" smtClean="0"/>
            <a:t>Efficiency</a:t>
          </a:r>
          <a:endParaRPr lang="en-US" sz="1200" dirty="0"/>
        </a:p>
      </dgm:t>
    </dgm:pt>
    <dgm:pt modelId="{FD8FE40B-879F-4F4E-B1C0-B05B7EF61B85}" type="parTrans" cxnId="{8D8C3FA4-9174-40CF-A8BD-7F932B2D0964}">
      <dgm:prSet/>
      <dgm:spPr/>
      <dgm:t>
        <a:bodyPr/>
        <a:lstStyle/>
        <a:p>
          <a:endParaRPr lang="en-US"/>
        </a:p>
      </dgm:t>
    </dgm:pt>
    <dgm:pt modelId="{DEC3EE81-7009-4889-8EA1-20032230294E}" type="sibTrans" cxnId="{8D8C3FA4-9174-40CF-A8BD-7F932B2D0964}">
      <dgm:prSet/>
      <dgm:spPr/>
      <dgm:t>
        <a:bodyPr/>
        <a:lstStyle/>
        <a:p>
          <a:endParaRPr lang="en-US"/>
        </a:p>
      </dgm:t>
    </dgm:pt>
    <dgm:pt modelId="{A1A03C13-4BED-4BB7-8AFB-BDB236A519FA}">
      <dgm:prSet phldrT="[Text]" custT="1"/>
      <dgm:spPr/>
      <dgm:t>
        <a:bodyPr/>
        <a:lstStyle/>
        <a:p>
          <a:r>
            <a:rPr lang="en-US" sz="1200" dirty="0" smtClean="0"/>
            <a:t>Quality Req. with </a:t>
          </a:r>
          <a:r>
            <a:rPr lang="en-US" sz="1200" dirty="0" err="1" smtClean="0"/>
            <a:t>Planguage</a:t>
          </a:r>
          <a:endParaRPr lang="en-US" sz="1200" dirty="0"/>
        </a:p>
      </dgm:t>
    </dgm:pt>
    <dgm:pt modelId="{9E18C130-4D81-4BDD-8DE6-22CF9F45E19E}" type="parTrans" cxnId="{7C7485FC-4CFA-45FF-817B-B38DD356F0B5}">
      <dgm:prSet/>
      <dgm:spPr/>
      <dgm:t>
        <a:bodyPr/>
        <a:lstStyle/>
        <a:p>
          <a:endParaRPr lang="en-US"/>
        </a:p>
      </dgm:t>
    </dgm:pt>
    <dgm:pt modelId="{CF4AE597-246B-4D28-8B3B-D3E59AB05BD8}" type="sibTrans" cxnId="{7C7485FC-4CFA-45FF-817B-B38DD356F0B5}">
      <dgm:prSet/>
      <dgm:spPr/>
      <dgm:t>
        <a:bodyPr/>
        <a:lstStyle/>
        <a:p>
          <a:endParaRPr lang="en-US"/>
        </a:p>
      </dgm:t>
    </dgm:pt>
    <dgm:pt modelId="{AD364B6B-599B-471E-B57A-D1AC5D89F0BB}">
      <dgm:prSet phldrT="[Text]" custT="1"/>
      <dgm:spPr/>
      <dgm:t>
        <a:bodyPr/>
        <a:lstStyle/>
        <a:p>
          <a:r>
            <a:rPr lang="en-US" sz="1200" dirty="0" smtClean="0"/>
            <a:t>Tag</a:t>
          </a:r>
          <a:endParaRPr lang="en-US" sz="1200" dirty="0"/>
        </a:p>
      </dgm:t>
    </dgm:pt>
    <dgm:pt modelId="{050B7652-B2ED-404E-AA57-5A9109C9C4AD}" type="parTrans" cxnId="{61A9FD26-C8C7-44E2-8540-E0644D82B833}">
      <dgm:prSet/>
      <dgm:spPr/>
      <dgm:t>
        <a:bodyPr/>
        <a:lstStyle/>
        <a:p>
          <a:endParaRPr lang="en-US"/>
        </a:p>
      </dgm:t>
    </dgm:pt>
    <dgm:pt modelId="{07904351-DCD9-4880-84F3-DBF42C6506B5}" type="sibTrans" cxnId="{61A9FD26-C8C7-44E2-8540-E0644D82B833}">
      <dgm:prSet/>
      <dgm:spPr/>
      <dgm:t>
        <a:bodyPr/>
        <a:lstStyle/>
        <a:p>
          <a:endParaRPr lang="en-US"/>
        </a:p>
      </dgm:t>
    </dgm:pt>
    <dgm:pt modelId="{ADFFC400-8BBA-4CA0-97DA-A5239AD7FF83}">
      <dgm:prSet phldrT="[Text]" custT="1"/>
      <dgm:spPr/>
      <dgm:t>
        <a:bodyPr/>
        <a:lstStyle/>
        <a:p>
          <a:r>
            <a:rPr lang="en-US" sz="1200" dirty="0" smtClean="0"/>
            <a:t>External quality</a:t>
          </a:r>
          <a:endParaRPr lang="en-US" sz="1200" dirty="0"/>
        </a:p>
      </dgm:t>
    </dgm:pt>
    <dgm:pt modelId="{99711691-FE7D-42E5-90F7-7213A0866CC3}" type="parTrans" cxnId="{01851525-6EDF-4B5C-AA90-15F1ED5B54E0}">
      <dgm:prSet/>
      <dgm:spPr/>
      <dgm:t>
        <a:bodyPr/>
        <a:lstStyle/>
        <a:p>
          <a:endParaRPr lang="en-US"/>
        </a:p>
      </dgm:t>
    </dgm:pt>
    <dgm:pt modelId="{6927A47E-B4A6-47D8-9933-65CB1934B7A9}" type="sibTrans" cxnId="{01851525-6EDF-4B5C-AA90-15F1ED5B54E0}">
      <dgm:prSet/>
      <dgm:spPr/>
      <dgm:t>
        <a:bodyPr/>
        <a:lstStyle/>
        <a:p>
          <a:endParaRPr lang="en-US"/>
        </a:p>
      </dgm:t>
    </dgm:pt>
    <dgm:pt modelId="{AB6BE931-FCC3-48CB-BD82-9DF1CBA8A3BD}">
      <dgm:prSet phldrT="[Text]" custT="1"/>
      <dgm:spPr/>
      <dgm:t>
        <a:bodyPr/>
        <a:lstStyle/>
        <a:p>
          <a:r>
            <a:rPr lang="en-US" sz="1200" dirty="0" smtClean="0"/>
            <a:t>Internal quality</a:t>
          </a:r>
          <a:endParaRPr lang="en-US" sz="1200" dirty="0"/>
        </a:p>
      </dgm:t>
    </dgm:pt>
    <dgm:pt modelId="{6E3C6C02-D32B-4974-94DB-479C502E5245}" type="parTrans" cxnId="{A9F71AEE-C8D7-4183-9B46-AE6E6F3B7314}">
      <dgm:prSet/>
      <dgm:spPr/>
      <dgm:t>
        <a:bodyPr/>
        <a:lstStyle/>
        <a:p>
          <a:endParaRPr lang="en-US"/>
        </a:p>
      </dgm:t>
    </dgm:pt>
    <dgm:pt modelId="{BD05CC53-E22C-4567-B3EF-5D9184AA5600}" type="sibTrans" cxnId="{A9F71AEE-C8D7-4183-9B46-AE6E6F3B7314}">
      <dgm:prSet/>
      <dgm:spPr/>
      <dgm:t>
        <a:bodyPr/>
        <a:lstStyle/>
        <a:p>
          <a:endParaRPr lang="en-US"/>
        </a:p>
      </dgm:t>
    </dgm:pt>
    <dgm:pt modelId="{552219B0-29E3-4A6C-90E3-BE0B83069EBC}">
      <dgm:prSet phldrT="[Text]" custT="1"/>
      <dgm:spPr/>
      <dgm:t>
        <a:bodyPr/>
        <a:lstStyle/>
        <a:p>
          <a:r>
            <a:rPr lang="en-US" sz="1200" dirty="0" smtClean="0"/>
            <a:t>Availability,</a:t>
          </a:r>
          <a:endParaRPr lang="en-US" sz="1200" dirty="0"/>
        </a:p>
      </dgm:t>
    </dgm:pt>
    <dgm:pt modelId="{D723B879-676C-4614-8859-D09DEFF2A3B3}" type="parTrans" cxnId="{81ECBBE0-B641-4AE9-A53F-16A71BDFB9C1}">
      <dgm:prSet/>
      <dgm:spPr/>
      <dgm:t>
        <a:bodyPr/>
        <a:lstStyle/>
        <a:p>
          <a:endParaRPr lang="en-US"/>
        </a:p>
      </dgm:t>
    </dgm:pt>
    <dgm:pt modelId="{3AAC379C-C229-429B-B8C5-9157680B919C}" type="sibTrans" cxnId="{81ECBBE0-B641-4AE9-A53F-16A71BDFB9C1}">
      <dgm:prSet/>
      <dgm:spPr/>
      <dgm:t>
        <a:bodyPr/>
        <a:lstStyle/>
        <a:p>
          <a:endParaRPr lang="en-US"/>
        </a:p>
      </dgm:t>
    </dgm:pt>
    <dgm:pt modelId="{1F903EBE-540A-403B-AE13-6A09126352BD}">
      <dgm:prSet phldrT="[Text]" custT="1"/>
      <dgm:spPr/>
      <dgm:t>
        <a:bodyPr/>
        <a:lstStyle/>
        <a:p>
          <a:r>
            <a:rPr lang="en-US" sz="1200" dirty="0" err="1" smtClean="0"/>
            <a:t>Installability</a:t>
          </a:r>
          <a:endParaRPr lang="en-US" sz="1200" dirty="0"/>
        </a:p>
      </dgm:t>
    </dgm:pt>
    <dgm:pt modelId="{248E9311-DF61-4B0E-BD57-16AE2D707A60}" type="parTrans" cxnId="{3AA2732E-E1F3-4BD5-9990-5D30D82B08ED}">
      <dgm:prSet/>
      <dgm:spPr/>
      <dgm:t>
        <a:bodyPr/>
        <a:lstStyle/>
        <a:p>
          <a:endParaRPr lang="en-US"/>
        </a:p>
      </dgm:t>
    </dgm:pt>
    <dgm:pt modelId="{BB52F0E9-3899-452E-BFB9-D8344A4C6147}" type="sibTrans" cxnId="{3AA2732E-E1F3-4BD5-9990-5D30D82B08ED}">
      <dgm:prSet/>
      <dgm:spPr/>
      <dgm:t>
        <a:bodyPr/>
        <a:lstStyle/>
        <a:p>
          <a:endParaRPr lang="en-US"/>
        </a:p>
      </dgm:t>
    </dgm:pt>
    <dgm:pt modelId="{1FA8D87B-D027-4904-B477-6E95F9D01534}">
      <dgm:prSet phldrT="[Text]" custT="1"/>
      <dgm:spPr/>
      <dgm:t>
        <a:bodyPr/>
        <a:lstStyle/>
        <a:p>
          <a:r>
            <a:rPr lang="en-US" sz="1200" dirty="0" smtClean="0"/>
            <a:t>Integrity</a:t>
          </a:r>
          <a:endParaRPr lang="en-US" sz="1200" dirty="0"/>
        </a:p>
      </dgm:t>
    </dgm:pt>
    <dgm:pt modelId="{EE20AAEE-7171-4BB9-A8D5-39721DAA6096}" type="parTrans" cxnId="{57E44EE0-E89E-4F3E-B27D-5CD40B1EF99B}">
      <dgm:prSet/>
      <dgm:spPr/>
      <dgm:t>
        <a:bodyPr/>
        <a:lstStyle/>
        <a:p>
          <a:endParaRPr lang="en-US"/>
        </a:p>
      </dgm:t>
    </dgm:pt>
    <dgm:pt modelId="{504464E9-555B-47C3-9FF8-D666CF19DFBA}" type="sibTrans" cxnId="{57E44EE0-E89E-4F3E-B27D-5CD40B1EF99B}">
      <dgm:prSet/>
      <dgm:spPr/>
      <dgm:t>
        <a:bodyPr/>
        <a:lstStyle/>
        <a:p>
          <a:endParaRPr lang="en-US"/>
        </a:p>
      </dgm:t>
    </dgm:pt>
    <dgm:pt modelId="{82B7C0DB-CE47-48C4-89ED-8874CF6DE729}">
      <dgm:prSet phldrT="[Text]" custT="1"/>
      <dgm:spPr/>
      <dgm:t>
        <a:bodyPr/>
        <a:lstStyle/>
        <a:p>
          <a:r>
            <a:rPr lang="en-US" sz="1200" dirty="0" smtClean="0"/>
            <a:t>Interoperability</a:t>
          </a:r>
          <a:endParaRPr lang="en-US" sz="1200" dirty="0"/>
        </a:p>
      </dgm:t>
    </dgm:pt>
    <dgm:pt modelId="{7D7C3F90-4894-423B-9957-28D1989E14BB}" type="parTrans" cxnId="{AA64121D-52F3-4804-A4C5-66713E41F392}">
      <dgm:prSet/>
      <dgm:spPr/>
      <dgm:t>
        <a:bodyPr/>
        <a:lstStyle/>
        <a:p>
          <a:endParaRPr lang="en-US"/>
        </a:p>
      </dgm:t>
    </dgm:pt>
    <dgm:pt modelId="{FB4FDC0F-5618-4436-AAC9-A90B28030BE1}" type="sibTrans" cxnId="{AA64121D-52F3-4804-A4C5-66713E41F392}">
      <dgm:prSet/>
      <dgm:spPr/>
      <dgm:t>
        <a:bodyPr/>
        <a:lstStyle/>
        <a:p>
          <a:endParaRPr lang="en-US"/>
        </a:p>
      </dgm:t>
    </dgm:pt>
    <dgm:pt modelId="{8AEB5098-FCED-480D-BBD2-094DB8A3921A}">
      <dgm:prSet phldrT="[Text]" custT="1"/>
      <dgm:spPr/>
      <dgm:t>
        <a:bodyPr/>
        <a:lstStyle/>
        <a:p>
          <a:r>
            <a:rPr lang="en-US" sz="1200" dirty="0" smtClean="0"/>
            <a:t>Performance</a:t>
          </a:r>
          <a:endParaRPr lang="en-US" sz="1200" dirty="0"/>
        </a:p>
      </dgm:t>
    </dgm:pt>
    <dgm:pt modelId="{2CDD424D-00BD-47EE-A872-1A21EC26F96C}" type="parTrans" cxnId="{10B3C362-CBC0-4D60-AEAD-31AB73932D9E}">
      <dgm:prSet/>
      <dgm:spPr/>
      <dgm:t>
        <a:bodyPr/>
        <a:lstStyle/>
        <a:p>
          <a:endParaRPr lang="en-US"/>
        </a:p>
      </dgm:t>
    </dgm:pt>
    <dgm:pt modelId="{AE422253-5ACC-4F22-A2F4-36262611D67B}" type="sibTrans" cxnId="{10B3C362-CBC0-4D60-AEAD-31AB73932D9E}">
      <dgm:prSet/>
      <dgm:spPr/>
      <dgm:t>
        <a:bodyPr/>
        <a:lstStyle/>
        <a:p>
          <a:endParaRPr lang="en-US"/>
        </a:p>
      </dgm:t>
    </dgm:pt>
    <dgm:pt modelId="{9C14CEF8-8A9C-4F99-8160-FD0BBB70CFC7}">
      <dgm:prSet phldrT="[Text]" custT="1"/>
      <dgm:spPr/>
      <dgm:t>
        <a:bodyPr/>
        <a:lstStyle/>
        <a:p>
          <a:r>
            <a:rPr lang="en-US" sz="1200" dirty="0" smtClean="0"/>
            <a:t>Reliability</a:t>
          </a:r>
          <a:endParaRPr lang="en-US" sz="1200" dirty="0"/>
        </a:p>
      </dgm:t>
    </dgm:pt>
    <dgm:pt modelId="{7114BC4E-EA33-4CFC-9353-6D45225BCCC6}" type="parTrans" cxnId="{BD4EA407-1572-40EA-9710-7B933582606E}">
      <dgm:prSet/>
      <dgm:spPr/>
      <dgm:t>
        <a:bodyPr/>
        <a:lstStyle/>
        <a:p>
          <a:endParaRPr lang="en-US"/>
        </a:p>
      </dgm:t>
    </dgm:pt>
    <dgm:pt modelId="{2EEBC27F-0A45-4AE5-9BAA-A4C08E6C305F}" type="sibTrans" cxnId="{BD4EA407-1572-40EA-9710-7B933582606E}">
      <dgm:prSet/>
      <dgm:spPr/>
      <dgm:t>
        <a:bodyPr/>
        <a:lstStyle/>
        <a:p>
          <a:endParaRPr lang="en-US"/>
        </a:p>
      </dgm:t>
    </dgm:pt>
    <dgm:pt modelId="{9D5B5DCB-F5DD-4410-A358-629951B13726}">
      <dgm:prSet phldrT="[Text]" custT="1"/>
      <dgm:spPr/>
      <dgm:t>
        <a:bodyPr/>
        <a:lstStyle/>
        <a:p>
          <a:r>
            <a:rPr lang="en-US" sz="1200" dirty="0" smtClean="0"/>
            <a:t>Robustness</a:t>
          </a:r>
          <a:endParaRPr lang="en-US" sz="1200" dirty="0"/>
        </a:p>
      </dgm:t>
    </dgm:pt>
    <dgm:pt modelId="{95401D47-709A-46DF-B06A-1B1BF94D1690}" type="parTrans" cxnId="{38771D1A-7995-4DBE-8EE8-2BF7AB448824}">
      <dgm:prSet/>
      <dgm:spPr/>
      <dgm:t>
        <a:bodyPr/>
        <a:lstStyle/>
        <a:p>
          <a:endParaRPr lang="en-US"/>
        </a:p>
      </dgm:t>
    </dgm:pt>
    <dgm:pt modelId="{98BA8957-8A60-4CE1-9D54-B3024433229E}" type="sibTrans" cxnId="{38771D1A-7995-4DBE-8EE8-2BF7AB448824}">
      <dgm:prSet/>
      <dgm:spPr/>
      <dgm:t>
        <a:bodyPr/>
        <a:lstStyle/>
        <a:p>
          <a:endParaRPr lang="en-US"/>
        </a:p>
      </dgm:t>
    </dgm:pt>
    <dgm:pt modelId="{6C8BDFAD-98C7-40DC-9600-88AB64F6EE03}">
      <dgm:prSet phldrT="[Text]" custT="1"/>
      <dgm:spPr/>
      <dgm:t>
        <a:bodyPr/>
        <a:lstStyle/>
        <a:p>
          <a:r>
            <a:rPr lang="en-US" sz="1200" dirty="0" smtClean="0"/>
            <a:t>Safety</a:t>
          </a:r>
          <a:endParaRPr lang="en-US" sz="1200" dirty="0"/>
        </a:p>
      </dgm:t>
    </dgm:pt>
    <dgm:pt modelId="{41503EEF-911B-4E28-B947-D4C1D831EC38}" type="parTrans" cxnId="{A67E42B2-CB1A-4991-B493-7F5280322758}">
      <dgm:prSet/>
      <dgm:spPr/>
      <dgm:t>
        <a:bodyPr/>
        <a:lstStyle/>
        <a:p>
          <a:endParaRPr lang="en-US"/>
        </a:p>
      </dgm:t>
    </dgm:pt>
    <dgm:pt modelId="{19CB6CB1-3A54-4C24-9F2F-3556E27C04DF}" type="sibTrans" cxnId="{A67E42B2-CB1A-4991-B493-7F5280322758}">
      <dgm:prSet/>
      <dgm:spPr/>
      <dgm:t>
        <a:bodyPr/>
        <a:lstStyle/>
        <a:p>
          <a:endParaRPr lang="en-US"/>
        </a:p>
      </dgm:t>
    </dgm:pt>
    <dgm:pt modelId="{CE34F162-4745-4679-A58B-1ADAA9194A3B}">
      <dgm:prSet phldrT="[Text]" custT="1"/>
      <dgm:spPr/>
      <dgm:t>
        <a:bodyPr/>
        <a:lstStyle/>
        <a:p>
          <a:r>
            <a:rPr lang="en-US" sz="1200" dirty="0" smtClean="0"/>
            <a:t>Security</a:t>
          </a:r>
          <a:endParaRPr lang="en-US" sz="1200" dirty="0"/>
        </a:p>
      </dgm:t>
    </dgm:pt>
    <dgm:pt modelId="{89693932-38C2-4209-BF89-D0CD70AB6FAD}" type="parTrans" cxnId="{875E837D-78FE-4348-9D66-5ABD66CB7F09}">
      <dgm:prSet/>
      <dgm:spPr/>
      <dgm:t>
        <a:bodyPr/>
        <a:lstStyle/>
        <a:p>
          <a:endParaRPr lang="en-US"/>
        </a:p>
      </dgm:t>
    </dgm:pt>
    <dgm:pt modelId="{A2B83694-0CDF-4FF7-9BB8-E414247B3691}" type="sibTrans" cxnId="{875E837D-78FE-4348-9D66-5ABD66CB7F09}">
      <dgm:prSet/>
      <dgm:spPr/>
      <dgm:t>
        <a:bodyPr/>
        <a:lstStyle/>
        <a:p>
          <a:endParaRPr lang="en-US"/>
        </a:p>
      </dgm:t>
    </dgm:pt>
    <dgm:pt modelId="{15041AE0-1376-4755-9848-68DFCBED067C}">
      <dgm:prSet phldrT="[Text]" custT="1"/>
      <dgm:spPr/>
      <dgm:t>
        <a:bodyPr/>
        <a:lstStyle/>
        <a:p>
          <a:r>
            <a:rPr lang="en-US" sz="1200" smtClean="0"/>
            <a:t>Usability</a:t>
          </a:r>
          <a:endParaRPr lang="en-US" sz="1200" dirty="0"/>
        </a:p>
      </dgm:t>
    </dgm:pt>
    <dgm:pt modelId="{C5EF5680-CB1F-44B8-9D16-6C9B3B02A950}" type="parTrans" cxnId="{F5C0DEE6-D176-45A2-9E3C-775F951C589F}">
      <dgm:prSet/>
      <dgm:spPr/>
      <dgm:t>
        <a:bodyPr/>
        <a:lstStyle/>
        <a:p>
          <a:endParaRPr lang="en-US"/>
        </a:p>
      </dgm:t>
    </dgm:pt>
    <dgm:pt modelId="{3E04AF32-995E-4484-B1FE-5666DC296470}" type="sibTrans" cxnId="{F5C0DEE6-D176-45A2-9E3C-775F951C589F}">
      <dgm:prSet/>
      <dgm:spPr/>
      <dgm:t>
        <a:bodyPr/>
        <a:lstStyle/>
        <a:p>
          <a:endParaRPr lang="en-US"/>
        </a:p>
      </dgm:t>
    </dgm:pt>
    <dgm:pt modelId="{0F15CCAC-C0BB-45D4-B9E3-00CFEBC158AB}">
      <dgm:prSet phldrT="[Text]" custT="1"/>
      <dgm:spPr/>
      <dgm:t>
        <a:bodyPr/>
        <a:lstStyle/>
        <a:p>
          <a:r>
            <a:rPr lang="en-US" sz="1200" dirty="0" smtClean="0"/>
            <a:t>Modifiability</a:t>
          </a:r>
          <a:endParaRPr lang="en-US" sz="1200" dirty="0"/>
        </a:p>
      </dgm:t>
    </dgm:pt>
    <dgm:pt modelId="{B93255FE-F472-4FCA-B57D-62769D45406C}" type="parTrans" cxnId="{5E5FB5FE-BA69-45DA-B32A-84B59A53D206}">
      <dgm:prSet/>
      <dgm:spPr/>
      <dgm:t>
        <a:bodyPr/>
        <a:lstStyle/>
        <a:p>
          <a:endParaRPr lang="en-US"/>
        </a:p>
      </dgm:t>
    </dgm:pt>
    <dgm:pt modelId="{BC399495-9A7F-472E-9E84-DBFB7A1FB6F0}" type="sibTrans" cxnId="{5E5FB5FE-BA69-45DA-B32A-84B59A53D206}">
      <dgm:prSet/>
      <dgm:spPr/>
      <dgm:t>
        <a:bodyPr/>
        <a:lstStyle/>
        <a:p>
          <a:endParaRPr lang="en-US"/>
        </a:p>
      </dgm:t>
    </dgm:pt>
    <dgm:pt modelId="{8974A62B-86E1-41E5-9A3F-C58243281814}">
      <dgm:prSet phldrT="[Text]" custT="1"/>
      <dgm:spPr/>
      <dgm:t>
        <a:bodyPr/>
        <a:lstStyle/>
        <a:p>
          <a:r>
            <a:rPr lang="en-US" sz="1200" dirty="0" smtClean="0"/>
            <a:t>Portability</a:t>
          </a:r>
          <a:endParaRPr lang="en-US" sz="1200" dirty="0"/>
        </a:p>
      </dgm:t>
    </dgm:pt>
    <dgm:pt modelId="{72321157-20D7-49DE-845F-C02FB1A2276A}" type="parTrans" cxnId="{6BF5D5D5-FA55-4C40-BE5D-3B27B4B9E7F8}">
      <dgm:prSet/>
      <dgm:spPr/>
      <dgm:t>
        <a:bodyPr/>
        <a:lstStyle/>
        <a:p>
          <a:endParaRPr lang="en-US"/>
        </a:p>
      </dgm:t>
    </dgm:pt>
    <dgm:pt modelId="{B975BD28-5481-467E-AFEB-B73F5CC980F7}" type="sibTrans" cxnId="{6BF5D5D5-FA55-4C40-BE5D-3B27B4B9E7F8}">
      <dgm:prSet/>
      <dgm:spPr/>
      <dgm:t>
        <a:bodyPr/>
        <a:lstStyle/>
        <a:p>
          <a:endParaRPr lang="en-US"/>
        </a:p>
      </dgm:t>
    </dgm:pt>
    <dgm:pt modelId="{A4918E1A-5953-4BBE-BAF3-88104C65A356}">
      <dgm:prSet phldrT="[Text]" custT="1"/>
      <dgm:spPr/>
      <dgm:t>
        <a:bodyPr/>
        <a:lstStyle/>
        <a:p>
          <a:r>
            <a:rPr lang="en-US" sz="1200" dirty="0" smtClean="0"/>
            <a:t>Reusability</a:t>
          </a:r>
          <a:endParaRPr lang="en-US" sz="1200" dirty="0"/>
        </a:p>
      </dgm:t>
    </dgm:pt>
    <dgm:pt modelId="{A554D112-ACA0-49E3-82C2-BAB77C40A5DB}" type="parTrans" cxnId="{0BACAEF7-05A5-4573-84EB-ACD3FFD4D58C}">
      <dgm:prSet/>
      <dgm:spPr/>
      <dgm:t>
        <a:bodyPr/>
        <a:lstStyle/>
        <a:p>
          <a:endParaRPr lang="en-US"/>
        </a:p>
      </dgm:t>
    </dgm:pt>
    <dgm:pt modelId="{2AD0140E-04AB-452E-8C65-C5394A6C29D8}" type="sibTrans" cxnId="{0BACAEF7-05A5-4573-84EB-ACD3FFD4D58C}">
      <dgm:prSet/>
      <dgm:spPr/>
      <dgm:t>
        <a:bodyPr/>
        <a:lstStyle/>
        <a:p>
          <a:endParaRPr lang="en-US"/>
        </a:p>
      </dgm:t>
    </dgm:pt>
    <dgm:pt modelId="{537F5C71-1623-4B4D-93B1-3E6B43CEF64D}">
      <dgm:prSet phldrT="[Text]" custT="1"/>
      <dgm:spPr/>
      <dgm:t>
        <a:bodyPr/>
        <a:lstStyle/>
        <a:p>
          <a:r>
            <a:rPr lang="en-US" sz="1200" dirty="0" smtClean="0"/>
            <a:t>Scalability</a:t>
          </a:r>
          <a:endParaRPr lang="en-US" sz="1200" dirty="0"/>
        </a:p>
      </dgm:t>
    </dgm:pt>
    <dgm:pt modelId="{D344735A-245E-46E9-AA2C-799DE03351C2}" type="parTrans" cxnId="{8C15ACA4-CB2E-45C6-9104-7B2CCD666A4F}">
      <dgm:prSet/>
      <dgm:spPr/>
      <dgm:t>
        <a:bodyPr/>
        <a:lstStyle/>
        <a:p>
          <a:endParaRPr lang="en-US"/>
        </a:p>
      </dgm:t>
    </dgm:pt>
    <dgm:pt modelId="{E092A894-0E6A-4DF7-80C1-D6A93A58DA01}" type="sibTrans" cxnId="{8C15ACA4-CB2E-45C6-9104-7B2CCD666A4F}">
      <dgm:prSet/>
      <dgm:spPr/>
      <dgm:t>
        <a:bodyPr/>
        <a:lstStyle/>
        <a:p>
          <a:endParaRPr lang="en-US"/>
        </a:p>
      </dgm:t>
    </dgm:pt>
    <dgm:pt modelId="{DE2CDE36-36F7-4F79-A663-3794295EAC87}">
      <dgm:prSet phldrT="[Text]" custT="1"/>
      <dgm:spPr/>
      <dgm:t>
        <a:bodyPr/>
        <a:lstStyle/>
        <a:p>
          <a:r>
            <a:rPr lang="en-US" sz="1200" smtClean="0"/>
            <a:t>Verifiability</a:t>
          </a:r>
          <a:endParaRPr lang="en-US" sz="1200" dirty="0"/>
        </a:p>
      </dgm:t>
    </dgm:pt>
    <dgm:pt modelId="{88117585-23CB-4B62-AF28-F5DC4E48DF32}" type="parTrans" cxnId="{68727441-B275-46DA-80F5-9D0E061EF19E}">
      <dgm:prSet/>
      <dgm:spPr/>
      <dgm:t>
        <a:bodyPr/>
        <a:lstStyle/>
        <a:p>
          <a:endParaRPr lang="en-US"/>
        </a:p>
      </dgm:t>
    </dgm:pt>
    <dgm:pt modelId="{C7900632-4013-4FD9-9CC6-F8F898722027}" type="sibTrans" cxnId="{68727441-B275-46DA-80F5-9D0E061EF19E}">
      <dgm:prSet/>
      <dgm:spPr/>
      <dgm:t>
        <a:bodyPr/>
        <a:lstStyle/>
        <a:p>
          <a:endParaRPr lang="en-US"/>
        </a:p>
      </dgm:t>
    </dgm:pt>
    <dgm:pt modelId="{7ECE2163-EB71-4F7F-BBA2-BC36E02E2B31}">
      <dgm:prSet phldrT="[Text]" custT="1"/>
      <dgm:spPr/>
      <dgm:t>
        <a:bodyPr/>
        <a:lstStyle/>
        <a:p>
          <a:r>
            <a:rPr lang="en-US" sz="1200" dirty="0" smtClean="0"/>
            <a:t>Ambition</a:t>
          </a:r>
          <a:endParaRPr lang="en-US" sz="1200" dirty="0"/>
        </a:p>
      </dgm:t>
    </dgm:pt>
    <dgm:pt modelId="{C85640FB-C804-4065-BA00-85F4CC1162DE}" type="parTrans" cxnId="{E90F55AD-3C58-47AD-8619-6F17C7F3C817}">
      <dgm:prSet/>
      <dgm:spPr/>
      <dgm:t>
        <a:bodyPr/>
        <a:lstStyle/>
        <a:p>
          <a:endParaRPr lang="en-US"/>
        </a:p>
      </dgm:t>
    </dgm:pt>
    <dgm:pt modelId="{7FD49496-4688-4B1E-91F1-9F958226F3A7}" type="sibTrans" cxnId="{E90F55AD-3C58-47AD-8619-6F17C7F3C817}">
      <dgm:prSet/>
      <dgm:spPr/>
      <dgm:t>
        <a:bodyPr/>
        <a:lstStyle/>
        <a:p>
          <a:endParaRPr lang="en-US"/>
        </a:p>
      </dgm:t>
    </dgm:pt>
    <dgm:pt modelId="{0A895B2C-C138-4449-9FB3-7B00CEEC35A6}">
      <dgm:prSet phldrT="[Text]" custT="1"/>
      <dgm:spPr/>
      <dgm:t>
        <a:bodyPr/>
        <a:lstStyle/>
        <a:p>
          <a:r>
            <a:rPr lang="en-US" sz="1200" dirty="0" smtClean="0"/>
            <a:t>Scale</a:t>
          </a:r>
          <a:endParaRPr lang="en-US" sz="1200" dirty="0"/>
        </a:p>
      </dgm:t>
    </dgm:pt>
    <dgm:pt modelId="{9AA07B4B-0D0A-4248-9B7C-8B37BCC10884}" type="parTrans" cxnId="{09292C7E-36B7-4BA9-9CE7-210789A709F9}">
      <dgm:prSet/>
      <dgm:spPr/>
      <dgm:t>
        <a:bodyPr/>
        <a:lstStyle/>
        <a:p>
          <a:endParaRPr lang="en-US"/>
        </a:p>
      </dgm:t>
    </dgm:pt>
    <dgm:pt modelId="{D531BAC0-AF0C-4409-860E-8E99BC5D9917}" type="sibTrans" cxnId="{09292C7E-36B7-4BA9-9CE7-210789A709F9}">
      <dgm:prSet/>
      <dgm:spPr/>
      <dgm:t>
        <a:bodyPr/>
        <a:lstStyle/>
        <a:p>
          <a:endParaRPr lang="en-US"/>
        </a:p>
      </dgm:t>
    </dgm:pt>
    <dgm:pt modelId="{462F3B5C-E62F-4D84-8BA3-626B44C92647}">
      <dgm:prSet phldrT="[Text]" custT="1"/>
      <dgm:spPr/>
      <dgm:t>
        <a:bodyPr/>
        <a:lstStyle/>
        <a:p>
          <a:r>
            <a:rPr lang="en-US" sz="1200" dirty="0" smtClean="0"/>
            <a:t>Meter</a:t>
          </a:r>
          <a:endParaRPr lang="en-US" sz="1200" dirty="0"/>
        </a:p>
      </dgm:t>
    </dgm:pt>
    <dgm:pt modelId="{1E06AC89-6839-446A-A388-9936D43031BC}" type="parTrans" cxnId="{7ED9939E-7B49-419F-A01F-3A1A6AC7133A}">
      <dgm:prSet/>
      <dgm:spPr/>
      <dgm:t>
        <a:bodyPr/>
        <a:lstStyle/>
        <a:p>
          <a:endParaRPr lang="en-US"/>
        </a:p>
      </dgm:t>
    </dgm:pt>
    <dgm:pt modelId="{9696AEE2-9CCB-4E65-9C75-B23A79B6C9E3}" type="sibTrans" cxnId="{7ED9939E-7B49-419F-A01F-3A1A6AC7133A}">
      <dgm:prSet/>
      <dgm:spPr/>
      <dgm:t>
        <a:bodyPr/>
        <a:lstStyle/>
        <a:p>
          <a:endParaRPr lang="en-US"/>
        </a:p>
      </dgm:t>
    </dgm:pt>
    <dgm:pt modelId="{49FF3A78-F25E-4583-A8DF-08F228F2B342}">
      <dgm:prSet phldrT="[Text]" custT="1"/>
      <dgm:spPr/>
      <dgm:t>
        <a:bodyPr/>
        <a:lstStyle/>
        <a:p>
          <a:r>
            <a:rPr lang="en-US" sz="1200" dirty="0" smtClean="0"/>
            <a:t>Goal</a:t>
          </a:r>
          <a:endParaRPr lang="en-US" sz="1200" dirty="0"/>
        </a:p>
      </dgm:t>
    </dgm:pt>
    <dgm:pt modelId="{20CD0B92-36CD-48E8-8A95-97BECC45A33E}" type="parTrans" cxnId="{92240EBE-0A75-43F0-9FCE-7AFD98E17ABB}">
      <dgm:prSet/>
      <dgm:spPr/>
      <dgm:t>
        <a:bodyPr/>
        <a:lstStyle/>
        <a:p>
          <a:endParaRPr lang="en-US"/>
        </a:p>
      </dgm:t>
    </dgm:pt>
    <dgm:pt modelId="{7BE29042-6777-4864-A6C0-E8F83CAF03D2}" type="sibTrans" cxnId="{92240EBE-0A75-43F0-9FCE-7AFD98E17ABB}">
      <dgm:prSet/>
      <dgm:spPr/>
      <dgm:t>
        <a:bodyPr/>
        <a:lstStyle/>
        <a:p>
          <a:endParaRPr lang="en-US"/>
        </a:p>
      </dgm:t>
    </dgm:pt>
    <dgm:pt modelId="{18D0E002-5129-4597-B69B-2D6B32D70F42}">
      <dgm:prSet phldrT="[Text]" custT="1"/>
      <dgm:spPr/>
      <dgm:t>
        <a:bodyPr/>
        <a:lstStyle/>
        <a:p>
          <a:r>
            <a:rPr lang="en-US" sz="1200" dirty="0" err="1" smtClean="0"/>
            <a:t>Tretch</a:t>
          </a:r>
          <a:endParaRPr lang="en-US" sz="1200" dirty="0"/>
        </a:p>
      </dgm:t>
    </dgm:pt>
    <dgm:pt modelId="{3DA154FF-B74D-4B80-A8DD-8AF58D436B8B}" type="parTrans" cxnId="{59BFEEF4-2AE3-422B-87A0-CEC8C158318A}">
      <dgm:prSet/>
      <dgm:spPr/>
      <dgm:t>
        <a:bodyPr/>
        <a:lstStyle/>
        <a:p>
          <a:endParaRPr lang="en-US"/>
        </a:p>
      </dgm:t>
    </dgm:pt>
    <dgm:pt modelId="{8FFC3198-EEA5-400E-9D87-BC14EC0057CB}" type="sibTrans" cxnId="{59BFEEF4-2AE3-422B-87A0-CEC8C158318A}">
      <dgm:prSet/>
      <dgm:spPr/>
      <dgm:t>
        <a:bodyPr/>
        <a:lstStyle/>
        <a:p>
          <a:endParaRPr lang="en-US"/>
        </a:p>
      </dgm:t>
    </dgm:pt>
    <dgm:pt modelId="{B09E3641-B8E5-4781-9FE5-04151AD847CE}">
      <dgm:prSet phldrT="[Text]" custT="1"/>
      <dgm:spPr/>
      <dgm:t>
        <a:bodyPr/>
        <a:lstStyle/>
        <a:p>
          <a:r>
            <a:rPr lang="en-US" sz="1200" dirty="0" smtClean="0"/>
            <a:t>…</a:t>
          </a:r>
          <a:endParaRPr lang="en-US" sz="1200" dirty="0"/>
        </a:p>
      </dgm:t>
    </dgm:pt>
    <dgm:pt modelId="{748243D8-F2BC-47D9-9C0D-A1A4D5E12A4A}" type="parTrans" cxnId="{CD6E0D77-FF4B-4F5B-BCB4-0CAD269E1620}">
      <dgm:prSet/>
      <dgm:spPr/>
      <dgm:t>
        <a:bodyPr/>
        <a:lstStyle/>
        <a:p>
          <a:endParaRPr lang="en-US"/>
        </a:p>
      </dgm:t>
    </dgm:pt>
    <dgm:pt modelId="{194EF768-C0F5-4D50-9042-F01FC5197BCC}" type="sibTrans" cxnId="{CD6E0D77-FF4B-4F5B-BCB4-0CAD269E1620}">
      <dgm:prSet/>
      <dgm:spPr/>
      <dgm:t>
        <a:bodyPr/>
        <a:lstStyle/>
        <a:p>
          <a:endParaRPr lang="en-US"/>
        </a:p>
      </dgm:t>
    </dgm:pt>
    <dgm:pt modelId="{B8B29D0A-F667-4742-A5FE-EF12134344EF}">
      <dgm:prSet phldrT="[Text]" custT="1"/>
      <dgm:spPr/>
      <dgm:t>
        <a:bodyPr/>
        <a:lstStyle/>
        <a:p>
          <a:r>
            <a:rPr lang="en-US" sz="1200" dirty="0" smtClean="0"/>
            <a:t>Quality attribute trade-offs</a:t>
          </a:r>
          <a:endParaRPr lang="en-US" sz="1200" dirty="0"/>
        </a:p>
      </dgm:t>
    </dgm:pt>
    <dgm:pt modelId="{52C60D6E-634A-4A55-8E00-3AC33AEC64A4}" type="parTrans" cxnId="{D695E20D-CF72-4242-BAA4-94ED68C93EE3}">
      <dgm:prSet/>
      <dgm:spPr/>
      <dgm:t>
        <a:bodyPr/>
        <a:lstStyle/>
        <a:p>
          <a:endParaRPr lang="en-US"/>
        </a:p>
      </dgm:t>
    </dgm:pt>
    <dgm:pt modelId="{62DF6381-96AA-4379-A578-621554470BBB}" type="sibTrans" cxnId="{D695E20D-CF72-4242-BAA4-94ED68C93EE3}">
      <dgm:prSet/>
      <dgm:spPr/>
      <dgm:t>
        <a:bodyPr/>
        <a:lstStyle/>
        <a:p>
          <a:endParaRPr lang="en-US"/>
        </a:p>
      </dgm:t>
    </dgm:pt>
    <dgm:pt modelId="{A10DA948-E32B-4636-8ABC-B57372AC3FED}">
      <dgm:prSet phldrT="[Text]" custT="1"/>
      <dgm:spPr/>
      <dgm:t>
        <a:bodyPr/>
        <a:lstStyle/>
        <a:p>
          <a:r>
            <a:rPr lang="en-US" sz="1200" smtClean="0"/>
            <a:t>Constraints</a:t>
          </a:r>
          <a:endParaRPr lang="en-US" sz="1200" dirty="0"/>
        </a:p>
      </dgm:t>
    </dgm:pt>
    <dgm:pt modelId="{D34EF476-1A3C-4F05-8912-AC8117721477}" type="parTrans" cxnId="{D6442E9B-9182-4677-9FAF-7B606EF872B8}">
      <dgm:prSet/>
      <dgm:spPr/>
      <dgm:t>
        <a:bodyPr/>
        <a:lstStyle/>
        <a:p>
          <a:endParaRPr lang="en-US"/>
        </a:p>
      </dgm:t>
    </dgm:pt>
    <dgm:pt modelId="{7B7DF71A-C77E-4F81-ACCE-ADBEB3FA850C}" type="sibTrans" cxnId="{D6442E9B-9182-4677-9FAF-7B606EF872B8}">
      <dgm:prSet/>
      <dgm:spPr/>
      <dgm:t>
        <a:bodyPr/>
        <a:lstStyle/>
        <a:p>
          <a:endParaRPr lang="en-US"/>
        </a:p>
      </dgm:t>
    </dgm:pt>
    <dgm:pt modelId="{1CD9272D-1AC8-4166-B759-BD2460765B07}">
      <dgm:prSet phldrT="[Text]" custT="1"/>
      <dgm:spPr/>
      <dgm:t>
        <a:bodyPr/>
        <a:lstStyle/>
        <a:p>
          <a:r>
            <a:rPr lang="en-US" sz="1200" smtClean="0"/>
            <a:t>quality attributes on agile projects</a:t>
          </a:r>
          <a:endParaRPr lang="en-US" sz="1200" dirty="0"/>
        </a:p>
      </dgm:t>
    </dgm:pt>
    <dgm:pt modelId="{4A0D96F5-06D9-485F-AEB5-2B27D37DA6F8}" type="parTrans" cxnId="{72609910-D3BA-48BD-A7DA-80D91E1FA6B6}">
      <dgm:prSet/>
      <dgm:spPr/>
      <dgm:t>
        <a:bodyPr/>
        <a:lstStyle/>
        <a:p>
          <a:endParaRPr lang="en-US"/>
        </a:p>
      </dgm:t>
    </dgm:pt>
    <dgm:pt modelId="{8DC6733E-1600-4C4F-9D0D-BA8273CB5ECB}" type="sibTrans" cxnId="{72609910-D3BA-48BD-A7DA-80D91E1FA6B6}">
      <dgm:prSet/>
      <dgm:spPr/>
      <dgm:t>
        <a:bodyPr/>
        <a:lstStyle/>
        <a:p>
          <a:endParaRPr lang="en-US"/>
        </a:p>
      </dgm:t>
    </dgm:pt>
    <dgm:pt modelId="{11077618-9302-474C-8482-1BBB83E3AEF1}" type="pres">
      <dgm:prSet presAssocID="{1A65A4D7-7720-45CB-8279-86EBD3407E97}" presName="hierChild1" presStyleCnt="0">
        <dgm:presLayoutVars>
          <dgm:orgChart val="1"/>
          <dgm:chPref val="1"/>
          <dgm:dir/>
          <dgm:animOne val="branch"/>
          <dgm:animLvl val="lvl"/>
          <dgm:resizeHandles/>
        </dgm:presLayoutVars>
      </dgm:prSet>
      <dgm:spPr/>
      <dgm:t>
        <a:bodyPr/>
        <a:lstStyle/>
        <a:p>
          <a:endParaRPr lang="en-US"/>
        </a:p>
      </dgm:t>
    </dgm:pt>
    <dgm:pt modelId="{38ED7B2E-63E5-438D-91CD-EFA6DE9BBF61}" type="pres">
      <dgm:prSet presAssocID="{9E6404DC-1053-49D6-95EE-599A97C88DD3}" presName="hierRoot1" presStyleCnt="0">
        <dgm:presLayoutVars>
          <dgm:hierBranch val="init"/>
        </dgm:presLayoutVars>
      </dgm:prSet>
      <dgm:spPr/>
    </dgm:pt>
    <dgm:pt modelId="{ADCB6C6D-2F95-4AD5-B3EB-BEA9A3239732}" type="pres">
      <dgm:prSet presAssocID="{9E6404DC-1053-49D6-95EE-599A97C88DD3}" presName="rootComposite1" presStyleCnt="0"/>
      <dgm:spPr/>
    </dgm:pt>
    <dgm:pt modelId="{0F3C8968-31FF-46A5-BCB3-A2E771257413}" type="pres">
      <dgm:prSet presAssocID="{9E6404DC-1053-49D6-95EE-599A97C88DD3}" presName="rootText1" presStyleLbl="node0" presStyleIdx="0" presStyleCnt="1" custScaleX="533618" custScaleY="232259" custLinFactNeighborX="-4584" custLinFactNeighborY="-38509">
        <dgm:presLayoutVars>
          <dgm:chPref val="3"/>
        </dgm:presLayoutVars>
      </dgm:prSet>
      <dgm:spPr/>
      <dgm:t>
        <a:bodyPr/>
        <a:lstStyle/>
        <a:p>
          <a:endParaRPr lang="en-US"/>
        </a:p>
      </dgm:t>
    </dgm:pt>
    <dgm:pt modelId="{C8C73746-D1E9-45A4-A4B2-4DB251C0CC5A}" type="pres">
      <dgm:prSet presAssocID="{9E6404DC-1053-49D6-95EE-599A97C88DD3}" presName="rootConnector1" presStyleLbl="node1" presStyleIdx="0" presStyleCnt="0"/>
      <dgm:spPr/>
      <dgm:t>
        <a:bodyPr/>
        <a:lstStyle/>
        <a:p>
          <a:endParaRPr lang="en-US"/>
        </a:p>
      </dgm:t>
    </dgm:pt>
    <dgm:pt modelId="{AD53A4B1-01E7-41E8-9724-31F3910545A4}" type="pres">
      <dgm:prSet presAssocID="{9E6404DC-1053-49D6-95EE-599A97C88DD3}" presName="hierChild2" presStyleCnt="0"/>
      <dgm:spPr/>
    </dgm:pt>
    <dgm:pt modelId="{7B4371B5-9FE0-4A41-B872-D27DD755166A}" type="pres">
      <dgm:prSet presAssocID="{8CE2CE9A-EBD7-445E-BD99-21666869C1D4}" presName="Name37" presStyleLbl="parChTrans1D2" presStyleIdx="0" presStyleCnt="7"/>
      <dgm:spPr/>
      <dgm:t>
        <a:bodyPr/>
        <a:lstStyle/>
        <a:p>
          <a:endParaRPr lang="en-US"/>
        </a:p>
      </dgm:t>
    </dgm:pt>
    <dgm:pt modelId="{ED726A71-3CEE-43E5-B36E-E99BBF451E5B}" type="pres">
      <dgm:prSet presAssocID="{9286A5EC-F2A9-487D-8BF1-B96EEEFD636B}" presName="hierRoot2" presStyleCnt="0">
        <dgm:presLayoutVars>
          <dgm:hierBranch val="init"/>
        </dgm:presLayoutVars>
      </dgm:prSet>
      <dgm:spPr/>
    </dgm:pt>
    <dgm:pt modelId="{82B2FC70-3C15-48D4-B101-71C09EFE19F9}" type="pres">
      <dgm:prSet presAssocID="{9286A5EC-F2A9-487D-8BF1-B96EEEFD636B}" presName="rootComposite" presStyleCnt="0"/>
      <dgm:spPr/>
    </dgm:pt>
    <dgm:pt modelId="{C9422C4E-2B02-4D33-A16B-EF7B187ECAB7}" type="pres">
      <dgm:prSet presAssocID="{9286A5EC-F2A9-487D-8BF1-B96EEEFD636B}" presName="rootText" presStyleLbl="node2" presStyleIdx="0" presStyleCnt="7" custScaleX="228089" custScaleY="242971" custLinFactNeighborX="4006">
        <dgm:presLayoutVars>
          <dgm:chPref val="3"/>
        </dgm:presLayoutVars>
      </dgm:prSet>
      <dgm:spPr/>
      <dgm:t>
        <a:bodyPr/>
        <a:lstStyle/>
        <a:p>
          <a:endParaRPr lang="en-US"/>
        </a:p>
      </dgm:t>
    </dgm:pt>
    <dgm:pt modelId="{A10B8E6A-AEE1-4C2B-8634-C515AEDBA0E5}" type="pres">
      <dgm:prSet presAssocID="{9286A5EC-F2A9-487D-8BF1-B96EEEFD636B}" presName="rootConnector" presStyleLbl="node2" presStyleIdx="0" presStyleCnt="7"/>
      <dgm:spPr/>
      <dgm:t>
        <a:bodyPr/>
        <a:lstStyle/>
        <a:p>
          <a:endParaRPr lang="en-US"/>
        </a:p>
      </dgm:t>
    </dgm:pt>
    <dgm:pt modelId="{C9264EDA-91B6-4FAE-AFE6-AFC29BE66386}" type="pres">
      <dgm:prSet presAssocID="{9286A5EC-F2A9-487D-8BF1-B96EEEFD636B}" presName="hierChild4" presStyleCnt="0"/>
      <dgm:spPr/>
    </dgm:pt>
    <dgm:pt modelId="{75D5AD84-DBF1-46D6-A5BA-E9CD0863B250}" type="pres">
      <dgm:prSet presAssocID="{99711691-FE7D-42E5-90F7-7213A0866CC3}" presName="Name37" presStyleLbl="parChTrans1D3" presStyleIdx="0" presStyleCnt="25"/>
      <dgm:spPr/>
      <dgm:t>
        <a:bodyPr/>
        <a:lstStyle/>
        <a:p>
          <a:endParaRPr lang="en-US"/>
        </a:p>
      </dgm:t>
    </dgm:pt>
    <dgm:pt modelId="{0A3D070D-372F-44AA-9989-2950AF322DAD}" type="pres">
      <dgm:prSet presAssocID="{ADFFC400-8BBA-4CA0-97DA-A5239AD7FF83}" presName="hierRoot2" presStyleCnt="0">
        <dgm:presLayoutVars>
          <dgm:hierBranch val="init"/>
        </dgm:presLayoutVars>
      </dgm:prSet>
      <dgm:spPr/>
    </dgm:pt>
    <dgm:pt modelId="{F82308D2-FFCE-4A27-A6F8-80CAC5E49554}" type="pres">
      <dgm:prSet presAssocID="{ADFFC400-8BBA-4CA0-97DA-A5239AD7FF83}" presName="rootComposite" presStyleCnt="0"/>
      <dgm:spPr/>
    </dgm:pt>
    <dgm:pt modelId="{ED8B7DF3-7C68-4E1C-A743-283531BE19BD}" type="pres">
      <dgm:prSet presAssocID="{ADFFC400-8BBA-4CA0-97DA-A5239AD7FF83}" presName="rootText" presStyleLbl="node3" presStyleIdx="0" presStyleCnt="25" custScaleX="223091" custScaleY="90830">
        <dgm:presLayoutVars>
          <dgm:chPref val="3"/>
        </dgm:presLayoutVars>
      </dgm:prSet>
      <dgm:spPr/>
      <dgm:t>
        <a:bodyPr/>
        <a:lstStyle/>
        <a:p>
          <a:endParaRPr lang="en-US"/>
        </a:p>
      </dgm:t>
    </dgm:pt>
    <dgm:pt modelId="{7C494E9C-07EE-4809-A445-329E5D279BED}" type="pres">
      <dgm:prSet presAssocID="{ADFFC400-8BBA-4CA0-97DA-A5239AD7FF83}" presName="rootConnector" presStyleLbl="node3" presStyleIdx="0" presStyleCnt="25"/>
      <dgm:spPr/>
      <dgm:t>
        <a:bodyPr/>
        <a:lstStyle/>
        <a:p>
          <a:endParaRPr lang="en-US"/>
        </a:p>
      </dgm:t>
    </dgm:pt>
    <dgm:pt modelId="{F5BD26D9-4E15-4028-952B-19C65CF2D9B3}" type="pres">
      <dgm:prSet presAssocID="{ADFFC400-8BBA-4CA0-97DA-A5239AD7FF83}" presName="hierChild4" presStyleCnt="0"/>
      <dgm:spPr/>
    </dgm:pt>
    <dgm:pt modelId="{DF11C6F3-AB9A-4C85-A48C-F7DD5BA1D2F8}" type="pres">
      <dgm:prSet presAssocID="{ADFFC400-8BBA-4CA0-97DA-A5239AD7FF83}" presName="hierChild5" presStyleCnt="0"/>
      <dgm:spPr/>
    </dgm:pt>
    <dgm:pt modelId="{A10C7147-D3FF-405C-979F-6E81271FD42E}" type="pres">
      <dgm:prSet presAssocID="{6E3C6C02-D32B-4974-94DB-479C502E5245}" presName="Name37" presStyleLbl="parChTrans1D3" presStyleIdx="1" presStyleCnt="25"/>
      <dgm:spPr/>
      <dgm:t>
        <a:bodyPr/>
        <a:lstStyle/>
        <a:p>
          <a:endParaRPr lang="en-US"/>
        </a:p>
      </dgm:t>
    </dgm:pt>
    <dgm:pt modelId="{56D242FD-CAA4-4E88-AE52-BBE6D992692F}" type="pres">
      <dgm:prSet presAssocID="{AB6BE931-FCC3-48CB-BD82-9DF1CBA8A3BD}" presName="hierRoot2" presStyleCnt="0">
        <dgm:presLayoutVars>
          <dgm:hierBranch val="init"/>
        </dgm:presLayoutVars>
      </dgm:prSet>
      <dgm:spPr/>
    </dgm:pt>
    <dgm:pt modelId="{88D9FA4B-631E-4BC4-9383-A4EC48F04DC6}" type="pres">
      <dgm:prSet presAssocID="{AB6BE931-FCC3-48CB-BD82-9DF1CBA8A3BD}" presName="rootComposite" presStyleCnt="0"/>
      <dgm:spPr/>
    </dgm:pt>
    <dgm:pt modelId="{E037BA20-CE03-4AC9-B936-025A19D0DCA8}" type="pres">
      <dgm:prSet presAssocID="{AB6BE931-FCC3-48CB-BD82-9DF1CBA8A3BD}" presName="rootText" presStyleLbl="node3" presStyleIdx="1" presStyleCnt="25" custScaleX="223091" custScaleY="90830">
        <dgm:presLayoutVars>
          <dgm:chPref val="3"/>
        </dgm:presLayoutVars>
      </dgm:prSet>
      <dgm:spPr/>
      <dgm:t>
        <a:bodyPr/>
        <a:lstStyle/>
        <a:p>
          <a:endParaRPr lang="en-US"/>
        </a:p>
      </dgm:t>
    </dgm:pt>
    <dgm:pt modelId="{7092EE1C-4EF6-42CA-8459-D9EFCCBA1A61}" type="pres">
      <dgm:prSet presAssocID="{AB6BE931-FCC3-48CB-BD82-9DF1CBA8A3BD}" presName="rootConnector" presStyleLbl="node3" presStyleIdx="1" presStyleCnt="25"/>
      <dgm:spPr/>
      <dgm:t>
        <a:bodyPr/>
        <a:lstStyle/>
        <a:p>
          <a:endParaRPr lang="en-US"/>
        </a:p>
      </dgm:t>
    </dgm:pt>
    <dgm:pt modelId="{784C011B-3121-41B4-B6B1-61CE5B91A095}" type="pres">
      <dgm:prSet presAssocID="{AB6BE931-FCC3-48CB-BD82-9DF1CBA8A3BD}" presName="hierChild4" presStyleCnt="0"/>
      <dgm:spPr/>
    </dgm:pt>
    <dgm:pt modelId="{A34EC77C-D29A-4E19-9445-1BFAA795B4E5}" type="pres">
      <dgm:prSet presAssocID="{AB6BE931-FCC3-48CB-BD82-9DF1CBA8A3BD}" presName="hierChild5" presStyleCnt="0"/>
      <dgm:spPr/>
    </dgm:pt>
    <dgm:pt modelId="{C5C54053-3A12-46C3-BAAB-BDE4C3102748}" type="pres">
      <dgm:prSet presAssocID="{9286A5EC-F2A9-487D-8BF1-B96EEEFD636B}" presName="hierChild5" presStyleCnt="0"/>
      <dgm:spPr/>
    </dgm:pt>
    <dgm:pt modelId="{0146BAA9-2B9D-4F2A-B565-A2DCB6505964}" type="pres">
      <dgm:prSet presAssocID="{F0764DAA-254D-4C3C-9708-669D5BF5A337}" presName="Name37" presStyleLbl="parChTrans1D2" presStyleIdx="1" presStyleCnt="7"/>
      <dgm:spPr/>
      <dgm:t>
        <a:bodyPr/>
        <a:lstStyle/>
        <a:p>
          <a:endParaRPr lang="en-US"/>
        </a:p>
      </dgm:t>
    </dgm:pt>
    <dgm:pt modelId="{E84706B5-084F-4950-8554-35690A57F381}" type="pres">
      <dgm:prSet presAssocID="{620DD3EC-BDCD-468B-B566-7FE2B848507E}" presName="hierRoot2" presStyleCnt="0">
        <dgm:presLayoutVars>
          <dgm:hierBranch val="init"/>
        </dgm:presLayoutVars>
      </dgm:prSet>
      <dgm:spPr/>
    </dgm:pt>
    <dgm:pt modelId="{2A614826-E838-4B9F-9FD7-136F010E7C46}" type="pres">
      <dgm:prSet presAssocID="{620DD3EC-BDCD-468B-B566-7FE2B848507E}" presName="rootComposite" presStyleCnt="0"/>
      <dgm:spPr/>
    </dgm:pt>
    <dgm:pt modelId="{02B28F85-DE51-42FF-859E-1DD3A478F426}" type="pres">
      <dgm:prSet presAssocID="{620DD3EC-BDCD-468B-B566-7FE2B848507E}" presName="rootText" presStyleLbl="node2" presStyleIdx="1" presStyleCnt="7" custScaleX="228089" custScaleY="242971" custLinFactNeighborX="4006">
        <dgm:presLayoutVars>
          <dgm:chPref val="3"/>
        </dgm:presLayoutVars>
      </dgm:prSet>
      <dgm:spPr/>
      <dgm:t>
        <a:bodyPr/>
        <a:lstStyle/>
        <a:p>
          <a:endParaRPr lang="en-US"/>
        </a:p>
      </dgm:t>
    </dgm:pt>
    <dgm:pt modelId="{1999F93D-C5E3-4B58-A38A-C971B5C1871B}" type="pres">
      <dgm:prSet presAssocID="{620DD3EC-BDCD-468B-B566-7FE2B848507E}" presName="rootConnector" presStyleLbl="node2" presStyleIdx="1" presStyleCnt="7"/>
      <dgm:spPr/>
      <dgm:t>
        <a:bodyPr/>
        <a:lstStyle/>
        <a:p>
          <a:endParaRPr lang="en-US"/>
        </a:p>
      </dgm:t>
    </dgm:pt>
    <dgm:pt modelId="{4C592C92-3156-443C-BB98-9204DFF01F72}" type="pres">
      <dgm:prSet presAssocID="{620DD3EC-BDCD-468B-B566-7FE2B848507E}" presName="hierChild4" presStyleCnt="0"/>
      <dgm:spPr/>
    </dgm:pt>
    <dgm:pt modelId="{8BF33A23-B9E7-4732-917C-5D66B726362F}" type="pres">
      <dgm:prSet presAssocID="{D723B879-676C-4614-8859-D09DEFF2A3B3}" presName="Name37" presStyleLbl="parChTrans1D3" presStyleIdx="2" presStyleCnt="25"/>
      <dgm:spPr/>
      <dgm:t>
        <a:bodyPr/>
        <a:lstStyle/>
        <a:p>
          <a:endParaRPr lang="en-US"/>
        </a:p>
      </dgm:t>
    </dgm:pt>
    <dgm:pt modelId="{20C774D7-4094-42B3-BC8F-AB5D0586E671}" type="pres">
      <dgm:prSet presAssocID="{552219B0-29E3-4A6C-90E3-BE0B83069EBC}" presName="hierRoot2" presStyleCnt="0">
        <dgm:presLayoutVars>
          <dgm:hierBranch val="init"/>
        </dgm:presLayoutVars>
      </dgm:prSet>
      <dgm:spPr/>
    </dgm:pt>
    <dgm:pt modelId="{B158E239-C176-4132-B1BA-6C1E7461F09C}" type="pres">
      <dgm:prSet presAssocID="{552219B0-29E3-4A6C-90E3-BE0B83069EBC}" presName="rootComposite" presStyleCnt="0"/>
      <dgm:spPr/>
    </dgm:pt>
    <dgm:pt modelId="{9449DAAE-E410-44C5-A07D-A0445C0B7E6B}" type="pres">
      <dgm:prSet presAssocID="{552219B0-29E3-4A6C-90E3-BE0B83069EBC}" presName="rootText" presStyleLbl="node3" presStyleIdx="2" presStyleCnt="25" custScaleX="223091" custScaleY="90830">
        <dgm:presLayoutVars>
          <dgm:chPref val="3"/>
        </dgm:presLayoutVars>
      </dgm:prSet>
      <dgm:spPr/>
      <dgm:t>
        <a:bodyPr/>
        <a:lstStyle/>
        <a:p>
          <a:endParaRPr lang="en-US"/>
        </a:p>
      </dgm:t>
    </dgm:pt>
    <dgm:pt modelId="{44F89C81-6EDD-4313-B033-6AFE4A6B1597}" type="pres">
      <dgm:prSet presAssocID="{552219B0-29E3-4A6C-90E3-BE0B83069EBC}" presName="rootConnector" presStyleLbl="node3" presStyleIdx="2" presStyleCnt="25"/>
      <dgm:spPr/>
      <dgm:t>
        <a:bodyPr/>
        <a:lstStyle/>
        <a:p>
          <a:endParaRPr lang="en-US"/>
        </a:p>
      </dgm:t>
    </dgm:pt>
    <dgm:pt modelId="{131D6045-90D5-4A9B-AF7A-E47E958A6183}" type="pres">
      <dgm:prSet presAssocID="{552219B0-29E3-4A6C-90E3-BE0B83069EBC}" presName="hierChild4" presStyleCnt="0"/>
      <dgm:spPr/>
    </dgm:pt>
    <dgm:pt modelId="{61412022-130F-4D56-8A65-CD43AA487E99}" type="pres">
      <dgm:prSet presAssocID="{552219B0-29E3-4A6C-90E3-BE0B83069EBC}" presName="hierChild5" presStyleCnt="0"/>
      <dgm:spPr/>
    </dgm:pt>
    <dgm:pt modelId="{76E33A9D-9480-40FB-A4DF-EE1E2E7E401E}" type="pres">
      <dgm:prSet presAssocID="{248E9311-DF61-4B0E-BD57-16AE2D707A60}" presName="Name37" presStyleLbl="parChTrans1D3" presStyleIdx="3" presStyleCnt="25"/>
      <dgm:spPr/>
      <dgm:t>
        <a:bodyPr/>
        <a:lstStyle/>
        <a:p>
          <a:endParaRPr lang="en-US"/>
        </a:p>
      </dgm:t>
    </dgm:pt>
    <dgm:pt modelId="{04B8EA4A-11CB-4AF7-85D7-32F9AD439CB7}" type="pres">
      <dgm:prSet presAssocID="{1F903EBE-540A-403B-AE13-6A09126352BD}" presName="hierRoot2" presStyleCnt="0">
        <dgm:presLayoutVars>
          <dgm:hierBranch val="init"/>
        </dgm:presLayoutVars>
      </dgm:prSet>
      <dgm:spPr/>
    </dgm:pt>
    <dgm:pt modelId="{D50DA092-4409-4311-BEA8-2E2A816EFE92}" type="pres">
      <dgm:prSet presAssocID="{1F903EBE-540A-403B-AE13-6A09126352BD}" presName="rootComposite" presStyleCnt="0"/>
      <dgm:spPr/>
    </dgm:pt>
    <dgm:pt modelId="{B4DA07B5-29B3-4442-A69E-055EEC652BE8}" type="pres">
      <dgm:prSet presAssocID="{1F903EBE-540A-403B-AE13-6A09126352BD}" presName="rootText" presStyleLbl="node3" presStyleIdx="3" presStyleCnt="25" custScaleX="223091" custScaleY="90830">
        <dgm:presLayoutVars>
          <dgm:chPref val="3"/>
        </dgm:presLayoutVars>
      </dgm:prSet>
      <dgm:spPr/>
      <dgm:t>
        <a:bodyPr/>
        <a:lstStyle/>
        <a:p>
          <a:endParaRPr lang="en-US"/>
        </a:p>
      </dgm:t>
    </dgm:pt>
    <dgm:pt modelId="{746FE1B3-37E8-4050-B0B7-5668D5D7D118}" type="pres">
      <dgm:prSet presAssocID="{1F903EBE-540A-403B-AE13-6A09126352BD}" presName="rootConnector" presStyleLbl="node3" presStyleIdx="3" presStyleCnt="25"/>
      <dgm:spPr/>
      <dgm:t>
        <a:bodyPr/>
        <a:lstStyle/>
        <a:p>
          <a:endParaRPr lang="en-US"/>
        </a:p>
      </dgm:t>
    </dgm:pt>
    <dgm:pt modelId="{CA531930-87B7-4E2B-AA93-B0ECAA52CC09}" type="pres">
      <dgm:prSet presAssocID="{1F903EBE-540A-403B-AE13-6A09126352BD}" presName="hierChild4" presStyleCnt="0"/>
      <dgm:spPr/>
    </dgm:pt>
    <dgm:pt modelId="{E9A486E8-3FB6-41A6-BD46-32EB689AD74B}" type="pres">
      <dgm:prSet presAssocID="{1F903EBE-540A-403B-AE13-6A09126352BD}" presName="hierChild5" presStyleCnt="0"/>
      <dgm:spPr/>
    </dgm:pt>
    <dgm:pt modelId="{98F59064-103E-473A-A55B-DACAE0C5B977}" type="pres">
      <dgm:prSet presAssocID="{EE20AAEE-7171-4BB9-A8D5-39721DAA6096}" presName="Name37" presStyleLbl="parChTrans1D3" presStyleIdx="4" presStyleCnt="25"/>
      <dgm:spPr/>
      <dgm:t>
        <a:bodyPr/>
        <a:lstStyle/>
        <a:p>
          <a:endParaRPr lang="en-US"/>
        </a:p>
      </dgm:t>
    </dgm:pt>
    <dgm:pt modelId="{1F427809-0817-444A-A1CD-4673F23A0430}" type="pres">
      <dgm:prSet presAssocID="{1FA8D87B-D027-4904-B477-6E95F9D01534}" presName="hierRoot2" presStyleCnt="0">
        <dgm:presLayoutVars>
          <dgm:hierBranch val="init"/>
        </dgm:presLayoutVars>
      </dgm:prSet>
      <dgm:spPr/>
    </dgm:pt>
    <dgm:pt modelId="{E4E8A50C-BE85-45CA-8225-97FECBEF3AA7}" type="pres">
      <dgm:prSet presAssocID="{1FA8D87B-D027-4904-B477-6E95F9D01534}" presName="rootComposite" presStyleCnt="0"/>
      <dgm:spPr/>
    </dgm:pt>
    <dgm:pt modelId="{362DD6BD-9262-4B2C-9DDE-4D5BEA07F5EE}" type="pres">
      <dgm:prSet presAssocID="{1FA8D87B-D027-4904-B477-6E95F9D01534}" presName="rootText" presStyleLbl="node3" presStyleIdx="4" presStyleCnt="25" custScaleX="223091" custScaleY="90830">
        <dgm:presLayoutVars>
          <dgm:chPref val="3"/>
        </dgm:presLayoutVars>
      </dgm:prSet>
      <dgm:spPr/>
      <dgm:t>
        <a:bodyPr/>
        <a:lstStyle/>
        <a:p>
          <a:endParaRPr lang="en-US"/>
        </a:p>
      </dgm:t>
    </dgm:pt>
    <dgm:pt modelId="{9C3CBAF8-2104-4A11-8B8B-F0485E167135}" type="pres">
      <dgm:prSet presAssocID="{1FA8D87B-D027-4904-B477-6E95F9D01534}" presName="rootConnector" presStyleLbl="node3" presStyleIdx="4" presStyleCnt="25"/>
      <dgm:spPr/>
      <dgm:t>
        <a:bodyPr/>
        <a:lstStyle/>
        <a:p>
          <a:endParaRPr lang="en-US"/>
        </a:p>
      </dgm:t>
    </dgm:pt>
    <dgm:pt modelId="{E16ACC74-4F87-4FCA-B6DF-EEC2EC9150A9}" type="pres">
      <dgm:prSet presAssocID="{1FA8D87B-D027-4904-B477-6E95F9D01534}" presName="hierChild4" presStyleCnt="0"/>
      <dgm:spPr/>
    </dgm:pt>
    <dgm:pt modelId="{A571E6F9-F9E4-4573-90E7-A7698270D56C}" type="pres">
      <dgm:prSet presAssocID="{1FA8D87B-D027-4904-B477-6E95F9D01534}" presName="hierChild5" presStyleCnt="0"/>
      <dgm:spPr/>
    </dgm:pt>
    <dgm:pt modelId="{B7D28B6A-2825-4E08-B446-8EC5450412F4}" type="pres">
      <dgm:prSet presAssocID="{7D7C3F90-4894-423B-9957-28D1989E14BB}" presName="Name37" presStyleLbl="parChTrans1D3" presStyleIdx="5" presStyleCnt="25"/>
      <dgm:spPr/>
      <dgm:t>
        <a:bodyPr/>
        <a:lstStyle/>
        <a:p>
          <a:endParaRPr lang="en-US"/>
        </a:p>
      </dgm:t>
    </dgm:pt>
    <dgm:pt modelId="{2AF9A92D-2E82-43B0-A9A8-DE6FAEDBE94E}" type="pres">
      <dgm:prSet presAssocID="{82B7C0DB-CE47-48C4-89ED-8874CF6DE729}" presName="hierRoot2" presStyleCnt="0">
        <dgm:presLayoutVars>
          <dgm:hierBranch val="init"/>
        </dgm:presLayoutVars>
      </dgm:prSet>
      <dgm:spPr/>
    </dgm:pt>
    <dgm:pt modelId="{6B6A0FC3-5334-43CC-B161-3CBE898CFB18}" type="pres">
      <dgm:prSet presAssocID="{82B7C0DB-CE47-48C4-89ED-8874CF6DE729}" presName="rootComposite" presStyleCnt="0"/>
      <dgm:spPr/>
    </dgm:pt>
    <dgm:pt modelId="{DA48BB98-7FEE-4C56-907D-898F64208C8F}" type="pres">
      <dgm:prSet presAssocID="{82B7C0DB-CE47-48C4-89ED-8874CF6DE729}" presName="rootText" presStyleLbl="node3" presStyleIdx="5" presStyleCnt="25" custScaleX="223091" custScaleY="90830">
        <dgm:presLayoutVars>
          <dgm:chPref val="3"/>
        </dgm:presLayoutVars>
      </dgm:prSet>
      <dgm:spPr/>
      <dgm:t>
        <a:bodyPr/>
        <a:lstStyle/>
        <a:p>
          <a:endParaRPr lang="en-US"/>
        </a:p>
      </dgm:t>
    </dgm:pt>
    <dgm:pt modelId="{784AB4DD-EFF2-48C5-9840-E27B540BEC7E}" type="pres">
      <dgm:prSet presAssocID="{82B7C0DB-CE47-48C4-89ED-8874CF6DE729}" presName="rootConnector" presStyleLbl="node3" presStyleIdx="5" presStyleCnt="25"/>
      <dgm:spPr/>
      <dgm:t>
        <a:bodyPr/>
        <a:lstStyle/>
        <a:p>
          <a:endParaRPr lang="en-US"/>
        </a:p>
      </dgm:t>
    </dgm:pt>
    <dgm:pt modelId="{5F559C4A-D761-4D8E-8E66-D39EF452EABE}" type="pres">
      <dgm:prSet presAssocID="{82B7C0DB-CE47-48C4-89ED-8874CF6DE729}" presName="hierChild4" presStyleCnt="0"/>
      <dgm:spPr/>
    </dgm:pt>
    <dgm:pt modelId="{4AE4BECC-A19F-4205-B645-32270D4B04D6}" type="pres">
      <dgm:prSet presAssocID="{82B7C0DB-CE47-48C4-89ED-8874CF6DE729}" presName="hierChild5" presStyleCnt="0"/>
      <dgm:spPr/>
    </dgm:pt>
    <dgm:pt modelId="{0A74CE7B-A1D2-4B1A-95FB-702919421DD3}" type="pres">
      <dgm:prSet presAssocID="{2CDD424D-00BD-47EE-A872-1A21EC26F96C}" presName="Name37" presStyleLbl="parChTrans1D3" presStyleIdx="6" presStyleCnt="25"/>
      <dgm:spPr/>
      <dgm:t>
        <a:bodyPr/>
        <a:lstStyle/>
        <a:p>
          <a:endParaRPr lang="en-US"/>
        </a:p>
      </dgm:t>
    </dgm:pt>
    <dgm:pt modelId="{05601AED-A0F4-427A-B394-B98C2911971B}" type="pres">
      <dgm:prSet presAssocID="{8AEB5098-FCED-480D-BBD2-094DB8A3921A}" presName="hierRoot2" presStyleCnt="0">
        <dgm:presLayoutVars>
          <dgm:hierBranch val="init"/>
        </dgm:presLayoutVars>
      </dgm:prSet>
      <dgm:spPr/>
    </dgm:pt>
    <dgm:pt modelId="{35145683-C882-4D29-B96C-68C8716A419B}" type="pres">
      <dgm:prSet presAssocID="{8AEB5098-FCED-480D-BBD2-094DB8A3921A}" presName="rootComposite" presStyleCnt="0"/>
      <dgm:spPr/>
    </dgm:pt>
    <dgm:pt modelId="{BFC02DAA-2A89-47DA-8ED1-F88D5D0D7A1F}" type="pres">
      <dgm:prSet presAssocID="{8AEB5098-FCED-480D-BBD2-094DB8A3921A}" presName="rootText" presStyleLbl="node3" presStyleIdx="6" presStyleCnt="25" custScaleX="223091" custScaleY="90830">
        <dgm:presLayoutVars>
          <dgm:chPref val="3"/>
        </dgm:presLayoutVars>
      </dgm:prSet>
      <dgm:spPr/>
      <dgm:t>
        <a:bodyPr/>
        <a:lstStyle/>
        <a:p>
          <a:endParaRPr lang="en-US"/>
        </a:p>
      </dgm:t>
    </dgm:pt>
    <dgm:pt modelId="{23E39F20-3A56-428A-8EF8-67B767140A2D}" type="pres">
      <dgm:prSet presAssocID="{8AEB5098-FCED-480D-BBD2-094DB8A3921A}" presName="rootConnector" presStyleLbl="node3" presStyleIdx="6" presStyleCnt="25"/>
      <dgm:spPr/>
      <dgm:t>
        <a:bodyPr/>
        <a:lstStyle/>
        <a:p>
          <a:endParaRPr lang="en-US"/>
        </a:p>
      </dgm:t>
    </dgm:pt>
    <dgm:pt modelId="{A31B29DF-DB5B-4D70-B88C-721584DECBB3}" type="pres">
      <dgm:prSet presAssocID="{8AEB5098-FCED-480D-BBD2-094DB8A3921A}" presName="hierChild4" presStyleCnt="0"/>
      <dgm:spPr/>
    </dgm:pt>
    <dgm:pt modelId="{B6FF2C2D-9D6E-458E-98C2-4DD90118DB16}" type="pres">
      <dgm:prSet presAssocID="{8AEB5098-FCED-480D-BBD2-094DB8A3921A}" presName="hierChild5" presStyleCnt="0"/>
      <dgm:spPr/>
    </dgm:pt>
    <dgm:pt modelId="{72FAA63C-1C8A-407F-9902-8FB3E159FD2E}" type="pres">
      <dgm:prSet presAssocID="{7114BC4E-EA33-4CFC-9353-6D45225BCCC6}" presName="Name37" presStyleLbl="parChTrans1D3" presStyleIdx="7" presStyleCnt="25"/>
      <dgm:spPr/>
      <dgm:t>
        <a:bodyPr/>
        <a:lstStyle/>
        <a:p>
          <a:endParaRPr lang="en-US"/>
        </a:p>
      </dgm:t>
    </dgm:pt>
    <dgm:pt modelId="{C366902A-273C-4F3E-A02D-DC77FF655BF3}" type="pres">
      <dgm:prSet presAssocID="{9C14CEF8-8A9C-4F99-8160-FD0BBB70CFC7}" presName="hierRoot2" presStyleCnt="0">
        <dgm:presLayoutVars>
          <dgm:hierBranch val="init"/>
        </dgm:presLayoutVars>
      </dgm:prSet>
      <dgm:spPr/>
    </dgm:pt>
    <dgm:pt modelId="{5F467059-5AC0-41A0-B499-0F65B0EFC840}" type="pres">
      <dgm:prSet presAssocID="{9C14CEF8-8A9C-4F99-8160-FD0BBB70CFC7}" presName="rootComposite" presStyleCnt="0"/>
      <dgm:spPr/>
    </dgm:pt>
    <dgm:pt modelId="{47E4C2A9-BBCB-41A8-A3D8-BFC2DBE12EB9}" type="pres">
      <dgm:prSet presAssocID="{9C14CEF8-8A9C-4F99-8160-FD0BBB70CFC7}" presName="rootText" presStyleLbl="node3" presStyleIdx="7" presStyleCnt="25" custScaleX="223091" custScaleY="90830">
        <dgm:presLayoutVars>
          <dgm:chPref val="3"/>
        </dgm:presLayoutVars>
      </dgm:prSet>
      <dgm:spPr/>
      <dgm:t>
        <a:bodyPr/>
        <a:lstStyle/>
        <a:p>
          <a:endParaRPr lang="en-US"/>
        </a:p>
      </dgm:t>
    </dgm:pt>
    <dgm:pt modelId="{1BA3A908-E20D-4580-B7DE-7E1AE1228A86}" type="pres">
      <dgm:prSet presAssocID="{9C14CEF8-8A9C-4F99-8160-FD0BBB70CFC7}" presName="rootConnector" presStyleLbl="node3" presStyleIdx="7" presStyleCnt="25"/>
      <dgm:spPr/>
      <dgm:t>
        <a:bodyPr/>
        <a:lstStyle/>
        <a:p>
          <a:endParaRPr lang="en-US"/>
        </a:p>
      </dgm:t>
    </dgm:pt>
    <dgm:pt modelId="{9E07050E-9017-4F2B-9889-4F1D2D44F667}" type="pres">
      <dgm:prSet presAssocID="{9C14CEF8-8A9C-4F99-8160-FD0BBB70CFC7}" presName="hierChild4" presStyleCnt="0"/>
      <dgm:spPr/>
    </dgm:pt>
    <dgm:pt modelId="{9834D5DF-32CB-4469-AB90-7AC780364225}" type="pres">
      <dgm:prSet presAssocID="{9C14CEF8-8A9C-4F99-8160-FD0BBB70CFC7}" presName="hierChild5" presStyleCnt="0"/>
      <dgm:spPr/>
    </dgm:pt>
    <dgm:pt modelId="{578DD833-D5A5-4EE4-AC53-41B0D2C85899}" type="pres">
      <dgm:prSet presAssocID="{95401D47-709A-46DF-B06A-1B1BF94D1690}" presName="Name37" presStyleLbl="parChTrans1D3" presStyleIdx="8" presStyleCnt="25"/>
      <dgm:spPr/>
      <dgm:t>
        <a:bodyPr/>
        <a:lstStyle/>
        <a:p>
          <a:endParaRPr lang="en-US"/>
        </a:p>
      </dgm:t>
    </dgm:pt>
    <dgm:pt modelId="{A23F67AF-2ECD-4519-906C-7849384DA41A}" type="pres">
      <dgm:prSet presAssocID="{9D5B5DCB-F5DD-4410-A358-629951B13726}" presName="hierRoot2" presStyleCnt="0">
        <dgm:presLayoutVars>
          <dgm:hierBranch val="init"/>
        </dgm:presLayoutVars>
      </dgm:prSet>
      <dgm:spPr/>
    </dgm:pt>
    <dgm:pt modelId="{C218478C-BE9B-4395-958E-F315132B9716}" type="pres">
      <dgm:prSet presAssocID="{9D5B5DCB-F5DD-4410-A358-629951B13726}" presName="rootComposite" presStyleCnt="0"/>
      <dgm:spPr/>
    </dgm:pt>
    <dgm:pt modelId="{3E8135BF-BCBB-4B5E-A1CB-264C7E2C884F}" type="pres">
      <dgm:prSet presAssocID="{9D5B5DCB-F5DD-4410-A358-629951B13726}" presName="rootText" presStyleLbl="node3" presStyleIdx="8" presStyleCnt="25" custScaleX="223091" custScaleY="90830">
        <dgm:presLayoutVars>
          <dgm:chPref val="3"/>
        </dgm:presLayoutVars>
      </dgm:prSet>
      <dgm:spPr/>
      <dgm:t>
        <a:bodyPr/>
        <a:lstStyle/>
        <a:p>
          <a:endParaRPr lang="en-US"/>
        </a:p>
      </dgm:t>
    </dgm:pt>
    <dgm:pt modelId="{895F9B5E-7116-4ACE-A06D-885F6AA275E0}" type="pres">
      <dgm:prSet presAssocID="{9D5B5DCB-F5DD-4410-A358-629951B13726}" presName="rootConnector" presStyleLbl="node3" presStyleIdx="8" presStyleCnt="25"/>
      <dgm:spPr/>
      <dgm:t>
        <a:bodyPr/>
        <a:lstStyle/>
        <a:p>
          <a:endParaRPr lang="en-US"/>
        </a:p>
      </dgm:t>
    </dgm:pt>
    <dgm:pt modelId="{59B8851E-EB51-4CC5-B189-C4B2BFEC419C}" type="pres">
      <dgm:prSet presAssocID="{9D5B5DCB-F5DD-4410-A358-629951B13726}" presName="hierChild4" presStyleCnt="0"/>
      <dgm:spPr/>
    </dgm:pt>
    <dgm:pt modelId="{EC009E0B-945C-4C62-AE7C-25924C6934BA}" type="pres">
      <dgm:prSet presAssocID="{9D5B5DCB-F5DD-4410-A358-629951B13726}" presName="hierChild5" presStyleCnt="0"/>
      <dgm:spPr/>
    </dgm:pt>
    <dgm:pt modelId="{9088FD99-4937-46C5-924A-F51B321BF542}" type="pres">
      <dgm:prSet presAssocID="{41503EEF-911B-4E28-B947-D4C1D831EC38}" presName="Name37" presStyleLbl="parChTrans1D3" presStyleIdx="9" presStyleCnt="25"/>
      <dgm:spPr/>
      <dgm:t>
        <a:bodyPr/>
        <a:lstStyle/>
        <a:p>
          <a:endParaRPr lang="en-US"/>
        </a:p>
      </dgm:t>
    </dgm:pt>
    <dgm:pt modelId="{94289D94-A252-4FEC-B885-5D0DED4C524E}" type="pres">
      <dgm:prSet presAssocID="{6C8BDFAD-98C7-40DC-9600-88AB64F6EE03}" presName="hierRoot2" presStyleCnt="0">
        <dgm:presLayoutVars>
          <dgm:hierBranch val="init"/>
        </dgm:presLayoutVars>
      </dgm:prSet>
      <dgm:spPr/>
    </dgm:pt>
    <dgm:pt modelId="{47FB7993-EEBF-4348-8B3D-823485946604}" type="pres">
      <dgm:prSet presAssocID="{6C8BDFAD-98C7-40DC-9600-88AB64F6EE03}" presName="rootComposite" presStyleCnt="0"/>
      <dgm:spPr/>
    </dgm:pt>
    <dgm:pt modelId="{469CAF21-1513-4CB4-A436-10802A52549F}" type="pres">
      <dgm:prSet presAssocID="{6C8BDFAD-98C7-40DC-9600-88AB64F6EE03}" presName="rootText" presStyleLbl="node3" presStyleIdx="9" presStyleCnt="25" custScaleX="223091" custScaleY="90830">
        <dgm:presLayoutVars>
          <dgm:chPref val="3"/>
        </dgm:presLayoutVars>
      </dgm:prSet>
      <dgm:spPr/>
      <dgm:t>
        <a:bodyPr/>
        <a:lstStyle/>
        <a:p>
          <a:endParaRPr lang="en-US"/>
        </a:p>
      </dgm:t>
    </dgm:pt>
    <dgm:pt modelId="{7F51C97F-860E-48CD-BD1E-2610535F7FA0}" type="pres">
      <dgm:prSet presAssocID="{6C8BDFAD-98C7-40DC-9600-88AB64F6EE03}" presName="rootConnector" presStyleLbl="node3" presStyleIdx="9" presStyleCnt="25"/>
      <dgm:spPr/>
      <dgm:t>
        <a:bodyPr/>
        <a:lstStyle/>
        <a:p>
          <a:endParaRPr lang="en-US"/>
        </a:p>
      </dgm:t>
    </dgm:pt>
    <dgm:pt modelId="{E9B37F1B-BB2B-42C4-9A6C-333EF515F71C}" type="pres">
      <dgm:prSet presAssocID="{6C8BDFAD-98C7-40DC-9600-88AB64F6EE03}" presName="hierChild4" presStyleCnt="0"/>
      <dgm:spPr/>
    </dgm:pt>
    <dgm:pt modelId="{90E89380-61FA-48A3-9907-5AD47801C282}" type="pres">
      <dgm:prSet presAssocID="{6C8BDFAD-98C7-40DC-9600-88AB64F6EE03}" presName="hierChild5" presStyleCnt="0"/>
      <dgm:spPr/>
    </dgm:pt>
    <dgm:pt modelId="{2950EBDC-D558-491C-A58C-E63A104F5225}" type="pres">
      <dgm:prSet presAssocID="{89693932-38C2-4209-BF89-D0CD70AB6FAD}" presName="Name37" presStyleLbl="parChTrans1D3" presStyleIdx="10" presStyleCnt="25"/>
      <dgm:spPr/>
      <dgm:t>
        <a:bodyPr/>
        <a:lstStyle/>
        <a:p>
          <a:endParaRPr lang="en-US"/>
        </a:p>
      </dgm:t>
    </dgm:pt>
    <dgm:pt modelId="{82F9FA8D-997C-4F48-B25F-E73DC45DD89A}" type="pres">
      <dgm:prSet presAssocID="{CE34F162-4745-4679-A58B-1ADAA9194A3B}" presName="hierRoot2" presStyleCnt="0">
        <dgm:presLayoutVars>
          <dgm:hierBranch val="init"/>
        </dgm:presLayoutVars>
      </dgm:prSet>
      <dgm:spPr/>
    </dgm:pt>
    <dgm:pt modelId="{B8DC4FBA-A918-479B-B196-26C26E2F99B5}" type="pres">
      <dgm:prSet presAssocID="{CE34F162-4745-4679-A58B-1ADAA9194A3B}" presName="rootComposite" presStyleCnt="0"/>
      <dgm:spPr/>
    </dgm:pt>
    <dgm:pt modelId="{414E760F-358A-4836-9407-B480384FE32D}" type="pres">
      <dgm:prSet presAssocID="{CE34F162-4745-4679-A58B-1ADAA9194A3B}" presName="rootText" presStyleLbl="node3" presStyleIdx="10" presStyleCnt="25" custScaleX="223091" custScaleY="90830">
        <dgm:presLayoutVars>
          <dgm:chPref val="3"/>
        </dgm:presLayoutVars>
      </dgm:prSet>
      <dgm:spPr/>
      <dgm:t>
        <a:bodyPr/>
        <a:lstStyle/>
        <a:p>
          <a:endParaRPr lang="en-US"/>
        </a:p>
      </dgm:t>
    </dgm:pt>
    <dgm:pt modelId="{47521A23-2212-43A7-90B8-0A76466CD3E8}" type="pres">
      <dgm:prSet presAssocID="{CE34F162-4745-4679-A58B-1ADAA9194A3B}" presName="rootConnector" presStyleLbl="node3" presStyleIdx="10" presStyleCnt="25"/>
      <dgm:spPr/>
      <dgm:t>
        <a:bodyPr/>
        <a:lstStyle/>
        <a:p>
          <a:endParaRPr lang="en-US"/>
        </a:p>
      </dgm:t>
    </dgm:pt>
    <dgm:pt modelId="{456B80B7-72FD-4BD7-BE1A-0F3610B8C7D5}" type="pres">
      <dgm:prSet presAssocID="{CE34F162-4745-4679-A58B-1ADAA9194A3B}" presName="hierChild4" presStyleCnt="0"/>
      <dgm:spPr/>
    </dgm:pt>
    <dgm:pt modelId="{55EBCD8D-3CBE-452D-B313-598B8E0384D1}" type="pres">
      <dgm:prSet presAssocID="{CE34F162-4745-4679-A58B-1ADAA9194A3B}" presName="hierChild5" presStyleCnt="0"/>
      <dgm:spPr/>
    </dgm:pt>
    <dgm:pt modelId="{6AABE029-3C83-4187-8AC5-D8BA4B92FE81}" type="pres">
      <dgm:prSet presAssocID="{C5EF5680-CB1F-44B8-9D16-6C9B3B02A950}" presName="Name37" presStyleLbl="parChTrans1D3" presStyleIdx="11" presStyleCnt="25"/>
      <dgm:spPr/>
      <dgm:t>
        <a:bodyPr/>
        <a:lstStyle/>
        <a:p>
          <a:endParaRPr lang="en-US"/>
        </a:p>
      </dgm:t>
    </dgm:pt>
    <dgm:pt modelId="{492F77D0-8693-4FCE-9305-63B44E57B20A}" type="pres">
      <dgm:prSet presAssocID="{15041AE0-1376-4755-9848-68DFCBED067C}" presName="hierRoot2" presStyleCnt="0">
        <dgm:presLayoutVars>
          <dgm:hierBranch val="init"/>
        </dgm:presLayoutVars>
      </dgm:prSet>
      <dgm:spPr/>
    </dgm:pt>
    <dgm:pt modelId="{6091B0B5-5E98-4540-A261-60A6F7BC4907}" type="pres">
      <dgm:prSet presAssocID="{15041AE0-1376-4755-9848-68DFCBED067C}" presName="rootComposite" presStyleCnt="0"/>
      <dgm:spPr/>
    </dgm:pt>
    <dgm:pt modelId="{C2D84C4F-B27B-4866-8972-B783A0942361}" type="pres">
      <dgm:prSet presAssocID="{15041AE0-1376-4755-9848-68DFCBED067C}" presName="rootText" presStyleLbl="node3" presStyleIdx="11" presStyleCnt="25" custScaleX="223091" custScaleY="90830">
        <dgm:presLayoutVars>
          <dgm:chPref val="3"/>
        </dgm:presLayoutVars>
      </dgm:prSet>
      <dgm:spPr/>
      <dgm:t>
        <a:bodyPr/>
        <a:lstStyle/>
        <a:p>
          <a:endParaRPr lang="en-US"/>
        </a:p>
      </dgm:t>
    </dgm:pt>
    <dgm:pt modelId="{B6C5E8AE-FD7E-4B99-97B8-745FC3209A9C}" type="pres">
      <dgm:prSet presAssocID="{15041AE0-1376-4755-9848-68DFCBED067C}" presName="rootConnector" presStyleLbl="node3" presStyleIdx="11" presStyleCnt="25"/>
      <dgm:spPr/>
      <dgm:t>
        <a:bodyPr/>
        <a:lstStyle/>
        <a:p>
          <a:endParaRPr lang="en-US"/>
        </a:p>
      </dgm:t>
    </dgm:pt>
    <dgm:pt modelId="{837CF2AA-8B4E-4ED5-A127-5690E2535DC4}" type="pres">
      <dgm:prSet presAssocID="{15041AE0-1376-4755-9848-68DFCBED067C}" presName="hierChild4" presStyleCnt="0"/>
      <dgm:spPr/>
    </dgm:pt>
    <dgm:pt modelId="{BC55535D-7655-4BCC-A764-681E752C3F69}" type="pres">
      <dgm:prSet presAssocID="{15041AE0-1376-4755-9848-68DFCBED067C}" presName="hierChild5" presStyleCnt="0"/>
      <dgm:spPr/>
    </dgm:pt>
    <dgm:pt modelId="{3E362709-8DF5-4ED1-BE78-2D67C7F6CD59}" type="pres">
      <dgm:prSet presAssocID="{620DD3EC-BDCD-468B-B566-7FE2B848507E}" presName="hierChild5" presStyleCnt="0"/>
      <dgm:spPr/>
    </dgm:pt>
    <dgm:pt modelId="{0E020EB3-B687-49B5-864A-7775365865BE}" type="pres">
      <dgm:prSet presAssocID="{9BFD04D4-D27E-47FD-B17A-0660BE35F1CF}" presName="Name37" presStyleLbl="parChTrans1D2" presStyleIdx="2" presStyleCnt="7"/>
      <dgm:spPr/>
      <dgm:t>
        <a:bodyPr/>
        <a:lstStyle/>
        <a:p>
          <a:endParaRPr lang="en-US"/>
        </a:p>
      </dgm:t>
    </dgm:pt>
    <dgm:pt modelId="{BBAFE3D2-3A5A-4490-A81A-2A8E15028CC9}" type="pres">
      <dgm:prSet presAssocID="{1FDE73C1-1773-4DFF-80D8-CE538843B8D6}" presName="hierRoot2" presStyleCnt="0">
        <dgm:presLayoutVars>
          <dgm:hierBranch val="init"/>
        </dgm:presLayoutVars>
      </dgm:prSet>
      <dgm:spPr/>
    </dgm:pt>
    <dgm:pt modelId="{5D13AC61-CB0D-439C-A3B7-8B75673646F3}" type="pres">
      <dgm:prSet presAssocID="{1FDE73C1-1773-4DFF-80D8-CE538843B8D6}" presName="rootComposite" presStyleCnt="0"/>
      <dgm:spPr/>
    </dgm:pt>
    <dgm:pt modelId="{03758FE5-334A-46EC-AD76-4289659832B6}" type="pres">
      <dgm:prSet presAssocID="{1FDE73C1-1773-4DFF-80D8-CE538843B8D6}" presName="rootText" presStyleLbl="node2" presStyleIdx="2" presStyleCnt="7" custScaleX="228089" custScaleY="242971" custLinFactNeighborX="4006">
        <dgm:presLayoutVars>
          <dgm:chPref val="3"/>
        </dgm:presLayoutVars>
      </dgm:prSet>
      <dgm:spPr/>
      <dgm:t>
        <a:bodyPr/>
        <a:lstStyle/>
        <a:p>
          <a:endParaRPr lang="en-US"/>
        </a:p>
      </dgm:t>
    </dgm:pt>
    <dgm:pt modelId="{2B09EB8B-ED69-45F5-BA37-36CF2B0643CF}" type="pres">
      <dgm:prSet presAssocID="{1FDE73C1-1773-4DFF-80D8-CE538843B8D6}" presName="rootConnector" presStyleLbl="node2" presStyleIdx="2" presStyleCnt="7"/>
      <dgm:spPr/>
      <dgm:t>
        <a:bodyPr/>
        <a:lstStyle/>
        <a:p>
          <a:endParaRPr lang="en-US"/>
        </a:p>
      </dgm:t>
    </dgm:pt>
    <dgm:pt modelId="{1DE9D2D5-FD8E-457B-8509-AF1B11F236B3}" type="pres">
      <dgm:prSet presAssocID="{1FDE73C1-1773-4DFF-80D8-CE538843B8D6}" presName="hierChild4" presStyleCnt="0"/>
      <dgm:spPr/>
    </dgm:pt>
    <dgm:pt modelId="{B24AC9E0-962C-4E78-A693-CB404F97964B}" type="pres">
      <dgm:prSet presAssocID="{FD8FE40B-879F-4F4E-B1C0-B05B7EF61B85}" presName="Name37" presStyleLbl="parChTrans1D3" presStyleIdx="12" presStyleCnt="25"/>
      <dgm:spPr/>
      <dgm:t>
        <a:bodyPr/>
        <a:lstStyle/>
        <a:p>
          <a:endParaRPr lang="en-US"/>
        </a:p>
      </dgm:t>
    </dgm:pt>
    <dgm:pt modelId="{14081BD0-0331-49D1-9132-48E38CC72506}" type="pres">
      <dgm:prSet presAssocID="{8B93368D-220F-4F51-922B-E3D40AEF4871}" presName="hierRoot2" presStyleCnt="0">
        <dgm:presLayoutVars>
          <dgm:hierBranch val="init"/>
        </dgm:presLayoutVars>
      </dgm:prSet>
      <dgm:spPr/>
    </dgm:pt>
    <dgm:pt modelId="{CD57EBD1-6290-48D5-B876-F6B8F3E71B1C}" type="pres">
      <dgm:prSet presAssocID="{8B93368D-220F-4F51-922B-E3D40AEF4871}" presName="rootComposite" presStyleCnt="0"/>
      <dgm:spPr/>
    </dgm:pt>
    <dgm:pt modelId="{AF41A196-D073-444E-BDCD-FC763BCB5F43}" type="pres">
      <dgm:prSet presAssocID="{8B93368D-220F-4F51-922B-E3D40AEF4871}" presName="rootText" presStyleLbl="node3" presStyleIdx="12" presStyleCnt="25" custScaleX="223091" custScaleY="90830">
        <dgm:presLayoutVars>
          <dgm:chPref val="3"/>
        </dgm:presLayoutVars>
      </dgm:prSet>
      <dgm:spPr/>
      <dgm:t>
        <a:bodyPr/>
        <a:lstStyle/>
        <a:p>
          <a:endParaRPr lang="en-US"/>
        </a:p>
      </dgm:t>
    </dgm:pt>
    <dgm:pt modelId="{D2461159-78CB-4A23-999D-2C7EB906725F}" type="pres">
      <dgm:prSet presAssocID="{8B93368D-220F-4F51-922B-E3D40AEF4871}" presName="rootConnector" presStyleLbl="node3" presStyleIdx="12" presStyleCnt="25"/>
      <dgm:spPr/>
      <dgm:t>
        <a:bodyPr/>
        <a:lstStyle/>
        <a:p>
          <a:endParaRPr lang="en-US"/>
        </a:p>
      </dgm:t>
    </dgm:pt>
    <dgm:pt modelId="{B7419B15-5138-497F-9E6A-0A8D19A45473}" type="pres">
      <dgm:prSet presAssocID="{8B93368D-220F-4F51-922B-E3D40AEF4871}" presName="hierChild4" presStyleCnt="0"/>
      <dgm:spPr/>
    </dgm:pt>
    <dgm:pt modelId="{913DBA18-54C7-4B85-987E-75AE9FC67706}" type="pres">
      <dgm:prSet presAssocID="{8B93368D-220F-4F51-922B-E3D40AEF4871}" presName="hierChild5" presStyleCnt="0"/>
      <dgm:spPr/>
    </dgm:pt>
    <dgm:pt modelId="{D1F3B684-E017-4F86-8C26-185FF4950B12}" type="pres">
      <dgm:prSet presAssocID="{B93255FE-F472-4FCA-B57D-62769D45406C}" presName="Name37" presStyleLbl="parChTrans1D3" presStyleIdx="13" presStyleCnt="25"/>
      <dgm:spPr/>
      <dgm:t>
        <a:bodyPr/>
        <a:lstStyle/>
        <a:p>
          <a:endParaRPr lang="en-US"/>
        </a:p>
      </dgm:t>
    </dgm:pt>
    <dgm:pt modelId="{49829AD2-873A-4D62-9724-B73219D181BA}" type="pres">
      <dgm:prSet presAssocID="{0F15CCAC-C0BB-45D4-B9E3-00CFEBC158AB}" presName="hierRoot2" presStyleCnt="0">
        <dgm:presLayoutVars>
          <dgm:hierBranch val="init"/>
        </dgm:presLayoutVars>
      </dgm:prSet>
      <dgm:spPr/>
    </dgm:pt>
    <dgm:pt modelId="{5B6E2E8D-8F8C-429A-A394-C2F23A64E53E}" type="pres">
      <dgm:prSet presAssocID="{0F15CCAC-C0BB-45D4-B9E3-00CFEBC158AB}" presName="rootComposite" presStyleCnt="0"/>
      <dgm:spPr/>
    </dgm:pt>
    <dgm:pt modelId="{1531043F-8795-4B21-8088-A15A99966869}" type="pres">
      <dgm:prSet presAssocID="{0F15CCAC-C0BB-45D4-B9E3-00CFEBC158AB}" presName="rootText" presStyleLbl="node3" presStyleIdx="13" presStyleCnt="25" custScaleX="223091" custScaleY="90830">
        <dgm:presLayoutVars>
          <dgm:chPref val="3"/>
        </dgm:presLayoutVars>
      </dgm:prSet>
      <dgm:spPr/>
      <dgm:t>
        <a:bodyPr/>
        <a:lstStyle/>
        <a:p>
          <a:endParaRPr lang="en-US"/>
        </a:p>
      </dgm:t>
    </dgm:pt>
    <dgm:pt modelId="{F2C2BEAD-A73F-49AB-B3BD-7E4A09214EC6}" type="pres">
      <dgm:prSet presAssocID="{0F15CCAC-C0BB-45D4-B9E3-00CFEBC158AB}" presName="rootConnector" presStyleLbl="node3" presStyleIdx="13" presStyleCnt="25"/>
      <dgm:spPr/>
      <dgm:t>
        <a:bodyPr/>
        <a:lstStyle/>
        <a:p>
          <a:endParaRPr lang="en-US"/>
        </a:p>
      </dgm:t>
    </dgm:pt>
    <dgm:pt modelId="{00668948-0A41-439B-BCF5-3D7E918DD408}" type="pres">
      <dgm:prSet presAssocID="{0F15CCAC-C0BB-45D4-B9E3-00CFEBC158AB}" presName="hierChild4" presStyleCnt="0"/>
      <dgm:spPr/>
    </dgm:pt>
    <dgm:pt modelId="{E4A57550-6D56-4F88-8E30-A72A8AA5C440}" type="pres">
      <dgm:prSet presAssocID="{0F15CCAC-C0BB-45D4-B9E3-00CFEBC158AB}" presName="hierChild5" presStyleCnt="0"/>
      <dgm:spPr/>
    </dgm:pt>
    <dgm:pt modelId="{414C7D41-C0D4-4459-BBB5-2C8D13BAB807}" type="pres">
      <dgm:prSet presAssocID="{72321157-20D7-49DE-845F-C02FB1A2276A}" presName="Name37" presStyleLbl="parChTrans1D3" presStyleIdx="14" presStyleCnt="25"/>
      <dgm:spPr/>
      <dgm:t>
        <a:bodyPr/>
        <a:lstStyle/>
        <a:p>
          <a:endParaRPr lang="en-US"/>
        </a:p>
      </dgm:t>
    </dgm:pt>
    <dgm:pt modelId="{D3BB2BDE-0804-431E-B58B-B4A1EAABFBAD}" type="pres">
      <dgm:prSet presAssocID="{8974A62B-86E1-41E5-9A3F-C58243281814}" presName="hierRoot2" presStyleCnt="0">
        <dgm:presLayoutVars>
          <dgm:hierBranch val="init"/>
        </dgm:presLayoutVars>
      </dgm:prSet>
      <dgm:spPr/>
    </dgm:pt>
    <dgm:pt modelId="{800EC588-C92C-435B-99D4-35FF3030DB0D}" type="pres">
      <dgm:prSet presAssocID="{8974A62B-86E1-41E5-9A3F-C58243281814}" presName="rootComposite" presStyleCnt="0"/>
      <dgm:spPr/>
    </dgm:pt>
    <dgm:pt modelId="{B035253A-EFC7-48C1-B143-E9695D438A7C}" type="pres">
      <dgm:prSet presAssocID="{8974A62B-86E1-41E5-9A3F-C58243281814}" presName="rootText" presStyleLbl="node3" presStyleIdx="14" presStyleCnt="25" custScaleX="223091" custScaleY="90830">
        <dgm:presLayoutVars>
          <dgm:chPref val="3"/>
        </dgm:presLayoutVars>
      </dgm:prSet>
      <dgm:spPr/>
      <dgm:t>
        <a:bodyPr/>
        <a:lstStyle/>
        <a:p>
          <a:endParaRPr lang="en-US"/>
        </a:p>
      </dgm:t>
    </dgm:pt>
    <dgm:pt modelId="{2D1050D5-D3F5-4594-8492-CADA49122876}" type="pres">
      <dgm:prSet presAssocID="{8974A62B-86E1-41E5-9A3F-C58243281814}" presName="rootConnector" presStyleLbl="node3" presStyleIdx="14" presStyleCnt="25"/>
      <dgm:spPr/>
      <dgm:t>
        <a:bodyPr/>
        <a:lstStyle/>
        <a:p>
          <a:endParaRPr lang="en-US"/>
        </a:p>
      </dgm:t>
    </dgm:pt>
    <dgm:pt modelId="{ADE08C16-A75A-4844-8703-117DDEEDDE14}" type="pres">
      <dgm:prSet presAssocID="{8974A62B-86E1-41E5-9A3F-C58243281814}" presName="hierChild4" presStyleCnt="0"/>
      <dgm:spPr/>
    </dgm:pt>
    <dgm:pt modelId="{A9CC6526-9C90-4406-B9CE-48F22C77F804}" type="pres">
      <dgm:prSet presAssocID="{8974A62B-86E1-41E5-9A3F-C58243281814}" presName="hierChild5" presStyleCnt="0"/>
      <dgm:spPr/>
    </dgm:pt>
    <dgm:pt modelId="{1B67105F-ECD7-44F8-A5C6-19D745593D1A}" type="pres">
      <dgm:prSet presAssocID="{A554D112-ACA0-49E3-82C2-BAB77C40A5DB}" presName="Name37" presStyleLbl="parChTrans1D3" presStyleIdx="15" presStyleCnt="25"/>
      <dgm:spPr/>
      <dgm:t>
        <a:bodyPr/>
        <a:lstStyle/>
        <a:p>
          <a:endParaRPr lang="en-US"/>
        </a:p>
      </dgm:t>
    </dgm:pt>
    <dgm:pt modelId="{4E0FF4BB-1A2C-4C8D-AF74-F15AF8783F22}" type="pres">
      <dgm:prSet presAssocID="{A4918E1A-5953-4BBE-BAF3-88104C65A356}" presName="hierRoot2" presStyleCnt="0">
        <dgm:presLayoutVars>
          <dgm:hierBranch val="init"/>
        </dgm:presLayoutVars>
      </dgm:prSet>
      <dgm:spPr/>
    </dgm:pt>
    <dgm:pt modelId="{943285A0-5974-434B-8643-6383D8E0BB1B}" type="pres">
      <dgm:prSet presAssocID="{A4918E1A-5953-4BBE-BAF3-88104C65A356}" presName="rootComposite" presStyleCnt="0"/>
      <dgm:spPr/>
    </dgm:pt>
    <dgm:pt modelId="{1782EC50-1D2D-4E22-878C-87859919B902}" type="pres">
      <dgm:prSet presAssocID="{A4918E1A-5953-4BBE-BAF3-88104C65A356}" presName="rootText" presStyleLbl="node3" presStyleIdx="15" presStyleCnt="25" custScaleX="223091" custScaleY="90830">
        <dgm:presLayoutVars>
          <dgm:chPref val="3"/>
        </dgm:presLayoutVars>
      </dgm:prSet>
      <dgm:spPr/>
      <dgm:t>
        <a:bodyPr/>
        <a:lstStyle/>
        <a:p>
          <a:endParaRPr lang="en-US"/>
        </a:p>
      </dgm:t>
    </dgm:pt>
    <dgm:pt modelId="{873BA853-F789-473E-8D19-18E2BC80AA7B}" type="pres">
      <dgm:prSet presAssocID="{A4918E1A-5953-4BBE-BAF3-88104C65A356}" presName="rootConnector" presStyleLbl="node3" presStyleIdx="15" presStyleCnt="25"/>
      <dgm:spPr/>
      <dgm:t>
        <a:bodyPr/>
        <a:lstStyle/>
        <a:p>
          <a:endParaRPr lang="en-US"/>
        </a:p>
      </dgm:t>
    </dgm:pt>
    <dgm:pt modelId="{5763E8B2-EAAC-4E9A-8F43-8795E9C0D54F}" type="pres">
      <dgm:prSet presAssocID="{A4918E1A-5953-4BBE-BAF3-88104C65A356}" presName="hierChild4" presStyleCnt="0"/>
      <dgm:spPr/>
    </dgm:pt>
    <dgm:pt modelId="{D32C5E0F-0AC1-4330-A6BD-3AEADEDE39B1}" type="pres">
      <dgm:prSet presAssocID="{A4918E1A-5953-4BBE-BAF3-88104C65A356}" presName="hierChild5" presStyleCnt="0"/>
      <dgm:spPr/>
    </dgm:pt>
    <dgm:pt modelId="{63869B18-0E40-4E74-BAE2-50D23ADF541A}" type="pres">
      <dgm:prSet presAssocID="{D344735A-245E-46E9-AA2C-799DE03351C2}" presName="Name37" presStyleLbl="parChTrans1D3" presStyleIdx="16" presStyleCnt="25"/>
      <dgm:spPr/>
      <dgm:t>
        <a:bodyPr/>
        <a:lstStyle/>
        <a:p>
          <a:endParaRPr lang="en-US"/>
        </a:p>
      </dgm:t>
    </dgm:pt>
    <dgm:pt modelId="{56FD046E-C985-43FB-A292-69029AE3BCF3}" type="pres">
      <dgm:prSet presAssocID="{537F5C71-1623-4B4D-93B1-3E6B43CEF64D}" presName="hierRoot2" presStyleCnt="0">
        <dgm:presLayoutVars>
          <dgm:hierBranch val="init"/>
        </dgm:presLayoutVars>
      </dgm:prSet>
      <dgm:spPr/>
    </dgm:pt>
    <dgm:pt modelId="{CB430598-2807-4BF5-B90C-944F8806C996}" type="pres">
      <dgm:prSet presAssocID="{537F5C71-1623-4B4D-93B1-3E6B43CEF64D}" presName="rootComposite" presStyleCnt="0"/>
      <dgm:spPr/>
    </dgm:pt>
    <dgm:pt modelId="{738AF0CD-F409-4DFF-AC88-70D63900B563}" type="pres">
      <dgm:prSet presAssocID="{537F5C71-1623-4B4D-93B1-3E6B43CEF64D}" presName="rootText" presStyleLbl="node3" presStyleIdx="16" presStyleCnt="25" custScaleX="223091" custScaleY="90830">
        <dgm:presLayoutVars>
          <dgm:chPref val="3"/>
        </dgm:presLayoutVars>
      </dgm:prSet>
      <dgm:spPr/>
      <dgm:t>
        <a:bodyPr/>
        <a:lstStyle/>
        <a:p>
          <a:endParaRPr lang="en-US"/>
        </a:p>
      </dgm:t>
    </dgm:pt>
    <dgm:pt modelId="{E22688AA-84A4-4A87-BFB2-B43976A576FA}" type="pres">
      <dgm:prSet presAssocID="{537F5C71-1623-4B4D-93B1-3E6B43CEF64D}" presName="rootConnector" presStyleLbl="node3" presStyleIdx="16" presStyleCnt="25"/>
      <dgm:spPr/>
      <dgm:t>
        <a:bodyPr/>
        <a:lstStyle/>
        <a:p>
          <a:endParaRPr lang="en-US"/>
        </a:p>
      </dgm:t>
    </dgm:pt>
    <dgm:pt modelId="{D12EC92D-D826-4AB1-88BB-7FC54F7CA95A}" type="pres">
      <dgm:prSet presAssocID="{537F5C71-1623-4B4D-93B1-3E6B43CEF64D}" presName="hierChild4" presStyleCnt="0"/>
      <dgm:spPr/>
    </dgm:pt>
    <dgm:pt modelId="{2BE98D8E-EF88-4AAB-84B0-AF028DA6CE2F}" type="pres">
      <dgm:prSet presAssocID="{537F5C71-1623-4B4D-93B1-3E6B43CEF64D}" presName="hierChild5" presStyleCnt="0"/>
      <dgm:spPr/>
    </dgm:pt>
    <dgm:pt modelId="{40E57C39-E8A8-460E-A1E7-B28C562578E6}" type="pres">
      <dgm:prSet presAssocID="{88117585-23CB-4B62-AF28-F5DC4E48DF32}" presName="Name37" presStyleLbl="parChTrans1D3" presStyleIdx="17" presStyleCnt="25"/>
      <dgm:spPr/>
      <dgm:t>
        <a:bodyPr/>
        <a:lstStyle/>
        <a:p>
          <a:endParaRPr lang="en-US"/>
        </a:p>
      </dgm:t>
    </dgm:pt>
    <dgm:pt modelId="{8CE639B0-1A46-4D9B-BB2A-B1D0524BCBDA}" type="pres">
      <dgm:prSet presAssocID="{DE2CDE36-36F7-4F79-A663-3794295EAC87}" presName="hierRoot2" presStyleCnt="0">
        <dgm:presLayoutVars>
          <dgm:hierBranch val="init"/>
        </dgm:presLayoutVars>
      </dgm:prSet>
      <dgm:spPr/>
    </dgm:pt>
    <dgm:pt modelId="{38C34ACF-0F0F-494E-AF63-0D953161FE63}" type="pres">
      <dgm:prSet presAssocID="{DE2CDE36-36F7-4F79-A663-3794295EAC87}" presName="rootComposite" presStyleCnt="0"/>
      <dgm:spPr/>
    </dgm:pt>
    <dgm:pt modelId="{33DA69DD-CC29-4B80-B4C4-74D75AC13654}" type="pres">
      <dgm:prSet presAssocID="{DE2CDE36-36F7-4F79-A663-3794295EAC87}" presName="rootText" presStyleLbl="node3" presStyleIdx="17" presStyleCnt="25" custScaleX="223091" custScaleY="90830">
        <dgm:presLayoutVars>
          <dgm:chPref val="3"/>
        </dgm:presLayoutVars>
      </dgm:prSet>
      <dgm:spPr/>
      <dgm:t>
        <a:bodyPr/>
        <a:lstStyle/>
        <a:p>
          <a:endParaRPr lang="en-US"/>
        </a:p>
      </dgm:t>
    </dgm:pt>
    <dgm:pt modelId="{DA06BA89-6685-4EF9-B953-68B9C28A8575}" type="pres">
      <dgm:prSet presAssocID="{DE2CDE36-36F7-4F79-A663-3794295EAC87}" presName="rootConnector" presStyleLbl="node3" presStyleIdx="17" presStyleCnt="25"/>
      <dgm:spPr/>
      <dgm:t>
        <a:bodyPr/>
        <a:lstStyle/>
        <a:p>
          <a:endParaRPr lang="en-US"/>
        </a:p>
      </dgm:t>
    </dgm:pt>
    <dgm:pt modelId="{F143A1F1-9AE0-46DF-B42D-3D1D72D61BB6}" type="pres">
      <dgm:prSet presAssocID="{DE2CDE36-36F7-4F79-A663-3794295EAC87}" presName="hierChild4" presStyleCnt="0"/>
      <dgm:spPr/>
    </dgm:pt>
    <dgm:pt modelId="{58830E30-C77D-4FCD-A0EC-00410A6FE1AC}" type="pres">
      <dgm:prSet presAssocID="{DE2CDE36-36F7-4F79-A663-3794295EAC87}" presName="hierChild5" presStyleCnt="0"/>
      <dgm:spPr/>
    </dgm:pt>
    <dgm:pt modelId="{D835F695-B50D-418C-A907-0CB512CD6F3C}" type="pres">
      <dgm:prSet presAssocID="{1FDE73C1-1773-4DFF-80D8-CE538843B8D6}" presName="hierChild5" presStyleCnt="0"/>
      <dgm:spPr/>
    </dgm:pt>
    <dgm:pt modelId="{62821369-B757-43AF-BF6D-02B9EF83A7FF}" type="pres">
      <dgm:prSet presAssocID="{9E18C130-4D81-4BDD-8DE6-22CF9F45E19E}" presName="Name37" presStyleLbl="parChTrans1D2" presStyleIdx="3" presStyleCnt="7"/>
      <dgm:spPr/>
      <dgm:t>
        <a:bodyPr/>
        <a:lstStyle/>
        <a:p>
          <a:endParaRPr lang="en-US"/>
        </a:p>
      </dgm:t>
    </dgm:pt>
    <dgm:pt modelId="{739885B7-7422-46AE-AE38-C86EED9C22BF}" type="pres">
      <dgm:prSet presAssocID="{A1A03C13-4BED-4BB7-8AFB-BDB236A519FA}" presName="hierRoot2" presStyleCnt="0">
        <dgm:presLayoutVars>
          <dgm:hierBranch val="init"/>
        </dgm:presLayoutVars>
      </dgm:prSet>
      <dgm:spPr/>
    </dgm:pt>
    <dgm:pt modelId="{1BDBFDD5-3230-44FF-B170-FE93CAC5A6B8}" type="pres">
      <dgm:prSet presAssocID="{A1A03C13-4BED-4BB7-8AFB-BDB236A519FA}" presName="rootComposite" presStyleCnt="0"/>
      <dgm:spPr/>
    </dgm:pt>
    <dgm:pt modelId="{E2CE8193-46AF-44C0-B4A1-4402C2A6388E}" type="pres">
      <dgm:prSet presAssocID="{A1A03C13-4BED-4BB7-8AFB-BDB236A519FA}" presName="rootText" presStyleLbl="node2" presStyleIdx="3" presStyleCnt="7" custScaleX="228089" custScaleY="242971" custLinFactNeighborX="4006">
        <dgm:presLayoutVars>
          <dgm:chPref val="3"/>
        </dgm:presLayoutVars>
      </dgm:prSet>
      <dgm:spPr/>
      <dgm:t>
        <a:bodyPr/>
        <a:lstStyle/>
        <a:p>
          <a:endParaRPr lang="en-US"/>
        </a:p>
      </dgm:t>
    </dgm:pt>
    <dgm:pt modelId="{0FE7A504-1A99-42A4-92D2-369E93728B6E}" type="pres">
      <dgm:prSet presAssocID="{A1A03C13-4BED-4BB7-8AFB-BDB236A519FA}" presName="rootConnector" presStyleLbl="node2" presStyleIdx="3" presStyleCnt="7"/>
      <dgm:spPr/>
      <dgm:t>
        <a:bodyPr/>
        <a:lstStyle/>
        <a:p>
          <a:endParaRPr lang="en-US"/>
        </a:p>
      </dgm:t>
    </dgm:pt>
    <dgm:pt modelId="{5C832EA0-92EB-4018-A238-AAD0380D7AE1}" type="pres">
      <dgm:prSet presAssocID="{A1A03C13-4BED-4BB7-8AFB-BDB236A519FA}" presName="hierChild4" presStyleCnt="0"/>
      <dgm:spPr/>
    </dgm:pt>
    <dgm:pt modelId="{1C6780BE-0BFA-452E-B23B-840ADD2F1082}" type="pres">
      <dgm:prSet presAssocID="{050B7652-B2ED-404E-AA57-5A9109C9C4AD}" presName="Name37" presStyleLbl="parChTrans1D3" presStyleIdx="18" presStyleCnt="25"/>
      <dgm:spPr/>
      <dgm:t>
        <a:bodyPr/>
        <a:lstStyle/>
        <a:p>
          <a:endParaRPr lang="en-US"/>
        </a:p>
      </dgm:t>
    </dgm:pt>
    <dgm:pt modelId="{91542984-1884-4075-85FF-10D3512C3511}" type="pres">
      <dgm:prSet presAssocID="{AD364B6B-599B-471E-B57A-D1AC5D89F0BB}" presName="hierRoot2" presStyleCnt="0">
        <dgm:presLayoutVars>
          <dgm:hierBranch val="init"/>
        </dgm:presLayoutVars>
      </dgm:prSet>
      <dgm:spPr/>
    </dgm:pt>
    <dgm:pt modelId="{2197488C-9BB4-4FE6-913F-95BF99328D53}" type="pres">
      <dgm:prSet presAssocID="{AD364B6B-599B-471E-B57A-D1AC5D89F0BB}" presName="rootComposite" presStyleCnt="0"/>
      <dgm:spPr/>
    </dgm:pt>
    <dgm:pt modelId="{9BB5FF79-6973-4054-99B9-A54F1965A453}" type="pres">
      <dgm:prSet presAssocID="{AD364B6B-599B-471E-B57A-D1AC5D89F0BB}" presName="rootText" presStyleLbl="node3" presStyleIdx="18" presStyleCnt="25" custScaleX="223091" custScaleY="90830">
        <dgm:presLayoutVars>
          <dgm:chPref val="3"/>
        </dgm:presLayoutVars>
      </dgm:prSet>
      <dgm:spPr/>
      <dgm:t>
        <a:bodyPr/>
        <a:lstStyle/>
        <a:p>
          <a:endParaRPr lang="en-US"/>
        </a:p>
      </dgm:t>
    </dgm:pt>
    <dgm:pt modelId="{B78A35CA-8616-4084-9244-9BF0A5A39633}" type="pres">
      <dgm:prSet presAssocID="{AD364B6B-599B-471E-B57A-D1AC5D89F0BB}" presName="rootConnector" presStyleLbl="node3" presStyleIdx="18" presStyleCnt="25"/>
      <dgm:spPr/>
      <dgm:t>
        <a:bodyPr/>
        <a:lstStyle/>
        <a:p>
          <a:endParaRPr lang="en-US"/>
        </a:p>
      </dgm:t>
    </dgm:pt>
    <dgm:pt modelId="{F4B924C5-04CD-43B1-A77B-46828D59C785}" type="pres">
      <dgm:prSet presAssocID="{AD364B6B-599B-471E-B57A-D1AC5D89F0BB}" presName="hierChild4" presStyleCnt="0"/>
      <dgm:spPr/>
    </dgm:pt>
    <dgm:pt modelId="{0FF70A95-51AF-418C-8B0E-B269569EF317}" type="pres">
      <dgm:prSet presAssocID="{AD364B6B-599B-471E-B57A-D1AC5D89F0BB}" presName="hierChild5" presStyleCnt="0"/>
      <dgm:spPr/>
    </dgm:pt>
    <dgm:pt modelId="{711712DF-1661-48BF-94D8-02EB0F75B3C9}" type="pres">
      <dgm:prSet presAssocID="{C85640FB-C804-4065-BA00-85F4CC1162DE}" presName="Name37" presStyleLbl="parChTrans1D3" presStyleIdx="19" presStyleCnt="25"/>
      <dgm:spPr/>
      <dgm:t>
        <a:bodyPr/>
        <a:lstStyle/>
        <a:p>
          <a:endParaRPr lang="en-US"/>
        </a:p>
      </dgm:t>
    </dgm:pt>
    <dgm:pt modelId="{5F0B58ED-37BC-4E60-8AF9-A0FCB8F283BE}" type="pres">
      <dgm:prSet presAssocID="{7ECE2163-EB71-4F7F-BBA2-BC36E02E2B31}" presName="hierRoot2" presStyleCnt="0">
        <dgm:presLayoutVars>
          <dgm:hierBranch val="init"/>
        </dgm:presLayoutVars>
      </dgm:prSet>
      <dgm:spPr/>
    </dgm:pt>
    <dgm:pt modelId="{E88A8F7C-EF9E-410E-A4CE-E1BD4AE9AD1A}" type="pres">
      <dgm:prSet presAssocID="{7ECE2163-EB71-4F7F-BBA2-BC36E02E2B31}" presName="rootComposite" presStyleCnt="0"/>
      <dgm:spPr/>
    </dgm:pt>
    <dgm:pt modelId="{9AE0E3D3-1E07-408B-94AE-583CE6DC67CB}" type="pres">
      <dgm:prSet presAssocID="{7ECE2163-EB71-4F7F-BBA2-BC36E02E2B31}" presName="rootText" presStyleLbl="node3" presStyleIdx="19" presStyleCnt="25" custScaleX="223091" custScaleY="90830">
        <dgm:presLayoutVars>
          <dgm:chPref val="3"/>
        </dgm:presLayoutVars>
      </dgm:prSet>
      <dgm:spPr/>
      <dgm:t>
        <a:bodyPr/>
        <a:lstStyle/>
        <a:p>
          <a:endParaRPr lang="en-US"/>
        </a:p>
      </dgm:t>
    </dgm:pt>
    <dgm:pt modelId="{1161B411-25D6-4E54-A6B5-01F0E696D37F}" type="pres">
      <dgm:prSet presAssocID="{7ECE2163-EB71-4F7F-BBA2-BC36E02E2B31}" presName="rootConnector" presStyleLbl="node3" presStyleIdx="19" presStyleCnt="25"/>
      <dgm:spPr/>
      <dgm:t>
        <a:bodyPr/>
        <a:lstStyle/>
        <a:p>
          <a:endParaRPr lang="en-US"/>
        </a:p>
      </dgm:t>
    </dgm:pt>
    <dgm:pt modelId="{FD1A9ED2-C73F-4A5D-8912-D5BBD4323FD0}" type="pres">
      <dgm:prSet presAssocID="{7ECE2163-EB71-4F7F-BBA2-BC36E02E2B31}" presName="hierChild4" presStyleCnt="0"/>
      <dgm:spPr/>
    </dgm:pt>
    <dgm:pt modelId="{6EA0EE07-6D26-49A9-9842-79963667B3FE}" type="pres">
      <dgm:prSet presAssocID="{7ECE2163-EB71-4F7F-BBA2-BC36E02E2B31}" presName="hierChild5" presStyleCnt="0"/>
      <dgm:spPr/>
    </dgm:pt>
    <dgm:pt modelId="{8209FAA0-2D45-49A3-9654-E2F21DB1EEBF}" type="pres">
      <dgm:prSet presAssocID="{9AA07B4B-0D0A-4248-9B7C-8B37BCC10884}" presName="Name37" presStyleLbl="parChTrans1D3" presStyleIdx="20" presStyleCnt="25"/>
      <dgm:spPr/>
      <dgm:t>
        <a:bodyPr/>
        <a:lstStyle/>
        <a:p>
          <a:endParaRPr lang="en-US"/>
        </a:p>
      </dgm:t>
    </dgm:pt>
    <dgm:pt modelId="{ABEEBA9A-FB28-41DC-B908-833AAC49BC29}" type="pres">
      <dgm:prSet presAssocID="{0A895B2C-C138-4449-9FB3-7B00CEEC35A6}" presName="hierRoot2" presStyleCnt="0">
        <dgm:presLayoutVars>
          <dgm:hierBranch val="init"/>
        </dgm:presLayoutVars>
      </dgm:prSet>
      <dgm:spPr/>
    </dgm:pt>
    <dgm:pt modelId="{72BED14A-ECEB-4733-801B-77FFA2E0B14B}" type="pres">
      <dgm:prSet presAssocID="{0A895B2C-C138-4449-9FB3-7B00CEEC35A6}" presName="rootComposite" presStyleCnt="0"/>
      <dgm:spPr/>
    </dgm:pt>
    <dgm:pt modelId="{AC410092-A890-4B5B-B5CF-25F1B643F136}" type="pres">
      <dgm:prSet presAssocID="{0A895B2C-C138-4449-9FB3-7B00CEEC35A6}" presName="rootText" presStyleLbl="node3" presStyleIdx="20" presStyleCnt="25" custScaleX="223091" custScaleY="90830">
        <dgm:presLayoutVars>
          <dgm:chPref val="3"/>
        </dgm:presLayoutVars>
      </dgm:prSet>
      <dgm:spPr/>
      <dgm:t>
        <a:bodyPr/>
        <a:lstStyle/>
        <a:p>
          <a:endParaRPr lang="en-US"/>
        </a:p>
      </dgm:t>
    </dgm:pt>
    <dgm:pt modelId="{AB5BCA6A-B28D-444F-8FD5-16FB3C5D3FFC}" type="pres">
      <dgm:prSet presAssocID="{0A895B2C-C138-4449-9FB3-7B00CEEC35A6}" presName="rootConnector" presStyleLbl="node3" presStyleIdx="20" presStyleCnt="25"/>
      <dgm:spPr/>
      <dgm:t>
        <a:bodyPr/>
        <a:lstStyle/>
        <a:p>
          <a:endParaRPr lang="en-US"/>
        </a:p>
      </dgm:t>
    </dgm:pt>
    <dgm:pt modelId="{C9D79AD5-4078-4E4D-8004-477976E7E606}" type="pres">
      <dgm:prSet presAssocID="{0A895B2C-C138-4449-9FB3-7B00CEEC35A6}" presName="hierChild4" presStyleCnt="0"/>
      <dgm:spPr/>
    </dgm:pt>
    <dgm:pt modelId="{E22AE339-4412-4784-AA5C-9AE7B9038C78}" type="pres">
      <dgm:prSet presAssocID="{0A895B2C-C138-4449-9FB3-7B00CEEC35A6}" presName="hierChild5" presStyleCnt="0"/>
      <dgm:spPr/>
    </dgm:pt>
    <dgm:pt modelId="{59B9C19D-A136-49C9-B36B-C1BC6B70BDC0}" type="pres">
      <dgm:prSet presAssocID="{1E06AC89-6839-446A-A388-9936D43031BC}" presName="Name37" presStyleLbl="parChTrans1D3" presStyleIdx="21" presStyleCnt="25"/>
      <dgm:spPr/>
      <dgm:t>
        <a:bodyPr/>
        <a:lstStyle/>
        <a:p>
          <a:endParaRPr lang="en-US"/>
        </a:p>
      </dgm:t>
    </dgm:pt>
    <dgm:pt modelId="{5EC67C15-6434-4391-BCF1-87E4976D9683}" type="pres">
      <dgm:prSet presAssocID="{462F3B5C-E62F-4D84-8BA3-626B44C92647}" presName="hierRoot2" presStyleCnt="0">
        <dgm:presLayoutVars>
          <dgm:hierBranch val="init"/>
        </dgm:presLayoutVars>
      </dgm:prSet>
      <dgm:spPr/>
    </dgm:pt>
    <dgm:pt modelId="{3CF8FF65-2D96-4438-810F-EC90321BE8AA}" type="pres">
      <dgm:prSet presAssocID="{462F3B5C-E62F-4D84-8BA3-626B44C92647}" presName="rootComposite" presStyleCnt="0"/>
      <dgm:spPr/>
    </dgm:pt>
    <dgm:pt modelId="{7BC1F158-3DCC-484F-A5A4-F28E158B4874}" type="pres">
      <dgm:prSet presAssocID="{462F3B5C-E62F-4D84-8BA3-626B44C92647}" presName="rootText" presStyleLbl="node3" presStyleIdx="21" presStyleCnt="25" custScaleX="223091" custScaleY="90830">
        <dgm:presLayoutVars>
          <dgm:chPref val="3"/>
        </dgm:presLayoutVars>
      </dgm:prSet>
      <dgm:spPr/>
      <dgm:t>
        <a:bodyPr/>
        <a:lstStyle/>
        <a:p>
          <a:endParaRPr lang="en-US"/>
        </a:p>
      </dgm:t>
    </dgm:pt>
    <dgm:pt modelId="{2C7EBE91-492A-4E47-8748-4761A0110B83}" type="pres">
      <dgm:prSet presAssocID="{462F3B5C-E62F-4D84-8BA3-626B44C92647}" presName="rootConnector" presStyleLbl="node3" presStyleIdx="21" presStyleCnt="25"/>
      <dgm:spPr/>
      <dgm:t>
        <a:bodyPr/>
        <a:lstStyle/>
        <a:p>
          <a:endParaRPr lang="en-US"/>
        </a:p>
      </dgm:t>
    </dgm:pt>
    <dgm:pt modelId="{2DAC0F45-D115-4BD8-ABEC-803E97571F9B}" type="pres">
      <dgm:prSet presAssocID="{462F3B5C-E62F-4D84-8BA3-626B44C92647}" presName="hierChild4" presStyleCnt="0"/>
      <dgm:spPr/>
    </dgm:pt>
    <dgm:pt modelId="{76322141-77EB-407D-AFC7-35E6CB77EA6F}" type="pres">
      <dgm:prSet presAssocID="{462F3B5C-E62F-4D84-8BA3-626B44C92647}" presName="hierChild5" presStyleCnt="0"/>
      <dgm:spPr/>
    </dgm:pt>
    <dgm:pt modelId="{D53250DA-5B46-404D-B21A-1A1B69C0A318}" type="pres">
      <dgm:prSet presAssocID="{20CD0B92-36CD-48E8-8A95-97BECC45A33E}" presName="Name37" presStyleLbl="parChTrans1D3" presStyleIdx="22" presStyleCnt="25"/>
      <dgm:spPr/>
      <dgm:t>
        <a:bodyPr/>
        <a:lstStyle/>
        <a:p>
          <a:endParaRPr lang="en-US"/>
        </a:p>
      </dgm:t>
    </dgm:pt>
    <dgm:pt modelId="{4581B00B-9635-4B0E-A072-9B272087BB1A}" type="pres">
      <dgm:prSet presAssocID="{49FF3A78-F25E-4583-A8DF-08F228F2B342}" presName="hierRoot2" presStyleCnt="0">
        <dgm:presLayoutVars>
          <dgm:hierBranch val="init"/>
        </dgm:presLayoutVars>
      </dgm:prSet>
      <dgm:spPr/>
    </dgm:pt>
    <dgm:pt modelId="{42F8A10F-2799-4B64-A5CC-75884335B9FD}" type="pres">
      <dgm:prSet presAssocID="{49FF3A78-F25E-4583-A8DF-08F228F2B342}" presName="rootComposite" presStyleCnt="0"/>
      <dgm:spPr/>
    </dgm:pt>
    <dgm:pt modelId="{43521752-1B05-4642-9125-29CA0188D0F0}" type="pres">
      <dgm:prSet presAssocID="{49FF3A78-F25E-4583-A8DF-08F228F2B342}" presName="rootText" presStyleLbl="node3" presStyleIdx="22" presStyleCnt="25" custScaleX="223091" custScaleY="90830">
        <dgm:presLayoutVars>
          <dgm:chPref val="3"/>
        </dgm:presLayoutVars>
      </dgm:prSet>
      <dgm:spPr/>
      <dgm:t>
        <a:bodyPr/>
        <a:lstStyle/>
        <a:p>
          <a:endParaRPr lang="en-US"/>
        </a:p>
      </dgm:t>
    </dgm:pt>
    <dgm:pt modelId="{F2D125A9-D3F5-4AB5-BF67-43FF2E53093B}" type="pres">
      <dgm:prSet presAssocID="{49FF3A78-F25E-4583-A8DF-08F228F2B342}" presName="rootConnector" presStyleLbl="node3" presStyleIdx="22" presStyleCnt="25"/>
      <dgm:spPr/>
      <dgm:t>
        <a:bodyPr/>
        <a:lstStyle/>
        <a:p>
          <a:endParaRPr lang="en-US"/>
        </a:p>
      </dgm:t>
    </dgm:pt>
    <dgm:pt modelId="{D6758356-EA34-410D-BFD3-1D1D1B41A2E0}" type="pres">
      <dgm:prSet presAssocID="{49FF3A78-F25E-4583-A8DF-08F228F2B342}" presName="hierChild4" presStyleCnt="0"/>
      <dgm:spPr/>
    </dgm:pt>
    <dgm:pt modelId="{2B53E0B5-032E-448D-95BA-31A81577B7C0}" type="pres">
      <dgm:prSet presAssocID="{49FF3A78-F25E-4583-A8DF-08F228F2B342}" presName="hierChild5" presStyleCnt="0"/>
      <dgm:spPr/>
    </dgm:pt>
    <dgm:pt modelId="{0456385A-3655-4EFB-9AF3-8E560450BC13}" type="pres">
      <dgm:prSet presAssocID="{3DA154FF-B74D-4B80-A8DD-8AF58D436B8B}" presName="Name37" presStyleLbl="parChTrans1D3" presStyleIdx="23" presStyleCnt="25"/>
      <dgm:spPr/>
      <dgm:t>
        <a:bodyPr/>
        <a:lstStyle/>
        <a:p>
          <a:endParaRPr lang="en-US"/>
        </a:p>
      </dgm:t>
    </dgm:pt>
    <dgm:pt modelId="{156047AA-E5BD-435B-B263-36137FEF84AF}" type="pres">
      <dgm:prSet presAssocID="{18D0E002-5129-4597-B69B-2D6B32D70F42}" presName="hierRoot2" presStyleCnt="0">
        <dgm:presLayoutVars>
          <dgm:hierBranch val="init"/>
        </dgm:presLayoutVars>
      </dgm:prSet>
      <dgm:spPr/>
    </dgm:pt>
    <dgm:pt modelId="{CB78A225-91E8-40C7-961A-1B616C0A727D}" type="pres">
      <dgm:prSet presAssocID="{18D0E002-5129-4597-B69B-2D6B32D70F42}" presName="rootComposite" presStyleCnt="0"/>
      <dgm:spPr/>
    </dgm:pt>
    <dgm:pt modelId="{65A7C63C-33D9-4ED2-BD62-6ADB507AA2A0}" type="pres">
      <dgm:prSet presAssocID="{18D0E002-5129-4597-B69B-2D6B32D70F42}" presName="rootText" presStyleLbl="node3" presStyleIdx="23" presStyleCnt="25" custScaleX="223091" custScaleY="90830">
        <dgm:presLayoutVars>
          <dgm:chPref val="3"/>
        </dgm:presLayoutVars>
      </dgm:prSet>
      <dgm:spPr/>
      <dgm:t>
        <a:bodyPr/>
        <a:lstStyle/>
        <a:p>
          <a:endParaRPr lang="en-US"/>
        </a:p>
      </dgm:t>
    </dgm:pt>
    <dgm:pt modelId="{5717C691-5A8B-4D46-B947-356AD5864A63}" type="pres">
      <dgm:prSet presAssocID="{18D0E002-5129-4597-B69B-2D6B32D70F42}" presName="rootConnector" presStyleLbl="node3" presStyleIdx="23" presStyleCnt="25"/>
      <dgm:spPr/>
      <dgm:t>
        <a:bodyPr/>
        <a:lstStyle/>
        <a:p>
          <a:endParaRPr lang="en-US"/>
        </a:p>
      </dgm:t>
    </dgm:pt>
    <dgm:pt modelId="{7C26707A-567B-4B5B-9539-5A1100DB0841}" type="pres">
      <dgm:prSet presAssocID="{18D0E002-5129-4597-B69B-2D6B32D70F42}" presName="hierChild4" presStyleCnt="0"/>
      <dgm:spPr/>
    </dgm:pt>
    <dgm:pt modelId="{E9D22FB7-093B-4035-A9BC-1AD6EBE8E5EA}" type="pres">
      <dgm:prSet presAssocID="{18D0E002-5129-4597-B69B-2D6B32D70F42}" presName="hierChild5" presStyleCnt="0"/>
      <dgm:spPr/>
    </dgm:pt>
    <dgm:pt modelId="{0B6038CA-4EC7-46C3-8FF8-5417B028441F}" type="pres">
      <dgm:prSet presAssocID="{748243D8-F2BC-47D9-9C0D-A1A4D5E12A4A}" presName="Name37" presStyleLbl="parChTrans1D3" presStyleIdx="24" presStyleCnt="25"/>
      <dgm:spPr/>
      <dgm:t>
        <a:bodyPr/>
        <a:lstStyle/>
        <a:p>
          <a:endParaRPr lang="en-US"/>
        </a:p>
      </dgm:t>
    </dgm:pt>
    <dgm:pt modelId="{5EA79A18-3D78-4467-BF17-5E44043635B0}" type="pres">
      <dgm:prSet presAssocID="{B09E3641-B8E5-4781-9FE5-04151AD847CE}" presName="hierRoot2" presStyleCnt="0">
        <dgm:presLayoutVars>
          <dgm:hierBranch val="init"/>
        </dgm:presLayoutVars>
      </dgm:prSet>
      <dgm:spPr/>
    </dgm:pt>
    <dgm:pt modelId="{84E5EB81-158B-4DCE-8EE7-0D7CE5E41A9E}" type="pres">
      <dgm:prSet presAssocID="{B09E3641-B8E5-4781-9FE5-04151AD847CE}" presName="rootComposite" presStyleCnt="0"/>
      <dgm:spPr/>
    </dgm:pt>
    <dgm:pt modelId="{445A7C02-F9A8-4E8A-B43C-D8D42A091E94}" type="pres">
      <dgm:prSet presAssocID="{B09E3641-B8E5-4781-9FE5-04151AD847CE}" presName="rootText" presStyleLbl="node3" presStyleIdx="24" presStyleCnt="25" custScaleX="223091" custScaleY="90830">
        <dgm:presLayoutVars>
          <dgm:chPref val="3"/>
        </dgm:presLayoutVars>
      </dgm:prSet>
      <dgm:spPr/>
      <dgm:t>
        <a:bodyPr/>
        <a:lstStyle/>
        <a:p>
          <a:endParaRPr lang="en-US"/>
        </a:p>
      </dgm:t>
    </dgm:pt>
    <dgm:pt modelId="{47025495-9327-4487-A0E9-A44B7CA3C45C}" type="pres">
      <dgm:prSet presAssocID="{B09E3641-B8E5-4781-9FE5-04151AD847CE}" presName="rootConnector" presStyleLbl="node3" presStyleIdx="24" presStyleCnt="25"/>
      <dgm:spPr/>
      <dgm:t>
        <a:bodyPr/>
        <a:lstStyle/>
        <a:p>
          <a:endParaRPr lang="en-US"/>
        </a:p>
      </dgm:t>
    </dgm:pt>
    <dgm:pt modelId="{40932D0C-2710-43AD-80DF-0F31D9B40875}" type="pres">
      <dgm:prSet presAssocID="{B09E3641-B8E5-4781-9FE5-04151AD847CE}" presName="hierChild4" presStyleCnt="0"/>
      <dgm:spPr/>
    </dgm:pt>
    <dgm:pt modelId="{D2168FED-D0B4-4EB3-87D0-0A894E392BE3}" type="pres">
      <dgm:prSet presAssocID="{B09E3641-B8E5-4781-9FE5-04151AD847CE}" presName="hierChild5" presStyleCnt="0"/>
      <dgm:spPr/>
    </dgm:pt>
    <dgm:pt modelId="{AFF152E2-0280-4325-8B01-B43435B7724D}" type="pres">
      <dgm:prSet presAssocID="{A1A03C13-4BED-4BB7-8AFB-BDB236A519FA}" presName="hierChild5" presStyleCnt="0"/>
      <dgm:spPr/>
    </dgm:pt>
    <dgm:pt modelId="{3EDF4FB4-B6DA-485A-8990-3A27AC76E8AB}" type="pres">
      <dgm:prSet presAssocID="{52C60D6E-634A-4A55-8E00-3AC33AEC64A4}" presName="Name37" presStyleLbl="parChTrans1D2" presStyleIdx="4" presStyleCnt="7"/>
      <dgm:spPr/>
      <dgm:t>
        <a:bodyPr/>
        <a:lstStyle/>
        <a:p>
          <a:endParaRPr lang="en-US"/>
        </a:p>
      </dgm:t>
    </dgm:pt>
    <dgm:pt modelId="{F8A97257-090E-4E3C-9D70-3B5DAC76AD56}" type="pres">
      <dgm:prSet presAssocID="{B8B29D0A-F667-4742-A5FE-EF12134344EF}" presName="hierRoot2" presStyleCnt="0">
        <dgm:presLayoutVars>
          <dgm:hierBranch val="init"/>
        </dgm:presLayoutVars>
      </dgm:prSet>
      <dgm:spPr/>
    </dgm:pt>
    <dgm:pt modelId="{FCAD40B0-8420-4CC5-8883-21D165309B1C}" type="pres">
      <dgm:prSet presAssocID="{B8B29D0A-F667-4742-A5FE-EF12134344EF}" presName="rootComposite" presStyleCnt="0"/>
      <dgm:spPr/>
    </dgm:pt>
    <dgm:pt modelId="{A4EBA583-4AE2-47FF-BF17-80385E011765}" type="pres">
      <dgm:prSet presAssocID="{B8B29D0A-F667-4742-A5FE-EF12134344EF}" presName="rootText" presStyleLbl="node2" presStyleIdx="4" presStyleCnt="7" custScaleX="228089" custScaleY="242971" custLinFactNeighborX="4006">
        <dgm:presLayoutVars>
          <dgm:chPref val="3"/>
        </dgm:presLayoutVars>
      </dgm:prSet>
      <dgm:spPr/>
      <dgm:t>
        <a:bodyPr/>
        <a:lstStyle/>
        <a:p>
          <a:endParaRPr lang="en-US"/>
        </a:p>
      </dgm:t>
    </dgm:pt>
    <dgm:pt modelId="{9B3F9F57-8BC6-48AC-8C98-C8945CC54C5C}" type="pres">
      <dgm:prSet presAssocID="{B8B29D0A-F667-4742-A5FE-EF12134344EF}" presName="rootConnector" presStyleLbl="node2" presStyleIdx="4" presStyleCnt="7"/>
      <dgm:spPr/>
      <dgm:t>
        <a:bodyPr/>
        <a:lstStyle/>
        <a:p>
          <a:endParaRPr lang="en-US"/>
        </a:p>
      </dgm:t>
    </dgm:pt>
    <dgm:pt modelId="{968CE116-F698-42AD-81AA-7E33A98BF3B8}" type="pres">
      <dgm:prSet presAssocID="{B8B29D0A-F667-4742-A5FE-EF12134344EF}" presName="hierChild4" presStyleCnt="0"/>
      <dgm:spPr/>
    </dgm:pt>
    <dgm:pt modelId="{D5B1A326-27A8-4D67-9F8F-DD60B986CA0C}" type="pres">
      <dgm:prSet presAssocID="{B8B29D0A-F667-4742-A5FE-EF12134344EF}" presName="hierChild5" presStyleCnt="0"/>
      <dgm:spPr/>
    </dgm:pt>
    <dgm:pt modelId="{76FCB14D-004B-4B73-A8A5-9F2858470E9D}" type="pres">
      <dgm:prSet presAssocID="{D34EF476-1A3C-4F05-8912-AC8117721477}" presName="Name37" presStyleLbl="parChTrans1D2" presStyleIdx="5" presStyleCnt="7"/>
      <dgm:spPr/>
      <dgm:t>
        <a:bodyPr/>
        <a:lstStyle/>
        <a:p>
          <a:endParaRPr lang="en-US"/>
        </a:p>
      </dgm:t>
    </dgm:pt>
    <dgm:pt modelId="{D8BF653F-6E55-494A-9830-91415587B421}" type="pres">
      <dgm:prSet presAssocID="{A10DA948-E32B-4636-8ABC-B57372AC3FED}" presName="hierRoot2" presStyleCnt="0">
        <dgm:presLayoutVars>
          <dgm:hierBranch val="init"/>
        </dgm:presLayoutVars>
      </dgm:prSet>
      <dgm:spPr/>
    </dgm:pt>
    <dgm:pt modelId="{AEE2E68B-52AB-4D82-BE50-75BAC2E6A946}" type="pres">
      <dgm:prSet presAssocID="{A10DA948-E32B-4636-8ABC-B57372AC3FED}" presName="rootComposite" presStyleCnt="0"/>
      <dgm:spPr/>
    </dgm:pt>
    <dgm:pt modelId="{EC971F5F-7233-4EC6-BFEE-D0739E52B7EC}" type="pres">
      <dgm:prSet presAssocID="{A10DA948-E32B-4636-8ABC-B57372AC3FED}" presName="rootText" presStyleLbl="node2" presStyleIdx="5" presStyleCnt="7" custScaleX="228089" custScaleY="242971" custLinFactNeighborX="4006">
        <dgm:presLayoutVars>
          <dgm:chPref val="3"/>
        </dgm:presLayoutVars>
      </dgm:prSet>
      <dgm:spPr/>
      <dgm:t>
        <a:bodyPr/>
        <a:lstStyle/>
        <a:p>
          <a:endParaRPr lang="en-US"/>
        </a:p>
      </dgm:t>
    </dgm:pt>
    <dgm:pt modelId="{AC45B32C-2280-40BF-81D0-E14714AF7740}" type="pres">
      <dgm:prSet presAssocID="{A10DA948-E32B-4636-8ABC-B57372AC3FED}" presName="rootConnector" presStyleLbl="node2" presStyleIdx="5" presStyleCnt="7"/>
      <dgm:spPr/>
      <dgm:t>
        <a:bodyPr/>
        <a:lstStyle/>
        <a:p>
          <a:endParaRPr lang="en-US"/>
        </a:p>
      </dgm:t>
    </dgm:pt>
    <dgm:pt modelId="{5931B297-0615-441C-917E-DE3F7F714CB5}" type="pres">
      <dgm:prSet presAssocID="{A10DA948-E32B-4636-8ABC-B57372AC3FED}" presName="hierChild4" presStyleCnt="0"/>
      <dgm:spPr/>
    </dgm:pt>
    <dgm:pt modelId="{BD63629F-E470-40C3-AA24-5B8B6BD7F436}" type="pres">
      <dgm:prSet presAssocID="{A10DA948-E32B-4636-8ABC-B57372AC3FED}" presName="hierChild5" presStyleCnt="0"/>
      <dgm:spPr/>
    </dgm:pt>
    <dgm:pt modelId="{41173D40-128D-4048-83A1-7C68DE4B0041}" type="pres">
      <dgm:prSet presAssocID="{4A0D96F5-06D9-485F-AEB5-2B27D37DA6F8}" presName="Name37" presStyleLbl="parChTrans1D2" presStyleIdx="6" presStyleCnt="7"/>
      <dgm:spPr/>
      <dgm:t>
        <a:bodyPr/>
        <a:lstStyle/>
        <a:p>
          <a:endParaRPr lang="en-US"/>
        </a:p>
      </dgm:t>
    </dgm:pt>
    <dgm:pt modelId="{77C8DAFF-F1C4-4376-ADCE-FAE7B586EEC6}" type="pres">
      <dgm:prSet presAssocID="{1CD9272D-1AC8-4166-B759-BD2460765B07}" presName="hierRoot2" presStyleCnt="0">
        <dgm:presLayoutVars>
          <dgm:hierBranch val="init"/>
        </dgm:presLayoutVars>
      </dgm:prSet>
      <dgm:spPr/>
    </dgm:pt>
    <dgm:pt modelId="{9BA2FD92-C266-461A-9CEF-3F5B3F322573}" type="pres">
      <dgm:prSet presAssocID="{1CD9272D-1AC8-4166-B759-BD2460765B07}" presName="rootComposite" presStyleCnt="0"/>
      <dgm:spPr/>
    </dgm:pt>
    <dgm:pt modelId="{1FF2C928-7E62-4953-B1D7-8B0B163A6AFE}" type="pres">
      <dgm:prSet presAssocID="{1CD9272D-1AC8-4166-B759-BD2460765B07}" presName="rootText" presStyleLbl="node2" presStyleIdx="6" presStyleCnt="7" custScaleX="228089" custScaleY="242971" custLinFactNeighborX="4006">
        <dgm:presLayoutVars>
          <dgm:chPref val="3"/>
        </dgm:presLayoutVars>
      </dgm:prSet>
      <dgm:spPr/>
      <dgm:t>
        <a:bodyPr/>
        <a:lstStyle/>
        <a:p>
          <a:endParaRPr lang="en-US"/>
        </a:p>
      </dgm:t>
    </dgm:pt>
    <dgm:pt modelId="{BD367FDB-F21D-4007-903C-1680264363A2}" type="pres">
      <dgm:prSet presAssocID="{1CD9272D-1AC8-4166-B759-BD2460765B07}" presName="rootConnector" presStyleLbl="node2" presStyleIdx="6" presStyleCnt="7"/>
      <dgm:spPr/>
      <dgm:t>
        <a:bodyPr/>
        <a:lstStyle/>
        <a:p>
          <a:endParaRPr lang="en-US"/>
        </a:p>
      </dgm:t>
    </dgm:pt>
    <dgm:pt modelId="{89E75F9B-EF94-49CA-B184-A185FABDCC9E}" type="pres">
      <dgm:prSet presAssocID="{1CD9272D-1AC8-4166-B759-BD2460765B07}" presName="hierChild4" presStyleCnt="0"/>
      <dgm:spPr/>
    </dgm:pt>
    <dgm:pt modelId="{723E8A3D-30CC-43F6-B950-6A5B5D6CC2D7}" type="pres">
      <dgm:prSet presAssocID="{1CD9272D-1AC8-4166-B759-BD2460765B07}" presName="hierChild5" presStyleCnt="0"/>
      <dgm:spPr/>
    </dgm:pt>
    <dgm:pt modelId="{96DEF822-DC52-4FFC-82DA-389CD5B29657}" type="pres">
      <dgm:prSet presAssocID="{9E6404DC-1053-49D6-95EE-599A97C88DD3}" presName="hierChild3" presStyleCnt="0"/>
      <dgm:spPr/>
    </dgm:pt>
  </dgm:ptLst>
  <dgm:cxnLst>
    <dgm:cxn modelId="{6F33E66B-A237-48F3-A2D0-CAC2DF6DD2CA}" type="presOf" srcId="{41503EEF-911B-4E28-B947-D4C1D831EC38}" destId="{9088FD99-4937-46C5-924A-F51B321BF542}" srcOrd="0" destOrd="0" presId="urn:microsoft.com/office/officeart/2005/8/layout/orgChart1"/>
    <dgm:cxn modelId="{CD9FDF6C-AA22-4CD5-9C8F-535684797143}" type="presOf" srcId="{72321157-20D7-49DE-845F-C02FB1A2276A}" destId="{414C7D41-C0D4-4459-BBB5-2C8D13BAB807}" srcOrd="0" destOrd="0" presId="urn:microsoft.com/office/officeart/2005/8/layout/orgChart1"/>
    <dgm:cxn modelId="{39351EDD-6246-4D4A-A2C2-972256C81D22}" type="presOf" srcId="{18D0E002-5129-4597-B69B-2D6B32D70F42}" destId="{5717C691-5A8B-4D46-B947-356AD5864A63}" srcOrd="1" destOrd="0" presId="urn:microsoft.com/office/officeart/2005/8/layout/orgChart1"/>
    <dgm:cxn modelId="{5F53DFBD-0494-40B1-A5BF-F7149D131457}" type="presOf" srcId="{1F903EBE-540A-403B-AE13-6A09126352BD}" destId="{746FE1B3-37E8-4050-B0B7-5668D5D7D118}" srcOrd="1" destOrd="0" presId="urn:microsoft.com/office/officeart/2005/8/layout/orgChart1"/>
    <dgm:cxn modelId="{1556197C-B1AC-433C-97B3-637C0FB10B3A}" type="presOf" srcId="{D344735A-245E-46E9-AA2C-799DE03351C2}" destId="{63869B18-0E40-4E74-BAE2-50D23ADF541A}" srcOrd="0" destOrd="0" presId="urn:microsoft.com/office/officeart/2005/8/layout/orgChart1"/>
    <dgm:cxn modelId="{B9385408-ACC7-43A8-A368-A61DCB33947D}" type="presOf" srcId="{0A895B2C-C138-4449-9FB3-7B00CEEC35A6}" destId="{AC410092-A890-4B5B-B5CF-25F1B643F136}" srcOrd="0" destOrd="0" presId="urn:microsoft.com/office/officeart/2005/8/layout/orgChart1"/>
    <dgm:cxn modelId="{4207DC96-F0A6-4BA6-A56E-A1B3A7D58C07}" type="presOf" srcId="{620DD3EC-BDCD-468B-B566-7FE2B848507E}" destId="{1999F93D-C5E3-4B58-A38A-C971B5C1871B}" srcOrd="1" destOrd="0" presId="urn:microsoft.com/office/officeart/2005/8/layout/orgChart1"/>
    <dgm:cxn modelId="{AF769213-A5D8-4D3C-903F-65013ED44110}" type="presOf" srcId="{537F5C71-1623-4B4D-93B1-3E6B43CEF64D}" destId="{E22688AA-84A4-4A87-BFB2-B43976A576FA}" srcOrd="1" destOrd="0" presId="urn:microsoft.com/office/officeart/2005/8/layout/orgChart1"/>
    <dgm:cxn modelId="{10B3C362-CBC0-4D60-AEAD-31AB73932D9E}" srcId="{620DD3EC-BDCD-468B-B566-7FE2B848507E}" destId="{8AEB5098-FCED-480D-BBD2-094DB8A3921A}" srcOrd="4" destOrd="0" parTransId="{2CDD424D-00BD-47EE-A872-1A21EC26F96C}" sibTransId="{AE422253-5ACC-4F22-A2F4-36262611D67B}"/>
    <dgm:cxn modelId="{D420BD27-AD25-40B7-A90A-987B940BE58A}" type="presOf" srcId="{82B7C0DB-CE47-48C4-89ED-8874CF6DE729}" destId="{DA48BB98-7FEE-4C56-907D-898F64208C8F}" srcOrd="0" destOrd="0" presId="urn:microsoft.com/office/officeart/2005/8/layout/orgChart1"/>
    <dgm:cxn modelId="{D24A4F57-86C2-4D03-957B-7A696F98F89F}" type="presOf" srcId="{9D5B5DCB-F5DD-4410-A358-629951B13726}" destId="{3E8135BF-BCBB-4B5E-A1CB-264C7E2C884F}" srcOrd="0" destOrd="0" presId="urn:microsoft.com/office/officeart/2005/8/layout/orgChart1"/>
    <dgm:cxn modelId="{F9CE9AA7-E930-4198-AD82-B7C476C68F19}" type="presOf" srcId="{AB6BE931-FCC3-48CB-BD82-9DF1CBA8A3BD}" destId="{7092EE1C-4EF6-42CA-8459-D9EFCCBA1A61}" srcOrd="1" destOrd="0" presId="urn:microsoft.com/office/officeart/2005/8/layout/orgChart1"/>
    <dgm:cxn modelId="{DC66CD6A-3672-47F6-A72B-B3BDA10F1D1A}" type="presOf" srcId="{8AEB5098-FCED-480D-BBD2-094DB8A3921A}" destId="{BFC02DAA-2A89-47DA-8ED1-F88D5D0D7A1F}" srcOrd="0" destOrd="0" presId="urn:microsoft.com/office/officeart/2005/8/layout/orgChart1"/>
    <dgm:cxn modelId="{286E9828-A3BB-444D-A998-B27837355EDF}" type="presOf" srcId="{8B93368D-220F-4F51-922B-E3D40AEF4871}" destId="{AF41A196-D073-444E-BDCD-FC763BCB5F43}" srcOrd="0" destOrd="0" presId="urn:microsoft.com/office/officeart/2005/8/layout/orgChart1"/>
    <dgm:cxn modelId="{AA403FE7-2A13-446D-8AAD-5C9E7FD9FDE8}" type="presOf" srcId="{CE34F162-4745-4679-A58B-1ADAA9194A3B}" destId="{47521A23-2212-43A7-90B8-0A76466CD3E8}" srcOrd="1" destOrd="0" presId="urn:microsoft.com/office/officeart/2005/8/layout/orgChart1"/>
    <dgm:cxn modelId="{784EE587-D5A8-4E5A-9DD3-2CA3DCFE4E29}" type="presOf" srcId="{2CDD424D-00BD-47EE-A872-1A21EC26F96C}" destId="{0A74CE7B-A1D2-4B1A-95FB-702919421DD3}" srcOrd="0" destOrd="0" presId="urn:microsoft.com/office/officeart/2005/8/layout/orgChart1"/>
    <dgm:cxn modelId="{3D50288F-BDAC-44F2-803F-7ABC74ED0B18}" type="presOf" srcId="{A10DA948-E32B-4636-8ABC-B57372AC3FED}" destId="{AC45B32C-2280-40BF-81D0-E14714AF7740}" srcOrd="1" destOrd="0" presId="urn:microsoft.com/office/officeart/2005/8/layout/orgChart1"/>
    <dgm:cxn modelId="{D58A6A88-4760-4BEC-8A98-05B8C39BBD3D}" type="presOf" srcId="{1A65A4D7-7720-45CB-8279-86EBD3407E97}" destId="{11077618-9302-474C-8482-1BBB83E3AEF1}" srcOrd="0" destOrd="0" presId="urn:microsoft.com/office/officeart/2005/8/layout/orgChart1"/>
    <dgm:cxn modelId="{69B5CB46-E0C8-4FAF-9773-90963E2D22AC}" type="presOf" srcId="{49FF3A78-F25E-4583-A8DF-08F228F2B342}" destId="{43521752-1B05-4642-9125-29CA0188D0F0}" srcOrd="0" destOrd="0" presId="urn:microsoft.com/office/officeart/2005/8/layout/orgChart1"/>
    <dgm:cxn modelId="{5E5FB5FE-BA69-45DA-B32A-84B59A53D206}" srcId="{1FDE73C1-1773-4DFF-80D8-CE538843B8D6}" destId="{0F15CCAC-C0BB-45D4-B9E3-00CFEBC158AB}" srcOrd="1" destOrd="0" parTransId="{B93255FE-F472-4FCA-B57D-62769D45406C}" sibTransId="{BC399495-9A7F-472E-9E84-DBFB7A1FB6F0}"/>
    <dgm:cxn modelId="{D695E20D-CF72-4242-BAA4-94ED68C93EE3}" srcId="{9E6404DC-1053-49D6-95EE-599A97C88DD3}" destId="{B8B29D0A-F667-4742-A5FE-EF12134344EF}" srcOrd="4" destOrd="0" parTransId="{52C60D6E-634A-4A55-8E00-3AC33AEC64A4}" sibTransId="{62DF6381-96AA-4379-A578-621554470BBB}"/>
    <dgm:cxn modelId="{31462A4E-8224-436F-96D6-8AE5F9C40920}" type="presOf" srcId="{9D5B5DCB-F5DD-4410-A358-629951B13726}" destId="{895F9B5E-7116-4ACE-A06D-885F6AA275E0}" srcOrd="1" destOrd="0" presId="urn:microsoft.com/office/officeart/2005/8/layout/orgChart1"/>
    <dgm:cxn modelId="{9B79B5E0-F06B-4B8E-A16D-91F14BD479DB}" type="presOf" srcId="{18D0E002-5129-4597-B69B-2D6B32D70F42}" destId="{65A7C63C-33D9-4ED2-BD62-6ADB507AA2A0}" srcOrd="0" destOrd="0" presId="urn:microsoft.com/office/officeart/2005/8/layout/orgChart1"/>
    <dgm:cxn modelId="{95602F91-0F1C-4965-A699-C6A1D11B685A}" type="presOf" srcId="{1FA8D87B-D027-4904-B477-6E95F9D01534}" destId="{362DD6BD-9262-4B2C-9DDE-4D5BEA07F5EE}" srcOrd="0" destOrd="0" presId="urn:microsoft.com/office/officeart/2005/8/layout/orgChart1"/>
    <dgm:cxn modelId="{92240EBE-0A75-43F0-9FCE-7AFD98E17ABB}" srcId="{A1A03C13-4BED-4BB7-8AFB-BDB236A519FA}" destId="{49FF3A78-F25E-4583-A8DF-08F228F2B342}" srcOrd="4" destOrd="0" parTransId="{20CD0B92-36CD-48E8-8A95-97BECC45A33E}" sibTransId="{7BE29042-6777-4864-A6C0-E8F83CAF03D2}"/>
    <dgm:cxn modelId="{FCD123BE-1466-4CBB-9ABC-D1A6849294CA}" type="presOf" srcId="{748243D8-F2BC-47D9-9C0D-A1A4D5E12A4A}" destId="{0B6038CA-4EC7-46C3-8FF8-5417B028441F}" srcOrd="0" destOrd="0" presId="urn:microsoft.com/office/officeart/2005/8/layout/orgChart1"/>
    <dgm:cxn modelId="{5D8E00E0-9552-4EAC-9DC8-D6AAED642315}" srcId="{9E6404DC-1053-49D6-95EE-599A97C88DD3}" destId="{1FDE73C1-1773-4DFF-80D8-CE538843B8D6}" srcOrd="2" destOrd="0" parTransId="{9BFD04D4-D27E-47FD-B17A-0660BE35F1CF}" sibTransId="{43EBF1FA-1DAE-4CFF-8F77-984B40970F7F}"/>
    <dgm:cxn modelId="{D7FA42EE-916E-46E0-84AB-7E9E8E274337}" type="presOf" srcId="{9C14CEF8-8A9C-4F99-8160-FD0BBB70CFC7}" destId="{1BA3A908-E20D-4580-B7DE-7E1AE1228A86}" srcOrd="1" destOrd="0" presId="urn:microsoft.com/office/officeart/2005/8/layout/orgChart1"/>
    <dgm:cxn modelId="{1C8AB7D0-1B36-42BB-A387-30CD7E39BA73}" type="presOf" srcId="{EE20AAEE-7171-4BB9-A8D5-39721DAA6096}" destId="{98F59064-103E-473A-A55B-DACAE0C5B977}" srcOrd="0" destOrd="0" presId="urn:microsoft.com/office/officeart/2005/8/layout/orgChart1"/>
    <dgm:cxn modelId="{6079E8B9-79D9-4950-922A-FEE2C121E345}" type="presOf" srcId="{49FF3A78-F25E-4583-A8DF-08F228F2B342}" destId="{F2D125A9-D3F5-4AB5-BF67-43FF2E53093B}" srcOrd="1" destOrd="0" presId="urn:microsoft.com/office/officeart/2005/8/layout/orgChart1"/>
    <dgm:cxn modelId="{0BACAEF7-05A5-4573-84EB-ACD3FFD4D58C}" srcId="{1FDE73C1-1773-4DFF-80D8-CE538843B8D6}" destId="{A4918E1A-5953-4BBE-BAF3-88104C65A356}" srcOrd="3" destOrd="0" parTransId="{A554D112-ACA0-49E3-82C2-BAB77C40A5DB}" sibTransId="{2AD0140E-04AB-452E-8C65-C5394A6C29D8}"/>
    <dgm:cxn modelId="{DF2A62D8-EF4F-4867-BE53-9BC6815F112C}" type="presOf" srcId="{9E18C130-4D81-4BDD-8DE6-22CF9F45E19E}" destId="{62821369-B757-43AF-BF6D-02B9EF83A7FF}" srcOrd="0" destOrd="0" presId="urn:microsoft.com/office/officeart/2005/8/layout/orgChart1"/>
    <dgm:cxn modelId="{1715B8F5-E0C6-4F58-9F7A-F1C55CE3674E}" type="presOf" srcId="{A4918E1A-5953-4BBE-BAF3-88104C65A356}" destId="{1782EC50-1D2D-4E22-878C-87859919B902}" srcOrd="0" destOrd="0" presId="urn:microsoft.com/office/officeart/2005/8/layout/orgChart1"/>
    <dgm:cxn modelId="{AA15BBFA-D3F8-4525-A2F0-C9AE8564E843}" type="presOf" srcId="{15041AE0-1376-4755-9848-68DFCBED067C}" destId="{B6C5E8AE-FD7E-4B99-97B8-745FC3209A9C}" srcOrd="1" destOrd="0" presId="urn:microsoft.com/office/officeart/2005/8/layout/orgChart1"/>
    <dgm:cxn modelId="{0C33F4E7-EDB6-46A7-A146-3ECC57E610CA}" type="presOf" srcId="{537F5C71-1623-4B4D-93B1-3E6B43CEF64D}" destId="{738AF0CD-F409-4DFF-AC88-70D63900B563}" srcOrd="0" destOrd="0" presId="urn:microsoft.com/office/officeart/2005/8/layout/orgChart1"/>
    <dgm:cxn modelId="{46665F27-13BE-4F0C-AF49-4D7A356711B5}" type="presOf" srcId="{A10DA948-E32B-4636-8ABC-B57372AC3FED}" destId="{EC971F5F-7233-4EC6-BFEE-D0739E52B7EC}" srcOrd="0" destOrd="0" presId="urn:microsoft.com/office/officeart/2005/8/layout/orgChart1"/>
    <dgm:cxn modelId="{43DE0581-5EC5-483A-82DE-78EA0308EA80}" type="presOf" srcId="{6C8BDFAD-98C7-40DC-9600-88AB64F6EE03}" destId="{469CAF21-1513-4CB4-A436-10802A52549F}" srcOrd="0" destOrd="0" presId="urn:microsoft.com/office/officeart/2005/8/layout/orgChart1"/>
    <dgm:cxn modelId="{19AF4068-3DE4-490A-9264-0F12B60591B8}" type="presOf" srcId="{F0764DAA-254D-4C3C-9708-669D5BF5A337}" destId="{0146BAA9-2B9D-4F2A-B565-A2DCB6505964}" srcOrd="0" destOrd="0" presId="urn:microsoft.com/office/officeart/2005/8/layout/orgChart1"/>
    <dgm:cxn modelId="{0493CA42-B1C7-4DB4-BFF8-9CB7C84F719A}" type="presOf" srcId="{20CD0B92-36CD-48E8-8A95-97BECC45A33E}" destId="{D53250DA-5B46-404D-B21A-1A1B69C0A318}" srcOrd="0" destOrd="0" presId="urn:microsoft.com/office/officeart/2005/8/layout/orgChart1"/>
    <dgm:cxn modelId="{643B4BC3-44C9-4EF4-9154-128D3CE873BF}" type="presOf" srcId="{050B7652-B2ED-404E-AA57-5A9109C9C4AD}" destId="{1C6780BE-0BFA-452E-B23B-840ADD2F1082}" srcOrd="0" destOrd="0" presId="urn:microsoft.com/office/officeart/2005/8/layout/orgChart1"/>
    <dgm:cxn modelId="{22A5B27A-82E9-4E01-B38B-CDA1D80DCB8D}" type="presOf" srcId="{A554D112-ACA0-49E3-82C2-BAB77C40A5DB}" destId="{1B67105F-ECD7-44F8-A5C6-19D745593D1A}" srcOrd="0" destOrd="0" presId="urn:microsoft.com/office/officeart/2005/8/layout/orgChart1"/>
    <dgm:cxn modelId="{F29C2B4A-4A32-488D-B3C6-F39504D2CFE6}" type="presOf" srcId="{552219B0-29E3-4A6C-90E3-BE0B83069EBC}" destId="{44F89C81-6EDD-4313-B033-6AFE4A6B1597}" srcOrd="1" destOrd="0" presId="urn:microsoft.com/office/officeart/2005/8/layout/orgChart1"/>
    <dgm:cxn modelId="{BF49057E-F217-435C-8C24-3347D4BBE3AA}" type="presOf" srcId="{0A895B2C-C138-4449-9FB3-7B00CEEC35A6}" destId="{AB5BCA6A-B28D-444F-8FD5-16FB3C5D3FFC}" srcOrd="1" destOrd="0" presId="urn:microsoft.com/office/officeart/2005/8/layout/orgChart1"/>
    <dgm:cxn modelId="{CA3E85D0-7E80-49FC-B2FE-42303CCD1A30}" type="presOf" srcId="{1F903EBE-540A-403B-AE13-6A09126352BD}" destId="{B4DA07B5-29B3-4442-A69E-055EEC652BE8}" srcOrd="0" destOrd="0" presId="urn:microsoft.com/office/officeart/2005/8/layout/orgChart1"/>
    <dgm:cxn modelId="{1EAD89EE-11AC-458E-AFDE-D65B78D7EF55}" type="presOf" srcId="{9286A5EC-F2A9-487D-8BF1-B96EEEFD636B}" destId="{A10B8E6A-AEE1-4C2B-8634-C515AEDBA0E5}" srcOrd="1" destOrd="0" presId="urn:microsoft.com/office/officeart/2005/8/layout/orgChart1"/>
    <dgm:cxn modelId="{F3C32E50-15A9-4DD4-B96F-08A8D69AA5F6}" type="presOf" srcId="{88117585-23CB-4B62-AF28-F5DC4E48DF32}" destId="{40E57C39-E8A8-460E-A1E7-B28C562578E6}" srcOrd="0" destOrd="0" presId="urn:microsoft.com/office/officeart/2005/8/layout/orgChart1"/>
    <dgm:cxn modelId="{BD32FC90-32F1-440F-9979-A59213EF5940}" type="presOf" srcId="{AD364B6B-599B-471E-B57A-D1AC5D89F0BB}" destId="{9BB5FF79-6973-4054-99B9-A54F1965A453}" srcOrd="0" destOrd="0" presId="urn:microsoft.com/office/officeart/2005/8/layout/orgChart1"/>
    <dgm:cxn modelId="{AC39F653-00D5-4219-8557-1E633AAA0D11}" type="presOf" srcId="{9E6404DC-1053-49D6-95EE-599A97C88DD3}" destId="{C8C73746-D1E9-45A4-A4B2-4DB251C0CC5A}" srcOrd="1" destOrd="0" presId="urn:microsoft.com/office/officeart/2005/8/layout/orgChart1"/>
    <dgm:cxn modelId="{8C9B6D59-44C9-4DC5-80EB-509BA5F220E7}" type="presOf" srcId="{B09E3641-B8E5-4781-9FE5-04151AD847CE}" destId="{445A7C02-F9A8-4E8A-B43C-D8D42A091E94}" srcOrd="0" destOrd="0" presId="urn:microsoft.com/office/officeart/2005/8/layout/orgChart1"/>
    <dgm:cxn modelId="{D6442E9B-9182-4677-9FAF-7B606EF872B8}" srcId="{9E6404DC-1053-49D6-95EE-599A97C88DD3}" destId="{A10DA948-E32B-4636-8ABC-B57372AC3FED}" srcOrd="5" destOrd="0" parTransId="{D34EF476-1A3C-4F05-8912-AC8117721477}" sibTransId="{7B7DF71A-C77E-4F81-ACCE-ADBEB3FA850C}"/>
    <dgm:cxn modelId="{1CE6EF21-E001-4AED-80B6-18ACDE831227}" type="presOf" srcId="{B09E3641-B8E5-4781-9FE5-04151AD847CE}" destId="{47025495-9327-4487-A0E9-A44B7CA3C45C}" srcOrd="1" destOrd="0" presId="urn:microsoft.com/office/officeart/2005/8/layout/orgChart1"/>
    <dgm:cxn modelId="{81ECBBE0-B641-4AE9-A53F-16A71BDFB9C1}" srcId="{620DD3EC-BDCD-468B-B566-7FE2B848507E}" destId="{552219B0-29E3-4A6C-90E3-BE0B83069EBC}" srcOrd="0" destOrd="0" parTransId="{D723B879-676C-4614-8859-D09DEFF2A3B3}" sibTransId="{3AAC379C-C229-429B-B8C5-9157680B919C}"/>
    <dgm:cxn modelId="{7506067E-541A-4A3A-B687-F79671A6EB44}" type="presOf" srcId="{D723B879-676C-4614-8859-D09DEFF2A3B3}" destId="{8BF33A23-B9E7-4732-917C-5D66B726362F}" srcOrd="0" destOrd="0" presId="urn:microsoft.com/office/officeart/2005/8/layout/orgChart1"/>
    <dgm:cxn modelId="{97A6EAB1-DF25-4EA5-B806-EDD1B50240A8}" type="presOf" srcId="{A1A03C13-4BED-4BB7-8AFB-BDB236A519FA}" destId="{0FE7A504-1A99-42A4-92D2-369E93728B6E}" srcOrd="1" destOrd="0" presId="urn:microsoft.com/office/officeart/2005/8/layout/orgChart1"/>
    <dgm:cxn modelId="{59BFEEF4-2AE3-422B-87A0-CEC8C158318A}" srcId="{A1A03C13-4BED-4BB7-8AFB-BDB236A519FA}" destId="{18D0E002-5129-4597-B69B-2D6B32D70F42}" srcOrd="5" destOrd="0" parTransId="{3DA154FF-B74D-4B80-A8DD-8AF58D436B8B}" sibTransId="{8FFC3198-EEA5-400E-9D87-BC14EC0057CB}"/>
    <dgm:cxn modelId="{D2069714-9E87-49AB-9721-4EB80769D6EA}" type="presOf" srcId="{8974A62B-86E1-41E5-9A3F-C58243281814}" destId="{2D1050D5-D3F5-4594-8492-CADA49122876}" srcOrd="1" destOrd="0" presId="urn:microsoft.com/office/officeart/2005/8/layout/orgChart1"/>
    <dgm:cxn modelId="{A9F71AEE-C8D7-4183-9B46-AE6E6F3B7314}" srcId="{9286A5EC-F2A9-487D-8BF1-B96EEEFD636B}" destId="{AB6BE931-FCC3-48CB-BD82-9DF1CBA8A3BD}" srcOrd="1" destOrd="0" parTransId="{6E3C6C02-D32B-4974-94DB-479C502E5245}" sibTransId="{BD05CC53-E22C-4567-B3EF-5D9184AA5600}"/>
    <dgm:cxn modelId="{0096CBC6-CA25-493B-9D87-ADFDE58B1382}" type="presOf" srcId="{82B7C0DB-CE47-48C4-89ED-8874CF6DE729}" destId="{784AB4DD-EFF2-48C5-9840-E27B540BEC7E}" srcOrd="1" destOrd="0" presId="urn:microsoft.com/office/officeart/2005/8/layout/orgChart1"/>
    <dgm:cxn modelId="{3371D227-869E-4636-B9B0-BA373BCE5AD6}" srcId="{9E6404DC-1053-49D6-95EE-599A97C88DD3}" destId="{9286A5EC-F2A9-487D-8BF1-B96EEEFD636B}" srcOrd="0" destOrd="0" parTransId="{8CE2CE9A-EBD7-445E-BD99-21666869C1D4}" sibTransId="{D6357A36-116B-440B-A9E1-8EDB3A4D1B88}"/>
    <dgm:cxn modelId="{E90F55AD-3C58-47AD-8619-6F17C7F3C817}" srcId="{A1A03C13-4BED-4BB7-8AFB-BDB236A519FA}" destId="{7ECE2163-EB71-4F7F-BBA2-BC36E02E2B31}" srcOrd="1" destOrd="0" parTransId="{C85640FB-C804-4065-BA00-85F4CC1162DE}" sibTransId="{7FD49496-4688-4B1E-91F1-9F958226F3A7}"/>
    <dgm:cxn modelId="{8C15ACA4-CB2E-45C6-9104-7B2CCD666A4F}" srcId="{1FDE73C1-1773-4DFF-80D8-CE538843B8D6}" destId="{537F5C71-1623-4B4D-93B1-3E6B43CEF64D}" srcOrd="4" destOrd="0" parTransId="{D344735A-245E-46E9-AA2C-799DE03351C2}" sibTransId="{E092A894-0E6A-4DF7-80C1-D6A93A58DA01}"/>
    <dgm:cxn modelId="{A44F4ED6-7CF9-4737-9D5E-4A36C5FA26E7}" type="presOf" srcId="{1CD9272D-1AC8-4166-B759-BD2460765B07}" destId="{BD367FDB-F21D-4007-903C-1680264363A2}" srcOrd="1" destOrd="0" presId="urn:microsoft.com/office/officeart/2005/8/layout/orgChart1"/>
    <dgm:cxn modelId="{73C9670A-0D27-4AAF-B447-A7AD46679F7E}" type="presOf" srcId="{A1A03C13-4BED-4BB7-8AFB-BDB236A519FA}" destId="{E2CE8193-46AF-44C0-B4A1-4402C2A6388E}" srcOrd="0" destOrd="0" presId="urn:microsoft.com/office/officeart/2005/8/layout/orgChart1"/>
    <dgm:cxn modelId="{72609910-D3BA-48BD-A7DA-80D91E1FA6B6}" srcId="{9E6404DC-1053-49D6-95EE-599A97C88DD3}" destId="{1CD9272D-1AC8-4166-B759-BD2460765B07}" srcOrd="6" destOrd="0" parTransId="{4A0D96F5-06D9-485F-AEB5-2B27D37DA6F8}" sibTransId="{8DC6733E-1600-4C4F-9D0D-BA8273CB5ECB}"/>
    <dgm:cxn modelId="{7ED9939E-7B49-419F-A01F-3A1A6AC7133A}" srcId="{A1A03C13-4BED-4BB7-8AFB-BDB236A519FA}" destId="{462F3B5C-E62F-4D84-8BA3-626B44C92647}" srcOrd="3" destOrd="0" parTransId="{1E06AC89-6839-446A-A388-9936D43031BC}" sibTransId="{9696AEE2-9CCB-4E65-9C75-B23A79B6C9E3}"/>
    <dgm:cxn modelId="{68727441-B275-46DA-80F5-9D0E061EF19E}" srcId="{1FDE73C1-1773-4DFF-80D8-CE538843B8D6}" destId="{DE2CDE36-36F7-4F79-A663-3794295EAC87}" srcOrd="5" destOrd="0" parTransId="{88117585-23CB-4B62-AF28-F5DC4E48DF32}" sibTransId="{C7900632-4013-4FD9-9CC6-F8F898722027}"/>
    <dgm:cxn modelId="{8D8C3FA4-9174-40CF-A8BD-7F932B2D0964}" srcId="{1FDE73C1-1773-4DFF-80D8-CE538843B8D6}" destId="{8B93368D-220F-4F51-922B-E3D40AEF4871}" srcOrd="0" destOrd="0" parTransId="{FD8FE40B-879F-4F4E-B1C0-B05B7EF61B85}" sibTransId="{DEC3EE81-7009-4889-8EA1-20032230294E}"/>
    <dgm:cxn modelId="{CD6E0D77-FF4B-4F5B-BCB4-0CAD269E1620}" srcId="{A1A03C13-4BED-4BB7-8AFB-BDB236A519FA}" destId="{B09E3641-B8E5-4781-9FE5-04151AD847CE}" srcOrd="6" destOrd="0" parTransId="{748243D8-F2BC-47D9-9C0D-A1A4D5E12A4A}" sibTransId="{194EF768-C0F5-4D50-9042-F01FC5197BCC}"/>
    <dgm:cxn modelId="{A1D15D38-78F7-412B-B0CE-4A8B840F249A}" type="presOf" srcId="{0F15CCAC-C0BB-45D4-B9E3-00CFEBC158AB}" destId="{F2C2BEAD-A73F-49AB-B3BD-7E4A09214EC6}" srcOrd="1" destOrd="0" presId="urn:microsoft.com/office/officeart/2005/8/layout/orgChart1"/>
    <dgm:cxn modelId="{55322DC1-D5BB-4947-91D3-C49D83A86839}" srcId="{9E6404DC-1053-49D6-95EE-599A97C88DD3}" destId="{620DD3EC-BDCD-468B-B566-7FE2B848507E}" srcOrd="1" destOrd="0" parTransId="{F0764DAA-254D-4C3C-9708-669D5BF5A337}" sibTransId="{61B96E30-C56F-4FDE-AA00-908E8835534F}"/>
    <dgm:cxn modelId="{CC4B7466-B981-44E3-8FF7-C492034F99C8}" type="presOf" srcId="{9BFD04D4-D27E-47FD-B17A-0660BE35F1CF}" destId="{0E020EB3-B687-49B5-864A-7775365865BE}" srcOrd="0" destOrd="0" presId="urn:microsoft.com/office/officeart/2005/8/layout/orgChart1"/>
    <dgm:cxn modelId="{1D9710E8-5B7C-4478-956B-849A4C897474}" type="presOf" srcId="{8AEB5098-FCED-480D-BBD2-094DB8A3921A}" destId="{23E39F20-3A56-428A-8EF8-67B767140A2D}" srcOrd="1" destOrd="0" presId="urn:microsoft.com/office/officeart/2005/8/layout/orgChart1"/>
    <dgm:cxn modelId="{D0761ABB-E8E0-4EC3-8531-748143C3C9C9}" type="presOf" srcId="{7ECE2163-EB71-4F7F-BBA2-BC36E02E2B31}" destId="{1161B411-25D6-4E54-A6B5-01F0E696D37F}" srcOrd="1" destOrd="0" presId="urn:microsoft.com/office/officeart/2005/8/layout/orgChart1"/>
    <dgm:cxn modelId="{7AC18502-245B-4171-9871-F05CB697038C}" type="presOf" srcId="{95401D47-709A-46DF-B06A-1B1BF94D1690}" destId="{578DD833-D5A5-4EE4-AC53-41B0D2C85899}" srcOrd="0" destOrd="0" presId="urn:microsoft.com/office/officeart/2005/8/layout/orgChart1"/>
    <dgm:cxn modelId="{825C5406-9B1C-4832-9548-672543C806F3}" type="presOf" srcId="{7114BC4E-EA33-4CFC-9353-6D45225BCCC6}" destId="{72FAA63C-1C8A-407F-9902-8FB3E159FD2E}" srcOrd="0" destOrd="0" presId="urn:microsoft.com/office/officeart/2005/8/layout/orgChart1"/>
    <dgm:cxn modelId="{52D5A22A-19E9-4520-8A1E-26BB629C0EBD}" type="presOf" srcId="{99711691-FE7D-42E5-90F7-7213A0866CC3}" destId="{75D5AD84-DBF1-46D6-A5BA-E9CD0863B250}" srcOrd="0" destOrd="0" presId="urn:microsoft.com/office/officeart/2005/8/layout/orgChart1"/>
    <dgm:cxn modelId="{A6162019-8CD4-4A12-BF91-47DE9FC3623A}" type="presOf" srcId="{FD8FE40B-879F-4F4E-B1C0-B05B7EF61B85}" destId="{B24AC9E0-962C-4E78-A693-CB404F97964B}" srcOrd="0" destOrd="0" presId="urn:microsoft.com/office/officeart/2005/8/layout/orgChart1"/>
    <dgm:cxn modelId="{F5C0DEE6-D176-45A2-9E3C-775F951C589F}" srcId="{620DD3EC-BDCD-468B-B566-7FE2B848507E}" destId="{15041AE0-1376-4755-9848-68DFCBED067C}" srcOrd="9" destOrd="0" parTransId="{C5EF5680-CB1F-44B8-9D16-6C9B3B02A950}" sibTransId="{3E04AF32-995E-4484-B1FE-5666DC296470}"/>
    <dgm:cxn modelId="{C7C78122-FF83-4DEB-A379-FC79FF3B3A2A}" type="presOf" srcId="{8CE2CE9A-EBD7-445E-BD99-21666869C1D4}" destId="{7B4371B5-9FE0-4A41-B872-D27DD755166A}" srcOrd="0" destOrd="0" presId="urn:microsoft.com/office/officeart/2005/8/layout/orgChart1"/>
    <dgm:cxn modelId="{9752C8B1-4851-486E-8BD3-4D299AC170C5}" type="presOf" srcId="{620DD3EC-BDCD-468B-B566-7FE2B848507E}" destId="{02B28F85-DE51-42FF-859E-1DD3A478F426}" srcOrd="0" destOrd="0" presId="urn:microsoft.com/office/officeart/2005/8/layout/orgChart1"/>
    <dgm:cxn modelId="{875E837D-78FE-4348-9D66-5ABD66CB7F09}" srcId="{620DD3EC-BDCD-468B-B566-7FE2B848507E}" destId="{CE34F162-4745-4679-A58B-1ADAA9194A3B}" srcOrd="8" destOrd="0" parTransId="{89693932-38C2-4209-BF89-D0CD70AB6FAD}" sibTransId="{A2B83694-0CDF-4FF7-9BB8-E414247B3691}"/>
    <dgm:cxn modelId="{91149053-4677-4587-A380-2C22E6CC0052}" type="presOf" srcId="{B8B29D0A-F667-4742-A5FE-EF12134344EF}" destId="{A4EBA583-4AE2-47FF-BF17-80385E011765}" srcOrd="0" destOrd="0" presId="urn:microsoft.com/office/officeart/2005/8/layout/orgChart1"/>
    <dgm:cxn modelId="{32819F6E-6CA7-41E4-9A80-DE887C444D64}" type="presOf" srcId="{1CD9272D-1AC8-4166-B759-BD2460765B07}" destId="{1FF2C928-7E62-4953-B1D7-8B0B163A6AFE}" srcOrd="0" destOrd="0" presId="urn:microsoft.com/office/officeart/2005/8/layout/orgChart1"/>
    <dgm:cxn modelId="{1A46CE7F-A917-4FBF-8C99-90283829C0A5}" type="presOf" srcId="{1FDE73C1-1773-4DFF-80D8-CE538843B8D6}" destId="{03758FE5-334A-46EC-AD76-4289659832B6}" srcOrd="0" destOrd="0" presId="urn:microsoft.com/office/officeart/2005/8/layout/orgChart1"/>
    <dgm:cxn modelId="{B8F50A32-11F7-4983-B1BB-7B6CC0A3945F}" type="presOf" srcId="{89693932-38C2-4209-BF89-D0CD70AB6FAD}" destId="{2950EBDC-D558-491C-A58C-E63A104F5225}" srcOrd="0" destOrd="0" presId="urn:microsoft.com/office/officeart/2005/8/layout/orgChart1"/>
    <dgm:cxn modelId="{61A9FD26-C8C7-44E2-8540-E0644D82B833}" srcId="{A1A03C13-4BED-4BB7-8AFB-BDB236A519FA}" destId="{AD364B6B-599B-471E-B57A-D1AC5D89F0BB}" srcOrd="0" destOrd="0" parTransId="{050B7652-B2ED-404E-AA57-5A9109C9C4AD}" sibTransId="{07904351-DCD9-4880-84F3-DBF42C6506B5}"/>
    <dgm:cxn modelId="{75037BD3-76D4-4D5D-8E62-DAE906C5DFD6}" type="presOf" srcId="{CE34F162-4745-4679-A58B-1ADAA9194A3B}" destId="{414E760F-358A-4836-9407-B480384FE32D}" srcOrd="0" destOrd="0" presId="urn:microsoft.com/office/officeart/2005/8/layout/orgChart1"/>
    <dgm:cxn modelId="{8749021B-2268-44B1-AD84-B0921B253255}" type="presOf" srcId="{9286A5EC-F2A9-487D-8BF1-B96EEEFD636B}" destId="{C9422C4E-2B02-4D33-A16B-EF7B187ECAB7}" srcOrd="0" destOrd="0" presId="urn:microsoft.com/office/officeart/2005/8/layout/orgChart1"/>
    <dgm:cxn modelId="{0185008C-C2D7-48E3-94ED-D46869336753}" type="presOf" srcId="{AB6BE931-FCC3-48CB-BD82-9DF1CBA8A3BD}" destId="{E037BA20-CE03-4AC9-B936-025A19D0DCA8}" srcOrd="0" destOrd="0" presId="urn:microsoft.com/office/officeart/2005/8/layout/orgChart1"/>
    <dgm:cxn modelId="{AA64121D-52F3-4804-A4C5-66713E41F392}" srcId="{620DD3EC-BDCD-468B-B566-7FE2B848507E}" destId="{82B7C0DB-CE47-48C4-89ED-8874CF6DE729}" srcOrd="3" destOrd="0" parTransId="{7D7C3F90-4894-423B-9957-28D1989E14BB}" sibTransId="{FB4FDC0F-5618-4436-AAC9-A90B28030BE1}"/>
    <dgm:cxn modelId="{483E8233-5094-4517-9954-9D1F652BD679}" type="presOf" srcId="{DE2CDE36-36F7-4F79-A663-3794295EAC87}" destId="{DA06BA89-6685-4EF9-B953-68B9C28A8575}" srcOrd="1" destOrd="0" presId="urn:microsoft.com/office/officeart/2005/8/layout/orgChart1"/>
    <dgm:cxn modelId="{B4271FAD-4D95-4F1B-8083-FB4B6EA21FE5}" type="presOf" srcId="{248E9311-DF61-4B0E-BD57-16AE2D707A60}" destId="{76E33A9D-9480-40FB-A4DF-EE1E2E7E401E}" srcOrd="0" destOrd="0" presId="urn:microsoft.com/office/officeart/2005/8/layout/orgChart1"/>
    <dgm:cxn modelId="{1C85AFF1-870A-4EC9-B564-5870FE1F4ED8}" type="presOf" srcId="{A4918E1A-5953-4BBE-BAF3-88104C65A356}" destId="{873BA853-F789-473E-8D19-18E2BC80AA7B}" srcOrd="1" destOrd="0" presId="urn:microsoft.com/office/officeart/2005/8/layout/orgChart1"/>
    <dgm:cxn modelId="{F6972DA4-954A-4230-A1C6-CF793E62B77C}" type="presOf" srcId="{7D7C3F90-4894-423B-9957-28D1989E14BB}" destId="{B7D28B6A-2825-4E08-B446-8EC5450412F4}" srcOrd="0" destOrd="0" presId="urn:microsoft.com/office/officeart/2005/8/layout/orgChart1"/>
    <dgm:cxn modelId="{7B0EBB22-539E-4619-9721-3158FAA409E1}" type="presOf" srcId="{9C14CEF8-8A9C-4F99-8160-FD0BBB70CFC7}" destId="{47E4C2A9-BBCB-41A8-A3D8-BFC2DBE12EB9}" srcOrd="0" destOrd="0" presId="urn:microsoft.com/office/officeart/2005/8/layout/orgChart1"/>
    <dgm:cxn modelId="{49F93F5E-ECC5-44D1-842A-986C13E5F0C9}" type="presOf" srcId="{ADFFC400-8BBA-4CA0-97DA-A5239AD7FF83}" destId="{7C494E9C-07EE-4809-A445-329E5D279BED}" srcOrd="1" destOrd="0" presId="urn:microsoft.com/office/officeart/2005/8/layout/orgChart1"/>
    <dgm:cxn modelId="{C6897B47-06F8-49FC-B60E-48A7D40EEA5A}" type="presOf" srcId="{6C8BDFAD-98C7-40DC-9600-88AB64F6EE03}" destId="{7F51C97F-860E-48CD-BD1E-2610535F7FA0}" srcOrd="1" destOrd="0" presId="urn:microsoft.com/office/officeart/2005/8/layout/orgChart1"/>
    <dgm:cxn modelId="{4CA9C32A-C8CD-40F1-AFCB-D726CB5C7F3F}" srcId="{1A65A4D7-7720-45CB-8279-86EBD3407E97}" destId="{9E6404DC-1053-49D6-95EE-599A97C88DD3}" srcOrd="0" destOrd="0" parTransId="{541DED35-EA1D-4B2B-8573-F418430E3EF8}" sibTransId="{8EA0B31F-0422-4926-B862-5636855C8DF2}"/>
    <dgm:cxn modelId="{F3CB968C-E7D9-4FB6-8451-CD8CB064444A}" type="presOf" srcId="{B8B29D0A-F667-4742-A5FE-EF12134344EF}" destId="{9B3F9F57-8BC6-48AC-8C98-C8945CC54C5C}" srcOrd="1" destOrd="0" presId="urn:microsoft.com/office/officeart/2005/8/layout/orgChart1"/>
    <dgm:cxn modelId="{A67E42B2-CB1A-4991-B493-7F5280322758}" srcId="{620DD3EC-BDCD-468B-B566-7FE2B848507E}" destId="{6C8BDFAD-98C7-40DC-9600-88AB64F6EE03}" srcOrd="7" destOrd="0" parTransId="{41503EEF-911B-4E28-B947-D4C1D831EC38}" sibTransId="{19CB6CB1-3A54-4C24-9F2F-3556E27C04DF}"/>
    <dgm:cxn modelId="{3AA2732E-E1F3-4BD5-9990-5D30D82B08ED}" srcId="{620DD3EC-BDCD-468B-B566-7FE2B848507E}" destId="{1F903EBE-540A-403B-AE13-6A09126352BD}" srcOrd="1" destOrd="0" parTransId="{248E9311-DF61-4B0E-BD57-16AE2D707A60}" sibTransId="{BB52F0E9-3899-452E-BFB9-D8344A4C6147}"/>
    <dgm:cxn modelId="{38771D1A-7995-4DBE-8EE8-2BF7AB448824}" srcId="{620DD3EC-BDCD-468B-B566-7FE2B848507E}" destId="{9D5B5DCB-F5DD-4410-A358-629951B13726}" srcOrd="6" destOrd="0" parTransId="{95401D47-709A-46DF-B06A-1B1BF94D1690}" sibTransId="{98BA8957-8A60-4CE1-9D54-B3024433229E}"/>
    <dgm:cxn modelId="{5B3DF672-5B9C-4D54-B756-FD178957085A}" type="presOf" srcId="{8974A62B-86E1-41E5-9A3F-C58243281814}" destId="{B035253A-EFC7-48C1-B143-E9695D438A7C}" srcOrd="0" destOrd="0" presId="urn:microsoft.com/office/officeart/2005/8/layout/orgChart1"/>
    <dgm:cxn modelId="{55547DB7-977D-4BC9-9637-0BE2D4CA817A}" type="presOf" srcId="{DE2CDE36-36F7-4F79-A663-3794295EAC87}" destId="{33DA69DD-CC29-4B80-B4C4-74D75AC13654}" srcOrd="0" destOrd="0" presId="urn:microsoft.com/office/officeart/2005/8/layout/orgChart1"/>
    <dgm:cxn modelId="{9767352D-2F28-4907-8026-4C2BC21D0B68}" type="presOf" srcId="{462F3B5C-E62F-4D84-8BA3-626B44C92647}" destId="{2C7EBE91-492A-4E47-8748-4761A0110B83}" srcOrd="1" destOrd="0" presId="urn:microsoft.com/office/officeart/2005/8/layout/orgChart1"/>
    <dgm:cxn modelId="{FF2B59CD-D057-4D62-BD64-8187EBF969CC}" type="presOf" srcId="{15041AE0-1376-4755-9848-68DFCBED067C}" destId="{C2D84C4F-B27B-4866-8972-B783A0942361}" srcOrd="0" destOrd="0" presId="urn:microsoft.com/office/officeart/2005/8/layout/orgChart1"/>
    <dgm:cxn modelId="{9576B1B5-7185-4514-9983-7557C6F38BA3}" type="presOf" srcId="{7ECE2163-EB71-4F7F-BBA2-BC36E02E2B31}" destId="{9AE0E3D3-1E07-408B-94AE-583CE6DC67CB}" srcOrd="0" destOrd="0" presId="urn:microsoft.com/office/officeart/2005/8/layout/orgChart1"/>
    <dgm:cxn modelId="{7C7485FC-4CFA-45FF-817B-B38DD356F0B5}" srcId="{9E6404DC-1053-49D6-95EE-599A97C88DD3}" destId="{A1A03C13-4BED-4BB7-8AFB-BDB236A519FA}" srcOrd="3" destOrd="0" parTransId="{9E18C130-4D81-4BDD-8DE6-22CF9F45E19E}" sibTransId="{CF4AE597-246B-4D28-8B3B-D3E59AB05BD8}"/>
    <dgm:cxn modelId="{797BD1ED-B9D9-44D1-97C6-C6156CF2841B}" type="presOf" srcId="{0F15CCAC-C0BB-45D4-B9E3-00CFEBC158AB}" destId="{1531043F-8795-4B21-8088-A15A99966869}" srcOrd="0" destOrd="0" presId="urn:microsoft.com/office/officeart/2005/8/layout/orgChart1"/>
    <dgm:cxn modelId="{35EFA470-2995-450A-BB41-15E5440B189D}" type="presOf" srcId="{1E06AC89-6839-446A-A388-9936D43031BC}" destId="{59B9C19D-A136-49C9-B36B-C1BC6B70BDC0}" srcOrd="0" destOrd="0" presId="urn:microsoft.com/office/officeart/2005/8/layout/orgChart1"/>
    <dgm:cxn modelId="{09292C7E-36B7-4BA9-9CE7-210789A709F9}" srcId="{A1A03C13-4BED-4BB7-8AFB-BDB236A519FA}" destId="{0A895B2C-C138-4449-9FB3-7B00CEEC35A6}" srcOrd="2" destOrd="0" parTransId="{9AA07B4B-0D0A-4248-9B7C-8B37BCC10884}" sibTransId="{D531BAC0-AF0C-4409-860E-8E99BC5D9917}"/>
    <dgm:cxn modelId="{86C0796D-E0B6-445C-A4B4-80D5BA43F72D}" type="presOf" srcId="{1FDE73C1-1773-4DFF-80D8-CE538843B8D6}" destId="{2B09EB8B-ED69-45F5-BA37-36CF2B0643CF}" srcOrd="1" destOrd="0" presId="urn:microsoft.com/office/officeart/2005/8/layout/orgChart1"/>
    <dgm:cxn modelId="{1B16BECA-FF48-40CA-8E4F-CF00AF255305}" type="presOf" srcId="{D34EF476-1A3C-4F05-8912-AC8117721477}" destId="{76FCB14D-004B-4B73-A8A5-9F2858470E9D}" srcOrd="0" destOrd="0" presId="urn:microsoft.com/office/officeart/2005/8/layout/orgChart1"/>
    <dgm:cxn modelId="{6BF5D5D5-FA55-4C40-BE5D-3B27B4B9E7F8}" srcId="{1FDE73C1-1773-4DFF-80D8-CE538843B8D6}" destId="{8974A62B-86E1-41E5-9A3F-C58243281814}" srcOrd="2" destOrd="0" parTransId="{72321157-20D7-49DE-845F-C02FB1A2276A}" sibTransId="{B975BD28-5481-467E-AFEB-B73F5CC980F7}"/>
    <dgm:cxn modelId="{01FAF066-6697-4A16-A34C-B61F6B7DAE7C}" type="presOf" srcId="{552219B0-29E3-4A6C-90E3-BE0B83069EBC}" destId="{9449DAAE-E410-44C5-A07D-A0445C0B7E6B}" srcOrd="0" destOrd="0" presId="urn:microsoft.com/office/officeart/2005/8/layout/orgChart1"/>
    <dgm:cxn modelId="{39D4BBAB-E420-4730-BA4C-FEC9AFAC74F6}" type="presOf" srcId="{ADFFC400-8BBA-4CA0-97DA-A5239AD7FF83}" destId="{ED8B7DF3-7C68-4E1C-A743-283531BE19BD}" srcOrd="0" destOrd="0" presId="urn:microsoft.com/office/officeart/2005/8/layout/orgChart1"/>
    <dgm:cxn modelId="{07AB8472-A651-48C8-9CF2-00815F444309}" type="presOf" srcId="{9E6404DC-1053-49D6-95EE-599A97C88DD3}" destId="{0F3C8968-31FF-46A5-BCB3-A2E771257413}" srcOrd="0" destOrd="0" presId="urn:microsoft.com/office/officeart/2005/8/layout/orgChart1"/>
    <dgm:cxn modelId="{4B33E3B3-72AA-4880-BA32-9642E281010B}" type="presOf" srcId="{C85640FB-C804-4065-BA00-85F4CC1162DE}" destId="{711712DF-1661-48BF-94D8-02EB0F75B3C9}" srcOrd="0" destOrd="0" presId="urn:microsoft.com/office/officeart/2005/8/layout/orgChart1"/>
    <dgm:cxn modelId="{D4426A05-453A-4F71-B99D-7BF091CE8B1F}" type="presOf" srcId="{9AA07B4B-0D0A-4248-9B7C-8B37BCC10884}" destId="{8209FAA0-2D45-49A3-9654-E2F21DB1EEBF}" srcOrd="0" destOrd="0" presId="urn:microsoft.com/office/officeart/2005/8/layout/orgChart1"/>
    <dgm:cxn modelId="{33103464-FEAF-462D-BDC1-400091E5A50E}" type="presOf" srcId="{AD364B6B-599B-471E-B57A-D1AC5D89F0BB}" destId="{B78A35CA-8616-4084-9244-9BF0A5A39633}" srcOrd="1" destOrd="0" presId="urn:microsoft.com/office/officeart/2005/8/layout/orgChart1"/>
    <dgm:cxn modelId="{394D97AE-E6BD-4B15-94A9-1FD1ABF34002}" type="presOf" srcId="{3DA154FF-B74D-4B80-A8DD-8AF58D436B8B}" destId="{0456385A-3655-4EFB-9AF3-8E560450BC13}" srcOrd="0" destOrd="0" presId="urn:microsoft.com/office/officeart/2005/8/layout/orgChart1"/>
    <dgm:cxn modelId="{01851525-6EDF-4B5C-AA90-15F1ED5B54E0}" srcId="{9286A5EC-F2A9-487D-8BF1-B96EEEFD636B}" destId="{ADFFC400-8BBA-4CA0-97DA-A5239AD7FF83}" srcOrd="0" destOrd="0" parTransId="{99711691-FE7D-42E5-90F7-7213A0866CC3}" sibTransId="{6927A47E-B4A6-47D8-9933-65CB1934B7A9}"/>
    <dgm:cxn modelId="{8C211675-85B0-49D0-BDFF-F21742F653D5}" type="presOf" srcId="{52C60D6E-634A-4A55-8E00-3AC33AEC64A4}" destId="{3EDF4FB4-B6DA-485A-8990-3A27AC76E8AB}" srcOrd="0" destOrd="0" presId="urn:microsoft.com/office/officeart/2005/8/layout/orgChart1"/>
    <dgm:cxn modelId="{DE00959A-19CA-4CCF-B1F0-D411D9CCB9B1}" type="presOf" srcId="{462F3B5C-E62F-4D84-8BA3-626B44C92647}" destId="{7BC1F158-3DCC-484F-A5A4-F28E158B4874}" srcOrd="0" destOrd="0" presId="urn:microsoft.com/office/officeart/2005/8/layout/orgChart1"/>
    <dgm:cxn modelId="{BD4EA407-1572-40EA-9710-7B933582606E}" srcId="{620DD3EC-BDCD-468B-B566-7FE2B848507E}" destId="{9C14CEF8-8A9C-4F99-8160-FD0BBB70CFC7}" srcOrd="5" destOrd="0" parTransId="{7114BC4E-EA33-4CFC-9353-6D45225BCCC6}" sibTransId="{2EEBC27F-0A45-4AE5-9BAA-A4C08E6C305F}"/>
    <dgm:cxn modelId="{7EAB966C-D9D5-41D0-93B2-6E7A94027603}" type="presOf" srcId="{8B93368D-220F-4F51-922B-E3D40AEF4871}" destId="{D2461159-78CB-4A23-999D-2C7EB906725F}" srcOrd="1" destOrd="0" presId="urn:microsoft.com/office/officeart/2005/8/layout/orgChart1"/>
    <dgm:cxn modelId="{9AB4F6DD-CEBA-4B9F-BFF9-B4BD184410E8}" type="presOf" srcId="{6E3C6C02-D32B-4974-94DB-479C502E5245}" destId="{A10C7147-D3FF-405C-979F-6E81271FD42E}" srcOrd="0" destOrd="0" presId="urn:microsoft.com/office/officeart/2005/8/layout/orgChart1"/>
    <dgm:cxn modelId="{57E44EE0-E89E-4F3E-B27D-5CD40B1EF99B}" srcId="{620DD3EC-BDCD-468B-B566-7FE2B848507E}" destId="{1FA8D87B-D027-4904-B477-6E95F9D01534}" srcOrd="2" destOrd="0" parTransId="{EE20AAEE-7171-4BB9-A8D5-39721DAA6096}" sibTransId="{504464E9-555B-47C3-9FF8-D666CF19DFBA}"/>
    <dgm:cxn modelId="{297F3BCE-A32A-4203-BDDB-982FB5217639}" type="presOf" srcId="{B93255FE-F472-4FCA-B57D-62769D45406C}" destId="{D1F3B684-E017-4F86-8C26-185FF4950B12}" srcOrd="0" destOrd="0" presId="urn:microsoft.com/office/officeart/2005/8/layout/orgChart1"/>
    <dgm:cxn modelId="{735C7EAA-D38C-40C8-82EC-188802DC0CA7}" type="presOf" srcId="{4A0D96F5-06D9-485F-AEB5-2B27D37DA6F8}" destId="{41173D40-128D-4048-83A1-7C68DE4B0041}" srcOrd="0" destOrd="0" presId="urn:microsoft.com/office/officeart/2005/8/layout/orgChart1"/>
    <dgm:cxn modelId="{DD394F22-1D45-4A3F-93E3-688DAFF722F0}" type="presOf" srcId="{C5EF5680-CB1F-44B8-9D16-6C9B3B02A950}" destId="{6AABE029-3C83-4187-8AC5-D8BA4B92FE81}" srcOrd="0" destOrd="0" presId="urn:microsoft.com/office/officeart/2005/8/layout/orgChart1"/>
    <dgm:cxn modelId="{C969201C-156A-445E-BC05-C0295A3167EE}" type="presOf" srcId="{1FA8D87B-D027-4904-B477-6E95F9D01534}" destId="{9C3CBAF8-2104-4A11-8B8B-F0485E167135}" srcOrd="1" destOrd="0" presId="urn:microsoft.com/office/officeart/2005/8/layout/orgChart1"/>
    <dgm:cxn modelId="{0DB79881-AAFB-4207-A84A-6BD63F0812CA}" type="presParOf" srcId="{11077618-9302-474C-8482-1BBB83E3AEF1}" destId="{38ED7B2E-63E5-438D-91CD-EFA6DE9BBF61}" srcOrd="0" destOrd="0" presId="urn:microsoft.com/office/officeart/2005/8/layout/orgChart1"/>
    <dgm:cxn modelId="{5ED087B4-1F16-47F0-8EDF-6DE9E5DDE0ED}" type="presParOf" srcId="{38ED7B2E-63E5-438D-91CD-EFA6DE9BBF61}" destId="{ADCB6C6D-2F95-4AD5-B3EB-BEA9A3239732}" srcOrd="0" destOrd="0" presId="urn:microsoft.com/office/officeart/2005/8/layout/orgChart1"/>
    <dgm:cxn modelId="{38D93D17-E2F6-430A-BA0A-892F5F5DA1C8}" type="presParOf" srcId="{ADCB6C6D-2F95-4AD5-B3EB-BEA9A3239732}" destId="{0F3C8968-31FF-46A5-BCB3-A2E771257413}" srcOrd="0" destOrd="0" presId="urn:microsoft.com/office/officeart/2005/8/layout/orgChart1"/>
    <dgm:cxn modelId="{D0C9B760-9B41-40FA-837D-7DC64C5D98B6}" type="presParOf" srcId="{ADCB6C6D-2F95-4AD5-B3EB-BEA9A3239732}" destId="{C8C73746-D1E9-45A4-A4B2-4DB251C0CC5A}" srcOrd="1" destOrd="0" presId="urn:microsoft.com/office/officeart/2005/8/layout/orgChart1"/>
    <dgm:cxn modelId="{903973C5-4475-4E16-BB20-98C6713D6A7C}" type="presParOf" srcId="{38ED7B2E-63E5-438D-91CD-EFA6DE9BBF61}" destId="{AD53A4B1-01E7-41E8-9724-31F3910545A4}" srcOrd="1" destOrd="0" presId="urn:microsoft.com/office/officeart/2005/8/layout/orgChart1"/>
    <dgm:cxn modelId="{FD0D6115-7002-46BE-B6C7-37AF4D0756E1}" type="presParOf" srcId="{AD53A4B1-01E7-41E8-9724-31F3910545A4}" destId="{7B4371B5-9FE0-4A41-B872-D27DD755166A}" srcOrd="0" destOrd="0" presId="urn:microsoft.com/office/officeart/2005/8/layout/orgChart1"/>
    <dgm:cxn modelId="{C21C9606-5954-48DD-8BEA-B260DD6B6E14}" type="presParOf" srcId="{AD53A4B1-01E7-41E8-9724-31F3910545A4}" destId="{ED726A71-3CEE-43E5-B36E-E99BBF451E5B}" srcOrd="1" destOrd="0" presId="urn:microsoft.com/office/officeart/2005/8/layout/orgChart1"/>
    <dgm:cxn modelId="{9624EA68-142D-4F73-A240-6EDF415B7752}" type="presParOf" srcId="{ED726A71-3CEE-43E5-B36E-E99BBF451E5B}" destId="{82B2FC70-3C15-48D4-B101-71C09EFE19F9}" srcOrd="0" destOrd="0" presId="urn:microsoft.com/office/officeart/2005/8/layout/orgChart1"/>
    <dgm:cxn modelId="{196EE497-26E4-4E8E-BD39-4CB1915C3778}" type="presParOf" srcId="{82B2FC70-3C15-48D4-B101-71C09EFE19F9}" destId="{C9422C4E-2B02-4D33-A16B-EF7B187ECAB7}" srcOrd="0" destOrd="0" presId="urn:microsoft.com/office/officeart/2005/8/layout/orgChart1"/>
    <dgm:cxn modelId="{9C0A3F0D-C56E-46C5-B0BA-DC9109042609}" type="presParOf" srcId="{82B2FC70-3C15-48D4-B101-71C09EFE19F9}" destId="{A10B8E6A-AEE1-4C2B-8634-C515AEDBA0E5}" srcOrd="1" destOrd="0" presId="urn:microsoft.com/office/officeart/2005/8/layout/orgChart1"/>
    <dgm:cxn modelId="{5AFAFB96-E814-4DAC-B9A1-F9EFA64BA8C5}" type="presParOf" srcId="{ED726A71-3CEE-43E5-B36E-E99BBF451E5B}" destId="{C9264EDA-91B6-4FAE-AFE6-AFC29BE66386}" srcOrd="1" destOrd="0" presId="urn:microsoft.com/office/officeart/2005/8/layout/orgChart1"/>
    <dgm:cxn modelId="{519BADB2-D9E5-40A6-BF64-3ABEAC8B5DBC}" type="presParOf" srcId="{C9264EDA-91B6-4FAE-AFE6-AFC29BE66386}" destId="{75D5AD84-DBF1-46D6-A5BA-E9CD0863B250}" srcOrd="0" destOrd="0" presId="urn:microsoft.com/office/officeart/2005/8/layout/orgChart1"/>
    <dgm:cxn modelId="{657C3E75-515F-4074-999B-9465BF1519DA}" type="presParOf" srcId="{C9264EDA-91B6-4FAE-AFE6-AFC29BE66386}" destId="{0A3D070D-372F-44AA-9989-2950AF322DAD}" srcOrd="1" destOrd="0" presId="urn:microsoft.com/office/officeart/2005/8/layout/orgChart1"/>
    <dgm:cxn modelId="{32E083F2-4CE6-42B1-8BCA-C4EB8A6935B8}" type="presParOf" srcId="{0A3D070D-372F-44AA-9989-2950AF322DAD}" destId="{F82308D2-FFCE-4A27-A6F8-80CAC5E49554}" srcOrd="0" destOrd="0" presId="urn:microsoft.com/office/officeart/2005/8/layout/orgChart1"/>
    <dgm:cxn modelId="{F76528FD-B8FF-4C6A-BD99-8E8E73C5F136}" type="presParOf" srcId="{F82308D2-FFCE-4A27-A6F8-80CAC5E49554}" destId="{ED8B7DF3-7C68-4E1C-A743-283531BE19BD}" srcOrd="0" destOrd="0" presId="urn:microsoft.com/office/officeart/2005/8/layout/orgChart1"/>
    <dgm:cxn modelId="{19216E1E-4E53-4EB5-BCFF-1C08782C1294}" type="presParOf" srcId="{F82308D2-FFCE-4A27-A6F8-80CAC5E49554}" destId="{7C494E9C-07EE-4809-A445-329E5D279BED}" srcOrd="1" destOrd="0" presId="urn:microsoft.com/office/officeart/2005/8/layout/orgChart1"/>
    <dgm:cxn modelId="{E568849B-6FDD-4C59-A84A-96B4BFFF6AA7}" type="presParOf" srcId="{0A3D070D-372F-44AA-9989-2950AF322DAD}" destId="{F5BD26D9-4E15-4028-952B-19C65CF2D9B3}" srcOrd="1" destOrd="0" presId="urn:microsoft.com/office/officeart/2005/8/layout/orgChart1"/>
    <dgm:cxn modelId="{89DD54E9-D0E7-49BA-833D-79A651DD7166}" type="presParOf" srcId="{0A3D070D-372F-44AA-9989-2950AF322DAD}" destId="{DF11C6F3-AB9A-4C85-A48C-F7DD5BA1D2F8}" srcOrd="2" destOrd="0" presId="urn:microsoft.com/office/officeart/2005/8/layout/orgChart1"/>
    <dgm:cxn modelId="{1E34E1E9-6401-4A97-B023-0D048F692387}" type="presParOf" srcId="{C9264EDA-91B6-4FAE-AFE6-AFC29BE66386}" destId="{A10C7147-D3FF-405C-979F-6E81271FD42E}" srcOrd="2" destOrd="0" presId="urn:microsoft.com/office/officeart/2005/8/layout/orgChart1"/>
    <dgm:cxn modelId="{FC4E4150-6204-4B18-84C1-61EB3D9D7911}" type="presParOf" srcId="{C9264EDA-91B6-4FAE-AFE6-AFC29BE66386}" destId="{56D242FD-CAA4-4E88-AE52-BBE6D992692F}" srcOrd="3" destOrd="0" presId="urn:microsoft.com/office/officeart/2005/8/layout/orgChart1"/>
    <dgm:cxn modelId="{43DFDF98-F857-44F3-A3A2-76537BFD3557}" type="presParOf" srcId="{56D242FD-CAA4-4E88-AE52-BBE6D992692F}" destId="{88D9FA4B-631E-4BC4-9383-A4EC48F04DC6}" srcOrd="0" destOrd="0" presId="urn:microsoft.com/office/officeart/2005/8/layout/orgChart1"/>
    <dgm:cxn modelId="{8F69F845-EDBC-4DF9-9C49-C87A9EA81F11}" type="presParOf" srcId="{88D9FA4B-631E-4BC4-9383-A4EC48F04DC6}" destId="{E037BA20-CE03-4AC9-B936-025A19D0DCA8}" srcOrd="0" destOrd="0" presId="urn:microsoft.com/office/officeart/2005/8/layout/orgChart1"/>
    <dgm:cxn modelId="{B7BFA7A2-43A0-4867-8696-A85E9F1F8688}" type="presParOf" srcId="{88D9FA4B-631E-4BC4-9383-A4EC48F04DC6}" destId="{7092EE1C-4EF6-42CA-8459-D9EFCCBA1A61}" srcOrd="1" destOrd="0" presId="urn:microsoft.com/office/officeart/2005/8/layout/orgChart1"/>
    <dgm:cxn modelId="{595B53F0-5AF1-423C-AE2D-92D00D5AE355}" type="presParOf" srcId="{56D242FD-CAA4-4E88-AE52-BBE6D992692F}" destId="{784C011B-3121-41B4-B6B1-61CE5B91A095}" srcOrd="1" destOrd="0" presId="urn:microsoft.com/office/officeart/2005/8/layout/orgChart1"/>
    <dgm:cxn modelId="{18C9D9BF-3448-4F73-8ADA-705C198FC645}" type="presParOf" srcId="{56D242FD-CAA4-4E88-AE52-BBE6D992692F}" destId="{A34EC77C-D29A-4E19-9445-1BFAA795B4E5}" srcOrd="2" destOrd="0" presId="urn:microsoft.com/office/officeart/2005/8/layout/orgChart1"/>
    <dgm:cxn modelId="{B9F5CA4B-AF97-4CD2-9B9B-3EFF81ECBC22}" type="presParOf" srcId="{ED726A71-3CEE-43E5-B36E-E99BBF451E5B}" destId="{C5C54053-3A12-46C3-BAAB-BDE4C3102748}" srcOrd="2" destOrd="0" presId="urn:microsoft.com/office/officeart/2005/8/layout/orgChart1"/>
    <dgm:cxn modelId="{3F2C3658-81AB-4BA9-A625-FBC33B734FD4}" type="presParOf" srcId="{AD53A4B1-01E7-41E8-9724-31F3910545A4}" destId="{0146BAA9-2B9D-4F2A-B565-A2DCB6505964}" srcOrd="2" destOrd="0" presId="urn:microsoft.com/office/officeart/2005/8/layout/orgChart1"/>
    <dgm:cxn modelId="{E893D35D-56D7-4A59-9EBD-CED4C36C61B9}" type="presParOf" srcId="{AD53A4B1-01E7-41E8-9724-31F3910545A4}" destId="{E84706B5-084F-4950-8554-35690A57F381}" srcOrd="3" destOrd="0" presId="urn:microsoft.com/office/officeart/2005/8/layout/orgChart1"/>
    <dgm:cxn modelId="{CCE16C19-31E1-478E-9ACE-F24E95F9271E}" type="presParOf" srcId="{E84706B5-084F-4950-8554-35690A57F381}" destId="{2A614826-E838-4B9F-9FD7-136F010E7C46}" srcOrd="0" destOrd="0" presId="urn:microsoft.com/office/officeart/2005/8/layout/orgChart1"/>
    <dgm:cxn modelId="{A33C81FF-C9DD-402D-90E2-22229A9FE729}" type="presParOf" srcId="{2A614826-E838-4B9F-9FD7-136F010E7C46}" destId="{02B28F85-DE51-42FF-859E-1DD3A478F426}" srcOrd="0" destOrd="0" presId="urn:microsoft.com/office/officeart/2005/8/layout/orgChart1"/>
    <dgm:cxn modelId="{801C5F19-FE7F-435A-A0F9-9F0CD8B65EFD}" type="presParOf" srcId="{2A614826-E838-4B9F-9FD7-136F010E7C46}" destId="{1999F93D-C5E3-4B58-A38A-C971B5C1871B}" srcOrd="1" destOrd="0" presId="urn:microsoft.com/office/officeart/2005/8/layout/orgChart1"/>
    <dgm:cxn modelId="{64770BB0-7A01-475B-9DB8-B7AB4C0CA657}" type="presParOf" srcId="{E84706B5-084F-4950-8554-35690A57F381}" destId="{4C592C92-3156-443C-BB98-9204DFF01F72}" srcOrd="1" destOrd="0" presId="urn:microsoft.com/office/officeart/2005/8/layout/orgChart1"/>
    <dgm:cxn modelId="{BD5FE90A-5A76-4746-A0E6-6E5DCD06734D}" type="presParOf" srcId="{4C592C92-3156-443C-BB98-9204DFF01F72}" destId="{8BF33A23-B9E7-4732-917C-5D66B726362F}" srcOrd="0" destOrd="0" presId="urn:microsoft.com/office/officeart/2005/8/layout/orgChart1"/>
    <dgm:cxn modelId="{DDD2DA3D-5A91-4E8F-B0C3-FC2CB0352C2C}" type="presParOf" srcId="{4C592C92-3156-443C-BB98-9204DFF01F72}" destId="{20C774D7-4094-42B3-BC8F-AB5D0586E671}" srcOrd="1" destOrd="0" presId="urn:microsoft.com/office/officeart/2005/8/layout/orgChart1"/>
    <dgm:cxn modelId="{ABA6A3AD-A1B1-40A5-BE8D-12862AB27A08}" type="presParOf" srcId="{20C774D7-4094-42B3-BC8F-AB5D0586E671}" destId="{B158E239-C176-4132-B1BA-6C1E7461F09C}" srcOrd="0" destOrd="0" presId="urn:microsoft.com/office/officeart/2005/8/layout/orgChart1"/>
    <dgm:cxn modelId="{882CDF62-AD7B-4F87-B134-424062227C48}" type="presParOf" srcId="{B158E239-C176-4132-B1BA-6C1E7461F09C}" destId="{9449DAAE-E410-44C5-A07D-A0445C0B7E6B}" srcOrd="0" destOrd="0" presId="urn:microsoft.com/office/officeart/2005/8/layout/orgChart1"/>
    <dgm:cxn modelId="{EA654119-2C8F-4500-9717-999EDB31627C}" type="presParOf" srcId="{B158E239-C176-4132-B1BA-6C1E7461F09C}" destId="{44F89C81-6EDD-4313-B033-6AFE4A6B1597}" srcOrd="1" destOrd="0" presId="urn:microsoft.com/office/officeart/2005/8/layout/orgChart1"/>
    <dgm:cxn modelId="{23504326-4C99-4969-926C-16EDD405C94A}" type="presParOf" srcId="{20C774D7-4094-42B3-BC8F-AB5D0586E671}" destId="{131D6045-90D5-4A9B-AF7A-E47E958A6183}" srcOrd="1" destOrd="0" presId="urn:microsoft.com/office/officeart/2005/8/layout/orgChart1"/>
    <dgm:cxn modelId="{3589BF7E-629D-432D-B0CA-9280AF8AD34B}" type="presParOf" srcId="{20C774D7-4094-42B3-BC8F-AB5D0586E671}" destId="{61412022-130F-4D56-8A65-CD43AA487E99}" srcOrd="2" destOrd="0" presId="urn:microsoft.com/office/officeart/2005/8/layout/orgChart1"/>
    <dgm:cxn modelId="{AC94A215-E159-4C9E-BC7A-F334F7EAD016}" type="presParOf" srcId="{4C592C92-3156-443C-BB98-9204DFF01F72}" destId="{76E33A9D-9480-40FB-A4DF-EE1E2E7E401E}" srcOrd="2" destOrd="0" presId="urn:microsoft.com/office/officeart/2005/8/layout/orgChart1"/>
    <dgm:cxn modelId="{ED75B494-8157-4E29-95DC-D94D470C7C8C}" type="presParOf" srcId="{4C592C92-3156-443C-BB98-9204DFF01F72}" destId="{04B8EA4A-11CB-4AF7-85D7-32F9AD439CB7}" srcOrd="3" destOrd="0" presId="urn:microsoft.com/office/officeart/2005/8/layout/orgChart1"/>
    <dgm:cxn modelId="{8F02A0C7-BF79-4406-BF5A-84BF14E99C51}" type="presParOf" srcId="{04B8EA4A-11CB-4AF7-85D7-32F9AD439CB7}" destId="{D50DA092-4409-4311-BEA8-2E2A816EFE92}" srcOrd="0" destOrd="0" presId="urn:microsoft.com/office/officeart/2005/8/layout/orgChart1"/>
    <dgm:cxn modelId="{298E27EE-9470-4784-A90F-E14BF486EA5D}" type="presParOf" srcId="{D50DA092-4409-4311-BEA8-2E2A816EFE92}" destId="{B4DA07B5-29B3-4442-A69E-055EEC652BE8}" srcOrd="0" destOrd="0" presId="urn:microsoft.com/office/officeart/2005/8/layout/orgChart1"/>
    <dgm:cxn modelId="{B03EAFB3-5681-4586-AEC8-52084CC1FE52}" type="presParOf" srcId="{D50DA092-4409-4311-BEA8-2E2A816EFE92}" destId="{746FE1B3-37E8-4050-B0B7-5668D5D7D118}" srcOrd="1" destOrd="0" presId="urn:microsoft.com/office/officeart/2005/8/layout/orgChart1"/>
    <dgm:cxn modelId="{03C0DF5F-37B0-4999-92CE-0CAB2C2742F2}" type="presParOf" srcId="{04B8EA4A-11CB-4AF7-85D7-32F9AD439CB7}" destId="{CA531930-87B7-4E2B-AA93-B0ECAA52CC09}" srcOrd="1" destOrd="0" presId="urn:microsoft.com/office/officeart/2005/8/layout/orgChart1"/>
    <dgm:cxn modelId="{3E91A5FF-C80D-4BC6-96B2-3C0A0F34E50F}" type="presParOf" srcId="{04B8EA4A-11CB-4AF7-85D7-32F9AD439CB7}" destId="{E9A486E8-3FB6-41A6-BD46-32EB689AD74B}" srcOrd="2" destOrd="0" presId="urn:microsoft.com/office/officeart/2005/8/layout/orgChart1"/>
    <dgm:cxn modelId="{7F010C55-ED5A-485E-B6A9-6A81BECC647B}" type="presParOf" srcId="{4C592C92-3156-443C-BB98-9204DFF01F72}" destId="{98F59064-103E-473A-A55B-DACAE0C5B977}" srcOrd="4" destOrd="0" presId="urn:microsoft.com/office/officeart/2005/8/layout/orgChart1"/>
    <dgm:cxn modelId="{4BA01261-EC2A-4806-A094-1963A4E5CB64}" type="presParOf" srcId="{4C592C92-3156-443C-BB98-9204DFF01F72}" destId="{1F427809-0817-444A-A1CD-4673F23A0430}" srcOrd="5" destOrd="0" presId="urn:microsoft.com/office/officeart/2005/8/layout/orgChart1"/>
    <dgm:cxn modelId="{C28DCC17-953B-4EDB-BD2F-39BAB79DC833}" type="presParOf" srcId="{1F427809-0817-444A-A1CD-4673F23A0430}" destId="{E4E8A50C-BE85-45CA-8225-97FECBEF3AA7}" srcOrd="0" destOrd="0" presId="urn:microsoft.com/office/officeart/2005/8/layout/orgChart1"/>
    <dgm:cxn modelId="{F5FFE95E-A7ED-4AA8-A4FF-AC42C7242DC4}" type="presParOf" srcId="{E4E8A50C-BE85-45CA-8225-97FECBEF3AA7}" destId="{362DD6BD-9262-4B2C-9DDE-4D5BEA07F5EE}" srcOrd="0" destOrd="0" presId="urn:microsoft.com/office/officeart/2005/8/layout/orgChart1"/>
    <dgm:cxn modelId="{1E03910C-60FC-4D40-B449-425411D68E6E}" type="presParOf" srcId="{E4E8A50C-BE85-45CA-8225-97FECBEF3AA7}" destId="{9C3CBAF8-2104-4A11-8B8B-F0485E167135}" srcOrd="1" destOrd="0" presId="urn:microsoft.com/office/officeart/2005/8/layout/orgChart1"/>
    <dgm:cxn modelId="{48226D11-8E8B-4F04-B028-25D33E5D1389}" type="presParOf" srcId="{1F427809-0817-444A-A1CD-4673F23A0430}" destId="{E16ACC74-4F87-4FCA-B6DF-EEC2EC9150A9}" srcOrd="1" destOrd="0" presId="urn:microsoft.com/office/officeart/2005/8/layout/orgChart1"/>
    <dgm:cxn modelId="{C15D6D7D-AA30-4DFB-97B1-1D724D8D0E6D}" type="presParOf" srcId="{1F427809-0817-444A-A1CD-4673F23A0430}" destId="{A571E6F9-F9E4-4573-90E7-A7698270D56C}" srcOrd="2" destOrd="0" presId="urn:microsoft.com/office/officeart/2005/8/layout/orgChart1"/>
    <dgm:cxn modelId="{38121ABD-35BA-4E08-8B42-05A3FB901AF4}" type="presParOf" srcId="{4C592C92-3156-443C-BB98-9204DFF01F72}" destId="{B7D28B6A-2825-4E08-B446-8EC5450412F4}" srcOrd="6" destOrd="0" presId="urn:microsoft.com/office/officeart/2005/8/layout/orgChart1"/>
    <dgm:cxn modelId="{F889E881-002F-4A76-BD37-8FA9214E187F}" type="presParOf" srcId="{4C592C92-3156-443C-BB98-9204DFF01F72}" destId="{2AF9A92D-2E82-43B0-A9A8-DE6FAEDBE94E}" srcOrd="7" destOrd="0" presId="urn:microsoft.com/office/officeart/2005/8/layout/orgChart1"/>
    <dgm:cxn modelId="{1265B991-EF36-49E2-937B-C74DB7E86D11}" type="presParOf" srcId="{2AF9A92D-2E82-43B0-A9A8-DE6FAEDBE94E}" destId="{6B6A0FC3-5334-43CC-B161-3CBE898CFB18}" srcOrd="0" destOrd="0" presId="urn:microsoft.com/office/officeart/2005/8/layout/orgChart1"/>
    <dgm:cxn modelId="{28ED4C69-9536-4858-A779-2B7C36CDBE4B}" type="presParOf" srcId="{6B6A0FC3-5334-43CC-B161-3CBE898CFB18}" destId="{DA48BB98-7FEE-4C56-907D-898F64208C8F}" srcOrd="0" destOrd="0" presId="urn:microsoft.com/office/officeart/2005/8/layout/orgChart1"/>
    <dgm:cxn modelId="{66B43B36-C957-47A9-ABC0-8B67F61AD3DA}" type="presParOf" srcId="{6B6A0FC3-5334-43CC-B161-3CBE898CFB18}" destId="{784AB4DD-EFF2-48C5-9840-E27B540BEC7E}" srcOrd="1" destOrd="0" presId="urn:microsoft.com/office/officeart/2005/8/layout/orgChart1"/>
    <dgm:cxn modelId="{E2D6936D-DC66-4164-9D5D-CB73956DCD77}" type="presParOf" srcId="{2AF9A92D-2E82-43B0-A9A8-DE6FAEDBE94E}" destId="{5F559C4A-D761-4D8E-8E66-D39EF452EABE}" srcOrd="1" destOrd="0" presId="urn:microsoft.com/office/officeart/2005/8/layout/orgChart1"/>
    <dgm:cxn modelId="{24824BD1-3E67-49D2-AA47-EC0B0A866C98}" type="presParOf" srcId="{2AF9A92D-2E82-43B0-A9A8-DE6FAEDBE94E}" destId="{4AE4BECC-A19F-4205-B645-32270D4B04D6}" srcOrd="2" destOrd="0" presId="urn:microsoft.com/office/officeart/2005/8/layout/orgChart1"/>
    <dgm:cxn modelId="{A5F69CA8-31C2-44AE-A4D5-C80025C61576}" type="presParOf" srcId="{4C592C92-3156-443C-BB98-9204DFF01F72}" destId="{0A74CE7B-A1D2-4B1A-95FB-702919421DD3}" srcOrd="8" destOrd="0" presId="urn:microsoft.com/office/officeart/2005/8/layout/orgChart1"/>
    <dgm:cxn modelId="{A4D18FFB-515B-4A30-B836-BFDEDC11AAFA}" type="presParOf" srcId="{4C592C92-3156-443C-BB98-9204DFF01F72}" destId="{05601AED-A0F4-427A-B394-B98C2911971B}" srcOrd="9" destOrd="0" presId="urn:microsoft.com/office/officeart/2005/8/layout/orgChart1"/>
    <dgm:cxn modelId="{103993D1-F557-477A-B5F1-26F51B6C2E5D}" type="presParOf" srcId="{05601AED-A0F4-427A-B394-B98C2911971B}" destId="{35145683-C882-4D29-B96C-68C8716A419B}" srcOrd="0" destOrd="0" presId="urn:microsoft.com/office/officeart/2005/8/layout/orgChart1"/>
    <dgm:cxn modelId="{2851BBA7-DACD-4860-8F6E-7F9073E55BB6}" type="presParOf" srcId="{35145683-C882-4D29-B96C-68C8716A419B}" destId="{BFC02DAA-2A89-47DA-8ED1-F88D5D0D7A1F}" srcOrd="0" destOrd="0" presId="urn:microsoft.com/office/officeart/2005/8/layout/orgChart1"/>
    <dgm:cxn modelId="{3FCA54B0-B681-414E-9A58-75397EA05997}" type="presParOf" srcId="{35145683-C882-4D29-B96C-68C8716A419B}" destId="{23E39F20-3A56-428A-8EF8-67B767140A2D}" srcOrd="1" destOrd="0" presId="urn:microsoft.com/office/officeart/2005/8/layout/orgChart1"/>
    <dgm:cxn modelId="{C5B6F860-E937-4B6E-A415-8AC5699297C9}" type="presParOf" srcId="{05601AED-A0F4-427A-B394-B98C2911971B}" destId="{A31B29DF-DB5B-4D70-B88C-721584DECBB3}" srcOrd="1" destOrd="0" presId="urn:microsoft.com/office/officeart/2005/8/layout/orgChart1"/>
    <dgm:cxn modelId="{498E218C-0E26-4827-87BA-8C92B99C2968}" type="presParOf" srcId="{05601AED-A0F4-427A-B394-B98C2911971B}" destId="{B6FF2C2D-9D6E-458E-98C2-4DD90118DB16}" srcOrd="2" destOrd="0" presId="urn:microsoft.com/office/officeart/2005/8/layout/orgChart1"/>
    <dgm:cxn modelId="{7E19782D-FAE2-439A-B1D7-6262210B6852}" type="presParOf" srcId="{4C592C92-3156-443C-BB98-9204DFF01F72}" destId="{72FAA63C-1C8A-407F-9902-8FB3E159FD2E}" srcOrd="10" destOrd="0" presId="urn:microsoft.com/office/officeart/2005/8/layout/orgChart1"/>
    <dgm:cxn modelId="{D0DA0528-AB1F-4663-BA7C-A88C5D601091}" type="presParOf" srcId="{4C592C92-3156-443C-BB98-9204DFF01F72}" destId="{C366902A-273C-4F3E-A02D-DC77FF655BF3}" srcOrd="11" destOrd="0" presId="urn:microsoft.com/office/officeart/2005/8/layout/orgChart1"/>
    <dgm:cxn modelId="{331C5FB9-9C56-4B86-B28D-A17519A7741C}" type="presParOf" srcId="{C366902A-273C-4F3E-A02D-DC77FF655BF3}" destId="{5F467059-5AC0-41A0-B499-0F65B0EFC840}" srcOrd="0" destOrd="0" presId="urn:microsoft.com/office/officeart/2005/8/layout/orgChart1"/>
    <dgm:cxn modelId="{8132751F-6434-4C94-A591-6C9B3EAE2D9A}" type="presParOf" srcId="{5F467059-5AC0-41A0-B499-0F65B0EFC840}" destId="{47E4C2A9-BBCB-41A8-A3D8-BFC2DBE12EB9}" srcOrd="0" destOrd="0" presId="urn:microsoft.com/office/officeart/2005/8/layout/orgChart1"/>
    <dgm:cxn modelId="{0DC02F31-2266-41A3-A2F1-60AD158E7F56}" type="presParOf" srcId="{5F467059-5AC0-41A0-B499-0F65B0EFC840}" destId="{1BA3A908-E20D-4580-B7DE-7E1AE1228A86}" srcOrd="1" destOrd="0" presId="urn:microsoft.com/office/officeart/2005/8/layout/orgChart1"/>
    <dgm:cxn modelId="{2861BEFD-5D90-49BC-BCDF-A8FE1160E7EE}" type="presParOf" srcId="{C366902A-273C-4F3E-A02D-DC77FF655BF3}" destId="{9E07050E-9017-4F2B-9889-4F1D2D44F667}" srcOrd="1" destOrd="0" presId="urn:microsoft.com/office/officeart/2005/8/layout/orgChart1"/>
    <dgm:cxn modelId="{F5668BFA-570C-46AB-904B-71258681BF6D}" type="presParOf" srcId="{C366902A-273C-4F3E-A02D-DC77FF655BF3}" destId="{9834D5DF-32CB-4469-AB90-7AC780364225}" srcOrd="2" destOrd="0" presId="urn:microsoft.com/office/officeart/2005/8/layout/orgChart1"/>
    <dgm:cxn modelId="{CD8C08F5-A362-4AB6-9A00-01DFAAC1916E}" type="presParOf" srcId="{4C592C92-3156-443C-BB98-9204DFF01F72}" destId="{578DD833-D5A5-4EE4-AC53-41B0D2C85899}" srcOrd="12" destOrd="0" presId="urn:microsoft.com/office/officeart/2005/8/layout/orgChart1"/>
    <dgm:cxn modelId="{E109C8E4-09A8-41A5-8FF8-618BD7875600}" type="presParOf" srcId="{4C592C92-3156-443C-BB98-9204DFF01F72}" destId="{A23F67AF-2ECD-4519-906C-7849384DA41A}" srcOrd="13" destOrd="0" presId="urn:microsoft.com/office/officeart/2005/8/layout/orgChart1"/>
    <dgm:cxn modelId="{E2846609-5213-40B6-AA66-1463DF23B530}" type="presParOf" srcId="{A23F67AF-2ECD-4519-906C-7849384DA41A}" destId="{C218478C-BE9B-4395-958E-F315132B9716}" srcOrd="0" destOrd="0" presId="urn:microsoft.com/office/officeart/2005/8/layout/orgChart1"/>
    <dgm:cxn modelId="{2F2BCF57-4DC1-4AB5-B54B-C5B2DEC03F93}" type="presParOf" srcId="{C218478C-BE9B-4395-958E-F315132B9716}" destId="{3E8135BF-BCBB-4B5E-A1CB-264C7E2C884F}" srcOrd="0" destOrd="0" presId="urn:microsoft.com/office/officeart/2005/8/layout/orgChart1"/>
    <dgm:cxn modelId="{1E169BD7-036A-4118-A87E-7CC52EE8B7BD}" type="presParOf" srcId="{C218478C-BE9B-4395-958E-F315132B9716}" destId="{895F9B5E-7116-4ACE-A06D-885F6AA275E0}" srcOrd="1" destOrd="0" presId="urn:microsoft.com/office/officeart/2005/8/layout/orgChart1"/>
    <dgm:cxn modelId="{60C4A21C-8A7E-4CBE-AFBD-4C1B1FECED7B}" type="presParOf" srcId="{A23F67AF-2ECD-4519-906C-7849384DA41A}" destId="{59B8851E-EB51-4CC5-B189-C4B2BFEC419C}" srcOrd="1" destOrd="0" presId="urn:microsoft.com/office/officeart/2005/8/layout/orgChart1"/>
    <dgm:cxn modelId="{15A74380-7AED-4405-B9DD-A58B21FE4731}" type="presParOf" srcId="{A23F67AF-2ECD-4519-906C-7849384DA41A}" destId="{EC009E0B-945C-4C62-AE7C-25924C6934BA}" srcOrd="2" destOrd="0" presId="urn:microsoft.com/office/officeart/2005/8/layout/orgChart1"/>
    <dgm:cxn modelId="{0866B6D9-FDA7-47F3-B226-F143E48FBAAA}" type="presParOf" srcId="{4C592C92-3156-443C-BB98-9204DFF01F72}" destId="{9088FD99-4937-46C5-924A-F51B321BF542}" srcOrd="14" destOrd="0" presId="urn:microsoft.com/office/officeart/2005/8/layout/orgChart1"/>
    <dgm:cxn modelId="{ABD57D43-A7EB-4F20-8A37-51E0488CCB2E}" type="presParOf" srcId="{4C592C92-3156-443C-BB98-9204DFF01F72}" destId="{94289D94-A252-4FEC-B885-5D0DED4C524E}" srcOrd="15" destOrd="0" presId="urn:microsoft.com/office/officeart/2005/8/layout/orgChart1"/>
    <dgm:cxn modelId="{DC4CAD76-B158-48BF-A932-DBBBD1E06D93}" type="presParOf" srcId="{94289D94-A252-4FEC-B885-5D0DED4C524E}" destId="{47FB7993-EEBF-4348-8B3D-823485946604}" srcOrd="0" destOrd="0" presId="urn:microsoft.com/office/officeart/2005/8/layout/orgChart1"/>
    <dgm:cxn modelId="{649690F6-F063-4A14-8B89-0FDFCE487E9E}" type="presParOf" srcId="{47FB7993-EEBF-4348-8B3D-823485946604}" destId="{469CAF21-1513-4CB4-A436-10802A52549F}" srcOrd="0" destOrd="0" presId="urn:microsoft.com/office/officeart/2005/8/layout/orgChart1"/>
    <dgm:cxn modelId="{A679FF7A-2C60-4AAD-BDDA-7F3FD9A3AD52}" type="presParOf" srcId="{47FB7993-EEBF-4348-8B3D-823485946604}" destId="{7F51C97F-860E-48CD-BD1E-2610535F7FA0}" srcOrd="1" destOrd="0" presId="urn:microsoft.com/office/officeart/2005/8/layout/orgChart1"/>
    <dgm:cxn modelId="{826814DD-E053-4292-B57F-35C7A03D1184}" type="presParOf" srcId="{94289D94-A252-4FEC-B885-5D0DED4C524E}" destId="{E9B37F1B-BB2B-42C4-9A6C-333EF515F71C}" srcOrd="1" destOrd="0" presId="urn:microsoft.com/office/officeart/2005/8/layout/orgChart1"/>
    <dgm:cxn modelId="{E7EF5A75-47D3-40EC-BF3A-18AB804AF761}" type="presParOf" srcId="{94289D94-A252-4FEC-B885-5D0DED4C524E}" destId="{90E89380-61FA-48A3-9907-5AD47801C282}" srcOrd="2" destOrd="0" presId="urn:microsoft.com/office/officeart/2005/8/layout/orgChart1"/>
    <dgm:cxn modelId="{85F8E93C-CC4B-4707-942E-17E73C6C1153}" type="presParOf" srcId="{4C592C92-3156-443C-BB98-9204DFF01F72}" destId="{2950EBDC-D558-491C-A58C-E63A104F5225}" srcOrd="16" destOrd="0" presId="urn:microsoft.com/office/officeart/2005/8/layout/orgChart1"/>
    <dgm:cxn modelId="{5432AAD5-E527-4CB8-A21C-6FF4A44850D6}" type="presParOf" srcId="{4C592C92-3156-443C-BB98-9204DFF01F72}" destId="{82F9FA8D-997C-4F48-B25F-E73DC45DD89A}" srcOrd="17" destOrd="0" presId="urn:microsoft.com/office/officeart/2005/8/layout/orgChart1"/>
    <dgm:cxn modelId="{BF45D684-C76E-4765-BCA6-561D70765CC7}" type="presParOf" srcId="{82F9FA8D-997C-4F48-B25F-E73DC45DD89A}" destId="{B8DC4FBA-A918-479B-B196-26C26E2F99B5}" srcOrd="0" destOrd="0" presId="urn:microsoft.com/office/officeart/2005/8/layout/orgChart1"/>
    <dgm:cxn modelId="{9BFE30D3-E28C-453B-87F7-11B46EC6F5B5}" type="presParOf" srcId="{B8DC4FBA-A918-479B-B196-26C26E2F99B5}" destId="{414E760F-358A-4836-9407-B480384FE32D}" srcOrd="0" destOrd="0" presId="urn:microsoft.com/office/officeart/2005/8/layout/orgChart1"/>
    <dgm:cxn modelId="{F0C51250-D503-457F-A0CB-4645789B9B8D}" type="presParOf" srcId="{B8DC4FBA-A918-479B-B196-26C26E2F99B5}" destId="{47521A23-2212-43A7-90B8-0A76466CD3E8}" srcOrd="1" destOrd="0" presId="urn:microsoft.com/office/officeart/2005/8/layout/orgChart1"/>
    <dgm:cxn modelId="{86161CBA-8869-4F28-AC77-D28103D35D71}" type="presParOf" srcId="{82F9FA8D-997C-4F48-B25F-E73DC45DD89A}" destId="{456B80B7-72FD-4BD7-BE1A-0F3610B8C7D5}" srcOrd="1" destOrd="0" presId="urn:microsoft.com/office/officeart/2005/8/layout/orgChart1"/>
    <dgm:cxn modelId="{A120CB74-5329-4A42-9F56-CFB7EF98022C}" type="presParOf" srcId="{82F9FA8D-997C-4F48-B25F-E73DC45DD89A}" destId="{55EBCD8D-3CBE-452D-B313-598B8E0384D1}" srcOrd="2" destOrd="0" presId="urn:microsoft.com/office/officeart/2005/8/layout/orgChart1"/>
    <dgm:cxn modelId="{2D7C7C1F-3DEB-4989-B337-BAD70B4AA2D2}" type="presParOf" srcId="{4C592C92-3156-443C-BB98-9204DFF01F72}" destId="{6AABE029-3C83-4187-8AC5-D8BA4B92FE81}" srcOrd="18" destOrd="0" presId="urn:microsoft.com/office/officeart/2005/8/layout/orgChart1"/>
    <dgm:cxn modelId="{32A6682D-9404-4E4D-A2C2-FA540B7921A8}" type="presParOf" srcId="{4C592C92-3156-443C-BB98-9204DFF01F72}" destId="{492F77D0-8693-4FCE-9305-63B44E57B20A}" srcOrd="19" destOrd="0" presId="urn:microsoft.com/office/officeart/2005/8/layout/orgChart1"/>
    <dgm:cxn modelId="{13C14EF3-879F-40EB-8060-7CAF2AC765C1}" type="presParOf" srcId="{492F77D0-8693-4FCE-9305-63B44E57B20A}" destId="{6091B0B5-5E98-4540-A261-60A6F7BC4907}" srcOrd="0" destOrd="0" presId="urn:microsoft.com/office/officeart/2005/8/layout/orgChart1"/>
    <dgm:cxn modelId="{89D1CB3A-70E3-4A8D-A693-D8A4BA15209A}" type="presParOf" srcId="{6091B0B5-5E98-4540-A261-60A6F7BC4907}" destId="{C2D84C4F-B27B-4866-8972-B783A0942361}" srcOrd="0" destOrd="0" presId="urn:microsoft.com/office/officeart/2005/8/layout/orgChart1"/>
    <dgm:cxn modelId="{856C7D38-9D01-425A-8C42-B5EAC8500FEF}" type="presParOf" srcId="{6091B0B5-5E98-4540-A261-60A6F7BC4907}" destId="{B6C5E8AE-FD7E-4B99-97B8-745FC3209A9C}" srcOrd="1" destOrd="0" presId="urn:microsoft.com/office/officeart/2005/8/layout/orgChart1"/>
    <dgm:cxn modelId="{B74CC11A-4D46-481D-AC9A-4D6185C2C87D}" type="presParOf" srcId="{492F77D0-8693-4FCE-9305-63B44E57B20A}" destId="{837CF2AA-8B4E-4ED5-A127-5690E2535DC4}" srcOrd="1" destOrd="0" presId="urn:microsoft.com/office/officeart/2005/8/layout/orgChart1"/>
    <dgm:cxn modelId="{DDCB210B-5D68-41C6-BDC2-ED7BA50FC925}" type="presParOf" srcId="{492F77D0-8693-4FCE-9305-63B44E57B20A}" destId="{BC55535D-7655-4BCC-A764-681E752C3F69}" srcOrd="2" destOrd="0" presId="urn:microsoft.com/office/officeart/2005/8/layout/orgChart1"/>
    <dgm:cxn modelId="{B1BE96F7-2337-44FA-BD34-76B245EE353D}" type="presParOf" srcId="{E84706B5-084F-4950-8554-35690A57F381}" destId="{3E362709-8DF5-4ED1-BE78-2D67C7F6CD59}" srcOrd="2" destOrd="0" presId="urn:microsoft.com/office/officeart/2005/8/layout/orgChart1"/>
    <dgm:cxn modelId="{94B74EC5-0238-48C2-B95F-43CA8159DF69}" type="presParOf" srcId="{AD53A4B1-01E7-41E8-9724-31F3910545A4}" destId="{0E020EB3-B687-49B5-864A-7775365865BE}" srcOrd="4" destOrd="0" presId="urn:microsoft.com/office/officeart/2005/8/layout/orgChart1"/>
    <dgm:cxn modelId="{D0B549FF-5801-4E1A-89E7-24344A5EB9AD}" type="presParOf" srcId="{AD53A4B1-01E7-41E8-9724-31F3910545A4}" destId="{BBAFE3D2-3A5A-4490-A81A-2A8E15028CC9}" srcOrd="5" destOrd="0" presId="urn:microsoft.com/office/officeart/2005/8/layout/orgChart1"/>
    <dgm:cxn modelId="{1CB230E5-C9E8-4D9C-A489-0E3F05701E3A}" type="presParOf" srcId="{BBAFE3D2-3A5A-4490-A81A-2A8E15028CC9}" destId="{5D13AC61-CB0D-439C-A3B7-8B75673646F3}" srcOrd="0" destOrd="0" presId="urn:microsoft.com/office/officeart/2005/8/layout/orgChart1"/>
    <dgm:cxn modelId="{81B880D2-9FD4-4A89-97F5-87A39B9AEFA7}" type="presParOf" srcId="{5D13AC61-CB0D-439C-A3B7-8B75673646F3}" destId="{03758FE5-334A-46EC-AD76-4289659832B6}" srcOrd="0" destOrd="0" presId="urn:microsoft.com/office/officeart/2005/8/layout/orgChart1"/>
    <dgm:cxn modelId="{9BD8690F-C487-4C6A-B1D7-5BB23558C4DB}" type="presParOf" srcId="{5D13AC61-CB0D-439C-A3B7-8B75673646F3}" destId="{2B09EB8B-ED69-45F5-BA37-36CF2B0643CF}" srcOrd="1" destOrd="0" presId="urn:microsoft.com/office/officeart/2005/8/layout/orgChart1"/>
    <dgm:cxn modelId="{6A79E406-27FB-4D79-B620-B01551AA34E8}" type="presParOf" srcId="{BBAFE3D2-3A5A-4490-A81A-2A8E15028CC9}" destId="{1DE9D2D5-FD8E-457B-8509-AF1B11F236B3}" srcOrd="1" destOrd="0" presId="urn:microsoft.com/office/officeart/2005/8/layout/orgChart1"/>
    <dgm:cxn modelId="{9AA2F6E1-BBD8-4AD7-AC38-EAD5AED2371B}" type="presParOf" srcId="{1DE9D2D5-FD8E-457B-8509-AF1B11F236B3}" destId="{B24AC9E0-962C-4E78-A693-CB404F97964B}" srcOrd="0" destOrd="0" presId="urn:microsoft.com/office/officeart/2005/8/layout/orgChart1"/>
    <dgm:cxn modelId="{DA275F05-0BFC-4A51-A3D9-3E164B3CC876}" type="presParOf" srcId="{1DE9D2D5-FD8E-457B-8509-AF1B11F236B3}" destId="{14081BD0-0331-49D1-9132-48E38CC72506}" srcOrd="1" destOrd="0" presId="urn:microsoft.com/office/officeart/2005/8/layout/orgChart1"/>
    <dgm:cxn modelId="{91894A99-937E-4250-945D-97E76F06FDEC}" type="presParOf" srcId="{14081BD0-0331-49D1-9132-48E38CC72506}" destId="{CD57EBD1-6290-48D5-B876-F6B8F3E71B1C}" srcOrd="0" destOrd="0" presId="urn:microsoft.com/office/officeart/2005/8/layout/orgChart1"/>
    <dgm:cxn modelId="{F967BDCC-0E07-438E-8A8E-6EF1FFB5C5EB}" type="presParOf" srcId="{CD57EBD1-6290-48D5-B876-F6B8F3E71B1C}" destId="{AF41A196-D073-444E-BDCD-FC763BCB5F43}" srcOrd="0" destOrd="0" presId="urn:microsoft.com/office/officeart/2005/8/layout/orgChart1"/>
    <dgm:cxn modelId="{A57F7E84-78A5-4475-B36E-47AFF3C94F24}" type="presParOf" srcId="{CD57EBD1-6290-48D5-B876-F6B8F3E71B1C}" destId="{D2461159-78CB-4A23-999D-2C7EB906725F}" srcOrd="1" destOrd="0" presId="urn:microsoft.com/office/officeart/2005/8/layout/orgChart1"/>
    <dgm:cxn modelId="{D1D95D4C-BE77-410E-86B2-9CD3BE248F9C}" type="presParOf" srcId="{14081BD0-0331-49D1-9132-48E38CC72506}" destId="{B7419B15-5138-497F-9E6A-0A8D19A45473}" srcOrd="1" destOrd="0" presId="urn:microsoft.com/office/officeart/2005/8/layout/orgChart1"/>
    <dgm:cxn modelId="{E70E52F5-7D2A-4F5B-A767-42C7F16EF50C}" type="presParOf" srcId="{14081BD0-0331-49D1-9132-48E38CC72506}" destId="{913DBA18-54C7-4B85-987E-75AE9FC67706}" srcOrd="2" destOrd="0" presId="urn:microsoft.com/office/officeart/2005/8/layout/orgChart1"/>
    <dgm:cxn modelId="{9AF0FCE5-6AEA-4201-8670-7153DCF7EEAC}" type="presParOf" srcId="{1DE9D2D5-FD8E-457B-8509-AF1B11F236B3}" destId="{D1F3B684-E017-4F86-8C26-185FF4950B12}" srcOrd="2" destOrd="0" presId="urn:microsoft.com/office/officeart/2005/8/layout/orgChart1"/>
    <dgm:cxn modelId="{5C642083-BA77-4CC3-8897-113B7ED36C57}" type="presParOf" srcId="{1DE9D2D5-FD8E-457B-8509-AF1B11F236B3}" destId="{49829AD2-873A-4D62-9724-B73219D181BA}" srcOrd="3" destOrd="0" presId="urn:microsoft.com/office/officeart/2005/8/layout/orgChart1"/>
    <dgm:cxn modelId="{73E41AB6-4BC1-4081-A9A6-A5BDF6BB3543}" type="presParOf" srcId="{49829AD2-873A-4D62-9724-B73219D181BA}" destId="{5B6E2E8D-8F8C-429A-A394-C2F23A64E53E}" srcOrd="0" destOrd="0" presId="urn:microsoft.com/office/officeart/2005/8/layout/orgChart1"/>
    <dgm:cxn modelId="{767B0862-4CCF-46D4-B25C-2288CB82AE9D}" type="presParOf" srcId="{5B6E2E8D-8F8C-429A-A394-C2F23A64E53E}" destId="{1531043F-8795-4B21-8088-A15A99966869}" srcOrd="0" destOrd="0" presId="urn:microsoft.com/office/officeart/2005/8/layout/orgChart1"/>
    <dgm:cxn modelId="{4AA92344-6C44-4426-B2B4-C955303CE86C}" type="presParOf" srcId="{5B6E2E8D-8F8C-429A-A394-C2F23A64E53E}" destId="{F2C2BEAD-A73F-49AB-B3BD-7E4A09214EC6}" srcOrd="1" destOrd="0" presId="urn:microsoft.com/office/officeart/2005/8/layout/orgChart1"/>
    <dgm:cxn modelId="{EF963F75-4FDB-4958-8367-027853FCE936}" type="presParOf" srcId="{49829AD2-873A-4D62-9724-B73219D181BA}" destId="{00668948-0A41-439B-BCF5-3D7E918DD408}" srcOrd="1" destOrd="0" presId="urn:microsoft.com/office/officeart/2005/8/layout/orgChart1"/>
    <dgm:cxn modelId="{1A6DBD26-2F3A-452A-8B49-832B5B60B747}" type="presParOf" srcId="{49829AD2-873A-4D62-9724-B73219D181BA}" destId="{E4A57550-6D56-4F88-8E30-A72A8AA5C440}" srcOrd="2" destOrd="0" presId="urn:microsoft.com/office/officeart/2005/8/layout/orgChart1"/>
    <dgm:cxn modelId="{D5929E14-9878-4855-B061-5DF51BD6533C}" type="presParOf" srcId="{1DE9D2D5-FD8E-457B-8509-AF1B11F236B3}" destId="{414C7D41-C0D4-4459-BBB5-2C8D13BAB807}" srcOrd="4" destOrd="0" presId="urn:microsoft.com/office/officeart/2005/8/layout/orgChart1"/>
    <dgm:cxn modelId="{5BFEDA0E-1D39-4157-9F5F-70DA8913BCD9}" type="presParOf" srcId="{1DE9D2D5-FD8E-457B-8509-AF1B11F236B3}" destId="{D3BB2BDE-0804-431E-B58B-B4A1EAABFBAD}" srcOrd="5" destOrd="0" presId="urn:microsoft.com/office/officeart/2005/8/layout/orgChart1"/>
    <dgm:cxn modelId="{90C3DED0-F8F5-4DF7-9057-F3BA3CB84CA3}" type="presParOf" srcId="{D3BB2BDE-0804-431E-B58B-B4A1EAABFBAD}" destId="{800EC588-C92C-435B-99D4-35FF3030DB0D}" srcOrd="0" destOrd="0" presId="urn:microsoft.com/office/officeart/2005/8/layout/orgChart1"/>
    <dgm:cxn modelId="{08451520-C7F4-46BF-87A6-87C2756F05F2}" type="presParOf" srcId="{800EC588-C92C-435B-99D4-35FF3030DB0D}" destId="{B035253A-EFC7-48C1-B143-E9695D438A7C}" srcOrd="0" destOrd="0" presId="urn:microsoft.com/office/officeart/2005/8/layout/orgChart1"/>
    <dgm:cxn modelId="{6B372A96-0816-4EE8-8B59-6C0000B7B86B}" type="presParOf" srcId="{800EC588-C92C-435B-99D4-35FF3030DB0D}" destId="{2D1050D5-D3F5-4594-8492-CADA49122876}" srcOrd="1" destOrd="0" presId="urn:microsoft.com/office/officeart/2005/8/layout/orgChart1"/>
    <dgm:cxn modelId="{95F293D7-D34E-407A-8330-2EB523C01EB0}" type="presParOf" srcId="{D3BB2BDE-0804-431E-B58B-B4A1EAABFBAD}" destId="{ADE08C16-A75A-4844-8703-117DDEEDDE14}" srcOrd="1" destOrd="0" presId="urn:microsoft.com/office/officeart/2005/8/layout/orgChart1"/>
    <dgm:cxn modelId="{91D4CAF2-5F31-45B2-A82E-1CC5F038C423}" type="presParOf" srcId="{D3BB2BDE-0804-431E-B58B-B4A1EAABFBAD}" destId="{A9CC6526-9C90-4406-B9CE-48F22C77F804}" srcOrd="2" destOrd="0" presId="urn:microsoft.com/office/officeart/2005/8/layout/orgChart1"/>
    <dgm:cxn modelId="{0C408066-027F-4794-BBF3-EB1EEB82B535}" type="presParOf" srcId="{1DE9D2D5-FD8E-457B-8509-AF1B11F236B3}" destId="{1B67105F-ECD7-44F8-A5C6-19D745593D1A}" srcOrd="6" destOrd="0" presId="urn:microsoft.com/office/officeart/2005/8/layout/orgChart1"/>
    <dgm:cxn modelId="{1045427B-0972-451D-A29F-70BB739525F1}" type="presParOf" srcId="{1DE9D2D5-FD8E-457B-8509-AF1B11F236B3}" destId="{4E0FF4BB-1A2C-4C8D-AF74-F15AF8783F22}" srcOrd="7" destOrd="0" presId="urn:microsoft.com/office/officeart/2005/8/layout/orgChart1"/>
    <dgm:cxn modelId="{A8B36D96-C67C-4929-83C1-F4D5787F00F2}" type="presParOf" srcId="{4E0FF4BB-1A2C-4C8D-AF74-F15AF8783F22}" destId="{943285A0-5974-434B-8643-6383D8E0BB1B}" srcOrd="0" destOrd="0" presId="urn:microsoft.com/office/officeart/2005/8/layout/orgChart1"/>
    <dgm:cxn modelId="{4E5039AE-4C84-4B9A-A07B-0686FA86C29A}" type="presParOf" srcId="{943285A0-5974-434B-8643-6383D8E0BB1B}" destId="{1782EC50-1D2D-4E22-878C-87859919B902}" srcOrd="0" destOrd="0" presId="urn:microsoft.com/office/officeart/2005/8/layout/orgChart1"/>
    <dgm:cxn modelId="{38139B3A-6C0C-427A-B707-B88FDCAFC5B2}" type="presParOf" srcId="{943285A0-5974-434B-8643-6383D8E0BB1B}" destId="{873BA853-F789-473E-8D19-18E2BC80AA7B}" srcOrd="1" destOrd="0" presId="urn:microsoft.com/office/officeart/2005/8/layout/orgChart1"/>
    <dgm:cxn modelId="{56074E66-91ED-433C-9697-24D6AED9070C}" type="presParOf" srcId="{4E0FF4BB-1A2C-4C8D-AF74-F15AF8783F22}" destId="{5763E8B2-EAAC-4E9A-8F43-8795E9C0D54F}" srcOrd="1" destOrd="0" presId="urn:microsoft.com/office/officeart/2005/8/layout/orgChart1"/>
    <dgm:cxn modelId="{FF9048F8-5EB0-4E55-8625-84763031F52A}" type="presParOf" srcId="{4E0FF4BB-1A2C-4C8D-AF74-F15AF8783F22}" destId="{D32C5E0F-0AC1-4330-A6BD-3AEADEDE39B1}" srcOrd="2" destOrd="0" presId="urn:microsoft.com/office/officeart/2005/8/layout/orgChart1"/>
    <dgm:cxn modelId="{2CAB6561-248B-434D-94A1-FF55E9E174A4}" type="presParOf" srcId="{1DE9D2D5-FD8E-457B-8509-AF1B11F236B3}" destId="{63869B18-0E40-4E74-BAE2-50D23ADF541A}" srcOrd="8" destOrd="0" presId="urn:microsoft.com/office/officeart/2005/8/layout/orgChart1"/>
    <dgm:cxn modelId="{9B9A836A-BF09-4A7E-8D39-7521ABAF4BD9}" type="presParOf" srcId="{1DE9D2D5-FD8E-457B-8509-AF1B11F236B3}" destId="{56FD046E-C985-43FB-A292-69029AE3BCF3}" srcOrd="9" destOrd="0" presId="urn:microsoft.com/office/officeart/2005/8/layout/orgChart1"/>
    <dgm:cxn modelId="{1DD1D978-63AB-46DE-B483-AF14316AF9D9}" type="presParOf" srcId="{56FD046E-C985-43FB-A292-69029AE3BCF3}" destId="{CB430598-2807-4BF5-B90C-944F8806C996}" srcOrd="0" destOrd="0" presId="urn:microsoft.com/office/officeart/2005/8/layout/orgChart1"/>
    <dgm:cxn modelId="{AF2B06FB-93B5-4AC0-B264-F7FA805890E2}" type="presParOf" srcId="{CB430598-2807-4BF5-B90C-944F8806C996}" destId="{738AF0CD-F409-4DFF-AC88-70D63900B563}" srcOrd="0" destOrd="0" presId="urn:microsoft.com/office/officeart/2005/8/layout/orgChart1"/>
    <dgm:cxn modelId="{1E35C730-9D58-4566-A5DA-D416715DFC8F}" type="presParOf" srcId="{CB430598-2807-4BF5-B90C-944F8806C996}" destId="{E22688AA-84A4-4A87-BFB2-B43976A576FA}" srcOrd="1" destOrd="0" presId="urn:microsoft.com/office/officeart/2005/8/layout/orgChart1"/>
    <dgm:cxn modelId="{29CEEDD6-372E-4913-97EB-F658F63A9448}" type="presParOf" srcId="{56FD046E-C985-43FB-A292-69029AE3BCF3}" destId="{D12EC92D-D826-4AB1-88BB-7FC54F7CA95A}" srcOrd="1" destOrd="0" presId="urn:microsoft.com/office/officeart/2005/8/layout/orgChart1"/>
    <dgm:cxn modelId="{8AB3CE23-026F-4E8D-B02E-94BCC8F4D7C0}" type="presParOf" srcId="{56FD046E-C985-43FB-A292-69029AE3BCF3}" destId="{2BE98D8E-EF88-4AAB-84B0-AF028DA6CE2F}" srcOrd="2" destOrd="0" presId="urn:microsoft.com/office/officeart/2005/8/layout/orgChart1"/>
    <dgm:cxn modelId="{7165566C-C496-49D7-95A5-33A9BB6F3EAA}" type="presParOf" srcId="{1DE9D2D5-FD8E-457B-8509-AF1B11F236B3}" destId="{40E57C39-E8A8-460E-A1E7-B28C562578E6}" srcOrd="10" destOrd="0" presId="urn:microsoft.com/office/officeart/2005/8/layout/orgChart1"/>
    <dgm:cxn modelId="{322A75D8-8480-4EA0-B05A-3D6123113399}" type="presParOf" srcId="{1DE9D2D5-FD8E-457B-8509-AF1B11F236B3}" destId="{8CE639B0-1A46-4D9B-BB2A-B1D0524BCBDA}" srcOrd="11" destOrd="0" presId="urn:microsoft.com/office/officeart/2005/8/layout/orgChart1"/>
    <dgm:cxn modelId="{A2834296-F983-4B6C-8513-E6913722CBCD}" type="presParOf" srcId="{8CE639B0-1A46-4D9B-BB2A-B1D0524BCBDA}" destId="{38C34ACF-0F0F-494E-AF63-0D953161FE63}" srcOrd="0" destOrd="0" presId="urn:microsoft.com/office/officeart/2005/8/layout/orgChart1"/>
    <dgm:cxn modelId="{BACB4451-01C0-40F1-80BB-E5BC720944AE}" type="presParOf" srcId="{38C34ACF-0F0F-494E-AF63-0D953161FE63}" destId="{33DA69DD-CC29-4B80-B4C4-74D75AC13654}" srcOrd="0" destOrd="0" presId="urn:microsoft.com/office/officeart/2005/8/layout/orgChart1"/>
    <dgm:cxn modelId="{A1624D97-A5AD-4A12-8A0A-449AD02C9741}" type="presParOf" srcId="{38C34ACF-0F0F-494E-AF63-0D953161FE63}" destId="{DA06BA89-6685-4EF9-B953-68B9C28A8575}" srcOrd="1" destOrd="0" presId="urn:microsoft.com/office/officeart/2005/8/layout/orgChart1"/>
    <dgm:cxn modelId="{70E9651E-A326-4057-8009-4CC15E48B800}" type="presParOf" srcId="{8CE639B0-1A46-4D9B-BB2A-B1D0524BCBDA}" destId="{F143A1F1-9AE0-46DF-B42D-3D1D72D61BB6}" srcOrd="1" destOrd="0" presId="urn:microsoft.com/office/officeart/2005/8/layout/orgChart1"/>
    <dgm:cxn modelId="{30CA0D31-2E22-48D5-BD8A-CA8A883D111D}" type="presParOf" srcId="{8CE639B0-1A46-4D9B-BB2A-B1D0524BCBDA}" destId="{58830E30-C77D-4FCD-A0EC-00410A6FE1AC}" srcOrd="2" destOrd="0" presId="urn:microsoft.com/office/officeart/2005/8/layout/orgChart1"/>
    <dgm:cxn modelId="{6C746DDC-32FE-48E3-BA11-1095D27BC0DB}" type="presParOf" srcId="{BBAFE3D2-3A5A-4490-A81A-2A8E15028CC9}" destId="{D835F695-B50D-418C-A907-0CB512CD6F3C}" srcOrd="2" destOrd="0" presId="urn:microsoft.com/office/officeart/2005/8/layout/orgChart1"/>
    <dgm:cxn modelId="{F7EF19E1-490D-4ADB-A8EF-15E9D56C50C8}" type="presParOf" srcId="{AD53A4B1-01E7-41E8-9724-31F3910545A4}" destId="{62821369-B757-43AF-BF6D-02B9EF83A7FF}" srcOrd="6" destOrd="0" presId="urn:microsoft.com/office/officeart/2005/8/layout/orgChart1"/>
    <dgm:cxn modelId="{F7E54C5D-FDD8-4592-9E3D-49D8CC32008C}" type="presParOf" srcId="{AD53A4B1-01E7-41E8-9724-31F3910545A4}" destId="{739885B7-7422-46AE-AE38-C86EED9C22BF}" srcOrd="7" destOrd="0" presId="urn:microsoft.com/office/officeart/2005/8/layout/orgChart1"/>
    <dgm:cxn modelId="{DA35BD92-6ADF-4D4A-B853-240E7B29522C}" type="presParOf" srcId="{739885B7-7422-46AE-AE38-C86EED9C22BF}" destId="{1BDBFDD5-3230-44FF-B170-FE93CAC5A6B8}" srcOrd="0" destOrd="0" presId="urn:microsoft.com/office/officeart/2005/8/layout/orgChart1"/>
    <dgm:cxn modelId="{73F29BB4-A672-47BF-A744-DFBEDBCD5079}" type="presParOf" srcId="{1BDBFDD5-3230-44FF-B170-FE93CAC5A6B8}" destId="{E2CE8193-46AF-44C0-B4A1-4402C2A6388E}" srcOrd="0" destOrd="0" presId="urn:microsoft.com/office/officeart/2005/8/layout/orgChart1"/>
    <dgm:cxn modelId="{4B5E9D26-4CF1-41B8-A356-947AC2CC8672}" type="presParOf" srcId="{1BDBFDD5-3230-44FF-B170-FE93CAC5A6B8}" destId="{0FE7A504-1A99-42A4-92D2-369E93728B6E}" srcOrd="1" destOrd="0" presId="urn:microsoft.com/office/officeart/2005/8/layout/orgChart1"/>
    <dgm:cxn modelId="{10D27593-B3C4-4354-B9C9-552B475B285E}" type="presParOf" srcId="{739885B7-7422-46AE-AE38-C86EED9C22BF}" destId="{5C832EA0-92EB-4018-A238-AAD0380D7AE1}" srcOrd="1" destOrd="0" presId="urn:microsoft.com/office/officeart/2005/8/layout/orgChart1"/>
    <dgm:cxn modelId="{72D26FFB-EE31-4FD2-B9F7-E6CE0D53C636}" type="presParOf" srcId="{5C832EA0-92EB-4018-A238-AAD0380D7AE1}" destId="{1C6780BE-0BFA-452E-B23B-840ADD2F1082}" srcOrd="0" destOrd="0" presId="urn:microsoft.com/office/officeart/2005/8/layout/orgChart1"/>
    <dgm:cxn modelId="{ADFFF1BB-FFD0-47CA-BF30-1D7F0592AEC0}" type="presParOf" srcId="{5C832EA0-92EB-4018-A238-AAD0380D7AE1}" destId="{91542984-1884-4075-85FF-10D3512C3511}" srcOrd="1" destOrd="0" presId="urn:microsoft.com/office/officeart/2005/8/layout/orgChart1"/>
    <dgm:cxn modelId="{F9469F16-3293-4849-AEED-C2AA9421F0EC}" type="presParOf" srcId="{91542984-1884-4075-85FF-10D3512C3511}" destId="{2197488C-9BB4-4FE6-913F-95BF99328D53}" srcOrd="0" destOrd="0" presId="urn:microsoft.com/office/officeart/2005/8/layout/orgChart1"/>
    <dgm:cxn modelId="{56936B48-9F8F-46DB-A074-C4AF23A4CB4E}" type="presParOf" srcId="{2197488C-9BB4-4FE6-913F-95BF99328D53}" destId="{9BB5FF79-6973-4054-99B9-A54F1965A453}" srcOrd="0" destOrd="0" presId="urn:microsoft.com/office/officeart/2005/8/layout/orgChart1"/>
    <dgm:cxn modelId="{826EAE7B-E255-4254-9D08-E21A8E5E6CEC}" type="presParOf" srcId="{2197488C-9BB4-4FE6-913F-95BF99328D53}" destId="{B78A35CA-8616-4084-9244-9BF0A5A39633}" srcOrd="1" destOrd="0" presId="urn:microsoft.com/office/officeart/2005/8/layout/orgChart1"/>
    <dgm:cxn modelId="{94BBC595-F51C-4474-A274-904272C905B7}" type="presParOf" srcId="{91542984-1884-4075-85FF-10D3512C3511}" destId="{F4B924C5-04CD-43B1-A77B-46828D59C785}" srcOrd="1" destOrd="0" presId="urn:microsoft.com/office/officeart/2005/8/layout/orgChart1"/>
    <dgm:cxn modelId="{7856C73E-9AEF-4123-B4EC-F9DA60AF7276}" type="presParOf" srcId="{91542984-1884-4075-85FF-10D3512C3511}" destId="{0FF70A95-51AF-418C-8B0E-B269569EF317}" srcOrd="2" destOrd="0" presId="urn:microsoft.com/office/officeart/2005/8/layout/orgChart1"/>
    <dgm:cxn modelId="{70833C7C-67EC-4758-9127-4293DDCF91DD}" type="presParOf" srcId="{5C832EA0-92EB-4018-A238-AAD0380D7AE1}" destId="{711712DF-1661-48BF-94D8-02EB0F75B3C9}" srcOrd="2" destOrd="0" presId="urn:microsoft.com/office/officeart/2005/8/layout/orgChart1"/>
    <dgm:cxn modelId="{5B5CD03C-6A7C-4F65-8F7F-AEE4BBC9647A}" type="presParOf" srcId="{5C832EA0-92EB-4018-A238-AAD0380D7AE1}" destId="{5F0B58ED-37BC-4E60-8AF9-A0FCB8F283BE}" srcOrd="3" destOrd="0" presId="urn:microsoft.com/office/officeart/2005/8/layout/orgChart1"/>
    <dgm:cxn modelId="{8C72226C-8DC6-49EE-8045-5E23E4B20287}" type="presParOf" srcId="{5F0B58ED-37BC-4E60-8AF9-A0FCB8F283BE}" destId="{E88A8F7C-EF9E-410E-A4CE-E1BD4AE9AD1A}" srcOrd="0" destOrd="0" presId="urn:microsoft.com/office/officeart/2005/8/layout/orgChart1"/>
    <dgm:cxn modelId="{09AAEE75-4B34-4A99-8C4B-4156EA857C7E}" type="presParOf" srcId="{E88A8F7C-EF9E-410E-A4CE-E1BD4AE9AD1A}" destId="{9AE0E3D3-1E07-408B-94AE-583CE6DC67CB}" srcOrd="0" destOrd="0" presId="urn:microsoft.com/office/officeart/2005/8/layout/orgChart1"/>
    <dgm:cxn modelId="{176A316F-590E-4183-A0DF-DC921CBE49FF}" type="presParOf" srcId="{E88A8F7C-EF9E-410E-A4CE-E1BD4AE9AD1A}" destId="{1161B411-25D6-4E54-A6B5-01F0E696D37F}" srcOrd="1" destOrd="0" presId="urn:microsoft.com/office/officeart/2005/8/layout/orgChart1"/>
    <dgm:cxn modelId="{A0335FC6-5C28-4B82-AF7B-D4107DF0D07D}" type="presParOf" srcId="{5F0B58ED-37BC-4E60-8AF9-A0FCB8F283BE}" destId="{FD1A9ED2-C73F-4A5D-8912-D5BBD4323FD0}" srcOrd="1" destOrd="0" presId="urn:microsoft.com/office/officeart/2005/8/layout/orgChart1"/>
    <dgm:cxn modelId="{0F57BD16-13D9-4622-A9AD-ECBB3C6A9098}" type="presParOf" srcId="{5F0B58ED-37BC-4E60-8AF9-A0FCB8F283BE}" destId="{6EA0EE07-6D26-49A9-9842-79963667B3FE}" srcOrd="2" destOrd="0" presId="urn:microsoft.com/office/officeart/2005/8/layout/orgChart1"/>
    <dgm:cxn modelId="{81799785-8F9A-4B47-B9DC-E1F7210CFE49}" type="presParOf" srcId="{5C832EA0-92EB-4018-A238-AAD0380D7AE1}" destId="{8209FAA0-2D45-49A3-9654-E2F21DB1EEBF}" srcOrd="4" destOrd="0" presId="urn:microsoft.com/office/officeart/2005/8/layout/orgChart1"/>
    <dgm:cxn modelId="{E0967FAF-9305-41D6-A56D-683299B94DF8}" type="presParOf" srcId="{5C832EA0-92EB-4018-A238-AAD0380D7AE1}" destId="{ABEEBA9A-FB28-41DC-B908-833AAC49BC29}" srcOrd="5" destOrd="0" presId="urn:microsoft.com/office/officeart/2005/8/layout/orgChart1"/>
    <dgm:cxn modelId="{D3E0A03A-61B4-4DF1-A31E-E45DDF71116E}" type="presParOf" srcId="{ABEEBA9A-FB28-41DC-B908-833AAC49BC29}" destId="{72BED14A-ECEB-4733-801B-77FFA2E0B14B}" srcOrd="0" destOrd="0" presId="urn:microsoft.com/office/officeart/2005/8/layout/orgChart1"/>
    <dgm:cxn modelId="{CF977BA0-5F94-4611-99D0-DD4564720A3A}" type="presParOf" srcId="{72BED14A-ECEB-4733-801B-77FFA2E0B14B}" destId="{AC410092-A890-4B5B-B5CF-25F1B643F136}" srcOrd="0" destOrd="0" presId="urn:microsoft.com/office/officeart/2005/8/layout/orgChart1"/>
    <dgm:cxn modelId="{D38458A4-6D73-4B21-AF21-336DDFC10827}" type="presParOf" srcId="{72BED14A-ECEB-4733-801B-77FFA2E0B14B}" destId="{AB5BCA6A-B28D-444F-8FD5-16FB3C5D3FFC}" srcOrd="1" destOrd="0" presId="urn:microsoft.com/office/officeart/2005/8/layout/orgChart1"/>
    <dgm:cxn modelId="{06F4AD9C-0A44-4C10-B810-CC965FFE9757}" type="presParOf" srcId="{ABEEBA9A-FB28-41DC-B908-833AAC49BC29}" destId="{C9D79AD5-4078-4E4D-8004-477976E7E606}" srcOrd="1" destOrd="0" presId="urn:microsoft.com/office/officeart/2005/8/layout/orgChart1"/>
    <dgm:cxn modelId="{4B156013-776E-445C-B131-2F4DB29633CF}" type="presParOf" srcId="{ABEEBA9A-FB28-41DC-B908-833AAC49BC29}" destId="{E22AE339-4412-4784-AA5C-9AE7B9038C78}" srcOrd="2" destOrd="0" presId="urn:microsoft.com/office/officeart/2005/8/layout/orgChart1"/>
    <dgm:cxn modelId="{ED5FFAF6-85DA-43AF-85B8-C3F1C2E524E8}" type="presParOf" srcId="{5C832EA0-92EB-4018-A238-AAD0380D7AE1}" destId="{59B9C19D-A136-49C9-B36B-C1BC6B70BDC0}" srcOrd="6" destOrd="0" presId="urn:microsoft.com/office/officeart/2005/8/layout/orgChart1"/>
    <dgm:cxn modelId="{57210CD1-0F5A-4998-8023-08131DC88C58}" type="presParOf" srcId="{5C832EA0-92EB-4018-A238-AAD0380D7AE1}" destId="{5EC67C15-6434-4391-BCF1-87E4976D9683}" srcOrd="7" destOrd="0" presId="urn:microsoft.com/office/officeart/2005/8/layout/orgChart1"/>
    <dgm:cxn modelId="{820CFBD2-9154-486F-9800-9888122E90D6}" type="presParOf" srcId="{5EC67C15-6434-4391-BCF1-87E4976D9683}" destId="{3CF8FF65-2D96-4438-810F-EC90321BE8AA}" srcOrd="0" destOrd="0" presId="urn:microsoft.com/office/officeart/2005/8/layout/orgChart1"/>
    <dgm:cxn modelId="{8EAEDB5A-10F9-4F98-B8EB-605DABBB9E07}" type="presParOf" srcId="{3CF8FF65-2D96-4438-810F-EC90321BE8AA}" destId="{7BC1F158-3DCC-484F-A5A4-F28E158B4874}" srcOrd="0" destOrd="0" presId="urn:microsoft.com/office/officeart/2005/8/layout/orgChart1"/>
    <dgm:cxn modelId="{05CC3EFD-D260-42F5-A905-88BBF5DC1849}" type="presParOf" srcId="{3CF8FF65-2D96-4438-810F-EC90321BE8AA}" destId="{2C7EBE91-492A-4E47-8748-4761A0110B83}" srcOrd="1" destOrd="0" presId="urn:microsoft.com/office/officeart/2005/8/layout/orgChart1"/>
    <dgm:cxn modelId="{D1CD583A-17FA-4126-8390-FA55493FC7C1}" type="presParOf" srcId="{5EC67C15-6434-4391-BCF1-87E4976D9683}" destId="{2DAC0F45-D115-4BD8-ABEC-803E97571F9B}" srcOrd="1" destOrd="0" presId="urn:microsoft.com/office/officeart/2005/8/layout/orgChart1"/>
    <dgm:cxn modelId="{A173CEE3-B060-46E5-BFB0-1EAE916840F2}" type="presParOf" srcId="{5EC67C15-6434-4391-BCF1-87E4976D9683}" destId="{76322141-77EB-407D-AFC7-35E6CB77EA6F}" srcOrd="2" destOrd="0" presId="urn:microsoft.com/office/officeart/2005/8/layout/orgChart1"/>
    <dgm:cxn modelId="{5D06F4AC-6F32-4A6B-9E3C-245528882B83}" type="presParOf" srcId="{5C832EA0-92EB-4018-A238-AAD0380D7AE1}" destId="{D53250DA-5B46-404D-B21A-1A1B69C0A318}" srcOrd="8" destOrd="0" presId="urn:microsoft.com/office/officeart/2005/8/layout/orgChart1"/>
    <dgm:cxn modelId="{7A1167E1-B789-4A68-8441-F33B8CFC67E0}" type="presParOf" srcId="{5C832EA0-92EB-4018-A238-AAD0380D7AE1}" destId="{4581B00B-9635-4B0E-A072-9B272087BB1A}" srcOrd="9" destOrd="0" presId="urn:microsoft.com/office/officeart/2005/8/layout/orgChart1"/>
    <dgm:cxn modelId="{32B47725-7EB6-457E-A54A-BCF156267402}" type="presParOf" srcId="{4581B00B-9635-4B0E-A072-9B272087BB1A}" destId="{42F8A10F-2799-4B64-A5CC-75884335B9FD}" srcOrd="0" destOrd="0" presId="urn:microsoft.com/office/officeart/2005/8/layout/orgChart1"/>
    <dgm:cxn modelId="{1F557FAC-A7E0-4918-BDCF-F6AD5E96F7F4}" type="presParOf" srcId="{42F8A10F-2799-4B64-A5CC-75884335B9FD}" destId="{43521752-1B05-4642-9125-29CA0188D0F0}" srcOrd="0" destOrd="0" presId="urn:microsoft.com/office/officeart/2005/8/layout/orgChart1"/>
    <dgm:cxn modelId="{7C6C735B-86EC-472C-B8B5-95D5B90DB876}" type="presParOf" srcId="{42F8A10F-2799-4B64-A5CC-75884335B9FD}" destId="{F2D125A9-D3F5-4AB5-BF67-43FF2E53093B}" srcOrd="1" destOrd="0" presId="urn:microsoft.com/office/officeart/2005/8/layout/orgChart1"/>
    <dgm:cxn modelId="{FFDCE224-CCE3-4AB1-A738-475A54D34980}" type="presParOf" srcId="{4581B00B-9635-4B0E-A072-9B272087BB1A}" destId="{D6758356-EA34-410D-BFD3-1D1D1B41A2E0}" srcOrd="1" destOrd="0" presId="urn:microsoft.com/office/officeart/2005/8/layout/orgChart1"/>
    <dgm:cxn modelId="{49439AF2-D2FE-4DA8-9D8C-8475888E6B62}" type="presParOf" srcId="{4581B00B-9635-4B0E-A072-9B272087BB1A}" destId="{2B53E0B5-032E-448D-95BA-31A81577B7C0}" srcOrd="2" destOrd="0" presId="urn:microsoft.com/office/officeart/2005/8/layout/orgChart1"/>
    <dgm:cxn modelId="{C5967240-EEA0-4B84-B604-2243DC2E0432}" type="presParOf" srcId="{5C832EA0-92EB-4018-A238-AAD0380D7AE1}" destId="{0456385A-3655-4EFB-9AF3-8E560450BC13}" srcOrd="10" destOrd="0" presId="urn:microsoft.com/office/officeart/2005/8/layout/orgChart1"/>
    <dgm:cxn modelId="{13BE377C-0E44-4D29-810D-159EAB777712}" type="presParOf" srcId="{5C832EA0-92EB-4018-A238-AAD0380D7AE1}" destId="{156047AA-E5BD-435B-B263-36137FEF84AF}" srcOrd="11" destOrd="0" presId="urn:microsoft.com/office/officeart/2005/8/layout/orgChart1"/>
    <dgm:cxn modelId="{17206F2C-7E9B-4474-B7EB-0B5EB0E85D5C}" type="presParOf" srcId="{156047AA-E5BD-435B-B263-36137FEF84AF}" destId="{CB78A225-91E8-40C7-961A-1B616C0A727D}" srcOrd="0" destOrd="0" presId="urn:microsoft.com/office/officeart/2005/8/layout/orgChart1"/>
    <dgm:cxn modelId="{F5CE1055-21FE-459B-8BEF-C11263A2BB9A}" type="presParOf" srcId="{CB78A225-91E8-40C7-961A-1B616C0A727D}" destId="{65A7C63C-33D9-4ED2-BD62-6ADB507AA2A0}" srcOrd="0" destOrd="0" presId="urn:microsoft.com/office/officeart/2005/8/layout/orgChart1"/>
    <dgm:cxn modelId="{1EFDDA07-EE38-427E-B58B-189EA279374C}" type="presParOf" srcId="{CB78A225-91E8-40C7-961A-1B616C0A727D}" destId="{5717C691-5A8B-4D46-B947-356AD5864A63}" srcOrd="1" destOrd="0" presId="urn:microsoft.com/office/officeart/2005/8/layout/orgChart1"/>
    <dgm:cxn modelId="{2B60D26A-28B9-4A8C-84BF-304E6BBADDC0}" type="presParOf" srcId="{156047AA-E5BD-435B-B263-36137FEF84AF}" destId="{7C26707A-567B-4B5B-9539-5A1100DB0841}" srcOrd="1" destOrd="0" presId="urn:microsoft.com/office/officeart/2005/8/layout/orgChart1"/>
    <dgm:cxn modelId="{68955449-B17B-4549-9EBE-C2EBCE45CB74}" type="presParOf" srcId="{156047AA-E5BD-435B-B263-36137FEF84AF}" destId="{E9D22FB7-093B-4035-A9BC-1AD6EBE8E5EA}" srcOrd="2" destOrd="0" presId="urn:microsoft.com/office/officeart/2005/8/layout/orgChart1"/>
    <dgm:cxn modelId="{A969B2C2-FD30-4727-A26D-C33E35610D15}" type="presParOf" srcId="{5C832EA0-92EB-4018-A238-AAD0380D7AE1}" destId="{0B6038CA-4EC7-46C3-8FF8-5417B028441F}" srcOrd="12" destOrd="0" presId="urn:microsoft.com/office/officeart/2005/8/layout/orgChart1"/>
    <dgm:cxn modelId="{64FDDA72-5B50-4B81-9A7E-4109F01D17B8}" type="presParOf" srcId="{5C832EA0-92EB-4018-A238-AAD0380D7AE1}" destId="{5EA79A18-3D78-4467-BF17-5E44043635B0}" srcOrd="13" destOrd="0" presId="urn:microsoft.com/office/officeart/2005/8/layout/orgChart1"/>
    <dgm:cxn modelId="{D0096403-3C72-42B4-A9DC-2860D080651A}" type="presParOf" srcId="{5EA79A18-3D78-4467-BF17-5E44043635B0}" destId="{84E5EB81-158B-4DCE-8EE7-0D7CE5E41A9E}" srcOrd="0" destOrd="0" presId="urn:microsoft.com/office/officeart/2005/8/layout/orgChart1"/>
    <dgm:cxn modelId="{C7FE5DCC-2669-4241-A503-92288B33AC0D}" type="presParOf" srcId="{84E5EB81-158B-4DCE-8EE7-0D7CE5E41A9E}" destId="{445A7C02-F9A8-4E8A-B43C-D8D42A091E94}" srcOrd="0" destOrd="0" presId="urn:microsoft.com/office/officeart/2005/8/layout/orgChart1"/>
    <dgm:cxn modelId="{A1ACFA44-9778-4966-BB69-2C48899156DC}" type="presParOf" srcId="{84E5EB81-158B-4DCE-8EE7-0D7CE5E41A9E}" destId="{47025495-9327-4487-A0E9-A44B7CA3C45C}" srcOrd="1" destOrd="0" presId="urn:microsoft.com/office/officeart/2005/8/layout/orgChart1"/>
    <dgm:cxn modelId="{EA771829-34CF-4B1B-B75C-CAF3DEF2DAD7}" type="presParOf" srcId="{5EA79A18-3D78-4467-BF17-5E44043635B0}" destId="{40932D0C-2710-43AD-80DF-0F31D9B40875}" srcOrd="1" destOrd="0" presId="urn:microsoft.com/office/officeart/2005/8/layout/orgChart1"/>
    <dgm:cxn modelId="{845C2B22-4370-4DE0-9806-EBF2A6DE1AFB}" type="presParOf" srcId="{5EA79A18-3D78-4467-BF17-5E44043635B0}" destId="{D2168FED-D0B4-4EB3-87D0-0A894E392BE3}" srcOrd="2" destOrd="0" presId="urn:microsoft.com/office/officeart/2005/8/layout/orgChart1"/>
    <dgm:cxn modelId="{6F8AF738-9217-4272-A790-814721386095}" type="presParOf" srcId="{739885B7-7422-46AE-AE38-C86EED9C22BF}" destId="{AFF152E2-0280-4325-8B01-B43435B7724D}" srcOrd="2" destOrd="0" presId="urn:microsoft.com/office/officeart/2005/8/layout/orgChart1"/>
    <dgm:cxn modelId="{14D23547-F372-46C3-9C12-8A10E26E33B4}" type="presParOf" srcId="{AD53A4B1-01E7-41E8-9724-31F3910545A4}" destId="{3EDF4FB4-B6DA-485A-8990-3A27AC76E8AB}" srcOrd="8" destOrd="0" presId="urn:microsoft.com/office/officeart/2005/8/layout/orgChart1"/>
    <dgm:cxn modelId="{93CEEB4E-D360-41D3-9D99-FD8829B1C4D2}" type="presParOf" srcId="{AD53A4B1-01E7-41E8-9724-31F3910545A4}" destId="{F8A97257-090E-4E3C-9D70-3B5DAC76AD56}" srcOrd="9" destOrd="0" presId="urn:microsoft.com/office/officeart/2005/8/layout/orgChart1"/>
    <dgm:cxn modelId="{21546198-BB76-4F19-81D1-720F9D9EC108}" type="presParOf" srcId="{F8A97257-090E-4E3C-9D70-3B5DAC76AD56}" destId="{FCAD40B0-8420-4CC5-8883-21D165309B1C}" srcOrd="0" destOrd="0" presId="urn:microsoft.com/office/officeart/2005/8/layout/orgChart1"/>
    <dgm:cxn modelId="{4A0A69DD-4575-477D-A373-D1489D71219E}" type="presParOf" srcId="{FCAD40B0-8420-4CC5-8883-21D165309B1C}" destId="{A4EBA583-4AE2-47FF-BF17-80385E011765}" srcOrd="0" destOrd="0" presId="urn:microsoft.com/office/officeart/2005/8/layout/orgChart1"/>
    <dgm:cxn modelId="{D2ED7ABA-7165-4EAB-969B-85CDD079194B}" type="presParOf" srcId="{FCAD40B0-8420-4CC5-8883-21D165309B1C}" destId="{9B3F9F57-8BC6-48AC-8C98-C8945CC54C5C}" srcOrd="1" destOrd="0" presId="urn:microsoft.com/office/officeart/2005/8/layout/orgChart1"/>
    <dgm:cxn modelId="{7A06C3C6-A133-4660-960F-DE9CF9375BA6}" type="presParOf" srcId="{F8A97257-090E-4E3C-9D70-3B5DAC76AD56}" destId="{968CE116-F698-42AD-81AA-7E33A98BF3B8}" srcOrd="1" destOrd="0" presId="urn:microsoft.com/office/officeart/2005/8/layout/orgChart1"/>
    <dgm:cxn modelId="{DEB577B4-BF64-442B-A734-2EE97215A2E6}" type="presParOf" srcId="{F8A97257-090E-4E3C-9D70-3B5DAC76AD56}" destId="{D5B1A326-27A8-4D67-9F8F-DD60B986CA0C}" srcOrd="2" destOrd="0" presId="urn:microsoft.com/office/officeart/2005/8/layout/orgChart1"/>
    <dgm:cxn modelId="{7A26BBD2-FD95-4DC8-9F8A-43CDB504114C}" type="presParOf" srcId="{AD53A4B1-01E7-41E8-9724-31F3910545A4}" destId="{76FCB14D-004B-4B73-A8A5-9F2858470E9D}" srcOrd="10" destOrd="0" presId="urn:microsoft.com/office/officeart/2005/8/layout/orgChart1"/>
    <dgm:cxn modelId="{8A1223E6-090E-43C2-857F-E5192C3C8D8B}" type="presParOf" srcId="{AD53A4B1-01E7-41E8-9724-31F3910545A4}" destId="{D8BF653F-6E55-494A-9830-91415587B421}" srcOrd="11" destOrd="0" presId="urn:microsoft.com/office/officeart/2005/8/layout/orgChart1"/>
    <dgm:cxn modelId="{7362C192-AC01-4836-BD52-96CE5CFDF884}" type="presParOf" srcId="{D8BF653F-6E55-494A-9830-91415587B421}" destId="{AEE2E68B-52AB-4D82-BE50-75BAC2E6A946}" srcOrd="0" destOrd="0" presId="urn:microsoft.com/office/officeart/2005/8/layout/orgChart1"/>
    <dgm:cxn modelId="{46A4FE65-A287-4EDF-9490-2BE8F270F16F}" type="presParOf" srcId="{AEE2E68B-52AB-4D82-BE50-75BAC2E6A946}" destId="{EC971F5F-7233-4EC6-BFEE-D0739E52B7EC}" srcOrd="0" destOrd="0" presId="urn:microsoft.com/office/officeart/2005/8/layout/orgChart1"/>
    <dgm:cxn modelId="{139B9459-9162-4552-83C7-7293A3988BA1}" type="presParOf" srcId="{AEE2E68B-52AB-4D82-BE50-75BAC2E6A946}" destId="{AC45B32C-2280-40BF-81D0-E14714AF7740}" srcOrd="1" destOrd="0" presId="urn:microsoft.com/office/officeart/2005/8/layout/orgChart1"/>
    <dgm:cxn modelId="{60C0D251-D1D6-45B5-82D0-B418399641D4}" type="presParOf" srcId="{D8BF653F-6E55-494A-9830-91415587B421}" destId="{5931B297-0615-441C-917E-DE3F7F714CB5}" srcOrd="1" destOrd="0" presId="urn:microsoft.com/office/officeart/2005/8/layout/orgChart1"/>
    <dgm:cxn modelId="{DB1E7740-723E-4203-BF5B-61FC128897BD}" type="presParOf" srcId="{D8BF653F-6E55-494A-9830-91415587B421}" destId="{BD63629F-E470-40C3-AA24-5B8B6BD7F436}" srcOrd="2" destOrd="0" presId="urn:microsoft.com/office/officeart/2005/8/layout/orgChart1"/>
    <dgm:cxn modelId="{7000FAAA-C959-4F67-9858-7AC603820ED6}" type="presParOf" srcId="{AD53A4B1-01E7-41E8-9724-31F3910545A4}" destId="{41173D40-128D-4048-83A1-7C68DE4B0041}" srcOrd="12" destOrd="0" presId="urn:microsoft.com/office/officeart/2005/8/layout/orgChart1"/>
    <dgm:cxn modelId="{41138FDD-405F-43F1-93B6-2F1E860264D5}" type="presParOf" srcId="{AD53A4B1-01E7-41E8-9724-31F3910545A4}" destId="{77C8DAFF-F1C4-4376-ADCE-FAE7B586EEC6}" srcOrd="13" destOrd="0" presId="urn:microsoft.com/office/officeart/2005/8/layout/orgChart1"/>
    <dgm:cxn modelId="{19745979-2FCF-4FE8-A246-801ACB3D6146}" type="presParOf" srcId="{77C8DAFF-F1C4-4376-ADCE-FAE7B586EEC6}" destId="{9BA2FD92-C266-461A-9CEF-3F5B3F322573}" srcOrd="0" destOrd="0" presId="urn:microsoft.com/office/officeart/2005/8/layout/orgChart1"/>
    <dgm:cxn modelId="{54A2A962-EB35-4599-985B-15A66BAB26AC}" type="presParOf" srcId="{9BA2FD92-C266-461A-9CEF-3F5B3F322573}" destId="{1FF2C928-7E62-4953-B1D7-8B0B163A6AFE}" srcOrd="0" destOrd="0" presId="urn:microsoft.com/office/officeart/2005/8/layout/orgChart1"/>
    <dgm:cxn modelId="{A4F0BFF8-3E52-4A23-9988-B689D34DE4E7}" type="presParOf" srcId="{9BA2FD92-C266-461A-9CEF-3F5B3F322573}" destId="{BD367FDB-F21D-4007-903C-1680264363A2}" srcOrd="1" destOrd="0" presId="urn:microsoft.com/office/officeart/2005/8/layout/orgChart1"/>
    <dgm:cxn modelId="{32E603D2-7262-45C7-A786-E9AD6C98C8B9}" type="presParOf" srcId="{77C8DAFF-F1C4-4376-ADCE-FAE7B586EEC6}" destId="{89E75F9B-EF94-49CA-B184-A185FABDCC9E}" srcOrd="1" destOrd="0" presId="urn:microsoft.com/office/officeart/2005/8/layout/orgChart1"/>
    <dgm:cxn modelId="{6F3E05BE-4219-451D-BC9A-48A8A3A3AE91}" type="presParOf" srcId="{77C8DAFF-F1C4-4376-ADCE-FAE7B586EEC6}" destId="{723E8A3D-30CC-43F6-B950-6A5B5D6CC2D7}" srcOrd="2" destOrd="0" presId="urn:microsoft.com/office/officeart/2005/8/layout/orgChart1"/>
    <dgm:cxn modelId="{9D973967-C180-4DA1-9783-801A28437A84}" type="presParOf" srcId="{38ED7B2E-63E5-438D-91CD-EFA6DE9BBF61}" destId="{96DEF822-DC52-4FFC-82DA-389CD5B29657}"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A65A4D7-7720-45CB-8279-86EBD3407E97}" type="doc">
      <dgm:prSet loTypeId="urn:microsoft.com/office/officeart/2005/8/layout/orgChart1" loCatId="hierarchy" qsTypeId="urn:microsoft.com/office/officeart/2005/8/quickstyle/simple3" qsCatId="simple" csTypeId="urn:microsoft.com/office/officeart/2005/8/colors/colorful2" csCatId="colorful" phldr="1"/>
      <dgm:spPr/>
      <dgm:t>
        <a:bodyPr/>
        <a:lstStyle/>
        <a:p>
          <a:endParaRPr lang="en-US"/>
        </a:p>
      </dgm:t>
    </dgm:pt>
    <dgm:pt modelId="{9E6404DC-1053-49D6-95EE-599A97C88DD3}">
      <dgm:prSet phldrT="[Text]" custT="1"/>
      <dgm:spPr/>
      <dgm:t>
        <a:bodyPr/>
        <a:lstStyle/>
        <a:p>
          <a:r>
            <a:rPr lang="en-US" sz="1600" dirty="0" smtClean="0"/>
            <a:t>Chapter 15 – Risk reduction through prototyping</a:t>
          </a:r>
          <a:endParaRPr lang="en-US" sz="1600" dirty="0"/>
        </a:p>
      </dgm:t>
    </dgm:pt>
    <dgm:pt modelId="{541DED35-EA1D-4B2B-8573-F418430E3EF8}" type="parTrans" cxnId="{4CA9C32A-C8CD-40F1-AFCB-D726CB5C7F3F}">
      <dgm:prSet/>
      <dgm:spPr/>
      <dgm:t>
        <a:bodyPr/>
        <a:lstStyle/>
        <a:p>
          <a:endParaRPr lang="en-US"/>
        </a:p>
      </dgm:t>
    </dgm:pt>
    <dgm:pt modelId="{8EA0B31F-0422-4926-B862-5636855C8DF2}" type="sibTrans" cxnId="{4CA9C32A-C8CD-40F1-AFCB-D726CB5C7F3F}">
      <dgm:prSet/>
      <dgm:spPr/>
      <dgm:t>
        <a:bodyPr/>
        <a:lstStyle/>
        <a:p>
          <a:endParaRPr lang="en-US"/>
        </a:p>
      </dgm:t>
    </dgm:pt>
    <dgm:pt modelId="{620DD3EC-BDCD-468B-B566-7FE2B848507E}">
      <dgm:prSet phldrT="[Text]" custT="1"/>
      <dgm:spPr/>
      <dgm:t>
        <a:bodyPr/>
        <a:lstStyle/>
        <a:p>
          <a:r>
            <a:rPr lang="en-US" sz="1200" dirty="0" smtClean="0"/>
            <a:t>Types of prototypes</a:t>
          </a:r>
          <a:endParaRPr lang="en-US" sz="1200" dirty="0"/>
        </a:p>
      </dgm:t>
    </dgm:pt>
    <dgm:pt modelId="{F0764DAA-254D-4C3C-9708-669D5BF5A337}" type="parTrans" cxnId="{55322DC1-D5BB-4947-91D3-C49D83A86839}">
      <dgm:prSet/>
      <dgm:spPr/>
      <dgm:t>
        <a:bodyPr/>
        <a:lstStyle/>
        <a:p>
          <a:endParaRPr lang="en-US"/>
        </a:p>
      </dgm:t>
    </dgm:pt>
    <dgm:pt modelId="{61B96E30-C56F-4FDE-AA00-908E8835534F}" type="sibTrans" cxnId="{55322DC1-D5BB-4947-91D3-C49D83A86839}">
      <dgm:prSet/>
      <dgm:spPr/>
      <dgm:t>
        <a:bodyPr/>
        <a:lstStyle/>
        <a:p>
          <a:endParaRPr lang="en-US"/>
        </a:p>
      </dgm:t>
    </dgm:pt>
    <dgm:pt modelId="{9286A5EC-F2A9-487D-8BF1-B96EEEFD636B}">
      <dgm:prSet phldrT="[Text]" custT="1"/>
      <dgm:spPr/>
      <dgm:t>
        <a:bodyPr/>
        <a:lstStyle/>
        <a:p>
          <a:r>
            <a:rPr lang="en-US" sz="1200" dirty="0" smtClean="0"/>
            <a:t>What &amp; Why?</a:t>
          </a:r>
          <a:endParaRPr lang="en-US" sz="1200" dirty="0"/>
        </a:p>
      </dgm:t>
    </dgm:pt>
    <dgm:pt modelId="{D6357A36-116B-440B-A9E1-8EDB3A4D1B88}" type="sibTrans" cxnId="{3371D227-869E-4636-B9B0-BA373BCE5AD6}">
      <dgm:prSet/>
      <dgm:spPr/>
      <dgm:t>
        <a:bodyPr/>
        <a:lstStyle/>
        <a:p>
          <a:endParaRPr lang="en-US"/>
        </a:p>
      </dgm:t>
    </dgm:pt>
    <dgm:pt modelId="{8CE2CE9A-EBD7-445E-BD99-21666869C1D4}" type="parTrans" cxnId="{3371D227-869E-4636-B9B0-BA373BCE5AD6}">
      <dgm:prSet/>
      <dgm:spPr/>
      <dgm:t>
        <a:bodyPr/>
        <a:lstStyle/>
        <a:p>
          <a:endParaRPr lang="en-US"/>
        </a:p>
      </dgm:t>
    </dgm:pt>
    <dgm:pt modelId="{552219B0-29E3-4A6C-90E3-BE0B83069EBC}">
      <dgm:prSet phldrT="[Text]" custT="1"/>
      <dgm:spPr/>
      <dgm:t>
        <a:bodyPr/>
        <a:lstStyle/>
        <a:p>
          <a:r>
            <a:rPr lang="en-US" sz="1200" dirty="0" smtClean="0"/>
            <a:t>Mock-up,</a:t>
          </a:r>
          <a:endParaRPr lang="en-US" sz="1200" dirty="0"/>
        </a:p>
      </dgm:t>
    </dgm:pt>
    <dgm:pt modelId="{D723B879-676C-4614-8859-D09DEFF2A3B3}" type="parTrans" cxnId="{81ECBBE0-B641-4AE9-A53F-16A71BDFB9C1}">
      <dgm:prSet/>
      <dgm:spPr/>
      <dgm:t>
        <a:bodyPr/>
        <a:lstStyle/>
        <a:p>
          <a:endParaRPr lang="en-US"/>
        </a:p>
      </dgm:t>
    </dgm:pt>
    <dgm:pt modelId="{3AAC379C-C229-429B-B8C5-9157680B919C}" type="sibTrans" cxnId="{81ECBBE0-B641-4AE9-A53F-16A71BDFB9C1}">
      <dgm:prSet/>
      <dgm:spPr/>
      <dgm:t>
        <a:bodyPr/>
        <a:lstStyle/>
        <a:p>
          <a:endParaRPr lang="en-US"/>
        </a:p>
      </dgm:t>
    </dgm:pt>
    <dgm:pt modelId="{1F903EBE-540A-403B-AE13-6A09126352BD}">
      <dgm:prSet phldrT="[Text]" custT="1"/>
      <dgm:spPr/>
      <dgm:t>
        <a:bodyPr/>
        <a:lstStyle/>
        <a:p>
          <a:r>
            <a:rPr lang="en-US" sz="1200" dirty="0" smtClean="0"/>
            <a:t>Proof of concept</a:t>
          </a:r>
          <a:endParaRPr lang="en-US" sz="1200" dirty="0"/>
        </a:p>
      </dgm:t>
    </dgm:pt>
    <dgm:pt modelId="{248E9311-DF61-4B0E-BD57-16AE2D707A60}" type="parTrans" cxnId="{3AA2732E-E1F3-4BD5-9990-5D30D82B08ED}">
      <dgm:prSet/>
      <dgm:spPr/>
      <dgm:t>
        <a:bodyPr/>
        <a:lstStyle/>
        <a:p>
          <a:endParaRPr lang="en-US"/>
        </a:p>
      </dgm:t>
    </dgm:pt>
    <dgm:pt modelId="{BB52F0E9-3899-452E-BFB9-D8344A4C6147}" type="sibTrans" cxnId="{3AA2732E-E1F3-4BD5-9990-5D30D82B08ED}">
      <dgm:prSet/>
      <dgm:spPr/>
      <dgm:t>
        <a:bodyPr/>
        <a:lstStyle/>
        <a:p>
          <a:endParaRPr lang="en-US"/>
        </a:p>
      </dgm:t>
    </dgm:pt>
    <dgm:pt modelId="{1CD9272D-1AC8-4166-B759-BD2460765B07}">
      <dgm:prSet phldrT="[Text]" custT="1"/>
      <dgm:spPr/>
      <dgm:t>
        <a:bodyPr/>
        <a:lstStyle/>
        <a:p>
          <a:r>
            <a:rPr lang="en-US" sz="1200" dirty="0" smtClean="0"/>
            <a:t>Working with prototypes</a:t>
          </a:r>
          <a:endParaRPr lang="en-US" sz="1200" dirty="0"/>
        </a:p>
      </dgm:t>
    </dgm:pt>
    <dgm:pt modelId="{4A0D96F5-06D9-485F-AEB5-2B27D37DA6F8}" type="parTrans" cxnId="{72609910-D3BA-48BD-A7DA-80D91E1FA6B6}">
      <dgm:prSet/>
      <dgm:spPr/>
      <dgm:t>
        <a:bodyPr/>
        <a:lstStyle/>
        <a:p>
          <a:endParaRPr lang="en-US"/>
        </a:p>
      </dgm:t>
    </dgm:pt>
    <dgm:pt modelId="{8DC6733E-1600-4C4F-9D0D-BA8273CB5ECB}" type="sibTrans" cxnId="{72609910-D3BA-48BD-A7DA-80D91E1FA6B6}">
      <dgm:prSet/>
      <dgm:spPr/>
      <dgm:t>
        <a:bodyPr/>
        <a:lstStyle/>
        <a:p>
          <a:endParaRPr lang="en-US"/>
        </a:p>
      </dgm:t>
    </dgm:pt>
    <dgm:pt modelId="{D666730B-F8C4-489E-87FF-10A9E7718A12}">
      <dgm:prSet phldrT="[Text]" custT="1"/>
      <dgm:spPr/>
      <dgm:t>
        <a:bodyPr/>
        <a:lstStyle/>
        <a:p>
          <a:r>
            <a:rPr lang="en-US" sz="1200" dirty="0" smtClean="0"/>
            <a:t>Throwaway</a:t>
          </a:r>
          <a:endParaRPr lang="en-US" sz="1200" dirty="0"/>
        </a:p>
      </dgm:t>
    </dgm:pt>
    <dgm:pt modelId="{5116E518-2BAD-4C82-9FE3-9CFE788A2A86}" type="parTrans" cxnId="{D8E91F45-3E3F-4C25-B958-AA634A31D61C}">
      <dgm:prSet/>
      <dgm:spPr/>
      <dgm:t>
        <a:bodyPr/>
        <a:lstStyle/>
        <a:p>
          <a:endParaRPr lang="en-US"/>
        </a:p>
      </dgm:t>
    </dgm:pt>
    <dgm:pt modelId="{AA62F5D7-8B80-458D-B0A2-B339292401E3}" type="sibTrans" cxnId="{D8E91F45-3E3F-4C25-B958-AA634A31D61C}">
      <dgm:prSet/>
      <dgm:spPr/>
      <dgm:t>
        <a:bodyPr/>
        <a:lstStyle/>
        <a:p>
          <a:endParaRPr lang="en-US"/>
        </a:p>
      </dgm:t>
    </dgm:pt>
    <dgm:pt modelId="{C179C489-C5FD-40BE-B595-79DE35DDC9CE}">
      <dgm:prSet phldrT="[Text]" custT="1"/>
      <dgm:spPr/>
      <dgm:t>
        <a:bodyPr/>
        <a:lstStyle/>
        <a:p>
          <a:r>
            <a:rPr lang="en-US" sz="1200" dirty="0" smtClean="0"/>
            <a:t>Evolutionary</a:t>
          </a:r>
          <a:endParaRPr lang="en-US" sz="1200" dirty="0"/>
        </a:p>
      </dgm:t>
    </dgm:pt>
    <dgm:pt modelId="{C3D4C136-18A0-41EC-9A0B-E0BF780AC235}" type="parTrans" cxnId="{3EB98175-2383-4E7B-B741-8871F2FEA819}">
      <dgm:prSet/>
      <dgm:spPr/>
      <dgm:t>
        <a:bodyPr/>
        <a:lstStyle/>
        <a:p>
          <a:endParaRPr lang="en-US"/>
        </a:p>
      </dgm:t>
    </dgm:pt>
    <dgm:pt modelId="{B3C36CFC-4222-46ED-A4C4-2E4DCBBEDDAC}" type="sibTrans" cxnId="{3EB98175-2383-4E7B-B741-8871F2FEA819}">
      <dgm:prSet/>
      <dgm:spPr/>
      <dgm:t>
        <a:bodyPr/>
        <a:lstStyle/>
        <a:p>
          <a:endParaRPr lang="en-US"/>
        </a:p>
      </dgm:t>
    </dgm:pt>
    <dgm:pt modelId="{082C692E-C0AB-499C-9E9B-BD67F3F0D18C}">
      <dgm:prSet phldrT="[Text]" custT="1"/>
      <dgm:spPr/>
      <dgm:t>
        <a:bodyPr/>
        <a:lstStyle/>
        <a:p>
          <a:r>
            <a:rPr lang="en-US" sz="1200" dirty="0" smtClean="0"/>
            <a:t>Paper </a:t>
          </a:r>
          <a:endParaRPr lang="en-US" sz="1200" dirty="0"/>
        </a:p>
      </dgm:t>
    </dgm:pt>
    <dgm:pt modelId="{E6962A79-4279-4847-AF21-F58927821798}" type="parTrans" cxnId="{F586FB13-0D2B-473C-B2D0-98545A891549}">
      <dgm:prSet/>
      <dgm:spPr/>
      <dgm:t>
        <a:bodyPr/>
        <a:lstStyle/>
        <a:p>
          <a:endParaRPr lang="en-US"/>
        </a:p>
      </dgm:t>
    </dgm:pt>
    <dgm:pt modelId="{63CCA588-B5C3-4FFE-9A0C-206C647BCEBB}" type="sibTrans" cxnId="{F586FB13-0D2B-473C-B2D0-98545A891549}">
      <dgm:prSet/>
      <dgm:spPr/>
      <dgm:t>
        <a:bodyPr/>
        <a:lstStyle/>
        <a:p>
          <a:endParaRPr lang="en-US"/>
        </a:p>
      </dgm:t>
    </dgm:pt>
    <dgm:pt modelId="{5A81FE1A-C626-4C5E-8DCB-CC602E39566D}">
      <dgm:prSet phldrT="[Text]" custT="1"/>
      <dgm:spPr/>
      <dgm:t>
        <a:bodyPr/>
        <a:lstStyle/>
        <a:p>
          <a:r>
            <a:rPr lang="en-US" sz="1200" dirty="0" smtClean="0"/>
            <a:t>Electronic</a:t>
          </a:r>
          <a:endParaRPr lang="en-US" sz="1200" dirty="0"/>
        </a:p>
      </dgm:t>
    </dgm:pt>
    <dgm:pt modelId="{BD607842-5FCD-4D50-A7A5-45C0EC395A29}" type="parTrans" cxnId="{C3B6CA58-ABC9-4714-B531-65BF24ABCEF9}">
      <dgm:prSet/>
      <dgm:spPr/>
      <dgm:t>
        <a:bodyPr/>
        <a:lstStyle/>
        <a:p>
          <a:endParaRPr lang="en-US"/>
        </a:p>
      </dgm:t>
    </dgm:pt>
    <dgm:pt modelId="{5D22E000-7965-4676-B2E7-119E60ACE1E4}" type="sibTrans" cxnId="{C3B6CA58-ABC9-4714-B531-65BF24ABCEF9}">
      <dgm:prSet/>
      <dgm:spPr/>
      <dgm:t>
        <a:bodyPr/>
        <a:lstStyle/>
        <a:p>
          <a:endParaRPr lang="en-US"/>
        </a:p>
      </dgm:t>
    </dgm:pt>
    <dgm:pt modelId="{6B69A9D6-9AED-45AA-B3E9-D119059C1234}">
      <dgm:prSet phldrT="[Text]" custT="1"/>
      <dgm:spPr/>
      <dgm:t>
        <a:bodyPr/>
        <a:lstStyle/>
        <a:p>
          <a:r>
            <a:rPr lang="en-US" sz="1200" dirty="0" smtClean="0"/>
            <a:t>Use case</a:t>
          </a:r>
          <a:endParaRPr lang="en-US" sz="1200" dirty="0"/>
        </a:p>
      </dgm:t>
    </dgm:pt>
    <dgm:pt modelId="{38FA2678-4F86-40A1-821B-F2EDBBD02DF5}" type="parTrans" cxnId="{49DB2F0B-28E7-4447-9E1F-3BA043EE43DE}">
      <dgm:prSet/>
      <dgm:spPr/>
      <dgm:t>
        <a:bodyPr/>
        <a:lstStyle/>
        <a:p>
          <a:endParaRPr lang="en-US"/>
        </a:p>
      </dgm:t>
    </dgm:pt>
    <dgm:pt modelId="{E037FDFA-12A6-4855-AB40-A35B45A3BC74}" type="sibTrans" cxnId="{49DB2F0B-28E7-4447-9E1F-3BA043EE43DE}">
      <dgm:prSet/>
      <dgm:spPr/>
      <dgm:t>
        <a:bodyPr/>
        <a:lstStyle/>
        <a:p>
          <a:endParaRPr lang="en-US"/>
        </a:p>
      </dgm:t>
    </dgm:pt>
    <dgm:pt modelId="{42697813-E546-4A75-9A82-80BBD259A796}">
      <dgm:prSet phldrT="[Text]" custT="1"/>
      <dgm:spPr/>
      <dgm:t>
        <a:bodyPr/>
        <a:lstStyle/>
        <a:p>
          <a:r>
            <a:rPr lang="en-US" sz="1200" dirty="0" smtClean="0"/>
            <a:t>Dialog map</a:t>
          </a:r>
          <a:endParaRPr lang="en-US" sz="1200" dirty="0"/>
        </a:p>
      </dgm:t>
    </dgm:pt>
    <dgm:pt modelId="{95561690-DAF4-4C42-83FD-AF6358165ED3}" type="parTrans" cxnId="{6D71B66D-2120-4D99-9A38-65F6BB5ECA00}">
      <dgm:prSet/>
      <dgm:spPr/>
      <dgm:t>
        <a:bodyPr/>
        <a:lstStyle/>
        <a:p>
          <a:endParaRPr lang="en-US"/>
        </a:p>
      </dgm:t>
    </dgm:pt>
    <dgm:pt modelId="{03A9D5CD-4CD9-444B-A366-C9A19C1EC646}" type="sibTrans" cxnId="{6D71B66D-2120-4D99-9A38-65F6BB5ECA00}">
      <dgm:prSet/>
      <dgm:spPr/>
      <dgm:t>
        <a:bodyPr/>
        <a:lstStyle/>
        <a:p>
          <a:endParaRPr lang="en-US"/>
        </a:p>
      </dgm:t>
    </dgm:pt>
    <dgm:pt modelId="{B6B46A80-4BC6-4538-990B-765000BB3840}">
      <dgm:prSet phldrT="[Text]" custT="1"/>
      <dgm:spPr/>
      <dgm:t>
        <a:bodyPr/>
        <a:lstStyle/>
        <a:p>
          <a:r>
            <a:rPr lang="en-US" sz="1200" dirty="0" smtClean="0"/>
            <a:t>Prototypes</a:t>
          </a:r>
          <a:endParaRPr lang="en-US" sz="1200" dirty="0"/>
        </a:p>
      </dgm:t>
    </dgm:pt>
    <dgm:pt modelId="{79F5B209-E25D-46D8-8257-1B7E5A604241}" type="parTrans" cxnId="{99511B5D-4F39-416F-8026-0BD3F24DF285}">
      <dgm:prSet/>
      <dgm:spPr/>
      <dgm:t>
        <a:bodyPr/>
        <a:lstStyle/>
        <a:p>
          <a:endParaRPr lang="en-US"/>
        </a:p>
      </dgm:t>
    </dgm:pt>
    <dgm:pt modelId="{776C0810-911A-40BB-A583-1E51C783AC35}" type="sibTrans" cxnId="{99511B5D-4F39-416F-8026-0BD3F24DF285}">
      <dgm:prSet/>
      <dgm:spPr/>
      <dgm:t>
        <a:bodyPr/>
        <a:lstStyle/>
        <a:p>
          <a:endParaRPr lang="en-US"/>
        </a:p>
      </dgm:t>
    </dgm:pt>
    <dgm:pt modelId="{B4490D48-F16E-42A3-A4EA-8C77207C2460}">
      <dgm:prSet phldrT="[Text]" custT="1"/>
      <dgm:spPr/>
      <dgm:t>
        <a:bodyPr/>
        <a:lstStyle/>
        <a:p>
          <a:r>
            <a:rPr lang="en-US" sz="1200" dirty="0" smtClean="0"/>
            <a:t>User interface design</a:t>
          </a:r>
          <a:endParaRPr lang="en-US" sz="1200" dirty="0"/>
        </a:p>
      </dgm:t>
    </dgm:pt>
    <dgm:pt modelId="{68EADB79-E7DD-40D3-9CF1-65D2EE115C12}" type="parTrans" cxnId="{D20269E8-805A-4544-B292-55FEA8C0FA55}">
      <dgm:prSet/>
      <dgm:spPr/>
      <dgm:t>
        <a:bodyPr/>
        <a:lstStyle/>
        <a:p>
          <a:endParaRPr lang="en-US"/>
        </a:p>
      </dgm:t>
    </dgm:pt>
    <dgm:pt modelId="{8B13D783-87A3-47F0-856B-873A2BBE2502}" type="sibTrans" cxnId="{D20269E8-805A-4544-B292-55FEA8C0FA55}">
      <dgm:prSet/>
      <dgm:spPr/>
      <dgm:t>
        <a:bodyPr/>
        <a:lstStyle/>
        <a:p>
          <a:endParaRPr lang="en-US"/>
        </a:p>
      </dgm:t>
    </dgm:pt>
    <dgm:pt modelId="{BB9574AB-A1DA-4110-B9DD-0585676408E6}">
      <dgm:prSet phldrT="[Text]" custT="1"/>
      <dgm:spPr/>
      <dgm:t>
        <a:bodyPr/>
        <a:lstStyle/>
        <a:p>
          <a:r>
            <a:rPr lang="en-US" sz="1200" dirty="0" smtClean="0"/>
            <a:t>Prototype evaluation</a:t>
          </a:r>
          <a:endParaRPr lang="en-US" sz="1200" dirty="0"/>
        </a:p>
      </dgm:t>
    </dgm:pt>
    <dgm:pt modelId="{EF244CF0-2309-4984-909D-0C3CCDEF1DAF}" type="parTrans" cxnId="{F60BE3C9-C32F-4FBF-9617-9CADD798FF81}">
      <dgm:prSet/>
      <dgm:spPr/>
      <dgm:t>
        <a:bodyPr/>
        <a:lstStyle/>
        <a:p>
          <a:endParaRPr lang="en-US"/>
        </a:p>
      </dgm:t>
    </dgm:pt>
    <dgm:pt modelId="{CA2A76C8-2779-410E-945B-371DEEEEFD29}" type="sibTrans" cxnId="{F60BE3C9-C32F-4FBF-9617-9CADD798FF81}">
      <dgm:prSet/>
      <dgm:spPr/>
      <dgm:t>
        <a:bodyPr/>
        <a:lstStyle/>
        <a:p>
          <a:endParaRPr lang="en-US"/>
        </a:p>
      </dgm:t>
    </dgm:pt>
    <dgm:pt modelId="{281F0229-B4CC-41F2-B955-4ADF05E43AD3}">
      <dgm:prSet phldrT="[Text]" custT="1"/>
      <dgm:spPr/>
      <dgm:t>
        <a:bodyPr/>
        <a:lstStyle/>
        <a:p>
          <a:r>
            <a:rPr lang="en-US" sz="1200" dirty="0" smtClean="0"/>
            <a:t>Risks of prototyping</a:t>
          </a:r>
          <a:endParaRPr lang="en-US" sz="1200" dirty="0"/>
        </a:p>
      </dgm:t>
    </dgm:pt>
    <dgm:pt modelId="{794AC602-8301-4F52-8379-3966F1A32012}" type="parTrans" cxnId="{19D06532-C616-4909-B6EB-C1F81F77C8F3}">
      <dgm:prSet/>
      <dgm:spPr/>
      <dgm:t>
        <a:bodyPr/>
        <a:lstStyle/>
        <a:p>
          <a:endParaRPr lang="en-US"/>
        </a:p>
      </dgm:t>
    </dgm:pt>
    <dgm:pt modelId="{518DE37A-0863-4122-A09F-3ED343808B3B}" type="sibTrans" cxnId="{19D06532-C616-4909-B6EB-C1F81F77C8F3}">
      <dgm:prSet/>
      <dgm:spPr/>
      <dgm:t>
        <a:bodyPr/>
        <a:lstStyle/>
        <a:p>
          <a:endParaRPr lang="en-US"/>
        </a:p>
      </dgm:t>
    </dgm:pt>
    <dgm:pt modelId="{54F59EC5-3963-479D-8F75-F749773BF388}">
      <dgm:prSet phldrT="[Text]" custT="1"/>
      <dgm:spPr/>
      <dgm:t>
        <a:bodyPr/>
        <a:lstStyle/>
        <a:p>
          <a:r>
            <a:rPr lang="en-US" sz="1200" dirty="0" smtClean="0"/>
            <a:t>Prototype success factors</a:t>
          </a:r>
          <a:endParaRPr lang="en-US" sz="1200" dirty="0"/>
        </a:p>
      </dgm:t>
    </dgm:pt>
    <dgm:pt modelId="{1E45622F-2B99-4B14-AE10-6DB2DE31EC3D}" type="parTrans" cxnId="{3C8CA309-B011-40C9-8E87-44DC20B0587E}">
      <dgm:prSet/>
      <dgm:spPr/>
      <dgm:t>
        <a:bodyPr/>
        <a:lstStyle/>
        <a:p>
          <a:endParaRPr lang="en-US"/>
        </a:p>
      </dgm:t>
    </dgm:pt>
    <dgm:pt modelId="{21DC572D-5FD0-46CD-BB9E-753B40B49E1D}" type="sibTrans" cxnId="{3C8CA309-B011-40C9-8E87-44DC20B0587E}">
      <dgm:prSet/>
      <dgm:spPr/>
      <dgm:t>
        <a:bodyPr/>
        <a:lstStyle/>
        <a:p>
          <a:endParaRPr lang="en-US"/>
        </a:p>
      </dgm:t>
    </dgm:pt>
    <dgm:pt modelId="{C3C8ED6E-CB8F-46FC-86FF-49A525C7A6EC}">
      <dgm:prSet phldrT="[Text]" custT="1"/>
      <dgm:spPr/>
      <dgm:t>
        <a:bodyPr/>
        <a:lstStyle/>
        <a:p>
          <a:r>
            <a:rPr lang="en-US" sz="1200" dirty="0" smtClean="0"/>
            <a:t>Notes for prototypes</a:t>
          </a:r>
          <a:endParaRPr lang="en-US" sz="1200" dirty="0"/>
        </a:p>
      </dgm:t>
    </dgm:pt>
    <dgm:pt modelId="{662137B2-EBFF-4B77-8453-809C32C53449}" type="parTrans" cxnId="{5384FE3E-E24B-492E-BA3C-4238DC0F5262}">
      <dgm:prSet/>
      <dgm:spPr/>
      <dgm:t>
        <a:bodyPr/>
        <a:lstStyle/>
        <a:p>
          <a:endParaRPr lang="en-US"/>
        </a:p>
      </dgm:t>
    </dgm:pt>
    <dgm:pt modelId="{C6E8CE1A-E4DC-479C-A139-38A9011B2C9F}" type="sibTrans" cxnId="{5384FE3E-E24B-492E-BA3C-4238DC0F5262}">
      <dgm:prSet/>
      <dgm:spPr/>
      <dgm:t>
        <a:bodyPr/>
        <a:lstStyle/>
        <a:p>
          <a:endParaRPr lang="en-US"/>
        </a:p>
      </dgm:t>
    </dgm:pt>
    <dgm:pt modelId="{11077618-9302-474C-8482-1BBB83E3AEF1}" type="pres">
      <dgm:prSet presAssocID="{1A65A4D7-7720-45CB-8279-86EBD3407E97}" presName="hierChild1" presStyleCnt="0">
        <dgm:presLayoutVars>
          <dgm:orgChart val="1"/>
          <dgm:chPref val="1"/>
          <dgm:dir/>
          <dgm:animOne val="branch"/>
          <dgm:animLvl val="lvl"/>
          <dgm:resizeHandles/>
        </dgm:presLayoutVars>
      </dgm:prSet>
      <dgm:spPr/>
      <dgm:t>
        <a:bodyPr/>
        <a:lstStyle/>
        <a:p>
          <a:endParaRPr lang="en-US"/>
        </a:p>
      </dgm:t>
    </dgm:pt>
    <dgm:pt modelId="{38ED7B2E-63E5-438D-91CD-EFA6DE9BBF61}" type="pres">
      <dgm:prSet presAssocID="{9E6404DC-1053-49D6-95EE-599A97C88DD3}" presName="hierRoot1" presStyleCnt="0">
        <dgm:presLayoutVars>
          <dgm:hierBranch val="init"/>
        </dgm:presLayoutVars>
      </dgm:prSet>
      <dgm:spPr/>
    </dgm:pt>
    <dgm:pt modelId="{ADCB6C6D-2F95-4AD5-B3EB-BEA9A3239732}" type="pres">
      <dgm:prSet presAssocID="{9E6404DC-1053-49D6-95EE-599A97C88DD3}" presName="rootComposite1" presStyleCnt="0"/>
      <dgm:spPr/>
    </dgm:pt>
    <dgm:pt modelId="{0F3C8968-31FF-46A5-BCB3-A2E771257413}" type="pres">
      <dgm:prSet presAssocID="{9E6404DC-1053-49D6-95EE-599A97C88DD3}" presName="rootText1" presStyleLbl="node0" presStyleIdx="0" presStyleCnt="1" custScaleX="379549" custScaleY="153424" custLinFactNeighborX="-4584" custLinFactNeighborY="-38509">
        <dgm:presLayoutVars>
          <dgm:chPref val="3"/>
        </dgm:presLayoutVars>
      </dgm:prSet>
      <dgm:spPr/>
      <dgm:t>
        <a:bodyPr/>
        <a:lstStyle/>
        <a:p>
          <a:endParaRPr lang="en-US"/>
        </a:p>
      </dgm:t>
    </dgm:pt>
    <dgm:pt modelId="{C8C73746-D1E9-45A4-A4B2-4DB251C0CC5A}" type="pres">
      <dgm:prSet presAssocID="{9E6404DC-1053-49D6-95EE-599A97C88DD3}" presName="rootConnector1" presStyleLbl="node1" presStyleIdx="0" presStyleCnt="0"/>
      <dgm:spPr/>
      <dgm:t>
        <a:bodyPr/>
        <a:lstStyle/>
        <a:p>
          <a:endParaRPr lang="en-US"/>
        </a:p>
      </dgm:t>
    </dgm:pt>
    <dgm:pt modelId="{AD53A4B1-01E7-41E8-9724-31F3910545A4}" type="pres">
      <dgm:prSet presAssocID="{9E6404DC-1053-49D6-95EE-599A97C88DD3}" presName="hierChild2" presStyleCnt="0"/>
      <dgm:spPr/>
    </dgm:pt>
    <dgm:pt modelId="{7B4371B5-9FE0-4A41-B872-D27DD755166A}" type="pres">
      <dgm:prSet presAssocID="{8CE2CE9A-EBD7-445E-BD99-21666869C1D4}" presName="Name37" presStyleLbl="parChTrans1D2" presStyleIdx="0" presStyleCnt="4"/>
      <dgm:spPr/>
      <dgm:t>
        <a:bodyPr/>
        <a:lstStyle/>
        <a:p>
          <a:endParaRPr lang="en-US"/>
        </a:p>
      </dgm:t>
    </dgm:pt>
    <dgm:pt modelId="{ED726A71-3CEE-43E5-B36E-E99BBF451E5B}" type="pres">
      <dgm:prSet presAssocID="{9286A5EC-F2A9-487D-8BF1-B96EEEFD636B}" presName="hierRoot2" presStyleCnt="0">
        <dgm:presLayoutVars>
          <dgm:hierBranch val="init"/>
        </dgm:presLayoutVars>
      </dgm:prSet>
      <dgm:spPr/>
    </dgm:pt>
    <dgm:pt modelId="{82B2FC70-3C15-48D4-B101-71C09EFE19F9}" type="pres">
      <dgm:prSet presAssocID="{9286A5EC-F2A9-487D-8BF1-B96EEEFD636B}" presName="rootComposite" presStyleCnt="0"/>
      <dgm:spPr/>
    </dgm:pt>
    <dgm:pt modelId="{C9422C4E-2B02-4D33-A16B-EF7B187ECAB7}" type="pres">
      <dgm:prSet presAssocID="{9286A5EC-F2A9-487D-8BF1-B96EEEFD636B}" presName="rootText" presStyleLbl="node2" presStyleIdx="0" presStyleCnt="4" custScaleX="166646" custScaleY="107464" custLinFactNeighborX="4006" custLinFactNeighborY="10813">
        <dgm:presLayoutVars>
          <dgm:chPref val="3"/>
        </dgm:presLayoutVars>
      </dgm:prSet>
      <dgm:spPr/>
      <dgm:t>
        <a:bodyPr/>
        <a:lstStyle/>
        <a:p>
          <a:endParaRPr lang="en-US"/>
        </a:p>
      </dgm:t>
    </dgm:pt>
    <dgm:pt modelId="{A10B8E6A-AEE1-4C2B-8634-C515AEDBA0E5}" type="pres">
      <dgm:prSet presAssocID="{9286A5EC-F2A9-487D-8BF1-B96EEEFD636B}" presName="rootConnector" presStyleLbl="node2" presStyleIdx="0" presStyleCnt="4"/>
      <dgm:spPr/>
      <dgm:t>
        <a:bodyPr/>
        <a:lstStyle/>
        <a:p>
          <a:endParaRPr lang="en-US"/>
        </a:p>
      </dgm:t>
    </dgm:pt>
    <dgm:pt modelId="{C9264EDA-91B6-4FAE-AFE6-AFC29BE66386}" type="pres">
      <dgm:prSet presAssocID="{9286A5EC-F2A9-487D-8BF1-B96EEEFD636B}" presName="hierChild4" presStyleCnt="0"/>
      <dgm:spPr/>
    </dgm:pt>
    <dgm:pt modelId="{C5C54053-3A12-46C3-BAAB-BDE4C3102748}" type="pres">
      <dgm:prSet presAssocID="{9286A5EC-F2A9-487D-8BF1-B96EEEFD636B}" presName="hierChild5" presStyleCnt="0"/>
      <dgm:spPr/>
    </dgm:pt>
    <dgm:pt modelId="{0146BAA9-2B9D-4F2A-B565-A2DCB6505964}" type="pres">
      <dgm:prSet presAssocID="{F0764DAA-254D-4C3C-9708-669D5BF5A337}" presName="Name37" presStyleLbl="parChTrans1D2" presStyleIdx="1" presStyleCnt="4"/>
      <dgm:spPr/>
      <dgm:t>
        <a:bodyPr/>
        <a:lstStyle/>
        <a:p>
          <a:endParaRPr lang="en-US"/>
        </a:p>
      </dgm:t>
    </dgm:pt>
    <dgm:pt modelId="{E84706B5-084F-4950-8554-35690A57F381}" type="pres">
      <dgm:prSet presAssocID="{620DD3EC-BDCD-468B-B566-7FE2B848507E}" presName="hierRoot2" presStyleCnt="0">
        <dgm:presLayoutVars>
          <dgm:hierBranch val="init"/>
        </dgm:presLayoutVars>
      </dgm:prSet>
      <dgm:spPr/>
    </dgm:pt>
    <dgm:pt modelId="{2A614826-E838-4B9F-9FD7-136F010E7C46}" type="pres">
      <dgm:prSet presAssocID="{620DD3EC-BDCD-468B-B566-7FE2B848507E}" presName="rootComposite" presStyleCnt="0"/>
      <dgm:spPr/>
    </dgm:pt>
    <dgm:pt modelId="{02B28F85-DE51-42FF-859E-1DD3A478F426}" type="pres">
      <dgm:prSet presAssocID="{620DD3EC-BDCD-468B-B566-7FE2B848507E}" presName="rootText" presStyleLbl="node2" presStyleIdx="1" presStyleCnt="4" custScaleX="166646" custScaleY="107464" custLinFactNeighborX="4006" custLinFactNeighborY="10813">
        <dgm:presLayoutVars>
          <dgm:chPref val="3"/>
        </dgm:presLayoutVars>
      </dgm:prSet>
      <dgm:spPr/>
      <dgm:t>
        <a:bodyPr/>
        <a:lstStyle/>
        <a:p>
          <a:endParaRPr lang="en-US"/>
        </a:p>
      </dgm:t>
    </dgm:pt>
    <dgm:pt modelId="{1999F93D-C5E3-4B58-A38A-C971B5C1871B}" type="pres">
      <dgm:prSet presAssocID="{620DD3EC-BDCD-468B-B566-7FE2B848507E}" presName="rootConnector" presStyleLbl="node2" presStyleIdx="1" presStyleCnt="4"/>
      <dgm:spPr/>
      <dgm:t>
        <a:bodyPr/>
        <a:lstStyle/>
        <a:p>
          <a:endParaRPr lang="en-US"/>
        </a:p>
      </dgm:t>
    </dgm:pt>
    <dgm:pt modelId="{4C592C92-3156-443C-BB98-9204DFF01F72}" type="pres">
      <dgm:prSet presAssocID="{620DD3EC-BDCD-468B-B566-7FE2B848507E}" presName="hierChild4" presStyleCnt="0"/>
      <dgm:spPr/>
    </dgm:pt>
    <dgm:pt modelId="{8BF33A23-B9E7-4732-917C-5D66B726362F}" type="pres">
      <dgm:prSet presAssocID="{D723B879-676C-4614-8859-D09DEFF2A3B3}" presName="Name37" presStyleLbl="parChTrans1D3" presStyleIdx="0" presStyleCnt="13"/>
      <dgm:spPr/>
      <dgm:t>
        <a:bodyPr/>
        <a:lstStyle/>
        <a:p>
          <a:endParaRPr lang="en-US"/>
        </a:p>
      </dgm:t>
    </dgm:pt>
    <dgm:pt modelId="{20C774D7-4094-42B3-BC8F-AB5D0586E671}" type="pres">
      <dgm:prSet presAssocID="{552219B0-29E3-4A6C-90E3-BE0B83069EBC}" presName="hierRoot2" presStyleCnt="0">
        <dgm:presLayoutVars>
          <dgm:hierBranch val="init"/>
        </dgm:presLayoutVars>
      </dgm:prSet>
      <dgm:spPr/>
    </dgm:pt>
    <dgm:pt modelId="{B158E239-C176-4132-B1BA-6C1E7461F09C}" type="pres">
      <dgm:prSet presAssocID="{552219B0-29E3-4A6C-90E3-BE0B83069EBC}" presName="rootComposite" presStyleCnt="0"/>
      <dgm:spPr/>
    </dgm:pt>
    <dgm:pt modelId="{9449DAAE-E410-44C5-A07D-A0445C0B7E6B}" type="pres">
      <dgm:prSet presAssocID="{552219B0-29E3-4A6C-90E3-BE0B83069EBC}" presName="rootText" presStyleLbl="node3" presStyleIdx="0" presStyleCnt="13" custScaleX="96004" custScaleY="90830">
        <dgm:presLayoutVars>
          <dgm:chPref val="3"/>
        </dgm:presLayoutVars>
      </dgm:prSet>
      <dgm:spPr/>
      <dgm:t>
        <a:bodyPr/>
        <a:lstStyle/>
        <a:p>
          <a:endParaRPr lang="en-US"/>
        </a:p>
      </dgm:t>
    </dgm:pt>
    <dgm:pt modelId="{44F89C81-6EDD-4313-B033-6AFE4A6B1597}" type="pres">
      <dgm:prSet presAssocID="{552219B0-29E3-4A6C-90E3-BE0B83069EBC}" presName="rootConnector" presStyleLbl="node3" presStyleIdx="0" presStyleCnt="13"/>
      <dgm:spPr/>
      <dgm:t>
        <a:bodyPr/>
        <a:lstStyle/>
        <a:p>
          <a:endParaRPr lang="en-US"/>
        </a:p>
      </dgm:t>
    </dgm:pt>
    <dgm:pt modelId="{131D6045-90D5-4A9B-AF7A-E47E958A6183}" type="pres">
      <dgm:prSet presAssocID="{552219B0-29E3-4A6C-90E3-BE0B83069EBC}" presName="hierChild4" presStyleCnt="0"/>
      <dgm:spPr/>
    </dgm:pt>
    <dgm:pt modelId="{61412022-130F-4D56-8A65-CD43AA487E99}" type="pres">
      <dgm:prSet presAssocID="{552219B0-29E3-4A6C-90E3-BE0B83069EBC}" presName="hierChild5" presStyleCnt="0"/>
      <dgm:spPr/>
    </dgm:pt>
    <dgm:pt modelId="{76E33A9D-9480-40FB-A4DF-EE1E2E7E401E}" type="pres">
      <dgm:prSet presAssocID="{248E9311-DF61-4B0E-BD57-16AE2D707A60}" presName="Name37" presStyleLbl="parChTrans1D3" presStyleIdx="1" presStyleCnt="13"/>
      <dgm:spPr/>
      <dgm:t>
        <a:bodyPr/>
        <a:lstStyle/>
        <a:p>
          <a:endParaRPr lang="en-US"/>
        </a:p>
      </dgm:t>
    </dgm:pt>
    <dgm:pt modelId="{04B8EA4A-11CB-4AF7-85D7-32F9AD439CB7}" type="pres">
      <dgm:prSet presAssocID="{1F903EBE-540A-403B-AE13-6A09126352BD}" presName="hierRoot2" presStyleCnt="0">
        <dgm:presLayoutVars>
          <dgm:hierBranch val="init"/>
        </dgm:presLayoutVars>
      </dgm:prSet>
      <dgm:spPr/>
    </dgm:pt>
    <dgm:pt modelId="{D50DA092-4409-4311-BEA8-2E2A816EFE92}" type="pres">
      <dgm:prSet presAssocID="{1F903EBE-540A-403B-AE13-6A09126352BD}" presName="rootComposite" presStyleCnt="0"/>
      <dgm:spPr/>
    </dgm:pt>
    <dgm:pt modelId="{B4DA07B5-29B3-4442-A69E-055EEC652BE8}" type="pres">
      <dgm:prSet presAssocID="{1F903EBE-540A-403B-AE13-6A09126352BD}" presName="rootText" presStyleLbl="node3" presStyleIdx="1" presStyleCnt="13" custScaleX="96004" custScaleY="90830">
        <dgm:presLayoutVars>
          <dgm:chPref val="3"/>
        </dgm:presLayoutVars>
      </dgm:prSet>
      <dgm:spPr/>
      <dgm:t>
        <a:bodyPr/>
        <a:lstStyle/>
        <a:p>
          <a:endParaRPr lang="en-US"/>
        </a:p>
      </dgm:t>
    </dgm:pt>
    <dgm:pt modelId="{746FE1B3-37E8-4050-B0B7-5668D5D7D118}" type="pres">
      <dgm:prSet presAssocID="{1F903EBE-540A-403B-AE13-6A09126352BD}" presName="rootConnector" presStyleLbl="node3" presStyleIdx="1" presStyleCnt="13"/>
      <dgm:spPr/>
      <dgm:t>
        <a:bodyPr/>
        <a:lstStyle/>
        <a:p>
          <a:endParaRPr lang="en-US"/>
        </a:p>
      </dgm:t>
    </dgm:pt>
    <dgm:pt modelId="{CA531930-87B7-4E2B-AA93-B0ECAA52CC09}" type="pres">
      <dgm:prSet presAssocID="{1F903EBE-540A-403B-AE13-6A09126352BD}" presName="hierChild4" presStyleCnt="0"/>
      <dgm:spPr/>
    </dgm:pt>
    <dgm:pt modelId="{E9A486E8-3FB6-41A6-BD46-32EB689AD74B}" type="pres">
      <dgm:prSet presAssocID="{1F903EBE-540A-403B-AE13-6A09126352BD}" presName="hierChild5" presStyleCnt="0"/>
      <dgm:spPr/>
    </dgm:pt>
    <dgm:pt modelId="{A4659DA7-BC81-4AD7-B119-499310DCB294}" type="pres">
      <dgm:prSet presAssocID="{5116E518-2BAD-4C82-9FE3-9CFE788A2A86}" presName="Name37" presStyleLbl="parChTrans1D3" presStyleIdx="2" presStyleCnt="13"/>
      <dgm:spPr/>
      <dgm:t>
        <a:bodyPr/>
        <a:lstStyle/>
        <a:p>
          <a:endParaRPr lang="en-US"/>
        </a:p>
      </dgm:t>
    </dgm:pt>
    <dgm:pt modelId="{5F67BCF6-AFDE-4A66-9367-5CFB9E350F0E}" type="pres">
      <dgm:prSet presAssocID="{D666730B-F8C4-489E-87FF-10A9E7718A12}" presName="hierRoot2" presStyleCnt="0">
        <dgm:presLayoutVars>
          <dgm:hierBranch val="init"/>
        </dgm:presLayoutVars>
      </dgm:prSet>
      <dgm:spPr/>
    </dgm:pt>
    <dgm:pt modelId="{859B8FF5-4405-484B-B2CE-935551FAD375}" type="pres">
      <dgm:prSet presAssocID="{D666730B-F8C4-489E-87FF-10A9E7718A12}" presName="rootComposite" presStyleCnt="0"/>
      <dgm:spPr/>
    </dgm:pt>
    <dgm:pt modelId="{256AF9DD-6748-4D88-A3F9-C1BEAA44B2B7}" type="pres">
      <dgm:prSet presAssocID="{D666730B-F8C4-489E-87FF-10A9E7718A12}" presName="rootText" presStyleLbl="node3" presStyleIdx="2" presStyleCnt="13">
        <dgm:presLayoutVars>
          <dgm:chPref val="3"/>
        </dgm:presLayoutVars>
      </dgm:prSet>
      <dgm:spPr/>
      <dgm:t>
        <a:bodyPr/>
        <a:lstStyle/>
        <a:p>
          <a:endParaRPr lang="en-US"/>
        </a:p>
      </dgm:t>
    </dgm:pt>
    <dgm:pt modelId="{4128B72E-9B9F-4920-9B55-B09D02FD46D5}" type="pres">
      <dgm:prSet presAssocID="{D666730B-F8C4-489E-87FF-10A9E7718A12}" presName="rootConnector" presStyleLbl="node3" presStyleIdx="2" presStyleCnt="13"/>
      <dgm:spPr/>
      <dgm:t>
        <a:bodyPr/>
        <a:lstStyle/>
        <a:p>
          <a:endParaRPr lang="en-US"/>
        </a:p>
      </dgm:t>
    </dgm:pt>
    <dgm:pt modelId="{BD2ED242-B737-492C-A274-8E21C92E3844}" type="pres">
      <dgm:prSet presAssocID="{D666730B-F8C4-489E-87FF-10A9E7718A12}" presName="hierChild4" presStyleCnt="0"/>
      <dgm:spPr/>
    </dgm:pt>
    <dgm:pt modelId="{519FABC1-2AEB-4F67-88AD-513AE4929F7E}" type="pres">
      <dgm:prSet presAssocID="{D666730B-F8C4-489E-87FF-10A9E7718A12}" presName="hierChild5" presStyleCnt="0"/>
      <dgm:spPr/>
    </dgm:pt>
    <dgm:pt modelId="{3B638B4C-53A5-4D12-B60D-D4DA913A425A}" type="pres">
      <dgm:prSet presAssocID="{C3D4C136-18A0-41EC-9A0B-E0BF780AC235}" presName="Name37" presStyleLbl="parChTrans1D3" presStyleIdx="3" presStyleCnt="13"/>
      <dgm:spPr/>
      <dgm:t>
        <a:bodyPr/>
        <a:lstStyle/>
        <a:p>
          <a:endParaRPr lang="en-US"/>
        </a:p>
      </dgm:t>
    </dgm:pt>
    <dgm:pt modelId="{A1F93EC6-5D1E-4398-8294-98711092A667}" type="pres">
      <dgm:prSet presAssocID="{C179C489-C5FD-40BE-B595-79DE35DDC9CE}" presName="hierRoot2" presStyleCnt="0">
        <dgm:presLayoutVars>
          <dgm:hierBranch val="init"/>
        </dgm:presLayoutVars>
      </dgm:prSet>
      <dgm:spPr/>
    </dgm:pt>
    <dgm:pt modelId="{F830BFCF-A416-4E42-8BCA-735A583E9BC7}" type="pres">
      <dgm:prSet presAssocID="{C179C489-C5FD-40BE-B595-79DE35DDC9CE}" presName="rootComposite" presStyleCnt="0"/>
      <dgm:spPr/>
    </dgm:pt>
    <dgm:pt modelId="{A6B16DE7-0EC3-4396-BFD5-DD7A7D622CAB}" type="pres">
      <dgm:prSet presAssocID="{C179C489-C5FD-40BE-B595-79DE35DDC9CE}" presName="rootText" presStyleLbl="node3" presStyleIdx="3" presStyleCnt="13">
        <dgm:presLayoutVars>
          <dgm:chPref val="3"/>
        </dgm:presLayoutVars>
      </dgm:prSet>
      <dgm:spPr/>
      <dgm:t>
        <a:bodyPr/>
        <a:lstStyle/>
        <a:p>
          <a:endParaRPr lang="en-US"/>
        </a:p>
      </dgm:t>
    </dgm:pt>
    <dgm:pt modelId="{C6C7CF8B-FF9C-4425-9DB9-B4FD302B57E8}" type="pres">
      <dgm:prSet presAssocID="{C179C489-C5FD-40BE-B595-79DE35DDC9CE}" presName="rootConnector" presStyleLbl="node3" presStyleIdx="3" presStyleCnt="13"/>
      <dgm:spPr/>
      <dgm:t>
        <a:bodyPr/>
        <a:lstStyle/>
        <a:p>
          <a:endParaRPr lang="en-US"/>
        </a:p>
      </dgm:t>
    </dgm:pt>
    <dgm:pt modelId="{479B77CE-065C-4C1C-805B-817122889D5B}" type="pres">
      <dgm:prSet presAssocID="{C179C489-C5FD-40BE-B595-79DE35DDC9CE}" presName="hierChild4" presStyleCnt="0"/>
      <dgm:spPr/>
    </dgm:pt>
    <dgm:pt modelId="{221F0C01-B0EA-4502-91B4-DB63F9074299}" type="pres">
      <dgm:prSet presAssocID="{C179C489-C5FD-40BE-B595-79DE35DDC9CE}" presName="hierChild5" presStyleCnt="0"/>
      <dgm:spPr/>
    </dgm:pt>
    <dgm:pt modelId="{0D3AFCB4-FE14-4EDA-A0F6-3A2828B10060}" type="pres">
      <dgm:prSet presAssocID="{E6962A79-4279-4847-AF21-F58927821798}" presName="Name37" presStyleLbl="parChTrans1D3" presStyleIdx="4" presStyleCnt="13"/>
      <dgm:spPr/>
      <dgm:t>
        <a:bodyPr/>
        <a:lstStyle/>
        <a:p>
          <a:endParaRPr lang="en-US"/>
        </a:p>
      </dgm:t>
    </dgm:pt>
    <dgm:pt modelId="{EA6CED2A-8D06-4653-AED9-289FE3D25025}" type="pres">
      <dgm:prSet presAssocID="{082C692E-C0AB-499C-9E9B-BD67F3F0D18C}" presName="hierRoot2" presStyleCnt="0">
        <dgm:presLayoutVars>
          <dgm:hierBranch val="init"/>
        </dgm:presLayoutVars>
      </dgm:prSet>
      <dgm:spPr/>
    </dgm:pt>
    <dgm:pt modelId="{B22A0421-5013-460B-9259-F96D72B09F8C}" type="pres">
      <dgm:prSet presAssocID="{082C692E-C0AB-499C-9E9B-BD67F3F0D18C}" presName="rootComposite" presStyleCnt="0"/>
      <dgm:spPr/>
    </dgm:pt>
    <dgm:pt modelId="{1BF91BE6-53E2-43C3-9198-6D241126B573}" type="pres">
      <dgm:prSet presAssocID="{082C692E-C0AB-499C-9E9B-BD67F3F0D18C}" presName="rootText" presStyleLbl="node3" presStyleIdx="4" presStyleCnt="13">
        <dgm:presLayoutVars>
          <dgm:chPref val="3"/>
        </dgm:presLayoutVars>
      </dgm:prSet>
      <dgm:spPr/>
      <dgm:t>
        <a:bodyPr/>
        <a:lstStyle/>
        <a:p>
          <a:endParaRPr lang="en-US"/>
        </a:p>
      </dgm:t>
    </dgm:pt>
    <dgm:pt modelId="{9139EBD0-8CA0-40E7-B916-B498CABC6E40}" type="pres">
      <dgm:prSet presAssocID="{082C692E-C0AB-499C-9E9B-BD67F3F0D18C}" presName="rootConnector" presStyleLbl="node3" presStyleIdx="4" presStyleCnt="13"/>
      <dgm:spPr/>
      <dgm:t>
        <a:bodyPr/>
        <a:lstStyle/>
        <a:p>
          <a:endParaRPr lang="en-US"/>
        </a:p>
      </dgm:t>
    </dgm:pt>
    <dgm:pt modelId="{8F98789F-787B-4C56-A59A-39B5C9D978BB}" type="pres">
      <dgm:prSet presAssocID="{082C692E-C0AB-499C-9E9B-BD67F3F0D18C}" presName="hierChild4" presStyleCnt="0"/>
      <dgm:spPr/>
    </dgm:pt>
    <dgm:pt modelId="{110196F9-E757-42ED-A1E6-4D38BDFBE94D}" type="pres">
      <dgm:prSet presAssocID="{082C692E-C0AB-499C-9E9B-BD67F3F0D18C}" presName="hierChild5" presStyleCnt="0"/>
      <dgm:spPr/>
    </dgm:pt>
    <dgm:pt modelId="{9D1CB3D7-3ED8-4E7D-A415-7FE8A60495E3}" type="pres">
      <dgm:prSet presAssocID="{BD607842-5FCD-4D50-A7A5-45C0EC395A29}" presName="Name37" presStyleLbl="parChTrans1D3" presStyleIdx="5" presStyleCnt="13"/>
      <dgm:spPr/>
      <dgm:t>
        <a:bodyPr/>
        <a:lstStyle/>
        <a:p>
          <a:endParaRPr lang="en-US"/>
        </a:p>
      </dgm:t>
    </dgm:pt>
    <dgm:pt modelId="{D0F4501F-62CD-4DCD-8588-917F775CF51F}" type="pres">
      <dgm:prSet presAssocID="{5A81FE1A-C626-4C5E-8DCB-CC602E39566D}" presName="hierRoot2" presStyleCnt="0">
        <dgm:presLayoutVars>
          <dgm:hierBranch val="init"/>
        </dgm:presLayoutVars>
      </dgm:prSet>
      <dgm:spPr/>
    </dgm:pt>
    <dgm:pt modelId="{6BC7DF0A-7CC6-49F2-970F-147D3547F936}" type="pres">
      <dgm:prSet presAssocID="{5A81FE1A-C626-4C5E-8DCB-CC602E39566D}" presName="rootComposite" presStyleCnt="0"/>
      <dgm:spPr/>
    </dgm:pt>
    <dgm:pt modelId="{A6130F63-8B94-4835-9CA1-204FC5D4C76D}" type="pres">
      <dgm:prSet presAssocID="{5A81FE1A-C626-4C5E-8DCB-CC602E39566D}" presName="rootText" presStyleLbl="node3" presStyleIdx="5" presStyleCnt="13">
        <dgm:presLayoutVars>
          <dgm:chPref val="3"/>
        </dgm:presLayoutVars>
      </dgm:prSet>
      <dgm:spPr/>
      <dgm:t>
        <a:bodyPr/>
        <a:lstStyle/>
        <a:p>
          <a:endParaRPr lang="en-US"/>
        </a:p>
      </dgm:t>
    </dgm:pt>
    <dgm:pt modelId="{4ED11279-92EA-44D0-90B8-58483C305B1E}" type="pres">
      <dgm:prSet presAssocID="{5A81FE1A-C626-4C5E-8DCB-CC602E39566D}" presName="rootConnector" presStyleLbl="node3" presStyleIdx="5" presStyleCnt="13"/>
      <dgm:spPr/>
      <dgm:t>
        <a:bodyPr/>
        <a:lstStyle/>
        <a:p>
          <a:endParaRPr lang="en-US"/>
        </a:p>
      </dgm:t>
    </dgm:pt>
    <dgm:pt modelId="{7A64ED89-A594-4C1F-8749-09D00865C54F}" type="pres">
      <dgm:prSet presAssocID="{5A81FE1A-C626-4C5E-8DCB-CC602E39566D}" presName="hierChild4" presStyleCnt="0"/>
      <dgm:spPr/>
    </dgm:pt>
    <dgm:pt modelId="{FD5D6F5D-940A-405C-A86F-57AABE2C488B}" type="pres">
      <dgm:prSet presAssocID="{5A81FE1A-C626-4C5E-8DCB-CC602E39566D}" presName="hierChild5" presStyleCnt="0"/>
      <dgm:spPr/>
    </dgm:pt>
    <dgm:pt modelId="{3E362709-8DF5-4ED1-BE78-2D67C7F6CD59}" type="pres">
      <dgm:prSet presAssocID="{620DD3EC-BDCD-468B-B566-7FE2B848507E}" presName="hierChild5" presStyleCnt="0"/>
      <dgm:spPr/>
    </dgm:pt>
    <dgm:pt modelId="{41173D40-128D-4048-83A1-7C68DE4B0041}" type="pres">
      <dgm:prSet presAssocID="{4A0D96F5-06D9-485F-AEB5-2B27D37DA6F8}" presName="Name37" presStyleLbl="parChTrans1D2" presStyleIdx="2" presStyleCnt="4"/>
      <dgm:spPr/>
      <dgm:t>
        <a:bodyPr/>
        <a:lstStyle/>
        <a:p>
          <a:endParaRPr lang="en-US"/>
        </a:p>
      </dgm:t>
    </dgm:pt>
    <dgm:pt modelId="{77C8DAFF-F1C4-4376-ADCE-FAE7B586EEC6}" type="pres">
      <dgm:prSet presAssocID="{1CD9272D-1AC8-4166-B759-BD2460765B07}" presName="hierRoot2" presStyleCnt="0">
        <dgm:presLayoutVars>
          <dgm:hierBranch val="init"/>
        </dgm:presLayoutVars>
      </dgm:prSet>
      <dgm:spPr/>
    </dgm:pt>
    <dgm:pt modelId="{9BA2FD92-C266-461A-9CEF-3F5B3F322573}" type="pres">
      <dgm:prSet presAssocID="{1CD9272D-1AC8-4166-B759-BD2460765B07}" presName="rootComposite" presStyleCnt="0"/>
      <dgm:spPr/>
    </dgm:pt>
    <dgm:pt modelId="{1FF2C928-7E62-4953-B1D7-8B0B163A6AFE}" type="pres">
      <dgm:prSet presAssocID="{1CD9272D-1AC8-4166-B759-BD2460765B07}" presName="rootText" presStyleLbl="node2" presStyleIdx="2" presStyleCnt="4" custScaleX="166646" custScaleY="107464" custLinFactNeighborX="4006" custLinFactNeighborY="12120">
        <dgm:presLayoutVars>
          <dgm:chPref val="3"/>
        </dgm:presLayoutVars>
      </dgm:prSet>
      <dgm:spPr/>
      <dgm:t>
        <a:bodyPr/>
        <a:lstStyle/>
        <a:p>
          <a:endParaRPr lang="en-US"/>
        </a:p>
      </dgm:t>
    </dgm:pt>
    <dgm:pt modelId="{BD367FDB-F21D-4007-903C-1680264363A2}" type="pres">
      <dgm:prSet presAssocID="{1CD9272D-1AC8-4166-B759-BD2460765B07}" presName="rootConnector" presStyleLbl="node2" presStyleIdx="2" presStyleCnt="4"/>
      <dgm:spPr/>
      <dgm:t>
        <a:bodyPr/>
        <a:lstStyle/>
        <a:p>
          <a:endParaRPr lang="en-US"/>
        </a:p>
      </dgm:t>
    </dgm:pt>
    <dgm:pt modelId="{89E75F9B-EF94-49CA-B184-A185FABDCC9E}" type="pres">
      <dgm:prSet presAssocID="{1CD9272D-1AC8-4166-B759-BD2460765B07}" presName="hierChild4" presStyleCnt="0"/>
      <dgm:spPr/>
    </dgm:pt>
    <dgm:pt modelId="{424CB9F7-BD12-464D-9D50-35FB2F2EE2BA}" type="pres">
      <dgm:prSet presAssocID="{38FA2678-4F86-40A1-821B-F2EDBBD02DF5}" presName="Name37" presStyleLbl="parChTrans1D3" presStyleIdx="6" presStyleCnt="13"/>
      <dgm:spPr/>
      <dgm:t>
        <a:bodyPr/>
        <a:lstStyle/>
        <a:p>
          <a:endParaRPr lang="en-US"/>
        </a:p>
      </dgm:t>
    </dgm:pt>
    <dgm:pt modelId="{08B9B998-E2DF-408D-9786-09318B4802CF}" type="pres">
      <dgm:prSet presAssocID="{6B69A9D6-9AED-45AA-B3E9-D119059C1234}" presName="hierRoot2" presStyleCnt="0">
        <dgm:presLayoutVars>
          <dgm:hierBranch val="init"/>
        </dgm:presLayoutVars>
      </dgm:prSet>
      <dgm:spPr/>
    </dgm:pt>
    <dgm:pt modelId="{FBB51A07-7046-494C-9B19-35FB3F9993E8}" type="pres">
      <dgm:prSet presAssocID="{6B69A9D6-9AED-45AA-B3E9-D119059C1234}" presName="rootComposite" presStyleCnt="0"/>
      <dgm:spPr/>
    </dgm:pt>
    <dgm:pt modelId="{A09725EF-3FB3-4768-97B8-009E6D2343F4}" type="pres">
      <dgm:prSet presAssocID="{6B69A9D6-9AED-45AA-B3E9-D119059C1234}" presName="rootText" presStyleLbl="node3" presStyleIdx="6" presStyleCnt="13">
        <dgm:presLayoutVars>
          <dgm:chPref val="3"/>
        </dgm:presLayoutVars>
      </dgm:prSet>
      <dgm:spPr/>
      <dgm:t>
        <a:bodyPr/>
        <a:lstStyle/>
        <a:p>
          <a:endParaRPr lang="en-US"/>
        </a:p>
      </dgm:t>
    </dgm:pt>
    <dgm:pt modelId="{D791631C-CA1E-463B-8EE6-8A6528A12700}" type="pres">
      <dgm:prSet presAssocID="{6B69A9D6-9AED-45AA-B3E9-D119059C1234}" presName="rootConnector" presStyleLbl="node3" presStyleIdx="6" presStyleCnt="13"/>
      <dgm:spPr/>
      <dgm:t>
        <a:bodyPr/>
        <a:lstStyle/>
        <a:p>
          <a:endParaRPr lang="en-US"/>
        </a:p>
      </dgm:t>
    </dgm:pt>
    <dgm:pt modelId="{676A0363-27B6-45A8-9F46-A1DB09F6CBEA}" type="pres">
      <dgm:prSet presAssocID="{6B69A9D6-9AED-45AA-B3E9-D119059C1234}" presName="hierChild4" presStyleCnt="0"/>
      <dgm:spPr/>
    </dgm:pt>
    <dgm:pt modelId="{C67584F9-D296-46FC-B19E-38D5A48B7A9E}" type="pres">
      <dgm:prSet presAssocID="{6B69A9D6-9AED-45AA-B3E9-D119059C1234}" presName="hierChild5" presStyleCnt="0"/>
      <dgm:spPr/>
    </dgm:pt>
    <dgm:pt modelId="{3459CCC4-62B6-4304-A245-416B7C7F84E8}" type="pres">
      <dgm:prSet presAssocID="{95561690-DAF4-4C42-83FD-AF6358165ED3}" presName="Name37" presStyleLbl="parChTrans1D3" presStyleIdx="7" presStyleCnt="13"/>
      <dgm:spPr/>
      <dgm:t>
        <a:bodyPr/>
        <a:lstStyle/>
        <a:p>
          <a:endParaRPr lang="en-US"/>
        </a:p>
      </dgm:t>
    </dgm:pt>
    <dgm:pt modelId="{C92B4941-34DD-4A97-B517-DFD626A6EC86}" type="pres">
      <dgm:prSet presAssocID="{42697813-E546-4A75-9A82-80BBD259A796}" presName="hierRoot2" presStyleCnt="0">
        <dgm:presLayoutVars>
          <dgm:hierBranch val="init"/>
        </dgm:presLayoutVars>
      </dgm:prSet>
      <dgm:spPr/>
    </dgm:pt>
    <dgm:pt modelId="{9BEBD7A7-D453-460B-8645-3FAF230EF8EF}" type="pres">
      <dgm:prSet presAssocID="{42697813-E546-4A75-9A82-80BBD259A796}" presName="rootComposite" presStyleCnt="0"/>
      <dgm:spPr/>
    </dgm:pt>
    <dgm:pt modelId="{736A3B4F-561D-45EE-A5B3-1EDEA71440B6}" type="pres">
      <dgm:prSet presAssocID="{42697813-E546-4A75-9A82-80BBD259A796}" presName="rootText" presStyleLbl="node3" presStyleIdx="7" presStyleCnt="13">
        <dgm:presLayoutVars>
          <dgm:chPref val="3"/>
        </dgm:presLayoutVars>
      </dgm:prSet>
      <dgm:spPr/>
      <dgm:t>
        <a:bodyPr/>
        <a:lstStyle/>
        <a:p>
          <a:endParaRPr lang="en-US"/>
        </a:p>
      </dgm:t>
    </dgm:pt>
    <dgm:pt modelId="{67EBBFD6-CEA6-4954-8670-2F6F47ADC04F}" type="pres">
      <dgm:prSet presAssocID="{42697813-E546-4A75-9A82-80BBD259A796}" presName="rootConnector" presStyleLbl="node3" presStyleIdx="7" presStyleCnt="13"/>
      <dgm:spPr/>
      <dgm:t>
        <a:bodyPr/>
        <a:lstStyle/>
        <a:p>
          <a:endParaRPr lang="en-US"/>
        </a:p>
      </dgm:t>
    </dgm:pt>
    <dgm:pt modelId="{46ECF8AA-004F-46F6-B3CB-8822362535F7}" type="pres">
      <dgm:prSet presAssocID="{42697813-E546-4A75-9A82-80BBD259A796}" presName="hierChild4" presStyleCnt="0"/>
      <dgm:spPr/>
    </dgm:pt>
    <dgm:pt modelId="{535BC9BA-727A-4FEA-8341-94DDD273C95C}" type="pres">
      <dgm:prSet presAssocID="{42697813-E546-4A75-9A82-80BBD259A796}" presName="hierChild5" presStyleCnt="0"/>
      <dgm:spPr/>
    </dgm:pt>
    <dgm:pt modelId="{142A7032-47B0-4992-A51C-9BDAFA692CCD}" type="pres">
      <dgm:prSet presAssocID="{79F5B209-E25D-46D8-8257-1B7E5A604241}" presName="Name37" presStyleLbl="parChTrans1D3" presStyleIdx="8" presStyleCnt="13"/>
      <dgm:spPr/>
      <dgm:t>
        <a:bodyPr/>
        <a:lstStyle/>
        <a:p>
          <a:endParaRPr lang="en-US"/>
        </a:p>
      </dgm:t>
    </dgm:pt>
    <dgm:pt modelId="{D06AE94A-73F3-4302-BD46-1D2C449066A7}" type="pres">
      <dgm:prSet presAssocID="{B6B46A80-4BC6-4538-990B-765000BB3840}" presName="hierRoot2" presStyleCnt="0">
        <dgm:presLayoutVars>
          <dgm:hierBranch val="init"/>
        </dgm:presLayoutVars>
      </dgm:prSet>
      <dgm:spPr/>
    </dgm:pt>
    <dgm:pt modelId="{7C289C7B-800A-455D-A2FD-D8ADDB615D9B}" type="pres">
      <dgm:prSet presAssocID="{B6B46A80-4BC6-4538-990B-765000BB3840}" presName="rootComposite" presStyleCnt="0"/>
      <dgm:spPr/>
    </dgm:pt>
    <dgm:pt modelId="{E8405D25-25CC-425F-BB3B-45D71B4B4888}" type="pres">
      <dgm:prSet presAssocID="{B6B46A80-4BC6-4538-990B-765000BB3840}" presName="rootText" presStyleLbl="node3" presStyleIdx="8" presStyleCnt="13">
        <dgm:presLayoutVars>
          <dgm:chPref val="3"/>
        </dgm:presLayoutVars>
      </dgm:prSet>
      <dgm:spPr/>
      <dgm:t>
        <a:bodyPr/>
        <a:lstStyle/>
        <a:p>
          <a:endParaRPr lang="en-US"/>
        </a:p>
      </dgm:t>
    </dgm:pt>
    <dgm:pt modelId="{2627E1BA-B8D3-41C4-B4A5-D58B4B67F693}" type="pres">
      <dgm:prSet presAssocID="{B6B46A80-4BC6-4538-990B-765000BB3840}" presName="rootConnector" presStyleLbl="node3" presStyleIdx="8" presStyleCnt="13"/>
      <dgm:spPr/>
      <dgm:t>
        <a:bodyPr/>
        <a:lstStyle/>
        <a:p>
          <a:endParaRPr lang="en-US"/>
        </a:p>
      </dgm:t>
    </dgm:pt>
    <dgm:pt modelId="{526A5564-593C-436B-8FED-B33179049F37}" type="pres">
      <dgm:prSet presAssocID="{B6B46A80-4BC6-4538-990B-765000BB3840}" presName="hierChild4" presStyleCnt="0"/>
      <dgm:spPr/>
    </dgm:pt>
    <dgm:pt modelId="{4328706F-62C7-468E-A355-C2C3C87AF44E}" type="pres">
      <dgm:prSet presAssocID="{B6B46A80-4BC6-4538-990B-765000BB3840}" presName="hierChild5" presStyleCnt="0"/>
      <dgm:spPr/>
    </dgm:pt>
    <dgm:pt modelId="{64CB3B5C-CA39-4C43-A505-7D2BC5392DCD}" type="pres">
      <dgm:prSet presAssocID="{68EADB79-E7DD-40D3-9CF1-65D2EE115C12}" presName="Name37" presStyleLbl="parChTrans1D3" presStyleIdx="9" presStyleCnt="13"/>
      <dgm:spPr/>
      <dgm:t>
        <a:bodyPr/>
        <a:lstStyle/>
        <a:p>
          <a:endParaRPr lang="en-US"/>
        </a:p>
      </dgm:t>
    </dgm:pt>
    <dgm:pt modelId="{4D487DFD-22CF-498C-8628-F74B4E26E02B}" type="pres">
      <dgm:prSet presAssocID="{B4490D48-F16E-42A3-A4EA-8C77207C2460}" presName="hierRoot2" presStyleCnt="0">
        <dgm:presLayoutVars>
          <dgm:hierBranch val="init"/>
        </dgm:presLayoutVars>
      </dgm:prSet>
      <dgm:spPr/>
    </dgm:pt>
    <dgm:pt modelId="{A885801D-CD75-4E54-A4E7-62C765E8231F}" type="pres">
      <dgm:prSet presAssocID="{B4490D48-F16E-42A3-A4EA-8C77207C2460}" presName="rootComposite" presStyleCnt="0"/>
      <dgm:spPr/>
    </dgm:pt>
    <dgm:pt modelId="{35C74C81-EC28-4115-AF2D-5047B0C50EF4}" type="pres">
      <dgm:prSet presAssocID="{B4490D48-F16E-42A3-A4EA-8C77207C2460}" presName="rootText" presStyleLbl="node3" presStyleIdx="9" presStyleCnt="13">
        <dgm:presLayoutVars>
          <dgm:chPref val="3"/>
        </dgm:presLayoutVars>
      </dgm:prSet>
      <dgm:spPr/>
      <dgm:t>
        <a:bodyPr/>
        <a:lstStyle/>
        <a:p>
          <a:endParaRPr lang="en-US"/>
        </a:p>
      </dgm:t>
    </dgm:pt>
    <dgm:pt modelId="{97D8ADFB-E246-4995-9BC3-58B77C94E5D8}" type="pres">
      <dgm:prSet presAssocID="{B4490D48-F16E-42A3-A4EA-8C77207C2460}" presName="rootConnector" presStyleLbl="node3" presStyleIdx="9" presStyleCnt="13"/>
      <dgm:spPr/>
      <dgm:t>
        <a:bodyPr/>
        <a:lstStyle/>
        <a:p>
          <a:endParaRPr lang="en-US"/>
        </a:p>
      </dgm:t>
    </dgm:pt>
    <dgm:pt modelId="{6ADC06C0-9F64-4343-8107-8C2B3BF4DD64}" type="pres">
      <dgm:prSet presAssocID="{B4490D48-F16E-42A3-A4EA-8C77207C2460}" presName="hierChild4" presStyleCnt="0"/>
      <dgm:spPr/>
    </dgm:pt>
    <dgm:pt modelId="{3A144DAA-0EFE-42D0-849C-342AB710398A}" type="pres">
      <dgm:prSet presAssocID="{B4490D48-F16E-42A3-A4EA-8C77207C2460}" presName="hierChild5" presStyleCnt="0"/>
      <dgm:spPr/>
    </dgm:pt>
    <dgm:pt modelId="{723E8A3D-30CC-43F6-B950-6A5B5D6CC2D7}" type="pres">
      <dgm:prSet presAssocID="{1CD9272D-1AC8-4166-B759-BD2460765B07}" presName="hierChild5" presStyleCnt="0"/>
      <dgm:spPr/>
    </dgm:pt>
    <dgm:pt modelId="{353E71C0-A296-46B8-BAB0-268BA4C59D7C}" type="pres">
      <dgm:prSet presAssocID="{662137B2-EBFF-4B77-8453-809C32C53449}" presName="Name37" presStyleLbl="parChTrans1D2" presStyleIdx="3" presStyleCnt="4"/>
      <dgm:spPr/>
      <dgm:t>
        <a:bodyPr/>
        <a:lstStyle/>
        <a:p>
          <a:endParaRPr lang="en-US"/>
        </a:p>
      </dgm:t>
    </dgm:pt>
    <dgm:pt modelId="{7C556C8E-4126-4403-8CEB-51B59AA69FCE}" type="pres">
      <dgm:prSet presAssocID="{C3C8ED6E-CB8F-46FC-86FF-49A525C7A6EC}" presName="hierRoot2" presStyleCnt="0">
        <dgm:presLayoutVars>
          <dgm:hierBranch val="init"/>
        </dgm:presLayoutVars>
      </dgm:prSet>
      <dgm:spPr/>
    </dgm:pt>
    <dgm:pt modelId="{792CB3AC-3271-4253-9453-ACCE18AB5F73}" type="pres">
      <dgm:prSet presAssocID="{C3C8ED6E-CB8F-46FC-86FF-49A525C7A6EC}" presName="rootComposite" presStyleCnt="0"/>
      <dgm:spPr/>
    </dgm:pt>
    <dgm:pt modelId="{3FE29DE7-91AC-456D-96C3-01A8723E90DD}" type="pres">
      <dgm:prSet presAssocID="{C3C8ED6E-CB8F-46FC-86FF-49A525C7A6EC}" presName="rootText" presStyleLbl="node2" presStyleIdx="3" presStyleCnt="4" custScaleX="142745" custLinFactNeighborY="12120">
        <dgm:presLayoutVars>
          <dgm:chPref val="3"/>
        </dgm:presLayoutVars>
      </dgm:prSet>
      <dgm:spPr/>
      <dgm:t>
        <a:bodyPr/>
        <a:lstStyle/>
        <a:p>
          <a:endParaRPr lang="en-US"/>
        </a:p>
      </dgm:t>
    </dgm:pt>
    <dgm:pt modelId="{13BFADD0-1160-4E94-B239-1C8F225F6CFC}" type="pres">
      <dgm:prSet presAssocID="{C3C8ED6E-CB8F-46FC-86FF-49A525C7A6EC}" presName="rootConnector" presStyleLbl="node2" presStyleIdx="3" presStyleCnt="4"/>
      <dgm:spPr/>
      <dgm:t>
        <a:bodyPr/>
        <a:lstStyle/>
        <a:p>
          <a:endParaRPr lang="en-US"/>
        </a:p>
      </dgm:t>
    </dgm:pt>
    <dgm:pt modelId="{966D70F9-F0E7-4F8D-98FE-BF1FCEA430A3}" type="pres">
      <dgm:prSet presAssocID="{C3C8ED6E-CB8F-46FC-86FF-49A525C7A6EC}" presName="hierChild4" presStyleCnt="0"/>
      <dgm:spPr/>
    </dgm:pt>
    <dgm:pt modelId="{D7F04456-B99E-44B7-8382-21538AB8948B}" type="pres">
      <dgm:prSet presAssocID="{EF244CF0-2309-4984-909D-0C3CCDEF1DAF}" presName="Name37" presStyleLbl="parChTrans1D3" presStyleIdx="10" presStyleCnt="13"/>
      <dgm:spPr/>
      <dgm:t>
        <a:bodyPr/>
        <a:lstStyle/>
        <a:p>
          <a:endParaRPr lang="en-US"/>
        </a:p>
      </dgm:t>
    </dgm:pt>
    <dgm:pt modelId="{F96A1C18-AB96-4B86-BDF5-39B72D23BB68}" type="pres">
      <dgm:prSet presAssocID="{BB9574AB-A1DA-4110-B9DD-0585676408E6}" presName="hierRoot2" presStyleCnt="0">
        <dgm:presLayoutVars>
          <dgm:hierBranch val="init"/>
        </dgm:presLayoutVars>
      </dgm:prSet>
      <dgm:spPr/>
    </dgm:pt>
    <dgm:pt modelId="{56E373BD-99AB-40AE-9F2F-D454E9F3E7AF}" type="pres">
      <dgm:prSet presAssocID="{BB9574AB-A1DA-4110-B9DD-0585676408E6}" presName="rootComposite" presStyleCnt="0"/>
      <dgm:spPr/>
    </dgm:pt>
    <dgm:pt modelId="{796C32B1-3F96-4A4C-A22F-A472B2E1782B}" type="pres">
      <dgm:prSet presAssocID="{BB9574AB-A1DA-4110-B9DD-0585676408E6}" presName="rootText" presStyleLbl="node3" presStyleIdx="10" presStyleCnt="13">
        <dgm:presLayoutVars>
          <dgm:chPref val="3"/>
        </dgm:presLayoutVars>
      </dgm:prSet>
      <dgm:spPr/>
      <dgm:t>
        <a:bodyPr/>
        <a:lstStyle/>
        <a:p>
          <a:endParaRPr lang="en-US"/>
        </a:p>
      </dgm:t>
    </dgm:pt>
    <dgm:pt modelId="{D6882167-1277-4BC2-80F2-D4327D69BB99}" type="pres">
      <dgm:prSet presAssocID="{BB9574AB-A1DA-4110-B9DD-0585676408E6}" presName="rootConnector" presStyleLbl="node3" presStyleIdx="10" presStyleCnt="13"/>
      <dgm:spPr/>
      <dgm:t>
        <a:bodyPr/>
        <a:lstStyle/>
        <a:p>
          <a:endParaRPr lang="en-US"/>
        </a:p>
      </dgm:t>
    </dgm:pt>
    <dgm:pt modelId="{EC353C88-DD31-4877-BC21-0C351194BEBB}" type="pres">
      <dgm:prSet presAssocID="{BB9574AB-A1DA-4110-B9DD-0585676408E6}" presName="hierChild4" presStyleCnt="0"/>
      <dgm:spPr/>
    </dgm:pt>
    <dgm:pt modelId="{79DC418B-71DA-4B3C-A6DF-D7608F18F105}" type="pres">
      <dgm:prSet presAssocID="{BB9574AB-A1DA-4110-B9DD-0585676408E6}" presName="hierChild5" presStyleCnt="0"/>
      <dgm:spPr/>
    </dgm:pt>
    <dgm:pt modelId="{BD25D3D1-6D5B-4B95-A5F5-73C591C82291}" type="pres">
      <dgm:prSet presAssocID="{794AC602-8301-4F52-8379-3966F1A32012}" presName="Name37" presStyleLbl="parChTrans1D3" presStyleIdx="11" presStyleCnt="13"/>
      <dgm:spPr/>
      <dgm:t>
        <a:bodyPr/>
        <a:lstStyle/>
        <a:p>
          <a:endParaRPr lang="en-US"/>
        </a:p>
      </dgm:t>
    </dgm:pt>
    <dgm:pt modelId="{AD8C9AD8-9528-46C4-B1E7-BD47A90C2AE9}" type="pres">
      <dgm:prSet presAssocID="{281F0229-B4CC-41F2-B955-4ADF05E43AD3}" presName="hierRoot2" presStyleCnt="0">
        <dgm:presLayoutVars>
          <dgm:hierBranch val="init"/>
        </dgm:presLayoutVars>
      </dgm:prSet>
      <dgm:spPr/>
    </dgm:pt>
    <dgm:pt modelId="{8A93C2E4-124B-4251-ACBA-A266DF8725E4}" type="pres">
      <dgm:prSet presAssocID="{281F0229-B4CC-41F2-B955-4ADF05E43AD3}" presName="rootComposite" presStyleCnt="0"/>
      <dgm:spPr/>
    </dgm:pt>
    <dgm:pt modelId="{54C26DD9-A165-43CA-A7A5-372B768A2247}" type="pres">
      <dgm:prSet presAssocID="{281F0229-B4CC-41F2-B955-4ADF05E43AD3}" presName="rootText" presStyleLbl="node3" presStyleIdx="11" presStyleCnt="13">
        <dgm:presLayoutVars>
          <dgm:chPref val="3"/>
        </dgm:presLayoutVars>
      </dgm:prSet>
      <dgm:spPr/>
      <dgm:t>
        <a:bodyPr/>
        <a:lstStyle/>
        <a:p>
          <a:endParaRPr lang="en-US"/>
        </a:p>
      </dgm:t>
    </dgm:pt>
    <dgm:pt modelId="{38A3D2EB-1C22-4372-8863-0CDE996A0564}" type="pres">
      <dgm:prSet presAssocID="{281F0229-B4CC-41F2-B955-4ADF05E43AD3}" presName="rootConnector" presStyleLbl="node3" presStyleIdx="11" presStyleCnt="13"/>
      <dgm:spPr/>
      <dgm:t>
        <a:bodyPr/>
        <a:lstStyle/>
        <a:p>
          <a:endParaRPr lang="en-US"/>
        </a:p>
      </dgm:t>
    </dgm:pt>
    <dgm:pt modelId="{94277B58-17D4-4CD2-8871-471E78571BB7}" type="pres">
      <dgm:prSet presAssocID="{281F0229-B4CC-41F2-B955-4ADF05E43AD3}" presName="hierChild4" presStyleCnt="0"/>
      <dgm:spPr/>
    </dgm:pt>
    <dgm:pt modelId="{6AC5BE60-88AB-4219-8E2F-F11B3F957B4F}" type="pres">
      <dgm:prSet presAssocID="{281F0229-B4CC-41F2-B955-4ADF05E43AD3}" presName="hierChild5" presStyleCnt="0"/>
      <dgm:spPr/>
    </dgm:pt>
    <dgm:pt modelId="{F8EEBE2A-9566-4236-91B6-EE1AD2EDBD86}" type="pres">
      <dgm:prSet presAssocID="{1E45622F-2B99-4B14-AE10-6DB2DE31EC3D}" presName="Name37" presStyleLbl="parChTrans1D3" presStyleIdx="12" presStyleCnt="13"/>
      <dgm:spPr/>
      <dgm:t>
        <a:bodyPr/>
        <a:lstStyle/>
        <a:p>
          <a:endParaRPr lang="en-US"/>
        </a:p>
      </dgm:t>
    </dgm:pt>
    <dgm:pt modelId="{1705640D-8551-4A77-958E-BC9220448A19}" type="pres">
      <dgm:prSet presAssocID="{54F59EC5-3963-479D-8F75-F749773BF388}" presName="hierRoot2" presStyleCnt="0">
        <dgm:presLayoutVars>
          <dgm:hierBranch val="init"/>
        </dgm:presLayoutVars>
      </dgm:prSet>
      <dgm:spPr/>
    </dgm:pt>
    <dgm:pt modelId="{9A1828BF-A308-4F99-A7CB-5B89D5734ADE}" type="pres">
      <dgm:prSet presAssocID="{54F59EC5-3963-479D-8F75-F749773BF388}" presName="rootComposite" presStyleCnt="0"/>
      <dgm:spPr/>
    </dgm:pt>
    <dgm:pt modelId="{1C603766-7A77-4049-AA66-7237769060F5}" type="pres">
      <dgm:prSet presAssocID="{54F59EC5-3963-479D-8F75-F749773BF388}" presName="rootText" presStyleLbl="node3" presStyleIdx="12" presStyleCnt="13">
        <dgm:presLayoutVars>
          <dgm:chPref val="3"/>
        </dgm:presLayoutVars>
      </dgm:prSet>
      <dgm:spPr/>
      <dgm:t>
        <a:bodyPr/>
        <a:lstStyle/>
        <a:p>
          <a:endParaRPr lang="en-US"/>
        </a:p>
      </dgm:t>
    </dgm:pt>
    <dgm:pt modelId="{B3EDECC0-7140-45B3-8272-083E584FB583}" type="pres">
      <dgm:prSet presAssocID="{54F59EC5-3963-479D-8F75-F749773BF388}" presName="rootConnector" presStyleLbl="node3" presStyleIdx="12" presStyleCnt="13"/>
      <dgm:spPr/>
      <dgm:t>
        <a:bodyPr/>
        <a:lstStyle/>
        <a:p>
          <a:endParaRPr lang="en-US"/>
        </a:p>
      </dgm:t>
    </dgm:pt>
    <dgm:pt modelId="{067E1650-30BE-4AAA-9BF2-0E51688520ED}" type="pres">
      <dgm:prSet presAssocID="{54F59EC5-3963-479D-8F75-F749773BF388}" presName="hierChild4" presStyleCnt="0"/>
      <dgm:spPr/>
    </dgm:pt>
    <dgm:pt modelId="{FE85A856-858C-4A1B-B724-E0F6CFEDD4C4}" type="pres">
      <dgm:prSet presAssocID="{54F59EC5-3963-479D-8F75-F749773BF388}" presName="hierChild5" presStyleCnt="0"/>
      <dgm:spPr/>
    </dgm:pt>
    <dgm:pt modelId="{8C890729-6A60-4D4F-A0C4-9E3A9BF60082}" type="pres">
      <dgm:prSet presAssocID="{C3C8ED6E-CB8F-46FC-86FF-49A525C7A6EC}" presName="hierChild5" presStyleCnt="0"/>
      <dgm:spPr/>
    </dgm:pt>
    <dgm:pt modelId="{96DEF822-DC52-4FFC-82DA-389CD5B29657}" type="pres">
      <dgm:prSet presAssocID="{9E6404DC-1053-49D6-95EE-599A97C88DD3}" presName="hierChild3" presStyleCnt="0"/>
      <dgm:spPr/>
    </dgm:pt>
  </dgm:ptLst>
  <dgm:cxnLst>
    <dgm:cxn modelId="{B4271FAD-4D95-4F1B-8083-FB4B6EA21FE5}" type="presOf" srcId="{248E9311-DF61-4B0E-BD57-16AE2D707A60}" destId="{76E33A9D-9480-40FB-A4DF-EE1E2E7E401E}" srcOrd="0" destOrd="0" presId="urn:microsoft.com/office/officeart/2005/8/layout/orgChart1"/>
    <dgm:cxn modelId="{C4D93BAB-AB2E-42AE-A5AB-1CF7E771223E}" type="presOf" srcId="{082C692E-C0AB-499C-9E9B-BD67F3F0D18C}" destId="{9139EBD0-8CA0-40E7-B916-B498CABC6E40}" srcOrd="1" destOrd="0" presId="urn:microsoft.com/office/officeart/2005/8/layout/orgChart1"/>
    <dgm:cxn modelId="{5384FE3E-E24B-492E-BA3C-4238DC0F5262}" srcId="{9E6404DC-1053-49D6-95EE-599A97C88DD3}" destId="{C3C8ED6E-CB8F-46FC-86FF-49A525C7A6EC}" srcOrd="3" destOrd="0" parTransId="{662137B2-EBFF-4B77-8453-809C32C53449}" sibTransId="{C6E8CE1A-E4DC-479C-A139-38A9011B2C9F}"/>
    <dgm:cxn modelId="{85B3DE1B-4AE6-420F-83A0-A1953890CAC8}" type="presOf" srcId="{E6962A79-4279-4847-AF21-F58927821798}" destId="{0D3AFCB4-FE14-4EDA-A0F6-3A2828B10060}" srcOrd="0" destOrd="0" presId="urn:microsoft.com/office/officeart/2005/8/layout/orgChart1"/>
    <dgm:cxn modelId="{1EAD89EE-11AC-458E-AFDE-D65B78D7EF55}" type="presOf" srcId="{9286A5EC-F2A9-487D-8BF1-B96EEEFD636B}" destId="{A10B8E6A-AEE1-4C2B-8634-C515AEDBA0E5}" srcOrd="1" destOrd="0" presId="urn:microsoft.com/office/officeart/2005/8/layout/orgChart1"/>
    <dgm:cxn modelId="{CA3E85D0-7E80-49FC-B2FE-42303CCD1A30}" type="presOf" srcId="{1F903EBE-540A-403B-AE13-6A09126352BD}" destId="{B4DA07B5-29B3-4442-A69E-055EEC652BE8}" srcOrd="0" destOrd="0" presId="urn:microsoft.com/office/officeart/2005/8/layout/orgChart1"/>
    <dgm:cxn modelId="{4A2F7737-7510-4DC7-9007-CB1B9321F293}" type="presOf" srcId="{EF244CF0-2309-4984-909D-0C3CCDEF1DAF}" destId="{D7F04456-B99E-44B7-8382-21538AB8948B}" srcOrd="0" destOrd="0" presId="urn:microsoft.com/office/officeart/2005/8/layout/orgChart1"/>
    <dgm:cxn modelId="{F586FB13-0D2B-473C-B2D0-98545A891549}" srcId="{620DD3EC-BDCD-468B-B566-7FE2B848507E}" destId="{082C692E-C0AB-499C-9E9B-BD67F3F0D18C}" srcOrd="4" destOrd="0" parTransId="{E6962A79-4279-4847-AF21-F58927821798}" sibTransId="{63CCA588-B5C3-4FFE-9A0C-206C647BCEBB}"/>
    <dgm:cxn modelId="{F18689F3-2833-4D89-B895-821504DB09C6}" type="presOf" srcId="{1E45622F-2B99-4B14-AE10-6DB2DE31EC3D}" destId="{F8EEBE2A-9566-4236-91B6-EE1AD2EDBD86}" srcOrd="0" destOrd="0" presId="urn:microsoft.com/office/officeart/2005/8/layout/orgChart1"/>
    <dgm:cxn modelId="{3371D227-869E-4636-B9B0-BA373BCE5AD6}" srcId="{9E6404DC-1053-49D6-95EE-599A97C88DD3}" destId="{9286A5EC-F2A9-487D-8BF1-B96EEEFD636B}" srcOrd="0" destOrd="0" parTransId="{8CE2CE9A-EBD7-445E-BD99-21666869C1D4}" sibTransId="{D6357A36-116B-440B-A9E1-8EDB3A4D1B88}"/>
    <dgm:cxn modelId="{D8E91F45-3E3F-4C25-B958-AA634A31D61C}" srcId="{620DD3EC-BDCD-468B-B566-7FE2B848507E}" destId="{D666730B-F8C4-489E-87FF-10A9E7718A12}" srcOrd="2" destOrd="0" parTransId="{5116E518-2BAD-4C82-9FE3-9CFE788A2A86}" sibTransId="{AA62F5D7-8B80-458D-B0A2-B339292401E3}"/>
    <dgm:cxn modelId="{6879FE68-77D2-46B3-9835-A79060060FA9}" type="presOf" srcId="{5116E518-2BAD-4C82-9FE3-9CFE788A2A86}" destId="{A4659DA7-BC81-4AD7-B119-499310DCB294}" srcOrd="0" destOrd="0" presId="urn:microsoft.com/office/officeart/2005/8/layout/orgChart1"/>
    <dgm:cxn modelId="{8C061523-B039-40B4-B363-325DF2C9237C}" type="presOf" srcId="{1CD9272D-1AC8-4166-B759-BD2460765B07}" destId="{1FF2C928-7E62-4953-B1D7-8B0B163A6AFE}" srcOrd="0" destOrd="0" presId="urn:microsoft.com/office/officeart/2005/8/layout/orgChart1"/>
    <dgm:cxn modelId="{19AF4068-3DE4-490A-9264-0F12B60591B8}" type="presOf" srcId="{F0764DAA-254D-4C3C-9708-669D5BF5A337}" destId="{0146BAA9-2B9D-4F2A-B565-A2DCB6505964}" srcOrd="0" destOrd="0" presId="urn:microsoft.com/office/officeart/2005/8/layout/orgChart1"/>
    <dgm:cxn modelId="{C7C78122-FF83-4DEB-A379-FC79FF3B3A2A}" type="presOf" srcId="{8CE2CE9A-EBD7-445E-BD99-21666869C1D4}" destId="{7B4371B5-9FE0-4A41-B872-D27DD755166A}" srcOrd="0" destOrd="0" presId="urn:microsoft.com/office/officeart/2005/8/layout/orgChart1"/>
    <dgm:cxn modelId="{853C2D01-C1BE-4049-ABC0-D7B69B9250DD}" type="presOf" srcId="{C3C8ED6E-CB8F-46FC-86FF-49A525C7A6EC}" destId="{13BFADD0-1160-4E94-B239-1C8F225F6CFC}" srcOrd="1" destOrd="0" presId="urn:microsoft.com/office/officeart/2005/8/layout/orgChart1"/>
    <dgm:cxn modelId="{E0D4094C-9D3E-4B40-97C2-00E249DCE29F}" type="presOf" srcId="{C179C489-C5FD-40BE-B595-79DE35DDC9CE}" destId="{A6B16DE7-0EC3-4396-BFD5-DD7A7D622CAB}" srcOrd="0" destOrd="0" presId="urn:microsoft.com/office/officeart/2005/8/layout/orgChart1"/>
    <dgm:cxn modelId="{AC39F653-00D5-4219-8557-1E633AAA0D11}" type="presOf" srcId="{9E6404DC-1053-49D6-95EE-599A97C88DD3}" destId="{C8C73746-D1E9-45A4-A4B2-4DB251C0CC5A}" srcOrd="1" destOrd="0" presId="urn:microsoft.com/office/officeart/2005/8/layout/orgChart1"/>
    <dgm:cxn modelId="{49DB2F0B-28E7-4447-9E1F-3BA043EE43DE}" srcId="{1CD9272D-1AC8-4166-B759-BD2460765B07}" destId="{6B69A9D6-9AED-45AA-B3E9-D119059C1234}" srcOrd="0" destOrd="0" parTransId="{38FA2678-4F86-40A1-821B-F2EDBBD02DF5}" sibTransId="{E037FDFA-12A6-4855-AB40-A35B45A3BC74}"/>
    <dgm:cxn modelId="{BC71DE5D-C9B1-40DD-BFD8-389B4720ADBB}" type="presOf" srcId="{79F5B209-E25D-46D8-8257-1B7E5A604241}" destId="{142A7032-47B0-4992-A51C-9BDAFA692CCD}" srcOrd="0" destOrd="0" presId="urn:microsoft.com/office/officeart/2005/8/layout/orgChart1"/>
    <dgm:cxn modelId="{198DFBB1-F35F-4CC0-BDC4-A2E7E212EBD2}" type="presOf" srcId="{5A81FE1A-C626-4C5E-8DCB-CC602E39566D}" destId="{A6130F63-8B94-4835-9CA1-204FC5D4C76D}" srcOrd="0" destOrd="0" presId="urn:microsoft.com/office/officeart/2005/8/layout/orgChart1"/>
    <dgm:cxn modelId="{D58A6A88-4760-4BEC-8A98-05B8C39BBD3D}" type="presOf" srcId="{1A65A4D7-7720-45CB-8279-86EBD3407E97}" destId="{11077618-9302-474C-8482-1BBB83E3AEF1}" srcOrd="0" destOrd="0" presId="urn:microsoft.com/office/officeart/2005/8/layout/orgChart1"/>
    <dgm:cxn modelId="{C0B20020-BC81-4D8C-807A-231762CEF17D}" type="presOf" srcId="{C179C489-C5FD-40BE-B595-79DE35DDC9CE}" destId="{C6C7CF8B-FF9C-4425-9DB9-B4FD302B57E8}" srcOrd="1" destOrd="0" presId="urn:microsoft.com/office/officeart/2005/8/layout/orgChart1"/>
    <dgm:cxn modelId="{55322DC1-D5BB-4947-91D3-C49D83A86839}" srcId="{9E6404DC-1053-49D6-95EE-599A97C88DD3}" destId="{620DD3EC-BDCD-468B-B566-7FE2B848507E}" srcOrd="1" destOrd="0" parTransId="{F0764DAA-254D-4C3C-9708-669D5BF5A337}" sibTransId="{61B96E30-C56F-4FDE-AA00-908E8835534F}"/>
    <dgm:cxn modelId="{B3E85488-B677-45DF-B8F8-A048E53AF51E}" type="presOf" srcId="{D666730B-F8C4-489E-87FF-10A9E7718A12}" destId="{256AF9DD-6748-4D88-A3F9-C1BEAA44B2B7}" srcOrd="0" destOrd="0" presId="urn:microsoft.com/office/officeart/2005/8/layout/orgChart1"/>
    <dgm:cxn modelId="{4320DA65-7AD3-4D7F-A64A-7DDD9B777521}" type="presOf" srcId="{C3D4C136-18A0-41EC-9A0B-E0BF780AC235}" destId="{3B638B4C-53A5-4D12-B60D-D4DA913A425A}" srcOrd="0" destOrd="0" presId="urn:microsoft.com/office/officeart/2005/8/layout/orgChart1"/>
    <dgm:cxn modelId="{8749021B-2268-44B1-AD84-B0921B253255}" type="presOf" srcId="{9286A5EC-F2A9-487D-8BF1-B96EEEFD636B}" destId="{C9422C4E-2B02-4D33-A16B-EF7B187ECAB7}" srcOrd="0" destOrd="0" presId="urn:microsoft.com/office/officeart/2005/8/layout/orgChart1"/>
    <dgm:cxn modelId="{3D1BE16D-9D6C-4957-981F-8D9764194003}" type="presOf" srcId="{BB9574AB-A1DA-4110-B9DD-0585676408E6}" destId="{D6882167-1277-4BC2-80F2-D4327D69BB99}" srcOrd="1" destOrd="0" presId="urn:microsoft.com/office/officeart/2005/8/layout/orgChart1"/>
    <dgm:cxn modelId="{2C832470-8104-4A14-BB17-8A81F687F64B}" type="presOf" srcId="{42697813-E546-4A75-9A82-80BBD259A796}" destId="{67EBBFD6-CEA6-4954-8670-2F6F47ADC04F}" srcOrd="1" destOrd="0" presId="urn:microsoft.com/office/officeart/2005/8/layout/orgChart1"/>
    <dgm:cxn modelId="{D432DAC7-AC20-4799-A184-CBBBBCBA39EA}" type="presOf" srcId="{68EADB79-E7DD-40D3-9CF1-65D2EE115C12}" destId="{64CB3B5C-CA39-4C43-A505-7D2BC5392DCD}" srcOrd="0" destOrd="0" presId="urn:microsoft.com/office/officeart/2005/8/layout/orgChart1"/>
    <dgm:cxn modelId="{5F53DFBD-0494-40B1-A5BF-F7149D131457}" type="presOf" srcId="{1F903EBE-540A-403B-AE13-6A09126352BD}" destId="{746FE1B3-37E8-4050-B0B7-5668D5D7D118}" srcOrd="1" destOrd="0" presId="urn:microsoft.com/office/officeart/2005/8/layout/orgChart1"/>
    <dgm:cxn modelId="{19D06532-C616-4909-B6EB-C1F81F77C8F3}" srcId="{C3C8ED6E-CB8F-46FC-86FF-49A525C7A6EC}" destId="{281F0229-B4CC-41F2-B955-4ADF05E43AD3}" srcOrd="1" destOrd="0" parTransId="{794AC602-8301-4F52-8379-3966F1A32012}" sibTransId="{518DE37A-0863-4122-A09F-3ED343808B3B}"/>
    <dgm:cxn modelId="{6B802CD7-F7F5-4DA7-B988-D341B6B19B79}" type="presOf" srcId="{4A0D96F5-06D9-485F-AEB5-2B27D37DA6F8}" destId="{41173D40-128D-4048-83A1-7C68DE4B0041}" srcOrd="0" destOrd="0" presId="urn:microsoft.com/office/officeart/2005/8/layout/orgChart1"/>
    <dgm:cxn modelId="{4207DC96-F0A6-4BA6-A56E-A1B3A7D58C07}" type="presOf" srcId="{620DD3EC-BDCD-468B-B566-7FE2B848507E}" destId="{1999F93D-C5E3-4B58-A38A-C971B5C1871B}" srcOrd="1" destOrd="0" presId="urn:microsoft.com/office/officeart/2005/8/layout/orgChart1"/>
    <dgm:cxn modelId="{AD36AA7A-E908-4A09-BC45-382DC1477389}" type="presOf" srcId="{662137B2-EBFF-4B77-8453-809C32C53449}" destId="{353E71C0-A296-46B8-BAB0-268BA4C59D7C}" srcOrd="0" destOrd="0" presId="urn:microsoft.com/office/officeart/2005/8/layout/orgChart1"/>
    <dgm:cxn modelId="{01FAF066-6697-4A16-A34C-B61F6B7DAE7C}" type="presOf" srcId="{552219B0-29E3-4A6C-90E3-BE0B83069EBC}" destId="{9449DAAE-E410-44C5-A07D-A0445C0B7E6B}" srcOrd="0" destOrd="0" presId="urn:microsoft.com/office/officeart/2005/8/layout/orgChart1"/>
    <dgm:cxn modelId="{3AA2732E-E1F3-4BD5-9990-5D30D82B08ED}" srcId="{620DD3EC-BDCD-468B-B566-7FE2B848507E}" destId="{1F903EBE-540A-403B-AE13-6A09126352BD}" srcOrd="1" destOrd="0" parTransId="{248E9311-DF61-4B0E-BD57-16AE2D707A60}" sibTransId="{BB52F0E9-3899-452E-BFB9-D8344A4C6147}"/>
    <dgm:cxn modelId="{82C6F8B9-F0E4-489F-889B-00727ABCFA44}" type="presOf" srcId="{1CD9272D-1AC8-4166-B759-BD2460765B07}" destId="{BD367FDB-F21D-4007-903C-1680264363A2}" srcOrd="1" destOrd="0" presId="urn:microsoft.com/office/officeart/2005/8/layout/orgChart1"/>
    <dgm:cxn modelId="{F29C2B4A-4A32-488D-B3C6-F39504D2CFE6}" type="presOf" srcId="{552219B0-29E3-4A6C-90E3-BE0B83069EBC}" destId="{44F89C81-6EDD-4313-B033-6AFE4A6B1597}" srcOrd="1" destOrd="0" presId="urn:microsoft.com/office/officeart/2005/8/layout/orgChart1"/>
    <dgm:cxn modelId="{F60BE3C9-C32F-4FBF-9617-9CADD798FF81}" srcId="{C3C8ED6E-CB8F-46FC-86FF-49A525C7A6EC}" destId="{BB9574AB-A1DA-4110-B9DD-0585676408E6}" srcOrd="0" destOrd="0" parTransId="{EF244CF0-2309-4984-909D-0C3CCDEF1DAF}" sibTransId="{CA2A76C8-2779-410E-945B-371DEEEEFD29}"/>
    <dgm:cxn modelId="{C3B6CA58-ABC9-4714-B531-65BF24ABCEF9}" srcId="{620DD3EC-BDCD-468B-B566-7FE2B848507E}" destId="{5A81FE1A-C626-4C5E-8DCB-CC602E39566D}" srcOrd="5" destOrd="0" parTransId="{BD607842-5FCD-4D50-A7A5-45C0EC395A29}" sibTransId="{5D22E000-7965-4676-B2E7-119E60ACE1E4}"/>
    <dgm:cxn modelId="{13E6690C-C830-48B9-8E92-518403025487}" type="presOf" srcId="{B6B46A80-4BC6-4538-990B-765000BB3840}" destId="{E8405D25-25CC-425F-BB3B-45D71B4B4888}" srcOrd="0" destOrd="0" presId="urn:microsoft.com/office/officeart/2005/8/layout/orgChart1"/>
    <dgm:cxn modelId="{8A08AA34-75CE-4124-98F4-BC58E7D18376}" type="presOf" srcId="{D666730B-F8C4-489E-87FF-10A9E7718A12}" destId="{4128B72E-9B9F-4920-9B55-B09D02FD46D5}" srcOrd="1" destOrd="0" presId="urn:microsoft.com/office/officeart/2005/8/layout/orgChart1"/>
    <dgm:cxn modelId="{BA9657A6-57B8-407B-AB38-26E12E253AFA}" type="presOf" srcId="{281F0229-B4CC-41F2-B955-4ADF05E43AD3}" destId="{54C26DD9-A165-43CA-A7A5-372B768A2247}" srcOrd="0" destOrd="0" presId="urn:microsoft.com/office/officeart/2005/8/layout/orgChart1"/>
    <dgm:cxn modelId="{07AB8472-A651-48C8-9CF2-00815F444309}" type="presOf" srcId="{9E6404DC-1053-49D6-95EE-599A97C88DD3}" destId="{0F3C8968-31FF-46A5-BCB3-A2E771257413}" srcOrd="0" destOrd="0" presId="urn:microsoft.com/office/officeart/2005/8/layout/orgChart1"/>
    <dgm:cxn modelId="{3989C35E-619E-482D-8FC7-CA6DCB252F7D}" type="presOf" srcId="{95561690-DAF4-4C42-83FD-AF6358165ED3}" destId="{3459CCC4-62B6-4304-A245-416B7C7F84E8}" srcOrd="0" destOrd="0" presId="urn:microsoft.com/office/officeart/2005/8/layout/orgChart1"/>
    <dgm:cxn modelId="{99511B5D-4F39-416F-8026-0BD3F24DF285}" srcId="{1CD9272D-1AC8-4166-B759-BD2460765B07}" destId="{B6B46A80-4BC6-4538-990B-765000BB3840}" srcOrd="2" destOrd="0" parTransId="{79F5B209-E25D-46D8-8257-1B7E5A604241}" sibTransId="{776C0810-911A-40BB-A583-1E51C783AC35}"/>
    <dgm:cxn modelId="{26E19329-92D6-4EA5-B952-59D6DEB0689F}" type="presOf" srcId="{B4490D48-F16E-42A3-A4EA-8C77207C2460}" destId="{35C74C81-EC28-4115-AF2D-5047B0C50EF4}" srcOrd="0" destOrd="0" presId="urn:microsoft.com/office/officeart/2005/8/layout/orgChart1"/>
    <dgm:cxn modelId="{0A631A19-EE41-4123-A3C7-B13BE8778576}" type="presOf" srcId="{C3C8ED6E-CB8F-46FC-86FF-49A525C7A6EC}" destId="{3FE29DE7-91AC-456D-96C3-01A8723E90DD}" srcOrd="0" destOrd="0" presId="urn:microsoft.com/office/officeart/2005/8/layout/orgChart1"/>
    <dgm:cxn modelId="{F105EBAE-C3E3-4859-84CE-080B57B3FE9E}" type="presOf" srcId="{082C692E-C0AB-499C-9E9B-BD67F3F0D18C}" destId="{1BF91BE6-53E2-43C3-9198-6D241126B573}" srcOrd="0" destOrd="0" presId="urn:microsoft.com/office/officeart/2005/8/layout/orgChart1"/>
    <dgm:cxn modelId="{AD50FD39-6856-40F4-9D84-345C4ADD510D}" type="presOf" srcId="{BB9574AB-A1DA-4110-B9DD-0585676408E6}" destId="{796C32B1-3F96-4A4C-A22F-A472B2E1782B}" srcOrd="0" destOrd="0" presId="urn:microsoft.com/office/officeart/2005/8/layout/orgChart1"/>
    <dgm:cxn modelId="{D10BA572-8928-4822-A9BA-0F097E99A263}" type="presOf" srcId="{54F59EC5-3963-479D-8F75-F749773BF388}" destId="{1C603766-7A77-4049-AA66-7237769060F5}" srcOrd="0" destOrd="0" presId="urn:microsoft.com/office/officeart/2005/8/layout/orgChart1"/>
    <dgm:cxn modelId="{81ECBBE0-B641-4AE9-A53F-16A71BDFB9C1}" srcId="{620DD3EC-BDCD-468B-B566-7FE2B848507E}" destId="{552219B0-29E3-4A6C-90E3-BE0B83069EBC}" srcOrd="0" destOrd="0" parTransId="{D723B879-676C-4614-8859-D09DEFF2A3B3}" sibTransId="{3AAC379C-C229-429B-B8C5-9157680B919C}"/>
    <dgm:cxn modelId="{D20269E8-805A-4544-B292-55FEA8C0FA55}" srcId="{1CD9272D-1AC8-4166-B759-BD2460765B07}" destId="{B4490D48-F16E-42A3-A4EA-8C77207C2460}" srcOrd="3" destOrd="0" parTransId="{68EADB79-E7DD-40D3-9CF1-65D2EE115C12}" sibTransId="{8B13D783-87A3-47F0-856B-873A2BBE2502}"/>
    <dgm:cxn modelId="{3C8CA309-B011-40C9-8E87-44DC20B0587E}" srcId="{C3C8ED6E-CB8F-46FC-86FF-49A525C7A6EC}" destId="{54F59EC5-3963-479D-8F75-F749773BF388}" srcOrd="2" destOrd="0" parTransId="{1E45622F-2B99-4B14-AE10-6DB2DE31EC3D}" sibTransId="{21DC572D-5FD0-46CD-BB9E-753B40B49E1D}"/>
    <dgm:cxn modelId="{9752C8B1-4851-486E-8BD3-4D299AC170C5}" type="presOf" srcId="{620DD3EC-BDCD-468B-B566-7FE2B848507E}" destId="{02B28F85-DE51-42FF-859E-1DD3A478F426}" srcOrd="0" destOrd="0" presId="urn:microsoft.com/office/officeart/2005/8/layout/orgChart1"/>
    <dgm:cxn modelId="{1D61283B-F2C2-4394-99D3-7E0569399A66}" type="presOf" srcId="{42697813-E546-4A75-9A82-80BBD259A796}" destId="{736A3B4F-561D-45EE-A5B3-1EDEA71440B6}" srcOrd="0" destOrd="0" presId="urn:microsoft.com/office/officeart/2005/8/layout/orgChart1"/>
    <dgm:cxn modelId="{CF06D94B-3768-4F9D-811F-A7412828411E}" type="presOf" srcId="{6B69A9D6-9AED-45AA-B3E9-D119059C1234}" destId="{D791631C-CA1E-463B-8EE6-8A6528A12700}" srcOrd="1" destOrd="0" presId="urn:microsoft.com/office/officeart/2005/8/layout/orgChart1"/>
    <dgm:cxn modelId="{DA812A13-54BE-49B8-A9E6-699AA085DA26}" type="presOf" srcId="{5A81FE1A-C626-4C5E-8DCB-CC602E39566D}" destId="{4ED11279-92EA-44D0-90B8-58483C305B1E}" srcOrd="1" destOrd="0" presId="urn:microsoft.com/office/officeart/2005/8/layout/orgChart1"/>
    <dgm:cxn modelId="{885B2AF7-C8B3-4345-8811-3A7432AA9067}" type="presOf" srcId="{38FA2678-4F86-40A1-821B-F2EDBBD02DF5}" destId="{424CB9F7-BD12-464D-9D50-35FB2F2EE2BA}" srcOrd="0" destOrd="0" presId="urn:microsoft.com/office/officeart/2005/8/layout/orgChart1"/>
    <dgm:cxn modelId="{1557BE37-33DD-402F-B5BF-411BF6BDD0A3}" type="presOf" srcId="{B6B46A80-4BC6-4538-990B-765000BB3840}" destId="{2627E1BA-B8D3-41C4-B4A5-D58B4B67F693}" srcOrd="1" destOrd="0" presId="urn:microsoft.com/office/officeart/2005/8/layout/orgChart1"/>
    <dgm:cxn modelId="{9BC5E597-3329-4F01-B13A-247B453FFE38}" type="presOf" srcId="{54F59EC5-3963-479D-8F75-F749773BF388}" destId="{B3EDECC0-7140-45B3-8272-083E584FB583}" srcOrd="1" destOrd="0" presId="urn:microsoft.com/office/officeart/2005/8/layout/orgChart1"/>
    <dgm:cxn modelId="{3EB98175-2383-4E7B-B741-8871F2FEA819}" srcId="{620DD3EC-BDCD-468B-B566-7FE2B848507E}" destId="{C179C489-C5FD-40BE-B595-79DE35DDC9CE}" srcOrd="3" destOrd="0" parTransId="{C3D4C136-18A0-41EC-9A0B-E0BF780AC235}" sibTransId="{B3C36CFC-4222-46ED-A4C4-2E4DCBBEDDAC}"/>
    <dgm:cxn modelId="{4CA9C32A-C8CD-40F1-AFCB-D726CB5C7F3F}" srcId="{1A65A4D7-7720-45CB-8279-86EBD3407E97}" destId="{9E6404DC-1053-49D6-95EE-599A97C88DD3}" srcOrd="0" destOrd="0" parTransId="{541DED35-EA1D-4B2B-8573-F418430E3EF8}" sibTransId="{8EA0B31F-0422-4926-B862-5636855C8DF2}"/>
    <dgm:cxn modelId="{3D05336E-AAAD-4D1E-8AB5-0C50BDF7E979}" type="presOf" srcId="{281F0229-B4CC-41F2-B955-4ADF05E43AD3}" destId="{38A3D2EB-1C22-4372-8863-0CDE996A0564}" srcOrd="1" destOrd="0" presId="urn:microsoft.com/office/officeart/2005/8/layout/orgChart1"/>
    <dgm:cxn modelId="{6D71B66D-2120-4D99-9A38-65F6BB5ECA00}" srcId="{1CD9272D-1AC8-4166-B759-BD2460765B07}" destId="{42697813-E546-4A75-9A82-80BBD259A796}" srcOrd="1" destOrd="0" parTransId="{95561690-DAF4-4C42-83FD-AF6358165ED3}" sibTransId="{03A9D5CD-4CD9-444B-A366-C9A19C1EC646}"/>
    <dgm:cxn modelId="{B4B3D950-5E6C-4A46-B156-AF2126EF9C0E}" type="presOf" srcId="{6B69A9D6-9AED-45AA-B3E9-D119059C1234}" destId="{A09725EF-3FB3-4768-97B8-009E6D2343F4}" srcOrd="0" destOrd="0" presId="urn:microsoft.com/office/officeart/2005/8/layout/orgChart1"/>
    <dgm:cxn modelId="{8CCA335F-8754-4967-88DE-F1342C376DFF}" type="presOf" srcId="{BD607842-5FCD-4D50-A7A5-45C0EC395A29}" destId="{9D1CB3D7-3ED8-4E7D-A415-7FE8A60495E3}" srcOrd="0" destOrd="0" presId="urn:microsoft.com/office/officeart/2005/8/layout/orgChart1"/>
    <dgm:cxn modelId="{F2C569BE-A560-44EA-8EC3-6D5C39F3E3C7}" type="presOf" srcId="{B4490D48-F16E-42A3-A4EA-8C77207C2460}" destId="{97D8ADFB-E246-4995-9BC3-58B77C94E5D8}" srcOrd="1" destOrd="0" presId="urn:microsoft.com/office/officeart/2005/8/layout/orgChart1"/>
    <dgm:cxn modelId="{13B3BFF7-1EF8-4606-A41E-9D0509FC99FB}" type="presOf" srcId="{794AC602-8301-4F52-8379-3966F1A32012}" destId="{BD25D3D1-6D5B-4B95-A5F5-73C591C82291}" srcOrd="0" destOrd="0" presId="urn:microsoft.com/office/officeart/2005/8/layout/orgChart1"/>
    <dgm:cxn modelId="{72609910-D3BA-48BD-A7DA-80D91E1FA6B6}" srcId="{9E6404DC-1053-49D6-95EE-599A97C88DD3}" destId="{1CD9272D-1AC8-4166-B759-BD2460765B07}" srcOrd="2" destOrd="0" parTransId="{4A0D96F5-06D9-485F-AEB5-2B27D37DA6F8}" sibTransId="{8DC6733E-1600-4C4F-9D0D-BA8273CB5ECB}"/>
    <dgm:cxn modelId="{7506067E-541A-4A3A-B687-F79671A6EB44}" type="presOf" srcId="{D723B879-676C-4614-8859-D09DEFF2A3B3}" destId="{8BF33A23-B9E7-4732-917C-5D66B726362F}" srcOrd="0" destOrd="0" presId="urn:microsoft.com/office/officeart/2005/8/layout/orgChart1"/>
    <dgm:cxn modelId="{0DB79881-AAFB-4207-A84A-6BD63F0812CA}" type="presParOf" srcId="{11077618-9302-474C-8482-1BBB83E3AEF1}" destId="{38ED7B2E-63E5-438D-91CD-EFA6DE9BBF61}" srcOrd="0" destOrd="0" presId="urn:microsoft.com/office/officeart/2005/8/layout/orgChart1"/>
    <dgm:cxn modelId="{5ED087B4-1F16-47F0-8EDF-6DE9E5DDE0ED}" type="presParOf" srcId="{38ED7B2E-63E5-438D-91CD-EFA6DE9BBF61}" destId="{ADCB6C6D-2F95-4AD5-B3EB-BEA9A3239732}" srcOrd="0" destOrd="0" presId="urn:microsoft.com/office/officeart/2005/8/layout/orgChart1"/>
    <dgm:cxn modelId="{38D93D17-E2F6-430A-BA0A-892F5F5DA1C8}" type="presParOf" srcId="{ADCB6C6D-2F95-4AD5-B3EB-BEA9A3239732}" destId="{0F3C8968-31FF-46A5-BCB3-A2E771257413}" srcOrd="0" destOrd="0" presId="urn:microsoft.com/office/officeart/2005/8/layout/orgChart1"/>
    <dgm:cxn modelId="{D0C9B760-9B41-40FA-837D-7DC64C5D98B6}" type="presParOf" srcId="{ADCB6C6D-2F95-4AD5-B3EB-BEA9A3239732}" destId="{C8C73746-D1E9-45A4-A4B2-4DB251C0CC5A}" srcOrd="1" destOrd="0" presId="urn:microsoft.com/office/officeart/2005/8/layout/orgChart1"/>
    <dgm:cxn modelId="{903973C5-4475-4E16-BB20-98C6713D6A7C}" type="presParOf" srcId="{38ED7B2E-63E5-438D-91CD-EFA6DE9BBF61}" destId="{AD53A4B1-01E7-41E8-9724-31F3910545A4}" srcOrd="1" destOrd="0" presId="urn:microsoft.com/office/officeart/2005/8/layout/orgChart1"/>
    <dgm:cxn modelId="{FD0D6115-7002-46BE-B6C7-37AF4D0756E1}" type="presParOf" srcId="{AD53A4B1-01E7-41E8-9724-31F3910545A4}" destId="{7B4371B5-9FE0-4A41-B872-D27DD755166A}" srcOrd="0" destOrd="0" presId="urn:microsoft.com/office/officeart/2005/8/layout/orgChart1"/>
    <dgm:cxn modelId="{C21C9606-5954-48DD-8BEA-B260DD6B6E14}" type="presParOf" srcId="{AD53A4B1-01E7-41E8-9724-31F3910545A4}" destId="{ED726A71-3CEE-43E5-B36E-E99BBF451E5B}" srcOrd="1" destOrd="0" presId="urn:microsoft.com/office/officeart/2005/8/layout/orgChart1"/>
    <dgm:cxn modelId="{9624EA68-142D-4F73-A240-6EDF415B7752}" type="presParOf" srcId="{ED726A71-3CEE-43E5-B36E-E99BBF451E5B}" destId="{82B2FC70-3C15-48D4-B101-71C09EFE19F9}" srcOrd="0" destOrd="0" presId="urn:microsoft.com/office/officeart/2005/8/layout/orgChart1"/>
    <dgm:cxn modelId="{196EE497-26E4-4E8E-BD39-4CB1915C3778}" type="presParOf" srcId="{82B2FC70-3C15-48D4-B101-71C09EFE19F9}" destId="{C9422C4E-2B02-4D33-A16B-EF7B187ECAB7}" srcOrd="0" destOrd="0" presId="urn:microsoft.com/office/officeart/2005/8/layout/orgChart1"/>
    <dgm:cxn modelId="{9C0A3F0D-C56E-46C5-B0BA-DC9109042609}" type="presParOf" srcId="{82B2FC70-3C15-48D4-B101-71C09EFE19F9}" destId="{A10B8E6A-AEE1-4C2B-8634-C515AEDBA0E5}" srcOrd="1" destOrd="0" presId="urn:microsoft.com/office/officeart/2005/8/layout/orgChart1"/>
    <dgm:cxn modelId="{5AFAFB96-E814-4DAC-B9A1-F9EFA64BA8C5}" type="presParOf" srcId="{ED726A71-3CEE-43E5-B36E-E99BBF451E5B}" destId="{C9264EDA-91B6-4FAE-AFE6-AFC29BE66386}" srcOrd="1" destOrd="0" presId="urn:microsoft.com/office/officeart/2005/8/layout/orgChart1"/>
    <dgm:cxn modelId="{B9F5CA4B-AF97-4CD2-9B9B-3EFF81ECBC22}" type="presParOf" srcId="{ED726A71-3CEE-43E5-B36E-E99BBF451E5B}" destId="{C5C54053-3A12-46C3-BAAB-BDE4C3102748}" srcOrd="2" destOrd="0" presId="urn:microsoft.com/office/officeart/2005/8/layout/orgChart1"/>
    <dgm:cxn modelId="{3F2C3658-81AB-4BA9-A625-FBC33B734FD4}" type="presParOf" srcId="{AD53A4B1-01E7-41E8-9724-31F3910545A4}" destId="{0146BAA9-2B9D-4F2A-B565-A2DCB6505964}" srcOrd="2" destOrd="0" presId="urn:microsoft.com/office/officeart/2005/8/layout/orgChart1"/>
    <dgm:cxn modelId="{E893D35D-56D7-4A59-9EBD-CED4C36C61B9}" type="presParOf" srcId="{AD53A4B1-01E7-41E8-9724-31F3910545A4}" destId="{E84706B5-084F-4950-8554-35690A57F381}" srcOrd="3" destOrd="0" presId="urn:microsoft.com/office/officeart/2005/8/layout/orgChart1"/>
    <dgm:cxn modelId="{CCE16C19-31E1-478E-9ACE-F24E95F9271E}" type="presParOf" srcId="{E84706B5-084F-4950-8554-35690A57F381}" destId="{2A614826-E838-4B9F-9FD7-136F010E7C46}" srcOrd="0" destOrd="0" presId="urn:microsoft.com/office/officeart/2005/8/layout/orgChart1"/>
    <dgm:cxn modelId="{A33C81FF-C9DD-402D-90E2-22229A9FE729}" type="presParOf" srcId="{2A614826-E838-4B9F-9FD7-136F010E7C46}" destId="{02B28F85-DE51-42FF-859E-1DD3A478F426}" srcOrd="0" destOrd="0" presId="urn:microsoft.com/office/officeart/2005/8/layout/orgChart1"/>
    <dgm:cxn modelId="{801C5F19-FE7F-435A-A0F9-9F0CD8B65EFD}" type="presParOf" srcId="{2A614826-E838-4B9F-9FD7-136F010E7C46}" destId="{1999F93D-C5E3-4B58-A38A-C971B5C1871B}" srcOrd="1" destOrd="0" presId="urn:microsoft.com/office/officeart/2005/8/layout/orgChart1"/>
    <dgm:cxn modelId="{64770BB0-7A01-475B-9DB8-B7AB4C0CA657}" type="presParOf" srcId="{E84706B5-084F-4950-8554-35690A57F381}" destId="{4C592C92-3156-443C-BB98-9204DFF01F72}" srcOrd="1" destOrd="0" presId="urn:microsoft.com/office/officeart/2005/8/layout/orgChart1"/>
    <dgm:cxn modelId="{BD5FE90A-5A76-4746-A0E6-6E5DCD06734D}" type="presParOf" srcId="{4C592C92-3156-443C-BB98-9204DFF01F72}" destId="{8BF33A23-B9E7-4732-917C-5D66B726362F}" srcOrd="0" destOrd="0" presId="urn:microsoft.com/office/officeart/2005/8/layout/orgChart1"/>
    <dgm:cxn modelId="{DDD2DA3D-5A91-4E8F-B0C3-FC2CB0352C2C}" type="presParOf" srcId="{4C592C92-3156-443C-BB98-9204DFF01F72}" destId="{20C774D7-4094-42B3-BC8F-AB5D0586E671}" srcOrd="1" destOrd="0" presId="urn:microsoft.com/office/officeart/2005/8/layout/orgChart1"/>
    <dgm:cxn modelId="{ABA6A3AD-A1B1-40A5-BE8D-12862AB27A08}" type="presParOf" srcId="{20C774D7-4094-42B3-BC8F-AB5D0586E671}" destId="{B158E239-C176-4132-B1BA-6C1E7461F09C}" srcOrd="0" destOrd="0" presId="urn:microsoft.com/office/officeart/2005/8/layout/orgChart1"/>
    <dgm:cxn modelId="{882CDF62-AD7B-4F87-B134-424062227C48}" type="presParOf" srcId="{B158E239-C176-4132-B1BA-6C1E7461F09C}" destId="{9449DAAE-E410-44C5-A07D-A0445C0B7E6B}" srcOrd="0" destOrd="0" presId="urn:microsoft.com/office/officeart/2005/8/layout/orgChart1"/>
    <dgm:cxn modelId="{EA654119-2C8F-4500-9717-999EDB31627C}" type="presParOf" srcId="{B158E239-C176-4132-B1BA-6C1E7461F09C}" destId="{44F89C81-6EDD-4313-B033-6AFE4A6B1597}" srcOrd="1" destOrd="0" presId="urn:microsoft.com/office/officeart/2005/8/layout/orgChart1"/>
    <dgm:cxn modelId="{23504326-4C99-4969-926C-16EDD405C94A}" type="presParOf" srcId="{20C774D7-4094-42B3-BC8F-AB5D0586E671}" destId="{131D6045-90D5-4A9B-AF7A-E47E958A6183}" srcOrd="1" destOrd="0" presId="urn:microsoft.com/office/officeart/2005/8/layout/orgChart1"/>
    <dgm:cxn modelId="{3589BF7E-629D-432D-B0CA-9280AF8AD34B}" type="presParOf" srcId="{20C774D7-4094-42B3-BC8F-AB5D0586E671}" destId="{61412022-130F-4D56-8A65-CD43AA487E99}" srcOrd="2" destOrd="0" presId="urn:microsoft.com/office/officeart/2005/8/layout/orgChart1"/>
    <dgm:cxn modelId="{AC94A215-E159-4C9E-BC7A-F334F7EAD016}" type="presParOf" srcId="{4C592C92-3156-443C-BB98-9204DFF01F72}" destId="{76E33A9D-9480-40FB-A4DF-EE1E2E7E401E}" srcOrd="2" destOrd="0" presId="urn:microsoft.com/office/officeart/2005/8/layout/orgChart1"/>
    <dgm:cxn modelId="{ED75B494-8157-4E29-95DC-D94D470C7C8C}" type="presParOf" srcId="{4C592C92-3156-443C-BB98-9204DFF01F72}" destId="{04B8EA4A-11CB-4AF7-85D7-32F9AD439CB7}" srcOrd="3" destOrd="0" presId="urn:microsoft.com/office/officeart/2005/8/layout/orgChart1"/>
    <dgm:cxn modelId="{8F02A0C7-BF79-4406-BF5A-84BF14E99C51}" type="presParOf" srcId="{04B8EA4A-11CB-4AF7-85D7-32F9AD439CB7}" destId="{D50DA092-4409-4311-BEA8-2E2A816EFE92}" srcOrd="0" destOrd="0" presId="urn:microsoft.com/office/officeart/2005/8/layout/orgChart1"/>
    <dgm:cxn modelId="{298E27EE-9470-4784-A90F-E14BF486EA5D}" type="presParOf" srcId="{D50DA092-4409-4311-BEA8-2E2A816EFE92}" destId="{B4DA07B5-29B3-4442-A69E-055EEC652BE8}" srcOrd="0" destOrd="0" presId="urn:microsoft.com/office/officeart/2005/8/layout/orgChart1"/>
    <dgm:cxn modelId="{B03EAFB3-5681-4586-AEC8-52084CC1FE52}" type="presParOf" srcId="{D50DA092-4409-4311-BEA8-2E2A816EFE92}" destId="{746FE1B3-37E8-4050-B0B7-5668D5D7D118}" srcOrd="1" destOrd="0" presId="urn:microsoft.com/office/officeart/2005/8/layout/orgChart1"/>
    <dgm:cxn modelId="{03C0DF5F-37B0-4999-92CE-0CAB2C2742F2}" type="presParOf" srcId="{04B8EA4A-11CB-4AF7-85D7-32F9AD439CB7}" destId="{CA531930-87B7-4E2B-AA93-B0ECAA52CC09}" srcOrd="1" destOrd="0" presId="urn:microsoft.com/office/officeart/2005/8/layout/orgChart1"/>
    <dgm:cxn modelId="{3E91A5FF-C80D-4BC6-96B2-3C0A0F34E50F}" type="presParOf" srcId="{04B8EA4A-11CB-4AF7-85D7-32F9AD439CB7}" destId="{E9A486E8-3FB6-41A6-BD46-32EB689AD74B}" srcOrd="2" destOrd="0" presId="urn:microsoft.com/office/officeart/2005/8/layout/orgChart1"/>
    <dgm:cxn modelId="{55B267DE-C967-4F0A-9370-F277510CCDD0}" type="presParOf" srcId="{4C592C92-3156-443C-BB98-9204DFF01F72}" destId="{A4659DA7-BC81-4AD7-B119-499310DCB294}" srcOrd="4" destOrd="0" presId="urn:microsoft.com/office/officeart/2005/8/layout/orgChart1"/>
    <dgm:cxn modelId="{25E35329-FB3E-40EC-916F-A495B66781EE}" type="presParOf" srcId="{4C592C92-3156-443C-BB98-9204DFF01F72}" destId="{5F67BCF6-AFDE-4A66-9367-5CFB9E350F0E}" srcOrd="5" destOrd="0" presId="urn:microsoft.com/office/officeart/2005/8/layout/orgChart1"/>
    <dgm:cxn modelId="{DDC778D4-405F-4E9C-90CD-8045CC14DDBB}" type="presParOf" srcId="{5F67BCF6-AFDE-4A66-9367-5CFB9E350F0E}" destId="{859B8FF5-4405-484B-B2CE-935551FAD375}" srcOrd="0" destOrd="0" presId="urn:microsoft.com/office/officeart/2005/8/layout/orgChart1"/>
    <dgm:cxn modelId="{DF813696-A594-4ABA-847F-AB534106F53A}" type="presParOf" srcId="{859B8FF5-4405-484B-B2CE-935551FAD375}" destId="{256AF9DD-6748-4D88-A3F9-C1BEAA44B2B7}" srcOrd="0" destOrd="0" presId="urn:microsoft.com/office/officeart/2005/8/layout/orgChart1"/>
    <dgm:cxn modelId="{5B258967-6310-4770-8966-24D183810969}" type="presParOf" srcId="{859B8FF5-4405-484B-B2CE-935551FAD375}" destId="{4128B72E-9B9F-4920-9B55-B09D02FD46D5}" srcOrd="1" destOrd="0" presId="urn:microsoft.com/office/officeart/2005/8/layout/orgChart1"/>
    <dgm:cxn modelId="{B376CBAF-4BFA-40EB-8092-6DF77F4AB95A}" type="presParOf" srcId="{5F67BCF6-AFDE-4A66-9367-5CFB9E350F0E}" destId="{BD2ED242-B737-492C-A274-8E21C92E3844}" srcOrd="1" destOrd="0" presId="urn:microsoft.com/office/officeart/2005/8/layout/orgChart1"/>
    <dgm:cxn modelId="{F45D89D4-A031-4204-B66F-8D5BA86AA82C}" type="presParOf" srcId="{5F67BCF6-AFDE-4A66-9367-5CFB9E350F0E}" destId="{519FABC1-2AEB-4F67-88AD-513AE4929F7E}" srcOrd="2" destOrd="0" presId="urn:microsoft.com/office/officeart/2005/8/layout/orgChart1"/>
    <dgm:cxn modelId="{3A80A1C3-27C6-4EAD-A10F-CCC844436B7A}" type="presParOf" srcId="{4C592C92-3156-443C-BB98-9204DFF01F72}" destId="{3B638B4C-53A5-4D12-B60D-D4DA913A425A}" srcOrd="6" destOrd="0" presId="urn:microsoft.com/office/officeart/2005/8/layout/orgChart1"/>
    <dgm:cxn modelId="{1CABC518-A941-48B5-867F-604B06739924}" type="presParOf" srcId="{4C592C92-3156-443C-BB98-9204DFF01F72}" destId="{A1F93EC6-5D1E-4398-8294-98711092A667}" srcOrd="7" destOrd="0" presId="urn:microsoft.com/office/officeart/2005/8/layout/orgChart1"/>
    <dgm:cxn modelId="{A3C1049A-C1A6-4C67-BA9F-083AE5E2F817}" type="presParOf" srcId="{A1F93EC6-5D1E-4398-8294-98711092A667}" destId="{F830BFCF-A416-4E42-8BCA-735A583E9BC7}" srcOrd="0" destOrd="0" presId="urn:microsoft.com/office/officeart/2005/8/layout/orgChart1"/>
    <dgm:cxn modelId="{47C6036E-F743-4E00-9F66-4E9183621787}" type="presParOf" srcId="{F830BFCF-A416-4E42-8BCA-735A583E9BC7}" destId="{A6B16DE7-0EC3-4396-BFD5-DD7A7D622CAB}" srcOrd="0" destOrd="0" presId="urn:microsoft.com/office/officeart/2005/8/layout/orgChart1"/>
    <dgm:cxn modelId="{ECD495FD-C07C-4633-B0DA-755036AFED2A}" type="presParOf" srcId="{F830BFCF-A416-4E42-8BCA-735A583E9BC7}" destId="{C6C7CF8B-FF9C-4425-9DB9-B4FD302B57E8}" srcOrd="1" destOrd="0" presId="urn:microsoft.com/office/officeart/2005/8/layout/orgChart1"/>
    <dgm:cxn modelId="{422D1609-6DDF-47B2-993E-D8D684C290F9}" type="presParOf" srcId="{A1F93EC6-5D1E-4398-8294-98711092A667}" destId="{479B77CE-065C-4C1C-805B-817122889D5B}" srcOrd="1" destOrd="0" presId="urn:microsoft.com/office/officeart/2005/8/layout/orgChart1"/>
    <dgm:cxn modelId="{A8DF268C-A6A1-47F5-8504-729EA2879F8B}" type="presParOf" srcId="{A1F93EC6-5D1E-4398-8294-98711092A667}" destId="{221F0C01-B0EA-4502-91B4-DB63F9074299}" srcOrd="2" destOrd="0" presId="urn:microsoft.com/office/officeart/2005/8/layout/orgChart1"/>
    <dgm:cxn modelId="{C946BB5F-6163-48F0-B483-AAF37BFDC2F9}" type="presParOf" srcId="{4C592C92-3156-443C-BB98-9204DFF01F72}" destId="{0D3AFCB4-FE14-4EDA-A0F6-3A2828B10060}" srcOrd="8" destOrd="0" presId="urn:microsoft.com/office/officeart/2005/8/layout/orgChart1"/>
    <dgm:cxn modelId="{232632BD-BAAF-4689-83F0-B4D30911FF4C}" type="presParOf" srcId="{4C592C92-3156-443C-BB98-9204DFF01F72}" destId="{EA6CED2A-8D06-4653-AED9-289FE3D25025}" srcOrd="9" destOrd="0" presId="urn:microsoft.com/office/officeart/2005/8/layout/orgChart1"/>
    <dgm:cxn modelId="{3B15AD5C-F584-4013-9AF1-CEE31594A1E2}" type="presParOf" srcId="{EA6CED2A-8D06-4653-AED9-289FE3D25025}" destId="{B22A0421-5013-460B-9259-F96D72B09F8C}" srcOrd="0" destOrd="0" presId="urn:microsoft.com/office/officeart/2005/8/layout/orgChart1"/>
    <dgm:cxn modelId="{5A298E23-6CCC-4A35-BA06-4A2A318BDC25}" type="presParOf" srcId="{B22A0421-5013-460B-9259-F96D72B09F8C}" destId="{1BF91BE6-53E2-43C3-9198-6D241126B573}" srcOrd="0" destOrd="0" presId="urn:microsoft.com/office/officeart/2005/8/layout/orgChart1"/>
    <dgm:cxn modelId="{F00A538E-0F9C-4BBC-B21F-0FD80032F8A0}" type="presParOf" srcId="{B22A0421-5013-460B-9259-F96D72B09F8C}" destId="{9139EBD0-8CA0-40E7-B916-B498CABC6E40}" srcOrd="1" destOrd="0" presId="urn:microsoft.com/office/officeart/2005/8/layout/orgChart1"/>
    <dgm:cxn modelId="{6029FE49-2041-495A-A4DD-7A016900653C}" type="presParOf" srcId="{EA6CED2A-8D06-4653-AED9-289FE3D25025}" destId="{8F98789F-787B-4C56-A59A-39B5C9D978BB}" srcOrd="1" destOrd="0" presId="urn:microsoft.com/office/officeart/2005/8/layout/orgChart1"/>
    <dgm:cxn modelId="{14741D32-D558-45A1-9E0E-C079C2ABB35D}" type="presParOf" srcId="{EA6CED2A-8D06-4653-AED9-289FE3D25025}" destId="{110196F9-E757-42ED-A1E6-4D38BDFBE94D}" srcOrd="2" destOrd="0" presId="urn:microsoft.com/office/officeart/2005/8/layout/orgChart1"/>
    <dgm:cxn modelId="{28BFB0CC-488D-4A6D-8103-9A00C0586027}" type="presParOf" srcId="{4C592C92-3156-443C-BB98-9204DFF01F72}" destId="{9D1CB3D7-3ED8-4E7D-A415-7FE8A60495E3}" srcOrd="10" destOrd="0" presId="urn:microsoft.com/office/officeart/2005/8/layout/orgChart1"/>
    <dgm:cxn modelId="{D138AB8A-BD95-460C-8945-946C4A331707}" type="presParOf" srcId="{4C592C92-3156-443C-BB98-9204DFF01F72}" destId="{D0F4501F-62CD-4DCD-8588-917F775CF51F}" srcOrd="11" destOrd="0" presId="urn:microsoft.com/office/officeart/2005/8/layout/orgChart1"/>
    <dgm:cxn modelId="{54F5AAF1-6BC8-4F89-8496-53C4263D631E}" type="presParOf" srcId="{D0F4501F-62CD-4DCD-8588-917F775CF51F}" destId="{6BC7DF0A-7CC6-49F2-970F-147D3547F936}" srcOrd="0" destOrd="0" presId="urn:microsoft.com/office/officeart/2005/8/layout/orgChart1"/>
    <dgm:cxn modelId="{1EF6A9DC-80C1-4E3C-9A66-CBC585BA03CD}" type="presParOf" srcId="{6BC7DF0A-7CC6-49F2-970F-147D3547F936}" destId="{A6130F63-8B94-4835-9CA1-204FC5D4C76D}" srcOrd="0" destOrd="0" presId="urn:microsoft.com/office/officeart/2005/8/layout/orgChart1"/>
    <dgm:cxn modelId="{4A36BC22-2DBD-404A-AE44-85F98881F109}" type="presParOf" srcId="{6BC7DF0A-7CC6-49F2-970F-147D3547F936}" destId="{4ED11279-92EA-44D0-90B8-58483C305B1E}" srcOrd="1" destOrd="0" presId="urn:microsoft.com/office/officeart/2005/8/layout/orgChart1"/>
    <dgm:cxn modelId="{6AC7E1FB-0D8E-4A17-B680-B9E7F6F2B7FC}" type="presParOf" srcId="{D0F4501F-62CD-4DCD-8588-917F775CF51F}" destId="{7A64ED89-A594-4C1F-8749-09D00865C54F}" srcOrd="1" destOrd="0" presId="urn:microsoft.com/office/officeart/2005/8/layout/orgChart1"/>
    <dgm:cxn modelId="{85F20C02-3466-4728-AE10-8EEC82EAF03F}" type="presParOf" srcId="{D0F4501F-62CD-4DCD-8588-917F775CF51F}" destId="{FD5D6F5D-940A-405C-A86F-57AABE2C488B}" srcOrd="2" destOrd="0" presId="urn:microsoft.com/office/officeart/2005/8/layout/orgChart1"/>
    <dgm:cxn modelId="{B1BE96F7-2337-44FA-BD34-76B245EE353D}" type="presParOf" srcId="{E84706B5-084F-4950-8554-35690A57F381}" destId="{3E362709-8DF5-4ED1-BE78-2D67C7F6CD59}" srcOrd="2" destOrd="0" presId="urn:microsoft.com/office/officeart/2005/8/layout/orgChart1"/>
    <dgm:cxn modelId="{80A0243D-DD1E-49DF-AA99-E061AFB40076}" type="presParOf" srcId="{AD53A4B1-01E7-41E8-9724-31F3910545A4}" destId="{41173D40-128D-4048-83A1-7C68DE4B0041}" srcOrd="4" destOrd="0" presId="urn:microsoft.com/office/officeart/2005/8/layout/orgChart1"/>
    <dgm:cxn modelId="{44A13285-2B1E-4BF6-9FFA-7EA0C2EBE986}" type="presParOf" srcId="{AD53A4B1-01E7-41E8-9724-31F3910545A4}" destId="{77C8DAFF-F1C4-4376-ADCE-FAE7B586EEC6}" srcOrd="5" destOrd="0" presId="urn:microsoft.com/office/officeart/2005/8/layout/orgChart1"/>
    <dgm:cxn modelId="{ED079C27-F3A6-4B4A-9021-128B26E5D09E}" type="presParOf" srcId="{77C8DAFF-F1C4-4376-ADCE-FAE7B586EEC6}" destId="{9BA2FD92-C266-461A-9CEF-3F5B3F322573}" srcOrd="0" destOrd="0" presId="urn:microsoft.com/office/officeart/2005/8/layout/orgChart1"/>
    <dgm:cxn modelId="{D8F9B64C-0DA9-4EA3-8C4A-E5D94A9A7AAE}" type="presParOf" srcId="{9BA2FD92-C266-461A-9CEF-3F5B3F322573}" destId="{1FF2C928-7E62-4953-B1D7-8B0B163A6AFE}" srcOrd="0" destOrd="0" presId="urn:microsoft.com/office/officeart/2005/8/layout/orgChart1"/>
    <dgm:cxn modelId="{8B32C646-1110-4B54-AC6A-65CADF87E362}" type="presParOf" srcId="{9BA2FD92-C266-461A-9CEF-3F5B3F322573}" destId="{BD367FDB-F21D-4007-903C-1680264363A2}" srcOrd="1" destOrd="0" presId="urn:microsoft.com/office/officeart/2005/8/layout/orgChart1"/>
    <dgm:cxn modelId="{9E199201-D47C-477E-BC03-EAB544D16D4B}" type="presParOf" srcId="{77C8DAFF-F1C4-4376-ADCE-FAE7B586EEC6}" destId="{89E75F9B-EF94-49CA-B184-A185FABDCC9E}" srcOrd="1" destOrd="0" presId="urn:microsoft.com/office/officeart/2005/8/layout/orgChart1"/>
    <dgm:cxn modelId="{949CC4C5-258E-468A-ACA7-52482F9EC110}" type="presParOf" srcId="{89E75F9B-EF94-49CA-B184-A185FABDCC9E}" destId="{424CB9F7-BD12-464D-9D50-35FB2F2EE2BA}" srcOrd="0" destOrd="0" presId="urn:microsoft.com/office/officeart/2005/8/layout/orgChart1"/>
    <dgm:cxn modelId="{35DB1B00-614A-44A7-8686-01290651EF89}" type="presParOf" srcId="{89E75F9B-EF94-49CA-B184-A185FABDCC9E}" destId="{08B9B998-E2DF-408D-9786-09318B4802CF}" srcOrd="1" destOrd="0" presId="urn:microsoft.com/office/officeart/2005/8/layout/orgChart1"/>
    <dgm:cxn modelId="{3C020A77-D33A-4088-B02B-7F52EDABAF36}" type="presParOf" srcId="{08B9B998-E2DF-408D-9786-09318B4802CF}" destId="{FBB51A07-7046-494C-9B19-35FB3F9993E8}" srcOrd="0" destOrd="0" presId="urn:microsoft.com/office/officeart/2005/8/layout/orgChart1"/>
    <dgm:cxn modelId="{20E6A253-03AC-432F-BE1D-9D20108969AC}" type="presParOf" srcId="{FBB51A07-7046-494C-9B19-35FB3F9993E8}" destId="{A09725EF-3FB3-4768-97B8-009E6D2343F4}" srcOrd="0" destOrd="0" presId="urn:microsoft.com/office/officeart/2005/8/layout/orgChart1"/>
    <dgm:cxn modelId="{9FDF199D-FD91-42FB-8F29-6F0F2799F6C5}" type="presParOf" srcId="{FBB51A07-7046-494C-9B19-35FB3F9993E8}" destId="{D791631C-CA1E-463B-8EE6-8A6528A12700}" srcOrd="1" destOrd="0" presId="urn:microsoft.com/office/officeart/2005/8/layout/orgChart1"/>
    <dgm:cxn modelId="{28C73DB0-9EA1-4B4D-8052-726F3DBB64A0}" type="presParOf" srcId="{08B9B998-E2DF-408D-9786-09318B4802CF}" destId="{676A0363-27B6-45A8-9F46-A1DB09F6CBEA}" srcOrd="1" destOrd="0" presId="urn:microsoft.com/office/officeart/2005/8/layout/orgChart1"/>
    <dgm:cxn modelId="{56E48661-565E-4AFB-AD94-63730985DEEF}" type="presParOf" srcId="{08B9B998-E2DF-408D-9786-09318B4802CF}" destId="{C67584F9-D296-46FC-B19E-38D5A48B7A9E}" srcOrd="2" destOrd="0" presId="urn:microsoft.com/office/officeart/2005/8/layout/orgChart1"/>
    <dgm:cxn modelId="{F75E1845-CA7A-4DCF-B256-1D565F56E1C4}" type="presParOf" srcId="{89E75F9B-EF94-49CA-B184-A185FABDCC9E}" destId="{3459CCC4-62B6-4304-A245-416B7C7F84E8}" srcOrd="2" destOrd="0" presId="urn:microsoft.com/office/officeart/2005/8/layout/orgChart1"/>
    <dgm:cxn modelId="{75DF8E1A-3D0F-4219-934A-544387EC44B0}" type="presParOf" srcId="{89E75F9B-EF94-49CA-B184-A185FABDCC9E}" destId="{C92B4941-34DD-4A97-B517-DFD626A6EC86}" srcOrd="3" destOrd="0" presId="urn:microsoft.com/office/officeart/2005/8/layout/orgChart1"/>
    <dgm:cxn modelId="{745284B3-2BDC-478A-8CCF-91DF7D9DAF7D}" type="presParOf" srcId="{C92B4941-34DD-4A97-B517-DFD626A6EC86}" destId="{9BEBD7A7-D453-460B-8645-3FAF230EF8EF}" srcOrd="0" destOrd="0" presId="urn:microsoft.com/office/officeart/2005/8/layout/orgChart1"/>
    <dgm:cxn modelId="{B120E6FD-7D79-44B1-A2C0-996F0789DBC0}" type="presParOf" srcId="{9BEBD7A7-D453-460B-8645-3FAF230EF8EF}" destId="{736A3B4F-561D-45EE-A5B3-1EDEA71440B6}" srcOrd="0" destOrd="0" presId="urn:microsoft.com/office/officeart/2005/8/layout/orgChart1"/>
    <dgm:cxn modelId="{82E4531E-211F-4906-A5DC-4627EE9B489A}" type="presParOf" srcId="{9BEBD7A7-D453-460B-8645-3FAF230EF8EF}" destId="{67EBBFD6-CEA6-4954-8670-2F6F47ADC04F}" srcOrd="1" destOrd="0" presId="urn:microsoft.com/office/officeart/2005/8/layout/orgChart1"/>
    <dgm:cxn modelId="{3C5562CA-BAEC-4D06-B2B5-E7F0743C1676}" type="presParOf" srcId="{C92B4941-34DD-4A97-B517-DFD626A6EC86}" destId="{46ECF8AA-004F-46F6-B3CB-8822362535F7}" srcOrd="1" destOrd="0" presId="urn:microsoft.com/office/officeart/2005/8/layout/orgChart1"/>
    <dgm:cxn modelId="{B55DA1BD-9673-4D24-9129-32CC7F323D1D}" type="presParOf" srcId="{C92B4941-34DD-4A97-B517-DFD626A6EC86}" destId="{535BC9BA-727A-4FEA-8341-94DDD273C95C}" srcOrd="2" destOrd="0" presId="urn:microsoft.com/office/officeart/2005/8/layout/orgChart1"/>
    <dgm:cxn modelId="{E669894A-10A3-4EC8-94D0-6D74502DE14E}" type="presParOf" srcId="{89E75F9B-EF94-49CA-B184-A185FABDCC9E}" destId="{142A7032-47B0-4992-A51C-9BDAFA692CCD}" srcOrd="4" destOrd="0" presId="urn:microsoft.com/office/officeart/2005/8/layout/orgChart1"/>
    <dgm:cxn modelId="{54B31275-B5D7-4B9D-AFED-48B55C8FE43B}" type="presParOf" srcId="{89E75F9B-EF94-49CA-B184-A185FABDCC9E}" destId="{D06AE94A-73F3-4302-BD46-1D2C449066A7}" srcOrd="5" destOrd="0" presId="urn:microsoft.com/office/officeart/2005/8/layout/orgChart1"/>
    <dgm:cxn modelId="{5CA01E07-103B-4DC1-94EC-F2291C32FC78}" type="presParOf" srcId="{D06AE94A-73F3-4302-BD46-1D2C449066A7}" destId="{7C289C7B-800A-455D-A2FD-D8ADDB615D9B}" srcOrd="0" destOrd="0" presId="urn:microsoft.com/office/officeart/2005/8/layout/orgChart1"/>
    <dgm:cxn modelId="{17EA8CF5-9AC5-470E-B9B9-40CFF18DBBCB}" type="presParOf" srcId="{7C289C7B-800A-455D-A2FD-D8ADDB615D9B}" destId="{E8405D25-25CC-425F-BB3B-45D71B4B4888}" srcOrd="0" destOrd="0" presId="urn:microsoft.com/office/officeart/2005/8/layout/orgChart1"/>
    <dgm:cxn modelId="{50067EAE-CA74-45B3-BE52-453FD7806BC2}" type="presParOf" srcId="{7C289C7B-800A-455D-A2FD-D8ADDB615D9B}" destId="{2627E1BA-B8D3-41C4-B4A5-D58B4B67F693}" srcOrd="1" destOrd="0" presId="urn:microsoft.com/office/officeart/2005/8/layout/orgChart1"/>
    <dgm:cxn modelId="{31D64835-E0DD-4EB1-B599-9B5F537BC384}" type="presParOf" srcId="{D06AE94A-73F3-4302-BD46-1D2C449066A7}" destId="{526A5564-593C-436B-8FED-B33179049F37}" srcOrd="1" destOrd="0" presId="urn:microsoft.com/office/officeart/2005/8/layout/orgChart1"/>
    <dgm:cxn modelId="{806D730C-0F1D-44C9-BED8-4178DBD1C55D}" type="presParOf" srcId="{D06AE94A-73F3-4302-BD46-1D2C449066A7}" destId="{4328706F-62C7-468E-A355-C2C3C87AF44E}" srcOrd="2" destOrd="0" presId="urn:microsoft.com/office/officeart/2005/8/layout/orgChart1"/>
    <dgm:cxn modelId="{7B17DD16-F790-4DFB-B0FF-C15C729593DB}" type="presParOf" srcId="{89E75F9B-EF94-49CA-B184-A185FABDCC9E}" destId="{64CB3B5C-CA39-4C43-A505-7D2BC5392DCD}" srcOrd="6" destOrd="0" presId="urn:microsoft.com/office/officeart/2005/8/layout/orgChart1"/>
    <dgm:cxn modelId="{FD5E9092-3905-4974-BC7A-B987154BF07C}" type="presParOf" srcId="{89E75F9B-EF94-49CA-B184-A185FABDCC9E}" destId="{4D487DFD-22CF-498C-8628-F74B4E26E02B}" srcOrd="7" destOrd="0" presId="urn:microsoft.com/office/officeart/2005/8/layout/orgChart1"/>
    <dgm:cxn modelId="{0D04E0E3-3F1C-41DA-A073-D56104147CD2}" type="presParOf" srcId="{4D487DFD-22CF-498C-8628-F74B4E26E02B}" destId="{A885801D-CD75-4E54-A4E7-62C765E8231F}" srcOrd="0" destOrd="0" presId="urn:microsoft.com/office/officeart/2005/8/layout/orgChart1"/>
    <dgm:cxn modelId="{4F714D16-C8DD-4C22-9DDC-7F0240B55345}" type="presParOf" srcId="{A885801D-CD75-4E54-A4E7-62C765E8231F}" destId="{35C74C81-EC28-4115-AF2D-5047B0C50EF4}" srcOrd="0" destOrd="0" presId="urn:microsoft.com/office/officeart/2005/8/layout/orgChart1"/>
    <dgm:cxn modelId="{9FF7C48B-2352-4134-ABF9-036FA49DC7FB}" type="presParOf" srcId="{A885801D-CD75-4E54-A4E7-62C765E8231F}" destId="{97D8ADFB-E246-4995-9BC3-58B77C94E5D8}" srcOrd="1" destOrd="0" presId="urn:microsoft.com/office/officeart/2005/8/layout/orgChart1"/>
    <dgm:cxn modelId="{8D3880E9-4434-4F80-B939-C4F3C384CD60}" type="presParOf" srcId="{4D487DFD-22CF-498C-8628-F74B4E26E02B}" destId="{6ADC06C0-9F64-4343-8107-8C2B3BF4DD64}" srcOrd="1" destOrd="0" presId="urn:microsoft.com/office/officeart/2005/8/layout/orgChart1"/>
    <dgm:cxn modelId="{0378A6CE-80BD-48B6-820D-05C9FF03DDCB}" type="presParOf" srcId="{4D487DFD-22CF-498C-8628-F74B4E26E02B}" destId="{3A144DAA-0EFE-42D0-849C-342AB710398A}" srcOrd="2" destOrd="0" presId="urn:microsoft.com/office/officeart/2005/8/layout/orgChart1"/>
    <dgm:cxn modelId="{AF814075-ED25-4F17-96EA-A1690B09F2C0}" type="presParOf" srcId="{77C8DAFF-F1C4-4376-ADCE-FAE7B586EEC6}" destId="{723E8A3D-30CC-43F6-B950-6A5B5D6CC2D7}" srcOrd="2" destOrd="0" presId="urn:microsoft.com/office/officeart/2005/8/layout/orgChart1"/>
    <dgm:cxn modelId="{1EA2C973-CC6A-4435-A6B7-068EA12E208C}" type="presParOf" srcId="{AD53A4B1-01E7-41E8-9724-31F3910545A4}" destId="{353E71C0-A296-46B8-BAB0-268BA4C59D7C}" srcOrd="6" destOrd="0" presId="urn:microsoft.com/office/officeart/2005/8/layout/orgChart1"/>
    <dgm:cxn modelId="{92950DAE-059B-4146-B9C0-D2AA2F76B7C0}" type="presParOf" srcId="{AD53A4B1-01E7-41E8-9724-31F3910545A4}" destId="{7C556C8E-4126-4403-8CEB-51B59AA69FCE}" srcOrd="7" destOrd="0" presId="urn:microsoft.com/office/officeart/2005/8/layout/orgChart1"/>
    <dgm:cxn modelId="{8AA71A29-693C-4861-A752-142EEDADA77F}" type="presParOf" srcId="{7C556C8E-4126-4403-8CEB-51B59AA69FCE}" destId="{792CB3AC-3271-4253-9453-ACCE18AB5F73}" srcOrd="0" destOrd="0" presId="urn:microsoft.com/office/officeart/2005/8/layout/orgChart1"/>
    <dgm:cxn modelId="{7823DAB5-50CB-43DE-B5C7-DD56AC978691}" type="presParOf" srcId="{792CB3AC-3271-4253-9453-ACCE18AB5F73}" destId="{3FE29DE7-91AC-456D-96C3-01A8723E90DD}" srcOrd="0" destOrd="0" presId="urn:microsoft.com/office/officeart/2005/8/layout/orgChart1"/>
    <dgm:cxn modelId="{C9D3ADEF-3F16-4229-BF32-4200F0ABC47A}" type="presParOf" srcId="{792CB3AC-3271-4253-9453-ACCE18AB5F73}" destId="{13BFADD0-1160-4E94-B239-1C8F225F6CFC}" srcOrd="1" destOrd="0" presId="urn:microsoft.com/office/officeart/2005/8/layout/orgChart1"/>
    <dgm:cxn modelId="{3C917A8A-5239-4971-BF50-94179C1B1036}" type="presParOf" srcId="{7C556C8E-4126-4403-8CEB-51B59AA69FCE}" destId="{966D70F9-F0E7-4F8D-98FE-BF1FCEA430A3}" srcOrd="1" destOrd="0" presId="urn:microsoft.com/office/officeart/2005/8/layout/orgChart1"/>
    <dgm:cxn modelId="{815B8D81-AA72-4CB8-8190-83010E6E573E}" type="presParOf" srcId="{966D70F9-F0E7-4F8D-98FE-BF1FCEA430A3}" destId="{D7F04456-B99E-44B7-8382-21538AB8948B}" srcOrd="0" destOrd="0" presId="urn:microsoft.com/office/officeart/2005/8/layout/orgChart1"/>
    <dgm:cxn modelId="{B3D8F146-9A87-48AA-8EB1-5EBD88B242FA}" type="presParOf" srcId="{966D70F9-F0E7-4F8D-98FE-BF1FCEA430A3}" destId="{F96A1C18-AB96-4B86-BDF5-39B72D23BB68}" srcOrd="1" destOrd="0" presId="urn:microsoft.com/office/officeart/2005/8/layout/orgChart1"/>
    <dgm:cxn modelId="{48B5E963-A150-465E-B7CF-BE2B7291D0D6}" type="presParOf" srcId="{F96A1C18-AB96-4B86-BDF5-39B72D23BB68}" destId="{56E373BD-99AB-40AE-9F2F-D454E9F3E7AF}" srcOrd="0" destOrd="0" presId="urn:microsoft.com/office/officeart/2005/8/layout/orgChart1"/>
    <dgm:cxn modelId="{BC84304E-421D-47F1-B673-696CF2599317}" type="presParOf" srcId="{56E373BD-99AB-40AE-9F2F-D454E9F3E7AF}" destId="{796C32B1-3F96-4A4C-A22F-A472B2E1782B}" srcOrd="0" destOrd="0" presId="urn:microsoft.com/office/officeart/2005/8/layout/orgChart1"/>
    <dgm:cxn modelId="{AB8ED058-571C-43E6-B32F-FE06B5363395}" type="presParOf" srcId="{56E373BD-99AB-40AE-9F2F-D454E9F3E7AF}" destId="{D6882167-1277-4BC2-80F2-D4327D69BB99}" srcOrd="1" destOrd="0" presId="urn:microsoft.com/office/officeart/2005/8/layout/orgChart1"/>
    <dgm:cxn modelId="{51182325-2B1B-4751-BB58-F5438722ED0B}" type="presParOf" srcId="{F96A1C18-AB96-4B86-BDF5-39B72D23BB68}" destId="{EC353C88-DD31-4877-BC21-0C351194BEBB}" srcOrd="1" destOrd="0" presId="urn:microsoft.com/office/officeart/2005/8/layout/orgChart1"/>
    <dgm:cxn modelId="{92DB3591-2D18-4744-8DD9-7821E6972D4F}" type="presParOf" srcId="{F96A1C18-AB96-4B86-BDF5-39B72D23BB68}" destId="{79DC418B-71DA-4B3C-A6DF-D7608F18F105}" srcOrd="2" destOrd="0" presId="urn:microsoft.com/office/officeart/2005/8/layout/orgChart1"/>
    <dgm:cxn modelId="{74E366F7-FB4B-4EE8-A399-7F18E190293D}" type="presParOf" srcId="{966D70F9-F0E7-4F8D-98FE-BF1FCEA430A3}" destId="{BD25D3D1-6D5B-4B95-A5F5-73C591C82291}" srcOrd="2" destOrd="0" presId="urn:microsoft.com/office/officeart/2005/8/layout/orgChart1"/>
    <dgm:cxn modelId="{A3FCFA49-20B9-47EE-B0B3-76476412952D}" type="presParOf" srcId="{966D70F9-F0E7-4F8D-98FE-BF1FCEA430A3}" destId="{AD8C9AD8-9528-46C4-B1E7-BD47A90C2AE9}" srcOrd="3" destOrd="0" presId="urn:microsoft.com/office/officeart/2005/8/layout/orgChart1"/>
    <dgm:cxn modelId="{81904641-E0F9-4C60-98E5-9EB4AE21F0A8}" type="presParOf" srcId="{AD8C9AD8-9528-46C4-B1E7-BD47A90C2AE9}" destId="{8A93C2E4-124B-4251-ACBA-A266DF8725E4}" srcOrd="0" destOrd="0" presId="urn:microsoft.com/office/officeart/2005/8/layout/orgChart1"/>
    <dgm:cxn modelId="{77B9A4E4-7A48-4FB9-8632-8F3C85526297}" type="presParOf" srcId="{8A93C2E4-124B-4251-ACBA-A266DF8725E4}" destId="{54C26DD9-A165-43CA-A7A5-372B768A2247}" srcOrd="0" destOrd="0" presId="urn:microsoft.com/office/officeart/2005/8/layout/orgChart1"/>
    <dgm:cxn modelId="{F914CE93-B414-4E94-8D82-EF5DC99A63FC}" type="presParOf" srcId="{8A93C2E4-124B-4251-ACBA-A266DF8725E4}" destId="{38A3D2EB-1C22-4372-8863-0CDE996A0564}" srcOrd="1" destOrd="0" presId="urn:microsoft.com/office/officeart/2005/8/layout/orgChart1"/>
    <dgm:cxn modelId="{12F1C95B-D98E-4EC1-BCDA-4481C9AB164B}" type="presParOf" srcId="{AD8C9AD8-9528-46C4-B1E7-BD47A90C2AE9}" destId="{94277B58-17D4-4CD2-8871-471E78571BB7}" srcOrd="1" destOrd="0" presId="urn:microsoft.com/office/officeart/2005/8/layout/orgChart1"/>
    <dgm:cxn modelId="{272AE65E-D263-4B18-B99E-44C0EBFB83C4}" type="presParOf" srcId="{AD8C9AD8-9528-46C4-B1E7-BD47A90C2AE9}" destId="{6AC5BE60-88AB-4219-8E2F-F11B3F957B4F}" srcOrd="2" destOrd="0" presId="urn:microsoft.com/office/officeart/2005/8/layout/orgChart1"/>
    <dgm:cxn modelId="{0C8842CE-0F4D-4FC0-8D6E-ACEF2CF644B4}" type="presParOf" srcId="{966D70F9-F0E7-4F8D-98FE-BF1FCEA430A3}" destId="{F8EEBE2A-9566-4236-91B6-EE1AD2EDBD86}" srcOrd="4" destOrd="0" presId="urn:microsoft.com/office/officeart/2005/8/layout/orgChart1"/>
    <dgm:cxn modelId="{6B9DAA50-6545-4ECC-BB9E-F0D6A892C15F}" type="presParOf" srcId="{966D70F9-F0E7-4F8D-98FE-BF1FCEA430A3}" destId="{1705640D-8551-4A77-958E-BC9220448A19}" srcOrd="5" destOrd="0" presId="urn:microsoft.com/office/officeart/2005/8/layout/orgChart1"/>
    <dgm:cxn modelId="{C77CD205-BE84-41A7-A70A-5591B210DB78}" type="presParOf" srcId="{1705640D-8551-4A77-958E-BC9220448A19}" destId="{9A1828BF-A308-4F99-A7CB-5B89D5734ADE}" srcOrd="0" destOrd="0" presId="urn:microsoft.com/office/officeart/2005/8/layout/orgChart1"/>
    <dgm:cxn modelId="{5D64C818-E1EB-4E50-9B98-EB4942D85114}" type="presParOf" srcId="{9A1828BF-A308-4F99-A7CB-5B89D5734ADE}" destId="{1C603766-7A77-4049-AA66-7237769060F5}" srcOrd="0" destOrd="0" presId="urn:microsoft.com/office/officeart/2005/8/layout/orgChart1"/>
    <dgm:cxn modelId="{9DB82874-0C39-42D5-895C-306EEC48020D}" type="presParOf" srcId="{9A1828BF-A308-4F99-A7CB-5B89D5734ADE}" destId="{B3EDECC0-7140-45B3-8272-083E584FB583}" srcOrd="1" destOrd="0" presId="urn:microsoft.com/office/officeart/2005/8/layout/orgChart1"/>
    <dgm:cxn modelId="{672B1114-0A23-4947-8F2D-FF0E1D6F43BC}" type="presParOf" srcId="{1705640D-8551-4A77-958E-BC9220448A19}" destId="{067E1650-30BE-4AAA-9BF2-0E51688520ED}" srcOrd="1" destOrd="0" presId="urn:microsoft.com/office/officeart/2005/8/layout/orgChart1"/>
    <dgm:cxn modelId="{F1F7BDB8-AE67-49AD-91CC-CD3C4560CA93}" type="presParOf" srcId="{1705640D-8551-4A77-958E-BC9220448A19}" destId="{FE85A856-858C-4A1B-B724-E0F6CFEDD4C4}" srcOrd="2" destOrd="0" presId="urn:microsoft.com/office/officeart/2005/8/layout/orgChart1"/>
    <dgm:cxn modelId="{CA98F1B6-39C3-4C71-AD6E-E4988FA8DE59}" type="presParOf" srcId="{7C556C8E-4126-4403-8CEB-51B59AA69FCE}" destId="{8C890729-6A60-4D4F-A0C4-9E3A9BF60082}" srcOrd="2" destOrd="0" presId="urn:microsoft.com/office/officeart/2005/8/layout/orgChart1"/>
    <dgm:cxn modelId="{9D973967-C180-4DA1-9783-801A28437A84}" type="presParOf" srcId="{38ED7B2E-63E5-438D-91CD-EFA6DE9BBF61}" destId="{96DEF822-DC52-4FFC-82DA-389CD5B29657}"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1173D40-128D-4048-83A1-7C68DE4B0041}">
      <dsp:nvSpPr>
        <dsp:cNvPr id="0" name=""/>
        <dsp:cNvSpPr/>
      </dsp:nvSpPr>
      <dsp:spPr>
        <a:xfrm>
          <a:off x="4320310" y="762748"/>
          <a:ext cx="3792058" cy="202757"/>
        </a:xfrm>
        <a:custGeom>
          <a:avLst/>
          <a:gdLst/>
          <a:ahLst/>
          <a:cxnLst/>
          <a:rect l="0" t="0" r="0" b="0"/>
          <a:pathLst>
            <a:path>
              <a:moveTo>
                <a:pt x="0" y="0"/>
              </a:moveTo>
              <a:lnTo>
                <a:pt x="0" y="149870"/>
              </a:lnTo>
              <a:lnTo>
                <a:pt x="3792058" y="149870"/>
              </a:lnTo>
              <a:lnTo>
                <a:pt x="3792058" y="202757"/>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6FCB14D-004B-4B73-A8A5-9F2858470E9D}">
      <dsp:nvSpPr>
        <dsp:cNvPr id="0" name=""/>
        <dsp:cNvSpPr/>
      </dsp:nvSpPr>
      <dsp:spPr>
        <a:xfrm>
          <a:off x="4320310" y="762748"/>
          <a:ext cx="2552540" cy="202757"/>
        </a:xfrm>
        <a:custGeom>
          <a:avLst/>
          <a:gdLst/>
          <a:ahLst/>
          <a:cxnLst/>
          <a:rect l="0" t="0" r="0" b="0"/>
          <a:pathLst>
            <a:path>
              <a:moveTo>
                <a:pt x="0" y="0"/>
              </a:moveTo>
              <a:lnTo>
                <a:pt x="0" y="149870"/>
              </a:lnTo>
              <a:lnTo>
                <a:pt x="2552540" y="149870"/>
              </a:lnTo>
              <a:lnTo>
                <a:pt x="2552540" y="202757"/>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EDF4FB4-B6DA-485A-8990-3A27AC76E8AB}">
      <dsp:nvSpPr>
        <dsp:cNvPr id="0" name=""/>
        <dsp:cNvSpPr/>
      </dsp:nvSpPr>
      <dsp:spPr>
        <a:xfrm>
          <a:off x="4320310" y="762748"/>
          <a:ext cx="1297903" cy="202757"/>
        </a:xfrm>
        <a:custGeom>
          <a:avLst/>
          <a:gdLst/>
          <a:ahLst/>
          <a:cxnLst/>
          <a:rect l="0" t="0" r="0" b="0"/>
          <a:pathLst>
            <a:path>
              <a:moveTo>
                <a:pt x="0" y="0"/>
              </a:moveTo>
              <a:lnTo>
                <a:pt x="0" y="149870"/>
              </a:lnTo>
              <a:lnTo>
                <a:pt x="1297903" y="149870"/>
              </a:lnTo>
              <a:lnTo>
                <a:pt x="1297903" y="202757"/>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B6038CA-4EC7-46C3-8FF8-5417B028441F}">
      <dsp:nvSpPr>
        <dsp:cNvPr id="0" name=""/>
        <dsp:cNvSpPr/>
      </dsp:nvSpPr>
      <dsp:spPr>
        <a:xfrm>
          <a:off x="3904033" y="1577417"/>
          <a:ext cx="152151" cy="2227305"/>
        </a:xfrm>
        <a:custGeom>
          <a:avLst/>
          <a:gdLst/>
          <a:ahLst/>
          <a:cxnLst/>
          <a:rect l="0" t="0" r="0" b="0"/>
          <a:pathLst>
            <a:path>
              <a:moveTo>
                <a:pt x="0" y="0"/>
              </a:moveTo>
              <a:lnTo>
                <a:pt x="0" y="2227305"/>
              </a:lnTo>
              <a:lnTo>
                <a:pt x="152151" y="2227305"/>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456385A-3655-4EFB-9AF3-8E560450BC13}">
      <dsp:nvSpPr>
        <dsp:cNvPr id="0" name=""/>
        <dsp:cNvSpPr/>
      </dsp:nvSpPr>
      <dsp:spPr>
        <a:xfrm>
          <a:off x="3904033" y="1577417"/>
          <a:ext cx="152151" cy="1892779"/>
        </a:xfrm>
        <a:custGeom>
          <a:avLst/>
          <a:gdLst/>
          <a:ahLst/>
          <a:cxnLst/>
          <a:rect l="0" t="0" r="0" b="0"/>
          <a:pathLst>
            <a:path>
              <a:moveTo>
                <a:pt x="0" y="0"/>
              </a:moveTo>
              <a:lnTo>
                <a:pt x="0" y="1892779"/>
              </a:lnTo>
              <a:lnTo>
                <a:pt x="152151" y="1892779"/>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53250DA-5B46-404D-B21A-1A1B69C0A318}">
      <dsp:nvSpPr>
        <dsp:cNvPr id="0" name=""/>
        <dsp:cNvSpPr/>
      </dsp:nvSpPr>
      <dsp:spPr>
        <a:xfrm>
          <a:off x="3904033" y="1577417"/>
          <a:ext cx="152151" cy="1558253"/>
        </a:xfrm>
        <a:custGeom>
          <a:avLst/>
          <a:gdLst/>
          <a:ahLst/>
          <a:cxnLst/>
          <a:rect l="0" t="0" r="0" b="0"/>
          <a:pathLst>
            <a:path>
              <a:moveTo>
                <a:pt x="0" y="0"/>
              </a:moveTo>
              <a:lnTo>
                <a:pt x="0" y="1558253"/>
              </a:lnTo>
              <a:lnTo>
                <a:pt x="152151" y="1558253"/>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9B9C19D-A136-49C9-B36B-C1BC6B70BDC0}">
      <dsp:nvSpPr>
        <dsp:cNvPr id="0" name=""/>
        <dsp:cNvSpPr/>
      </dsp:nvSpPr>
      <dsp:spPr>
        <a:xfrm>
          <a:off x="3904033" y="1577417"/>
          <a:ext cx="152151" cy="1223727"/>
        </a:xfrm>
        <a:custGeom>
          <a:avLst/>
          <a:gdLst/>
          <a:ahLst/>
          <a:cxnLst/>
          <a:rect l="0" t="0" r="0" b="0"/>
          <a:pathLst>
            <a:path>
              <a:moveTo>
                <a:pt x="0" y="0"/>
              </a:moveTo>
              <a:lnTo>
                <a:pt x="0" y="1223727"/>
              </a:lnTo>
              <a:lnTo>
                <a:pt x="152151" y="1223727"/>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209FAA0-2D45-49A3-9654-E2F21DB1EEBF}">
      <dsp:nvSpPr>
        <dsp:cNvPr id="0" name=""/>
        <dsp:cNvSpPr/>
      </dsp:nvSpPr>
      <dsp:spPr>
        <a:xfrm>
          <a:off x="3904033" y="1577417"/>
          <a:ext cx="152151" cy="889202"/>
        </a:xfrm>
        <a:custGeom>
          <a:avLst/>
          <a:gdLst/>
          <a:ahLst/>
          <a:cxnLst/>
          <a:rect l="0" t="0" r="0" b="0"/>
          <a:pathLst>
            <a:path>
              <a:moveTo>
                <a:pt x="0" y="0"/>
              </a:moveTo>
              <a:lnTo>
                <a:pt x="0" y="889202"/>
              </a:lnTo>
              <a:lnTo>
                <a:pt x="152151" y="889202"/>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11712DF-1661-48BF-94D8-02EB0F75B3C9}">
      <dsp:nvSpPr>
        <dsp:cNvPr id="0" name=""/>
        <dsp:cNvSpPr/>
      </dsp:nvSpPr>
      <dsp:spPr>
        <a:xfrm>
          <a:off x="3904033" y="1577417"/>
          <a:ext cx="152151" cy="554676"/>
        </a:xfrm>
        <a:custGeom>
          <a:avLst/>
          <a:gdLst/>
          <a:ahLst/>
          <a:cxnLst/>
          <a:rect l="0" t="0" r="0" b="0"/>
          <a:pathLst>
            <a:path>
              <a:moveTo>
                <a:pt x="0" y="0"/>
              </a:moveTo>
              <a:lnTo>
                <a:pt x="0" y="554676"/>
              </a:lnTo>
              <a:lnTo>
                <a:pt x="152151" y="554676"/>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C6780BE-0BFA-452E-B23B-840ADD2F1082}">
      <dsp:nvSpPr>
        <dsp:cNvPr id="0" name=""/>
        <dsp:cNvSpPr/>
      </dsp:nvSpPr>
      <dsp:spPr>
        <a:xfrm>
          <a:off x="3904033" y="1577417"/>
          <a:ext cx="152151" cy="220150"/>
        </a:xfrm>
        <a:custGeom>
          <a:avLst/>
          <a:gdLst/>
          <a:ahLst/>
          <a:cxnLst/>
          <a:rect l="0" t="0" r="0" b="0"/>
          <a:pathLst>
            <a:path>
              <a:moveTo>
                <a:pt x="0" y="0"/>
              </a:moveTo>
              <a:lnTo>
                <a:pt x="0" y="220150"/>
              </a:lnTo>
              <a:lnTo>
                <a:pt x="152151" y="220150"/>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2821369-B757-43AF-BF6D-02B9EF83A7FF}">
      <dsp:nvSpPr>
        <dsp:cNvPr id="0" name=""/>
        <dsp:cNvSpPr/>
      </dsp:nvSpPr>
      <dsp:spPr>
        <a:xfrm>
          <a:off x="4274590" y="762748"/>
          <a:ext cx="91440" cy="202757"/>
        </a:xfrm>
        <a:custGeom>
          <a:avLst/>
          <a:gdLst/>
          <a:ahLst/>
          <a:cxnLst/>
          <a:rect l="0" t="0" r="0" b="0"/>
          <a:pathLst>
            <a:path>
              <a:moveTo>
                <a:pt x="45720" y="0"/>
              </a:moveTo>
              <a:lnTo>
                <a:pt x="45720" y="149870"/>
              </a:lnTo>
              <a:lnTo>
                <a:pt x="88986" y="149870"/>
              </a:lnTo>
              <a:lnTo>
                <a:pt x="88986" y="202757"/>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0E57C39-E8A8-460E-A1E7-B28C562578E6}">
      <dsp:nvSpPr>
        <dsp:cNvPr id="0" name=""/>
        <dsp:cNvSpPr/>
      </dsp:nvSpPr>
      <dsp:spPr>
        <a:xfrm>
          <a:off x="2649396" y="1577417"/>
          <a:ext cx="152151" cy="1892779"/>
        </a:xfrm>
        <a:custGeom>
          <a:avLst/>
          <a:gdLst/>
          <a:ahLst/>
          <a:cxnLst/>
          <a:rect l="0" t="0" r="0" b="0"/>
          <a:pathLst>
            <a:path>
              <a:moveTo>
                <a:pt x="0" y="0"/>
              </a:moveTo>
              <a:lnTo>
                <a:pt x="0" y="1892779"/>
              </a:lnTo>
              <a:lnTo>
                <a:pt x="152151" y="1892779"/>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3869B18-0E40-4E74-BAE2-50D23ADF541A}">
      <dsp:nvSpPr>
        <dsp:cNvPr id="0" name=""/>
        <dsp:cNvSpPr/>
      </dsp:nvSpPr>
      <dsp:spPr>
        <a:xfrm>
          <a:off x="2649396" y="1577417"/>
          <a:ext cx="152151" cy="1558253"/>
        </a:xfrm>
        <a:custGeom>
          <a:avLst/>
          <a:gdLst/>
          <a:ahLst/>
          <a:cxnLst/>
          <a:rect l="0" t="0" r="0" b="0"/>
          <a:pathLst>
            <a:path>
              <a:moveTo>
                <a:pt x="0" y="0"/>
              </a:moveTo>
              <a:lnTo>
                <a:pt x="0" y="1558253"/>
              </a:lnTo>
              <a:lnTo>
                <a:pt x="152151" y="1558253"/>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B67105F-ECD7-44F8-A5C6-19D745593D1A}">
      <dsp:nvSpPr>
        <dsp:cNvPr id="0" name=""/>
        <dsp:cNvSpPr/>
      </dsp:nvSpPr>
      <dsp:spPr>
        <a:xfrm>
          <a:off x="2649396" y="1577417"/>
          <a:ext cx="152151" cy="1223727"/>
        </a:xfrm>
        <a:custGeom>
          <a:avLst/>
          <a:gdLst/>
          <a:ahLst/>
          <a:cxnLst/>
          <a:rect l="0" t="0" r="0" b="0"/>
          <a:pathLst>
            <a:path>
              <a:moveTo>
                <a:pt x="0" y="0"/>
              </a:moveTo>
              <a:lnTo>
                <a:pt x="0" y="1223727"/>
              </a:lnTo>
              <a:lnTo>
                <a:pt x="152151" y="1223727"/>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14C7D41-C0D4-4459-BBB5-2C8D13BAB807}">
      <dsp:nvSpPr>
        <dsp:cNvPr id="0" name=""/>
        <dsp:cNvSpPr/>
      </dsp:nvSpPr>
      <dsp:spPr>
        <a:xfrm>
          <a:off x="2649396" y="1577417"/>
          <a:ext cx="152151" cy="889202"/>
        </a:xfrm>
        <a:custGeom>
          <a:avLst/>
          <a:gdLst/>
          <a:ahLst/>
          <a:cxnLst/>
          <a:rect l="0" t="0" r="0" b="0"/>
          <a:pathLst>
            <a:path>
              <a:moveTo>
                <a:pt x="0" y="0"/>
              </a:moveTo>
              <a:lnTo>
                <a:pt x="0" y="889202"/>
              </a:lnTo>
              <a:lnTo>
                <a:pt x="152151" y="889202"/>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1F3B684-E017-4F86-8C26-185FF4950B12}">
      <dsp:nvSpPr>
        <dsp:cNvPr id="0" name=""/>
        <dsp:cNvSpPr/>
      </dsp:nvSpPr>
      <dsp:spPr>
        <a:xfrm>
          <a:off x="2649396" y="1577417"/>
          <a:ext cx="152151" cy="554676"/>
        </a:xfrm>
        <a:custGeom>
          <a:avLst/>
          <a:gdLst/>
          <a:ahLst/>
          <a:cxnLst/>
          <a:rect l="0" t="0" r="0" b="0"/>
          <a:pathLst>
            <a:path>
              <a:moveTo>
                <a:pt x="0" y="0"/>
              </a:moveTo>
              <a:lnTo>
                <a:pt x="0" y="554676"/>
              </a:lnTo>
              <a:lnTo>
                <a:pt x="152151" y="554676"/>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24AC9E0-962C-4E78-A693-CB404F97964B}">
      <dsp:nvSpPr>
        <dsp:cNvPr id="0" name=""/>
        <dsp:cNvSpPr/>
      </dsp:nvSpPr>
      <dsp:spPr>
        <a:xfrm>
          <a:off x="2649396" y="1577417"/>
          <a:ext cx="152151" cy="220150"/>
        </a:xfrm>
        <a:custGeom>
          <a:avLst/>
          <a:gdLst/>
          <a:ahLst/>
          <a:cxnLst/>
          <a:rect l="0" t="0" r="0" b="0"/>
          <a:pathLst>
            <a:path>
              <a:moveTo>
                <a:pt x="0" y="0"/>
              </a:moveTo>
              <a:lnTo>
                <a:pt x="0" y="220150"/>
              </a:lnTo>
              <a:lnTo>
                <a:pt x="152151" y="220150"/>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E020EB3-B687-49B5-864A-7775365865BE}">
      <dsp:nvSpPr>
        <dsp:cNvPr id="0" name=""/>
        <dsp:cNvSpPr/>
      </dsp:nvSpPr>
      <dsp:spPr>
        <a:xfrm>
          <a:off x="3108940" y="762748"/>
          <a:ext cx="1211369" cy="202757"/>
        </a:xfrm>
        <a:custGeom>
          <a:avLst/>
          <a:gdLst/>
          <a:ahLst/>
          <a:cxnLst/>
          <a:rect l="0" t="0" r="0" b="0"/>
          <a:pathLst>
            <a:path>
              <a:moveTo>
                <a:pt x="1211369" y="0"/>
              </a:moveTo>
              <a:lnTo>
                <a:pt x="1211369" y="149870"/>
              </a:lnTo>
              <a:lnTo>
                <a:pt x="0" y="149870"/>
              </a:lnTo>
              <a:lnTo>
                <a:pt x="0" y="202757"/>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AABE029-3C83-4187-8AC5-D8BA4B92FE81}">
      <dsp:nvSpPr>
        <dsp:cNvPr id="0" name=""/>
        <dsp:cNvSpPr/>
      </dsp:nvSpPr>
      <dsp:spPr>
        <a:xfrm>
          <a:off x="1394759" y="1577417"/>
          <a:ext cx="152151" cy="3230882"/>
        </a:xfrm>
        <a:custGeom>
          <a:avLst/>
          <a:gdLst/>
          <a:ahLst/>
          <a:cxnLst/>
          <a:rect l="0" t="0" r="0" b="0"/>
          <a:pathLst>
            <a:path>
              <a:moveTo>
                <a:pt x="0" y="0"/>
              </a:moveTo>
              <a:lnTo>
                <a:pt x="0" y="3230882"/>
              </a:lnTo>
              <a:lnTo>
                <a:pt x="152151" y="3230882"/>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950EBDC-D558-491C-A58C-E63A104F5225}">
      <dsp:nvSpPr>
        <dsp:cNvPr id="0" name=""/>
        <dsp:cNvSpPr/>
      </dsp:nvSpPr>
      <dsp:spPr>
        <a:xfrm>
          <a:off x="1394759" y="1577417"/>
          <a:ext cx="152151" cy="2896357"/>
        </a:xfrm>
        <a:custGeom>
          <a:avLst/>
          <a:gdLst/>
          <a:ahLst/>
          <a:cxnLst/>
          <a:rect l="0" t="0" r="0" b="0"/>
          <a:pathLst>
            <a:path>
              <a:moveTo>
                <a:pt x="0" y="0"/>
              </a:moveTo>
              <a:lnTo>
                <a:pt x="0" y="2896357"/>
              </a:lnTo>
              <a:lnTo>
                <a:pt x="152151" y="2896357"/>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088FD99-4937-46C5-924A-F51B321BF542}">
      <dsp:nvSpPr>
        <dsp:cNvPr id="0" name=""/>
        <dsp:cNvSpPr/>
      </dsp:nvSpPr>
      <dsp:spPr>
        <a:xfrm>
          <a:off x="1394759" y="1577417"/>
          <a:ext cx="152151" cy="2561831"/>
        </a:xfrm>
        <a:custGeom>
          <a:avLst/>
          <a:gdLst/>
          <a:ahLst/>
          <a:cxnLst/>
          <a:rect l="0" t="0" r="0" b="0"/>
          <a:pathLst>
            <a:path>
              <a:moveTo>
                <a:pt x="0" y="0"/>
              </a:moveTo>
              <a:lnTo>
                <a:pt x="0" y="2561831"/>
              </a:lnTo>
              <a:lnTo>
                <a:pt x="152151" y="2561831"/>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78DD833-D5A5-4EE4-AC53-41B0D2C85899}">
      <dsp:nvSpPr>
        <dsp:cNvPr id="0" name=""/>
        <dsp:cNvSpPr/>
      </dsp:nvSpPr>
      <dsp:spPr>
        <a:xfrm>
          <a:off x="1394759" y="1577417"/>
          <a:ext cx="152151" cy="2227305"/>
        </a:xfrm>
        <a:custGeom>
          <a:avLst/>
          <a:gdLst/>
          <a:ahLst/>
          <a:cxnLst/>
          <a:rect l="0" t="0" r="0" b="0"/>
          <a:pathLst>
            <a:path>
              <a:moveTo>
                <a:pt x="0" y="0"/>
              </a:moveTo>
              <a:lnTo>
                <a:pt x="0" y="2227305"/>
              </a:lnTo>
              <a:lnTo>
                <a:pt x="152151" y="2227305"/>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2FAA63C-1C8A-407F-9902-8FB3E159FD2E}">
      <dsp:nvSpPr>
        <dsp:cNvPr id="0" name=""/>
        <dsp:cNvSpPr/>
      </dsp:nvSpPr>
      <dsp:spPr>
        <a:xfrm>
          <a:off x="1394759" y="1577417"/>
          <a:ext cx="152151" cy="1892779"/>
        </a:xfrm>
        <a:custGeom>
          <a:avLst/>
          <a:gdLst/>
          <a:ahLst/>
          <a:cxnLst/>
          <a:rect l="0" t="0" r="0" b="0"/>
          <a:pathLst>
            <a:path>
              <a:moveTo>
                <a:pt x="0" y="0"/>
              </a:moveTo>
              <a:lnTo>
                <a:pt x="0" y="1892779"/>
              </a:lnTo>
              <a:lnTo>
                <a:pt x="152151" y="1892779"/>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A74CE7B-A1D2-4B1A-95FB-702919421DD3}">
      <dsp:nvSpPr>
        <dsp:cNvPr id="0" name=""/>
        <dsp:cNvSpPr/>
      </dsp:nvSpPr>
      <dsp:spPr>
        <a:xfrm>
          <a:off x="1394759" y="1577417"/>
          <a:ext cx="152151" cy="1558253"/>
        </a:xfrm>
        <a:custGeom>
          <a:avLst/>
          <a:gdLst/>
          <a:ahLst/>
          <a:cxnLst/>
          <a:rect l="0" t="0" r="0" b="0"/>
          <a:pathLst>
            <a:path>
              <a:moveTo>
                <a:pt x="0" y="0"/>
              </a:moveTo>
              <a:lnTo>
                <a:pt x="0" y="1558253"/>
              </a:lnTo>
              <a:lnTo>
                <a:pt x="152151" y="1558253"/>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7D28B6A-2825-4E08-B446-8EC5450412F4}">
      <dsp:nvSpPr>
        <dsp:cNvPr id="0" name=""/>
        <dsp:cNvSpPr/>
      </dsp:nvSpPr>
      <dsp:spPr>
        <a:xfrm>
          <a:off x="1394759" y="1577417"/>
          <a:ext cx="152151" cy="1223727"/>
        </a:xfrm>
        <a:custGeom>
          <a:avLst/>
          <a:gdLst/>
          <a:ahLst/>
          <a:cxnLst/>
          <a:rect l="0" t="0" r="0" b="0"/>
          <a:pathLst>
            <a:path>
              <a:moveTo>
                <a:pt x="0" y="0"/>
              </a:moveTo>
              <a:lnTo>
                <a:pt x="0" y="1223727"/>
              </a:lnTo>
              <a:lnTo>
                <a:pt x="152151" y="1223727"/>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8F59064-103E-473A-A55B-DACAE0C5B977}">
      <dsp:nvSpPr>
        <dsp:cNvPr id="0" name=""/>
        <dsp:cNvSpPr/>
      </dsp:nvSpPr>
      <dsp:spPr>
        <a:xfrm>
          <a:off x="1394759" y="1577417"/>
          <a:ext cx="152151" cy="889202"/>
        </a:xfrm>
        <a:custGeom>
          <a:avLst/>
          <a:gdLst/>
          <a:ahLst/>
          <a:cxnLst/>
          <a:rect l="0" t="0" r="0" b="0"/>
          <a:pathLst>
            <a:path>
              <a:moveTo>
                <a:pt x="0" y="0"/>
              </a:moveTo>
              <a:lnTo>
                <a:pt x="0" y="889202"/>
              </a:lnTo>
              <a:lnTo>
                <a:pt x="152151" y="889202"/>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6E33A9D-9480-40FB-A4DF-EE1E2E7E401E}">
      <dsp:nvSpPr>
        <dsp:cNvPr id="0" name=""/>
        <dsp:cNvSpPr/>
      </dsp:nvSpPr>
      <dsp:spPr>
        <a:xfrm>
          <a:off x="1394759" y="1577417"/>
          <a:ext cx="152151" cy="554676"/>
        </a:xfrm>
        <a:custGeom>
          <a:avLst/>
          <a:gdLst/>
          <a:ahLst/>
          <a:cxnLst/>
          <a:rect l="0" t="0" r="0" b="0"/>
          <a:pathLst>
            <a:path>
              <a:moveTo>
                <a:pt x="0" y="0"/>
              </a:moveTo>
              <a:lnTo>
                <a:pt x="0" y="554676"/>
              </a:lnTo>
              <a:lnTo>
                <a:pt x="152151" y="554676"/>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BF33A23-B9E7-4732-917C-5D66B726362F}">
      <dsp:nvSpPr>
        <dsp:cNvPr id="0" name=""/>
        <dsp:cNvSpPr/>
      </dsp:nvSpPr>
      <dsp:spPr>
        <a:xfrm>
          <a:off x="1394759" y="1577417"/>
          <a:ext cx="152151" cy="220150"/>
        </a:xfrm>
        <a:custGeom>
          <a:avLst/>
          <a:gdLst/>
          <a:ahLst/>
          <a:cxnLst/>
          <a:rect l="0" t="0" r="0" b="0"/>
          <a:pathLst>
            <a:path>
              <a:moveTo>
                <a:pt x="0" y="0"/>
              </a:moveTo>
              <a:lnTo>
                <a:pt x="0" y="220150"/>
              </a:lnTo>
              <a:lnTo>
                <a:pt x="152151" y="220150"/>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146BAA9-2B9D-4F2A-B565-A2DCB6505964}">
      <dsp:nvSpPr>
        <dsp:cNvPr id="0" name=""/>
        <dsp:cNvSpPr/>
      </dsp:nvSpPr>
      <dsp:spPr>
        <a:xfrm>
          <a:off x="1854304" y="762748"/>
          <a:ext cx="2466006" cy="202757"/>
        </a:xfrm>
        <a:custGeom>
          <a:avLst/>
          <a:gdLst/>
          <a:ahLst/>
          <a:cxnLst/>
          <a:rect l="0" t="0" r="0" b="0"/>
          <a:pathLst>
            <a:path>
              <a:moveTo>
                <a:pt x="2466006" y="0"/>
              </a:moveTo>
              <a:lnTo>
                <a:pt x="2466006" y="149870"/>
              </a:lnTo>
              <a:lnTo>
                <a:pt x="0" y="149870"/>
              </a:lnTo>
              <a:lnTo>
                <a:pt x="0" y="202757"/>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10C7147-D3FF-405C-979F-6E81271FD42E}">
      <dsp:nvSpPr>
        <dsp:cNvPr id="0" name=""/>
        <dsp:cNvSpPr/>
      </dsp:nvSpPr>
      <dsp:spPr>
        <a:xfrm>
          <a:off x="140122" y="1577417"/>
          <a:ext cx="152151" cy="554676"/>
        </a:xfrm>
        <a:custGeom>
          <a:avLst/>
          <a:gdLst/>
          <a:ahLst/>
          <a:cxnLst/>
          <a:rect l="0" t="0" r="0" b="0"/>
          <a:pathLst>
            <a:path>
              <a:moveTo>
                <a:pt x="0" y="0"/>
              </a:moveTo>
              <a:lnTo>
                <a:pt x="0" y="554676"/>
              </a:lnTo>
              <a:lnTo>
                <a:pt x="152151" y="554676"/>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5D5AD84-DBF1-46D6-A5BA-E9CD0863B250}">
      <dsp:nvSpPr>
        <dsp:cNvPr id="0" name=""/>
        <dsp:cNvSpPr/>
      </dsp:nvSpPr>
      <dsp:spPr>
        <a:xfrm>
          <a:off x="140122" y="1577417"/>
          <a:ext cx="152151" cy="220150"/>
        </a:xfrm>
        <a:custGeom>
          <a:avLst/>
          <a:gdLst/>
          <a:ahLst/>
          <a:cxnLst/>
          <a:rect l="0" t="0" r="0" b="0"/>
          <a:pathLst>
            <a:path>
              <a:moveTo>
                <a:pt x="0" y="0"/>
              </a:moveTo>
              <a:lnTo>
                <a:pt x="0" y="220150"/>
              </a:lnTo>
              <a:lnTo>
                <a:pt x="152151" y="220150"/>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B4371B5-9FE0-4A41-B872-D27DD755166A}">
      <dsp:nvSpPr>
        <dsp:cNvPr id="0" name=""/>
        <dsp:cNvSpPr/>
      </dsp:nvSpPr>
      <dsp:spPr>
        <a:xfrm>
          <a:off x="599667" y="762748"/>
          <a:ext cx="3720643" cy="202757"/>
        </a:xfrm>
        <a:custGeom>
          <a:avLst/>
          <a:gdLst/>
          <a:ahLst/>
          <a:cxnLst/>
          <a:rect l="0" t="0" r="0" b="0"/>
          <a:pathLst>
            <a:path>
              <a:moveTo>
                <a:pt x="3720643" y="0"/>
              </a:moveTo>
              <a:lnTo>
                <a:pt x="3720643" y="149870"/>
              </a:lnTo>
              <a:lnTo>
                <a:pt x="0" y="149870"/>
              </a:lnTo>
              <a:lnTo>
                <a:pt x="0" y="202757"/>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F3C8968-31FF-46A5-BCB3-A2E771257413}">
      <dsp:nvSpPr>
        <dsp:cNvPr id="0" name=""/>
        <dsp:cNvSpPr/>
      </dsp:nvSpPr>
      <dsp:spPr>
        <a:xfrm>
          <a:off x="2976420" y="177816"/>
          <a:ext cx="2687781" cy="584932"/>
        </a:xfrm>
        <a:prstGeom prst="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Chapter 14 – Beyond functionality</a:t>
          </a:r>
          <a:endParaRPr lang="en-US" sz="1600" kern="1200" dirty="0"/>
        </a:p>
      </dsp:txBody>
      <dsp:txXfrm>
        <a:off x="2976420" y="177816"/>
        <a:ext cx="2687781" cy="584932"/>
      </dsp:txXfrm>
    </dsp:sp>
    <dsp:sp modelId="{C9422C4E-2B02-4D33-A16B-EF7B187ECAB7}">
      <dsp:nvSpPr>
        <dsp:cNvPr id="0" name=""/>
        <dsp:cNvSpPr/>
      </dsp:nvSpPr>
      <dsp:spPr>
        <a:xfrm>
          <a:off x="25236" y="965506"/>
          <a:ext cx="1148861" cy="611910"/>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Software quality attributes</a:t>
          </a:r>
          <a:endParaRPr lang="en-US" sz="1200" kern="1200" dirty="0"/>
        </a:p>
      </dsp:txBody>
      <dsp:txXfrm>
        <a:off x="25236" y="965506"/>
        <a:ext cx="1148861" cy="611910"/>
      </dsp:txXfrm>
    </dsp:sp>
    <dsp:sp modelId="{ED8B7DF3-7C68-4E1C-A743-283531BE19BD}">
      <dsp:nvSpPr>
        <dsp:cNvPr id="0" name=""/>
        <dsp:cNvSpPr/>
      </dsp:nvSpPr>
      <dsp:spPr>
        <a:xfrm>
          <a:off x="292273" y="1683192"/>
          <a:ext cx="1123687" cy="228750"/>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External quality</a:t>
          </a:r>
          <a:endParaRPr lang="en-US" sz="1200" kern="1200" dirty="0"/>
        </a:p>
      </dsp:txBody>
      <dsp:txXfrm>
        <a:off x="292273" y="1683192"/>
        <a:ext cx="1123687" cy="228750"/>
      </dsp:txXfrm>
    </dsp:sp>
    <dsp:sp modelId="{E037BA20-CE03-4AC9-B936-025A19D0DCA8}">
      <dsp:nvSpPr>
        <dsp:cNvPr id="0" name=""/>
        <dsp:cNvSpPr/>
      </dsp:nvSpPr>
      <dsp:spPr>
        <a:xfrm>
          <a:off x="292273" y="2017718"/>
          <a:ext cx="1123687" cy="228750"/>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Internal quality</a:t>
          </a:r>
          <a:endParaRPr lang="en-US" sz="1200" kern="1200" dirty="0"/>
        </a:p>
      </dsp:txBody>
      <dsp:txXfrm>
        <a:off x="292273" y="2017718"/>
        <a:ext cx="1123687" cy="228750"/>
      </dsp:txXfrm>
    </dsp:sp>
    <dsp:sp modelId="{02B28F85-DE51-42FF-859E-1DD3A478F426}">
      <dsp:nvSpPr>
        <dsp:cNvPr id="0" name=""/>
        <dsp:cNvSpPr/>
      </dsp:nvSpPr>
      <dsp:spPr>
        <a:xfrm>
          <a:off x="1279873" y="965506"/>
          <a:ext cx="1148861" cy="611910"/>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External quality attributes</a:t>
          </a:r>
          <a:endParaRPr lang="en-US" sz="1200" kern="1200" dirty="0"/>
        </a:p>
      </dsp:txBody>
      <dsp:txXfrm>
        <a:off x="1279873" y="965506"/>
        <a:ext cx="1148861" cy="611910"/>
      </dsp:txXfrm>
    </dsp:sp>
    <dsp:sp modelId="{9449DAAE-E410-44C5-A07D-A0445C0B7E6B}">
      <dsp:nvSpPr>
        <dsp:cNvPr id="0" name=""/>
        <dsp:cNvSpPr/>
      </dsp:nvSpPr>
      <dsp:spPr>
        <a:xfrm>
          <a:off x="1546910" y="1683192"/>
          <a:ext cx="1123687" cy="228750"/>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Availability,</a:t>
          </a:r>
          <a:endParaRPr lang="en-US" sz="1200" kern="1200" dirty="0"/>
        </a:p>
      </dsp:txBody>
      <dsp:txXfrm>
        <a:off x="1546910" y="1683192"/>
        <a:ext cx="1123687" cy="228750"/>
      </dsp:txXfrm>
    </dsp:sp>
    <dsp:sp modelId="{B4DA07B5-29B3-4442-A69E-055EEC652BE8}">
      <dsp:nvSpPr>
        <dsp:cNvPr id="0" name=""/>
        <dsp:cNvSpPr/>
      </dsp:nvSpPr>
      <dsp:spPr>
        <a:xfrm>
          <a:off x="1546910" y="2017718"/>
          <a:ext cx="1123687" cy="228750"/>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err="1" smtClean="0"/>
            <a:t>Installability</a:t>
          </a:r>
          <a:endParaRPr lang="en-US" sz="1200" kern="1200" dirty="0"/>
        </a:p>
      </dsp:txBody>
      <dsp:txXfrm>
        <a:off x="1546910" y="2017718"/>
        <a:ext cx="1123687" cy="228750"/>
      </dsp:txXfrm>
    </dsp:sp>
    <dsp:sp modelId="{362DD6BD-9262-4B2C-9DDE-4D5BEA07F5EE}">
      <dsp:nvSpPr>
        <dsp:cNvPr id="0" name=""/>
        <dsp:cNvSpPr/>
      </dsp:nvSpPr>
      <dsp:spPr>
        <a:xfrm>
          <a:off x="1546910" y="2352244"/>
          <a:ext cx="1123687" cy="228750"/>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Integrity</a:t>
          </a:r>
          <a:endParaRPr lang="en-US" sz="1200" kern="1200" dirty="0"/>
        </a:p>
      </dsp:txBody>
      <dsp:txXfrm>
        <a:off x="1546910" y="2352244"/>
        <a:ext cx="1123687" cy="228750"/>
      </dsp:txXfrm>
    </dsp:sp>
    <dsp:sp modelId="{DA48BB98-7FEE-4C56-907D-898F64208C8F}">
      <dsp:nvSpPr>
        <dsp:cNvPr id="0" name=""/>
        <dsp:cNvSpPr/>
      </dsp:nvSpPr>
      <dsp:spPr>
        <a:xfrm>
          <a:off x="1546910" y="2686769"/>
          <a:ext cx="1123687" cy="228750"/>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Interoperability</a:t>
          </a:r>
          <a:endParaRPr lang="en-US" sz="1200" kern="1200" dirty="0"/>
        </a:p>
      </dsp:txBody>
      <dsp:txXfrm>
        <a:off x="1546910" y="2686769"/>
        <a:ext cx="1123687" cy="228750"/>
      </dsp:txXfrm>
    </dsp:sp>
    <dsp:sp modelId="{BFC02DAA-2A89-47DA-8ED1-F88D5D0D7A1F}">
      <dsp:nvSpPr>
        <dsp:cNvPr id="0" name=""/>
        <dsp:cNvSpPr/>
      </dsp:nvSpPr>
      <dsp:spPr>
        <a:xfrm>
          <a:off x="1546910" y="3021295"/>
          <a:ext cx="1123687" cy="228750"/>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Performance</a:t>
          </a:r>
          <a:endParaRPr lang="en-US" sz="1200" kern="1200" dirty="0"/>
        </a:p>
      </dsp:txBody>
      <dsp:txXfrm>
        <a:off x="1546910" y="3021295"/>
        <a:ext cx="1123687" cy="228750"/>
      </dsp:txXfrm>
    </dsp:sp>
    <dsp:sp modelId="{47E4C2A9-BBCB-41A8-A3D8-BFC2DBE12EB9}">
      <dsp:nvSpPr>
        <dsp:cNvPr id="0" name=""/>
        <dsp:cNvSpPr/>
      </dsp:nvSpPr>
      <dsp:spPr>
        <a:xfrm>
          <a:off x="1546910" y="3355821"/>
          <a:ext cx="1123687" cy="228750"/>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Reliability</a:t>
          </a:r>
          <a:endParaRPr lang="en-US" sz="1200" kern="1200" dirty="0"/>
        </a:p>
      </dsp:txBody>
      <dsp:txXfrm>
        <a:off x="1546910" y="3355821"/>
        <a:ext cx="1123687" cy="228750"/>
      </dsp:txXfrm>
    </dsp:sp>
    <dsp:sp modelId="{3E8135BF-BCBB-4B5E-A1CB-264C7E2C884F}">
      <dsp:nvSpPr>
        <dsp:cNvPr id="0" name=""/>
        <dsp:cNvSpPr/>
      </dsp:nvSpPr>
      <dsp:spPr>
        <a:xfrm>
          <a:off x="1546910" y="3690347"/>
          <a:ext cx="1123687" cy="228750"/>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Robustness</a:t>
          </a:r>
          <a:endParaRPr lang="en-US" sz="1200" kern="1200" dirty="0"/>
        </a:p>
      </dsp:txBody>
      <dsp:txXfrm>
        <a:off x="1546910" y="3690347"/>
        <a:ext cx="1123687" cy="228750"/>
      </dsp:txXfrm>
    </dsp:sp>
    <dsp:sp modelId="{469CAF21-1513-4CB4-A436-10802A52549F}">
      <dsp:nvSpPr>
        <dsp:cNvPr id="0" name=""/>
        <dsp:cNvSpPr/>
      </dsp:nvSpPr>
      <dsp:spPr>
        <a:xfrm>
          <a:off x="1546910" y="4024873"/>
          <a:ext cx="1123687" cy="228750"/>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Safety</a:t>
          </a:r>
          <a:endParaRPr lang="en-US" sz="1200" kern="1200" dirty="0"/>
        </a:p>
      </dsp:txBody>
      <dsp:txXfrm>
        <a:off x="1546910" y="4024873"/>
        <a:ext cx="1123687" cy="228750"/>
      </dsp:txXfrm>
    </dsp:sp>
    <dsp:sp modelId="{414E760F-358A-4836-9407-B480384FE32D}">
      <dsp:nvSpPr>
        <dsp:cNvPr id="0" name=""/>
        <dsp:cNvSpPr/>
      </dsp:nvSpPr>
      <dsp:spPr>
        <a:xfrm>
          <a:off x="1546910" y="4359399"/>
          <a:ext cx="1123687" cy="228750"/>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Security</a:t>
          </a:r>
          <a:endParaRPr lang="en-US" sz="1200" kern="1200" dirty="0"/>
        </a:p>
      </dsp:txBody>
      <dsp:txXfrm>
        <a:off x="1546910" y="4359399"/>
        <a:ext cx="1123687" cy="228750"/>
      </dsp:txXfrm>
    </dsp:sp>
    <dsp:sp modelId="{C2D84C4F-B27B-4866-8972-B783A0942361}">
      <dsp:nvSpPr>
        <dsp:cNvPr id="0" name=""/>
        <dsp:cNvSpPr/>
      </dsp:nvSpPr>
      <dsp:spPr>
        <a:xfrm>
          <a:off x="1546910" y="4693924"/>
          <a:ext cx="1123687" cy="228750"/>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smtClean="0"/>
            <a:t>Usability</a:t>
          </a:r>
          <a:endParaRPr lang="en-US" sz="1200" kern="1200" dirty="0"/>
        </a:p>
      </dsp:txBody>
      <dsp:txXfrm>
        <a:off x="1546910" y="4693924"/>
        <a:ext cx="1123687" cy="228750"/>
      </dsp:txXfrm>
    </dsp:sp>
    <dsp:sp modelId="{03758FE5-334A-46EC-AD76-4289659832B6}">
      <dsp:nvSpPr>
        <dsp:cNvPr id="0" name=""/>
        <dsp:cNvSpPr/>
      </dsp:nvSpPr>
      <dsp:spPr>
        <a:xfrm>
          <a:off x="2534510" y="965506"/>
          <a:ext cx="1148861" cy="611910"/>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Internal quality attributes</a:t>
          </a:r>
          <a:endParaRPr lang="en-US" sz="1200" kern="1200" dirty="0"/>
        </a:p>
      </dsp:txBody>
      <dsp:txXfrm>
        <a:off x="2534510" y="965506"/>
        <a:ext cx="1148861" cy="611910"/>
      </dsp:txXfrm>
    </dsp:sp>
    <dsp:sp modelId="{AF41A196-D073-444E-BDCD-FC763BCB5F43}">
      <dsp:nvSpPr>
        <dsp:cNvPr id="0" name=""/>
        <dsp:cNvSpPr/>
      </dsp:nvSpPr>
      <dsp:spPr>
        <a:xfrm>
          <a:off x="2801547" y="1683192"/>
          <a:ext cx="1123687" cy="228750"/>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Efficiency</a:t>
          </a:r>
          <a:endParaRPr lang="en-US" sz="1200" kern="1200" dirty="0"/>
        </a:p>
      </dsp:txBody>
      <dsp:txXfrm>
        <a:off x="2801547" y="1683192"/>
        <a:ext cx="1123687" cy="228750"/>
      </dsp:txXfrm>
    </dsp:sp>
    <dsp:sp modelId="{1531043F-8795-4B21-8088-A15A99966869}">
      <dsp:nvSpPr>
        <dsp:cNvPr id="0" name=""/>
        <dsp:cNvSpPr/>
      </dsp:nvSpPr>
      <dsp:spPr>
        <a:xfrm>
          <a:off x="2801547" y="2017718"/>
          <a:ext cx="1123687" cy="228750"/>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Modifiability</a:t>
          </a:r>
          <a:endParaRPr lang="en-US" sz="1200" kern="1200" dirty="0"/>
        </a:p>
      </dsp:txBody>
      <dsp:txXfrm>
        <a:off x="2801547" y="2017718"/>
        <a:ext cx="1123687" cy="228750"/>
      </dsp:txXfrm>
    </dsp:sp>
    <dsp:sp modelId="{B035253A-EFC7-48C1-B143-E9695D438A7C}">
      <dsp:nvSpPr>
        <dsp:cNvPr id="0" name=""/>
        <dsp:cNvSpPr/>
      </dsp:nvSpPr>
      <dsp:spPr>
        <a:xfrm>
          <a:off x="2801547" y="2352244"/>
          <a:ext cx="1123687" cy="228750"/>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Portability</a:t>
          </a:r>
          <a:endParaRPr lang="en-US" sz="1200" kern="1200" dirty="0"/>
        </a:p>
      </dsp:txBody>
      <dsp:txXfrm>
        <a:off x="2801547" y="2352244"/>
        <a:ext cx="1123687" cy="228750"/>
      </dsp:txXfrm>
    </dsp:sp>
    <dsp:sp modelId="{1782EC50-1D2D-4E22-878C-87859919B902}">
      <dsp:nvSpPr>
        <dsp:cNvPr id="0" name=""/>
        <dsp:cNvSpPr/>
      </dsp:nvSpPr>
      <dsp:spPr>
        <a:xfrm>
          <a:off x="2801547" y="2686769"/>
          <a:ext cx="1123687" cy="228750"/>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Reusability</a:t>
          </a:r>
          <a:endParaRPr lang="en-US" sz="1200" kern="1200" dirty="0"/>
        </a:p>
      </dsp:txBody>
      <dsp:txXfrm>
        <a:off x="2801547" y="2686769"/>
        <a:ext cx="1123687" cy="228750"/>
      </dsp:txXfrm>
    </dsp:sp>
    <dsp:sp modelId="{738AF0CD-F409-4DFF-AC88-70D63900B563}">
      <dsp:nvSpPr>
        <dsp:cNvPr id="0" name=""/>
        <dsp:cNvSpPr/>
      </dsp:nvSpPr>
      <dsp:spPr>
        <a:xfrm>
          <a:off x="2801547" y="3021295"/>
          <a:ext cx="1123687" cy="228750"/>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Scalability</a:t>
          </a:r>
          <a:endParaRPr lang="en-US" sz="1200" kern="1200" dirty="0"/>
        </a:p>
      </dsp:txBody>
      <dsp:txXfrm>
        <a:off x="2801547" y="3021295"/>
        <a:ext cx="1123687" cy="228750"/>
      </dsp:txXfrm>
    </dsp:sp>
    <dsp:sp modelId="{33DA69DD-CC29-4B80-B4C4-74D75AC13654}">
      <dsp:nvSpPr>
        <dsp:cNvPr id="0" name=""/>
        <dsp:cNvSpPr/>
      </dsp:nvSpPr>
      <dsp:spPr>
        <a:xfrm>
          <a:off x="2801547" y="3355821"/>
          <a:ext cx="1123687" cy="228750"/>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smtClean="0"/>
            <a:t>Verifiability</a:t>
          </a:r>
          <a:endParaRPr lang="en-US" sz="1200" kern="1200" dirty="0"/>
        </a:p>
      </dsp:txBody>
      <dsp:txXfrm>
        <a:off x="2801547" y="3355821"/>
        <a:ext cx="1123687" cy="228750"/>
      </dsp:txXfrm>
    </dsp:sp>
    <dsp:sp modelId="{E2CE8193-46AF-44C0-B4A1-4402C2A6388E}">
      <dsp:nvSpPr>
        <dsp:cNvPr id="0" name=""/>
        <dsp:cNvSpPr/>
      </dsp:nvSpPr>
      <dsp:spPr>
        <a:xfrm>
          <a:off x="3789146" y="965506"/>
          <a:ext cx="1148861" cy="611910"/>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Quality Req. with </a:t>
          </a:r>
          <a:r>
            <a:rPr lang="en-US" sz="1200" kern="1200" dirty="0" err="1" smtClean="0"/>
            <a:t>Planguage</a:t>
          </a:r>
          <a:endParaRPr lang="en-US" sz="1200" kern="1200" dirty="0"/>
        </a:p>
      </dsp:txBody>
      <dsp:txXfrm>
        <a:off x="3789146" y="965506"/>
        <a:ext cx="1148861" cy="611910"/>
      </dsp:txXfrm>
    </dsp:sp>
    <dsp:sp modelId="{9BB5FF79-6973-4054-99B9-A54F1965A453}">
      <dsp:nvSpPr>
        <dsp:cNvPr id="0" name=""/>
        <dsp:cNvSpPr/>
      </dsp:nvSpPr>
      <dsp:spPr>
        <a:xfrm>
          <a:off x="4056184" y="1683192"/>
          <a:ext cx="1123687" cy="228750"/>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Tag</a:t>
          </a:r>
          <a:endParaRPr lang="en-US" sz="1200" kern="1200" dirty="0"/>
        </a:p>
      </dsp:txBody>
      <dsp:txXfrm>
        <a:off x="4056184" y="1683192"/>
        <a:ext cx="1123687" cy="228750"/>
      </dsp:txXfrm>
    </dsp:sp>
    <dsp:sp modelId="{9AE0E3D3-1E07-408B-94AE-583CE6DC67CB}">
      <dsp:nvSpPr>
        <dsp:cNvPr id="0" name=""/>
        <dsp:cNvSpPr/>
      </dsp:nvSpPr>
      <dsp:spPr>
        <a:xfrm>
          <a:off x="4056184" y="2017718"/>
          <a:ext cx="1123687" cy="228750"/>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Ambition</a:t>
          </a:r>
          <a:endParaRPr lang="en-US" sz="1200" kern="1200" dirty="0"/>
        </a:p>
      </dsp:txBody>
      <dsp:txXfrm>
        <a:off x="4056184" y="2017718"/>
        <a:ext cx="1123687" cy="228750"/>
      </dsp:txXfrm>
    </dsp:sp>
    <dsp:sp modelId="{AC410092-A890-4B5B-B5CF-25F1B643F136}">
      <dsp:nvSpPr>
        <dsp:cNvPr id="0" name=""/>
        <dsp:cNvSpPr/>
      </dsp:nvSpPr>
      <dsp:spPr>
        <a:xfrm>
          <a:off x="4056184" y="2352244"/>
          <a:ext cx="1123687" cy="228750"/>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Scale</a:t>
          </a:r>
          <a:endParaRPr lang="en-US" sz="1200" kern="1200" dirty="0"/>
        </a:p>
      </dsp:txBody>
      <dsp:txXfrm>
        <a:off x="4056184" y="2352244"/>
        <a:ext cx="1123687" cy="228750"/>
      </dsp:txXfrm>
    </dsp:sp>
    <dsp:sp modelId="{7BC1F158-3DCC-484F-A5A4-F28E158B4874}">
      <dsp:nvSpPr>
        <dsp:cNvPr id="0" name=""/>
        <dsp:cNvSpPr/>
      </dsp:nvSpPr>
      <dsp:spPr>
        <a:xfrm>
          <a:off x="4056184" y="2686769"/>
          <a:ext cx="1123687" cy="228750"/>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Meter</a:t>
          </a:r>
          <a:endParaRPr lang="en-US" sz="1200" kern="1200" dirty="0"/>
        </a:p>
      </dsp:txBody>
      <dsp:txXfrm>
        <a:off x="4056184" y="2686769"/>
        <a:ext cx="1123687" cy="228750"/>
      </dsp:txXfrm>
    </dsp:sp>
    <dsp:sp modelId="{43521752-1B05-4642-9125-29CA0188D0F0}">
      <dsp:nvSpPr>
        <dsp:cNvPr id="0" name=""/>
        <dsp:cNvSpPr/>
      </dsp:nvSpPr>
      <dsp:spPr>
        <a:xfrm>
          <a:off x="4056184" y="3021295"/>
          <a:ext cx="1123687" cy="228750"/>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Goal</a:t>
          </a:r>
          <a:endParaRPr lang="en-US" sz="1200" kern="1200" dirty="0"/>
        </a:p>
      </dsp:txBody>
      <dsp:txXfrm>
        <a:off x="4056184" y="3021295"/>
        <a:ext cx="1123687" cy="228750"/>
      </dsp:txXfrm>
    </dsp:sp>
    <dsp:sp modelId="{65A7C63C-33D9-4ED2-BD62-6ADB507AA2A0}">
      <dsp:nvSpPr>
        <dsp:cNvPr id="0" name=""/>
        <dsp:cNvSpPr/>
      </dsp:nvSpPr>
      <dsp:spPr>
        <a:xfrm>
          <a:off x="4056184" y="3355821"/>
          <a:ext cx="1123687" cy="228750"/>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err="1" smtClean="0"/>
            <a:t>Tretch</a:t>
          </a:r>
          <a:endParaRPr lang="en-US" sz="1200" kern="1200" dirty="0"/>
        </a:p>
      </dsp:txBody>
      <dsp:txXfrm>
        <a:off x="4056184" y="3355821"/>
        <a:ext cx="1123687" cy="228750"/>
      </dsp:txXfrm>
    </dsp:sp>
    <dsp:sp modelId="{445A7C02-F9A8-4E8A-B43C-D8D42A091E94}">
      <dsp:nvSpPr>
        <dsp:cNvPr id="0" name=""/>
        <dsp:cNvSpPr/>
      </dsp:nvSpPr>
      <dsp:spPr>
        <a:xfrm>
          <a:off x="4056184" y="3690347"/>
          <a:ext cx="1123687" cy="228750"/>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a:t>
          </a:r>
          <a:endParaRPr lang="en-US" sz="1200" kern="1200" dirty="0"/>
        </a:p>
      </dsp:txBody>
      <dsp:txXfrm>
        <a:off x="4056184" y="3690347"/>
        <a:ext cx="1123687" cy="228750"/>
      </dsp:txXfrm>
    </dsp:sp>
    <dsp:sp modelId="{A4EBA583-4AE2-47FF-BF17-80385E011765}">
      <dsp:nvSpPr>
        <dsp:cNvPr id="0" name=""/>
        <dsp:cNvSpPr/>
      </dsp:nvSpPr>
      <dsp:spPr>
        <a:xfrm>
          <a:off x="5043783" y="965506"/>
          <a:ext cx="1148861" cy="611910"/>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Quality attribute trade-offs</a:t>
          </a:r>
          <a:endParaRPr lang="en-US" sz="1200" kern="1200" dirty="0"/>
        </a:p>
      </dsp:txBody>
      <dsp:txXfrm>
        <a:off x="5043783" y="965506"/>
        <a:ext cx="1148861" cy="611910"/>
      </dsp:txXfrm>
    </dsp:sp>
    <dsp:sp modelId="{EC971F5F-7233-4EC6-BFEE-D0739E52B7EC}">
      <dsp:nvSpPr>
        <dsp:cNvPr id="0" name=""/>
        <dsp:cNvSpPr/>
      </dsp:nvSpPr>
      <dsp:spPr>
        <a:xfrm>
          <a:off x="6298420" y="965506"/>
          <a:ext cx="1148861" cy="611910"/>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smtClean="0"/>
            <a:t>Constraints</a:t>
          </a:r>
          <a:endParaRPr lang="en-US" sz="1200" kern="1200" dirty="0"/>
        </a:p>
      </dsp:txBody>
      <dsp:txXfrm>
        <a:off x="6298420" y="965506"/>
        <a:ext cx="1148861" cy="611910"/>
      </dsp:txXfrm>
    </dsp:sp>
    <dsp:sp modelId="{1FF2C928-7E62-4953-B1D7-8B0B163A6AFE}">
      <dsp:nvSpPr>
        <dsp:cNvPr id="0" name=""/>
        <dsp:cNvSpPr/>
      </dsp:nvSpPr>
      <dsp:spPr>
        <a:xfrm>
          <a:off x="7537938" y="965506"/>
          <a:ext cx="1148861" cy="611910"/>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smtClean="0"/>
            <a:t>quality attributes on agile projects</a:t>
          </a:r>
          <a:endParaRPr lang="en-US" sz="1200" kern="1200" dirty="0"/>
        </a:p>
      </dsp:txBody>
      <dsp:txXfrm>
        <a:off x="7537938" y="965506"/>
        <a:ext cx="1148861" cy="61191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8EEBE2A-9566-4236-91B6-EE1AD2EDBD86}">
      <dsp:nvSpPr>
        <dsp:cNvPr id="0" name=""/>
        <dsp:cNvSpPr/>
      </dsp:nvSpPr>
      <dsp:spPr>
        <a:xfrm>
          <a:off x="6395486" y="1406425"/>
          <a:ext cx="195830" cy="1664014"/>
        </a:xfrm>
        <a:custGeom>
          <a:avLst/>
          <a:gdLst/>
          <a:ahLst/>
          <a:cxnLst/>
          <a:rect l="0" t="0" r="0" b="0"/>
          <a:pathLst>
            <a:path>
              <a:moveTo>
                <a:pt x="0" y="0"/>
              </a:moveTo>
              <a:lnTo>
                <a:pt x="0" y="1664014"/>
              </a:lnTo>
              <a:lnTo>
                <a:pt x="195830" y="1664014"/>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D25D3D1-6D5B-4B95-A5F5-73C591C82291}">
      <dsp:nvSpPr>
        <dsp:cNvPr id="0" name=""/>
        <dsp:cNvSpPr/>
      </dsp:nvSpPr>
      <dsp:spPr>
        <a:xfrm>
          <a:off x="6395486" y="1406425"/>
          <a:ext cx="195830" cy="1014652"/>
        </a:xfrm>
        <a:custGeom>
          <a:avLst/>
          <a:gdLst/>
          <a:ahLst/>
          <a:cxnLst/>
          <a:rect l="0" t="0" r="0" b="0"/>
          <a:pathLst>
            <a:path>
              <a:moveTo>
                <a:pt x="0" y="0"/>
              </a:moveTo>
              <a:lnTo>
                <a:pt x="0" y="1014652"/>
              </a:lnTo>
              <a:lnTo>
                <a:pt x="195830" y="1014652"/>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7F04456-B99E-44B7-8382-21538AB8948B}">
      <dsp:nvSpPr>
        <dsp:cNvPr id="0" name=""/>
        <dsp:cNvSpPr/>
      </dsp:nvSpPr>
      <dsp:spPr>
        <a:xfrm>
          <a:off x="6395486" y="1406425"/>
          <a:ext cx="195830" cy="365289"/>
        </a:xfrm>
        <a:custGeom>
          <a:avLst/>
          <a:gdLst/>
          <a:ahLst/>
          <a:cxnLst/>
          <a:rect l="0" t="0" r="0" b="0"/>
          <a:pathLst>
            <a:path>
              <a:moveTo>
                <a:pt x="0" y="0"/>
              </a:moveTo>
              <a:lnTo>
                <a:pt x="0" y="365289"/>
              </a:lnTo>
              <a:lnTo>
                <a:pt x="195830" y="365289"/>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53E71C0-A296-46B8-BAB0-268BA4C59D7C}">
      <dsp:nvSpPr>
        <dsp:cNvPr id="0" name=""/>
        <dsp:cNvSpPr/>
      </dsp:nvSpPr>
      <dsp:spPr>
        <a:xfrm>
          <a:off x="4301474" y="701604"/>
          <a:ext cx="2616227" cy="247523"/>
        </a:xfrm>
        <a:custGeom>
          <a:avLst/>
          <a:gdLst/>
          <a:ahLst/>
          <a:cxnLst/>
          <a:rect l="0" t="0" r="0" b="0"/>
          <a:pathLst>
            <a:path>
              <a:moveTo>
                <a:pt x="0" y="0"/>
              </a:moveTo>
              <a:lnTo>
                <a:pt x="0" y="151490"/>
              </a:lnTo>
              <a:lnTo>
                <a:pt x="2616227" y="151490"/>
              </a:lnTo>
              <a:lnTo>
                <a:pt x="2616227" y="247523"/>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4CB3B5C-CA39-4C43-A505-7D2BC5392DCD}">
      <dsp:nvSpPr>
        <dsp:cNvPr id="0" name=""/>
        <dsp:cNvSpPr/>
      </dsp:nvSpPr>
      <dsp:spPr>
        <a:xfrm>
          <a:off x="4737783" y="1440557"/>
          <a:ext cx="191981" cy="2313377"/>
        </a:xfrm>
        <a:custGeom>
          <a:avLst/>
          <a:gdLst/>
          <a:ahLst/>
          <a:cxnLst/>
          <a:rect l="0" t="0" r="0" b="0"/>
          <a:pathLst>
            <a:path>
              <a:moveTo>
                <a:pt x="0" y="0"/>
              </a:moveTo>
              <a:lnTo>
                <a:pt x="0" y="2313377"/>
              </a:lnTo>
              <a:lnTo>
                <a:pt x="191981" y="2313377"/>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42A7032-47B0-4992-A51C-9BDAFA692CCD}">
      <dsp:nvSpPr>
        <dsp:cNvPr id="0" name=""/>
        <dsp:cNvSpPr/>
      </dsp:nvSpPr>
      <dsp:spPr>
        <a:xfrm>
          <a:off x="4737783" y="1440557"/>
          <a:ext cx="191981" cy="1664014"/>
        </a:xfrm>
        <a:custGeom>
          <a:avLst/>
          <a:gdLst/>
          <a:ahLst/>
          <a:cxnLst/>
          <a:rect l="0" t="0" r="0" b="0"/>
          <a:pathLst>
            <a:path>
              <a:moveTo>
                <a:pt x="0" y="0"/>
              </a:moveTo>
              <a:lnTo>
                <a:pt x="0" y="1664014"/>
              </a:lnTo>
              <a:lnTo>
                <a:pt x="191981" y="1664014"/>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459CCC4-62B6-4304-A245-416B7C7F84E8}">
      <dsp:nvSpPr>
        <dsp:cNvPr id="0" name=""/>
        <dsp:cNvSpPr/>
      </dsp:nvSpPr>
      <dsp:spPr>
        <a:xfrm>
          <a:off x="4737783" y="1440557"/>
          <a:ext cx="191981" cy="1014652"/>
        </a:xfrm>
        <a:custGeom>
          <a:avLst/>
          <a:gdLst/>
          <a:ahLst/>
          <a:cxnLst/>
          <a:rect l="0" t="0" r="0" b="0"/>
          <a:pathLst>
            <a:path>
              <a:moveTo>
                <a:pt x="0" y="0"/>
              </a:moveTo>
              <a:lnTo>
                <a:pt x="0" y="1014652"/>
              </a:lnTo>
              <a:lnTo>
                <a:pt x="191981" y="1014652"/>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24CB9F7-BD12-464D-9D50-35FB2F2EE2BA}">
      <dsp:nvSpPr>
        <dsp:cNvPr id="0" name=""/>
        <dsp:cNvSpPr/>
      </dsp:nvSpPr>
      <dsp:spPr>
        <a:xfrm>
          <a:off x="4737783" y="1440557"/>
          <a:ext cx="191981" cy="365289"/>
        </a:xfrm>
        <a:custGeom>
          <a:avLst/>
          <a:gdLst/>
          <a:ahLst/>
          <a:cxnLst/>
          <a:rect l="0" t="0" r="0" b="0"/>
          <a:pathLst>
            <a:path>
              <a:moveTo>
                <a:pt x="0" y="0"/>
              </a:moveTo>
              <a:lnTo>
                <a:pt x="0" y="365289"/>
              </a:lnTo>
              <a:lnTo>
                <a:pt x="191981" y="365289"/>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1173D40-128D-4048-83A1-7C68DE4B0041}">
      <dsp:nvSpPr>
        <dsp:cNvPr id="0" name=""/>
        <dsp:cNvSpPr/>
      </dsp:nvSpPr>
      <dsp:spPr>
        <a:xfrm>
          <a:off x="4301474" y="701604"/>
          <a:ext cx="1045963" cy="247523"/>
        </a:xfrm>
        <a:custGeom>
          <a:avLst/>
          <a:gdLst/>
          <a:ahLst/>
          <a:cxnLst/>
          <a:rect l="0" t="0" r="0" b="0"/>
          <a:pathLst>
            <a:path>
              <a:moveTo>
                <a:pt x="0" y="0"/>
              </a:moveTo>
              <a:lnTo>
                <a:pt x="0" y="151490"/>
              </a:lnTo>
              <a:lnTo>
                <a:pt x="1045963" y="151490"/>
              </a:lnTo>
              <a:lnTo>
                <a:pt x="1045963" y="247523"/>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D1CB3D7-3ED8-4E7D-A415-7FE8A60495E3}">
      <dsp:nvSpPr>
        <dsp:cNvPr id="0" name=""/>
        <dsp:cNvSpPr/>
      </dsp:nvSpPr>
      <dsp:spPr>
        <a:xfrm>
          <a:off x="3021582" y="1434581"/>
          <a:ext cx="191981" cy="3534211"/>
        </a:xfrm>
        <a:custGeom>
          <a:avLst/>
          <a:gdLst/>
          <a:ahLst/>
          <a:cxnLst/>
          <a:rect l="0" t="0" r="0" b="0"/>
          <a:pathLst>
            <a:path>
              <a:moveTo>
                <a:pt x="0" y="0"/>
              </a:moveTo>
              <a:lnTo>
                <a:pt x="0" y="3534211"/>
              </a:lnTo>
              <a:lnTo>
                <a:pt x="191981" y="3534211"/>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D3AFCB4-FE14-4EDA-A0F6-3A2828B10060}">
      <dsp:nvSpPr>
        <dsp:cNvPr id="0" name=""/>
        <dsp:cNvSpPr/>
      </dsp:nvSpPr>
      <dsp:spPr>
        <a:xfrm>
          <a:off x="3021582" y="1434581"/>
          <a:ext cx="191981" cy="2884848"/>
        </a:xfrm>
        <a:custGeom>
          <a:avLst/>
          <a:gdLst/>
          <a:ahLst/>
          <a:cxnLst/>
          <a:rect l="0" t="0" r="0" b="0"/>
          <a:pathLst>
            <a:path>
              <a:moveTo>
                <a:pt x="0" y="0"/>
              </a:moveTo>
              <a:lnTo>
                <a:pt x="0" y="2884848"/>
              </a:lnTo>
              <a:lnTo>
                <a:pt x="191981" y="2884848"/>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B638B4C-53A5-4D12-B60D-D4DA913A425A}">
      <dsp:nvSpPr>
        <dsp:cNvPr id="0" name=""/>
        <dsp:cNvSpPr/>
      </dsp:nvSpPr>
      <dsp:spPr>
        <a:xfrm>
          <a:off x="3021582" y="1434581"/>
          <a:ext cx="191981" cy="2235485"/>
        </a:xfrm>
        <a:custGeom>
          <a:avLst/>
          <a:gdLst/>
          <a:ahLst/>
          <a:cxnLst/>
          <a:rect l="0" t="0" r="0" b="0"/>
          <a:pathLst>
            <a:path>
              <a:moveTo>
                <a:pt x="0" y="0"/>
              </a:moveTo>
              <a:lnTo>
                <a:pt x="0" y="2235485"/>
              </a:lnTo>
              <a:lnTo>
                <a:pt x="191981" y="2235485"/>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4659DA7-BC81-4AD7-B119-499310DCB294}">
      <dsp:nvSpPr>
        <dsp:cNvPr id="0" name=""/>
        <dsp:cNvSpPr/>
      </dsp:nvSpPr>
      <dsp:spPr>
        <a:xfrm>
          <a:off x="3021582" y="1434581"/>
          <a:ext cx="191981" cy="1586123"/>
        </a:xfrm>
        <a:custGeom>
          <a:avLst/>
          <a:gdLst/>
          <a:ahLst/>
          <a:cxnLst/>
          <a:rect l="0" t="0" r="0" b="0"/>
          <a:pathLst>
            <a:path>
              <a:moveTo>
                <a:pt x="0" y="0"/>
              </a:moveTo>
              <a:lnTo>
                <a:pt x="0" y="1586123"/>
              </a:lnTo>
              <a:lnTo>
                <a:pt x="191981" y="1586123"/>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6E33A9D-9480-40FB-A4DF-EE1E2E7E401E}">
      <dsp:nvSpPr>
        <dsp:cNvPr id="0" name=""/>
        <dsp:cNvSpPr/>
      </dsp:nvSpPr>
      <dsp:spPr>
        <a:xfrm>
          <a:off x="3021582" y="1434581"/>
          <a:ext cx="191981" cy="957727"/>
        </a:xfrm>
        <a:custGeom>
          <a:avLst/>
          <a:gdLst/>
          <a:ahLst/>
          <a:cxnLst/>
          <a:rect l="0" t="0" r="0" b="0"/>
          <a:pathLst>
            <a:path>
              <a:moveTo>
                <a:pt x="0" y="0"/>
              </a:moveTo>
              <a:lnTo>
                <a:pt x="0" y="957727"/>
              </a:lnTo>
              <a:lnTo>
                <a:pt x="191981" y="957727"/>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BF33A23-B9E7-4732-917C-5D66B726362F}">
      <dsp:nvSpPr>
        <dsp:cNvPr id="0" name=""/>
        <dsp:cNvSpPr/>
      </dsp:nvSpPr>
      <dsp:spPr>
        <a:xfrm>
          <a:off x="3021582" y="1434581"/>
          <a:ext cx="191981" cy="350299"/>
        </a:xfrm>
        <a:custGeom>
          <a:avLst/>
          <a:gdLst/>
          <a:ahLst/>
          <a:cxnLst/>
          <a:rect l="0" t="0" r="0" b="0"/>
          <a:pathLst>
            <a:path>
              <a:moveTo>
                <a:pt x="0" y="0"/>
              </a:moveTo>
              <a:lnTo>
                <a:pt x="0" y="350299"/>
              </a:lnTo>
              <a:lnTo>
                <a:pt x="191981" y="350299"/>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146BAA9-2B9D-4F2A-B565-A2DCB6505964}">
      <dsp:nvSpPr>
        <dsp:cNvPr id="0" name=""/>
        <dsp:cNvSpPr/>
      </dsp:nvSpPr>
      <dsp:spPr>
        <a:xfrm>
          <a:off x="3631236" y="701604"/>
          <a:ext cx="670238" cy="241546"/>
        </a:xfrm>
        <a:custGeom>
          <a:avLst/>
          <a:gdLst/>
          <a:ahLst/>
          <a:cxnLst/>
          <a:rect l="0" t="0" r="0" b="0"/>
          <a:pathLst>
            <a:path>
              <a:moveTo>
                <a:pt x="670238" y="0"/>
              </a:moveTo>
              <a:lnTo>
                <a:pt x="670238" y="145513"/>
              </a:lnTo>
              <a:lnTo>
                <a:pt x="0" y="145513"/>
              </a:lnTo>
              <a:lnTo>
                <a:pt x="0" y="241546"/>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B4371B5-9FE0-4A41-B872-D27DD755166A}">
      <dsp:nvSpPr>
        <dsp:cNvPr id="0" name=""/>
        <dsp:cNvSpPr/>
      </dsp:nvSpPr>
      <dsp:spPr>
        <a:xfrm>
          <a:off x="1915035" y="701604"/>
          <a:ext cx="2386439" cy="241546"/>
        </a:xfrm>
        <a:custGeom>
          <a:avLst/>
          <a:gdLst/>
          <a:ahLst/>
          <a:cxnLst/>
          <a:rect l="0" t="0" r="0" b="0"/>
          <a:pathLst>
            <a:path>
              <a:moveTo>
                <a:pt x="2386439" y="0"/>
              </a:moveTo>
              <a:lnTo>
                <a:pt x="2386439" y="145513"/>
              </a:lnTo>
              <a:lnTo>
                <a:pt x="0" y="145513"/>
              </a:lnTo>
              <a:lnTo>
                <a:pt x="0" y="241546"/>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F3C8968-31FF-46A5-BCB3-A2E771257413}">
      <dsp:nvSpPr>
        <dsp:cNvPr id="0" name=""/>
        <dsp:cNvSpPr/>
      </dsp:nvSpPr>
      <dsp:spPr>
        <a:xfrm>
          <a:off x="2565806" y="0"/>
          <a:ext cx="3471337" cy="701604"/>
        </a:xfrm>
        <a:prstGeom prst="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Chapter 15 – Risk reduction through prototyping</a:t>
          </a:r>
          <a:endParaRPr lang="en-US" sz="1600" kern="1200" dirty="0"/>
        </a:p>
      </dsp:txBody>
      <dsp:txXfrm>
        <a:off x="2565806" y="0"/>
        <a:ext cx="3471337" cy="701604"/>
      </dsp:txXfrm>
    </dsp:sp>
    <dsp:sp modelId="{C9422C4E-2B02-4D33-A16B-EF7B187ECAB7}">
      <dsp:nvSpPr>
        <dsp:cNvPr id="0" name=""/>
        <dsp:cNvSpPr/>
      </dsp:nvSpPr>
      <dsp:spPr>
        <a:xfrm>
          <a:off x="1152966" y="943150"/>
          <a:ext cx="1524136" cy="491430"/>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What &amp; Why?</a:t>
          </a:r>
          <a:endParaRPr lang="en-US" sz="1200" kern="1200" dirty="0"/>
        </a:p>
      </dsp:txBody>
      <dsp:txXfrm>
        <a:off x="1152966" y="943150"/>
        <a:ext cx="1524136" cy="491430"/>
      </dsp:txXfrm>
    </dsp:sp>
    <dsp:sp modelId="{02B28F85-DE51-42FF-859E-1DD3A478F426}">
      <dsp:nvSpPr>
        <dsp:cNvPr id="0" name=""/>
        <dsp:cNvSpPr/>
      </dsp:nvSpPr>
      <dsp:spPr>
        <a:xfrm>
          <a:off x="2869168" y="943150"/>
          <a:ext cx="1524136" cy="491430"/>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Types of prototypes</a:t>
          </a:r>
          <a:endParaRPr lang="en-US" sz="1200" kern="1200" dirty="0"/>
        </a:p>
      </dsp:txBody>
      <dsp:txXfrm>
        <a:off x="2869168" y="943150"/>
        <a:ext cx="1524136" cy="491430"/>
      </dsp:txXfrm>
    </dsp:sp>
    <dsp:sp modelId="{9449DAAE-E410-44C5-A07D-A0445C0B7E6B}">
      <dsp:nvSpPr>
        <dsp:cNvPr id="0" name=""/>
        <dsp:cNvSpPr/>
      </dsp:nvSpPr>
      <dsp:spPr>
        <a:xfrm>
          <a:off x="3213563" y="1577198"/>
          <a:ext cx="878048" cy="415363"/>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Mock-up,</a:t>
          </a:r>
          <a:endParaRPr lang="en-US" sz="1200" kern="1200" dirty="0"/>
        </a:p>
      </dsp:txBody>
      <dsp:txXfrm>
        <a:off x="3213563" y="1577198"/>
        <a:ext cx="878048" cy="415363"/>
      </dsp:txXfrm>
    </dsp:sp>
    <dsp:sp modelId="{B4DA07B5-29B3-4442-A69E-055EEC652BE8}">
      <dsp:nvSpPr>
        <dsp:cNvPr id="0" name=""/>
        <dsp:cNvSpPr/>
      </dsp:nvSpPr>
      <dsp:spPr>
        <a:xfrm>
          <a:off x="3213563" y="2184627"/>
          <a:ext cx="878048" cy="415363"/>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Proof of concept</a:t>
          </a:r>
          <a:endParaRPr lang="en-US" sz="1200" kern="1200" dirty="0"/>
        </a:p>
      </dsp:txBody>
      <dsp:txXfrm>
        <a:off x="3213563" y="2184627"/>
        <a:ext cx="878048" cy="415363"/>
      </dsp:txXfrm>
    </dsp:sp>
    <dsp:sp modelId="{256AF9DD-6748-4D88-A3F9-C1BEAA44B2B7}">
      <dsp:nvSpPr>
        <dsp:cNvPr id="0" name=""/>
        <dsp:cNvSpPr/>
      </dsp:nvSpPr>
      <dsp:spPr>
        <a:xfrm>
          <a:off x="3213563" y="2792055"/>
          <a:ext cx="914595" cy="457297"/>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Throwaway</a:t>
          </a:r>
          <a:endParaRPr lang="en-US" sz="1200" kern="1200" dirty="0"/>
        </a:p>
      </dsp:txBody>
      <dsp:txXfrm>
        <a:off x="3213563" y="2792055"/>
        <a:ext cx="914595" cy="457297"/>
      </dsp:txXfrm>
    </dsp:sp>
    <dsp:sp modelId="{A6B16DE7-0EC3-4396-BFD5-DD7A7D622CAB}">
      <dsp:nvSpPr>
        <dsp:cNvPr id="0" name=""/>
        <dsp:cNvSpPr/>
      </dsp:nvSpPr>
      <dsp:spPr>
        <a:xfrm>
          <a:off x="3213563" y="3441418"/>
          <a:ext cx="914595" cy="457297"/>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Evolutionary</a:t>
          </a:r>
          <a:endParaRPr lang="en-US" sz="1200" kern="1200" dirty="0"/>
        </a:p>
      </dsp:txBody>
      <dsp:txXfrm>
        <a:off x="3213563" y="3441418"/>
        <a:ext cx="914595" cy="457297"/>
      </dsp:txXfrm>
    </dsp:sp>
    <dsp:sp modelId="{1BF91BE6-53E2-43C3-9198-6D241126B573}">
      <dsp:nvSpPr>
        <dsp:cNvPr id="0" name=""/>
        <dsp:cNvSpPr/>
      </dsp:nvSpPr>
      <dsp:spPr>
        <a:xfrm>
          <a:off x="3213563" y="4090780"/>
          <a:ext cx="914595" cy="457297"/>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Paper </a:t>
          </a:r>
          <a:endParaRPr lang="en-US" sz="1200" kern="1200" dirty="0"/>
        </a:p>
      </dsp:txBody>
      <dsp:txXfrm>
        <a:off x="3213563" y="4090780"/>
        <a:ext cx="914595" cy="457297"/>
      </dsp:txXfrm>
    </dsp:sp>
    <dsp:sp modelId="{A6130F63-8B94-4835-9CA1-204FC5D4C76D}">
      <dsp:nvSpPr>
        <dsp:cNvPr id="0" name=""/>
        <dsp:cNvSpPr/>
      </dsp:nvSpPr>
      <dsp:spPr>
        <a:xfrm>
          <a:off x="3213563" y="4740143"/>
          <a:ext cx="914595" cy="457297"/>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Electronic</a:t>
          </a:r>
          <a:endParaRPr lang="en-US" sz="1200" kern="1200" dirty="0"/>
        </a:p>
      </dsp:txBody>
      <dsp:txXfrm>
        <a:off x="3213563" y="4740143"/>
        <a:ext cx="914595" cy="457297"/>
      </dsp:txXfrm>
    </dsp:sp>
    <dsp:sp modelId="{1FF2C928-7E62-4953-B1D7-8B0B163A6AFE}">
      <dsp:nvSpPr>
        <dsp:cNvPr id="0" name=""/>
        <dsp:cNvSpPr/>
      </dsp:nvSpPr>
      <dsp:spPr>
        <a:xfrm>
          <a:off x="4585369" y="949127"/>
          <a:ext cx="1524136" cy="491430"/>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Working with prototypes</a:t>
          </a:r>
          <a:endParaRPr lang="en-US" sz="1200" kern="1200" dirty="0"/>
        </a:p>
      </dsp:txBody>
      <dsp:txXfrm>
        <a:off x="4585369" y="949127"/>
        <a:ext cx="1524136" cy="491430"/>
      </dsp:txXfrm>
    </dsp:sp>
    <dsp:sp modelId="{A09725EF-3FB3-4768-97B8-009E6D2343F4}">
      <dsp:nvSpPr>
        <dsp:cNvPr id="0" name=""/>
        <dsp:cNvSpPr/>
      </dsp:nvSpPr>
      <dsp:spPr>
        <a:xfrm>
          <a:off x="4929765" y="1577198"/>
          <a:ext cx="914595" cy="457297"/>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Use case</a:t>
          </a:r>
          <a:endParaRPr lang="en-US" sz="1200" kern="1200" dirty="0"/>
        </a:p>
      </dsp:txBody>
      <dsp:txXfrm>
        <a:off x="4929765" y="1577198"/>
        <a:ext cx="914595" cy="457297"/>
      </dsp:txXfrm>
    </dsp:sp>
    <dsp:sp modelId="{736A3B4F-561D-45EE-A5B3-1EDEA71440B6}">
      <dsp:nvSpPr>
        <dsp:cNvPr id="0" name=""/>
        <dsp:cNvSpPr/>
      </dsp:nvSpPr>
      <dsp:spPr>
        <a:xfrm>
          <a:off x="4929765" y="2226561"/>
          <a:ext cx="914595" cy="457297"/>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Dialog map</a:t>
          </a:r>
          <a:endParaRPr lang="en-US" sz="1200" kern="1200" dirty="0"/>
        </a:p>
      </dsp:txBody>
      <dsp:txXfrm>
        <a:off x="4929765" y="2226561"/>
        <a:ext cx="914595" cy="457297"/>
      </dsp:txXfrm>
    </dsp:sp>
    <dsp:sp modelId="{E8405D25-25CC-425F-BB3B-45D71B4B4888}">
      <dsp:nvSpPr>
        <dsp:cNvPr id="0" name=""/>
        <dsp:cNvSpPr/>
      </dsp:nvSpPr>
      <dsp:spPr>
        <a:xfrm>
          <a:off x="4929765" y="2875923"/>
          <a:ext cx="914595" cy="457297"/>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Prototypes</a:t>
          </a:r>
          <a:endParaRPr lang="en-US" sz="1200" kern="1200" dirty="0"/>
        </a:p>
      </dsp:txBody>
      <dsp:txXfrm>
        <a:off x="4929765" y="2875923"/>
        <a:ext cx="914595" cy="457297"/>
      </dsp:txXfrm>
    </dsp:sp>
    <dsp:sp modelId="{35C74C81-EC28-4115-AF2D-5047B0C50EF4}">
      <dsp:nvSpPr>
        <dsp:cNvPr id="0" name=""/>
        <dsp:cNvSpPr/>
      </dsp:nvSpPr>
      <dsp:spPr>
        <a:xfrm>
          <a:off x="4929765" y="3525286"/>
          <a:ext cx="914595" cy="457297"/>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User interface design</a:t>
          </a:r>
          <a:endParaRPr lang="en-US" sz="1200" kern="1200" dirty="0"/>
        </a:p>
      </dsp:txBody>
      <dsp:txXfrm>
        <a:off x="4929765" y="3525286"/>
        <a:ext cx="914595" cy="457297"/>
      </dsp:txXfrm>
    </dsp:sp>
    <dsp:sp modelId="{3FE29DE7-91AC-456D-96C3-01A8723E90DD}">
      <dsp:nvSpPr>
        <dsp:cNvPr id="0" name=""/>
        <dsp:cNvSpPr/>
      </dsp:nvSpPr>
      <dsp:spPr>
        <a:xfrm>
          <a:off x="6264932" y="949127"/>
          <a:ext cx="1305539" cy="457297"/>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Notes for prototypes</a:t>
          </a:r>
          <a:endParaRPr lang="en-US" sz="1200" kern="1200" dirty="0"/>
        </a:p>
      </dsp:txBody>
      <dsp:txXfrm>
        <a:off x="6264932" y="949127"/>
        <a:ext cx="1305539" cy="457297"/>
      </dsp:txXfrm>
    </dsp:sp>
    <dsp:sp modelId="{796C32B1-3F96-4A4C-A22F-A472B2E1782B}">
      <dsp:nvSpPr>
        <dsp:cNvPr id="0" name=""/>
        <dsp:cNvSpPr/>
      </dsp:nvSpPr>
      <dsp:spPr>
        <a:xfrm>
          <a:off x="6591317" y="1543065"/>
          <a:ext cx="914595" cy="457297"/>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Prototype evaluation</a:t>
          </a:r>
          <a:endParaRPr lang="en-US" sz="1200" kern="1200" dirty="0"/>
        </a:p>
      </dsp:txBody>
      <dsp:txXfrm>
        <a:off x="6591317" y="1543065"/>
        <a:ext cx="914595" cy="457297"/>
      </dsp:txXfrm>
    </dsp:sp>
    <dsp:sp modelId="{54C26DD9-A165-43CA-A7A5-372B768A2247}">
      <dsp:nvSpPr>
        <dsp:cNvPr id="0" name=""/>
        <dsp:cNvSpPr/>
      </dsp:nvSpPr>
      <dsp:spPr>
        <a:xfrm>
          <a:off x="6591317" y="2192428"/>
          <a:ext cx="914595" cy="457297"/>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Risks of prototyping</a:t>
          </a:r>
          <a:endParaRPr lang="en-US" sz="1200" kern="1200" dirty="0"/>
        </a:p>
      </dsp:txBody>
      <dsp:txXfrm>
        <a:off x="6591317" y="2192428"/>
        <a:ext cx="914595" cy="457297"/>
      </dsp:txXfrm>
    </dsp:sp>
    <dsp:sp modelId="{1C603766-7A77-4049-AA66-7237769060F5}">
      <dsp:nvSpPr>
        <dsp:cNvPr id="0" name=""/>
        <dsp:cNvSpPr/>
      </dsp:nvSpPr>
      <dsp:spPr>
        <a:xfrm>
          <a:off x="6591317" y="2841791"/>
          <a:ext cx="914595" cy="457297"/>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Prototype success factors</a:t>
          </a:r>
          <a:endParaRPr lang="en-US" sz="1200" kern="1200" dirty="0"/>
        </a:p>
      </dsp:txBody>
      <dsp:txXfrm>
        <a:off x="6591317" y="2841791"/>
        <a:ext cx="914595" cy="457297"/>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109C821-5DC5-420D-BBAA-F74786FF5A7D}" type="datetimeFigureOut">
              <a:rPr lang="en-US" smtClean="0"/>
              <a:t>03/04/2020</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0DED160-DD5E-431B-83B6-8152EE9FA0C7}" type="slidenum">
              <a:rPr lang="en-US" smtClean="0"/>
              <a:t>‹#›</a:t>
            </a:fld>
            <a:endParaRPr lang="en-US"/>
          </a:p>
        </p:txBody>
      </p:sp>
    </p:spTree>
    <p:extLst>
      <p:ext uri="{BB962C8B-B14F-4D97-AF65-F5344CB8AC3E}">
        <p14:creationId xmlns:p14="http://schemas.microsoft.com/office/powerpoint/2010/main" val="15830381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marL="171450" indent="-171450">
              <a:buFontTx/>
              <a:buChar char="-"/>
            </a:pPr>
            <a:endParaRPr lang="en-US" dirty="0"/>
          </a:p>
        </p:txBody>
      </p:sp>
      <p:sp>
        <p:nvSpPr>
          <p:cNvPr id="4" name="Slide Number Placeholder 3"/>
          <p:cNvSpPr>
            <a:spLocks noGrp="1"/>
          </p:cNvSpPr>
          <p:nvPr>
            <p:ph type="sldNum" sz="quarter" idx="10"/>
          </p:nvPr>
        </p:nvSpPr>
        <p:spPr/>
        <p:txBody>
          <a:bodyPr/>
          <a:lstStyle/>
          <a:p>
            <a:fld id="{D6D8E87D-860B-4D07-AA9C-845386AB8A4E}" type="slidenum">
              <a:rPr lang="en-US" smtClean="0"/>
              <a:t>2</a:t>
            </a:fld>
            <a:endParaRPr lang="en-US"/>
          </a:p>
        </p:txBody>
      </p:sp>
    </p:spTree>
    <p:extLst>
      <p:ext uri="{BB962C8B-B14F-4D97-AF65-F5344CB8AC3E}">
        <p14:creationId xmlns:p14="http://schemas.microsoft.com/office/powerpoint/2010/main" val="22168561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 The phrase IKIWISI— I’ll know it when I see it —chills the blood of business analysts.: </a:t>
            </a:r>
            <a:r>
              <a:rPr lang="en-US" dirty="0" err="1" smtClean="0"/>
              <a:t>Cụm</a:t>
            </a:r>
            <a:r>
              <a:rPr lang="en-US" dirty="0" smtClean="0"/>
              <a:t> </a:t>
            </a:r>
            <a:r>
              <a:rPr lang="en-US" dirty="0" err="1" smtClean="0"/>
              <a:t>từ</a:t>
            </a:r>
            <a:r>
              <a:rPr lang="en-US" dirty="0" smtClean="0"/>
              <a:t> IKIWISI, </a:t>
            </a:r>
            <a:r>
              <a:rPr lang="en-US" dirty="0" err="1" smtClean="0"/>
              <a:t>tôi</a:t>
            </a:r>
            <a:r>
              <a:rPr lang="en-US" dirty="0" smtClean="0"/>
              <a:t> </a:t>
            </a:r>
            <a:r>
              <a:rPr lang="en-US" dirty="0" err="1" smtClean="0"/>
              <a:t>sẽ</a:t>
            </a:r>
            <a:r>
              <a:rPr lang="en-US" dirty="0" smtClean="0"/>
              <a:t> </a:t>
            </a:r>
            <a:r>
              <a:rPr lang="en-US" dirty="0" err="1" smtClean="0"/>
              <a:t>biết</a:t>
            </a:r>
            <a:r>
              <a:rPr lang="en-US" dirty="0" smtClean="0"/>
              <a:t> </a:t>
            </a:r>
            <a:r>
              <a:rPr lang="en-US" dirty="0" err="1" smtClean="0"/>
              <a:t>điều</a:t>
            </a:r>
            <a:r>
              <a:rPr lang="en-US" dirty="0" smtClean="0"/>
              <a:t> </a:t>
            </a:r>
            <a:r>
              <a:rPr lang="en-US" dirty="0" err="1" smtClean="0"/>
              <a:t>đó</a:t>
            </a:r>
            <a:r>
              <a:rPr lang="en-US" dirty="0" smtClean="0"/>
              <a:t> </a:t>
            </a:r>
            <a:r>
              <a:rPr lang="en-US" dirty="0" err="1" smtClean="0"/>
              <a:t>khi</a:t>
            </a:r>
            <a:r>
              <a:rPr lang="en-US" dirty="0" smtClean="0"/>
              <a:t> </a:t>
            </a:r>
            <a:r>
              <a:rPr lang="en-US" dirty="0" err="1" smtClean="0"/>
              <a:t>tôi</a:t>
            </a:r>
            <a:r>
              <a:rPr lang="en-US" dirty="0" smtClean="0"/>
              <a:t> </a:t>
            </a:r>
            <a:r>
              <a:rPr lang="en-US" dirty="0" err="1" smtClean="0"/>
              <a:t>thấy</a:t>
            </a:r>
            <a:r>
              <a:rPr lang="en-US" dirty="0" smtClean="0"/>
              <a:t> </a:t>
            </a:r>
            <a:r>
              <a:rPr lang="en-US" dirty="0" err="1" smtClean="0"/>
              <a:t>nó</a:t>
            </a:r>
            <a:r>
              <a:rPr lang="en-US" dirty="0" smtClean="0"/>
              <a:t> </a:t>
            </a:r>
            <a:r>
              <a:rPr lang="en-US" dirty="0" err="1" smtClean="0"/>
              <a:t>xuất</a:t>
            </a:r>
            <a:r>
              <a:rPr lang="en-US" dirty="0" smtClean="0"/>
              <a:t> </a:t>
            </a:r>
            <a:r>
              <a:rPr lang="en-US" dirty="0" err="1" smtClean="0"/>
              <a:t>hiện</a:t>
            </a:r>
            <a:r>
              <a:rPr lang="en-US" dirty="0" smtClean="0"/>
              <a:t> </a:t>
            </a:r>
            <a:r>
              <a:rPr lang="en-US" dirty="0" err="1" smtClean="0"/>
              <a:t>trong</a:t>
            </a:r>
            <a:r>
              <a:rPr lang="en-US" dirty="0" smtClean="0"/>
              <a:t> </a:t>
            </a:r>
            <a:r>
              <a:rPr lang="en-US" dirty="0" err="1" smtClean="0"/>
              <a:t>máu</a:t>
            </a:r>
            <a:r>
              <a:rPr lang="en-US" dirty="0" smtClean="0"/>
              <a:t> </a:t>
            </a:r>
            <a:r>
              <a:rPr lang="en-US" dirty="0" err="1" smtClean="0"/>
              <a:t>của</a:t>
            </a:r>
            <a:r>
              <a:rPr lang="en-US" dirty="0" smtClean="0"/>
              <a:t> </a:t>
            </a:r>
            <a:r>
              <a:rPr lang="en-US" dirty="0" err="1" smtClean="0"/>
              <a:t>các</a:t>
            </a:r>
            <a:r>
              <a:rPr lang="en-US" dirty="0" smtClean="0"/>
              <a:t> </a:t>
            </a:r>
            <a:r>
              <a:rPr lang="en-US" dirty="0" err="1" smtClean="0"/>
              <a:t>nhà</a:t>
            </a:r>
            <a:r>
              <a:rPr lang="en-US" dirty="0" smtClean="0"/>
              <a:t> </a:t>
            </a:r>
            <a:r>
              <a:rPr lang="en-US" dirty="0" err="1" smtClean="0"/>
              <a:t>phân</a:t>
            </a:r>
            <a:r>
              <a:rPr lang="en-US" dirty="0" smtClean="0"/>
              <a:t> </a:t>
            </a:r>
            <a:r>
              <a:rPr lang="en-US" dirty="0" err="1" smtClean="0"/>
              <a:t>tích</a:t>
            </a:r>
            <a:r>
              <a:rPr lang="en-US" dirty="0" smtClean="0"/>
              <a:t> </a:t>
            </a:r>
            <a:r>
              <a:rPr lang="en-US" dirty="0" err="1" smtClean="0"/>
              <a:t>kinh</a:t>
            </a:r>
            <a:r>
              <a:rPr lang="en-US" dirty="0" smtClean="0"/>
              <a:t> </a:t>
            </a:r>
            <a:r>
              <a:rPr lang="en-US" dirty="0" err="1" smtClean="0"/>
              <a:t>doanh</a:t>
            </a:r>
            <a:r>
              <a:rPr lang="en-US" dirty="0" smtClean="0"/>
              <a:t>.</a:t>
            </a:r>
            <a:endParaRPr lang="en-US" dirty="0"/>
          </a:p>
        </p:txBody>
      </p:sp>
      <p:sp>
        <p:nvSpPr>
          <p:cNvPr id="4" name="Slide Number Placeholder 3"/>
          <p:cNvSpPr>
            <a:spLocks noGrp="1"/>
          </p:cNvSpPr>
          <p:nvPr>
            <p:ph type="sldNum" sz="quarter" idx="10"/>
          </p:nvPr>
        </p:nvSpPr>
        <p:spPr/>
        <p:txBody>
          <a:bodyPr/>
          <a:lstStyle/>
          <a:p>
            <a:fld id="{50DED160-DD5E-431B-83B6-8152EE9FA0C7}" type="slidenum">
              <a:rPr lang="en-US" smtClean="0"/>
              <a:t>5</a:t>
            </a:fld>
            <a:endParaRPr lang="en-US"/>
          </a:p>
        </p:txBody>
      </p:sp>
    </p:spTree>
    <p:extLst>
      <p:ext uri="{BB962C8B-B14F-4D97-AF65-F5344CB8AC3E}">
        <p14:creationId xmlns:p14="http://schemas.microsoft.com/office/powerpoint/2010/main" val="39227926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 The phrase IKIWISI— I’ll know it when I see it —chills the blood of business analysts.: </a:t>
            </a:r>
            <a:r>
              <a:rPr lang="en-US" dirty="0" err="1" smtClean="0"/>
              <a:t>Cụm</a:t>
            </a:r>
            <a:r>
              <a:rPr lang="en-US" dirty="0" smtClean="0"/>
              <a:t> </a:t>
            </a:r>
            <a:r>
              <a:rPr lang="en-US" dirty="0" err="1" smtClean="0"/>
              <a:t>từ</a:t>
            </a:r>
            <a:r>
              <a:rPr lang="en-US" dirty="0" smtClean="0"/>
              <a:t> IKIWISI, </a:t>
            </a:r>
            <a:r>
              <a:rPr lang="en-US" dirty="0" err="1" smtClean="0"/>
              <a:t>tôi</a:t>
            </a:r>
            <a:r>
              <a:rPr lang="en-US" dirty="0" smtClean="0"/>
              <a:t> </a:t>
            </a:r>
            <a:r>
              <a:rPr lang="en-US" dirty="0" err="1" smtClean="0"/>
              <a:t>sẽ</a:t>
            </a:r>
            <a:r>
              <a:rPr lang="en-US" dirty="0" smtClean="0"/>
              <a:t> </a:t>
            </a:r>
            <a:r>
              <a:rPr lang="en-US" dirty="0" err="1" smtClean="0"/>
              <a:t>biết</a:t>
            </a:r>
            <a:r>
              <a:rPr lang="en-US" dirty="0" smtClean="0"/>
              <a:t> </a:t>
            </a:r>
            <a:r>
              <a:rPr lang="en-US" dirty="0" err="1" smtClean="0"/>
              <a:t>điều</a:t>
            </a:r>
            <a:r>
              <a:rPr lang="en-US" dirty="0" smtClean="0"/>
              <a:t> </a:t>
            </a:r>
            <a:r>
              <a:rPr lang="en-US" dirty="0" err="1" smtClean="0"/>
              <a:t>đó</a:t>
            </a:r>
            <a:r>
              <a:rPr lang="en-US" dirty="0" smtClean="0"/>
              <a:t> </a:t>
            </a:r>
            <a:r>
              <a:rPr lang="en-US" dirty="0" err="1" smtClean="0"/>
              <a:t>khi</a:t>
            </a:r>
            <a:r>
              <a:rPr lang="en-US" dirty="0" smtClean="0"/>
              <a:t> </a:t>
            </a:r>
            <a:r>
              <a:rPr lang="en-US" dirty="0" err="1" smtClean="0"/>
              <a:t>tôi</a:t>
            </a:r>
            <a:r>
              <a:rPr lang="en-US" dirty="0" smtClean="0"/>
              <a:t> </a:t>
            </a:r>
            <a:r>
              <a:rPr lang="en-US" dirty="0" err="1" smtClean="0"/>
              <a:t>thấy</a:t>
            </a:r>
            <a:r>
              <a:rPr lang="en-US" dirty="0" smtClean="0"/>
              <a:t> </a:t>
            </a:r>
            <a:r>
              <a:rPr lang="en-US" dirty="0" err="1" smtClean="0"/>
              <a:t>nó</a:t>
            </a:r>
            <a:r>
              <a:rPr lang="en-US" dirty="0" smtClean="0"/>
              <a:t> </a:t>
            </a:r>
            <a:r>
              <a:rPr lang="en-US" dirty="0" err="1" smtClean="0"/>
              <a:t>xuất</a:t>
            </a:r>
            <a:r>
              <a:rPr lang="en-US" dirty="0" smtClean="0"/>
              <a:t> </a:t>
            </a:r>
            <a:r>
              <a:rPr lang="en-US" dirty="0" err="1" smtClean="0"/>
              <a:t>hiện</a:t>
            </a:r>
            <a:r>
              <a:rPr lang="en-US" dirty="0" smtClean="0"/>
              <a:t> </a:t>
            </a:r>
            <a:r>
              <a:rPr lang="en-US" dirty="0" err="1" smtClean="0"/>
              <a:t>trong</a:t>
            </a:r>
            <a:r>
              <a:rPr lang="en-US" dirty="0" smtClean="0"/>
              <a:t> </a:t>
            </a:r>
            <a:r>
              <a:rPr lang="en-US" dirty="0" err="1" smtClean="0"/>
              <a:t>máu</a:t>
            </a:r>
            <a:r>
              <a:rPr lang="en-US" dirty="0" smtClean="0"/>
              <a:t> </a:t>
            </a:r>
            <a:r>
              <a:rPr lang="en-US" dirty="0" err="1" smtClean="0"/>
              <a:t>của</a:t>
            </a:r>
            <a:r>
              <a:rPr lang="en-US" dirty="0" smtClean="0"/>
              <a:t> </a:t>
            </a:r>
            <a:r>
              <a:rPr lang="en-US" dirty="0" err="1" smtClean="0"/>
              <a:t>các</a:t>
            </a:r>
            <a:r>
              <a:rPr lang="en-US" dirty="0" smtClean="0"/>
              <a:t> </a:t>
            </a:r>
            <a:r>
              <a:rPr lang="en-US" dirty="0" err="1" smtClean="0"/>
              <a:t>nhà</a:t>
            </a:r>
            <a:r>
              <a:rPr lang="en-US" dirty="0" smtClean="0"/>
              <a:t> </a:t>
            </a:r>
            <a:r>
              <a:rPr lang="en-US" dirty="0" err="1" smtClean="0"/>
              <a:t>phân</a:t>
            </a:r>
            <a:r>
              <a:rPr lang="en-US" dirty="0" smtClean="0"/>
              <a:t> </a:t>
            </a:r>
            <a:r>
              <a:rPr lang="en-US" dirty="0" err="1" smtClean="0"/>
              <a:t>tích</a:t>
            </a:r>
            <a:r>
              <a:rPr lang="en-US" dirty="0" smtClean="0"/>
              <a:t> </a:t>
            </a:r>
            <a:r>
              <a:rPr lang="en-US" dirty="0" err="1" smtClean="0"/>
              <a:t>kinh</a:t>
            </a:r>
            <a:r>
              <a:rPr lang="en-US" dirty="0" smtClean="0"/>
              <a:t> </a:t>
            </a:r>
            <a:r>
              <a:rPr lang="en-US" dirty="0" err="1" smtClean="0"/>
              <a:t>doanh</a:t>
            </a:r>
            <a:r>
              <a:rPr lang="en-US" dirty="0" smtClean="0"/>
              <a:t>.</a:t>
            </a:r>
            <a:endParaRPr lang="en-US" dirty="0"/>
          </a:p>
        </p:txBody>
      </p:sp>
      <p:sp>
        <p:nvSpPr>
          <p:cNvPr id="4" name="Slide Number Placeholder 3"/>
          <p:cNvSpPr>
            <a:spLocks noGrp="1"/>
          </p:cNvSpPr>
          <p:nvPr>
            <p:ph type="sldNum" sz="quarter" idx="10"/>
          </p:nvPr>
        </p:nvSpPr>
        <p:spPr/>
        <p:txBody>
          <a:bodyPr/>
          <a:lstStyle/>
          <a:p>
            <a:fld id="{50DED160-DD5E-431B-83B6-8152EE9FA0C7}" type="slidenum">
              <a:rPr lang="en-US" smtClean="0"/>
              <a:t>6</a:t>
            </a:fld>
            <a:endParaRPr lang="en-US"/>
          </a:p>
        </p:txBody>
      </p:sp>
    </p:spTree>
    <p:extLst>
      <p:ext uri="{BB962C8B-B14F-4D97-AF65-F5344CB8AC3E}">
        <p14:creationId xmlns:p14="http://schemas.microsoft.com/office/powerpoint/2010/main" val="10759244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0DED160-DD5E-431B-83B6-8152EE9FA0C7}" type="slidenum">
              <a:rPr lang="en-US" smtClean="0"/>
              <a:t>12</a:t>
            </a:fld>
            <a:endParaRPr lang="en-US"/>
          </a:p>
        </p:txBody>
      </p:sp>
    </p:spTree>
    <p:extLst>
      <p:ext uri="{BB962C8B-B14F-4D97-AF65-F5344CB8AC3E}">
        <p14:creationId xmlns:p14="http://schemas.microsoft.com/office/powerpoint/2010/main" val="23907849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marL="171450" indent="-171450">
              <a:buFontTx/>
              <a:buChar char="-"/>
            </a:pPr>
            <a:endParaRPr lang="en-US" dirty="0"/>
          </a:p>
        </p:txBody>
      </p:sp>
      <p:sp>
        <p:nvSpPr>
          <p:cNvPr id="4" name="Slide Number Placeholder 3"/>
          <p:cNvSpPr>
            <a:spLocks noGrp="1"/>
          </p:cNvSpPr>
          <p:nvPr>
            <p:ph type="sldNum" sz="quarter" idx="10"/>
          </p:nvPr>
        </p:nvSpPr>
        <p:spPr/>
        <p:txBody>
          <a:bodyPr/>
          <a:lstStyle/>
          <a:p>
            <a:fld id="{D6D8E87D-860B-4D07-AA9C-845386AB8A4E}" type="slidenum">
              <a:rPr lang="en-US" smtClean="0"/>
              <a:t>18</a:t>
            </a:fld>
            <a:endParaRPr lang="en-US"/>
          </a:p>
        </p:txBody>
      </p:sp>
    </p:spTree>
    <p:extLst>
      <p:ext uri="{BB962C8B-B14F-4D97-AF65-F5344CB8AC3E}">
        <p14:creationId xmlns:p14="http://schemas.microsoft.com/office/powerpoint/2010/main" val="11903519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 pay-off (n): chi </a:t>
            </a:r>
            <a:r>
              <a:rPr lang="en-US" dirty="0" err="1" smtClean="0"/>
              <a:t>trả</a:t>
            </a:r>
            <a:endParaRPr lang="en-US" dirty="0"/>
          </a:p>
        </p:txBody>
      </p:sp>
      <p:sp>
        <p:nvSpPr>
          <p:cNvPr id="4" name="Slide Number Placeholder 3"/>
          <p:cNvSpPr>
            <a:spLocks noGrp="1"/>
          </p:cNvSpPr>
          <p:nvPr>
            <p:ph type="sldNum" sz="quarter" idx="10"/>
          </p:nvPr>
        </p:nvSpPr>
        <p:spPr/>
        <p:txBody>
          <a:bodyPr/>
          <a:lstStyle/>
          <a:p>
            <a:fld id="{EDD28F83-BFBF-48E5-9812-FA471493D536}" type="slidenum">
              <a:rPr lang="en-US" smtClean="0"/>
              <a:t>19</a:t>
            </a:fld>
            <a:endParaRPr lang="en-US"/>
          </a:p>
        </p:txBody>
      </p:sp>
    </p:spTree>
    <p:extLst>
      <p:ext uri="{BB962C8B-B14F-4D97-AF65-F5344CB8AC3E}">
        <p14:creationId xmlns:p14="http://schemas.microsoft.com/office/powerpoint/2010/main" val="200726426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gif"/><Relationship Id="rId1" Type="http://schemas.openxmlformats.org/officeDocument/2006/relationships/slideMaster" Target="../slideMasters/slideMaster1.xml"/><Relationship Id="rId5" Type="http://schemas.openxmlformats.org/officeDocument/2006/relationships/image" Target="../media/image1.png"/><Relationship Id="rId4" Type="http://schemas.openxmlformats.org/officeDocument/2006/relationships/image" Target="../media/image4.gif"/></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90500"/>
            <a:ext cx="9144000" cy="6477000"/>
          </a:xfrm>
          <a:prstGeom prst="rect">
            <a:avLst/>
          </a:prstGeom>
        </p:spPr>
      </p:pic>
      <p:sp>
        <p:nvSpPr>
          <p:cNvPr id="3" name="Subtitle 2"/>
          <p:cNvSpPr>
            <a:spLocks noGrp="1"/>
          </p:cNvSpPr>
          <p:nvPr>
            <p:ph type="subTitle" idx="1"/>
          </p:nvPr>
        </p:nvSpPr>
        <p:spPr>
          <a:xfrm>
            <a:off x="1371600" y="4343400"/>
            <a:ext cx="6400800" cy="990600"/>
          </a:xfrm>
        </p:spPr>
        <p:txBody>
          <a:bodyPr/>
          <a:lstStyle>
            <a:lvl1pPr marL="0" indent="0" algn="ctr">
              <a:buNone/>
              <a:defRPr>
                <a:solidFill>
                  <a:schemeClr val="accent2">
                    <a:lumMod val="75000"/>
                  </a:schemeClr>
                </a:solidFill>
                <a:latin typeface="Tahoma" pitchFamily="34" charset="0"/>
                <a:cs typeface="Tahoma"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6" name="Title 7"/>
          <p:cNvSpPr>
            <a:spLocks noGrp="1"/>
          </p:cNvSpPr>
          <p:nvPr>
            <p:ph type="ctrTitle"/>
          </p:nvPr>
        </p:nvSpPr>
        <p:spPr>
          <a:xfrm>
            <a:off x="685800" y="3276600"/>
            <a:ext cx="7772400" cy="1048773"/>
          </a:xfrm>
        </p:spPr>
        <p:txBody>
          <a:bodyPr/>
          <a:lstStyle/>
          <a:p>
            <a:endParaRPr lang="en-US"/>
          </a:p>
        </p:txBody>
      </p:sp>
      <p:sp>
        <p:nvSpPr>
          <p:cNvPr id="2" name="TextBox 1"/>
          <p:cNvSpPr txBox="1"/>
          <p:nvPr userDrawn="1"/>
        </p:nvSpPr>
        <p:spPr>
          <a:xfrm>
            <a:off x="4343400" y="196840"/>
            <a:ext cx="4046685" cy="584775"/>
          </a:xfrm>
          <a:prstGeom prst="rect">
            <a:avLst/>
          </a:prstGeom>
          <a:noFill/>
        </p:spPr>
        <p:txBody>
          <a:bodyPr wrap="none" rtlCol="0">
            <a:spAutoFit/>
          </a:bodyPr>
          <a:lstStyle/>
          <a:p>
            <a:r>
              <a:rPr lang="en-US" sz="3200" b="1" dirty="0" smtClean="0">
                <a:solidFill>
                  <a:srgbClr val="0000FF"/>
                </a:solidFill>
                <a:latin typeface="+mn-lt"/>
              </a:rPr>
              <a:t>ĐẠI</a:t>
            </a:r>
            <a:r>
              <a:rPr lang="en-US" sz="3200" b="1" baseline="0" dirty="0" smtClean="0">
                <a:solidFill>
                  <a:srgbClr val="0000FF"/>
                </a:solidFill>
                <a:latin typeface="+mn-lt"/>
              </a:rPr>
              <a:t> HỌC FPT CẦN THƠ</a:t>
            </a:r>
            <a:endParaRPr lang="en-US" sz="3200" b="1" dirty="0">
              <a:solidFill>
                <a:srgbClr val="0000FF"/>
              </a:solidFill>
              <a:latin typeface="+mn-lt"/>
            </a:endParaRPr>
          </a:p>
        </p:txBody>
      </p:sp>
      <p:pic>
        <p:nvPicPr>
          <p:cNvPr id="1026" name="Picture 2"/>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0" y="19222"/>
            <a:ext cx="2559370" cy="7623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435256739"/>
      </p:ext>
    </p:extLst>
  </p:cSld>
  <p:clrMapOvr>
    <a:masterClrMapping/>
  </p:clrMapOvr>
  <p:transition>
    <p:split orient="vert"/>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cxnSp>
        <p:nvCxnSpPr>
          <p:cNvPr id="5" name="Straight Connector 4"/>
          <p:cNvCxnSpPr/>
          <p:nvPr userDrawn="1"/>
        </p:nvCxnSpPr>
        <p:spPr>
          <a:xfrm>
            <a:off x="457200" y="6324600"/>
            <a:ext cx="82296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idx="1"/>
          </p:nvPr>
        </p:nvSpPr>
        <p:spPr/>
        <p:txBody>
          <a:bodyPr/>
          <a:lstStyle>
            <a:lvl1pPr>
              <a:buFontTx/>
              <a:buBlip>
                <a:blip r:embed="rId2"/>
              </a:buBlip>
              <a:defRPr sz="2800">
                <a:solidFill>
                  <a:schemeClr val="tx1"/>
                </a:solidFill>
                <a:latin typeface="+mn-lt"/>
                <a:cs typeface="Tahoma" pitchFamily="34" charset="0"/>
              </a:defRPr>
            </a:lvl1pPr>
            <a:lvl2pPr>
              <a:buFontTx/>
              <a:buBlip>
                <a:blip r:embed="rId3"/>
              </a:buBlip>
              <a:defRPr sz="2400">
                <a:solidFill>
                  <a:schemeClr val="tx1"/>
                </a:solidFill>
                <a:latin typeface="+mn-lt"/>
                <a:cs typeface="Tahoma" pitchFamily="34" charset="0"/>
              </a:defRPr>
            </a:lvl2pPr>
            <a:lvl3pPr>
              <a:buFontTx/>
              <a:buBlip>
                <a:blip r:embed="rId4"/>
              </a:buBlip>
              <a:defRPr sz="2000">
                <a:solidFill>
                  <a:schemeClr val="tx1"/>
                </a:solidFill>
                <a:latin typeface="+mn-lt"/>
                <a:cs typeface="Tahoma" pitchFamily="34" charset="0"/>
              </a:defRPr>
            </a:lvl3pPr>
            <a:lvl4pPr>
              <a:defRPr sz="1800">
                <a:solidFill>
                  <a:schemeClr val="tx1"/>
                </a:solidFill>
                <a:latin typeface="+mn-lt"/>
                <a:cs typeface="Tahoma" pitchFamily="34" charset="0"/>
              </a:defRPr>
            </a:lvl4pPr>
            <a:lvl5pPr>
              <a:defRPr sz="1800">
                <a:solidFill>
                  <a:schemeClr val="tx1"/>
                </a:solidFill>
                <a:latin typeface="+mn-lt"/>
                <a:cs typeface="Tahoma" pitchFamily="34"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8" name="Title 7"/>
          <p:cNvSpPr>
            <a:spLocks noGrp="1"/>
          </p:cNvSpPr>
          <p:nvPr>
            <p:ph type="title"/>
          </p:nvPr>
        </p:nvSpPr>
        <p:spPr>
          <a:xfrm>
            <a:off x="2819400" y="27105"/>
            <a:ext cx="6324600" cy="914399"/>
          </a:xfrm>
        </p:spPr>
        <p:txBody>
          <a:bodyPr/>
          <a:lstStyle>
            <a:lvl1pPr algn="r">
              <a:defRPr sz="2800" b="1">
                <a:solidFill>
                  <a:srgbClr val="0070C0"/>
                </a:solidFill>
              </a:defRPr>
            </a:lvl1pPr>
          </a:lstStyle>
          <a:p>
            <a:r>
              <a:rPr lang="en-US" dirty="0" smtClean="0"/>
              <a:t>Click to edit Master title style</a:t>
            </a:r>
            <a:endParaRPr lang="en-US" dirty="0"/>
          </a:p>
        </p:txBody>
      </p:sp>
      <p:sp>
        <p:nvSpPr>
          <p:cNvPr id="6" name="Footer Placeholder 4"/>
          <p:cNvSpPr>
            <a:spLocks noGrp="1"/>
          </p:cNvSpPr>
          <p:nvPr>
            <p:ph type="ftr" sz="quarter" idx="10"/>
          </p:nvPr>
        </p:nvSpPr>
        <p:spPr>
          <a:xfrm>
            <a:off x="457200" y="6340475"/>
            <a:ext cx="6096000" cy="365125"/>
          </a:xfrm>
        </p:spPr>
        <p:txBody>
          <a:bodyPr/>
          <a:lstStyle>
            <a:lvl1pPr algn="l">
              <a:defRPr dirty="0">
                <a:latin typeface="Tahoma" pitchFamily="34" charset="0"/>
                <a:cs typeface="Tahoma" pitchFamily="34" charset="0"/>
              </a:defRPr>
            </a:lvl1pPr>
          </a:lstStyle>
          <a:p>
            <a:pPr>
              <a:defRPr/>
            </a:pPr>
            <a:r>
              <a:rPr lang="en-US" smtClean="0"/>
              <a:t>Chapter 15: Risk reduction through prototyping _ BayHV</a:t>
            </a:r>
            <a:endParaRPr lang="en-US"/>
          </a:p>
        </p:txBody>
      </p:sp>
      <p:sp>
        <p:nvSpPr>
          <p:cNvPr id="7" name="Slide Number Placeholder 5"/>
          <p:cNvSpPr>
            <a:spLocks noGrp="1"/>
          </p:cNvSpPr>
          <p:nvPr>
            <p:ph type="sldNum" sz="quarter" idx="11"/>
          </p:nvPr>
        </p:nvSpPr>
        <p:spPr>
          <a:xfrm>
            <a:off x="6629400" y="6356350"/>
            <a:ext cx="2133600" cy="365125"/>
          </a:xfrm>
        </p:spPr>
        <p:txBody>
          <a:bodyPr/>
          <a:lstStyle>
            <a:lvl1pPr>
              <a:defRPr>
                <a:latin typeface="Tahoma" pitchFamily="34" charset="0"/>
                <a:cs typeface="Tahoma" pitchFamily="34" charset="0"/>
              </a:defRPr>
            </a:lvl1pPr>
          </a:lstStyle>
          <a:p>
            <a:pPr>
              <a:defRPr/>
            </a:pPr>
            <a:fld id="{38F81FAE-D748-4BFC-A8B0-D2E750E8899F}" type="slidenum">
              <a:rPr lang="en-US"/>
              <a:pPr>
                <a:defRPr/>
              </a:pPr>
              <a:t>‹#›</a:t>
            </a:fld>
            <a:endParaRPr lang="en-US" dirty="0"/>
          </a:p>
        </p:txBody>
      </p:sp>
      <p:sp>
        <p:nvSpPr>
          <p:cNvPr id="2" name="Rectangle 1"/>
          <p:cNvSpPr/>
          <p:nvPr userDrawn="1"/>
        </p:nvSpPr>
        <p:spPr>
          <a:xfrm>
            <a:off x="76200" y="0"/>
            <a:ext cx="1447800"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2"/>
          <p:cNvPicPr>
            <a:picLocks noChangeAspect="1" noChangeArrowheads="1"/>
          </p:cNvPicPr>
          <p:nvPr userDrawn="1"/>
        </p:nvPicPr>
        <p:blipFill>
          <a:blip r:embed="rId5" cstate="print">
            <a:extLst>
              <a:ext uri="{28A0092B-C50C-407E-A947-70E740481C1C}">
                <a14:useLocalDpi xmlns:a14="http://schemas.microsoft.com/office/drawing/2010/main" val="0"/>
              </a:ext>
            </a:extLst>
          </a:blip>
          <a:srcRect/>
          <a:stretch>
            <a:fillRect/>
          </a:stretch>
        </p:blipFill>
        <p:spPr bwMode="auto">
          <a:xfrm>
            <a:off x="0" y="19222"/>
            <a:ext cx="2559370" cy="7623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667774917"/>
      </p:ext>
    </p:extLst>
  </p:cSld>
  <p:clrMapOvr>
    <a:masterClrMapping/>
  </p:clrMapOvr>
  <p:transition>
    <p:split orient="vert"/>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cxnSp>
        <p:nvCxnSpPr>
          <p:cNvPr id="5" name="Straight Connector 4"/>
          <p:cNvCxnSpPr/>
          <p:nvPr userDrawn="1"/>
        </p:nvCxnSpPr>
        <p:spPr>
          <a:xfrm>
            <a:off x="457200" y="6324600"/>
            <a:ext cx="82296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3021722" y="19222"/>
            <a:ext cx="6096002" cy="990600"/>
          </a:xfrm>
        </p:spPr>
        <p:txBody>
          <a:bodyPr/>
          <a:lstStyle>
            <a:lvl1pPr algn="r">
              <a:defRPr sz="2800" b="1" i="0">
                <a:solidFill>
                  <a:srgbClr val="0070C0"/>
                </a:solidFill>
              </a:defRPr>
            </a:lvl1p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2800">
                <a:solidFill>
                  <a:schemeClr val="tx1"/>
                </a:solidFill>
                <a:latin typeface="+mn-lt"/>
                <a:cs typeface="Tahoma" pitchFamily="34" charset="0"/>
              </a:defRPr>
            </a:lvl1pPr>
            <a:lvl2pPr>
              <a:defRPr sz="2400">
                <a:solidFill>
                  <a:schemeClr val="tx1"/>
                </a:solidFill>
                <a:latin typeface="+mn-lt"/>
                <a:cs typeface="Tahoma" pitchFamily="34" charset="0"/>
              </a:defRPr>
            </a:lvl2pPr>
            <a:lvl3pPr>
              <a:defRPr sz="2000">
                <a:solidFill>
                  <a:schemeClr val="tx1"/>
                </a:solidFill>
                <a:latin typeface="+mn-lt"/>
                <a:cs typeface="Tahoma" pitchFamily="34" charset="0"/>
              </a:defRPr>
            </a:lvl3pPr>
            <a:lvl4pPr>
              <a:defRPr sz="1800">
                <a:solidFill>
                  <a:schemeClr val="tx1"/>
                </a:solidFill>
                <a:latin typeface="+mn-lt"/>
                <a:cs typeface="Tahoma" pitchFamily="34" charset="0"/>
              </a:defRPr>
            </a:lvl4pPr>
            <a:lvl5pPr>
              <a:defRPr sz="1800">
                <a:solidFill>
                  <a:schemeClr val="tx1"/>
                </a:solidFill>
                <a:latin typeface="+mn-lt"/>
                <a:cs typeface="Tahoma" pitchFamily="34"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 name="Footer Placeholder 4"/>
          <p:cNvSpPr>
            <a:spLocks noGrp="1"/>
          </p:cNvSpPr>
          <p:nvPr>
            <p:ph type="ftr" sz="quarter" idx="10"/>
          </p:nvPr>
        </p:nvSpPr>
        <p:spPr>
          <a:xfrm>
            <a:off x="457200" y="6340475"/>
            <a:ext cx="6096000" cy="365125"/>
          </a:xfrm>
        </p:spPr>
        <p:txBody>
          <a:bodyPr/>
          <a:lstStyle>
            <a:lvl1pPr algn="l">
              <a:defRPr>
                <a:latin typeface="Tahoma" pitchFamily="34" charset="0"/>
                <a:cs typeface="Tahoma" pitchFamily="34" charset="0"/>
              </a:defRPr>
            </a:lvl1pPr>
          </a:lstStyle>
          <a:p>
            <a:pPr>
              <a:defRPr/>
            </a:pPr>
            <a:r>
              <a:rPr lang="en-US" smtClean="0"/>
              <a:t>Chapter 15: Risk reduction through prototyping _ BayHV</a:t>
            </a:r>
            <a:endParaRPr lang="en-US"/>
          </a:p>
        </p:txBody>
      </p:sp>
      <p:sp>
        <p:nvSpPr>
          <p:cNvPr id="7" name="Slide Number Placeholder 5"/>
          <p:cNvSpPr>
            <a:spLocks noGrp="1"/>
          </p:cNvSpPr>
          <p:nvPr>
            <p:ph type="sldNum" sz="quarter" idx="11"/>
          </p:nvPr>
        </p:nvSpPr>
        <p:spPr>
          <a:xfrm>
            <a:off x="6629400" y="6356350"/>
            <a:ext cx="2133600" cy="365125"/>
          </a:xfrm>
        </p:spPr>
        <p:txBody>
          <a:bodyPr/>
          <a:lstStyle>
            <a:lvl1pPr>
              <a:defRPr>
                <a:latin typeface="Tahoma" pitchFamily="34" charset="0"/>
                <a:cs typeface="Tahoma" pitchFamily="34" charset="0"/>
              </a:defRPr>
            </a:lvl1pPr>
          </a:lstStyle>
          <a:p>
            <a:pPr>
              <a:defRPr/>
            </a:pPr>
            <a:fld id="{0269FD7F-F1B9-4EBE-8876-2DA927AD43EA}" type="slidenum">
              <a:rPr lang="en-US"/>
              <a:pPr>
                <a:defRPr/>
              </a:pPr>
              <a:t>‹#›</a:t>
            </a:fld>
            <a:endParaRPr lang="en-US" dirty="0"/>
          </a:p>
        </p:txBody>
      </p:sp>
      <p:sp>
        <p:nvSpPr>
          <p:cNvPr id="10" name="Rectangle 9"/>
          <p:cNvSpPr/>
          <p:nvPr userDrawn="1"/>
        </p:nvSpPr>
        <p:spPr>
          <a:xfrm>
            <a:off x="76200" y="0"/>
            <a:ext cx="1447800"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0" y="19222"/>
            <a:ext cx="2559370" cy="7623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501123303"/>
      </p:ext>
    </p:extLst>
  </p:cSld>
  <p:clrMapOvr>
    <a:masterClrMapping/>
  </p:clrMapOvr>
  <p:transition>
    <p:split orient="vert"/>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2_Title and Content">
    <p:spTree>
      <p:nvGrpSpPr>
        <p:cNvPr id="1" name=""/>
        <p:cNvGrpSpPr/>
        <p:nvPr/>
      </p:nvGrpSpPr>
      <p:grpSpPr>
        <a:xfrm>
          <a:off x="0" y="0"/>
          <a:ext cx="0" cy="0"/>
          <a:chOff x="0" y="0"/>
          <a:chExt cx="0" cy="0"/>
        </a:xfrm>
      </p:grpSpPr>
      <p:cxnSp>
        <p:nvCxnSpPr>
          <p:cNvPr id="5" name="Straight Connector 4"/>
          <p:cNvCxnSpPr/>
          <p:nvPr userDrawn="1"/>
        </p:nvCxnSpPr>
        <p:spPr>
          <a:xfrm>
            <a:off x="457200" y="6324600"/>
            <a:ext cx="82296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2779986" y="13967"/>
            <a:ext cx="6400800" cy="990600"/>
          </a:xfrm>
        </p:spPr>
        <p:txBody>
          <a:bodyPr/>
          <a:lstStyle>
            <a:lvl1pPr algn="r">
              <a:defRPr sz="2800" b="1">
                <a:solidFill>
                  <a:srgbClr val="0070C0"/>
                </a:solidFill>
              </a:defRPr>
            </a:lvl1p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2800">
                <a:solidFill>
                  <a:schemeClr val="tx1"/>
                </a:solidFill>
                <a:latin typeface="+mn-lt"/>
                <a:cs typeface="Tahoma" pitchFamily="34" charset="0"/>
              </a:defRPr>
            </a:lvl1pPr>
            <a:lvl2pPr>
              <a:defRPr sz="2400">
                <a:solidFill>
                  <a:schemeClr val="tx1"/>
                </a:solidFill>
                <a:latin typeface="+mn-lt"/>
                <a:cs typeface="Tahoma" pitchFamily="34" charset="0"/>
              </a:defRPr>
            </a:lvl2pPr>
            <a:lvl3pPr>
              <a:defRPr sz="2000">
                <a:solidFill>
                  <a:schemeClr val="tx1"/>
                </a:solidFill>
                <a:latin typeface="+mn-lt"/>
                <a:cs typeface="Tahoma" pitchFamily="34" charset="0"/>
              </a:defRPr>
            </a:lvl3pPr>
            <a:lvl4pPr>
              <a:defRPr sz="1800">
                <a:solidFill>
                  <a:schemeClr val="tx1"/>
                </a:solidFill>
                <a:latin typeface="+mn-lt"/>
                <a:cs typeface="Tahoma" pitchFamily="34" charset="0"/>
              </a:defRPr>
            </a:lvl4pPr>
            <a:lvl5pPr>
              <a:defRPr sz="1800">
                <a:solidFill>
                  <a:schemeClr val="tx1"/>
                </a:solidFill>
                <a:latin typeface="+mn-lt"/>
                <a:cs typeface="Tahoma" pitchFamily="34"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 name="Footer Placeholder 4"/>
          <p:cNvSpPr>
            <a:spLocks noGrp="1"/>
          </p:cNvSpPr>
          <p:nvPr>
            <p:ph type="ftr" sz="quarter" idx="10"/>
          </p:nvPr>
        </p:nvSpPr>
        <p:spPr>
          <a:xfrm>
            <a:off x="457200" y="6340475"/>
            <a:ext cx="6096000" cy="365125"/>
          </a:xfrm>
        </p:spPr>
        <p:txBody>
          <a:bodyPr/>
          <a:lstStyle>
            <a:lvl1pPr algn="l">
              <a:defRPr>
                <a:latin typeface="Tahoma" pitchFamily="34" charset="0"/>
                <a:cs typeface="Tahoma" pitchFamily="34" charset="0"/>
              </a:defRPr>
            </a:lvl1pPr>
          </a:lstStyle>
          <a:p>
            <a:pPr>
              <a:defRPr/>
            </a:pPr>
            <a:r>
              <a:rPr lang="en-US" smtClean="0"/>
              <a:t>Chapter 15: Risk reduction through prototyping _ BayHV</a:t>
            </a:r>
            <a:endParaRPr lang="en-US"/>
          </a:p>
        </p:txBody>
      </p:sp>
      <p:sp>
        <p:nvSpPr>
          <p:cNvPr id="7" name="Slide Number Placeholder 5"/>
          <p:cNvSpPr>
            <a:spLocks noGrp="1"/>
          </p:cNvSpPr>
          <p:nvPr>
            <p:ph type="sldNum" sz="quarter" idx="11"/>
          </p:nvPr>
        </p:nvSpPr>
        <p:spPr>
          <a:xfrm>
            <a:off x="6629400" y="6356350"/>
            <a:ext cx="2133600" cy="365125"/>
          </a:xfrm>
        </p:spPr>
        <p:txBody>
          <a:bodyPr/>
          <a:lstStyle>
            <a:lvl1pPr>
              <a:defRPr>
                <a:latin typeface="Tahoma" pitchFamily="34" charset="0"/>
                <a:cs typeface="Tahoma" pitchFamily="34" charset="0"/>
              </a:defRPr>
            </a:lvl1pPr>
          </a:lstStyle>
          <a:p>
            <a:pPr>
              <a:defRPr/>
            </a:pPr>
            <a:fld id="{ACBE273D-A5B0-43E9-B55F-D261AD9B2B4A}" type="slidenum">
              <a:rPr lang="en-US"/>
              <a:pPr>
                <a:defRPr/>
              </a:pPr>
              <a:t>‹#›</a:t>
            </a:fld>
            <a:endParaRPr lang="en-US" dirty="0"/>
          </a:p>
        </p:txBody>
      </p:sp>
      <p:sp>
        <p:nvSpPr>
          <p:cNvPr id="10" name="Rectangle 9"/>
          <p:cNvSpPr/>
          <p:nvPr userDrawn="1"/>
        </p:nvSpPr>
        <p:spPr>
          <a:xfrm>
            <a:off x="76200" y="0"/>
            <a:ext cx="1447800"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0" y="19222"/>
            <a:ext cx="2559370" cy="7623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680082952"/>
      </p:ext>
    </p:extLst>
  </p:cSld>
  <p:clrMapOvr>
    <a:masterClrMapping/>
  </p:clrMapOvr>
  <p:transition>
    <p:split orient="vert"/>
  </p:transition>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cxnSp>
        <p:nvCxnSpPr>
          <p:cNvPr id="8" name="Straight Connector 7"/>
          <p:cNvCxnSpPr/>
          <p:nvPr userDrawn="1"/>
        </p:nvCxnSpPr>
        <p:spPr>
          <a:xfrm>
            <a:off x="457200" y="6324600"/>
            <a:ext cx="82296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2906108" y="0"/>
            <a:ext cx="6248402" cy="914400"/>
          </a:xfrm>
        </p:spPr>
        <p:txBody>
          <a:bodyPr/>
          <a:lstStyle>
            <a:lvl1pPr algn="r">
              <a:defRPr sz="2800" b="1">
                <a:solidFill>
                  <a:srgbClr val="0070C0"/>
                </a:solidFill>
              </a:defRPr>
            </a:lvl1pPr>
          </a:lstStyle>
          <a:p>
            <a:r>
              <a:rPr lang="en-US" dirty="0" smtClean="0"/>
              <a:t>Click to edit Master title style</a:t>
            </a:r>
            <a:endParaRPr lang="en-US" dirty="0"/>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solidFill>
                  <a:schemeClr val="accent2">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solidFill>
                  <a:schemeClr val="tx1"/>
                </a:solidFill>
                <a:latin typeface="+mn-lt"/>
                <a:cs typeface="Tahoma" pitchFamily="34" charset="0"/>
              </a:defRPr>
            </a:lvl1pPr>
            <a:lvl2pPr>
              <a:defRPr sz="2000">
                <a:solidFill>
                  <a:schemeClr val="tx1"/>
                </a:solidFill>
                <a:latin typeface="+mn-lt"/>
                <a:cs typeface="Tahoma" pitchFamily="34" charset="0"/>
              </a:defRPr>
            </a:lvl2pPr>
            <a:lvl3pPr>
              <a:defRPr sz="1800">
                <a:solidFill>
                  <a:schemeClr val="tx1"/>
                </a:solidFill>
                <a:latin typeface="+mn-lt"/>
                <a:cs typeface="Tahoma" pitchFamily="34" charset="0"/>
              </a:defRPr>
            </a:lvl3pPr>
            <a:lvl4pPr>
              <a:defRPr sz="1600">
                <a:solidFill>
                  <a:schemeClr val="tx1"/>
                </a:solidFill>
                <a:latin typeface="+mn-lt"/>
                <a:cs typeface="Tahoma" pitchFamily="34" charset="0"/>
              </a:defRPr>
            </a:lvl4pPr>
            <a:lvl5pPr>
              <a:defRPr sz="1600">
                <a:solidFill>
                  <a:schemeClr val="tx1"/>
                </a:solidFill>
                <a:latin typeface="+mn-lt"/>
                <a:cs typeface="Tahoma" pitchFamily="34" charset="0"/>
              </a:defRPr>
            </a:lvl5pPr>
            <a:lvl6pPr>
              <a:defRPr sz="1600"/>
            </a:lvl6pPr>
            <a:lvl7pPr>
              <a:defRPr sz="1600"/>
            </a:lvl7pPr>
            <a:lvl8pPr>
              <a:defRPr sz="1600"/>
            </a:lvl8pPr>
            <a:lvl9pP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solidFill>
                  <a:schemeClr val="accent2">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solidFill>
                  <a:schemeClr val="tx1"/>
                </a:solidFill>
                <a:latin typeface="+mn-lt"/>
                <a:cs typeface="Tahoma" pitchFamily="34" charset="0"/>
              </a:defRPr>
            </a:lvl1pPr>
            <a:lvl2pPr>
              <a:defRPr sz="2000">
                <a:solidFill>
                  <a:schemeClr val="tx1"/>
                </a:solidFill>
                <a:latin typeface="+mn-lt"/>
                <a:cs typeface="Tahoma" pitchFamily="34" charset="0"/>
              </a:defRPr>
            </a:lvl2pPr>
            <a:lvl3pPr>
              <a:defRPr sz="1800">
                <a:solidFill>
                  <a:schemeClr val="tx1"/>
                </a:solidFill>
                <a:latin typeface="+mn-lt"/>
                <a:cs typeface="Tahoma" pitchFamily="34" charset="0"/>
              </a:defRPr>
            </a:lvl3pPr>
            <a:lvl4pPr>
              <a:defRPr sz="1600">
                <a:solidFill>
                  <a:schemeClr val="tx1"/>
                </a:solidFill>
                <a:latin typeface="+mn-lt"/>
                <a:cs typeface="Tahoma" pitchFamily="34" charset="0"/>
              </a:defRPr>
            </a:lvl4pPr>
            <a:lvl5pPr>
              <a:defRPr sz="1600">
                <a:solidFill>
                  <a:schemeClr val="tx1"/>
                </a:solidFill>
                <a:latin typeface="+mn-lt"/>
                <a:cs typeface="Tahoma" pitchFamily="34" charset="0"/>
              </a:defRPr>
            </a:lvl5pPr>
            <a:lvl6pPr>
              <a:defRPr sz="1600"/>
            </a:lvl6pPr>
            <a:lvl7pPr>
              <a:defRPr sz="1600"/>
            </a:lvl7pPr>
            <a:lvl8pPr>
              <a:defRPr sz="1600"/>
            </a:lvl8pPr>
            <a:lvl9pP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9" name="Footer Placeholder 4"/>
          <p:cNvSpPr>
            <a:spLocks noGrp="1"/>
          </p:cNvSpPr>
          <p:nvPr>
            <p:ph type="ftr" sz="quarter" idx="10"/>
          </p:nvPr>
        </p:nvSpPr>
        <p:spPr>
          <a:xfrm>
            <a:off x="457200" y="6340475"/>
            <a:ext cx="6096000" cy="365125"/>
          </a:xfrm>
        </p:spPr>
        <p:txBody>
          <a:bodyPr/>
          <a:lstStyle>
            <a:lvl1pPr algn="l">
              <a:defRPr>
                <a:latin typeface="Tahoma" pitchFamily="34" charset="0"/>
                <a:cs typeface="Tahoma" pitchFamily="34" charset="0"/>
              </a:defRPr>
            </a:lvl1pPr>
          </a:lstStyle>
          <a:p>
            <a:pPr>
              <a:defRPr/>
            </a:pPr>
            <a:r>
              <a:rPr lang="en-US" smtClean="0"/>
              <a:t>Chapter 15: Risk reduction through prototyping _ BayHV</a:t>
            </a:r>
            <a:endParaRPr lang="en-US"/>
          </a:p>
        </p:txBody>
      </p:sp>
      <p:sp>
        <p:nvSpPr>
          <p:cNvPr id="10" name="Slide Number Placeholder 5"/>
          <p:cNvSpPr>
            <a:spLocks noGrp="1"/>
          </p:cNvSpPr>
          <p:nvPr>
            <p:ph type="sldNum" sz="quarter" idx="11"/>
          </p:nvPr>
        </p:nvSpPr>
        <p:spPr>
          <a:xfrm>
            <a:off x="6629400" y="6356350"/>
            <a:ext cx="2133600" cy="365125"/>
          </a:xfrm>
        </p:spPr>
        <p:txBody>
          <a:bodyPr/>
          <a:lstStyle>
            <a:lvl1pPr>
              <a:defRPr>
                <a:latin typeface="Tahoma" pitchFamily="34" charset="0"/>
                <a:cs typeface="Tahoma" pitchFamily="34" charset="0"/>
              </a:defRPr>
            </a:lvl1pPr>
          </a:lstStyle>
          <a:p>
            <a:pPr>
              <a:defRPr/>
            </a:pPr>
            <a:fld id="{0F31B4AE-D66A-4FED-AD35-BAB7214338B0}" type="slidenum">
              <a:rPr lang="en-US"/>
              <a:pPr>
                <a:defRPr/>
              </a:pPr>
              <a:t>‹#›</a:t>
            </a:fld>
            <a:endParaRPr lang="en-US" dirty="0"/>
          </a:p>
        </p:txBody>
      </p:sp>
      <p:sp>
        <p:nvSpPr>
          <p:cNvPr id="13" name="Rectangle 12"/>
          <p:cNvSpPr/>
          <p:nvPr userDrawn="1"/>
        </p:nvSpPr>
        <p:spPr>
          <a:xfrm>
            <a:off x="76200" y="0"/>
            <a:ext cx="1447800"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0" y="19222"/>
            <a:ext cx="2559370" cy="7623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034409730"/>
      </p:ext>
    </p:extLst>
  </p:cSld>
  <p:clrMapOvr>
    <a:masterClrMapping/>
  </p:clrMapOvr>
  <p:transition>
    <p:split orient="vert"/>
  </p:transition>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gif"/><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image" Target="../media/image4.gif"/><Relationship Id="rId4" Type="http://schemas.openxmlformats.org/officeDocument/2006/relationships/slideLayout" Target="../slideLayouts/slideLayout4.xml"/><Relationship Id="rId9" Type="http://schemas.openxmlformats.org/officeDocument/2006/relationships/image" Target="../media/image3.gi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381000"/>
            <a:ext cx="8686800" cy="6858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dirty="0" smtClean="0"/>
              <a:t>Click to edit Master title style</a:t>
            </a:r>
          </a:p>
        </p:txBody>
      </p:sp>
      <p:sp>
        <p:nvSpPr>
          <p:cNvPr id="1027" name="Text Placeholder 2"/>
          <p:cNvSpPr>
            <a:spLocks noGrp="1"/>
          </p:cNvSpPr>
          <p:nvPr>
            <p:ph type="body" idx="1"/>
          </p:nvPr>
        </p:nvSpPr>
        <p:spPr bwMode="auto">
          <a:xfrm>
            <a:off x="228600" y="1143000"/>
            <a:ext cx="8686800" cy="5029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smtClean="0"/>
              <a:t>  Click to edit Master text styles</a:t>
            </a:r>
          </a:p>
          <a:p>
            <a:pPr lvl="1"/>
            <a:r>
              <a:rPr lang="en-US" dirty="0" smtClean="0"/>
              <a:t>  Second level</a:t>
            </a:r>
          </a:p>
          <a:p>
            <a:pPr lvl="2"/>
            <a:r>
              <a:rPr lang="en-US" dirty="0" smtClean="0"/>
              <a:t>  Third level</a:t>
            </a:r>
          </a:p>
          <a:p>
            <a:pPr lvl="3"/>
            <a:r>
              <a:rPr lang="en-US" dirty="0" smtClean="0"/>
              <a:t>Fourth level</a:t>
            </a:r>
          </a:p>
          <a:p>
            <a:pPr lvl="4"/>
            <a:r>
              <a:rPr lang="en-US" dirty="0" smtClean="0"/>
              <a:t>Fifth level</a:t>
            </a:r>
          </a:p>
        </p:txBody>
      </p:sp>
      <p:sp>
        <p:nvSpPr>
          <p:cNvPr id="5" name="Footer Placeholder 4"/>
          <p:cNvSpPr>
            <a:spLocks noGrp="1"/>
          </p:cNvSpPr>
          <p:nvPr>
            <p:ph type="ftr" sz="quarter" idx="3"/>
          </p:nvPr>
        </p:nvSpPr>
        <p:spPr>
          <a:xfrm>
            <a:off x="457200" y="6356350"/>
            <a:ext cx="5562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cs typeface="+mn-cs"/>
              </a:defRPr>
            </a:lvl1pPr>
          </a:lstStyle>
          <a:p>
            <a:pPr>
              <a:defRPr/>
            </a:pPr>
            <a:r>
              <a:rPr lang="en-US" smtClean="0"/>
              <a:t>Chapter 15: Risk reduction through prototyping _ BayHV</a:t>
            </a: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cs typeface="+mn-cs"/>
              </a:defRPr>
            </a:lvl1pPr>
          </a:lstStyle>
          <a:p>
            <a:pPr>
              <a:defRPr/>
            </a:pPr>
            <a:fld id="{7AF7AF65-4B18-4BB1-B100-2EF3CDE78246}" type="slidenum">
              <a:rPr lang="en-US"/>
              <a:pPr>
                <a:defRPr/>
              </a:pPr>
              <a:t>‹#›</a:t>
            </a:fld>
            <a:endParaRPr lang="en-US" dirty="0"/>
          </a:p>
        </p:txBody>
      </p:sp>
      <p:pic>
        <p:nvPicPr>
          <p:cNvPr id="7" name="Picture 2"/>
          <p:cNvPicPr>
            <a:picLocks noChangeAspect="1" noChangeArrowheads="1"/>
          </p:cNvPicPr>
          <p:nvPr userDrawn="1"/>
        </p:nvPicPr>
        <p:blipFill>
          <a:blip r:embed="rId7" cstate="print">
            <a:extLst>
              <a:ext uri="{28A0092B-C50C-407E-A947-70E740481C1C}">
                <a14:useLocalDpi xmlns:a14="http://schemas.microsoft.com/office/drawing/2010/main" val="0"/>
              </a:ext>
            </a:extLst>
          </a:blip>
          <a:srcRect/>
          <a:stretch>
            <a:fillRect/>
          </a:stretch>
        </p:blipFill>
        <p:spPr bwMode="auto">
          <a:xfrm>
            <a:off x="0" y="19222"/>
            <a:ext cx="2559370" cy="7623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3" name="Straight Connector 2"/>
          <p:cNvCxnSpPr/>
          <p:nvPr userDrawn="1"/>
        </p:nvCxnSpPr>
        <p:spPr>
          <a:xfrm>
            <a:off x="0" y="1066800"/>
            <a:ext cx="91440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47296871"/>
      </p:ext>
    </p:extLst>
  </p:cSld>
  <p:clrMap bg1="lt1" tx1="dk1" bg2="lt2" tx2="dk2" accent1="accent1" accent2="accent2" accent3="accent3" accent4="accent4" accent5="accent5" accent6="accent6" hlink="hlink" folHlink="folHlink"/>
  <p:sldLayoutIdLst>
    <p:sldLayoutId id="2147483694" r:id="rId1"/>
    <p:sldLayoutId id="2147483695" r:id="rId2"/>
    <p:sldLayoutId id="2147483696" r:id="rId3"/>
    <p:sldLayoutId id="2147483697" r:id="rId4"/>
    <p:sldLayoutId id="2147483698" r:id="rId5"/>
  </p:sldLayoutIdLst>
  <p:transition>
    <p:split orient="vert"/>
  </p:transition>
  <p:timing>
    <p:tnLst>
      <p:par>
        <p:cTn id="1" dur="indefinite" restart="never" nodeType="tmRoot"/>
      </p:par>
    </p:tnLst>
  </p:timing>
  <p:hf hdr="0" dt="0"/>
  <p:txStyles>
    <p:titleStyle>
      <a:lvl1pPr algn="r" rtl="0" eaLnBrk="0" fontAlgn="base" hangingPunct="0">
        <a:spcBef>
          <a:spcPct val="0"/>
        </a:spcBef>
        <a:spcAft>
          <a:spcPct val="0"/>
        </a:spcAft>
        <a:defRPr sz="3200" b="1" kern="1200">
          <a:solidFill>
            <a:srgbClr val="0000FF"/>
          </a:solidFill>
          <a:latin typeface="+mn-lt"/>
          <a:ea typeface="+mj-ea"/>
          <a:cs typeface="Tahoma" pitchFamily="34" charset="0"/>
        </a:defRPr>
      </a:lvl1pPr>
      <a:lvl2pPr algn="r" rtl="0" eaLnBrk="0" fontAlgn="base" hangingPunct="0">
        <a:spcBef>
          <a:spcPct val="0"/>
        </a:spcBef>
        <a:spcAft>
          <a:spcPct val="0"/>
        </a:spcAft>
        <a:defRPr sz="4400">
          <a:solidFill>
            <a:srgbClr val="00B0F0"/>
          </a:solidFill>
          <a:latin typeface="Calibri" pitchFamily="34" charset="0"/>
        </a:defRPr>
      </a:lvl2pPr>
      <a:lvl3pPr algn="r" rtl="0" eaLnBrk="0" fontAlgn="base" hangingPunct="0">
        <a:spcBef>
          <a:spcPct val="0"/>
        </a:spcBef>
        <a:spcAft>
          <a:spcPct val="0"/>
        </a:spcAft>
        <a:defRPr sz="4400">
          <a:solidFill>
            <a:srgbClr val="00B0F0"/>
          </a:solidFill>
          <a:latin typeface="Calibri" pitchFamily="34" charset="0"/>
        </a:defRPr>
      </a:lvl3pPr>
      <a:lvl4pPr algn="r" rtl="0" eaLnBrk="0" fontAlgn="base" hangingPunct="0">
        <a:spcBef>
          <a:spcPct val="0"/>
        </a:spcBef>
        <a:spcAft>
          <a:spcPct val="0"/>
        </a:spcAft>
        <a:defRPr sz="4400">
          <a:solidFill>
            <a:srgbClr val="00B0F0"/>
          </a:solidFill>
          <a:latin typeface="Calibri" pitchFamily="34" charset="0"/>
        </a:defRPr>
      </a:lvl4pPr>
      <a:lvl5pPr algn="r" rtl="0" eaLnBrk="0" fontAlgn="base" hangingPunct="0">
        <a:spcBef>
          <a:spcPct val="0"/>
        </a:spcBef>
        <a:spcAft>
          <a:spcPct val="0"/>
        </a:spcAft>
        <a:defRPr sz="4400">
          <a:solidFill>
            <a:srgbClr val="00B0F0"/>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just" rtl="0" eaLnBrk="0" fontAlgn="base" hangingPunct="0">
        <a:spcBef>
          <a:spcPct val="20000"/>
        </a:spcBef>
        <a:spcAft>
          <a:spcPct val="0"/>
        </a:spcAft>
        <a:buBlip>
          <a:blip r:embed="rId8"/>
        </a:buBlip>
        <a:defRPr sz="3200" kern="1200">
          <a:solidFill>
            <a:schemeClr val="tx1"/>
          </a:solidFill>
          <a:latin typeface="+mn-lt"/>
          <a:ea typeface="+mn-ea"/>
          <a:cs typeface="Tahoma" pitchFamily="34" charset="0"/>
        </a:defRPr>
      </a:lvl1pPr>
      <a:lvl2pPr marL="742950" indent="-285750" algn="just" rtl="0" eaLnBrk="0" fontAlgn="base" hangingPunct="0">
        <a:spcBef>
          <a:spcPct val="20000"/>
        </a:spcBef>
        <a:spcAft>
          <a:spcPct val="0"/>
        </a:spcAft>
        <a:buBlip>
          <a:blip r:embed="rId9"/>
        </a:buBlip>
        <a:defRPr sz="2800" kern="1200">
          <a:solidFill>
            <a:schemeClr val="tx1">
              <a:lumMod val="95000"/>
              <a:lumOff val="5000"/>
            </a:schemeClr>
          </a:solidFill>
          <a:latin typeface="+mn-lt"/>
          <a:ea typeface="+mn-ea"/>
          <a:cs typeface="Tahoma" pitchFamily="34" charset="0"/>
        </a:defRPr>
      </a:lvl2pPr>
      <a:lvl3pPr marL="1143000" indent="-228600" algn="just" rtl="0" eaLnBrk="0" fontAlgn="base" hangingPunct="0">
        <a:spcBef>
          <a:spcPct val="20000"/>
        </a:spcBef>
        <a:spcAft>
          <a:spcPct val="0"/>
        </a:spcAft>
        <a:buBlip>
          <a:blip r:embed="rId10"/>
        </a:buBlip>
        <a:defRPr sz="2400" kern="1200">
          <a:solidFill>
            <a:schemeClr val="tx1">
              <a:lumMod val="95000"/>
              <a:lumOff val="5000"/>
            </a:schemeClr>
          </a:solidFill>
          <a:latin typeface="+mn-lt"/>
          <a:ea typeface="+mn-ea"/>
          <a:cs typeface="Tahoma" pitchFamily="34" charset="0"/>
        </a:defRPr>
      </a:lvl3pPr>
      <a:lvl4pPr marL="1600200" indent="-228600" algn="just" rtl="0" eaLnBrk="0" fontAlgn="base" hangingPunct="0">
        <a:spcBef>
          <a:spcPct val="20000"/>
        </a:spcBef>
        <a:spcAft>
          <a:spcPct val="0"/>
        </a:spcAft>
        <a:buFont typeface="Arial" charset="0"/>
        <a:buChar char="–"/>
        <a:defRPr sz="2000" kern="1200">
          <a:solidFill>
            <a:schemeClr val="tx1">
              <a:lumMod val="95000"/>
              <a:lumOff val="5000"/>
            </a:schemeClr>
          </a:solidFill>
          <a:latin typeface="+mn-lt"/>
          <a:ea typeface="+mn-ea"/>
          <a:cs typeface="Tahoma" pitchFamily="34" charset="0"/>
        </a:defRPr>
      </a:lvl4pPr>
      <a:lvl5pPr marL="2057400" indent="-228600" algn="just" rtl="0" eaLnBrk="0" fontAlgn="base" hangingPunct="0">
        <a:spcBef>
          <a:spcPct val="20000"/>
        </a:spcBef>
        <a:spcAft>
          <a:spcPct val="0"/>
        </a:spcAft>
        <a:buFont typeface="Arial" charset="0"/>
        <a:buChar char="»"/>
        <a:defRPr sz="2000" kern="1200">
          <a:solidFill>
            <a:schemeClr val="tx1">
              <a:lumMod val="95000"/>
              <a:lumOff val="5000"/>
            </a:schemeClr>
          </a:solidFill>
          <a:latin typeface="+mn-lt"/>
          <a:ea typeface="+mn-ea"/>
          <a:cs typeface="Tahoma"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11.emf"/><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036618" y="3990109"/>
            <a:ext cx="6694998" cy="1986031"/>
          </a:xfrm>
        </p:spPr>
        <p:txBody>
          <a:bodyPr>
            <a:normAutofit/>
          </a:bodyPr>
          <a:lstStyle/>
          <a:p>
            <a:r>
              <a:rPr lang="en-US" sz="2000" dirty="0"/>
              <a:t>CHAPTER </a:t>
            </a:r>
            <a:r>
              <a:rPr lang="en-US" sz="2000" dirty="0" smtClean="0"/>
              <a:t>15</a:t>
            </a:r>
            <a:br>
              <a:rPr lang="en-US" sz="2000" dirty="0" smtClean="0"/>
            </a:br>
            <a:r>
              <a:rPr lang="en-US" dirty="0"/>
              <a:t/>
            </a:r>
            <a:br>
              <a:rPr lang="en-US" dirty="0"/>
            </a:br>
            <a:r>
              <a:rPr lang="en-US" dirty="0"/>
              <a:t>Risk reduction through prototyping</a:t>
            </a:r>
          </a:p>
        </p:txBody>
      </p:sp>
    </p:spTree>
    <p:extLst>
      <p:ext uri="{BB962C8B-B14F-4D97-AF65-F5344CB8AC3E}">
        <p14:creationId xmlns:p14="http://schemas.microsoft.com/office/powerpoint/2010/main" val="4059542193"/>
      </p:ext>
    </p:extLst>
  </p:cSld>
  <p:clrMapOvr>
    <a:masterClrMapping/>
  </p:clrMapOvr>
  <p:transition>
    <p:split orient="vert"/>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51760" y="0"/>
            <a:ext cx="6482080" cy="1052161"/>
          </a:xfrm>
        </p:spPr>
        <p:txBody>
          <a:bodyPr>
            <a:noAutofit/>
          </a:bodyPr>
          <a:lstStyle/>
          <a:p>
            <a:r>
              <a:rPr lang="en-US" sz="3200" dirty="0" smtClean="0"/>
              <a:t>Review chapter 14</a:t>
            </a:r>
            <a:endParaRPr lang="en-US" sz="3200" dirty="0"/>
          </a:p>
        </p:txBody>
      </p:sp>
      <p:sp>
        <p:nvSpPr>
          <p:cNvPr id="4" name="Footer Placeholder 3"/>
          <p:cNvSpPr>
            <a:spLocks noGrp="1"/>
          </p:cNvSpPr>
          <p:nvPr>
            <p:ph type="ftr" sz="quarter" idx="10"/>
          </p:nvPr>
        </p:nvSpPr>
        <p:spPr/>
        <p:txBody>
          <a:bodyPr/>
          <a:lstStyle/>
          <a:p>
            <a:pPr>
              <a:defRPr/>
            </a:pPr>
            <a:r>
              <a:rPr lang="en-US" smtClean="0"/>
              <a:t>Chapter 2: Requirements from customer's perspective _ 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2</a:t>
            </a:fld>
            <a:endParaRPr lang="en-US" dirty="0"/>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633114888"/>
              </p:ext>
            </p:extLst>
          </p:nvPr>
        </p:nvGraphicFramePr>
        <p:xfrm>
          <a:off x="228600" y="1142999"/>
          <a:ext cx="8686800" cy="51974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348023943"/>
      </p:ext>
    </p:extLst>
  </p:cSld>
  <p:clrMapOvr>
    <a:masterClrMapping/>
  </p:clrMapOvr>
  <p:transition>
    <p:split orient="vert"/>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63236" y="1231900"/>
            <a:ext cx="8499764" cy="4365336"/>
          </a:xfrm>
        </p:spPr>
        <p:txBody>
          <a:bodyPr>
            <a:normAutofit/>
          </a:bodyPr>
          <a:lstStyle/>
          <a:p>
            <a:r>
              <a:rPr lang="en-US" dirty="0"/>
              <a:t>This chapter describes how prototyping provides value to the project and different kinds of  prototypes you might create for different purposes</a:t>
            </a:r>
            <a:r>
              <a:rPr lang="en-US" dirty="0" smtClean="0"/>
              <a:t>.</a:t>
            </a:r>
          </a:p>
          <a:p>
            <a:endParaRPr lang="en-US" dirty="0" smtClean="0"/>
          </a:p>
          <a:p>
            <a:r>
              <a:rPr lang="en-US" dirty="0" smtClean="0"/>
              <a:t>It </a:t>
            </a:r>
            <a:r>
              <a:rPr lang="en-US" dirty="0"/>
              <a:t>also offers guidance on how to use them during requirements development, as well as ways to make prototyping an effective part of your software engineering </a:t>
            </a:r>
            <a:r>
              <a:rPr lang="en-US" dirty="0" smtClean="0"/>
              <a:t>process.</a:t>
            </a:r>
            <a:endParaRPr lang="en-US" dirty="0"/>
          </a:p>
        </p:txBody>
      </p:sp>
      <p:sp>
        <p:nvSpPr>
          <p:cNvPr id="2" name="Title 1"/>
          <p:cNvSpPr>
            <a:spLocks noGrp="1"/>
          </p:cNvSpPr>
          <p:nvPr>
            <p:ph type="title"/>
          </p:nvPr>
        </p:nvSpPr>
        <p:spPr>
          <a:xfrm>
            <a:off x="2819400" y="27105"/>
            <a:ext cx="6324600" cy="1067404"/>
          </a:xfrm>
        </p:spPr>
        <p:txBody>
          <a:bodyPr/>
          <a:lstStyle/>
          <a:p>
            <a:r>
              <a:rPr lang="en-US" sz="3200" dirty="0" smtClean="0"/>
              <a:t>Objectives</a:t>
            </a:r>
            <a:endParaRPr lang="en-US" sz="3200" dirty="0"/>
          </a:p>
        </p:txBody>
      </p:sp>
      <p:sp>
        <p:nvSpPr>
          <p:cNvPr id="4" name="Footer Placeholder 3"/>
          <p:cNvSpPr>
            <a:spLocks noGrp="1"/>
          </p:cNvSpPr>
          <p:nvPr>
            <p:ph type="ftr" sz="quarter" idx="10"/>
          </p:nvPr>
        </p:nvSpPr>
        <p:spPr/>
        <p:txBody>
          <a:bodyPr/>
          <a:lstStyle/>
          <a:p>
            <a:pPr>
              <a:defRPr/>
            </a:pPr>
            <a:r>
              <a:rPr lang="en-US" smtClean="0"/>
              <a:t>Chapter 15: Risk reduction through prototyping _ 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3</a:t>
            </a:fld>
            <a:endParaRPr lang="en-US" dirty="0"/>
          </a:p>
        </p:txBody>
      </p:sp>
    </p:spTree>
    <p:extLst>
      <p:ext uri="{BB962C8B-B14F-4D97-AF65-F5344CB8AC3E}">
        <p14:creationId xmlns:p14="http://schemas.microsoft.com/office/powerpoint/2010/main" val="219290561"/>
      </p:ext>
    </p:extLst>
  </p:cSld>
  <p:clrMapOvr>
    <a:masterClrMapping/>
  </p:clrMapOvr>
  <p:transition>
    <p:split orient="vert"/>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219200"/>
            <a:ext cx="8305800" cy="4932218"/>
          </a:xfrm>
        </p:spPr>
        <p:txBody>
          <a:bodyPr>
            <a:normAutofit/>
          </a:bodyPr>
          <a:lstStyle/>
          <a:p>
            <a:pPr marL="342900" indent="-342900">
              <a:buFont typeface="+mj-lt"/>
              <a:buAutoNum type="arabicPeriod"/>
            </a:pPr>
            <a:r>
              <a:rPr lang="en-US" dirty="0"/>
              <a:t>Prototyping: What and </a:t>
            </a:r>
            <a:r>
              <a:rPr lang="en-US" dirty="0" smtClean="0"/>
              <a:t>why?</a:t>
            </a:r>
            <a:endParaRPr lang="en-US" dirty="0"/>
          </a:p>
          <a:p>
            <a:pPr marL="342900" indent="-342900">
              <a:buFont typeface="+mj-lt"/>
              <a:buAutoNum type="arabicPeriod"/>
            </a:pPr>
            <a:r>
              <a:rPr lang="en-US" dirty="0"/>
              <a:t>Mock-ups and proofs of </a:t>
            </a:r>
            <a:r>
              <a:rPr lang="en-US" dirty="0" smtClean="0"/>
              <a:t>concept.</a:t>
            </a:r>
            <a:endParaRPr lang="en-US" dirty="0"/>
          </a:p>
          <a:p>
            <a:pPr marL="342900" indent="-342900">
              <a:buFont typeface="+mj-lt"/>
              <a:buAutoNum type="arabicPeriod"/>
            </a:pPr>
            <a:r>
              <a:rPr lang="en-US" dirty="0" smtClean="0"/>
              <a:t>Throwaway </a:t>
            </a:r>
            <a:r>
              <a:rPr lang="en-US" sz="1800" dirty="0" smtClean="0"/>
              <a:t>(</a:t>
            </a:r>
            <a:r>
              <a:rPr lang="en-US" sz="1800" dirty="0" err="1" smtClean="0"/>
              <a:t>dùng</a:t>
            </a:r>
            <a:r>
              <a:rPr lang="en-US" sz="1800" dirty="0" smtClean="0"/>
              <a:t> 1 </a:t>
            </a:r>
            <a:r>
              <a:rPr lang="en-US" sz="1800" dirty="0" err="1" smtClean="0"/>
              <a:t>lần</a:t>
            </a:r>
            <a:r>
              <a:rPr lang="en-US" sz="1800" dirty="0" smtClean="0"/>
              <a:t>)</a:t>
            </a:r>
            <a:r>
              <a:rPr lang="en-US" dirty="0" smtClean="0"/>
              <a:t> </a:t>
            </a:r>
            <a:r>
              <a:rPr lang="en-US" dirty="0"/>
              <a:t>and evolutionary </a:t>
            </a:r>
            <a:r>
              <a:rPr lang="en-US" dirty="0" smtClean="0"/>
              <a:t>prototypes.</a:t>
            </a:r>
            <a:endParaRPr lang="en-US" dirty="0"/>
          </a:p>
          <a:p>
            <a:pPr marL="342900" indent="-342900">
              <a:buFont typeface="+mj-lt"/>
              <a:buAutoNum type="arabicPeriod"/>
            </a:pPr>
            <a:r>
              <a:rPr lang="en-US" dirty="0"/>
              <a:t>Paper and electronic </a:t>
            </a:r>
            <a:r>
              <a:rPr lang="en-US" dirty="0" smtClean="0"/>
              <a:t>prototypes.</a:t>
            </a:r>
          </a:p>
          <a:p>
            <a:pPr marL="342900" indent="-342900">
              <a:buFont typeface="+mj-lt"/>
              <a:buAutoNum type="arabicPeriod"/>
            </a:pPr>
            <a:r>
              <a:rPr lang="en-US" dirty="0"/>
              <a:t>Working with </a:t>
            </a:r>
            <a:r>
              <a:rPr lang="en-US" dirty="0" smtClean="0"/>
              <a:t>prototypes.</a:t>
            </a:r>
          </a:p>
          <a:p>
            <a:pPr marL="342900" indent="-342900">
              <a:buFont typeface="+mj-lt"/>
              <a:buAutoNum type="arabicPeriod"/>
            </a:pPr>
            <a:r>
              <a:rPr lang="en-US" dirty="0"/>
              <a:t>Prototype </a:t>
            </a:r>
            <a:r>
              <a:rPr lang="en-US" dirty="0" smtClean="0"/>
              <a:t>evaluation.</a:t>
            </a:r>
            <a:endParaRPr lang="en-US" dirty="0"/>
          </a:p>
          <a:p>
            <a:pPr marL="342900" indent="-342900">
              <a:buFont typeface="+mj-lt"/>
              <a:buAutoNum type="arabicPeriod"/>
            </a:pPr>
            <a:r>
              <a:rPr lang="en-US" dirty="0"/>
              <a:t>Risks of </a:t>
            </a:r>
            <a:r>
              <a:rPr lang="en-US" dirty="0" smtClean="0"/>
              <a:t>prototyping.</a:t>
            </a:r>
            <a:endParaRPr lang="en-US" dirty="0"/>
          </a:p>
          <a:p>
            <a:pPr marL="342900" indent="-342900">
              <a:buFont typeface="+mj-lt"/>
              <a:buAutoNum type="arabicPeriod"/>
            </a:pPr>
            <a:r>
              <a:rPr lang="en-US" dirty="0"/>
              <a:t>Prototyping success </a:t>
            </a:r>
            <a:r>
              <a:rPr lang="en-US" dirty="0" smtClean="0"/>
              <a:t>factors.</a:t>
            </a:r>
            <a:endParaRPr lang="en-US" dirty="0"/>
          </a:p>
        </p:txBody>
      </p:sp>
      <p:sp>
        <p:nvSpPr>
          <p:cNvPr id="2" name="Title 1"/>
          <p:cNvSpPr>
            <a:spLocks noGrp="1"/>
          </p:cNvSpPr>
          <p:nvPr>
            <p:ph type="title"/>
          </p:nvPr>
        </p:nvSpPr>
        <p:spPr>
          <a:xfrm>
            <a:off x="3853114" y="0"/>
            <a:ext cx="5290886" cy="1032060"/>
          </a:xfrm>
        </p:spPr>
        <p:txBody>
          <a:bodyPr>
            <a:noAutofit/>
          </a:bodyPr>
          <a:lstStyle/>
          <a:p>
            <a:r>
              <a:rPr lang="en-US" sz="3200" dirty="0" smtClean="0"/>
              <a:t/>
            </a:r>
            <a:br>
              <a:rPr lang="en-US" sz="3200" dirty="0" smtClean="0"/>
            </a:br>
            <a:r>
              <a:rPr lang="en-US" sz="3200" dirty="0" smtClean="0"/>
              <a:t>Contents</a:t>
            </a:r>
            <a:br>
              <a:rPr lang="en-US" sz="3200" dirty="0" smtClean="0"/>
            </a:br>
            <a:endParaRPr lang="en-US" sz="3200" dirty="0"/>
          </a:p>
        </p:txBody>
      </p:sp>
      <p:sp>
        <p:nvSpPr>
          <p:cNvPr id="4" name="Footer Placeholder 3"/>
          <p:cNvSpPr>
            <a:spLocks noGrp="1"/>
          </p:cNvSpPr>
          <p:nvPr>
            <p:ph type="ftr" sz="quarter" idx="10"/>
          </p:nvPr>
        </p:nvSpPr>
        <p:spPr/>
        <p:txBody>
          <a:bodyPr/>
          <a:lstStyle/>
          <a:p>
            <a:pPr>
              <a:defRPr/>
            </a:pPr>
            <a:r>
              <a:rPr lang="en-US" smtClean="0"/>
              <a:t>Chapter 15: Risk reduction through prototyping _ 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4</a:t>
            </a:fld>
            <a:endParaRPr lang="en-US" dirty="0"/>
          </a:p>
        </p:txBody>
      </p:sp>
    </p:spTree>
    <p:extLst>
      <p:ext uri="{BB962C8B-B14F-4D97-AF65-F5344CB8AC3E}">
        <p14:creationId xmlns:p14="http://schemas.microsoft.com/office/powerpoint/2010/main" val="2550475811"/>
      </p:ext>
    </p:extLst>
  </p:cSld>
  <p:clrMapOvr>
    <a:masterClrMapping/>
  </p:clrMapOvr>
  <p:transition>
    <p:split orient="vert"/>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142999"/>
            <a:ext cx="8686800" cy="5197475"/>
          </a:xfrm>
        </p:spPr>
        <p:txBody>
          <a:bodyPr>
            <a:normAutofit fontScale="92500" lnSpcReduction="10000"/>
          </a:bodyPr>
          <a:lstStyle/>
          <a:p>
            <a:r>
              <a:rPr lang="en-US" dirty="0" smtClean="0"/>
              <a:t>Purpose:</a:t>
            </a:r>
          </a:p>
          <a:p>
            <a:pPr lvl="1"/>
            <a:r>
              <a:rPr lang="en-US" dirty="0"/>
              <a:t>Software prototyping takes a </a:t>
            </a:r>
            <a:r>
              <a:rPr lang="en-US" dirty="0" smtClean="0"/>
              <a:t>tentative </a:t>
            </a:r>
            <a:r>
              <a:rPr lang="en-US" sz="1600" dirty="0" smtClean="0"/>
              <a:t>(</a:t>
            </a:r>
            <a:r>
              <a:rPr lang="en-US" sz="1600" dirty="0" err="1" smtClean="0"/>
              <a:t>ướm</a:t>
            </a:r>
            <a:r>
              <a:rPr lang="en-US" sz="1600" dirty="0" smtClean="0"/>
              <a:t> </a:t>
            </a:r>
            <a:r>
              <a:rPr lang="en-US" sz="1600" dirty="0" err="1" smtClean="0"/>
              <a:t>thử</a:t>
            </a:r>
            <a:r>
              <a:rPr lang="en-US" sz="1600" dirty="0" smtClean="0"/>
              <a:t>)</a:t>
            </a:r>
            <a:r>
              <a:rPr lang="en-US" dirty="0" smtClean="0"/>
              <a:t> </a:t>
            </a:r>
            <a:r>
              <a:rPr lang="en-US" dirty="0"/>
              <a:t>step into the solution space. It makes the requirements more real, brings use cases to life, and closes gaps in your understanding of the requirements</a:t>
            </a:r>
            <a:r>
              <a:rPr lang="en-US" dirty="0" smtClean="0"/>
              <a:t>.</a:t>
            </a:r>
          </a:p>
          <a:p>
            <a:pPr lvl="1"/>
            <a:r>
              <a:rPr lang="en-US" dirty="0"/>
              <a:t>Prototypes can serve three major purposes, and that purpose must be made clear from the very beginning:</a:t>
            </a:r>
            <a:endParaRPr lang="en-US" dirty="0" smtClean="0"/>
          </a:p>
          <a:p>
            <a:pPr lvl="2"/>
            <a:r>
              <a:rPr lang="en-US" dirty="0" smtClean="0"/>
              <a:t>Clarify, complete, and validate requirements: </a:t>
            </a:r>
            <a:r>
              <a:rPr lang="en-US" sz="1700" dirty="0" smtClean="0"/>
              <a:t>Used </a:t>
            </a:r>
            <a:r>
              <a:rPr lang="en-US" sz="1700" dirty="0"/>
              <a:t>as a </a:t>
            </a:r>
            <a:r>
              <a:rPr lang="en-US" sz="1700" dirty="0">
                <a:solidFill>
                  <a:srgbClr val="003399"/>
                </a:solidFill>
              </a:rPr>
              <a:t>requirements tool</a:t>
            </a:r>
            <a:r>
              <a:rPr lang="en-US" sz="1700" dirty="0"/>
              <a:t>, the prototype assists in obtaining agreement, finding errors and omissions, and assessing the accuracy and quality of the requirements. User evaluation of the prototype points out problems with requirements and </a:t>
            </a:r>
            <a:r>
              <a:rPr lang="en-US" sz="1700" dirty="0" smtClean="0"/>
              <a:t>uncovers </a:t>
            </a:r>
            <a:r>
              <a:rPr lang="en-US" sz="1300" dirty="0" smtClean="0"/>
              <a:t>(</a:t>
            </a:r>
            <a:r>
              <a:rPr lang="en-US" sz="1300" dirty="0" err="1" smtClean="0"/>
              <a:t>phát</a:t>
            </a:r>
            <a:r>
              <a:rPr lang="en-US" sz="1300" dirty="0" smtClean="0"/>
              <a:t> </a:t>
            </a:r>
            <a:r>
              <a:rPr lang="en-US" sz="1300" dirty="0" err="1" smtClean="0"/>
              <a:t>hiện</a:t>
            </a:r>
            <a:r>
              <a:rPr lang="en-US" sz="1300" dirty="0" smtClean="0"/>
              <a:t>)</a:t>
            </a:r>
            <a:r>
              <a:rPr lang="en-US" sz="1700" dirty="0" smtClean="0"/>
              <a:t> </a:t>
            </a:r>
            <a:r>
              <a:rPr lang="en-US" sz="1700" dirty="0"/>
              <a:t>overlooked requirements, which you can correct at low cost before you construct the actual product. </a:t>
            </a:r>
            <a:endParaRPr lang="en-US" dirty="0"/>
          </a:p>
          <a:p>
            <a:pPr lvl="2"/>
            <a:r>
              <a:rPr lang="en-US" dirty="0" smtClean="0"/>
              <a:t>Explore </a:t>
            </a:r>
            <a:r>
              <a:rPr lang="en-US" dirty="0"/>
              <a:t>design </a:t>
            </a:r>
            <a:r>
              <a:rPr lang="en-US" dirty="0" smtClean="0"/>
              <a:t>alternatives: </a:t>
            </a:r>
            <a:r>
              <a:rPr lang="en-US" sz="1700" dirty="0" smtClean="0"/>
              <a:t>Used </a:t>
            </a:r>
            <a:r>
              <a:rPr lang="en-US" sz="1700" dirty="0"/>
              <a:t>as a </a:t>
            </a:r>
            <a:r>
              <a:rPr lang="en-US" sz="1700" dirty="0">
                <a:solidFill>
                  <a:srgbClr val="003399"/>
                </a:solidFill>
              </a:rPr>
              <a:t>design tool</a:t>
            </a:r>
            <a:r>
              <a:rPr lang="en-US" sz="1700" dirty="0"/>
              <a:t>, a prototype lets stakeholders explore different user interaction techniques, envision the final product, optimize system usability, and evaluate potential technical approaches. </a:t>
            </a:r>
            <a:endParaRPr lang="en-US" sz="1900" dirty="0"/>
          </a:p>
          <a:p>
            <a:pPr lvl="2"/>
            <a:r>
              <a:rPr lang="en-US" dirty="0" smtClean="0"/>
              <a:t>Create </a:t>
            </a:r>
            <a:r>
              <a:rPr lang="en-US" dirty="0"/>
              <a:t>a subset that will grow into the ultimate </a:t>
            </a:r>
            <a:r>
              <a:rPr lang="en-US" dirty="0" smtClean="0"/>
              <a:t>product: </a:t>
            </a:r>
            <a:r>
              <a:rPr lang="en-US" sz="1700" dirty="0" smtClean="0"/>
              <a:t>Used </a:t>
            </a:r>
            <a:r>
              <a:rPr lang="en-US" sz="1700" dirty="0"/>
              <a:t>as a </a:t>
            </a:r>
            <a:r>
              <a:rPr lang="en-US" sz="1700" dirty="0">
                <a:solidFill>
                  <a:srgbClr val="003399"/>
                </a:solidFill>
              </a:rPr>
              <a:t>construction tool</a:t>
            </a:r>
            <a:r>
              <a:rPr lang="en-US" sz="1700" dirty="0"/>
              <a:t>, a prototype is a functional implementation of a subset of the product, which can be elaborated </a:t>
            </a:r>
            <a:r>
              <a:rPr lang="en-US" sz="1700" dirty="0" smtClean="0"/>
              <a:t>into </a:t>
            </a:r>
            <a:r>
              <a:rPr lang="en-US" sz="1500" dirty="0" smtClean="0"/>
              <a:t>(</a:t>
            </a:r>
            <a:r>
              <a:rPr lang="en-US" sz="1500" dirty="0" err="1" smtClean="0"/>
              <a:t>xd</a:t>
            </a:r>
            <a:r>
              <a:rPr lang="en-US" sz="1500" dirty="0" smtClean="0"/>
              <a:t> </a:t>
            </a:r>
            <a:r>
              <a:rPr lang="en-US" sz="1500" dirty="0" err="1" smtClean="0"/>
              <a:t>thành</a:t>
            </a:r>
            <a:r>
              <a:rPr lang="en-US" sz="1500" dirty="0" smtClean="0"/>
              <a:t>) </a:t>
            </a:r>
            <a:r>
              <a:rPr lang="en-US" sz="1700" dirty="0" smtClean="0"/>
              <a:t>the </a:t>
            </a:r>
            <a:r>
              <a:rPr lang="en-US" sz="1700" dirty="0"/>
              <a:t>complete product through a sequence of small-scale development </a:t>
            </a:r>
            <a:r>
              <a:rPr lang="en-US" sz="1700" dirty="0" smtClean="0"/>
              <a:t>cycles</a:t>
            </a:r>
            <a:r>
              <a:rPr lang="en-US" sz="1300" dirty="0" smtClean="0"/>
              <a:t> (</a:t>
            </a:r>
            <a:r>
              <a:rPr lang="en-US" sz="1300" dirty="0" err="1" smtClean="0"/>
              <a:t>chuỗi</a:t>
            </a:r>
            <a:r>
              <a:rPr lang="en-US" sz="1300" dirty="0" smtClean="0"/>
              <a:t> </a:t>
            </a:r>
            <a:r>
              <a:rPr lang="en-US" sz="1300" dirty="0" err="1" smtClean="0"/>
              <a:t>chu</a:t>
            </a:r>
            <a:r>
              <a:rPr lang="en-US" sz="1300" dirty="0" smtClean="0"/>
              <a:t> </a:t>
            </a:r>
            <a:r>
              <a:rPr lang="en-US" sz="1300" dirty="0" err="1" smtClean="0"/>
              <a:t>kỳ</a:t>
            </a:r>
            <a:r>
              <a:rPr lang="en-US" sz="1300" dirty="0" smtClean="0"/>
              <a:t> </a:t>
            </a:r>
            <a:r>
              <a:rPr lang="en-US" sz="1300" dirty="0" err="1" smtClean="0"/>
              <a:t>phát</a:t>
            </a:r>
            <a:r>
              <a:rPr lang="en-US" sz="1300" dirty="0" smtClean="0"/>
              <a:t> </a:t>
            </a:r>
            <a:r>
              <a:rPr lang="en-US" sz="1300" dirty="0" err="1" smtClean="0"/>
              <a:t>triển</a:t>
            </a:r>
            <a:r>
              <a:rPr lang="en-US" sz="1300" dirty="0" smtClean="0"/>
              <a:t> qui </a:t>
            </a:r>
            <a:r>
              <a:rPr lang="en-US" sz="1300" dirty="0" err="1" smtClean="0"/>
              <a:t>mô</a:t>
            </a:r>
            <a:r>
              <a:rPr lang="en-US" sz="1300" dirty="0" smtClean="0"/>
              <a:t> </a:t>
            </a:r>
            <a:r>
              <a:rPr lang="en-US" sz="1300" dirty="0" err="1" smtClean="0"/>
              <a:t>nhỏ</a:t>
            </a:r>
            <a:r>
              <a:rPr lang="en-US" sz="1300" dirty="0" smtClean="0"/>
              <a:t>)</a:t>
            </a:r>
            <a:r>
              <a:rPr lang="en-US" sz="1700" dirty="0" smtClean="0"/>
              <a:t>. </a:t>
            </a:r>
            <a:endParaRPr lang="en-US" sz="1900" dirty="0"/>
          </a:p>
          <a:p>
            <a:pPr lvl="2"/>
            <a:endParaRPr lang="en-US" dirty="0" smtClean="0"/>
          </a:p>
        </p:txBody>
      </p:sp>
      <p:sp>
        <p:nvSpPr>
          <p:cNvPr id="2" name="Title 1"/>
          <p:cNvSpPr>
            <a:spLocks noGrp="1"/>
          </p:cNvSpPr>
          <p:nvPr>
            <p:ph type="title"/>
          </p:nvPr>
        </p:nvSpPr>
        <p:spPr>
          <a:xfrm>
            <a:off x="2819400" y="27105"/>
            <a:ext cx="6324600" cy="1115895"/>
          </a:xfrm>
        </p:spPr>
        <p:txBody>
          <a:bodyPr>
            <a:normAutofit/>
          </a:bodyPr>
          <a:lstStyle/>
          <a:p>
            <a:r>
              <a:rPr lang="en-US" sz="3200" dirty="0"/>
              <a:t>Prototyping: What and </a:t>
            </a:r>
            <a:r>
              <a:rPr lang="en-US" sz="3200" dirty="0" smtClean="0"/>
              <a:t>why?</a:t>
            </a:r>
            <a:endParaRPr lang="en-US" sz="3200" dirty="0"/>
          </a:p>
        </p:txBody>
      </p:sp>
      <p:sp>
        <p:nvSpPr>
          <p:cNvPr id="4" name="Footer Placeholder 3"/>
          <p:cNvSpPr>
            <a:spLocks noGrp="1"/>
          </p:cNvSpPr>
          <p:nvPr>
            <p:ph type="ftr" sz="quarter" idx="10"/>
          </p:nvPr>
        </p:nvSpPr>
        <p:spPr/>
        <p:txBody>
          <a:bodyPr/>
          <a:lstStyle/>
          <a:p>
            <a:pPr>
              <a:defRPr/>
            </a:pPr>
            <a:r>
              <a:rPr lang="en-US" smtClean="0"/>
              <a:t>Chapter 15: Risk reduction through prototyping _ 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5</a:t>
            </a:fld>
            <a:endParaRPr lang="en-US" dirty="0"/>
          </a:p>
        </p:txBody>
      </p:sp>
    </p:spTree>
    <p:extLst>
      <p:ext uri="{BB962C8B-B14F-4D97-AF65-F5344CB8AC3E}">
        <p14:creationId xmlns:p14="http://schemas.microsoft.com/office/powerpoint/2010/main" val="705159861"/>
      </p:ext>
    </p:extLst>
  </p:cSld>
  <p:clrMapOvr>
    <a:masterClrMapping/>
  </p:clrMapOvr>
  <p:transition>
    <p:split orient="vert"/>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10000"/>
          </a:bodyPr>
          <a:lstStyle/>
          <a:p>
            <a:r>
              <a:rPr lang="en-US" dirty="0" smtClean="0"/>
              <a:t>Three classes of prototype attributes: </a:t>
            </a:r>
            <a:r>
              <a:rPr lang="en-US" dirty="0"/>
              <a:t>Because of the risk of confusion, it’s important to put some </a:t>
            </a:r>
            <a:r>
              <a:rPr lang="en-US" dirty="0" smtClean="0"/>
              <a:t>descriptors </a:t>
            </a:r>
            <a:r>
              <a:rPr lang="en-US" sz="1800" dirty="0" smtClean="0"/>
              <a:t>(</a:t>
            </a:r>
            <a:r>
              <a:rPr lang="en-US" sz="1800" dirty="0" err="1" smtClean="0"/>
              <a:t>mô</a:t>
            </a:r>
            <a:r>
              <a:rPr lang="en-US" sz="1800" dirty="0" smtClean="0"/>
              <a:t> </a:t>
            </a:r>
            <a:r>
              <a:rPr lang="en-US" sz="1800" dirty="0" err="1" smtClean="0"/>
              <a:t>tả</a:t>
            </a:r>
            <a:r>
              <a:rPr lang="en-US" sz="1800" dirty="0" smtClean="0"/>
              <a:t>)</a:t>
            </a:r>
            <a:r>
              <a:rPr lang="en-US" dirty="0" smtClean="0"/>
              <a:t> </a:t>
            </a:r>
            <a:r>
              <a:rPr lang="en-US" dirty="0"/>
              <a:t>in front of the word “prototype” so the project participants understand why and when you might create one type of prototype or another. </a:t>
            </a:r>
            <a:endParaRPr lang="en-US" dirty="0" smtClean="0"/>
          </a:p>
          <a:p>
            <a:pPr lvl="1"/>
            <a:r>
              <a:rPr lang="en-US" dirty="0" smtClean="0"/>
              <a:t>Scope: A mock-up </a:t>
            </a:r>
            <a:r>
              <a:rPr lang="en-US" sz="1600" dirty="0" smtClean="0"/>
              <a:t>(</a:t>
            </a:r>
            <a:r>
              <a:rPr lang="en-US" sz="1600" dirty="0" err="1" smtClean="0"/>
              <a:t>giả</a:t>
            </a:r>
            <a:r>
              <a:rPr lang="en-US" sz="1600" dirty="0" smtClean="0"/>
              <a:t> </a:t>
            </a:r>
            <a:r>
              <a:rPr lang="en-US" sz="1600" dirty="0" err="1" smtClean="0"/>
              <a:t>lập</a:t>
            </a:r>
            <a:r>
              <a:rPr lang="en-US" sz="1600" dirty="0" smtClean="0"/>
              <a:t>)</a:t>
            </a:r>
            <a:r>
              <a:rPr lang="en-US" dirty="0" smtClean="0"/>
              <a:t> </a:t>
            </a:r>
            <a:r>
              <a:rPr lang="en-US" dirty="0"/>
              <a:t>prototype focuses on the user experience; a proof-of-concept prototype explores the technical </a:t>
            </a:r>
            <a:r>
              <a:rPr lang="en-US" dirty="0" smtClean="0"/>
              <a:t>soundness</a:t>
            </a:r>
            <a:r>
              <a:rPr lang="en-US" sz="1600" dirty="0" smtClean="0"/>
              <a:t> (</a:t>
            </a:r>
            <a:r>
              <a:rPr lang="en-US" sz="1600" dirty="0" err="1" smtClean="0"/>
              <a:t>tính</a:t>
            </a:r>
            <a:r>
              <a:rPr lang="en-US" sz="1600" dirty="0" smtClean="0"/>
              <a:t> </a:t>
            </a:r>
            <a:r>
              <a:rPr lang="en-US" sz="1600" dirty="0" err="1" smtClean="0"/>
              <a:t>hợp</a:t>
            </a:r>
            <a:r>
              <a:rPr lang="en-US" sz="1600" dirty="0" smtClean="0"/>
              <a:t> lý)</a:t>
            </a:r>
            <a:r>
              <a:rPr lang="en-US" dirty="0" smtClean="0"/>
              <a:t> </a:t>
            </a:r>
            <a:r>
              <a:rPr lang="en-US" dirty="0"/>
              <a:t>of a proposed approach.</a:t>
            </a:r>
          </a:p>
          <a:p>
            <a:pPr lvl="1"/>
            <a:r>
              <a:rPr lang="en-US" dirty="0" smtClean="0"/>
              <a:t>Future use: A throwaway </a:t>
            </a:r>
            <a:r>
              <a:rPr lang="en-US" sz="1600" dirty="0" smtClean="0"/>
              <a:t>(</a:t>
            </a:r>
            <a:r>
              <a:rPr lang="en-US" sz="1600" dirty="0" err="1" smtClean="0"/>
              <a:t>dùng</a:t>
            </a:r>
            <a:r>
              <a:rPr lang="en-US" sz="1600" dirty="0" smtClean="0"/>
              <a:t> 1 </a:t>
            </a:r>
            <a:r>
              <a:rPr lang="en-US" sz="1600" dirty="0" err="1" smtClean="0"/>
              <a:t>lần</a:t>
            </a:r>
            <a:r>
              <a:rPr lang="en-US" sz="1600" dirty="0" smtClean="0"/>
              <a:t>)</a:t>
            </a:r>
            <a:r>
              <a:rPr lang="en-US" dirty="0" smtClean="0"/>
              <a:t> </a:t>
            </a:r>
            <a:r>
              <a:rPr lang="en-US" dirty="0"/>
              <a:t>prototype is discarded after it has been used to generate feedback, whereas an evolutionary prototype grows into the final product through a series of iterations.</a:t>
            </a:r>
          </a:p>
          <a:p>
            <a:pPr lvl="1"/>
            <a:r>
              <a:rPr lang="en-US" dirty="0" smtClean="0"/>
              <a:t>Form: A </a:t>
            </a:r>
            <a:r>
              <a:rPr lang="en-US" dirty="0"/>
              <a:t>paper prototype is a simple sketch drawn on paper, a whiteboard, or in a drawing tool. An electronic prototype consists of working software for just part of the solution.</a:t>
            </a:r>
          </a:p>
          <a:p>
            <a:pPr lvl="1"/>
            <a:endParaRPr lang="en-US" dirty="0"/>
          </a:p>
        </p:txBody>
      </p:sp>
      <p:sp>
        <p:nvSpPr>
          <p:cNvPr id="2" name="Title 1"/>
          <p:cNvSpPr>
            <a:spLocks noGrp="1"/>
          </p:cNvSpPr>
          <p:nvPr>
            <p:ph type="title"/>
          </p:nvPr>
        </p:nvSpPr>
        <p:spPr>
          <a:xfrm>
            <a:off x="2819400" y="27105"/>
            <a:ext cx="6324600" cy="1115895"/>
          </a:xfrm>
        </p:spPr>
        <p:txBody>
          <a:bodyPr>
            <a:normAutofit/>
          </a:bodyPr>
          <a:lstStyle/>
          <a:p>
            <a:r>
              <a:rPr lang="en-US" sz="3200" dirty="0"/>
              <a:t>Prototyping: What and </a:t>
            </a:r>
            <a:r>
              <a:rPr lang="en-US" sz="3200" dirty="0" smtClean="0"/>
              <a:t>why?</a:t>
            </a:r>
            <a:endParaRPr lang="en-US" sz="3200" dirty="0"/>
          </a:p>
        </p:txBody>
      </p:sp>
      <p:sp>
        <p:nvSpPr>
          <p:cNvPr id="4" name="Footer Placeholder 3"/>
          <p:cNvSpPr>
            <a:spLocks noGrp="1"/>
          </p:cNvSpPr>
          <p:nvPr>
            <p:ph type="ftr" sz="quarter" idx="10"/>
          </p:nvPr>
        </p:nvSpPr>
        <p:spPr/>
        <p:txBody>
          <a:bodyPr/>
          <a:lstStyle/>
          <a:p>
            <a:pPr>
              <a:defRPr/>
            </a:pPr>
            <a:r>
              <a:rPr lang="en-US" smtClean="0"/>
              <a:t>Chapter 15: Risk reduction through prototyping _ 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6</a:t>
            </a:fld>
            <a:endParaRPr lang="en-US" dirty="0"/>
          </a:p>
        </p:txBody>
      </p:sp>
    </p:spTree>
    <p:extLst>
      <p:ext uri="{BB962C8B-B14F-4D97-AF65-F5344CB8AC3E}">
        <p14:creationId xmlns:p14="http://schemas.microsoft.com/office/powerpoint/2010/main" val="910273849"/>
      </p:ext>
    </p:extLst>
  </p:cSld>
  <p:clrMapOvr>
    <a:masterClrMapping/>
  </p:clrMapOvr>
  <p:transition>
    <p:split orient="vert"/>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6982" y="1047751"/>
            <a:ext cx="8825345" cy="5292724"/>
          </a:xfrm>
        </p:spPr>
        <p:txBody>
          <a:bodyPr>
            <a:normAutofit fontScale="77500" lnSpcReduction="20000"/>
          </a:bodyPr>
          <a:lstStyle/>
          <a:p>
            <a:r>
              <a:rPr lang="en-US" dirty="0"/>
              <a:t>Definition: </a:t>
            </a:r>
            <a:r>
              <a:rPr lang="en-US" dirty="0" smtClean="0"/>
              <a:t>people </a:t>
            </a:r>
            <a:r>
              <a:rPr lang="en-US" dirty="0"/>
              <a:t>say “software prototype,” they are usually thinking about a mock-up of a possible user interface. A mock-up is also called a </a:t>
            </a:r>
            <a:r>
              <a:rPr lang="en-US" i="1" dirty="0">
                <a:solidFill>
                  <a:srgbClr val="003399"/>
                </a:solidFill>
              </a:rPr>
              <a:t>horizontal </a:t>
            </a:r>
            <a:r>
              <a:rPr lang="en-US" i="1" dirty="0" smtClean="0">
                <a:solidFill>
                  <a:srgbClr val="003399"/>
                </a:solidFill>
              </a:rPr>
              <a:t>prototype</a:t>
            </a:r>
            <a:r>
              <a:rPr lang="en-US" dirty="0" smtClean="0"/>
              <a:t>. </a:t>
            </a:r>
            <a:r>
              <a:rPr lang="en-US" dirty="0"/>
              <a:t>Such a prototype focuses on a portion of the user interface; it doesn’t dive </a:t>
            </a:r>
            <a:r>
              <a:rPr lang="en-US" dirty="0" smtClean="0"/>
              <a:t>into </a:t>
            </a:r>
            <a:r>
              <a:rPr lang="en-US" sz="2100" dirty="0" smtClean="0"/>
              <a:t>(</a:t>
            </a:r>
            <a:r>
              <a:rPr lang="en-US" sz="2100" dirty="0" err="1" smtClean="0"/>
              <a:t>đi</a:t>
            </a:r>
            <a:r>
              <a:rPr lang="en-US" sz="2100" dirty="0" smtClean="0"/>
              <a:t> </a:t>
            </a:r>
            <a:r>
              <a:rPr lang="en-US" sz="2100" dirty="0" err="1" smtClean="0"/>
              <a:t>sâu</a:t>
            </a:r>
            <a:r>
              <a:rPr lang="en-US" sz="2100" dirty="0" smtClean="0"/>
              <a:t> </a:t>
            </a:r>
            <a:r>
              <a:rPr lang="en-US" sz="2100" dirty="0" err="1" smtClean="0"/>
              <a:t>vào</a:t>
            </a:r>
            <a:r>
              <a:rPr lang="en-US" sz="2100" dirty="0" smtClean="0"/>
              <a:t>)</a:t>
            </a:r>
            <a:r>
              <a:rPr lang="en-US" dirty="0" smtClean="0"/>
              <a:t> </a:t>
            </a:r>
            <a:r>
              <a:rPr lang="en-US" dirty="0"/>
              <a:t>all the architectural layers or into detailed functionality. </a:t>
            </a:r>
            <a:endParaRPr lang="en-US" dirty="0" smtClean="0"/>
          </a:p>
          <a:p>
            <a:r>
              <a:rPr lang="en-US" dirty="0"/>
              <a:t>A proof of concept, also known as a </a:t>
            </a:r>
            <a:r>
              <a:rPr lang="en-US" i="1" dirty="0">
                <a:solidFill>
                  <a:srgbClr val="003399"/>
                </a:solidFill>
              </a:rPr>
              <a:t>vertical prototype</a:t>
            </a:r>
            <a:r>
              <a:rPr lang="en-US" dirty="0"/>
              <a:t>, implements a slice of application functionality from the user interface through all the technical services </a:t>
            </a:r>
            <a:r>
              <a:rPr lang="en-US" dirty="0" smtClean="0"/>
              <a:t>layers.</a:t>
            </a:r>
            <a:r>
              <a:rPr lang="en-US" dirty="0"/>
              <a:t> A proof-of-concept prototype works like the real system is supposed to work because it touches on all levels of the system implementation. </a:t>
            </a:r>
          </a:p>
          <a:p>
            <a:r>
              <a:rPr lang="en-US" dirty="0" smtClean="0"/>
              <a:t>Purpose: </a:t>
            </a:r>
          </a:p>
          <a:p>
            <a:pPr lvl="1"/>
            <a:r>
              <a:rPr lang="en-US" dirty="0" smtClean="0"/>
              <a:t>demonstrate </a:t>
            </a:r>
            <a:r>
              <a:rPr lang="en-US" dirty="0"/>
              <a:t>the functional options the user will have available, the look and feel of the user interface (colors, layout, graphics, controls), and the navigation </a:t>
            </a:r>
            <a:r>
              <a:rPr lang="en-US" dirty="0" smtClean="0"/>
              <a:t>structure.</a:t>
            </a:r>
          </a:p>
          <a:p>
            <a:pPr lvl="1"/>
            <a:r>
              <a:rPr lang="en-US" dirty="0" smtClean="0"/>
              <a:t>explore </a:t>
            </a:r>
            <a:r>
              <a:rPr lang="en-US" dirty="0"/>
              <a:t>some specific behaviors of the intended system, with the goal of refining the </a:t>
            </a:r>
            <a:r>
              <a:rPr lang="en-US" dirty="0" smtClean="0"/>
              <a:t>requirements.</a:t>
            </a:r>
          </a:p>
          <a:p>
            <a:pPr lvl="1"/>
            <a:r>
              <a:rPr lang="en-US" dirty="0" smtClean="0"/>
              <a:t>represent </a:t>
            </a:r>
            <a:r>
              <a:rPr lang="en-US" dirty="0"/>
              <a:t>the developer’s concept of how a specific use case might be  </a:t>
            </a:r>
            <a:r>
              <a:rPr lang="en-US" dirty="0" smtClean="0"/>
              <a:t>implemented.</a:t>
            </a:r>
          </a:p>
          <a:p>
            <a:pPr lvl="1"/>
            <a:r>
              <a:rPr lang="en-US" dirty="0" smtClean="0"/>
              <a:t>…</a:t>
            </a:r>
          </a:p>
          <a:p>
            <a:pPr lvl="1"/>
            <a:endParaRPr lang="en-US" dirty="0"/>
          </a:p>
        </p:txBody>
      </p:sp>
      <p:sp>
        <p:nvSpPr>
          <p:cNvPr id="2" name="Title 1"/>
          <p:cNvSpPr>
            <a:spLocks noGrp="1"/>
          </p:cNvSpPr>
          <p:nvPr>
            <p:ph type="title"/>
          </p:nvPr>
        </p:nvSpPr>
        <p:spPr>
          <a:xfrm>
            <a:off x="2819400" y="1"/>
            <a:ext cx="6324600" cy="1047750"/>
          </a:xfrm>
        </p:spPr>
        <p:txBody>
          <a:bodyPr/>
          <a:lstStyle/>
          <a:p>
            <a:r>
              <a:rPr lang="en-US" sz="3200" dirty="0"/>
              <a:t>Mock-ups and proofs of </a:t>
            </a:r>
            <a:r>
              <a:rPr lang="en-US" sz="3200" dirty="0" smtClean="0"/>
              <a:t>concept</a:t>
            </a:r>
            <a:endParaRPr lang="en-US" sz="3200" dirty="0"/>
          </a:p>
        </p:txBody>
      </p:sp>
      <p:sp>
        <p:nvSpPr>
          <p:cNvPr id="4" name="Footer Placeholder 3"/>
          <p:cNvSpPr>
            <a:spLocks noGrp="1"/>
          </p:cNvSpPr>
          <p:nvPr>
            <p:ph type="ftr" sz="quarter" idx="10"/>
          </p:nvPr>
        </p:nvSpPr>
        <p:spPr/>
        <p:txBody>
          <a:bodyPr/>
          <a:lstStyle/>
          <a:p>
            <a:pPr>
              <a:defRPr/>
            </a:pPr>
            <a:r>
              <a:rPr lang="en-US" smtClean="0"/>
              <a:t>Chapter 15: Risk reduction through prototyping _ 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7</a:t>
            </a:fld>
            <a:endParaRPr lang="en-US" dirty="0"/>
          </a:p>
        </p:txBody>
      </p:sp>
    </p:spTree>
    <p:extLst>
      <p:ext uri="{BB962C8B-B14F-4D97-AF65-F5344CB8AC3E}">
        <p14:creationId xmlns:p14="http://schemas.microsoft.com/office/powerpoint/2010/main" val="1972719670"/>
      </p:ext>
    </p:extLst>
  </p:cSld>
  <p:clrMapOvr>
    <a:masterClrMapping/>
  </p:clrMapOvr>
  <p:transition>
    <p:split orient="vert"/>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1674" y="1177636"/>
            <a:ext cx="8811490" cy="5162838"/>
          </a:xfrm>
        </p:spPr>
        <p:txBody>
          <a:bodyPr>
            <a:normAutofit fontScale="92500" lnSpcReduction="20000"/>
          </a:bodyPr>
          <a:lstStyle/>
          <a:p>
            <a:r>
              <a:rPr lang="en-US" dirty="0"/>
              <a:t>Purpose:  Before constructing a prototype, make an explicit and well-communicated decision as to whether the prototype is exploratory only or will become part of the delivered product. </a:t>
            </a:r>
            <a:r>
              <a:rPr lang="en-US" dirty="0" smtClean="0"/>
              <a:t>Build </a:t>
            </a:r>
            <a:r>
              <a:rPr lang="en-US" dirty="0"/>
              <a:t>a </a:t>
            </a:r>
            <a:r>
              <a:rPr lang="en-US" i="1" dirty="0">
                <a:solidFill>
                  <a:srgbClr val="003399"/>
                </a:solidFill>
              </a:rPr>
              <a:t>throwaway prototype </a:t>
            </a:r>
            <a:r>
              <a:rPr lang="en-US" dirty="0"/>
              <a:t>to answer questions, resolve uncertainties, and improve requirements quality  (Davis </a:t>
            </a:r>
            <a:r>
              <a:rPr lang="en-US" dirty="0" smtClean="0"/>
              <a:t>1993).</a:t>
            </a:r>
          </a:p>
          <a:p>
            <a:r>
              <a:rPr lang="en-US" dirty="0"/>
              <a:t>A </a:t>
            </a:r>
            <a:r>
              <a:rPr lang="en-US" i="1" dirty="0" smtClean="0">
                <a:solidFill>
                  <a:srgbClr val="003399"/>
                </a:solidFill>
              </a:rPr>
              <a:t>wireframe </a:t>
            </a:r>
            <a:r>
              <a:rPr lang="en-US" sz="1900" i="1" dirty="0" smtClean="0">
                <a:solidFill>
                  <a:srgbClr val="003399"/>
                </a:solidFill>
              </a:rPr>
              <a:t>(</a:t>
            </a:r>
            <a:r>
              <a:rPr lang="en-US" sz="1900" i="1" dirty="0" err="1" smtClean="0">
                <a:solidFill>
                  <a:srgbClr val="003399"/>
                </a:solidFill>
              </a:rPr>
              <a:t>phác</a:t>
            </a:r>
            <a:r>
              <a:rPr lang="en-US" sz="1900" i="1" dirty="0" smtClean="0">
                <a:solidFill>
                  <a:srgbClr val="003399"/>
                </a:solidFill>
              </a:rPr>
              <a:t> </a:t>
            </a:r>
            <a:r>
              <a:rPr lang="en-US" sz="1900" i="1" dirty="0" err="1" smtClean="0">
                <a:solidFill>
                  <a:srgbClr val="003399"/>
                </a:solidFill>
              </a:rPr>
              <a:t>thảo</a:t>
            </a:r>
            <a:r>
              <a:rPr lang="en-US" sz="1900" i="1" dirty="0" smtClean="0">
                <a:solidFill>
                  <a:srgbClr val="003399"/>
                </a:solidFill>
              </a:rPr>
              <a:t> </a:t>
            </a:r>
            <a:r>
              <a:rPr lang="en-US" sz="1900" i="1" dirty="0" err="1" smtClean="0">
                <a:solidFill>
                  <a:srgbClr val="003399"/>
                </a:solidFill>
              </a:rPr>
              <a:t>khung</a:t>
            </a:r>
            <a:r>
              <a:rPr lang="en-US" sz="1900" i="1" dirty="0" smtClean="0">
                <a:solidFill>
                  <a:srgbClr val="003399"/>
                </a:solidFill>
              </a:rPr>
              <a:t>)</a:t>
            </a:r>
            <a:r>
              <a:rPr lang="en-US" dirty="0" smtClean="0"/>
              <a:t> </a:t>
            </a:r>
            <a:r>
              <a:rPr lang="en-US" dirty="0"/>
              <a:t>is a particular approach to throwaway prototyping commonly used for custom user interface design and website </a:t>
            </a:r>
            <a:r>
              <a:rPr lang="en-US" dirty="0" smtClean="0"/>
              <a:t>design.</a:t>
            </a:r>
          </a:p>
          <a:p>
            <a:r>
              <a:rPr lang="en-US" dirty="0"/>
              <a:t>You can use wireframes to reach a better understanding of three aspects of a website</a:t>
            </a:r>
            <a:r>
              <a:rPr lang="en-US" dirty="0" smtClean="0"/>
              <a:t>:</a:t>
            </a:r>
          </a:p>
          <a:p>
            <a:pPr lvl="1"/>
            <a:r>
              <a:rPr lang="en-US" dirty="0"/>
              <a:t>The conceptual </a:t>
            </a:r>
            <a:r>
              <a:rPr lang="en-US" dirty="0" smtClean="0"/>
              <a:t>requirements</a:t>
            </a:r>
          </a:p>
          <a:p>
            <a:pPr lvl="1"/>
            <a:r>
              <a:rPr lang="en-US" dirty="0" smtClean="0"/>
              <a:t>The </a:t>
            </a:r>
            <a:r>
              <a:rPr lang="en-US" dirty="0"/>
              <a:t>information architecture or navigation design </a:t>
            </a:r>
            <a:endParaRPr lang="en-US" dirty="0" smtClean="0"/>
          </a:p>
          <a:p>
            <a:pPr lvl="1"/>
            <a:r>
              <a:rPr lang="en-US" dirty="0" smtClean="0"/>
              <a:t>The </a:t>
            </a:r>
            <a:r>
              <a:rPr lang="en-US" dirty="0"/>
              <a:t>high-resolution, detailed design of the pages </a:t>
            </a:r>
          </a:p>
        </p:txBody>
      </p:sp>
      <p:sp>
        <p:nvSpPr>
          <p:cNvPr id="2" name="Title 1"/>
          <p:cNvSpPr>
            <a:spLocks noGrp="1"/>
          </p:cNvSpPr>
          <p:nvPr>
            <p:ph type="title"/>
          </p:nvPr>
        </p:nvSpPr>
        <p:spPr>
          <a:xfrm>
            <a:off x="2819400" y="27105"/>
            <a:ext cx="6324600" cy="995244"/>
          </a:xfrm>
        </p:spPr>
        <p:txBody>
          <a:bodyPr>
            <a:normAutofit/>
          </a:bodyPr>
          <a:lstStyle/>
          <a:p>
            <a:r>
              <a:rPr lang="en-US" sz="3200"/>
              <a:t>Throwaway </a:t>
            </a:r>
            <a:r>
              <a:rPr lang="en-US" sz="3200" smtClean="0"/>
              <a:t>prototypes</a:t>
            </a:r>
            <a:endParaRPr lang="en-US" sz="3200"/>
          </a:p>
        </p:txBody>
      </p:sp>
      <p:sp>
        <p:nvSpPr>
          <p:cNvPr id="4" name="Footer Placeholder 3"/>
          <p:cNvSpPr>
            <a:spLocks noGrp="1"/>
          </p:cNvSpPr>
          <p:nvPr>
            <p:ph type="ftr" sz="quarter" idx="10"/>
          </p:nvPr>
        </p:nvSpPr>
        <p:spPr/>
        <p:txBody>
          <a:bodyPr/>
          <a:lstStyle/>
          <a:p>
            <a:pPr>
              <a:defRPr/>
            </a:pPr>
            <a:r>
              <a:rPr lang="en-US" smtClean="0"/>
              <a:t>Chapter 15: Risk reduction through prototyping _ 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8</a:t>
            </a:fld>
            <a:endParaRPr lang="en-US" dirty="0"/>
          </a:p>
        </p:txBody>
      </p:sp>
    </p:spTree>
    <p:extLst>
      <p:ext uri="{BB962C8B-B14F-4D97-AF65-F5344CB8AC3E}">
        <p14:creationId xmlns:p14="http://schemas.microsoft.com/office/powerpoint/2010/main" val="4040532597"/>
      </p:ext>
    </p:extLst>
  </p:cSld>
  <p:clrMapOvr>
    <a:masterClrMapping/>
  </p:clrMapOvr>
  <p:transition>
    <p:split orient="vert"/>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smtClean="0"/>
              <a:t>Purpose: An </a:t>
            </a:r>
            <a:r>
              <a:rPr lang="en-US" i="1" dirty="0" smtClean="0">
                <a:solidFill>
                  <a:srgbClr val="003399"/>
                </a:solidFill>
              </a:rPr>
              <a:t>evolutionary prototype </a:t>
            </a:r>
            <a:r>
              <a:rPr lang="en-US" dirty="0" smtClean="0"/>
              <a:t>provides </a:t>
            </a:r>
            <a:r>
              <a:rPr lang="en-US" dirty="0"/>
              <a:t>a solid architectural foundation for building the product incrementally as the requirements become clear over time  (McConnell 1996). </a:t>
            </a:r>
            <a:endParaRPr lang="en-US" dirty="0" smtClean="0"/>
          </a:p>
          <a:p>
            <a:r>
              <a:rPr lang="en-US" dirty="0" smtClean="0"/>
              <a:t>Agile </a:t>
            </a:r>
            <a:r>
              <a:rPr lang="en-US" dirty="0"/>
              <a:t>development provides an example of evolutionary prototyping. Agile teams construct the product through a series of iterations, using feedback on the early </a:t>
            </a:r>
            <a:r>
              <a:rPr lang="en-US" dirty="0" smtClean="0"/>
              <a:t>iterations </a:t>
            </a:r>
            <a:r>
              <a:rPr lang="en-US" dirty="0"/>
              <a:t>to adjust the direction of future development </a:t>
            </a:r>
            <a:r>
              <a:rPr lang="en-US" dirty="0" smtClean="0"/>
              <a:t>cycles.</a:t>
            </a:r>
          </a:p>
          <a:p>
            <a:r>
              <a:rPr lang="en-US" dirty="0"/>
              <a:t>Evolutionary prototyping is well suited for web development </a:t>
            </a:r>
            <a:r>
              <a:rPr lang="en-US" dirty="0" smtClean="0"/>
              <a:t>projects.</a:t>
            </a:r>
            <a:endParaRPr lang="en-US" dirty="0"/>
          </a:p>
        </p:txBody>
      </p:sp>
      <p:sp>
        <p:nvSpPr>
          <p:cNvPr id="2" name="Title 1"/>
          <p:cNvSpPr>
            <a:spLocks noGrp="1"/>
          </p:cNvSpPr>
          <p:nvPr>
            <p:ph type="title"/>
          </p:nvPr>
        </p:nvSpPr>
        <p:spPr>
          <a:xfrm>
            <a:off x="2819400" y="27105"/>
            <a:ext cx="6324600" cy="947620"/>
          </a:xfrm>
        </p:spPr>
        <p:txBody>
          <a:bodyPr/>
          <a:lstStyle/>
          <a:p>
            <a:r>
              <a:rPr lang="en-US" sz="3200" dirty="0" smtClean="0"/>
              <a:t>Evolutionary prototypes</a:t>
            </a:r>
            <a:endParaRPr lang="en-US" sz="3200" dirty="0"/>
          </a:p>
        </p:txBody>
      </p:sp>
      <p:sp>
        <p:nvSpPr>
          <p:cNvPr id="4" name="Footer Placeholder 3"/>
          <p:cNvSpPr>
            <a:spLocks noGrp="1"/>
          </p:cNvSpPr>
          <p:nvPr>
            <p:ph type="ftr" sz="quarter" idx="10"/>
          </p:nvPr>
        </p:nvSpPr>
        <p:spPr/>
        <p:txBody>
          <a:bodyPr/>
          <a:lstStyle/>
          <a:p>
            <a:pPr>
              <a:defRPr/>
            </a:pPr>
            <a:r>
              <a:rPr lang="en-US" smtClean="0"/>
              <a:t>Chapter 15: Risk reduction through prototyping _ 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9</a:t>
            </a:fld>
            <a:endParaRPr lang="en-US" dirty="0"/>
          </a:p>
        </p:txBody>
      </p:sp>
    </p:spTree>
    <p:extLst>
      <p:ext uri="{BB962C8B-B14F-4D97-AF65-F5344CB8AC3E}">
        <p14:creationId xmlns:p14="http://schemas.microsoft.com/office/powerpoint/2010/main" val="3435081147"/>
      </p:ext>
    </p:extLst>
  </p:cSld>
  <p:clrMapOvr>
    <a:masterClrMapping/>
  </p:clrMapOvr>
  <p:transition>
    <p:split orient="vert"/>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19400" y="27105"/>
            <a:ext cx="6324600" cy="1053550"/>
          </a:xfrm>
        </p:spPr>
        <p:txBody>
          <a:bodyPr/>
          <a:lstStyle/>
          <a:p>
            <a:r>
              <a:rPr lang="en-US" sz="3200" dirty="0"/>
              <a:t>Evolutionary prototypes</a:t>
            </a:r>
          </a:p>
        </p:txBody>
      </p:sp>
      <p:pic>
        <p:nvPicPr>
          <p:cNvPr id="4" name="Picture 3"/>
          <p:cNvPicPr>
            <a:picLocks noChangeAspect="1"/>
          </p:cNvPicPr>
          <p:nvPr/>
        </p:nvPicPr>
        <p:blipFill>
          <a:blip r:embed="rId2"/>
          <a:stretch>
            <a:fillRect/>
          </a:stretch>
        </p:blipFill>
        <p:spPr>
          <a:xfrm>
            <a:off x="228599" y="2712027"/>
            <a:ext cx="8798661" cy="3494809"/>
          </a:xfrm>
          <a:prstGeom prst="rect">
            <a:avLst/>
          </a:prstGeom>
        </p:spPr>
      </p:pic>
      <p:sp>
        <p:nvSpPr>
          <p:cNvPr id="3" name="Footer Placeholder 2"/>
          <p:cNvSpPr>
            <a:spLocks noGrp="1"/>
          </p:cNvSpPr>
          <p:nvPr>
            <p:ph type="ftr" sz="quarter" idx="10"/>
          </p:nvPr>
        </p:nvSpPr>
        <p:spPr/>
        <p:txBody>
          <a:bodyPr/>
          <a:lstStyle/>
          <a:p>
            <a:pPr>
              <a:defRPr/>
            </a:pPr>
            <a:r>
              <a:rPr lang="en-US" smtClean="0"/>
              <a:t>Chapter 15: Risk reduction through prototyping _ 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10</a:t>
            </a:fld>
            <a:endParaRPr lang="en-US" dirty="0"/>
          </a:p>
        </p:txBody>
      </p:sp>
      <p:sp>
        <p:nvSpPr>
          <p:cNvPr id="6" name="Content Placeholder 2"/>
          <p:cNvSpPr>
            <a:spLocks noGrp="1"/>
          </p:cNvSpPr>
          <p:nvPr>
            <p:ph idx="1"/>
          </p:nvPr>
        </p:nvSpPr>
        <p:spPr>
          <a:xfrm>
            <a:off x="228600" y="1143000"/>
            <a:ext cx="8686800" cy="1323109"/>
          </a:xfrm>
        </p:spPr>
        <p:txBody>
          <a:bodyPr>
            <a:normAutofit lnSpcReduction="10000"/>
          </a:bodyPr>
          <a:lstStyle/>
          <a:p>
            <a:r>
              <a:rPr lang="en-US" dirty="0"/>
              <a:t>Table 15-1 summarizes some typical applications of throwaway, evolutionary, mock-up, and proof-of-concept </a:t>
            </a:r>
            <a:r>
              <a:rPr lang="en-US" dirty="0" smtClean="0"/>
              <a:t>prototypes:</a:t>
            </a:r>
            <a:endParaRPr lang="en-US" dirty="0"/>
          </a:p>
        </p:txBody>
      </p:sp>
    </p:spTree>
    <p:extLst>
      <p:ext uri="{BB962C8B-B14F-4D97-AF65-F5344CB8AC3E}">
        <p14:creationId xmlns:p14="http://schemas.microsoft.com/office/powerpoint/2010/main" val="3480818157"/>
      </p:ext>
    </p:extLst>
  </p:cSld>
  <p:clrMapOvr>
    <a:masterClrMapping/>
  </p:clrMapOvr>
  <p:transition>
    <p:split orient="vert"/>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142999"/>
            <a:ext cx="8686800" cy="5197475"/>
          </a:xfrm>
        </p:spPr>
        <p:txBody>
          <a:bodyPr>
            <a:normAutofit fontScale="92500" lnSpcReduction="20000"/>
          </a:bodyPr>
          <a:lstStyle/>
          <a:p>
            <a:r>
              <a:rPr lang="en-US" i="1" dirty="0" smtClean="0">
                <a:solidFill>
                  <a:srgbClr val="003399"/>
                </a:solidFill>
              </a:rPr>
              <a:t>Paper prototype </a:t>
            </a:r>
            <a:r>
              <a:rPr lang="en-US" dirty="0" smtClean="0"/>
              <a:t>(sometimes </a:t>
            </a:r>
            <a:r>
              <a:rPr lang="en-US" dirty="0"/>
              <a:t>called a </a:t>
            </a:r>
            <a:r>
              <a:rPr lang="en-US" i="1" dirty="0" smtClean="0"/>
              <a:t>low-fidelity </a:t>
            </a:r>
            <a:r>
              <a:rPr lang="en-US" sz="1800" i="1" dirty="0" smtClean="0"/>
              <a:t>(</a:t>
            </a:r>
            <a:r>
              <a:rPr lang="en-US" sz="1800" i="1" dirty="0" err="1" smtClean="0"/>
              <a:t>trung</a:t>
            </a:r>
            <a:r>
              <a:rPr lang="en-US" sz="1800" i="1" dirty="0" smtClean="0"/>
              <a:t> </a:t>
            </a:r>
            <a:r>
              <a:rPr lang="en-US" sz="1800" i="1" dirty="0" err="1" smtClean="0"/>
              <a:t>thực</a:t>
            </a:r>
            <a:r>
              <a:rPr lang="en-US" sz="1800" i="1" dirty="0" smtClean="0"/>
              <a:t> </a:t>
            </a:r>
            <a:r>
              <a:rPr lang="en-US" sz="1800" i="1" dirty="0" err="1" smtClean="0"/>
              <a:t>thấp</a:t>
            </a:r>
            <a:r>
              <a:rPr lang="en-US" sz="1800" i="1" dirty="0" smtClean="0"/>
              <a:t>)</a:t>
            </a:r>
            <a:r>
              <a:rPr lang="en-US" i="1" dirty="0" smtClean="0"/>
              <a:t> </a:t>
            </a:r>
            <a:r>
              <a:rPr lang="en-US" i="1" dirty="0"/>
              <a:t>prototype</a:t>
            </a:r>
            <a:r>
              <a:rPr lang="en-US" dirty="0"/>
              <a:t>) is a cheap, fast, and low-tech way to explore how a portion of an implemented system might </a:t>
            </a:r>
            <a:r>
              <a:rPr lang="en-US" dirty="0" smtClean="0"/>
              <a:t>look. Paper </a:t>
            </a:r>
            <a:r>
              <a:rPr lang="en-US" dirty="0"/>
              <a:t>prototypes help you test whether users and developers hold a shared understanding of the requirements</a:t>
            </a:r>
            <a:r>
              <a:rPr lang="en-US" dirty="0" smtClean="0"/>
              <a:t>.</a:t>
            </a:r>
          </a:p>
          <a:p>
            <a:pPr lvl="1"/>
            <a:r>
              <a:rPr lang="en-US" dirty="0"/>
              <a:t>The designer sketches ideas of possible screens without worrying about exactly where the controls appear and what they look like</a:t>
            </a:r>
            <a:r>
              <a:rPr lang="en-US" dirty="0" smtClean="0"/>
              <a:t>.</a:t>
            </a:r>
          </a:p>
          <a:p>
            <a:pPr marL="457200" lvl="1" indent="0">
              <a:buNone/>
            </a:pPr>
            <a:endParaRPr lang="en-US" dirty="0" smtClean="0"/>
          </a:p>
          <a:p>
            <a:r>
              <a:rPr lang="en-US" i="1" dirty="0" smtClean="0">
                <a:solidFill>
                  <a:srgbClr val="003399"/>
                </a:solidFill>
              </a:rPr>
              <a:t>Electronic prototype</a:t>
            </a:r>
            <a:r>
              <a:rPr lang="en-US" dirty="0" smtClean="0"/>
              <a:t>: </a:t>
            </a:r>
            <a:r>
              <a:rPr lang="en-US" dirty="0"/>
              <a:t>Numerous tools are available if you decide to build an electronic throwaway prototype. They range from simple drawing tools such as Microsoft Visio and Microsoft PowerPoint to commercial prototyping tools and graphical user interface builders. </a:t>
            </a:r>
            <a:endParaRPr lang="en-US" dirty="0" smtClean="0"/>
          </a:p>
          <a:p>
            <a:pPr lvl="1"/>
            <a:r>
              <a:rPr lang="en-US" dirty="0"/>
              <a:t>Such tools will let you easily implement and modify user interface components, regardless of how inefficient the temporary code behind the interface is. </a:t>
            </a:r>
          </a:p>
        </p:txBody>
      </p:sp>
      <p:sp>
        <p:nvSpPr>
          <p:cNvPr id="2" name="Title 1"/>
          <p:cNvSpPr>
            <a:spLocks noGrp="1"/>
          </p:cNvSpPr>
          <p:nvPr>
            <p:ph type="title"/>
          </p:nvPr>
        </p:nvSpPr>
        <p:spPr>
          <a:xfrm>
            <a:off x="2819400" y="27104"/>
            <a:ext cx="6324600" cy="1115895"/>
          </a:xfrm>
        </p:spPr>
        <p:txBody>
          <a:bodyPr>
            <a:normAutofit/>
          </a:bodyPr>
          <a:lstStyle/>
          <a:p>
            <a:r>
              <a:rPr lang="en-US" sz="3200" dirty="0"/>
              <a:t>Paper and electronic </a:t>
            </a:r>
            <a:r>
              <a:rPr lang="en-US" sz="3200" dirty="0" smtClean="0"/>
              <a:t>prototypes</a:t>
            </a:r>
            <a:endParaRPr lang="en-US" sz="3200" dirty="0"/>
          </a:p>
        </p:txBody>
      </p:sp>
      <p:sp>
        <p:nvSpPr>
          <p:cNvPr id="4" name="Footer Placeholder 3"/>
          <p:cNvSpPr>
            <a:spLocks noGrp="1"/>
          </p:cNvSpPr>
          <p:nvPr>
            <p:ph type="ftr" sz="quarter" idx="10"/>
          </p:nvPr>
        </p:nvSpPr>
        <p:spPr/>
        <p:txBody>
          <a:bodyPr/>
          <a:lstStyle/>
          <a:p>
            <a:pPr>
              <a:defRPr/>
            </a:pPr>
            <a:r>
              <a:rPr lang="en-US" smtClean="0"/>
              <a:t>Chapter 15: Risk reduction through prototyping _ 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11</a:t>
            </a:fld>
            <a:endParaRPr lang="en-US" dirty="0"/>
          </a:p>
        </p:txBody>
      </p:sp>
    </p:spTree>
    <p:extLst>
      <p:ext uri="{BB962C8B-B14F-4D97-AF65-F5344CB8AC3E}">
        <p14:creationId xmlns:p14="http://schemas.microsoft.com/office/powerpoint/2010/main" val="436806226"/>
      </p:ext>
    </p:extLst>
  </p:cSld>
  <p:clrMapOvr>
    <a:masterClrMapping/>
  </p:clrMapOvr>
  <p:transition>
    <p:split orient="vert"/>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77126" y="10379"/>
            <a:ext cx="5666874" cy="1111369"/>
          </a:xfrm>
        </p:spPr>
        <p:txBody>
          <a:bodyPr>
            <a:normAutofit/>
          </a:bodyPr>
          <a:lstStyle/>
          <a:p>
            <a:r>
              <a:rPr lang="en-US" sz="3200" dirty="0"/>
              <a:t>Working with </a:t>
            </a:r>
            <a:r>
              <a:rPr lang="en-US" sz="3200" dirty="0" smtClean="0"/>
              <a:t>prototypes</a:t>
            </a:r>
            <a:endParaRPr lang="en-US" dirty="0"/>
          </a:p>
        </p:txBody>
      </p:sp>
      <p:pic>
        <p:nvPicPr>
          <p:cNvPr id="4" name="Picture 3"/>
          <p:cNvPicPr>
            <a:picLocks noChangeAspect="1"/>
          </p:cNvPicPr>
          <p:nvPr/>
        </p:nvPicPr>
        <p:blipFill>
          <a:blip r:embed="rId3"/>
          <a:stretch>
            <a:fillRect/>
          </a:stretch>
        </p:blipFill>
        <p:spPr>
          <a:xfrm>
            <a:off x="457199" y="4330051"/>
            <a:ext cx="8043351" cy="1821367"/>
          </a:xfrm>
          <a:prstGeom prst="rect">
            <a:avLst/>
          </a:prstGeom>
        </p:spPr>
      </p:pic>
      <p:sp>
        <p:nvSpPr>
          <p:cNvPr id="3" name="Footer Placeholder 2"/>
          <p:cNvSpPr>
            <a:spLocks noGrp="1"/>
          </p:cNvSpPr>
          <p:nvPr>
            <p:ph type="ftr" sz="quarter" idx="10"/>
          </p:nvPr>
        </p:nvSpPr>
        <p:spPr/>
        <p:txBody>
          <a:bodyPr/>
          <a:lstStyle/>
          <a:p>
            <a:pPr>
              <a:defRPr/>
            </a:pPr>
            <a:r>
              <a:rPr lang="en-US" smtClean="0"/>
              <a:t>Chapter 15: Risk reduction through prototyping _ BayHV</a:t>
            </a:r>
            <a:endParaRPr lang="en-US"/>
          </a:p>
        </p:txBody>
      </p:sp>
      <p:sp>
        <p:nvSpPr>
          <p:cNvPr id="9" name="Slide Number Placeholder 8"/>
          <p:cNvSpPr>
            <a:spLocks noGrp="1"/>
          </p:cNvSpPr>
          <p:nvPr>
            <p:ph type="sldNum" sz="quarter" idx="11"/>
          </p:nvPr>
        </p:nvSpPr>
        <p:spPr/>
        <p:txBody>
          <a:bodyPr/>
          <a:lstStyle/>
          <a:p>
            <a:pPr>
              <a:defRPr/>
            </a:pPr>
            <a:fld id="{38F81FAE-D748-4BFC-A8B0-D2E750E8899F}" type="slidenum">
              <a:rPr lang="en-US" smtClean="0"/>
              <a:pPr>
                <a:defRPr/>
              </a:pPr>
              <a:t>12</a:t>
            </a:fld>
            <a:endParaRPr lang="en-US" dirty="0"/>
          </a:p>
        </p:txBody>
      </p:sp>
      <p:sp>
        <p:nvSpPr>
          <p:cNvPr id="10" name="Content Placeholder 2"/>
          <p:cNvSpPr>
            <a:spLocks noGrp="1"/>
          </p:cNvSpPr>
          <p:nvPr>
            <p:ph idx="1"/>
          </p:nvPr>
        </p:nvSpPr>
        <p:spPr>
          <a:xfrm>
            <a:off x="228600" y="1142999"/>
            <a:ext cx="8686800" cy="3017521"/>
          </a:xfrm>
        </p:spPr>
        <p:txBody>
          <a:bodyPr>
            <a:normAutofit fontScale="85000" lnSpcReduction="10000"/>
          </a:bodyPr>
          <a:lstStyle/>
          <a:p>
            <a:r>
              <a:rPr lang="en-US" dirty="0"/>
              <a:t>Figure 15-2 shows one possible sequence of development activities that moves from use cases to detailed user interface design with the help of a throwaway prototype</a:t>
            </a:r>
            <a:r>
              <a:rPr lang="en-US" dirty="0" smtClean="0"/>
              <a:t>.</a:t>
            </a:r>
          </a:p>
          <a:p>
            <a:r>
              <a:rPr lang="en-US" dirty="0" smtClean="0"/>
              <a:t>Each </a:t>
            </a:r>
            <a:r>
              <a:rPr lang="en-US" dirty="0"/>
              <a:t>use case description includes a sequence of actor actions and system responses, which you can model by using a dialog map to depict a possible user interface architecture</a:t>
            </a:r>
            <a:r>
              <a:rPr lang="en-US" dirty="0" smtClean="0"/>
              <a:t>.</a:t>
            </a:r>
          </a:p>
          <a:p>
            <a:r>
              <a:rPr lang="en-US" dirty="0" smtClean="0"/>
              <a:t>A </a:t>
            </a:r>
            <a:r>
              <a:rPr lang="en-US" dirty="0"/>
              <a:t>throwaway prototype or a wireframe </a:t>
            </a:r>
            <a:r>
              <a:rPr lang="en-US" dirty="0" smtClean="0"/>
              <a:t>elaborates </a:t>
            </a:r>
            <a:r>
              <a:rPr lang="en-US" sz="1900" dirty="0" smtClean="0"/>
              <a:t>(</a:t>
            </a:r>
            <a:r>
              <a:rPr lang="en-US" sz="1900" dirty="0" err="1" smtClean="0"/>
              <a:t>phác</a:t>
            </a:r>
            <a:r>
              <a:rPr lang="en-US" sz="1900" dirty="0" smtClean="0"/>
              <a:t> </a:t>
            </a:r>
            <a:r>
              <a:rPr lang="en-US" sz="1900" dirty="0" err="1" smtClean="0"/>
              <a:t>thảo</a:t>
            </a:r>
            <a:r>
              <a:rPr lang="en-US" sz="1900" dirty="0" smtClean="0"/>
              <a:t> </a:t>
            </a:r>
            <a:r>
              <a:rPr lang="en-US" sz="1900" dirty="0" err="1" smtClean="0"/>
              <a:t>tỉ</a:t>
            </a:r>
            <a:r>
              <a:rPr lang="en-US" sz="1900" dirty="0" smtClean="0"/>
              <a:t> </a:t>
            </a:r>
            <a:r>
              <a:rPr lang="en-US" sz="1900" dirty="0" err="1" smtClean="0"/>
              <a:t>mỉ</a:t>
            </a:r>
            <a:r>
              <a:rPr lang="en-US" sz="1900" dirty="0" smtClean="0"/>
              <a:t>)</a:t>
            </a:r>
            <a:r>
              <a:rPr lang="en-US" dirty="0" smtClean="0"/>
              <a:t> </a:t>
            </a:r>
            <a:r>
              <a:rPr lang="en-US" dirty="0"/>
              <a:t>the dialog elements into specific screens, menus, and dialog boxes. </a:t>
            </a:r>
          </a:p>
        </p:txBody>
      </p:sp>
    </p:spTree>
    <p:extLst>
      <p:ext uri="{BB962C8B-B14F-4D97-AF65-F5344CB8AC3E}">
        <p14:creationId xmlns:p14="http://schemas.microsoft.com/office/powerpoint/2010/main" val="3102618955"/>
      </p:ext>
    </p:extLst>
  </p:cSld>
  <p:clrMapOvr>
    <a:masterClrMapping/>
  </p:clrMapOvr>
  <p:transition>
    <p:split orient="vert"/>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77126" y="10379"/>
            <a:ext cx="5666874" cy="1111369"/>
          </a:xfrm>
        </p:spPr>
        <p:txBody>
          <a:bodyPr>
            <a:normAutofit/>
          </a:bodyPr>
          <a:lstStyle/>
          <a:p>
            <a:r>
              <a:rPr lang="en-US" dirty="0"/>
              <a:t>Working with </a:t>
            </a:r>
            <a:r>
              <a:rPr lang="en-US" sz="3200" dirty="0" smtClean="0"/>
              <a:t>prototypes</a:t>
            </a:r>
            <a:endParaRPr lang="en-US" dirty="0"/>
          </a:p>
        </p:txBody>
      </p:sp>
      <p:pic>
        <p:nvPicPr>
          <p:cNvPr id="6" name="Picture 5"/>
          <p:cNvPicPr>
            <a:picLocks noChangeAspect="1"/>
          </p:cNvPicPr>
          <p:nvPr/>
        </p:nvPicPr>
        <p:blipFill>
          <a:blip r:embed="rId2"/>
          <a:stretch>
            <a:fillRect/>
          </a:stretch>
        </p:blipFill>
        <p:spPr>
          <a:xfrm>
            <a:off x="4817059" y="1111913"/>
            <a:ext cx="3775020" cy="2639811"/>
          </a:xfrm>
          <a:prstGeom prst="rect">
            <a:avLst/>
          </a:prstGeom>
          <a:ln w="15875" cmpd="dbl">
            <a:solidFill>
              <a:schemeClr val="accent1"/>
            </a:solidFill>
          </a:ln>
        </p:spPr>
      </p:pic>
      <p:pic>
        <p:nvPicPr>
          <p:cNvPr id="7" name="Picture 6"/>
          <p:cNvPicPr>
            <a:picLocks noChangeAspect="1"/>
          </p:cNvPicPr>
          <p:nvPr/>
        </p:nvPicPr>
        <p:blipFill>
          <a:blip r:embed="rId3"/>
          <a:stretch>
            <a:fillRect/>
          </a:stretch>
        </p:blipFill>
        <p:spPr>
          <a:xfrm>
            <a:off x="384493" y="3585517"/>
            <a:ext cx="3663394" cy="2945240"/>
          </a:xfrm>
          <a:prstGeom prst="rect">
            <a:avLst/>
          </a:prstGeom>
          <a:ln w="15875" cmpd="dbl">
            <a:solidFill>
              <a:schemeClr val="accent1"/>
            </a:solidFill>
          </a:ln>
        </p:spPr>
      </p:pic>
      <p:pic>
        <p:nvPicPr>
          <p:cNvPr id="8" name="Picture 7"/>
          <p:cNvPicPr>
            <a:picLocks noChangeAspect="1"/>
          </p:cNvPicPr>
          <p:nvPr/>
        </p:nvPicPr>
        <p:blipFill>
          <a:blip r:embed="rId4"/>
          <a:stretch>
            <a:fillRect/>
          </a:stretch>
        </p:blipFill>
        <p:spPr>
          <a:xfrm>
            <a:off x="5790928" y="3902256"/>
            <a:ext cx="3353072" cy="2628501"/>
          </a:xfrm>
          <a:prstGeom prst="rect">
            <a:avLst/>
          </a:prstGeom>
          <a:ln w="15875" cmpd="dbl">
            <a:solidFill>
              <a:schemeClr val="accent1"/>
            </a:solidFill>
          </a:ln>
        </p:spPr>
      </p:pic>
      <p:sp>
        <p:nvSpPr>
          <p:cNvPr id="3" name="Footer Placeholder 2"/>
          <p:cNvSpPr>
            <a:spLocks noGrp="1"/>
          </p:cNvSpPr>
          <p:nvPr>
            <p:ph type="ftr" sz="quarter" idx="10"/>
          </p:nvPr>
        </p:nvSpPr>
        <p:spPr/>
        <p:txBody>
          <a:bodyPr/>
          <a:lstStyle/>
          <a:p>
            <a:pPr>
              <a:defRPr/>
            </a:pPr>
            <a:r>
              <a:rPr lang="en-US" smtClean="0"/>
              <a:t>Chapter 15: Risk reduction through prototyping _ BayHV</a:t>
            </a:r>
            <a:endParaRPr lang="en-US"/>
          </a:p>
        </p:txBody>
      </p:sp>
      <p:sp>
        <p:nvSpPr>
          <p:cNvPr id="9" name="Slide Number Placeholder 8"/>
          <p:cNvSpPr>
            <a:spLocks noGrp="1"/>
          </p:cNvSpPr>
          <p:nvPr>
            <p:ph type="sldNum" sz="quarter" idx="11"/>
          </p:nvPr>
        </p:nvSpPr>
        <p:spPr/>
        <p:txBody>
          <a:bodyPr/>
          <a:lstStyle/>
          <a:p>
            <a:pPr>
              <a:defRPr/>
            </a:pPr>
            <a:fld id="{38F81FAE-D748-4BFC-A8B0-D2E750E8899F}" type="slidenum">
              <a:rPr lang="en-US" smtClean="0"/>
              <a:pPr>
                <a:defRPr/>
              </a:pPr>
              <a:t>13</a:t>
            </a:fld>
            <a:endParaRPr lang="en-US" dirty="0"/>
          </a:p>
        </p:txBody>
      </p:sp>
      <p:pic>
        <p:nvPicPr>
          <p:cNvPr id="10" name="Picture 9"/>
          <p:cNvPicPr>
            <a:picLocks noChangeAspect="1"/>
          </p:cNvPicPr>
          <p:nvPr/>
        </p:nvPicPr>
        <p:blipFill>
          <a:blip r:embed="rId5"/>
          <a:stretch>
            <a:fillRect/>
          </a:stretch>
        </p:blipFill>
        <p:spPr>
          <a:xfrm>
            <a:off x="122010" y="1121748"/>
            <a:ext cx="3588090" cy="2328034"/>
          </a:xfrm>
          <a:prstGeom prst="rect">
            <a:avLst/>
          </a:prstGeom>
          <a:ln cmpd="dbl">
            <a:solidFill>
              <a:schemeClr val="accent1"/>
            </a:solidFill>
          </a:ln>
        </p:spPr>
      </p:pic>
      <p:sp>
        <p:nvSpPr>
          <p:cNvPr id="11" name="Right Arrow 10"/>
          <p:cNvSpPr/>
          <p:nvPr/>
        </p:nvSpPr>
        <p:spPr>
          <a:xfrm>
            <a:off x="3921130" y="1884218"/>
            <a:ext cx="761705" cy="40154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ight Arrow 11"/>
          <p:cNvSpPr/>
          <p:nvPr/>
        </p:nvSpPr>
        <p:spPr>
          <a:xfrm>
            <a:off x="4133992" y="5617394"/>
            <a:ext cx="1656936" cy="40154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ight Arrow 12"/>
          <p:cNvSpPr/>
          <p:nvPr/>
        </p:nvSpPr>
        <p:spPr>
          <a:xfrm rot="8005221">
            <a:off x="4036451" y="3725815"/>
            <a:ext cx="792044" cy="307849"/>
          </a:xfrm>
          <a:prstGeom prst="rightArrow">
            <a:avLst>
              <a:gd name="adj1" fmla="val 84502"/>
              <a:gd name="adj2" fmla="val 50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64540416"/>
      </p:ext>
    </p:extLst>
  </p:cSld>
  <p:clrMapOvr>
    <a:masterClrMapping/>
  </p:clrMapOvr>
  <p:transition>
    <p:split orient="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500" fill="hold"/>
                                        <p:tgtEl>
                                          <p:spTgt spid="10"/>
                                        </p:tgtEl>
                                        <p:attrNameLst>
                                          <p:attrName>ppt_w</p:attrName>
                                        </p:attrNameLst>
                                      </p:cBhvr>
                                      <p:tavLst>
                                        <p:tav tm="0">
                                          <p:val>
                                            <p:fltVal val="0"/>
                                          </p:val>
                                        </p:tav>
                                        <p:tav tm="100000">
                                          <p:val>
                                            <p:strVal val="#ppt_w"/>
                                          </p:val>
                                        </p:tav>
                                      </p:tavLst>
                                    </p:anim>
                                    <p:anim calcmode="lin" valueType="num">
                                      <p:cBhvr>
                                        <p:cTn id="8" dur="500" fill="hold"/>
                                        <p:tgtEl>
                                          <p:spTgt spid="10"/>
                                        </p:tgtEl>
                                        <p:attrNameLst>
                                          <p:attrName>ppt_h</p:attrName>
                                        </p:attrNameLst>
                                      </p:cBhvr>
                                      <p:tavLst>
                                        <p:tav tm="0">
                                          <p:val>
                                            <p:fltVal val="0"/>
                                          </p:val>
                                        </p:tav>
                                        <p:tav tm="100000">
                                          <p:val>
                                            <p:strVal val="#ppt_h"/>
                                          </p:val>
                                        </p:tav>
                                      </p:tavLst>
                                    </p:anim>
                                    <p:animEffect transition="in" filter="fade">
                                      <p:cBhvr>
                                        <p:cTn id="9" dur="500"/>
                                        <p:tgtEl>
                                          <p:spTgt spid="10"/>
                                        </p:tgtEl>
                                      </p:cBhvr>
                                    </p:animEffect>
                                  </p:childTnLst>
                                </p:cTn>
                              </p:par>
                            </p:childTnLst>
                          </p:cTn>
                        </p:par>
                      </p:childTnLst>
                    </p:cTn>
                  </p:par>
                  <p:par>
                    <p:cTn id="10" fill="hold">
                      <p:stCondLst>
                        <p:cond delay="indefinite"/>
                      </p:stCondLst>
                      <p:childTnLst>
                        <p:par>
                          <p:cTn id="11" fill="hold">
                            <p:stCondLst>
                              <p:cond delay="0"/>
                            </p:stCondLst>
                            <p:childTnLst>
                              <p:par>
                                <p:cTn id="12" presetID="31" presetClass="entr" presetSubtype="0" fill="hold" grpId="0" nodeType="clickEffect">
                                  <p:stCondLst>
                                    <p:cond delay="0"/>
                                  </p:stCondLst>
                                  <p:childTnLst>
                                    <p:set>
                                      <p:cBhvr>
                                        <p:cTn id="13" dur="1" fill="hold">
                                          <p:stCondLst>
                                            <p:cond delay="0"/>
                                          </p:stCondLst>
                                        </p:cTn>
                                        <p:tgtEl>
                                          <p:spTgt spid="11"/>
                                        </p:tgtEl>
                                        <p:attrNameLst>
                                          <p:attrName>style.visibility</p:attrName>
                                        </p:attrNameLst>
                                      </p:cBhvr>
                                      <p:to>
                                        <p:strVal val="visible"/>
                                      </p:to>
                                    </p:set>
                                    <p:anim calcmode="lin" valueType="num">
                                      <p:cBhvr>
                                        <p:cTn id="14" dur="1000" fill="hold"/>
                                        <p:tgtEl>
                                          <p:spTgt spid="11"/>
                                        </p:tgtEl>
                                        <p:attrNameLst>
                                          <p:attrName>ppt_w</p:attrName>
                                        </p:attrNameLst>
                                      </p:cBhvr>
                                      <p:tavLst>
                                        <p:tav tm="0">
                                          <p:val>
                                            <p:fltVal val="0"/>
                                          </p:val>
                                        </p:tav>
                                        <p:tav tm="100000">
                                          <p:val>
                                            <p:strVal val="#ppt_w"/>
                                          </p:val>
                                        </p:tav>
                                      </p:tavLst>
                                    </p:anim>
                                    <p:anim calcmode="lin" valueType="num">
                                      <p:cBhvr>
                                        <p:cTn id="15" dur="1000" fill="hold"/>
                                        <p:tgtEl>
                                          <p:spTgt spid="11"/>
                                        </p:tgtEl>
                                        <p:attrNameLst>
                                          <p:attrName>ppt_h</p:attrName>
                                        </p:attrNameLst>
                                      </p:cBhvr>
                                      <p:tavLst>
                                        <p:tav tm="0">
                                          <p:val>
                                            <p:fltVal val="0"/>
                                          </p:val>
                                        </p:tav>
                                        <p:tav tm="100000">
                                          <p:val>
                                            <p:strVal val="#ppt_h"/>
                                          </p:val>
                                        </p:tav>
                                      </p:tavLst>
                                    </p:anim>
                                    <p:anim calcmode="lin" valueType="num">
                                      <p:cBhvr>
                                        <p:cTn id="16" dur="1000" fill="hold"/>
                                        <p:tgtEl>
                                          <p:spTgt spid="11"/>
                                        </p:tgtEl>
                                        <p:attrNameLst>
                                          <p:attrName>style.rotation</p:attrName>
                                        </p:attrNameLst>
                                      </p:cBhvr>
                                      <p:tavLst>
                                        <p:tav tm="0">
                                          <p:val>
                                            <p:fltVal val="90"/>
                                          </p:val>
                                        </p:tav>
                                        <p:tav tm="100000">
                                          <p:val>
                                            <p:fltVal val="0"/>
                                          </p:val>
                                        </p:tav>
                                      </p:tavLst>
                                    </p:anim>
                                    <p:animEffect transition="in" filter="fade">
                                      <p:cBhvr>
                                        <p:cTn id="17" dur="1000"/>
                                        <p:tgtEl>
                                          <p:spTgt spid="11"/>
                                        </p:tgtEl>
                                      </p:cBhvr>
                                    </p:animEffect>
                                  </p:childTnLst>
                                </p:cTn>
                              </p:par>
                            </p:childTnLst>
                          </p:cTn>
                        </p:par>
                        <p:par>
                          <p:cTn id="18" fill="hold">
                            <p:stCondLst>
                              <p:cond delay="1000"/>
                            </p:stCondLst>
                            <p:childTnLst>
                              <p:par>
                                <p:cTn id="19" presetID="6" presetClass="entr" presetSubtype="16" fill="hold" nodeType="after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circle(in)">
                                      <p:cBhvr>
                                        <p:cTn id="21" dur="2000"/>
                                        <p:tgtEl>
                                          <p:spTgt spid="6"/>
                                        </p:tgtEl>
                                      </p:cBhvr>
                                    </p:animEffect>
                                  </p:childTnLst>
                                </p:cTn>
                              </p:par>
                            </p:childTnLst>
                          </p:cTn>
                        </p:par>
                      </p:childTnLst>
                    </p:cTn>
                  </p:par>
                  <p:par>
                    <p:cTn id="22" fill="hold">
                      <p:stCondLst>
                        <p:cond delay="indefinite"/>
                      </p:stCondLst>
                      <p:childTnLst>
                        <p:par>
                          <p:cTn id="23" fill="hold">
                            <p:stCondLst>
                              <p:cond delay="0"/>
                            </p:stCondLst>
                            <p:childTnLst>
                              <p:par>
                                <p:cTn id="24" presetID="31" presetClass="entr" presetSubtype="0" fill="hold" grpId="0" nodeType="clickEffect">
                                  <p:stCondLst>
                                    <p:cond delay="0"/>
                                  </p:stCondLst>
                                  <p:childTnLst>
                                    <p:set>
                                      <p:cBhvr>
                                        <p:cTn id="25" dur="1" fill="hold">
                                          <p:stCondLst>
                                            <p:cond delay="0"/>
                                          </p:stCondLst>
                                        </p:cTn>
                                        <p:tgtEl>
                                          <p:spTgt spid="13"/>
                                        </p:tgtEl>
                                        <p:attrNameLst>
                                          <p:attrName>style.visibility</p:attrName>
                                        </p:attrNameLst>
                                      </p:cBhvr>
                                      <p:to>
                                        <p:strVal val="visible"/>
                                      </p:to>
                                    </p:set>
                                    <p:anim calcmode="lin" valueType="num">
                                      <p:cBhvr>
                                        <p:cTn id="26" dur="1000" fill="hold"/>
                                        <p:tgtEl>
                                          <p:spTgt spid="13"/>
                                        </p:tgtEl>
                                        <p:attrNameLst>
                                          <p:attrName>ppt_w</p:attrName>
                                        </p:attrNameLst>
                                      </p:cBhvr>
                                      <p:tavLst>
                                        <p:tav tm="0">
                                          <p:val>
                                            <p:fltVal val="0"/>
                                          </p:val>
                                        </p:tav>
                                        <p:tav tm="100000">
                                          <p:val>
                                            <p:strVal val="#ppt_w"/>
                                          </p:val>
                                        </p:tav>
                                      </p:tavLst>
                                    </p:anim>
                                    <p:anim calcmode="lin" valueType="num">
                                      <p:cBhvr>
                                        <p:cTn id="27" dur="1000" fill="hold"/>
                                        <p:tgtEl>
                                          <p:spTgt spid="13"/>
                                        </p:tgtEl>
                                        <p:attrNameLst>
                                          <p:attrName>ppt_h</p:attrName>
                                        </p:attrNameLst>
                                      </p:cBhvr>
                                      <p:tavLst>
                                        <p:tav tm="0">
                                          <p:val>
                                            <p:fltVal val="0"/>
                                          </p:val>
                                        </p:tav>
                                        <p:tav tm="100000">
                                          <p:val>
                                            <p:strVal val="#ppt_h"/>
                                          </p:val>
                                        </p:tav>
                                      </p:tavLst>
                                    </p:anim>
                                    <p:anim calcmode="lin" valueType="num">
                                      <p:cBhvr>
                                        <p:cTn id="28" dur="1000" fill="hold"/>
                                        <p:tgtEl>
                                          <p:spTgt spid="13"/>
                                        </p:tgtEl>
                                        <p:attrNameLst>
                                          <p:attrName>style.rotation</p:attrName>
                                        </p:attrNameLst>
                                      </p:cBhvr>
                                      <p:tavLst>
                                        <p:tav tm="0">
                                          <p:val>
                                            <p:fltVal val="90"/>
                                          </p:val>
                                        </p:tav>
                                        <p:tav tm="100000">
                                          <p:val>
                                            <p:fltVal val="0"/>
                                          </p:val>
                                        </p:tav>
                                      </p:tavLst>
                                    </p:anim>
                                    <p:animEffect transition="in" filter="fade">
                                      <p:cBhvr>
                                        <p:cTn id="29" dur="1000"/>
                                        <p:tgtEl>
                                          <p:spTgt spid="13"/>
                                        </p:tgtEl>
                                      </p:cBhvr>
                                    </p:animEffect>
                                  </p:childTnLst>
                                </p:cTn>
                              </p:par>
                            </p:childTnLst>
                          </p:cTn>
                        </p:par>
                        <p:par>
                          <p:cTn id="30" fill="hold">
                            <p:stCondLst>
                              <p:cond delay="1000"/>
                            </p:stCondLst>
                            <p:childTnLst>
                              <p:par>
                                <p:cTn id="31" presetID="6" presetClass="entr" presetSubtype="16" fill="hold" nodeType="afterEffect">
                                  <p:stCondLst>
                                    <p:cond delay="0"/>
                                  </p:stCondLst>
                                  <p:childTnLst>
                                    <p:set>
                                      <p:cBhvr>
                                        <p:cTn id="32" dur="1" fill="hold">
                                          <p:stCondLst>
                                            <p:cond delay="0"/>
                                          </p:stCondLst>
                                        </p:cTn>
                                        <p:tgtEl>
                                          <p:spTgt spid="7"/>
                                        </p:tgtEl>
                                        <p:attrNameLst>
                                          <p:attrName>style.visibility</p:attrName>
                                        </p:attrNameLst>
                                      </p:cBhvr>
                                      <p:to>
                                        <p:strVal val="visible"/>
                                      </p:to>
                                    </p:set>
                                    <p:animEffect transition="in" filter="circle(in)">
                                      <p:cBhvr>
                                        <p:cTn id="33" dur="2000"/>
                                        <p:tgtEl>
                                          <p:spTgt spid="7"/>
                                        </p:tgtEl>
                                      </p:cBhvr>
                                    </p:animEffect>
                                  </p:childTnLst>
                                </p:cTn>
                              </p:par>
                            </p:childTnLst>
                          </p:cTn>
                        </p:par>
                      </p:childTnLst>
                    </p:cTn>
                  </p:par>
                  <p:par>
                    <p:cTn id="34" fill="hold">
                      <p:stCondLst>
                        <p:cond delay="indefinite"/>
                      </p:stCondLst>
                      <p:childTnLst>
                        <p:par>
                          <p:cTn id="35" fill="hold">
                            <p:stCondLst>
                              <p:cond delay="0"/>
                            </p:stCondLst>
                            <p:childTnLst>
                              <p:par>
                                <p:cTn id="36" presetID="31" presetClass="entr" presetSubtype="0" fill="hold" grpId="1" nodeType="clickEffect">
                                  <p:stCondLst>
                                    <p:cond delay="0"/>
                                  </p:stCondLst>
                                  <p:childTnLst>
                                    <p:set>
                                      <p:cBhvr>
                                        <p:cTn id="37" dur="1" fill="hold">
                                          <p:stCondLst>
                                            <p:cond delay="0"/>
                                          </p:stCondLst>
                                        </p:cTn>
                                        <p:tgtEl>
                                          <p:spTgt spid="12"/>
                                        </p:tgtEl>
                                        <p:attrNameLst>
                                          <p:attrName>style.visibility</p:attrName>
                                        </p:attrNameLst>
                                      </p:cBhvr>
                                      <p:to>
                                        <p:strVal val="visible"/>
                                      </p:to>
                                    </p:set>
                                    <p:anim calcmode="lin" valueType="num">
                                      <p:cBhvr>
                                        <p:cTn id="38" dur="1000" fill="hold"/>
                                        <p:tgtEl>
                                          <p:spTgt spid="12"/>
                                        </p:tgtEl>
                                        <p:attrNameLst>
                                          <p:attrName>ppt_w</p:attrName>
                                        </p:attrNameLst>
                                      </p:cBhvr>
                                      <p:tavLst>
                                        <p:tav tm="0">
                                          <p:val>
                                            <p:fltVal val="0"/>
                                          </p:val>
                                        </p:tav>
                                        <p:tav tm="100000">
                                          <p:val>
                                            <p:strVal val="#ppt_w"/>
                                          </p:val>
                                        </p:tav>
                                      </p:tavLst>
                                    </p:anim>
                                    <p:anim calcmode="lin" valueType="num">
                                      <p:cBhvr>
                                        <p:cTn id="39" dur="1000" fill="hold"/>
                                        <p:tgtEl>
                                          <p:spTgt spid="12"/>
                                        </p:tgtEl>
                                        <p:attrNameLst>
                                          <p:attrName>ppt_h</p:attrName>
                                        </p:attrNameLst>
                                      </p:cBhvr>
                                      <p:tavLst>
                                        <p:tav tm="0">
                                          <p:val>
                                            <p:fltVal val="0"/>
                                          </p:val>
                                        </p:tav>
                                        <p:tav tm="100000">
                                          <p:val>
                                            <p:strVal val="#ppt_h"/>
                                          </p:val>
                                        </p:tav>
                                      </p:tavLst>
                                    </p:anim>
                                    <p:anim calcmode="lin" valueType="num">
                                      <p:cBhvr>
                                        <p:cTn id="40" dur="1000" fill="hold"/>
                                        <p:tgtEl>
                                          <p:spTgt spid="12"/>
                                        </p:tgtEl>
                                        <p:attrNameLst>
                                          <p:attrName>style.rotation</p:attrName>
                                        </p:attrNameLst>
                                      </p:cBhvr>
                                      <p:tavLst>
                                        <p:tav tm="0">
                                          <p:val>
                                            <p:fltVal val="90"/>
                                          </p:val>
                                        </p:tav>
                                        <p:tav tm="100000">
                                          <p:val>
                                            <p:fltVal val="0"/>
                                          </p:val>
                                        </p:tav>
                                      </p:tavLst>
                                    </p:anim>
                                    <p:animEffect transition="in" filter="fade">
                                      <p:cBhvr>
                                        <p:cTn id="41" dur="1000"/>
                                        <p:tgtEl>
                                          <p:spTgt spid="12"/>
                                        </p:tgtEl>
                                      </p:cBhvr>
                                    </p:animEffect>
                                  </p:childTnLst>
                                </p:cTn>
                              </p:par>
                            </p:childTnLst>
                          </p:cTn>
                        </p:par>
                        <p:par>
                          <p:cTn id="42" fill="hold">
                            <p:stCondLst>
                              <p:cond delay="1000"/>
                            </p:stCondLst>
                            <p:childTnLst>
                              <p:par>
                                <p:cTn id="43" presetID="6" presetClass="entr" presetSubtype="16" fill="hold" nodeType="afterEffect">
                                  <p:stCondLst>
                                    <p:cond delay="0"/>
                                  </p:stCondLst>
                                  <p:childTnLst>
                                    <p:set>
                                      <p:cBhvr>
                                        <p:cTn id="44" dur="1" fill="hold">
                                          <p:stCondLst>
                                            <p:cond delay="0"/>
                                          </p:stCondLst>
                                        </p:cTn>
                                        <p:tgtEl>
                                          <p:spTgt spid="8"/>
                                        </p:tgtEl>
                                        <p:attrNameLst>
                                          <p:attrName>style.visibility</p:attrName>
                                        </p:attrNameLst>
                                      </p:cBhvr>
                                      <p:to>
                                        <p:strVal val="visible"/>
                                      </p:to>
                                    </p:set>
                                    <p:animEffect transition="in" filter="circle(in)">
                                      <p:cBhvr>
                                        <p:cTn id="45" dur="2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1" animBg="1"/>
      <p:bldP spid="13"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77092" y="1168400"/>
            <a:ext cx="8659090" cy="5172075"/>
          </a:xfrm>
        </p:spPr>
        <p:txBody>
          <a:bodyPr>
            <a:normAutofit fontScale="92500" lnSpcReduction="10000"/>
          </a:bodyPr>
          <a:lstStyle/>
          <a:p>
            <a:r>
              <a:rPr lang="en-US" dirty="0"/>
              <a:t>Prototype evaluation is related to usability </a:t>
            </a:r>
            <a:r>
              <a:rPr lang="en-US" dirty="0" smtClean="0"/>
              <a:t>testing. </a:t>
            </a:r>
            <a:r>
              <a:rPr lang="en-US" dirty="0"/>
              <a:t>You’ll learn more by watching users work with the prototype than just by asking them to tell you what they think of it. </a:t>
            </a:r>
            <a:endParaRPr lang="en-US" dirty="0" smtClean="0"/>
          </a:p>
          <a:p>
            <a:r>
              <a:rPr lang="en-US" dirty="0" smtClean="0"/>
              <a:t>You </a:t>
            </a:r>
            <a:r>
              <a:rPr lang="en-US" dirty="0"/>
              <a:t>might ask the following questions:</a:t>
            </a:r>
          </a:p>
          <a:p>
            <a:pPr lvl="1"/>
            <a:r>
              <a:rPr lang="en-US" dirty="0" smtClean="0"/>
              <a:t>Does </a:t>
            </a:r>
            <a:r>
              <a:rPr lang="en-US" dirty="0"/>
              <a:t>the prototype implement the functionality in the way you </a:t>
            </a:r>
            <a:r>
              <a:rPr lang="en-US" dirty="0" smtClean="0"/>
              <a:t>expected?</a:t>
            </a:r>
          </a:p>
          <a:p>
            <a:pPr lvl="1"/>
            <a:r>
              <a:rPr lang="en-US" dirty="0" smtClean="0"/>
              <a:t>What </a:t>
            </a:r>
            <a:r>
              <a:rPr lang="en-US" dirty="0"/>
              <a:t>functionality is missing from the prototype</a:t>
            </a:r>
            <a:r>
              <a:rPr lang="en-US" dirty="0" smtClean="0"/>
              <a:t>?</a:t>
            </a:r>
          </a:p>
          <a:p>
            <a:pPr lvl="1"/>
            <a:r>
              <a:rPr lang="en-US" dirty="0" smtClean="0"/>
              <a:t>Can </a:t>
            </a:r>
            <a:r>
              <a:rPr lang="en-US" dirty="0"/>
              <a:t>you think of any possible error conditions that the prototype doesn’t </a:t>
            </a:r>
            <a:r>
              <a:rPr lang="en-US" dirty="0" smtClean="0"/>
              <a:t>address?</a:t>
            </a:r>
          </a:p>
          <a:p>
            <a:pPr lvl="1"/>
            <a:r>
              <a:rPr lang="en-US" dirty="0" smtClean="0"/>
              <a:t>Are </a:t>
            </a:r>
            <a:r>
              <a:rPr lang="en-US" dirty="0"/>
              <a:t>any unnecessary functions </a:t>
            </a:r>
            <a:r>
              <a:rPr lang="en-US" dirty="0" smtClean="0"/>
              <a:t>present?</a:t>
            </a:r>
          </a:p>
          <a:p>
            <a:pPr lvl="1"/>
            <a:r>
              <a:rPr lang="en-US" dirty="0" smtClean="0"/>
              <a:t>How </a:t>
            </a:r>
            <a:r>
              <a:rPr lang="en-US" dirty="0"/>
              <a:t>logical and complete does the navigation seem to </a:t>
            </a:r>
            <a:r>
              <a:rPr lang="en-US" dirty="0" smtClean="0"/>
              <a:t>you?</a:t>
            </a:r>
          </a:p>
          <a:p>
            <a:pPr lvl="1"/>
            <a:r>
              <a:rPr lang="en-US" dirty="0" smtClean="0"/>
              <a:t>Are </a:t>
            </a:r>
            <a:r>
              <a:rPr lang="en-US" dirty="0"/>
              <a:t>there ways to simplify any of the tasks that require too many interaction </a:t>
            </a:r>
            <a:r>
              <a:rPr lang="en-US" dirty="0" smtClean="0"/>
              <a:t>steps?</a:t>
            </a:r>
          </a:p>
          <a:p>
            <a:pPr lvl="1"/>
            <a:r>
              <a:rPr lang="en-US" dirty="0" smtClean="0"/>
              <a:t>Were </a:t>
            </a:r>
            <a:r>
              <a:rPr lang="en-US" dirty="0"/>
              <a:t>you ever unsure of what to do next?</a:t>
            </a:r>
          </a:p>
        </p:txBody>
      </p:sp>
      <p:sp>
        <p:nvSpPr>
          <p:cNvPr id="2" name="Title 1"/>
          <p:cNvSpPr>
            <a:spLocks noGrp="1"/>
          </p:cNvSpPr>
          <p:nvPr>
            <p:ph type="title"/>
          </p:nvPr>
        </p:nvSpPr>
        <p:spPr>
          <a:xfrm>
            <a:off x="2819400" y="27105"/>
            <a:ext cx="6324600" cy="1125420"/>
          </a:xfrm>
        </p:spPr>
        <p:txBody>
          <a:bodyPr>
            <a:normAutofit/>
          </a:bodyPr>
          <a:lstStyle/>
          <a:p>
            <a:r>
              <a:rPr lang="en-US" sz="3200" dirty="0"/>
              <a:t>Prototype </a:t>
            </a:r>
            <a:r>
              <a:rPr lang="en-US" sz="3200" dirty="0" smtClean="0"/>
              <a:t>evaluation</a:t>
            </a:r>
            <a:endParaRPr lang="en-US" sz="3200" dirty="0"/>
          </a:p>
        </p:txBody>
      </p:sp>
      <p:sp>
        <p:nvSpPr>
          <p:cNvPr id="4" name="Footer Placeholder 3"/>
          <p:cNvSpPr>
            <a:spLocks noGrp="1"/>
          </p:cNvSpPr>
          <p:nvPr>
            <p:ph type="ftr" sz="quarter" idx="10"/>
          </p:nvPr>
        </p:nvSpPr>
        <p:spPr/>
        <p:txBody>
          <a:bodyPr/>
          <a:lstStyle/>
          <a:p>
            <a:pPr>
              <a:defRPr/>
            </a:pPr>
            <a:r>
              <a:rPr lang="en-US" smtClean="0"/>
              <a:t>Chapter 15: Risk reduction through prototyping _ 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14</a:t>
            </a:fld>
            <a:endParaRPr lang="en-US" dirty="0"/>
          </a:p>
        </p:txBody>
      </p:sp>
    </p:spTree>
    <p:extLst>
      <p:ext uri="{BB962C8B-B14F-4D97-AF65-F5344CB8AC3E}">
        <p14:creationId xmlns:p14="http://schemas.microsoft.com/office/powerpoint/2010/main" val="2277610704"/>
      </p:ext>
    </p:extLst>
  </p:cSld>
  <p:clrMapOvr>
    <a:masterClrMapping/>
  </p:clrMapOvr>
  <p:transition>
    <p:split orient="vert"/>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85000" lnSpcReduction="20000"/>
          </a:bodyPr>
          <a:lstStyle/>
          <a:p>
            <a:pPr marL="0" indent="0">
              <a:buNone/>
            </a:pPr>
            <a:r>
              <a:rPr lang="en-US" dirty="0"/>
              <a:t>Creating even a simple prototype costs time and money. Although prototyping reduces the risk of software project failure, it poses its own risks, some of which are explained in this section.</a:t>
            </a:r>
            <a:endParaRPr lang="en-US" dirty="0" smtClean="0"/>
          </a:p>
          <a:p>
            <a:r>
              <a:rPr lang="en-US" dirty="0" smtClean="0"/>
              <a:t>Pressure </a:t>
            </a:r>
            <a:r>
              <a:rPr lang="en-US" dirty="0"/>
              <a:t>to release the </a:t>
            </a:r>
            <a:r>
              <a:rPr lang="en-US" dirty="0" smtClean="0"/>
              <a:t>prototype:</a:t>
            </a:r>
          </a:p>
          <a:p>
            <a:pPr lvl="1"/>
            <a:r>
              <a:rPr lang="en-US" dirty="0"/>
              <a:t>The biggest risk is that a stakeholder will see a running throwaway prototype and conclude that the product is nearly completed. “This looks great. Can you just finish this up and give it to me</a:t>
            </a:r>
            <a:r>
              <a:rPr lang="en-US" dirty="0" smtClean="0"/>
              <a:t>?”</a:t>
            </a:r>
          </a:p>
          <a:p>
            <a:pPr lvl="1"/>
            <a:r>
              <a:rPr lang="en-US" dirty="0"/>
              <a:t>A throwaway prototype is never intended for production use, no matter how much it looks like the real thing. It is merely a model, a simulation, an experiment</a:t>
            </a:r>
            <a:r>
              <a:rPr lang="en-US" dirty="0" smtClean="0"/>
              <a:t>.</a:t>
            </a:r>
          </a:p>
          <a:p>
            <a:pPr marL="457200" lvl="1" indent="0">
              <a:buNone/>
            </a:pPr>
            <a:endParaRPr lang="en-US" dirty="0" smtClean="0"/>
          </a:p>
          <a:p>
            <a:r>
              <a:rPr lang="en-US" dirty="0"/>
              <a:t>Distraction by </a:t>
            </a:r>
            <a:r>
              <a:rPr lang="en-US" dirty="0" smtClean="0"/>
              <a:t>details:</a:t>
            </a:r>
          </a:p>
          <a:p>
            <a:pPr lvl="1"/>
            <a:r>
              <a:rPr lang="en-US" dirty="0"/>
              <a:t>Another risk of prototyping is that users become fixated on </a:t>
            </a:r>
            <a:r>
              <a:rPr lang="en-US" sz="1600" dirty="0" smtClean="0"/>
              <a:t>(</a:t>
            </a:r>
            <a:r>
              <a:rPr lang="en-US" sz="1600" dirty="0" err="1" smtClean="0"/>
              <a:t>gắn</a:t>
            </a:r>
            <a:r>
              <a:rPr lang="en-US" sz="1600" dirty="0" smtClean="0"/>
              <a:t> </a:t>
            </a:r>
            <a:r>
              <a:rPr lang="en-US" sz="1600" dirty="0" err="1" smtClean="0"/>
              <a:t>bó</a:t>
            </a:r>
            <a:r>
              <a:rPr lang="en-US" sz="1600" dirty="0" smtClean="0"/>
              <a:t> </a:t>
            </a:r>
            <a:r>
              <a:rPr lang="en-US" sz="1600" dirty="0" err="1" smtClean="0"/>
              <a:t>với</a:t>
            </a:r>
            <a:r>
              <a:rPr lang="en-US" sz="1600" dirty="0" smtClean="0"/>
              <a:t>) </a:t>
            </a:r>
            <a:r>
              <a:rPr lang="en-US" dirty="0" smtClean="0"/>
              <a:t>details </a:t>
            </a:r>
            <a:r>
              <a:rPr lang="en-US" dirty="0"/>
              <a:t>about how the user interface will look and operate. </a:t>
            </a:r>
            <a:endParaRPr lang="en-US" dirty="0" smtClean="0"/>
          </a:p>
          <a:p>
            <a:pPr lvl="1"/>
            <a:r>
              <a:rPr lang="en-US" dirty="0" smtClean="0"/>
              <a:t>When </a:t>
            </a:r>
            <a:r>
              <a:rPr lang="en-US" dirty="0"/>
              <a:t>working with real-looking prototypes, it’s easy for users to forget that they should be primarily concerned with conceptual issues at the requirements stage. </a:t>
            </a:r>
            <a:endParaRPr lang="en-US" dirty="0" smtClean="0"/>
          </a:p>
        </p:txBody>
      </p:sp>
      <p:sp>
        <p:nvSpPr>
          <p:cNvPr id="2" name="Title 1"/>
          <p:cNvSpPr>
            <a:spLocks noGrp="1"/>
          </p:cNvSpPr>
          <p:nvPr>
            <p:ph type="title"/>
          </p:nvPr>
        </p:nvSpPr>
        <p:spPr>
          <a:xfrm>
            <a:off x="2819400" y="27105"/>
            <a:ext cx="6324600" cy="947620"/>
          </a:xfrm>
        </p:spPr>
        <p:txBody>
          <a:bodyPr>
            <a:normAutofit/>
          </a:bodyPr>
          <a:lstStyle/>
          <a:p>
            <a:r>
              <a:rPr lang="en-US" sz="3200" dirty="0"/>
              <a:t>Risks of </a:t>
            </a:r>
            <a:r>
              <a:rPr lang="en-US" sz="3200" dirty="0" smtClean="0"/>
              <a:t>prototyping</a:t>
            </a:r>
            <a:endParaRPr lang="en-US" sz="3200" dirty="0"/>
          </a:p>
        </p:txBody>
      </p:sp>
      <p:sp>
        <p:nvSpPr>
          <p:cNvPr id="4" name="Footer Placeholder 3"/>
          <p:cNvSpPr>
            <a:spLocks noGrp="1"/>
          </p:cNvSpPr>
          <p:nvPr>
            <p:ph type="ftr" sz="quarter" idx="10"/>
          </p:nvPr>
        </p:nvSpPr>
        <p:spPr/>
        <p:txBody>
          <a:bodyPr/>
          <a:lstStyle/>
          <a:p>
            <a:pPr>
              <a:defRPr/>
            </a:pPr>
            <a:r>
              <a:rPr lang="en-US" smtClean="0"/>
              <a:t>Chapter 15: Risk reduction through prototyping _ 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15</a:t>
            </a:fld>
            <a:endParaRPr lang="en-US" dirty="0"/>
          </a:p>
        </p:txBody>
      </p:sp>
    </p:spTree>
    <p:extLst>
      <p:ext uri="{BB962C8B-B14F-4D97-AF65-F5344CB8AC3E}">
        <p14:creationId xmlns:p14="http://schemas.microsoft.com/office/powerpoint/2010/main" val="2170746490"/>
      </p:ext>
    </p:extLst>
  </p:cSld>
  <p:clrMapOvr>
    <a:masterClrMapping/>
  </p:clrMapOvr>
  <p:transition>
    <p:split orient="vert"/>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142999"/>
            <a:ext cx="8686800" cy="5197475"/>
          </a:xfrm>
        </p:spPr>
        <p:txBody>
          <a:bodyPr>
            <a:normAutofit fontScale="92500"/>
          </a:bodyPr>
          <a:lstStyle/>
          <a:p>
            <a:r>
              <a:rPr lang="en-US" dirty="0" smtClean="0"/>
              <a:t>Unrealistic </a:t>
            </a:r>
            <a:r>
              <a:rPr lang="en-US" dirty="0"/>
              <a:t>performance </a:t>
            </a:r>
            <a:r>
              <a:rPr lang="en-US" dirty="0" smtClean="0"/>
              <a:t>expectations:</a:t>
            </a:r>
          </a:p>
          <a:p>
            <a:pPr lvl="1"/>
            <a:r>
              <a:rPr lang="en-US" dirty="0"/>
              <a:t>A third risk is that users will infer </a:t>
            </a:r>
            <a:r>
              <a:rPr lang="en-US" sz="1600" dirty="0" smtClean="0"/>
              <a:t>(</a:t>
            </a:r>
            <a:r>
              <a:rPr lang="en-US" sz="1600" dirty="0" err="1" smtClean="0"/>
              <a:t>phỏng</a:t>
            </a:r>
            <a:r>
              <a:rPr lang="en-US" sz="1600" dirty="0" smtClean="0"/>
              <a:t> </a:t>
            </a:r>
            <a:r>
              <a:rPr lang="en-US" sz="1600" dirty="0" err="1" smtClean="0"/>
              <a:t>đoán</a:t>
            </a:r>
            <a:r>
              <a:rPr lang="en-US" sz="1600" dirty="0" smtClean="0"/>
              <a:t>) </a:t>
            </a:r>
            <a:r>
              <a:rPr lang="en-US" dirty="0" smtClean="0"/>
              <a:t>the </a:t>
            </a:r>
            <a:r>
              <a:rPr lang="en-US" dirty="0"/>
              <a:t>expected performance of the final product from the prototype’s performance</a:t>
            </a:r>
            <a:r>
              <a:rPr lang="en-US" dirty="0" smtClean="0"/>
              <a:t>.</a:t>
            </a:r>
          </a:p>
          <a:p>
            <a:pPr lvl="1"/>
            <a:r>
              <a:rPr lang="en-US" dirty="0"/>
              <a:t>You won’t be evaluating a mock-up in the intended production environment, though. </a:t>
            </a:r>
            <a:endParaRPr lang="en-US" dirty="0" smtClean="0"/>
          </a:p>
          <a:p>
            <a:r>
              <a:rPr lang="en-US" dirty="0"/>
              <a:t>Investing excessive effort in </a:t>
            </a:r>
            <a:r>
              <a:rPr lang="en-US" dirty="0" smtClean="0"/>
              <a:t>prototypes:</a:t>
            </a:r>
          </a:p>
          <a:p>
            <a:pPr lvl="1"/>
            <a:r>
              <a:rPr lang="en-US" dirty="0"/>
              <a:t>Finally, beware of </a:t>
            </a:r>
            <a:r>
              <a:rPr lang="en-US" sz="1600" dirty="0" smtClean="0"/>
              <a:t>(</a:t>
            </a:r>
            <a:r>
              <a:rPr lang="en-US" sz="1600" dirty="0" err="1" smtClean="0"/>
              <a:t>hãy</a:t>
            </a:r>
            <a:r>
              <a:rPr lang="en-US" sz="1600" dirty="0" smtClean="0"/>
              <a:t> </a:t>
            </a:r>
            <a:r>
              <a:rPr lang="en-US" sz="1600" dirty="0" err="1" smtClean="0"/>
              <a:t>cẩn</a:t>
            </a:r>
            <a:r>
              <a:rPr lang="en-US" sz="1600" dirty="0" smtClean="0"/>
              <a:t> </a:t>
            </a:r>
            <a:r>
              <a:rPr lang="en-US" sz="1600" dirty="0" err="1" smtClean="0"/>
              <a:t>trọng</a:t>
            </a:r>
            <a:r>
              <a:rPr lang="en-US" sz="1600" dirty="0" smtClean="0"/>
              <a:t>) </a:t>
            </a:r>
            <a:r>
              <a:rPr lang="en-US" dirty="0" smtClean="0"/>
              <a:t>prototyping </a:t>
            </a:r>
            <a:r>
              <a:rPr lang="en-US" dirty="0"/>
              <a:t>activities that consume so much effort that the development team runs out of time and is forced to deliver the prototype as the product or to </a:t>
            </a:r>
            <a:r>
              <a:rPr lang="en-US" dirty="0" smtClean="0"/>
              <a:t>rush </a:t>
            </a:r>
            <a:r>
              <a:rPr lang="en-US" sz="1600" dirty="0" smtClean="0"/>
              <a:t>(</a:t>
            </a:r>
            <a:r>
              <a:rPr lang="en-US" sz="1600" dirty="0" err="1" smtClean="0"/>
              <a:t>vội</a:t>
            </a:r>
            <a:r>
              <a:rPr lang="en-US" sz="1600" dirty="0" smtClean="0"/>
              <a:t> </a:t>
            </a:r>
            <a:r>
              <a:rPr lang="en-US" sz="1600" dirty="0" err="1" smtClean="0"/>
              <a:t>vã</a:t>
            </a:r>
            <a:r>
              <a:rPr lang="en-US" sz="1600" dirty="0" smtClean="0"/>
              <a:t>) </a:t>
            </a:r>
            <a:r>
              <a:rPr lang="en-US" dirty="0"/>
              <a:t>through a haphazard </a:t>
            </a:r>
            <a:r>
              <a:rPr lang="en-US" sz="1600" dirty="0" smtClean="0"/>
              <a:t>(</a:t>
            </a:r>
            <a:r>
              <a:rPr lang="en-US" sz="1600" dirty="0" err="1" smtClean="0"/>
              <a:t>ko</a:t>
            </a:r>
            <a:r>
              <a:rPr lang="en-US" sz="1600" dirty="0" smtClean="0"/>
              <a:t> </a:t>
            </a:r>
            <a:r>
              <a:rPr lang="en-US" sz="1600" dirty="0" err="1" smtClean="0"/>
              <a:t>được</a:t>
            </a:r>
            <a:r>
              <a:rPr lang="en-US" sz="1600" dirty="0" smtClean="0"/>
              <a:t> </a:t>
            </a:r>
            <a:r>
              <a:rPr lang="en-US" sz="1600" dirty="0" err="1" smtClean="0"/>
              <a:t>hoạch</a:t>
            </a:r>
            <a:r>
              <a:rPr lang="en-US" sz="1600" dirty="0" smtClean="0"/>
              <a:t> </a:t>
            </a:r>
            <a:r>
              <a:rPr lang="en-US" sz="1600" dirty="0" err="1" smtClean="0"/>
              <a:t>định</a:t>
            </a:r>
            <a:r>
              <a:rPr lang="en-US" sz="1600" dirty="0" smtClean="0"/>
              <a:t>) </a:t>
            </a:r>
            <a:r>
              <a:rPr lang="en-US" dirty="0" smtClean="0"/>
              <a:t>product </a:t>
            </a:r>
            <a:r>
              <a:rPr lang="en-US" dirty="0"/>
              <a:t>implementation. </a:t>
            </a:r>
            <a:endParaRPr lang="en-US" dirty="0" smtClean="0"/>
          </a:p>
          <a:p>
            <a:pPr lvl="1"/>
            <a:r>
              <a:rPr lang="en-US" dirty="0"/>
              <a:t>This can happen when you are prototyping the whole solution rather than only the most uncertain, high-risk, or complex portions. </a:t>
            </a:r>
            <a:endParaRPr lang="en-US" dirty="0" smtClean="0"/>
          </a:p>
          <a:p>
            <a:pPr lvl="1"/>
            <a:endParaRPr lang="en-US" dirty="0" smtClean="0"/>
          </a:p>
          <a:p>
            <a:endParaRPr lang="en-US" dirty="0"/>
          </a:p>
        </p:txBody>
      </p:sp>
      <p:sp>
        <p:nvSpPr>
          <p:cNvPr id="2" name="Title 1"/>
          <p:cNvSpPr>
            <a:spLocks noGrp="1"/>
          </p:cNvSpPr>
          <p:nvPr>
            <p:ph type="title"/>
          </p:nvPr>
        </p:nvSpPr>
        <p:spPr>
          <a:xfrm>
            <a:off x="2819400" y="27105"/>
            <a:ext cx="6324600" cy="947620"/>
          </a:xfrm>
        </p:spPr>
        <p:txBody>
          <a:bodyPr>
            <a:normAutofit/>
          </a:bodyPr>
          <a:lstStyle/>
          <a:p>
            <a:r>
              <a:rPr lang="en-US" sz="3200" dirty="0"/>
              <a:t>Risks of </a:t>
            </a:r>
            <a:r>
              <a:rPr lang="en-US" sz="3200" dirty="0" smtClean="0"/>
              <a:t>prototyping</a:t>
            </a:r>
            <a:endParaRPr lang="en-US" sz="3200" dirty="0"/>
          </a:p>
        </p:txBody>
      </p:sp>
      <p:sp>
        <p:nvSpPr>
          <p:cNvPr id="4" name="Footer Placeholder 3"/>
          <p:cNvSpPr>
            <a:spLocks noGrp="1"/>
          </p:cNvSpPr>
          <p:nvPr>
            <p:ph type="ftr" sz="quarter" idx="10"/>
          </p:nvPr>
        </p:nvSpPr>
        <p:spPr/>
        <p:txBody>
          <a:bodyPr/>
          <a:lstStyle/>
          <a:p>
            <a:pPr>
              <a:defRPr/>
            </a:pPr>
            <a:r>
              <a:rPr lang="en-US" smtClean="0"/>
              <a:t>Chapter 15: Risk reduction through prototyping _ 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16</a:t>
            </a:fld>
            <a:endParaRPr lang="en-US" dirty="0"/>
          </a:p>
        </p:txBody>
      </p:sp>
    </p:spTree>
    <p:extLst>
      <p:ext uri="{BB962C8B-B14F-4D97-AF65-F5344CB8AC3E}">
        <p14:creationId xmlns:p14="http://schemas.microsoft.com/office/powerpoint/2010/main" val="1955811208"/>
      </p:ext>
    </p:extLst>
  </p:cSld>
  <p:clrMapOvr>
    <a:masterClrMapping/>
  </p:clrMapOvr>
  <p:transition>
    <p:split orient="vert"/>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3965" y="1149927"/>
            <a:ext cx="8769926" cy="5174673"/>
          </a:xfrm>
        </p:spPr>
        <p:txBody>
          <a:bodyPr>
            <a:normAutofit fontScale="70000" lnSpcReduction="20000"/>
          </a:bodyPr>
          <a:lstStyle/>
          <a:p>
            <a:r>
              <a:rPr lang="en-US" dirty="0"/>
              <a:t>Software prototyping provides a powerful set of techniques that can minimize development schedules, ensure customer satisfaction, and produce high-quality products. </a:t>
            </a:r>
            <a:endParaRPr lang="en-US" dirty="0" smtClean="0"/>
          </a:p>
          <a:p>
            <a:r>
              <a:rPr lang="en-US" dirty="0" smtClean="0"/>
              <a:t>To </a:t>
            </a:r>
            <a:r>
              <a:rPr lang="en-US" dirty="0"/>
              <a:t>make prototyping an effective part of your requirements process, follow these guidelines:</a:t>
            </a:r>
            <a:endParaRPr lang="en-US" dirty="0" smtClean="0"/>
          </a:p>
          <a:p>
            <a:pPr lvl="1"/>
            <a:r>
              <a:rPr lang="en-US" dirty="0" smtClean="0"/>
              <a:t>Include </a:t>
            </a:r>
            <a:r>
              <a:rPr lang="en-US" dirty="0"/>
              <a:t>prototyping tasks in your project plan. </a:t>
            </a:r>
            <a:r>
              <a:rPr lang="en-US" dirty="0" smtClean="0"/>
              <a:t>Schedule </a:t>
            </a:r>
            <a:r>
              <a:rPr lang="en-US" dirty="0"/>
              <a:t>time and resources to develop, evaluate, and modify the prototypes.</a:t>
            </a:r>
          </a:p>
          <a:p>
            <a:pPr lvl="1"/>
            <a:r>
              <a:rPr lang="en-US" dirty="0" smtClean="0"/>
              <a:t>State </a:t>
            </a:r>
            <a:r>
              <a:rPr lang="en-US" dirty="0"/>
              <a:t>the purpose of each prototype before you build it, and explain what will happen with the outcome: either discard (or archive) the prototype, retaining the knowledge it provided, or build upon it to grow it into the ultimate solution. </a:t>
            </a:r>
            <a:endParaRPr lang="en-US" dirty="0" smtClean="0"/>
          </a:p>
          <a:p>
            <a:pPr lvl="1"/>
            <a:r>
              <a:rPr lang="en-US" dirty="0" smtClean="0"/>
              <a:t>Plan </a:t>
            </a:r>
            <a:r>
              <a:rPr lang="en-US" dirty="0"/>
              <a:t>to develop multiple prototypes. </a:t>
            </a:r>
            <a:endParaRPr lang="en-US" dirty="0" smtClean="0"/>
          </a:p>
          <a:p>
            <a:pPr lvl="1"/>
            <a:r>
              <a:rPr lang="en-US" dirty="0" smtClean="0"/>
              <a:t>Create </a:t>
            </a:r>
            <a:r>
              <a:rPr lang="en-US" dirty="0"/>
              <a:t>throwaway prototypes as quickly and cheaply as possible. </a:t>
            </a:r>
            <a:endParaRPr lang="en-US" dirty="0" smtClean="0"/>
          </a:p>
          <a:p>
            <a:pPr lvl="1"/>
            <a:r>
              <a:rPr lang="en-US" dirty="0" smtClean="0"/>
              <a:t>Don’t </a:t>
            </a:r>
            <a:r>
              <a:rPr lang="en-US" dirty="0"/>
              <a:t>include input data validations, defensive coding techniques, error-handling code, or extensive code documentation in a throwaway prototype. </a:t>
            </a:r>
            <a:r>
              <a:rPr lang="en-US" dirty="0" smtClean="0"/>
              <a:t>It’s an </a:t>
            </a:r>
            <a:r>
              <a:rPr lang="en-US" dirty="0"/>
              <a:t>unnecessary investment of effort that you’re just going to discard.</a:t>
            </a:r>
          </a:p>
          <a:p>
            <a:pPr lvl="1"/>
            <a:r>
              <a:rPr lang="en-US" dirty="0" smtClean="0"/>
              <a:t>Don’t </a:t>
            </a:r>
            <a:r>
              <a:rPr lang="en-US" dirty="0"/>
              <a:t>prototype requirements that you already understand, except to explore design  alternatives. </a:t>
            </a:r>
            <a:endParaRPr lang="en-US" dirty="0" smtClean="0"/>
          </a:p>
          <a:p>
            <a:pPr lvl="1"/>
            <a:r>
              <a:rPr lang="en-US" dirty="0" smtClean="0"/>
              <a:t>Use </a:t>
            </a:r>
            <a:r>
              <a:rPr lang="en-US" dirty="0"/>
              <a:t>plausible </a:t>
            </a:r>
            <a:r>
              <a:rPr lang="en-US" sz="1700" dirty="0" smtClean="0"/>
              <a:t>(</a:t>
            </a:r>
            <a:r>
              <a:rPr lang="en-US" sz="1700" dirty="0" err="1" smtClean="0"/>
              <a:t>hợp</a:t>
            </a:r>
            <a:r>
              <a:rPr lang="en-US" sz="1700" dirty="0" smtClean="0"/>
              <a:t> lý) </a:t>
            </a:r>
            <a:r>
              <a:rPr lang="en-US" dirty="0" smtClean="0"/>
              <a:t>data </a:t>
            </a:r>
            <a:r>
              <a:rPr lang="en-US" dirty="0"/>
              <a:t>in prototype screen displays and reports. </a:t>
            </a:r>
            <a:endParaRPr lang="en-US" dirty="0" smtClean="0"/>
          </a:p>
          <a:p>
            <a:pPr lvl="1"/>
            <a:r>
              <a:rPr lang="en-US" smtClean="0"/>
              <a:t>Don’t expect </a:t>
            </a:r>
            <a:r>
              <a:rPr lang="en-US" dirty="0"/>
              <a:t>a prototype to replace written requirement</a:t>
            </a:r>
          </a:p>
        </p:txBody>
      </p:sp>
      <p:sp>
        <p:nvSpPr>
          <p:cNvPr id="2" name="Title 1"/>
          <p:cNvSpPr>
            <a:spLocks noGrp="1"/>
          </p:cNvSpPr>
          <p:nvPr>
            <p:ph type="title"/>
          </p:nvPr>
        </p:nvSpPr>
        <p:spPr/>
        <p:txBody>
          <a:bodyPr>
            <a:normAutofit/>
          </a:bodyPr>
          <a:lstStyle/>
          <a:p>
            <a:r>
              <a:rPr lang="en-US" sz="3200" dirty="0"/>
              <a:t>Prototyping success </a:t>
            </a:r>
            <a:r>
              <a:rPr lang="en-US" sz="3200" dirty="0" smtClean="0"/>
              <a:t>factors</a:t>
            </a:r>
            <a:endParaRPr lang="en-US" sz="3200" dirty="0"/>
          </a:p>
        </p:txBody>
      </p:sp>
      <p:sp>
        <p:nvSpPr>
          <p:cNvPr id="4" name="Footer Placeholder 3"/>
          <p:cNvSpPr>
            <a:spLocks noGrp="1"/>
          </p:cNvSpPr>
          <p:nvPr>
            <p:ph type="ftr" sz="quarter" idx="10"/>
          </p:nvPr>
        </p:nvSpPr>
        <p:spPr/>
        <p:txBody>
          <a:bodyPr/>
          <a:lstStyle/>
          <a:p>
            <a:pPr>
              <a:defRPr/>
            </a:pPr>
            <a:r>
              <a:rPr lang="en-US" smtClean="0"/>
              <a:t>Chapter 15: Risk reduction through prototyping _ 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17</a:t>
            </a:fld>
            <a:endParaRPr lang="en-US" dirty="0"/>
          </a:p>
        </p:txBody>
      </p:sp>
    </p:spTree>
    <p:extLst>
      <p:ext uri="{BB962C8B-B14F-4D97-AF65-F5344CB8AC3E}">
        <p14:creationId xmlns:p14="http://schemas.microsoft.com/office/powerpoint/2010/main" val="2449934606"/>
      </p:ext>
    </p:extLst>
  </p:cSld>
  <p:clrMapOvr>
    <a:masterClrMapping/>
  </p:clrMapOvr>
  <p:transition>
    <p:split orient="vert"/>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51760" y="0"/>
            <a:ext cx="6482080" cy="1052161"/>
          </a:xfrm>
        </p:spPr>
        <p:txBody>
          <a:bodyPr>
            <a:noAutofit/>
          </a:bodyPr>
          <a:lstStyle/>
          <a:p>
            <a:r>
              <a:rPr lang="en-US" sz="3200" dirty="0" smtClean="0"/>
              <a:t>Review chapter 15</a:t>
            </a:r>
            <a:endParaRPr lang="en-US" sz="3200" dirty="0"/>
          </a:p>
        </p:txBody>
      </p:sp>
      <p:sp>
        <p:nvSpPr>
          <p:cNvPr id="4" name="Footer Placeholder 3"/>
          <p:cNvSpPr>
            <a:spLocks noGrp="1"/>
          </p:cNvSpPr>
          <p:nvPr>
            <p:ph type="ftr" sz="quarter" idx="10"/>
          </p:nvPr>
        </p:nvSpPr>
        <p:spPr/>
        <p:txBody>
          <a:bodyPr/>
          <a:lstStyle/>
          <a:p>
            <a:pPr>
              <a:defRPr/>
            </a:pPr>
            <a:r>
              <a:rPr lang="en-US" smtClean="0"/>
              <a:t>Chapter 2: Requirements from customer's perspective _ 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18</a:t>
            </a:fld>
            <a:endParaRPr lang="en-US" dirty="0"/>
          </a:p>
        </p:txBody>
      </p:sp>
      <p:graphicFrame>
        <p:nvGraphicFramePr>
          <p:cNvPr id="7" name="Content Placeholder 6"/>
          <p:cNvGraphicFramePr>
            <a:graphicFrameLocks noGrp="1"/>
          </p:cNvGraphicFramePr>
          <p:nvPr>
            <p:ph idx="1"/>
            <p:extLst/>
          </p:nvPr>
        </p:nvGraphicFramePr>
        <p:xfrm>
          <a:off x="228600" y="1142999"/>
          <a:ext cx="8686800" cy="51974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820528131"/>
      </p:ext>
    </p:extLst>
  </p:cSld>
  <p:clrMapOvr>
    <a:masterClrMapping/>
  </p:clrMapOvr>
  <p:transition>
    <p:split orient="vert"/>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smtClean="0"/>
              <a:t>Chapter 4: The business analyst - 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19</a:t>
            </a:fld>
            <a:endParaRPr lang="en-US" dirty="0"/>
          </a:p>
        </p:txBody>
      </p:sp>
      <p:pic>
        <p:nvPicPr>
          <p:cNvPr id="8" name="Picture 7"/>
          <p:cNvPicPr>
            <a:picLocks noChangeAspect="1"/>
          </p:cNvPicPr>
          <p:nvPr/>
        </p:nvPicPr>
        <p:blipFill>
          <a:blip r:embed="rId3"/>
          <a:stretch>
            <a:fillRect/>
          </a:stretch>
        </p:blipFill>
        <p:spPr>
          <a:xfrm>
            <a:off x="0" y="1109661"/>
            <a:ext cx="9160372" cy="5154504"/>
          </a:xfrm>
          <a:prstGeom prst="rect">
            <a:avLst/>
          </a:prstGeom>
        </p:spPr>
      </p:pic>
    </p:spTree>
    <p:extLst>
      <p:ext uri="{BB962C8B-B14F-4D97-AF65-F5344CB8AC3E}">
        <p14:creationId xmlns:p14="http://schemas.microsoft.com/office/powerpoint/2010/main" val="1248159784"/>
      </p:ext>
    </p:extLst>
  </p:cSld>
  <p:clrMapOvr>
    <a:masterClrMapping/>
  </p:clrMapOvr>
  <p:transition>
    <p:split orient="vert"/>
  </p:transition>
  <p:timing>
    <p:tnLst>
      <p:par>
        <p:cTn id="1" dur="indefinite" restart="never" nodeType="tmRoot"/>
      </p:par>
    </p:tnLst>
  </p:timing>
</p:sld>
</file>

<file path=ppt/theme/theme1.xml><?xml version="1.0" encoding="utf-8"?>
<a:theme xmlns:a="http://schemas.openxmlformats.org/drawingml/2006/main" name="1_templat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Theme2</Template>
  <TotalTime>753</TotalTime>
  <Words>2103</Words>
  <Application>Microsoft Office PowerPoint</Application>
  <PresentationFormat>On-screen Show (4:3)</PresentationFormat>
  <Paragraphs>193</Paragraphs>
  <Slides>19</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Calibri</vt:lpstr>
      <vt:lpstr>Tahoma</vt:lpstr>
      <vt:lpstr>1_template</vt:lpstr>
      <vt:lpstr>CHAPTER 15  Risk reduction through prototyping</vt:lpstr>
      <vt:lpstr>Review chapter 14</vt:lpstr>
      <vt:lpstr>Objectives</vt:lpstr>
      <vt:lpstr> Contents </vt:lpstr>
      <vt:lpstr>Prototyping: What and why?</vt:lpstr>
      <vt:lpstr>Prototyping: What and why?</vt:lpstr>
      <vt:lpstr>Mock-ups and proofs of concept</vt:lpstr>
      <vt:lpstr>Throwaway prototypes</vt:lpstr>
      <vt:lpstr>Evolutionary prototypes</vt:lpstr>
      <vt:lpstr>Evolutionary prototypes</vt:lpstr>
      <vt:lpstr>Paper and electronic prototypes</vt:lpstr>
      <vt:lpstr>Working with prototypes</vt:lpstr>
      <vt:lpstr>Working with prototypes</vt:lpstr>
      <vt:lpstr>Prototype evaluation</vt:lpstr>
      <vt:lpstr>Risks of prototyping</vt:lpstr>
      <vt:lpstr>Risks of prototyping</vt:lpstr>
      <vt:lpstr>Prototyping success factors</vt:lpstr>
      <vt:lpstr>Review chapter 15</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Huong</dc:creator>
  <cp:lastModifiedBy>Bay Huynh Van (FE FPTU CT)</cp:lastModifiedBy>
  <cp:revision>58</cp:revision>
  <dcterms:created xsi:type="dcterms:W3CDTF">2018-04-24T06:56:47Z</dcterms:created>
  <dcterms:modified xsi:type="dcterms:W3CDTF">2020-04-03T14:05:02Z</dcterms:modified>
</cp:coreProperties>
</file>