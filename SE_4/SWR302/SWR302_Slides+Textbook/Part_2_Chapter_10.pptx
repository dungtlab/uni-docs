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16"/>
  </p:notesMasterIdLst>
  <p:sldIdLst>
    <p:sldId id="257" r:id="rId2"/>
    <p:sldId id="269" r:id="rId3"/>
    <p:sldId id="258" r:id="rId4"/>
    <p:sldId id="259" r:id="rId5"/>
    <p:sldId id="260" r:id="rId6"/>
    <p:sldId id="261" r:id="rId7"/>
    <p:sldId id="266" r:id="rId8"/>
    <p:sldId id="262" r:id="rId9"/>
    <p:sldId id="267" r:id="rId10"/>
    <p:sldId id="268" r:id="rId11"/>
    <p:sldId id="263" r:id="rId12"/>
    <p:sldId id="264" r:id="rId13"/>
    <p:sldId id="270"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273" autoAdjust="0"/>
  </p:normalViewPr>
  <p:slideViewPr>
    <p:cSldViewPr snapToGrid="0">
      <p:cViewPr varScale="1">
        <p:scale>
          <a:sx n="60" d="100"/>
          <a:sy n="60" d="100"/>
        </p:scale>
        <p:origin x="168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9: Playing by the rules.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Biz rules taxonomy</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Biz rules overview</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A1A03C13-4BED-4BB7-8AFB-BDB236A519FA}">
      <dgm:prSet phldrT="[Text]" custT="1"/>
      <dgm:spPr/>
      <dgm:t>
        <a:bodyPr/>
        <a:lstStyle/>
        <a:p>
          <a:r>
            <a:rPr lang="en-US" sz="1600" dirty="0" smtClean="0"/>
            <a:t>Atomic biz rules</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smtClean="0"/>
            <a:t>Biz process</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smtClean="0"/>
            <a:t>Biz Req.</a:t>
          </a:r>
          <a:endParaRPr lang="en-US" sz="1400" dirty="0"/>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2BC47C35-CB2E-4ADA-997E-20AB4D35A222}">
      <dgm:prSet phldrT="[Text]" custT="1"/>
      <dgm:spPr/>
      <dgm:t>
        <a:bodyPr/>
        <a:lstStyle/>
        <a:p>
          <a:r>
            <a:rPr lang="en-US" sz="1600" dirty="0" smtClean="0"/>
            <a:t>Facts</a:t>
          </a:r>
          <a:endParaRPr lang="en-US" sz="1600" dirty="0"/>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smtClean="0"/>
            <a:t> Constraints</a:t>
          </a:r>
          <a:endParaRPr lang="en-US" sz="1600" dirty="0"/>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5E89FAF8-7222-4880-B72C-F381939B991A}">
      <dgm:prSet phldrT="[Text]" custT="1"/>
      <dgm:spPr/>
      <dgm:t>
        <a:bodyPr/>
        <a:lstStyle/>
        <a:p>
          <a:r>
            <a:rPr lang="en-US" sz="1600" dirty="0" smtClean="0"/>
            <a:t>Action enablers</a:t>
          </a:r>
          <a:endParaRPr lang="en-US" sz="1600" dirty="0"/>
        </a:p>
      </dgm:t>
    </dgm:pt>
    <dgm:pt modelId="{49B74ACD-4DE6-4E7A-A574-B54F96B2B84B}" type="parTrans" cxnId="{9DA1E6C1-3177-4056-85A7-B7FE5F941D13}">
      <dgm:prSet/>
      <dgm:spPr/>
      <dgm:t>
        <a:bodyPr/>
        <a:lstStyle/>
        <a:p>
          <a:endParaRPr lang="en-US"/>
        </a:p>
      </dgm:t>
    </dgm:pt>
    <dgm:pt modelId="{209BCB29-8DD4-400E-AC54-27D11B8F19FF}" type="sibTrans" cxnId="{9DA1E6C1-3177-4056-85A7-B7FE5F941D13}">
      <dgm:prSet/>
      <dgm:spPr/>
      <dgm:t>
        <a:bodyPr/>
        <a:lstStyle/>
        <a:p>
          <a:endParaRPr lang="en-US"/>
        </a:p>
      </dgm:t>
    </dgm:pt>
    <dgm:pt modelId="{79F08556-95A0-429D-A974-1505EE2AD141}">
      <dgm:prSet phldrT="[Text]" custT="1"/>
      <dgm:spPr/>
      <dgm:t>
        <a:bodyPr/>
        <a:lstStyle/>
        <a:p>
          <a:r>
            <a:rPr lang="en-US" sz="1400" dirty="0" smtClean="0"/>
            <a:t>Biz rules</a:t>
          </a:r>
          <a:endParaRPr lang="en-US" sz="1400" dirty="0"/>
        </a:p>
      </dgm:t>
    </dgm:pt>
    <dgm:pt modelId="{39FF2713-3361-4E43-86AE-7B655C4808A3}" type="parTrans" cxnId="{29639B1D-82DA-4767-807B-5CBE33A98AFF}">
      <dgm:prSet/>
      <dgm:spPr/>
      <dgm:t>
        <a:bodyPr/>
        <a:lstStyle/>
        <a:p>
          <a:endParaRPr lang="en-US"/>
        </a:p>
      </dgm:t>
    </dgm:pt>
    <dgm:pt modelId="{3C7C07CE-04C2-475E-85AA-1C8663A595DD}" type="sibTrans" cxnId="{29639B1D-82DA-4767-807B-5CBE33A98AFF}">
      <dgm:prSet/>
      <dgm:spPr/>
      <dgm:t>
        <a:bodyPr/>
        <a:lstStyle/>
        <a:p>
          <a:endParaRPr lang="en-US"/>
        </a:p>
      </dgm:t>
    </dgm:pt>
    <dgm:pt modelId="{44D06823-7690-49DA-9AF4-E258FFACAC0D}">
      <dgm:prSet phldrT="[Text]" custT="1"/>
      <dgm:spPr/>
      <dgm:t>
        <a:bodyPr/>
        <a:lstStyle/>
        <a:p>
          <a:r>
            <a:rPr lang="en-US" sz="1600" dirty="0" smtClean="0"/>
            <a:t>Inferences</a:t>
          </a:r>
          <a:endParaRPr lang="en-US" sz="1600" dirty="0"/>
        </a:p>
      </dgm:t>
    </dgm:pt>
    <dgm:pt modelId="{D5A0FBC2-0210-41EF-9CC3-DC5FDE7A085C}" type="parTrans" cxnId="{82D5120E-6411-4EDA-9FED-8CD3B7D02DFD}">
      <dgm:prSet/>
      <dgm:spPr/>
      <dgm:t>
        <a:bodyPr/>
        <a:lstStyle/>
        <a:p>
          <a:endParaRPr lang="en-US"/>
        </a:p>
      </dgm:t>
    </dgm:pt>
    <dgm:pt modelId="{C601D1F9-9250-475F-BE2B-300223FFB5C7}" type="sibTrans" cxnId="{82D5120E-6411-4EDA-9FED-8CD3B7D02DFD}">
      <dgm:prSet/>
      <dgm:spPr/>
      <dgm:t>
        <a:bodyPr/>
        <a:lstStyle/>
        <a:p>
          <a:endParaRPr lang="en-US"/>
        </a:p>
      </dgm:t>
    </dgm:pt>
    <dgm:pt modelId="{E4ECF9B0-BF57-4FA5-ABB4-E7D168DC9EC7}">
      <dgm:prSet phldrT="[Text]" custT="1"/>
      <dgm:spPr/>
      <dgm:t>
        <a:bodyPr/>
        <a:lstStyle/>
        <a:p>
          <a:r>
            <a:rPr lang="en-US" sz="1600" dirty="0" smtClean="0"/>
            <a:t>computations</a:t>
          </a:r>
          <a:endParaRPr lang="en-US" sz="1600" dirty="0"/>
        </a:p>
      </dgm:t>
    </dgm:pt>
    <dgm:pt modelId="{3312122F-CE8D-492A-BFF2-A41518A5B5C2}" type="parTrans" cxnId="{EE5EBCD2-9E3B-4A46-98AD-0B3BECC7B650}">
      <dgm:prSet/>
      <dgm:spPr/>
      <dgm:t>
        <a:bodyPr/>
        <a:lstStyle/>
        <a:p>
          <a:endParaRPr lang="en-US"/>
        </a:p>
      </dgm:t>
    </dgm:pt>
    <dgm:pt modelId="{C0A1AEB6-1AD5-4CF2-95CE-CB4C8A3C0A29}" type="sibTrans" cxnId="{EE5EBCD2-9E3B-4A46-98AD-0B3BECC7B650}">
      <dgm:prSet/>
      <dgm:spPr/>
      <dgm:t>
        <a:bodyPr/>
        <a:lstStyle/>
        <a:p>
          <a:endParaRPr lang="en-US"/>
        </a:p>
      </dgm:t>
    </dgm:pt>
    <dgm:pt modelId="{BD07C1EE-B85E-4FFF-ACD3-A118A7858501}">
      <dgm:prSet phldrT="[Text]" custT="1"/>
      <dgm:spPr/>
      <dgm:t>
        <a:bodyPr/>
        <a:lstStyle/>
        <a:p>
          <a:r>
            <a:rPr lang="en-US" sz="1600" dirty="0" smtClean="0"/>
            <a:t>Document biz rules</a:t>
          </a:r>
          <a:endParaRPr lang="en-US" sz="1600" dirty="0"/>
        </a:p>
      </dgm:t>
    </dgm:pt>
    <dgm:pt modelId="{99DF97D8-3CD9-4E8A-85F7-D08BD73C5EDA}" type="parTrans" cxnId="{682CD3DD-EF63-4E7B-9DEB-D81CC53B2EF8}">
      <dgm:prSet/>
      <dgm:spPr/>
      <dgm:t>
        <a:bodyPr/>
        <a:lstStyle/>
        <a:p>
          <a:endParaRPr lang="en-US"/>
        </a:p>
      </dgm:t>
    </dgm:pt>
    <dgm:pt modelId="{C748FF79-922B-4CC7-B127-D42C46B89F5D}" type="sibTrans" cxnId="{682CD3DD-EF63-4E7B-9DEB-D81CC53B2EF8}">
      <dgm:prSet/>
      <dgm:spPr/>
      <dgm:t>
        <a:bodyPr/>
        <a:lstStyle/>
        <a:p>
          <a:endParaRPr lang="en-US"/>
        </a:p>
      </dgm:t>
    </dgm:pt>
    <dgm:pt modelId="{DE3F3A66-A40E-4C4E-8F98-441BD5C5032B}">
      <dgm:prSet phldrT="[Text]" custT="1"/>
      <dgm:spPr/>
      <dgm:t>
        <a:bodyPr/>
        <a:lstStyle/>
        <a:p>
          <a:r>
            <a:rPr lang="en-US" sz="1600" dirty="0" smtClean="0"/>
            <a:t>Discovering biz rules</a:t>
          </a:r>
          <a:endParaRPr lang="en-US" sz="1600" dirty="0"/>
        </a:p>
      </dgm:t>
    </dgm:pt>
    <dgm:pt modelId="{8DDAC59E-11F4-4CC2-BAAE-629A118EC0C5}" type="parTrans" cxnId="{1B9D0A24-906A-4368-BEA6-F8922FB8750E}">
      <dgm:prSet/>
      <dgm:spPr/>
      <dgm:t>
        <a:bodyPr/>
        <a:lstStyle/>
        <a:p>
          <a:endParaRPr lang="en-US"/>
        </a:p>
      </dgm:t>
    </dgm:pt>
    <dgm:pt modelId="{D6F52107-6187-47CE-91A8-8DA1B4451480}" type="sibTrans" cxnId="{1B9D0A24-906A-4368-BEA6-F8922FB8750E}">
      <dgm:prSet/>
      <dgm:spPr/>
      <dgm:t>
        <a:bodyPr/>
        <a:lstStyle/>
        <a:p>
          <a:endParaRPr lang="en-US"/>
        </a:p>
      </dgm:t>
    </dgm:pt>
    <dgm:pt modelId="{C84B5696-F8AA-47A7-B520-0CCF4DC0D169}">
      <dgm:prSet phldrT="[Text]" custT="1"/>
      <dgm:spPr/>
      <dgm:t>
        <a:bodyPr/>
        <a:lstStyle/>
        <a:p>
          <a:r>
            <a:rPr lang="en-US" sz="1600" dirty="0" smtClean="0"/>
            <a:t>Common knowledge</a:t>
          </a:r>
          <a:endParaRPr lang="en-US" sz="1600" dirty="0"/>
        </a:p>
      </dgm:t>
    </dgm:pt>
    <dgm:pt modelId="{60E5B7E9-0A20-412C-A22B-B941A8A2C9E2}" type="parTrans" cxnId="{21056FDB-4EC7-4FCE-8C41-693904C08839}">
      <dgm:prSet/>
      <dgm:spPr/>
      <dgm:t>
        <a:bodyPr/>
        <a:lstStyle/>
        <a:p>
          <a:endParaRPr lang="en-US"/>
        </a:p>
      </dgm:t>
    </dgm:pt>
    <dgm:pt modelId="{4E19B19E-BAB4-4453-8886-A8F426C44316}" type="sibTrans" cxnId="{21056FDB-4EC7-4FCE-8C41-693904C08839}">
      <dgm:prSet/>
      <dgm:spPr/>
      <dgm:t>
        <a:bodyPr/>
        <a:lstStyle/>
        <a:p>
          <a:endParaRPr lang="en-US"/>
        </a:p>
      </dgm:t>
    </dgm:pt>
    <dgm:pt modelId="{5DE1134C-A58B-452D-9EBF-D9D59E9ED166}">
      <dgm:prSet phldrT="[Text]" custT="1"/>
      <dgm:spPr/>
      <dgm:t>
        <a:bodyPr/>
        <a:lstStyle/>
        <a:p>
          <a:r>
            <a:rPr lang="en-US" sz="1600" dirty="0" smtClean="0"/>
            <a:t>Legacy systems</a:t>
          </a:r>
          <a:endParaRPr lang="en-US" sz="1600" dirty="0"/>
        </a:p>
      </dgm:t>
    </dgm:pt>
    <dgm:pt modelId="{8A86D321-BEFA-4FCB-BE5A-23FDF4940CE8}" type="parTrans" cxnId="{EBE777F4-ED5D-4B31-BF39-0639E323992E}">
      <dgm:prSet/>
      <dgm:spPr/>
      <dgm:t>
        <a:bodyPr/>
        <a:lstStyle/>
        <a:p>
          <a:endParaRPr lang="en-US"/>
        </a:p>
      </dgm:t>
    </dgm:pt>
    <dgm:pt modelId="{50F8866B-FB34-44E7-B6CD-2978D32487C1}" type="sibTrans" cxnId="{EBE777F4-ED5D-4B31-BF39-0639E323992E}">
      <dgm:prSet/>
      <dgm:spPr/>
      <dgm:t>
        <a:bodyPr/>
        <a:lstStyle/>
        <a:p>
          <a:endParaRPr lang="en-US"/>
        </a:p>
      </dgm:t>
    </dgm:pt>
    <dgm:pt modelId="{54003B33-F101-4C13-88B6-871318462FEA}">
      <dgm:prSet phldrT="[Text]" custT="1"/>
      <dgm:spPr/>
      <dgm:t>
        <a:bodyPr/>
        <a:lstStyle/>
        <a:p>
          <a:r>
            <a:rPr lang="en-US" sz="1600" dirty="0" smtClean="0"/>
            <a:t>Biz process modeling</a:t>
          </a:r>
          <a:endParaRPr lang="en-US" sz="1600" dirty="0"/>
        </a:p>
      </dgm:t>
    </dgm:pt>
    <dgm:pt modelId="{BA75B2AE-15BD-4F45-893B-16E00B282A22}" type="parTrans" cxnId="{3347DA61-A809-4BA9-ADE6-A0AC07D1A939}">
      <dgm:prSet/>
      <dgm:spPr/>
      <dgm:t>
        <a:bodyPr/>
        <a:lstStyle/>
        <a:p>
          <a:endParaRPr lang="en-US"/>
        </a:p>
      </dgm:t>
    </dgm:pt>
    <dgm:pt modelId="{3039A0FA-8DE4-4324-AAA5-B8D358CFEFA5}" type="sibTrans" cxnId="{3347DA61-A809-4BA9-ADE6-A0AC07D1A939}">
      <dgm:prSet/>
      <dgm:spPr/>
      <dgm:t>
        <a:bodyPr/>
        <a:lstStyle/>
        <a:p>
          <a:endParaRPr lang="en-US"/>
        </a:p>
      </dgm:t>
    </dgm:pt>
    <dgm:pt modelId="{6F536ECF-2101-409E-8B44-0A51F266319C}">
      <dgm:prSet phldrT="[Text]" custT="1"/>
      <dgm:spPr/>
      <dgm:t>
        <a:bodyPr/>
        <a:lstStyle/>
        <a:p>
          <a:r>
            <a:rPr lang="en-US" sz="1600" dirty="0" smtClean="0"/>
            <a:t>Analysis document</a:t>
          </a:r>
          <a:endParaRPr lang="en-US" sz="1600" dirty="0"/>
        </a:p>
      </dgm:t>
    </dgm:pt>
    <dgm:pt modelId="{E350AF4A-A38F-43F9-A7FC-2F215F74BFD8}" type="parTrans" cxnId="{A12E0989-E376-40CA-BDF0-18FF0473FBFC}">
      <dgm:prSet/>
      <dgm:spPr/>
      <dgm:t>
        <a:bodyPr/>
        <a:lstStyle/>
        <a:p>
          <a:endParaRPr lang="en-US"/>
        </a:p>
      </dgm:t>
    </dgm:pt>
    <dgm:pt modelId="{4FF4F317-66B9-4074-BB13-B6A4C9B228E5}" type="sibTrans" cxnId="{A12E0989-E376-40CA-BDF0-18FF0473FBFC}">
      <dgm:prSet/>
      <dgm:spPr/>
      <dgm:t>
        <a:bodyPr/>
        <a:lstStyle/>
        <a:p>
          <a:endParaRPr lang="en-US"/>
        </a:p>
      </dgm:t>
    </dgm:pt>
    <dgm:pt modelId="{0AB822A0-15F2-4533-B4DB-33884BC8396F}">
      <dgm:prSet phldrT="[Text]" custT="1"/>
      <dgm:spPr/>
      <dgm:t>
        <a:bodyPr/>
        <a:lstStyle/>
        <a:p>
          <a:r>
            <a:rPr lang="en-US" sz="1600" dirty="0" smtClean="0"/>
            <a:t>Analysis data</a:t>
          </a:r>
          <a:endParaRPr lang="en-US" sz="1600" dirty="0"/>
        </a:p>
      </dgm:t>
    </dgm:pt>
    <dgm:pt modelId="{97CCFE05-B9B8-446C-A492-0F3E86B61714}" type="parTrans" cxnId="{034B773E-BE81-4FC1-ACA9-D304A6F51600}">
      <dgm:prSet/>
      <dgm:spPr/>
      <dgm:t>
        <a:bodyPr/>
        <a:lstStyle/>
        <a:p>
          <a:endParaRPr lang="en-US"/>
        </a:p>
      </dgm:t>
    </dgm:pt>
    <dgm:pt modelId="{47CD3D97-2824-43AA-B27C-31FC4F9CEB23}" type="sibTrans" cxnId="{034B773E-BE81-4FC1-ACA9-D304A6F51600}">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custScaleX="14911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5"/>
      <dgm:spPr/>
      <dgm:t>
        <a:bodyPr/>
        <a:lstStyle/>
        <a:p>
          <a:endParaRPr lang="en-US"/>
        </a:p>
      </dgm:t>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3"/>
      <dgm:spPr/>
      <dgm:t>
        <a:bodyPr/>
        <a:lstStyle/>
        <a:p>
          <a:endParaRPr lang="en-US"/>
        </a:p>
      </dgm:t>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3">
        <dgm:presLayoutVars>
          <dgm:chPref val="3"/>
        </dgm:presLayoutVars>
      </dgm:prSet>
      <dgm:spPr/>
      <dgm:t>
        <a:bodyPr/>
        <a:lstStyle/>
        <a:p>
          <a:endParaRPr lang="en-US"/>
        </a:p>
      </dgm:t>
    </dgm:pt>
    <dgm:pt modelId="{7C494E9C-07EE-4809-A445-329E5D279BED}" type="pres">
      <dgm:prSet presAssocID="{ADFFC400-8BBA-4CA0-97DA-A5239AD7FF83}" presName="rootConnector" presStyleLbl="node3" presStyleIdx="0" presStyleCnt="13"/>
      <dgm:spPr/>
      <dgm:t>
        <a:bodyPr/>
        <a:lstStyle/>
        <a:p>
          <a:endParaRPr lang="en-US"/>
        </a:p>
      </dgm:t>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3"/>
      <dgm:spPr/>
      <dgm:t>
        <a:bodyPr/>
        <a:lstStyle/>
        <a:p>
          <a:endParaRPr lang="en-US"/>
        </a:p>
      </dgm:t>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3">
        <dgm:presLayoutVars>
          <dgm:chPref val="3"/>
        </dgm:presLayoutVars>
      </dgm:prSet>
      <dgm:spPr/>
      <dgm:t>
        <a:bodyPr/>
        <a:lstStyle/>
        <a:p>
          <a:endParaRPr lang="en-US"/>
        </a:p>
      </dgm:t>
    </dgm:pt>
    <dgm:pt modelId="{BFFD6F86-AD10-4340-B993-09FE9B342F4C}" type="pres">
      <dgm:prSet presAssocID="{1E627F9E-CE3B-4A85-BB78-8DDB86A78DDE}" presName="rootConnector" presStyleLbl="node3" presStyleIdx="1" presStyleCnt="13"/>
      <dgm:spPr/>
      <dgm:t>
        <a:bodyPr/>
        <a:lstStyle/>
        <a:p>
          <a:endParaRPr lang="en-US"/>
        </a:p>
      </dgm:t>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022074EE-D8B3-4D99-87D4-57B1E89EC65D}" type="pres">
      <dgm:prSet presAssocID="{39FF2713-3361-4E43-86AE-7B655C4808A3}" presName="Name37" presStyleLbl="parChTrans1D3" presStyleIdx="2" presStyleCnt="13"/>
      <dgm:spPr/>
      <dgm:t>
        <a:bodyPr/>
        <a:lstStyle/>
        <a:p>
          <a:endParaRPr lang="en-US"/>
        </a:p>
      </dgm:t>
    </dgm:pt>
    <dgm:pt modelId="{379F7FD6-F0A1-4D8D-BC6F-1F6910E50FCD}" type="pres">
      <dgm:prSet presAssocID="{79F08556-95A0-429D-A974-1505EE2AD141}" presName="hierRoot2" presStyleCnt="0">
        <dgm:presLayoutVars>
          <dgm:hierBranch val="init"/>
        </dgm:presLayoutVars>
      </dgm:prSet>
      <dgm:spPr/>
    </dgm:pt>
    <dgm:pt modelId="{259D685A-A2A7-4679-8D42-393A21B6567E}" type="pres">
      <dgm:prSet presAssocID="{79F08556-95A0-429D-A974-1505EE2AD141}" presName="rootComposite" presStyleCnt="0"/>
      <dgm:spPr/>
    </dgm:pt>
    <dgm:pt modelId="{1C284F76-53D2-40FA-9049-72550C36B2CE}" type="pres">
      <dgm:prSet presAssocID="{79F08556-95A0-429D-A974-1505EE2AD141}" presName="rootText" presStyleLbl="node3" presStyleIdx="2" presStyleCnt="13">
        <dgm:presLayoutVars>
          <dgm:chPref val="3"/>
        </dgm:presLayoutVars>
      </dgm:prSet>
      <dgm:spPr/>
      <dgm:t>
        <a:bodyPr/>
        <a:lstStyle/>
        <a:p>
          <a:endParaRPr lang="en-US"/>
        </a:p>
      </dgm:t>
    </dgm:pt>
    <dgm:pt modelId="{9B1900F7-3CB3-428D-85B4-52A7ED6F914C}" type="pres">
      <dgm:prSet presAssocID="{79F08556-95A0-429D-A974-1505EE2AD141}" presName="rootConnector" presStyleLbl="node3" presStyleIdx="2" presStyleCnt="13"/>
      <dgm:spPr/>
      <dgm:t>
        <a:bodyPr/>
        <a:lstStyle/>
        <a:p>
          <a:endParaRPr lang="en-US"/>
        </a:p>
      </dgm:t>
    </dgm:pt>
    <dgm:pt modelId="{41683817-01EE-4E47-93C3-E8CA4BD1773C}" type="pres">
      <dgm:prSet presAssocID="{79F08556-95A0-429D-A974-1505EE2AD141}" presName="hierChild4" presStyleCnt="0"/>
      <dgm:spPr/>
    </dgm:pt>
    <dgm:pt modelId="{38E524A3-82AB-4C78-A620-D059FE4AA81B}" type="pres">
      <dgm:prSet presAssocID="{79F08556-95A0-429D-A974-1505EE2AD141}"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custScaleX="14911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5"/>
      <dgm:spPr/>
      <dgm:t>
        <a:bodyPr/>
        <a:lstStyle/>
        <a:p>
          <a:endParaRPr lang="en-US"/>
        </a:p>
      </dgm:t>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3" presStyleCnt="13"/>
      <dgm:spPr/>
      <dgm:t>
        <a:bodyPr/>
        <a:lstStyle/>
        <a:p>
          <a:endParaRPr lang="en-US"/>
        </a:p>
      </dgm:t>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3" presStyleCnt="13" custScaleX="107041">
        <dgm:presLayoutVars>
          <dgm:chPref val="3"/>
        </dgm:presLayoutVars>
      </dgm:prSet>
      <dgm:spPr/>
      <dgm:t>
        <a:bodyPr/>
        <a:lstStyle/>
        <a:p>
          <a:endParaRPr lang="en-US"/>
        </a:p>
      </dgm:t>
    </dgm:pt>
    <dgm:pt modelId="{5F6EAB39-768E-4EF5-A122-D240B2B03279}" type="pres">
      <dgm:prSet presAssocID="{2BC47C35-CB2E-4ADA-997E-20AB4D35A222}" presName="rootConnector" presStyleLbl="node3" presStyleIdx="3" presStyleCnt="13"/>
      <dgm:spPr/>
      <dgm:t>
        <a:bodyPr/>
        <a:lstStyle/>
        <a:p>
          <a:endParaRPr lang="en-US"/>
        </a:p>
      </dgm:t>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4" presStyleCnt="13"/>
      <dgm:spPr/>
      <dgm:t>
        <a:bodyPr/>
        <a:lstStyle/>
        <a:p>
          <a:endParaRPr lang="en-US"/>
        </a:p>
      </dgm:t>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4" presStyleCnt="13" custScaleX="99770">
        <dgm:presLayoutVars>
          <dgm:chPref val="3"/>
        </dgm:presLayoutVars>
      </dgm:prSet>
      <dgm:spPr/>
      <dgm:t>
        <a:bodyPr/>
        <a:lstStyle/>
        <a:p>
          <a:endParaRPr lang="en-US"/>
        </a:p>
      </dgm:t>
    </dgm:pt>
    <dgm:pt modelId="{E6A79A9D-7FBA-4C8B-83E1-52C545B782AF}" type="pres">
      <dgm:prSet presAssocID="{AF6C41DE-0FE9-4FE2-8BE9-4215E0A90589}" presName="rootConnector" presStyleLbl="node3" presStyleIdx="4" presStyleCnt="13"/>
      <dgm:spPr/>
      <dgm:t>
        <a:bodyPr/>
        <a:lstStyle/>
        <a:p>
          <a:endParaRPr lang="en-US"/>
        </a:p>
      </dgm:t>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A4FAE87E-12FA-4A7E-9D3F-3AFCE60315A4}" type="pres">
      <dgm:prSet presAssocID="{49B74ACD-4DE6-4E7A-A574-B54F96B2B84B}" presName="Name37" presStyleLbl="parChTrans1D3" presStyleIdx="5" presStyleCnt="13"/>
      <dgm:spPr/>
      <dgm:t>
        <a:bodyPr/>
        <a:lstStyle/>
        <a:p>
          <a:endParaRPr lang="en-US"/>
        </a:p>
      </dgm:t>
    </dgm:pt>
    <dgm:pt modelId="{59745AC2-BCF2-4AC4-9A79-1E1EF48226AD}" type="pres">
      <dgm:prSet presAssocID="{5E89FAF8-7222-4880-B72C-F381939B991A}" presName="hierRoot2" presStyleCnt="0">
        <dgm:presLayoutVars>
          <dgm:hierBranch val="init"/>
        </dgm:presLayoutVars>
      </dgm:prSet>
      <dgm:spPr/>
    </dgm:pt>
    <dgm:pt modelId="{3CD4DF49-0BA9-4302-9A34-844810873413}" type="pres">
      <dgm:prSet presAssocID="{5E89FAF8-7222-4880-B72C-F381939B991A}" presName="rootComposite" presStyleCnt="0"/>
      <dgm:spPr/>
    </dgm:pt>
    <dgm:pt modelId="{895EE0A8-FF27-4E5E-A9CF-0B48E925D09C}" type="pres">
      <dgm:prSet presAssocID="{5E89FAF8-7222-4880-B72C-F381939B991A}" presName="rootText" presStyleLbl="node3" presStyleIdx="5" presStyleCnt="13">
        <dgm:presLayoutVars>
          <dgm:chPref val="3"/>
        </dgm:presLayoutVars>
      </dgm:prSet>
      <dgm:spPr/>
      <dgm:t>
        <a:bodyPr/>
        <a:lstStyle/>
        <a:p>
          <a:endParaRPr lang="en-US"/>
        </a:p>
      </dgm:t>
    </dgm:pt>
    <dgm:pt modelId="{640A420B-2CFE-4944-ABF0-EAEAE3402C6F}" type="pres">
      <dgm:prSet presAssocID="{5E89FAF8-7222-4880-B72C-F381939B991A}" presName="rootConnector" presStyleLbl="node3" presStyleIdx="5" presStyleCnt="13"/>
      <dgm:spPr/>
      <dgm:t>
        <a:bodyPr/>
        <a:lstStyle/>
        <a:p>
          <a:endParaRPr lang="en-US"/>
        </a:p>
      </dgm:t>
    </dgm:pt>
    <dgm:pt modelId="{2FAF0907-22A6-4633-89A3-28CD61B1B262}" type="pres">
      <dgm:prSet presAssocID="{5E89FAF8-7222-4880-B72C-F381939B991A}" presName="hierChild4" presStyleCnt="0"/>
      <dgm:spPr/>
    </dgm:pt>
    <dgm:pt modelId="{98CB5EF3-7761-4276-9A03-D974B765AAE1}" type="pres">
      <dgm:prSet presAssocID="{5E89FAF8-7222-4880-B72C-F381939B991A}" presName="hierChild5" presStyleCnt="0"/>
      <dgm:spPr/>
    </dgm:pt>
    <dgm:pt modelId="{0CD1C6DD-887B-47E1-AD1C-2EF1EFC45C9E}" type="pres">
      <dgm:prSet presAssocID="{D5A0FBC2-0210-41EF-9CC3-DC5FDE7A085C}" presName="Name37" presStyleLbl="parChTrans1D3" presStyleIdx="6" presStyleCnt="13"/>
      <dgm:spPr/>
      <dgm:t>
        <a:bodyPr/>
        <a:lstStyle/>
        <a:p>
          <a:endParaRPr lang="en-US"/>
        </a:p>
      </dgm:t>
    </dgm:pt>
    <dgm:pt modelId="{05A4AD7F-E317-4253-8433-DD01C56257A8}" type="pres">
      <dgm:prSet presAssocID="{44D06823-7690-49DA-9AF4-E258FFACAC0D}" presName="hierRoot2" presStyleCnt="0">
        <dgm:presLayoutVars>
          <dgm:hierBranch val="init"/>
        </dgm:presLayoutVars>
      </dgm:prSet>
      <dgm:spPr/>
    </dgm:pt>
    <dgm:pt modelId="{BF12B3E6-96AC-4627-97E8-6BFC9B8C7D94}" type="pres">
      <dgm:prSet presAssocID="{44D06823-7690-49DA-9AF4-E258FFACAC0D}" presName="rootComposite" presStyleCnt="0"/>
      <dgm:spPr/>
    </dgm:pt>
    <dgm:pt modelId="{9D965E0F-5EF6-4280-94C3-C6F6BB055DFD}" type="pres">
      <dgm:prSet presAssocID="{44D06823-7690-49DA-9AF4-E258FFACAC0D}" presName="rootText" presStyleLbl="node3" presStyleIdx="6" presStyleCnt="13">
        <dgm:presLayoutVars>
          <dgm:chPref val="3"/>
        </dgm:presLayoutVars>
      </dgm:prSet>
      <dgm:spPr/>
      <dgm:t>
        <a:bodyPr/>
        <a:lstStyle/>
        <a:p>
          <a:endParaRPr lang="en-US"/>
        </a:p>
      </dgm:t>
    </dgm:pt>
    <dgm:pt modelId="{CA60C86F-5CD4-49CD-8A0D-260A73460D64}" type="pres">
      <dgm:prSet presAssocID="{44D06823-7690-49DA-9AF4-E258FFACAC0D}" presName="rootConnector" presStyleLbl="node3" presStyleIdx="6" presStyleCnt="13"/>
      <dgm:spPr/>
      <dgm:t>
        <a:bodyPr/>
        <a:lstStyle/>
        <a:p>
          <a:endParaRPr lang="en-US"/>
        </a:p>
      </dgm:t>
    </dgm:pt>
    <dgm:pt modelId="{11A24CD1-8504-4843-8FF8-D1AEB1587888}" type="pres">
      <dgm:prSet presAssocID="{44D06823-7690-49DA-9AF4-E258FFACAC0D}" presName="hierChild4" presStyleCnt="0"/>
      <dgm:spPr/>
    </dgm:pt>
    <dgm:pt modelId="{975FC13D-B0BD-4DF3-81D2-7AB34E105329}" type="pres">
      <dgm:prSet presAssocID="{44D06823-7690-49DA-9AF4-E258FFACAC0D}" presName="hierChild5" presStyleCnt="0"/>
      <dgm:spPr/>
    </dgm:pt>
    <dgm:pt modelId="{D2B7D062-D75C-4271-BB63-D14061A8348E}" type="pres">
      <dgm:prSet presAssocID="{3312122F-CE8D-492A-BFF2-A41518A5B5C2}" presName="Name37" presStyleLbl="parChTrans1D3" presStyleIdx="7" presStyleCnt="13"/>
      <dgm:spPr/>
      <dgm:t>
        <a:bodyPr/>
        <a:lstStyle/>
        <a:p>
          <a:endParaRPr lang="en-US"/>
        </a:p>
      </dgm:t>
    </dgm:pt>
    <dgm:pt modelId="{FD71F073-92B3-4E0C-809A-E1085BE14C3A}" type="pres">
      <dgm:prSet presAssocID="{E4ECF9B0-BF57-4FA5-ABB4-E7D168DC9EC7}" presName="hierRoot2" presStyleCnt="0">
        <dgm:presLayoutVars>
          <dgm:hierBranch val="init"/>
        </dgm:presLayoutVars>
      </dgm:prSet>
      <dgm:spPr/>
    </dgm:pt>
    <dgm:pt modelId="{3FA765BF-ED20-4656-AA8F-3416B4D8A1C6}" type="pres">
      <dgm:prSet presAssocID="{E4ECF9B0-BF57-4FA5-ABB4-E7D168DC9EC7}" presName="rootComposite" presStyleCnt="0"/>
      <dgm:spPr/>
    </dgm:pt>
    <dgm:pt modelId="{A17448AA-8B4B-4E4E-8FEC-B9D3488A86AA}" type="pres">
      <dgm:prSet presAssocID="{E4ECF9B0-BF57-4FA5-ABB4-E7D168DC9EC7}" presName="rootText" presStyleLbl="node3" presStyleIdx="7" presStyleCnt="13">
        <dgm:presLayoutVars>
          <dgm:chPref val="3"/>
        </dgm:presLayoutVars>
      </dgm:prSet>
      <dgm:spPr/>
      <dgm:t>
        <a:bodyPr/>
        <a:lstStyle/>
        <a:p>
          <a:endParaRPr lang="en-US"/>
        </a:p>
      </dgm:t>
    </dgm:pt>
    <dgm:pt modelId="{752F8E88-BDF0-4C26-A8D8-CB96C7040F07}" type="pres">
      <dgm:prSet presAssocID="{E4ECF9B0-BF57-4FA5-ABB4-E7D168DC9EC7}" presName="rootConnector" presStyleLbl="node3" presStyleIdx="7" presStyleCnt="13"/>
      <dgm:spPr/>
      <dgm:t>
        <a:bodyPr/>
        <a:lstStyle/>
        <a:p>
          <a:endParaRPr lang="en-US"/>
        </a:p>
      </dgm:t>
    </dgm:pt>
    <dgm:pt modelId="{3D11001B-98C0-480C-8D24-8811B470559A}" type="pres">
      <dgm:prSet presAssocID="{E4ECF9B0-BF57-4FA5-ABB4-E7D168DC9EC7}" presName="hierChild4" presStyleCnt="0"/>
      <dgm:spPr/>
    </dgm:pt>
    <dgm:pt modelId="{BBB7EFA1-A8E7-497A-AF68-3CA740DA3CAF}" type="pres">
      <dgm:prSet presAssocID="{E4ECF9B0-BF57-4FA5-ABB4-E7D168DC9EC7}" presName="hierChild5" presStyleCnt="0"/>
      <dgm:spPr/>
    </dgm:pt>
    <dgm:pt modelId="{3E362709-8DF5-4ED1-BE78-2D67C7F6CD59}" type="pres">
      <dgm:prSet presAssocID="{620DD3EC-BDCD-468B-B566-7FE2B848507E}" presName="hierChild5" presStyleCnt="0"/>
      <dgm:spPr/>
    </dgm:pt>
    <dgm:pt modelId="{62821369-B757-43AF-BF6D-02B9EF83A7FF}" type="pres">
      <dgm:prSet presAssocID="{9E18C130-4D81-4BDD-8DE6-22CF9F45E19E}" presName="Name37" presStyleLbl="parChTrans1D2" presStyleIdx="2" presStyleCnt="5"/>
      <dgm:spPr/>
      <dgm:t>
        <a:bodyPr/>
        <a:lstStyle/>
        <a:p>
          <a:endParaRPr lang="en-US"/>
        </a:p>
      </dgm:t>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2" presStyleCnt="5" custScaleX="149111">
        <dgm:presLayoutVars>
          <dgm:chPref val="3"/>
        </dgm:presLayoutVars>
      </dgm:prSet>
      <dgm:spPr/>
      <dgm:t>
        <a:bodyPr/>
        <a:lstStyle/>
        <a:p>
          <a:endParaRPr lang="en-US"/>
        </a:p>
      </dgm:t>
    </dgm:pt>
    <dgm:pt modelId="{0FE7A504-1A99-42A4-92D2-369E93728B6E}" type="pres">
      <dgm:prSet presAssocID="{A1A03C13-4BED-4BB7-8AFB-BDB236A519FA}" presName="rootConnector" presStyleLbl="node2" presStyleIdx="2" presStyleCnt="5"/>
      <dgm:spPr/>
      <dgm:t>
        <a:bodyPr/>
        <a:lstStyle/>
        <a:p>
          <a:endParaRPr lang="en-US"/>
        </a:p>
      </dgm:t>
    </dgm:pt>
    <dgm:pt modelId="{5C832EA0-92EB-4018-A238-AAD0380D7AE1}" type="pres">
      <dgm:prSet presAssocID="{A1A03C13-4BED-4BB7-8AFB-BDB236A519FA}" presName="hierChild4" presStyleCnt="0"/>
      <dgm:spPr/>
    </dgm:pt>
    <dgm:pt modelId="{AFF152E2-0280-4325-8B01-B43435B7724D}" type="pres">
      <dgm:prSet presAssocID="{A1A03C13-4BED-4BB7-8AFB-BDB236A519FA}" presName="hierChild5" presStyleCnt="0"/>
      <dgm:spPr/>
    </dgm:pt>
    <dgm:pt modelId="{45A6C69C-9A94-457A-AC23-FDBEBF17DF15}" type="pres">
      <dgm:prSet presAssocID="{99DF97D8-3CD9-4E8A-85F7-D08BD73C5EDA}" presName="Name37" presStyleLbl="parChTrans1D2" presStyleIdx="3" presStyleCnt="5"/>
      <dgm:spPr/>
      <dgm:t>
        <a:bodyPr/>
        <a:lstStyle/>
        <a:p>
          <a:endParaRPr lang="en-US"/>
        </a:p>
      </dgm:t>
    </dgm:pt>
    <dgm:pt modelId="{460ED917-6EBF-4C35-9109-8B2420BDD391}" type="pres">
      <dgm:prSet presAssocID="{BD07C1EE-B85E-4FFF-ACD3-A118A7858501}" presName="hierRoot2" presStyleCnt="0">
        <dgm:presLayoutVars>
          <dgm:hierBranch val="init"/>
        </dgm:presLayoutVars>
      </dgm:prSet>
      <dgm:spPr/>
    </dgm:pt>
    <dgm:pt modelId="{06A44D7F-B324-4D99-BB8D-13A06A593694}" type="pres">
      <dgm:prSet presAssocID="{BD07C1EE-B85E-4FFF-ACD3-A118A7858501}" presName="rootComposite" presStyleCnt="0"/>
      <dgm:spPr/>
    </dgm:pt>
    <dgm:pt modelId="{CFDD1DB1-FAC1-4A1E-A655-08F58C5E78CF}" type="pres">
      <dgm:prSet presAssocID="{BD07C1EE-B85E-4FFF-ACD3-A118A7858501}" presName="rootText" presStyleLbl="node2" presStyleIdx="3" presStyleCnt="5">
        <dgm:presLayoutVars>
          <dgm:chPref val="3"/>
        </dgm:presLayoutVars>
      </dgm:prSet>
      <dgm:spPr/>
      <dgm:t>
        <a:bodyPr/>
        <a:lstStyle/>
        <a:p>
          <a:endParaRPr lang="en-US"/>
        </a:p>
      </dgm:t>
    </dgm:pt>
    <dgm:pt modelId="{3BB78F72-BFAE-46E2-842E-30EF244D9EA3}" type="pres">
      <dgm:prSet presAssocID="{BD07C1EE-B85E-4FFF-ACD3-A118A7858501}" presName="rootConnector" presStyleLbl="node2" presStyleIdx="3" presStyleCnt="5"/>
      <dgm:spPr/>
      <dgm:t>
        <a:bodyPr/>
        <a:lstStyle/>
        <a:p>
          <a:endParaRPr lang="en-US"/>
        </a:p>
      </dgm:t>
    </dgm:pt>
    <dgm:pt modelId="{F9964ABE-815E-4CBC-9AC5-3DA582F276AD}" type="pres">
      <dgm:prSet presAssocID="{BD07C1EE-B85E-4FFF-ACD3-A118A7858501}" presName="hierChild4" presStyleCnt="0"/>
      <dgm:spPr/>
    </dgm:pt>
    <dgm:pt modelId="{89D0969B-28BA-4C18-A11B-9243ECA0B039}" type="pres">
      <dgm:prSet presAssocID="{BD07C1EE-B85E-4FFF-ACD3-A118A7858501}" presName="hierChild5" presStyleCnt="0"/>
      <dgm:spPr/>
    </dgm:pt>
    <dgm:pt modelId="{8A6B1F2B-1D2E-42CA-802C-307EF010D0D0}" type="pres">
      <dgm:prSet presAssocID="{8DDAC59E-11F4-4CC2-BAAE-629A118EC0C5}" presName="Name37" presStyleLbl="parChTrans1D2" presStyleIdx="4" presStyleCnt="5"/>
      <dgm:spPr/>
      <dgm:t>
        <a:bodyPr/>
        <a:lstStyle/>
        <a:p>
          <a:endParaRPr lang="en-US"/>
        </a:p>
      </dgm:t>
    </dgm:pt>
    <dgm:pt modelId="{322BEA70-D645-44EC-A1FA-D6541A2F009D}" type="pres">
      <dgm:prSet presAssocID="{DE3F3A66-A40E-4C4E-8F98-441BD5C5032B}" presName="hierRoot2" presStyleCnt="0">
        <dgm:presLayoutVars>
          <dgm:hierBranch val="init"/>
        </dgm:presLayoutVars>
      </dgm:prSet>
      <dgm:spPr/>
    </dgm:pt>
    <dgm:pt modelId="{B54552E2-CACA-4D82-BF73-58E6DC67386F}" type="pres">
      <dgm:prSet presAssocID="{DE3F3A66-A40E-4C4E-8F98-441BD5C5032B}" presName="rootComposite" presStyleCnt="0"/>
      <dgm:spPr/>
    </dgm:pt>
    <dgm:pt modelId="{36556524-D5AE-42F6-9B43-05CFC9D89CE4}" type="pres">
      <dgm:prSet presAssocID="{DE3F3A66-A40E-4C4E-8F98-441BD5C5032B}" presName="rootText" presStyleLbl="node2" presStyleIdx="4" presStyleCnt="5">
        <dgm:presLayoutVars>
          <dgm:chPref val="3"/>
        </dgm:presLayoutVars>
      </dgm:prSet>
      <dgm:spPr/>
      <dgm:t>
        <a:bodyPr/>
        <a:lstStyle/>
        <a:p>
          <a:endParaRPr lang="en-US"/>
        </a:p>
      </dgm:t>
    </dgm:pt>
    <dgm:pt modelId="{62EB900C-6B06-4EBB-AC99-54C84ECAC84C}" type="pres">
      <dgm:prSet presAssocID="{DE3F3A66-A40E-4C4E-8F98-441BD5C5032B}" presName="rootConnector" presStyleLbl="node2" presStyleIdx="4" presStyleCnt="5"/>
      <dgm:spPr/>
      <dgm:t>
        <a:bodyPr/>
        <a:lstStyle/>
        <a:p>
          <a:endParaRPr lang="en-US"/>
        </a:p>
      </dgm:t>
    </dgm:pt>
    <dgm:pt modelId="{49E54EA7-AE66-459C-8308-B68C99E25E27}" type="pres">
      <dgm:prSet presAssocID="{DE3F3A66-A40E-4C4E-8F98-441BD5C5032B}" presName="hierChild4" presStyleCnt="0"/>
      <dgm:spPr/>
    </dgm:pt>
    <dgm:pt modelId="{2A2C954C-EE62-470E-A9A0-03C9F8A16374}" type="pres">
      <dgm:prSet presAssocID="{60E5B7E9-0A20-412C-A22B-B941A8A2C9E2}" presName="Name37" presStyleLbl="parChTrans1D3" presStyleIdx="8" presStyleCnt="13"/>
      <dgm:spPr/>
      <dgm:t>
        <a:bodyPr/>
        <a:lstStyle/>
        <a:p>
          <a:endParaRPr lang="en-US"/>
        </a:p>
      </dgm:t>
    </dgm:pt>
    <dgm:pt modelId="{F2FD422E-F226-428D-9018-F88DBDE04B43}" type="pres">
      <dgm:prSet presAssocID="{C84B5696-F8AA-47A7-B520-0CCF4DC0D169}" presName="hierRoot2" presStyleCnt="0">
        <dgm:presLayoutVars>
          <dgm:hierBranch val="init"/>
        </dgm:presLayoutVars>
      </dgm:prSet>
      <dgm:spPr/>
    </dgm:pt>
    <dgm:pt modelId="{EEF2CB1D-9521-4F08-8F6E-6CB23A84D58D}" type="pres">
      <dgm:prSet presAssocID="{C84B5696-F8AA-47A7-B520-0CCF4DC0D169}" presName="rootComposite" presStyleCnt="0"/>
      <dgm:spPr/>
    </dgm:pt>
    <dgm:pt modelId="{8F055073-5F90-49BB-9A6A-D1E17BE589CB}" type="pres">
      <dgm:prSet presAssocID="{C84B5696-F8AA-47A7-B520-0CCF4DC0D169}" presName="rootText" presStyleLbl="node3" presStyleIdx="8" presStyleCnt="13">
        <dgm:presLayoutVars>
          <dgm:chPref val="3"/>
        </dgm:presLayoutVars>
      </dgm:prSet>
      <dgm:spPr/>
      <dgm:t>
        <a:bodyPr/>
        <a:lstStyle/>
        <a:p>
          <a:endParaRPr lang="en-US"/>
        </a:p>
      </dgm:t>
    </dgm:pt>
    <dgm:pt modelId="{BB7F494D-2B16-47F2-A2C3-ED9974372565}" type="pres">
      <dgm:prSet presAssocID="{C84B5696-F8AA-47A7-B520-0CCF4DC0D169}" presName="rootConnector" presStyleLbl="node3" presStyleIdx="8" presStyleCnt="13"/>
      <dgm:spPr/>
      <dgm:t>
        <a:bodyPr/>
        <a:lstStyle/>
        <a:p>
          <a:endParaRPr lang="en-US"/>
        </a:p>
      </dgm:t>
    </dgm:pt>
    <dgm:pt modelId="{B26FECE3-D7ED-4F28-A586-F29BA1647DAA}" type="pres">
      <dgm:prSet presAssocID="{C84B5696-F8AA-47A7-B520-0CCF4DC0D169}" presName="hierChild4" presStyleCnt="0"/>
      <dgm:spPr/>
    </dgm:pt>
    <dgm:pt modelId="{6794BE9A-03D7-4693-A304-8269EDB52523}" type="pres">
      <dgm:prSet presAssocID="{C84B5696-F8AA-47A7-B520-0CCF4DC0D169}" presName="hierChild5" presStyleCnt="0"/>
      <dgm:spPr/>
    </dgm:pt>
    <dgm:pt modelId="{15AEE274-0092-43BD-BDFE-D9F9CDA3CE24}" type="pres">
      <dgm:prSet presAssocID="{8A86D321-BEFA-4FCB-BE5A-23FDF4940CE8}" presName="Name37" presStyleLbl="parChTrans1D3" presStyleIdx="9" presStyleCnt="13"/>
      <dgm:spPr/>
      <dgm:t>
        <a:bodyPr/>
        <a:lstStyle/>
        <a:p>
          <a:endParaRPr lang="en-US"/>
        </a:p>
      </dgm:t>
    </dgm:pt>
    <dgm:pt modelId="{769F50FB-065E-4931-A8DD-29ED22A29328}" type="pres">
      <dgm:prSet presAssocID="{5DE1134C-A58B-452D-9EBF-D9D59E9ED166}" presName="hierRoot2" presStyleCnt="0">
        <dgm:presLayoutVars>
          <dgm:hierBranch val="init"/>
        </dgm:presLayoutVars>
      </dgm:prSet>
      <dgm:spPr/>
    </dgm:pt>
    <dgm:pt modelId="{EC3435C3-D42C-4997-AC18-910102C69252}" type="pres">
      <dgm:prSet presAssocID="{5DE1134C-A58B-452D-9EBF-D9D59E9ED166}" presName="rootComposite" presStyleCnt="0"/>
      <dgm:spPr/>
    </dgm:pt>
    <dgm:pt modelId="{A5C80B4D-2E70-4DF9-A626-553A11B40F3C}" type="pres">
      <dgm:prSet presAssocID="{5DE1134C-A58B-452D-9EBF-D9D59E9ED166}" presName="rootText" presStyleLbl="node3" presStyleIdx="9" presStyleCnt="13">
        <dgm:presLayoutVars>
          <dgm:chPref val="3"/>
        </dgm:presLayoutVars>
      </dgm:prSet>
      <dgm:spPr/>
      <dgm:t>
        <a:bodyPr/>
        <a:lstStyle/>
        <a:p>
          <a:endParaRPr lang="en-US"/>
        </a:p>
      </dgm:t>
    </dgm:pt>
    <dgm:pt modelId="{9B7D9191-C5C5-4AE0-ADD7-53EEEB66794E}" type="pres">
      <dgm:prSet presAssocID="{5DE1134C-A58B-452D-9EBF-D9D59E9ED166}" presName="rootConnector" presStyleLbl="node3" presStyleIdx="9" presStyleCnt="13"/>
      <dgm:spPr/>
      <dgm:t>
        <a:bodyPr/>
        <a:lstStyle/>
        <a:p>
          <a:endParaRPr lang="en-US"/>
        </a:p>
      </dgm:t>
    </dgm:pt>
    <dgm:pt modelId="{D0837E44-4EE2-4ABF-8EDF-7F4A1116BDA6}" type="pres">
      <dgm:prSet presAssocID="{5DE1134C-A58B-452D-9EBF-D9D59E9ED166}" presName="hierChild4" presStyleCnt="0"/>
      <dgm:spPr/>
    </dgm:pt>
    <dgm:pt modelId="{E61AACC4-8568-4FC3-B9A4-18FAC31ADA07}" type="pres">
      <dgm:prSet presAssocID="{5DE1134C-A58B-452D-9EBF-D9D59E9ED166}" presName="hierChild5" presStyleCnt="0"/>
      <dgm:spPr/>
    </dgm:pt>
    <dgm:pt modelId="{DE1C9CA5-19BE-405C-A716-9548FEE6C778}" type="pres">
      <dgm:prSet presAssocID="{BA75B2AE-15BD-4F45-893B-16E00B282A22}" presName="Name37" presStyleLbl="parChTrans1D3" presStyleIdx="10" presStyleCnt="13"/>
      <dgm:spPr/>
      <dgm:t>
        <a:bodyPr/>
        <a:lstStyle/>
        <a:p>
          <a:endParaRPr lang="en-US"/>
        </a:p>
      </dgm:t>
    </dgm:pt>
    <dgm:pt modelId="{438DADDE-2769-40FC-B44A-512B69DC4D74}" type="pres">
      <dgm:prSet presAssocID="{54003B33-F101-4C13-88B6-871318462FEA}" presName="hierRoot2" presStyleCnt="0">
        <dgm:presLayoutVars>
          <dgm:hierBranch val="init"/>
        </dgm:presLayoutVars>
      </dgm:prSet>
      <dgm:spPr/>
    </dgm:pt>
    <dgm:pt modelId="{A95C83FB-98DE-495D-8630-956A992D2513}" type="pres">
      <dgm:prSet presAssocID="{54003B33-F101-4C13-88B6-871318462FEA}" presName="rootComposite" presStyleCnt="0"/>
      <dgm:spPr/>
    </dgm:pt>
    <dgm:pt modelId="{B490F736-88DB-40AC-A443-4427C415151D}" type="pres">
      <dgm:prSet presAssocID="{54003B33-F101-4C13-88B6-871318462FEA}" presName="rootText" presStyleLbl="node3" presStyleIdx="10" presStyleCnt="13">
        <dgm:presLayoutVars>
          <dgm:chPref val="3"/>
        </dgm:presLayoutVars>
      </dgm:prSet>
      <dgm:spPr/>
      <dgm:t>
        <a:bodyPr/>
        <a:lstStyle/>
        <a:p>
          <a:endParaRPr lang="en-US"/>
        </a:p>
      </dgm:t>
    </dgm:pt>
    <dgm:pt modelId="{DCEBDE7D-F0B7-47D7-85AF-7FFF1D21ADED}" type="pres">
      <dgm:prSet presAssocID="{54003B33-F101-4C13-88B6-871318462FEA}" presName="rootConnector" presStyleLbl="node3" presStyleIdx="10" presStyleCnt="13"/>
      <dgm:spPr/>
      <dgm:t>
        <a:bodyPr/>
        <a:lstStyle/>
        <a:p>
          <a:endParaRPr lang="en-US"/>
        </a:p>
      </dgm:t>
    </dgm:pt>
    <dgm:pt modelId="{D9D6260D-F487-4611-812D-FFA9BFB1E26C}" type="pres">
      <dgm:prSet presAssocID="{54003B33-F101-4C13-88B6-871318462FEA}" presName="hierChild4" presStyleCnt="0"/>
      <dgm:spPr/>
    </dgm:pt>
    <dgm:pt modelId="{BA50D38F-C9CC-4753-B73C-ACA4A56B8EFC}" type="pres">
      <dgm:prSet presAssocID="{54003B33-F101-4C13-88B6-871318462FEA}" presName="hierChild5" presStyleCnt="0"/>
      <dgm:spPr/>
    </dgm:pt>
    <dgm:pt modelId="{B66F369F-4105-4A5C-9DD3-0005ECFE2E5F}" type="pres">
      <dgm:prSet presAssocID="{E350AF4A-A38F-43F9-A7FC-2F215F74BFD8}" presName="Name37" presStyleLbl="parChTrans1D3" presStyleIdx="11" presStyleCnt="13"/>
      <dgm:spPr/>
      <dgm:t>
        <a:bodyPr/>
        <a:lstStyle/>
        <a:p>
          <a:endParaRPr lang="en-US"/>
        </a:p>
      </dgm:t>
    </dgm:pt>
    <dgm:pt modelId="{77A70BDC-B798-4729-8B61-1DFD1FE82886}" type="pres">
      <dgm:prSet presAssocID="{6F536ECF-2101-409E-8B44-0A51F266319C}" presName="hierRoot2" presStyleCnt="0">
        <dgm:presLayoutVars>
          <dgm:hierBranch val="init"/>
        </dgm:presLayoutVars>
      </dgm:prSet>
      <dgm:spPr/>
    </dgm:pt>
    <dgm:pt modelId="{8B584678-6F43-41EE-9230-EA51C767FBDC}" type="pres">
      <dgm:prSet presAssocID="{6F536ECF-2101-409E-8B44-0A51F266319C}" presName="rootComposite" presStyleCnt="0"/>
      <dgm:spPr/>
    </dgm:pt>
    <dgm:pt modelId="{39AEC615-0A84-42E3-821C-3EA9148E57FE}" type="pres">
      <dgm:prSet presAssocID="{6F536ECF-2101-409E-8B44-0A51F266319C}" presName="rootText" presStyleLbl="node3" presStyleIdx="11" presStyleCnt="13">
        <dgm:presLayoutVars>
          <dgm:chPref val="3"/>
        </dgm:presLayoutVars>
      </dgm:prSet>
      <dgm:spPr/>
      <dgm:t>
        <a:bodyPr/>
        <a:lstStyle/>
        <a:p>
          <a:endParaRPr lang="en-US"/>
        </a:p>
      </dgm:t>
    </dgm:pt>
    <dgm:pt modelId="{647D7A7F-1A98-4707-A457-C562BD54D58F}" type="pres">
      <dgm:prSet presAssocID="{6F536ECF-2101-409E-8B44-0A51F266319C}" presName="rootConnector" presStyleLbl="node3" presStyleIdx="11" presStyleCnt="13"/>
      <dgm:spPr/>
      <dgm:t>
        <a:bodyPr/>
        <a:lstStyle/>
        <a:p>
          <a:endParaRPr lang="en-US"/>
        </a:p>
      </dgm:t>
    </dgm:pt>
    <dgm:pt modelId="{26A9286C-3C40-43A8-8F02-FDD23B062331}" type="pres">
      <dgm:prSet presAssocID="{6F536ECF-2101-409E-8B44-0A51F266319C}" presName="hierChild4" presStyleCnt="0"/>
      <dgm:spPr/>
    </dgm:pt>
    <dgm:pt modelId="{16B919CA-59D2-476A-AF36-7F7CF72E847D}" type="pres">
      <dgm:prSet presAssocID="{6F536ECF-2101-409E-8B44-0A51F266319C}" presName="hierChild5" presStyleCnt="0"/>
      <dgm:spPr/>
    </dgm:pt>
    <dgm:pt modelId="{0BCAB6FE-D6DE-4BB5-9C89-B05376AF7BD7}" type="pres">
      <dgm:prSet presAssocID="{97CCFE05-B9B8-446C-A492-0F3E86B61714}" presName="Name37" presStyleLbl="parChTrans1D3" presStyleIdx="12" presStyleCnt="13"/>
      <dgm:spPr/>
      <dgm:t>
        <a:bodyPr/>
        <a:lstStyle/>
        <a:p>
          <a:endParaRPr lang="en-US"/>
        </a:p>
      </dgm:t>
    </dgm:pt>
    <dgm:pt modelId="{5F0A7B78-3E31-4580-80DC-8A61630D92A6}" type="pres">
      <dgm:prSet presAssocID="{0AB822A0-15F2-4533-B4DB-33884BC8396F}" presName="hierRoot2" presStyleCnt="0">
        <dgm:presLayoutVars>
          <dgm:hierBranch val="init"/>
        </dgm:presLayoutVars>
      </dgm:prSet>
      <dgm:spPr/>
    </dgm:pt>
    <dgm:pt modelId="{08F497DD-17E3-40EB-96C2-B82E60AEDB70}" type="pres">
      <dgm:prSet presAssocID="{0AB822A0-15F2-4533-B4DB-33884BC8396F}" presName="rootComposite" presStyleCnt="0"/>
      <dgm:spPr/>
    </dgm:pt>
    <dgm:pt modelId="{1DB2A366-0C7D-4022-9148-8815A170CF65}" type="pres">
      <dgm:prSet presAssocID="{0AB822A0-15F2-4533-B4DB-33884BC8396F}" presName="rootText" presStyleLbl="node3" presStyleIdx="12" presStyleCnt="13">
        <dgm:presLayoutVars>
          <dgm:chPref val="3"/>
        </dgm:presLayoutVars>
      </dgm:prSet>
      <dgm:spPr/>
      <dgm:t>
        <a:bodyPr/>
        <a:lstStyle/>
        <a:p>
          <a:endParaRPr lang="en-US"/>
        </a:p>
      </dgm:t>
    </dgm:pt>
    <dgm:pt modelId="{365CBF93-49D1-49EC-904F-BC3479220B5A}" type="pres">
      <dgm:prSet presAssocID="{0AB822A0-15F2-4533-B4DB-33884BC8396F}" presName="rootConnector" presStyleLbl="node3" presStyleIdx="12" presStyleCnt="13"/>
      <dgm:spPr/>
      <dgm:t>
        <a:bodyPr/>
        <a:lstStyle/>
        <a:p>
          <a:endParaRPr lang="en-US"/>
        </a:p>
      </dgm:t>
    </dgm:pt>
    <dgm:pt modelId="{B75074BF-CCBF-4D79-B64C-92FBFA5670E4}" type="pres">
      <dgm:prSet presAssocID="{0AB822A0-15F2-4533-B4DB-33884BC8396F}" presName="hierChild4" presStyleCnt="0"/>
      <dgm:spPr/>
    </dgm:pt>
    <dgm:pt modelId="{57A3E187-EC64-41B7-A2CF-562278E44DC7}" type="pres">
      <dgm:prSet presAssocID="{0AB822A0-15F2-4533-B4DB-33884BC8396F}" presName="hierChild5" presStyleCnt="0"/>
      <dgm:spPr/>
    </dgm:pt>
    <dgm:pt modelId="{55EBC55B-4FED-4B15-A372-50312AD2C333}" type="pres">
      <dgm:prSet presAssocID="{DE3F3A66-A40E-4C4E-8F98-441BD5C5032B}" presName="hierChild5" presStyleCnt="0"/>
      <dgm:spPr/>
    </dgm:pt>
    <dgm:pt modelId="{96DEF822-DC52-4FFC-82DA-389CD5B29657}" type="pres">
      <dgm:prSet presAssocID="{9E6404DC-1053-49D6-95EE-599A97C88DD3}" presName="hierChild3" presStyleCnt="0"/>
      <dgm:spPr/>
    </dgm:pt>
  </dgm:ptLst>
  <dgm:cxnLst>
    <dgm:cxn modelId="{49F93F5E-ECC5-44D1-842A-986C13E5F0C9}" type="presOf" srcId="{ADFFC400-8BBA-4CA0-97DA-A5239AD7FF83}" destId="{7C494E9C-07EE-4809-A445-329E5D279BED}" srcOrd="1" destOrd="0" presId="urn:microsoft.com/office/officeart/2005/8/layout/orgChart1"/>
    <dgm:cxn modelId="{82D5120E-6411-4EDA-9FED-8CD3B7D02DFD}" srcId="{620DD3EC-BDCD-468B-B566-7FE2B848507E}" destId="{44D06823-7690-49DA-9AF4-E258FFACAC0D}" srcOrd="3" destOrd="0" parTransId="{D5A0FBC2-0210-41EF-9CC3-DC5FDE7A085C}" sibTransId="{C601D1F9-9250-475F-BE2B-300223FFB5C7}"/>
    <dgm:cxn modelId="{8A9A6489-18F5-46EC-BED3-D9341B838064}" type="presOf" srcId="{54003B33-F101-4C13-88B6-871318462FEA}" destId="{DCEBDE7D-F0B7-47D7-85AF-7FFF1D21ADED}"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5D7008EB-6634-4EED-8A9F-A64CADB0F650}" type="presOf" srcId="{BD07C1EE-B85E-4FFF-ACD3-A118A7858501}" destId="{3BB78F72-BFAE-46E2-842E-30EF244D9EA3}" srcOrd="1" destOrd="0" presId="urn:microsoft.com/office/officeart/2005/8/layout/orgChart1"/>
    <dgm:cxn modelId="{6E6B00A2-ED4E-4AFC-81FC-6AC4B2CDF1D7}" type="presOf" srcId="{99DF97D8-3CD9-4E8A-85F7-D08BD73C5EDA}" destId="{45A6C69C-9A94-457A-AC23-FDBEBF17DF15}" srcOrd="0" destOrd="0" presId="urn:microsoft.com/office/officeart/2005/8/layout/orgChart1"/>
    <dgm:cxn modelId="{BD0438B8-81BB-4AD8-B434-0ABAD6074965}" type="presOf" srcId="{6F536ECF-2101-409E-8B44-0A51F266319C}" destId="{39AEC615-0A84-42E3-821C-3EA9148E57FE}" srcOrd="0" destOrd="0" presId="urn:microsoft.com/office/officeart/2005/8/layout/orgChart1"/>
    <dgm:cxn modelId="{7804A927-CF3C-48FE-AEBD-F85C7310F13E}" type="presOf" srcId="{C84B5696-F8AA-47A7-B520-0CCF4DC0D169}" destId="{8F055073-5F90-49BB-9A6A-D1E17BE589CB}" srcOrd="0" destOrd="0" presId="urn:microsoft.com/office/officeart/2005/8/layout/orgChart1"/>
    <dgm:cxn modelId="{18166B83-7C7C-467D-A3E1-FB56FECEF89F}" type="presOf" srcId="{97CCFE05-B9B8-446C-A492-0F3E86B61714}" destId="{0BCAB6FE-D6DE-4BB5-9C89-B05376AF7BD7}" srcOrd="0" destOrd="0" presId="urn:microsoft.com/office/officeart/2005/8/layout/orgChart1"/>
    <dgm:cxn modelId="{FD70B46B-FF02-4A58-A9C5-EE2703222F5A}" type="presOf" srcId="{A1A03C13-4BED-4BB7-8AFB-BDB236A519FA}" destId="{E2CE8193-46AF-44C0-B4A1-4402C2A6388E}"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7153BECE-272B-478B-A2A0-EE55B0E58735}" type="presOf" srcId="{D5A0FBC2-0210-41EF-9CC3-DC5FDE7A085C}" destId="{0CD1C6DD-887B-47E1-AD1C-2EF1EFC45C9E}" srcOrd="0" destOrd="0" presId="urn:microsoft.com/office/officeart/2005/8/layout/orgChart1"/>
    <dgm:cxn modelId="{7C7485FC-4CFA-45FF-817B-B38DD356F0B5}" srcId="{9E6404DC-1053-49D6-95EE-599A97C88DD3}" destId="{A1A03C13-4BED-4BB7-8AFB-BDB236A519FA}" srcOrd="2" destOrd="0" parTransId="{9E18C130-4D81-4BDD-8DE6-22CF9F45E19E}" sibTransId="{CF4AE597-246B-4D28-8B3B-D3E59AB05BD8}"/>
    <dgm:cxn modelId="{97E4A6DE-8713-4676-BBF8-2B93F08AF837}" srcId="{9286A5EC-F2A9-487D-8BF1-B96EEEFD636B}" destId="{1E627F9E-CE3B-4A85-BB78-8DDB86A78DDE}" srcOrd="1" destOrd="0" parTransId="{9D28DB69-DDB3-4999-9A0B-8D007976E69E}" sibTransId="{CC71E985-969E-423D-B820-177A0337B408}"/>
    <dgm:cxn modelId="{FCB0F17D-2DAD-436D-B3F4-79C126E660AC}" type="presOf" srcId="{9E18C130-4D81-4BDD-8DE6-22CF9F45E19E}" destId="{62821369-B757-43AF-BF6D-02B9EF83A7FF}" srcOrd="0" destOrd="0" presId="urn:microsoft.com/office/officeart/2005/8/layout/orgChart1"/>
    <dgm:cxn modelId="{E03DEDB1-3E68-4589-843D-A434F4FA620E}" type="presOf" srcId="{54003B33-F101-4C13-88B6-871318462FEA}" destId="{B490F736-88DB-40AC-A443-4427C415151D}" srcOrd="0" destOrd="0" presId="urn:microsoft.com/office/officeart/2005/8/layout/orgChart1"/>
    <dgm:cxn modelId="{1663BBE7-5C8B-49BB-8E85-AB51CDC6851D}" type="presOf" srcId="{BD07C1EE-B85E-4FFF-ACD3-A118A7858501}" destId="{CFDD1DB1-FAC1-4A1E-A655-08F58C5E78CF}" srcOrd="0" destOrd="0" presId="urn:microsoft.com/office/officeart/2005/8/layout/orgChart1"/>
    <dgm:cxn modelId="{C7B5CF1A-868A-4360-B1B7-09ACAE8ABA4C}" type="presOf" srcId="{AF6C41DE-0FE9-4FE2-8BE9-4215E0A90589}" destId="{E6A79A9D-7FBA-4C8B-83E1-52C545B782AF}"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EBE777F4-ED5D-4B31-BF39-0639E323992E}" srcId="{DE3F3A66-A40E-4C4E-8F98-441BD5C5032B}" destId="{5DE1134C-A58B-452D-9EBF-D9D59E9ED166}" srcOrd="1" destOrd="0" parTransId="{8A86D321-BEFA-4FCB-BE5A-23FDF4940CE8}" sibTransId="{50F8866B-FB34-44E7-B6CD-2978D32487C1}"/>
    <dgm:cxn modelId="{2D4EA9FE-C6F8-4E36-AE0A-0496CA00FD09}" type="presOf" srcId="{5DE1134C-A58B-452D-9EBF-D9D59E9ED166}" destId="{A5C80B4D-2E70-4DF9-A626-553A11B40F3C}"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FC36D0CC-00D3-4911-82EC-8CA5988B3ABA}" type="presOf" srcId="{5E89FAF8-7222-4880-B72C-F381939B991A}" destId="{640A420B-2CFE-4944-ABF0-EAEAE3402C6F}"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8749021B-2268-44B1-AD84-B0921B253255}" type="presOf" srcId="{9286A5EC-F2A9-487D-8BF1-B96EEEFD636B}" destId="{C9422C4E-2B02-4D33-A16B-EF7B187ECAB7}" srcOrd="0"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3DBF7F36-9A98-4C41-B239-422EB880F49A}" type="presOf" srcId="{0AB822A0-15F2-4533-B4DB-33884BC8396F}" destId="{1DB2A366-0C7D-4022-9148-8815A170CF65}" srcOrd="0" destOrd="0" presId="urn:microsoft.com/office/officeart/2005/8/layout/orgChart1"/>
    <dgm:cxn modelId="{4FC59ABC-A052-4F32-8F05-B3850C91B09D}" type="presOf" srcId="{C84B5696-F8AA-47A7-B520-0CCF4DC0D169}" destId="{BB7F494D-2B16-47F2-A2C3-ED9974372565}" srcOrd="1"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19770271-32B9-4F41-862D-BCDAB9D44191}" type="presOf" srcId="{1E627F9E-CE3B-4A85-BB78-8DDB86A78DDE}" destId="{BFFD6F86-AD10-4340-B993-09FE9B342F4C}" srcOrd="1" destOrd="0" presId="urn:microsoft.com/office/officeart/2005/8/layout/orgChart1"/>
    <dgm:cxn modelId="{A12E0989-E376-40CA-BDF0-18FF0473FBFC}" srcId="{DE3F3A66-A40E-4C4E-8F98-441BD5C5032B}" destId="{6F536ECF-2101-409E-8B44-0A51F266319C}" srcOrd="3" destOrd="0" parTransId="{E350AF4A-A38F-43F9-A7FC-2F215F74BFD8}" sibTransId="{4FF4F317-66B9-4074-BB13-B6A4C9B228E5}"/>
    <dgm:cxn modelId="{18C0B248-CAFA-4BE0-8E82-DC067C692D04}" type="presOf" srcId="{620DD3EC-BDCD-468B-B566-7FE2B848507E}" destId="{1999F93D-C5E3-4B58-A38A-C971B5C1871B}" srcOrd="1" destOrd="0" presId="urn:microsoft.com/office/officeart/2005/8/layout/orgChart1"/>
    <dgm:cxn modelId="{21056FDB-4EC7-4FCE-8C41-693904C08839}" srcId="{DE3F3A66-A40E-4C4E-8F98-441BD5C5032B}" destId="{C84B5696-F8AA-47A7-B520-0CCF4DC0D169}" srcOrd="0" destOrd="0" parTransId="{60E5B7E9-0A20-412C-A22B-B941A8A2C9E2}" sibTransId="{4E19B19E-BAB4-4453-8886-A8F426C44316}"/>
    <dgm:cxn modelId="{A6C56383-6B08-4944-B892-2AAA97DC5DE6}" type="presOf" srcId="{DE3F3A66-A40E-4C4E-8F98-441BD5C5032B}" destId="{36556524-D5AE-42F6-9B43-05CFC9D89CE4}" srcOrd="0" destOrd="0" presId="urn:microsoft.com/office/officeart/2005/8/layout/orgChart1"/>
    <dgm:cxn modelId="{50C5424D-B6E8-4F5A-AAB2-5503CFA2AACD}" type="presOf" srcId="{0AB822A0-15F2-4533-B4DB-33884BC8396F}" destId="{365CBF93-49D1-49EC-904F-BC3479220B5A}" srcOrd="1"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6E85EF1F-81A8-46B5-A6F9-64816581CBB7}" type="presOf" srcId="{E350AF4A-A38F-43F9-A7FC-2F215F74BFD8}" destId="{B66F369F-4105-4A5C-9DD3-0005ECFE2E5F}" srcOrd="0" destOrd="0" presId="urn:microsoft.com/office/officeart/2005/8/layout/orgChart1"/>
    <dgm:cxn modelId="{5C54906B-67B0-409A-8EBB-24D0024A66F6}" type="presOf" srcId="{8A86D321-BEFA-4FCB-BE5A-23FDF4940CE8}" destId="{15AEE274-0092-43BD-BDFE-D9F9CDA3CE24}" srcOrd="0" destOrd="0" presId="urn:microsoft.com/office/officeart/2005/8/layout/orgChart1"/>
    <dgm:cxn modelId="{BD1B582D-90D8-49DA-B936-28F08008BD1B}" type="presOf" srcId="{2BC47C35-CB2E-4ADA-997E-20AB4D35A222}" destId="{1A87DFD0-A1A5-4AEF-9874-88156CA4976E}" srcOrd="0" destOrd="0" presId="urn:microsoft.com/office/officeart/2005/8/layout/orgChart1"/>
    <dgm:cxn modelId="{803A7C4F-3F98-4B3E-9AC9-2B7C6B7F86EC}" type="presOf" srcId="{6F536ECF-2101-409E-8B44-0A51F266319C}" destId="{647D7A7F-1A98-4707-A457-C562BD54D58F}"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8E2559EE-2A8E-4A45-963C-5D39AA563192}" type="presOf" srcId="{E4ECF9B0-BF57-4FA5-ABB4-E7D168DC9EC7}" destId="{752F8E88-BDF0-4C26-A8D8-CB96C7040F07}" srcOrd="1" destOrd="0" presId="urn:microsoft.com/office/officeart/2005/8/layout/orgChart1"/>
    <dgm:cxn modelId="{0DA8A6AB-3C59-431B-A4E5-49F0447C6017}" type="presOf" srcId="{49B74ACD-4DE6-4E7A-A574-B54F96B2B84B}" destId="{A4FAE87E-12FA-4A7E-9D3F-3AFCE60315A4}"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6A62C1D0-4DD8-4ECF-8D7C-4D7726FDC09B}" type="presOf" srcId="{5DE1134C-A58B-452D-9EBF-D9D59E9ED166}" destId="{9B7D9191-C5C5-4AE0-ADD7-53EEEB66794E}" srcOrd="1" destOrd="0" presId="urn:microsoft.com/office/officeart/2005/8/layout/orgChart1"/>
    <dgm:cxn modelId="{39AADDF2-FC26-4871-928E-E1FE353466DF}" type="presOf" srcId="{2BC47C35-CB2E-4ADA-997E-20AB4D35A222}" destId="{5F6EAB39-768E-4EF5-A122-D240B2B03279}" srcOrd="1"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2AF66917-3A99-4979-8E8C-C5EC92004894}" type="presOf" srcId="{8DDAC59E-11F4-4CC2-BAAE-629A118EC0C5}" destId="{8A6B1F2B-1D2E-42CA-802C-307EF010D0D0}" srcOrd="0"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29639B1D-82DA-4767-807B-5CBE33A98AFF}" srcId="{9286A5EC-F2A9-487D-8BF1-B96EEEFD636B}" destId="{79F08556-95A0-429D-A974-1505EE2AD141}" srcOrd="2" destOrd="0" parTransId="{39FF2713-3361-4E43-86AE-7B655C4808A3}" sibTransId="{3C7C07CE-04C2-475E-85AA-1C8663A595DD}"/>
    <dgm:cxn modelId="{AD66FC74-424A-4781-87DC-CFF54EC985C4}" type="presOf" srcId="{DE3F3A66-A40E-4C4E-8F98-441BD5C5032B}" destId="{62EB900C-6B06-4EBB-AC99-54C84ECAC84C}" srcOrd="1" destOrd="0" presId="urn:microsoft.com/office/officeart/2005/8/layout/orgChart1"/>
    <dgm:cxn modelId="{26868FE8-1576-48A4-83A8-3A35A659851E}" type="presOf" srcId="{3312122F-CE8D-492A-BFF2-A41518A5B5C2}" destId="{D2B7D062-D75C-4271-BB63-D14061A8348E}" srcOrd="0" destOrd="0" presId="urn:microsoft.com/office/officeart/2005/8/layout/orgChart1"/>
    <dgm:cxn modelId="{44CC17AF-2DC2-48C5-B124-66B74172DDB7}" type="presOf" srcId="{60E5B7E9-0A20-412C-A22B-B941A8A2C9E2}" destId="{2A2C954C-EE62-470E-A9A0-03C9F8A16374}" srcOrd="0"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900D9E82-8685-4B6F-BF04-11F57E384E66}" type="presOf" srcId="{39FF2713-3361-4E43-86AE-7B655C4808A3}" destId="{022074EE-D8B3-4D99-87D4-57B1E89EC65D}" srcOrd="0" destOrd="0" presId="urn:microsoft.com/office/officeart/2005/8/layout/orgChart1"/>
    <dgm:cxn modelId="{C4935A74-CE7A-474B-85DA-6D313F70B19D}" type="presOf" srcId="{53352947-0336-403A-A4B4-89467D459512}" destId="{BABFBFB4-78A4-4B16-AD3A-61E896716A3C}" srcOrd="0" destOrd="0" presId="urn:microsoft.com/office/officeart/2005/8/layout/orgChart1"/>
    <dgm:cxn modelId="{178CF1A1-8681-426D-9AAE-D8F34665AAE6}" type="presOf" srcId="{5E89FAF8-7222-4880-B72C-F381939B991A}" destId="{895EE0A8-FF27-4E5E-A9CF-0B48E925D09C}" srcOrd="0" destOrd="0" presId="urn:microsoft.com/office/officeart/2005/8/layout/orgChart1"/>
    <dgm:cxn modelId="{3347DA61-A809-4BA9-ADE6-A0AC07D1A939}" srcId="{DE3F3A66-A40E-4C4E-8F98-441BD5C5032B}" destId="{54003B33-F101-4C13-88B6-871318462FEA}" srcOrd="2" destOrd="0" parTransId="{BA75B2AE-15BD-4F45-893B-16E00B282A22}" sibTransId="{3039A0FA-8DE4-4324-AAA5-B8D358CFEFA5}"/>
    <dgm:cxn modelId="{2854A949-00B8-48C9-9205-06007C70A4C7}" type="presOf" srcId="{BA75B2AE-15BD-4F45-893B-16E00B282A22}" destId="{DE1C9CA5-19BE-405C-A716-9548FEE6C778}" srcOrd="0" destOrd="0" presId="urn:microsoft.com/office/officeart/2005/8/layout/orgChart1"/>
    <dgm:cxn modelId="{5EA19B68-6728-412F-A9A9-320472C7C6E5}" type="presOf" srcId="{AF6C41DE-0FE9-4FE2-8BE9-4215E0A90589}" destId="{381C7EA2-2B75-4178-AA8A-D217EDCFA36F}" srcOrd="0" destOrd="0" presId="urn:microsoft.com/office/officeart/2005/8/layout/orgChart1"/>
    <dgm:cxn modelId="{847FDBEF-A921-4ED2-8C25-1168914D63E1}" type="presOf" srcId="{44D06823-7690-49DA-9AF4-E258FFACAC0D}" destId="{CA60C86F-5CD4-49CD-8A0D-260A73460D64}" srcOrd="1" destOrd="0" presId="urn:microsoft.com/office/officeart/2005/8/layout/orgChart1"/>
    <dgm:cxn modelId="{1B9D0A24-906A-4368-BEA6-F8922FB8750E}" srcId="{9E6404DC-1053-49D6-95EE-599A97C88DD3}" destId="{DE3F3A66-A40E-4C4E-8F98-441BD5C5032B}" srcOrd="4" destOrd="0" parTransId="{8DDAC59E-11F4-4CC2-BAAE-629A118EC0C5}" sibTransId="{D6F52107-6187-47CE-91A8-8DA1B4451480}"/>
    <dgm:cxn modelId="{BADCE1CE-04C5-45C2-AE61-7EA2509FE146}" type="presOf" srcId="{E4ECF9B0-BF57-4FA5-ABB4-E7D168DC9EC7}" destId="{A17448AA-8B4B-4E4E-8FEC-B9D3488A86AA}" srcOrd="0" destOrd="0" presId="urn:microsoft.com/office/officeart/2005/8/layout/orgChart1"/>
    <dgm:cxn modelId="{B85081B7-BD95-4159-9511-36425CB13FD0}" type="presOf" srcId="{A1A03C13-4BED-4BB7-8AFB-BDB236A519FA}" destId="{0FE7A504-1A99-42A4-92D2-369E93728B6E}" srcOrd="1" destOrd="0" presId="urn:microsoft.com/office/officeart/2005/8/layout/orgChart1"/>
    <dgm:cxn modelId="{BFF80FB2-9361-4680-B400-769C1F968876}" type="presOf" srcId="{79F08556-95A0-429D-A974-1505EE2AD141}" destId="{1C284F76-53D2-40FA-9049-72550C36B2CE}" srcOrd="0" destOrd="0" presId="urn:microsoft.com/office/officeart/2005/8/layout/orgChart1"/>
    <dgm:cxn modelId="{EE5EBCD2-9E3B-4A46-98AD-0B3BECC7B650}" srcId="{620DD3EC-BDCD-468B-B566-7FE2B848507E}" destId="{E4ECF9B0-BF57-4FA5-ABB4-E7D168DC9EC7}" srcOrd="4" destOrd="0" parTransId="{3312122F-CE8D-492A-BFF2-A41518A5B5C2}" sibTransId="{C0A1AEB6-1AD5-4CF2-95CE-CB4C8A3C0A29}"/>
    <dgm:cxn modelId="{B407561B-81B2-4844-BB92-700E2E515551}" srcId="{620DD3EC-BDCD-468B-B566-7FE2B848507E}" destId="{AF6C41DE-0FE9-4FE2-8BE9-4215E0A90589}" srcOrd="1" destOrd="0" parTransId="{8E7DC7A7-3675-4E95-A153-8ABEB0FFE8D1}" sibTransId="{97EE64CF-B61C-4098-8AAA-B86B1D9E9733}"/>
    <dgm:cxn modelId="{034B773E-BE81-4FC1-ACA9-D304A6F51600}" srcId="{DE3F3A66-A40E-4C4E-8F98-441BD5C5032B}" destId="{0AB822A0-15F2-4533-B4DB-33884BC8396F}" srcOrd="4" destOrd="0" parTransId="{97CCFE05-B9B8-446C-A492-0F3E86B61714}" sibTransId="{47CD3D97-2824-43AA-B27C-31FC4F9CEB23}"/>
    <dgm:cxn modelId="{682CD3DD-EF63-4E7B-9DEB-D81CC53B2EF8}" srcId="{9E6404DC-1053-49D6-95EE-599A97C88DD3}" destId="{BD07C1EE-B85E-4FFF-ACD3-A118A7858501}" srcOrd="3" destOrd="0" parTransId="{99DF97D8-3CD9-4E8A-85F7-D08BD73C5EDA}" sibTransId="{C748FF79-922B-4CC7-B127-D42C46B89F5D}"/>
    <dgm:cxn modelId="{39D4BBAB-E420-4730-BA4C-FEC9AFAC74F6}" type="presOf" srcId="{ADFFC400-8BBA-4CA0-97DA-A5239AD7FF83}" destId="{ED8B7DF3-7C68-4E1C-A743-283531BE19BD}" srcOrd="0" destOrd="0" presId="urn:microsoft.com/office/officeart/2005/8/layout/orgChart1"/>
    <dgm:cxn modelId="{9DA1E6C1-3177-4056-85A7-B7FE5F941D13}" srcId="{620DD3EC-BDCD-468B-B566-7FE2B848507E}" destId="{5E89FAF8-7222-4880-B72C-F381939B991A}" srcOrd="2" destOrd="0" parTransId="{49B74ACD-4DE6-4E7A-A574-B54F96B2B84B}" sibTransId="{209BCB29-8DD4-400E-AC54-27D11B8F19FF}"/>
    <dgm:cxn modelId="{632DC7E3-2942-4091-9EF6-C5C28F8D696B}" type="presOf" srcId="{79F08556-95A0-429D-A974-1505EE2AD141}" destId="{9B1900F7-3CB3-428D-85B4-52A7ED6F914C}" srcOrd="1" destOrd="0" presId="urn:microsoft.com/office/officeart/2005/8/layout/orgChart1"/>
    <dgm:cxn modelId="{3C468716-3B96-4341-A37E-FB6EDCBC013E}" type="presOf" srcId="{44D06823-7690-49DA-9AF4-E258FFACAC0D}" destId="{9D965E0F-5EF6-4280-94C3-C6F6BB055DFD}" srcOrd="0" destOrd="0" presId="urn:microsoft.com/office/officeart/2005/8/layout/orgChart1"/>
    <dgm:cxn modelId="{15BB7EBF-7831-4041-A98F-52D4569CB868}" type="presOf" srcId="{8E7DC7A7-3675-4E95-A153-8ABEB0FFE8D1}" destId="{1891E697-DEB2-442F-BDF2-5A9697934126}"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A517DD2B-E28E-4527-B0A9-DAD365A5988D}" type="presParOf" srcId="{C9264EDA-91B6-4FAE-AFE6-AFC29BE66386}" destId="{022074EE-D8B3-4D99-87D4-57B1E89EC65D}" srcOrd="4" destOrd="0" presId="urn:microsoft.com/office/officeart/2005/8/layout/orgChart1"/>
    <dgm:cxn modelId="{CA201DA9-C5DF-4ACC-9C77-29104E38E47D}" type="presParOf" srcId="{C9264EDA-91B6-4FAE-AFE6-AFC29BE66386}" destId="{379F7FD6-F0A1-4D8D-BC6F-1F6910E50FCD}" srcOrd="5" destOrd="0" presId="urn:microsoft.com/office/officeart/2005/8/layout/orgChart1"/>
    <dgm:cxn modelId="{69341695-81DA-4912-AFC8-2535E60EDE2C}" type="presParOf" srcId="{379F7FD6-F0A1-4D8D-BC6F-1F6910E50FCD}" destId="{259D685A-A2A7-4679-8D42-393A21B6567E}" srcOrd="0" destOrd="0" presId="urn:microsoft.com/office/officeart/2005/8/layout/orgChart1"/>
    <dgm:cxn modelId="{78CD15D8-69D4-453B-82CF-30A55277934B}" type="presParOf" srcId="{259D685A-A2A7-4679-8D42-393A21B6567E}" destId="{1C284F76-53D2-40FA-9049-72550C36B2CE}" srcOrd="0" destOrd="0" presId="urn:microsoft.com/office/officeart/2005/8/layout/orgChart1"/>
    <dgm:cxn modelId="{10E29E8A-C6FC-494A-B899-BD44833EFF20}" type="presParOf" srcId="{259D685A-A2A7-4679-8D42-393A21B6567E}" destId="{9B1900F7-3CB3-428D-85B4-52A7ED6F914C}" srcOrd="1" destOrd="0" presId="urn:microsoft.com/office/officeart/2005/8/layout/orgChart1"/>
    <dgm:cxn modelId="{B3B0F96F-1047-4DFC-A8FA-043A025C9FBA}" type="presParOf" srcId="{379F7FD6-F0A1-4D8D-BC6F-1F6910E50FCD}" destId="{41683817-01EE-4E47-93C3-E8CA4BD1773C}" srcOrd="1" destOrd="0" presId="urn:microsoft.com/office/officeart/2005/8/layout/orgChart1"/>
    <dgm:cxn modelId="{1B2B73C8-C5E4-430D-B07B-01C649F4504C}" type="presParOf" srcId="{379F7FD6-F0A1-4D8D-BC6F-1F6910E50FCD}" destId="{38E524A3-82AB-4C78-A620-D059FE4AA81B}"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4D91BB93-8A96-4B28-ABD7-E0C5172A8ABF}" type="presParOf" srcId="{4C592C92-3156-443C-BB98-9204DFF01F72}" destId="{BABFBFB4-78A4-4B16-AD3A-61E896716A3C}" srcOrd="0" destOrd="0" presId="urn:microsoft.com/office/officeart/2005/8/layout/orgChart1"/>
    <dgm:cxn modelId="{F17702E9-44E5-41A2-AB97-DEF80E41314D}" type="presParOf" srcId="{4C592C92-3156-443C-BB98-9204DFF01F72}" destId="{BA209B51-AF20-42D0-B73C-E23DAC280B0E}" srcOrd="1" destOrd="0" presId="urn:microsoft.com/office/officeart/2005/8/layout/orgChart1"/>
    <dgm:cxn modelId="{167BE2AE-7ABD-485D-A51D-9A62B95A7DAB}" type="presParOf" srcId="{BA209B51-AF20-42D0-B73C-E23DAC280B0E}" destId="{6179A435-2294-4E89-9AFD-488B7F3D520A}" srcOrd="0" destOrd="0" presId="urn:microsoft.com/office/officeart/2005/8/layout/orgChart1"/>
    <dgm:cxn modelId="{AF05B589-CCF1-425E-8E4E-B089B4C22776}" type="presParOf" srcId="{6179A435-2294-4E89-9AFD-488B7F3D520A}" destId="{1A87DFD0-A1A5-4AEF-9874-88156CA4976E}" srcOrd="0" destOrd="0" presId="urn:microsoft.com/office/officeart/2005/8/layout/orgChart1"/>
    <dgm:cxn modelId="{C8F15CC9-9798-4D55-96FB-0B3E6814CF27}" type="presParOf" srcId="{6179A435-2294-4E89-9AFD-488B7F3D520A}" destId="{5F6EAB39-768E-4EF5-A122-D240B2B03279}" srcOrd="1" destOrd="0" presId="urn:microsoft.com/office/officeart/2005/8/layout/orgChart1"/>
    <dgm:cxn modelId="{CAAF9ACE-C260-468A-A3E4-3053855B58F9}" type="presParOf" srcId="{BA209B51-AF20-42D0-B73C-E23DAC280B0E}" destId="{41C14111-03E5-40B0-B727-819D7A9BEF5B}" srcOrd="1" destOrd="0" presId="urn:microsoft.com/office/officeart/2005/8/layout/orgChart1"/>
    <dgm:cxn modelId="{E6AB5A60-E527-417A-AF75-700D87642E55}" type="presParOf" srcId="{BA209B51-AF20-42D0-B73C-E23DAC280B0E}" destId="{1A74A65C-B44E-4F57-AF52-C2C8A7DB0B53}" srcOrd="2" destOrd="0" presId="urn:microsoft.com/office/officeart/2005/8/layout/orgChart1"/>
    <dgm:cxn modelId="{D3A800B7-4750-40DA-86D4-16AA40D50CD0}" type="presParOf" srcId="{4C592C92-3156-443C-BB98-9204DFF01F72}" destId="{1891E697-DEB2-442F-BDF2-5A9697934126}" srcOrd="2" destOrd="0" presId="urn:microsoft.com/office/officeart/2005/8/layout/orgChart1"/>
    <dgm:cxn modelId="{830F826E-C80E-4FE6-A534-EF1AEF6D039D}" type="presParOf" srcId="{4C592C92-3156-443C-BB98-9204DFF01F72}" destId="{47BA5C8E-C2F3-43E7-BA5C-64E91DC65EB3}" srcOrd="3" destOrd="0" presId="urn:microsoft.com/office/officeart/2005/8/layout/orgChart1"/>
    <dgm:cxn modelId="{C57FBFC5-291B-4334-85F8-999F51C31555}" type="presParOf" srcId="{47BA5C8E-C2F3-43E7-BA5C-64E91DC65EB3}" destId="{9308229C-1B34-401A-AF79-99FCEC67DA76}" srcOrd="0" destOrd="0" presId="urn:microsoft.com/office/officeart/2005/8/layout/orgChart1"/>
    <dgm:cxn modelId="{12DB6058-5D55-4EC1-B5C1-DB4952CEE4D5}" type="presParOf" srcId="{9308229C-1B34-401A-AF79-99FCEC67DA76}" destId="{381C7EA2-2B75-4178-AA8A-D217EDCFA36F}" srcOrd="0" destOrd="0" presId="urn:microsoft.com/office/officeart/2005/8/layout/orgChart1"/>
    <dgm:cxn modelId="{CFD70BAF-650B-4B37-B878-BC378AADECA1}" type="presParOf" srcId="{9308229C-1B34-401A-AF79-99FCEC67DA76}" destId="{E6A79A9D-7FBA-4C8B-83E1-52C545B782AF}" srcOrd="1" destOrd="0" presId="urn:microsoft.com/office/officeart/2005/8/layout/orgChart1"/>
    <dgm:cxn modelId="{591F145B-7D20-460E-BCF7-2C2BDF9980DC}" type="presParOf" srcId="{47BA5C8E-C2F3-43E7-BA5C-64E91DC65EB3}" destId="{8877DBAC-6271-426B-82E5-4D334732C047}" srcOrd="1" destOrd="0" presId="urn:microsoft.com/office/officeart/2005/8/layout/orgChart1"/>
    <dgm:cxn modelId="{72BFE140-8900-40DD-BCEB-B83717EA9B99}" type="presParOf" srcId="{47BA5C8E-C2F3-43E7-BA5C-64E91DC65EB3}" destId="{BF715645-1D79-4998-85D3-11D4125E6231}" srcOrd="2" destOrd="0" presId="urn:microsoft.com/office/officeart/2005/8/layout/orgChart1"/>
    <dgm:cxn modelId="{4ECEC585-852D-42B7-8448-582B7D56C8A9}" type="presParOf" srcId="{4C592C92-3156-443C-BB98-9204DFF01F72}" destId="{A4FAE87E-12FA-4A7E-9D3F-3AFCE60315A4}" srcOrd="4" destOrd="0" presId="urn:microsoft.com/office/officeart/2005/8/layout/orgChart1"/>
    <dgm:cxn modelId="{92483812-9901-4FB7-A2EE-B4793D8ECAE3}" type="presParOf" srcId="{4C592C92-3156-443C-BB98-9204DFF01F72}" destId="{59745AC2-BCF2-4AC4-9A79-1E1EF48226AD}" srcOrd="5" destOrd="0" presId="urn:microsoft.com/office/officeart/2005/8/layout/orgChart1"/>
    <dgm:cxn modelId="{22E74176-1BAD-4231-BCB9-F443FD20F810}" type="presParOf" srcId="{59745AC2-BCF2-4AC4-9A79-1E1EF48226AD}" destId="{3CD4DF49-0BA9-4302-9A34-844810873413}" srcOrd="0" destOrd="0" presId="urn:microsoft.com/office/officeart/2005/8/layout/orgChart1"/>
    <dgm:cxn modelId="{608B3379-415D-4F60-87BC-63D8C10898B3}" type="presParOf" srcId="{3CD4DF49-0BA9-4302-9A34-844810873413}" destId="{895EE0A8-FF27-4E5E-A9CF-0B48E925D09C}" srcOrd="0" destOrd="0" presId="urn:microsoft.com/office/officeart/2005/8/layout/orgChart1"/>
    <dgm:cxn modelId="{6D03F4B7-247C-4CB9-9B7F-1987C06D6A22}" type="presParOf" srcId="{3CD4DF49-0BA9-4302-9A34-844810873413}" destId="{640A420B-2CFE-4944-ABF0-EAEAE3402C6F}" srcOrd="1" destOrd="0" presId="urn:microsoft.com/office/officeart/2005/8/layout/orgChart1"/>
    <dgm:cxn modelId="{C4771101-370D-4C4E-8328-A0810EC8D6C8}" type="presParOf" srcId="{59745AC2-BCF2-4AC4-9A79-1E1EF48226AD}" destId="{2FAF0907-22A6-4633-89A3-28CD61B1B262}" srcOrd="1" destOrd="0" presId="urn:microsoft.com/office/officeart/2005/8/layout/orgChart1"/>
    <dgm:cxn modelId="{39FC34F3-F88A-4086-A369-DFF5A7CCC40B}" type="presParOf" srcId="{59745AC2-BCF2-4AC4-9A79-1E1EF48226AD}" destId="{98CB5EF3-7761-4276-9A03-D974B765AAE1}" srcOrd="2" destOrd="0" presId="urn:microsoft.com/office/officeart/2005/8/layout/orgChart1"/>
    <dgm:cxn modelId="{B21A430C-A9C2-4B6E-94DF-00EEB0385A05}" type="presParOf" srcId="{4C592C92-3156-443C-BB98-9204DFF01F72}" destId="{0CD1C6DD-887B-47E1-AD1C-2EF1EFC45C9E}" srcOrd="6" destOrd="0" presId="urn:microsoft.com/office/officeart/2005/8/layout/orgChart1"/>
    <dgm:cxn modelId="{397BCBE2-7B0F-4A4C-9099-DABCF5E301C2}" type="presParOf" srcId="{4C592C92-3156-443C-BB98-9204DFF01F72}" destId="{05A4AD7F-E317-4253-8433-DD01C56257A8}" srcOrd="7" destOrd="0" presId="urn:microsoft.com/office/officeart/2005/8/layout/orgChart1"/>
    <dgm:cxn modelId="{AA744BA6-306F-4723-BBBD-218B3E801C59}" type="presParOf" srcId="{05A4AD7F-E317-4253-8433-DD01C56257A8}" destId="{BF12B3E6-96AC-4627-97E8-6BFC9B8C7D94}" srcOrd="0" destOrd="0" presId="urn:microsoft.com/office/officeart/2005/8/layout/orgChart1"/>
    <dgm:cxn modelId="{E49E2F26-1D24-435E-9BA8-995BA3F41087}" type="presParOf" srcId="{BF12B3E6-96AC-4627-97E8-6BFC9B8C7D94}" destId="{9D965E0F-5EF6-4280-94C3-C6F6BB055DFD}" srcOrd="0" destOrd="0" presId="urn:microsoft.com/office/officeart/2005/8/layout/orgChart1"/>
    <dgm:cxn modelId="{50C5B711-613D-47BD-92B9-FCC2D2A7C48C}" type="presParOf" srcId="{BF12B3E6-96AC-4627-97E8-6BFC9B8C7D94}" destId="{CA60C86F-5CD4-49CD-8A0D-260A73460D64}" srcOrd="1" destOrd="0" presId="urn:microsoft.com/office/officeart/2005/8/layout/orgChart1"/>
    <dgm:cxn modelId="{6CB67F3C-0036-447E-994B-E63ADD651E3D}" type="presParOf" srcId="{05A4AD7F-E317-4253-8433-DD01C56257A8}" destId="{11A24CD1-8504-4843-8FF8-D1AEB1587888}" srcOrd="1" destOrd="0" presId="urn:microsoft.com/office/officeart/2005/8/layout/orgChart1"/>
    <dgm:cxn modelId="{0B1B5FB2-AC24-4A28-B69B-B6BDB4B9BCC3}" type="presParOf" srcId="{05A4AD7F-E317-4253-8433-DD01C56257A8}" destId="{975FC13D-B0BD-4DF3-81D2-7AB34E105329}" srcOrd="2" destOrd="0" presId="urn:microsoft.com/office/officeart/2005/8/layout/orgChart1"/>
    <dgm:cxn modelId="{A66AF755-0015-4A30-96B8-FBDDA9EF335F}" type="presParOf" srcId="{4C592C92-3156-443C-BB98-9204DFF01F72}" destId="{D2B7D062-D75C-4271-BB63-D14061A8348E}" srcOrd="8" destOrd="0" presId="urn:microsoft.com/office/officeart/2005/8/layout/orgChart1"/>
    <dgm:cxn modelId="{E7EFD2F7-9EDD-4F67-8D05-875A72020CCA}" type="presParOf" srcId="{4C592C92-3156-443C-BB98-9204DFF01F72}" destId="{FD71F073-92B3-4E0C-809A-E1085BE14C3A}" srcOrd="9" destOrd="0" presId="urn:microsoft.com/office/officeart/2005/8/layout/orgChart1"/>
    <dgm:cxn modelId="{CB8E75E2-85B0-410B-A15E-5B97B1D34A3C}" type="presParOf" srcId="{FD71F073-92B3-4E0C-809A-E1085BE14C3A}" destId="{3FA765BF-ED20-4656-AA8F-3416B4D8A1C6}" srcOrd="0" destOrd="0" presId="urn:microsoft.com/office/officeart/2005/8/layout/orgChart1"/>
    <dgm:cxn modelId="{99192F76-8931-4F64-B22E-91D8CD01B250}" type="presParOf" srcId="{3FA765BF-ED20-4656-AA8F-3416B4D8A1C6}" destId="{A17448AA-8B4B-4E4E-8FEC-B9D3488A86AA}" srcOrd="0" destOrd="0" presId="urn:microsoft.com/office/officeart/2005/8/layout/orgChart1"/>
    <dgm:cxn modelId="{3AC4F7F4-5F1E-42CF-BFC3-B44E6B254DFB}" type="presParOf" srcId="{3FA765BF-ED20-4656-AA8F-3416B4D8A1C6}" destId="{752F8E88-BDF0-4C26-A8D8-CB96C7040F07}" srcOrd="1" destOrd="0" presId="urn:microsoft.com/office/officeart/2005/8/layout/orgChart1"/>
    <dgm:cxn modelId="{CD28E0F0-7707-4D6C-894A-6F39C79A8F3F}" type="presParOf" srcId="{FD71F073-92B3-4E0C-809A-E1085BE14C3A}" destId="{3D11001B-98C0-480C-8D24-8811B470559A}" srcOrd="1" destOrd="0" presId="urn:microsoft.com/office/officeart/2005/8/layout/orgChart1"/>
    <dgm:cxn modelId="{D89B1029-895D-4CB5-B849-62AFCC8BEA27}" type="presParOf" srcId="{FD71F073-92B3-4E0C-809A-E1085BE14C3A}" destId="{BBB7EFA1-A8E7-497A-AF68-3CA740DA3CAF}"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BB6798B4-3304-4BDF-A752-D00ADAE4ABFB}" type="presParOf" srcId="{AD53A4B1-01E7-41E8-9724-31F3910545A4}" destId="{62821369-B757-43AF-BF6D-02B9EF83A7FF}" srcOrd="4" destOrd="0" presId="urn:microsoft.com/office/officeart/2005/8/layout/orgChart1"/>
    <dgm:cxn modelId="{FFED0061-3CD4-4AA2-9339-8CF37DFD7CAC}" type="presParOf" srcId="{AD53A4B1-01E7-41E8-9724-31F3910545A4}" destId="{739885B7-7422-46AE-AE38-C86EED9C22BF}" srcOrd="5" destOrd="0" presId="urn:microsoft.com/office/officeart/2005/8/layout/orgChart1"/>
    <dgm:cxn modelId="{21F747C8-79A4-49B4-BEAF-C6ED3215C8B2}" type="presParOf" srcId="{739885B7-7422-46AE-AE38-C86EED9C22BF}" destId="{1BDBFDD5-3230-44FF-B170-FE93CAC5A6B8}" srcOrd="0" destOrd="0" presId="urn:microsoft.com/office/officeart/2005/8/layout/orgChart1"/>
    <dgm:cxn modelId="{51FA5211-96AB-4283-9611-644E0622C5EC}" type="presParOf" srcId="{1BDBFDD5-3230-44FF-B170-FE93CAC5A6B8}" destId="{E2CE8193-46AF-44C0-B4A1-4402C2A6388E}" srcOrd="0" destOrd="0" presId="urn:microsoft.com/office/officeart/2005/8/layout/orgChart1"/>
    <dgm:cxn modelId="{85976A63-EEAA-4BC7-BF0D-E59F7AEE9B74}" type="presParOf" srcId="{1BDBFDD5-3230-44FF-B170-FE93CAC5A6B8}" destId="{0FE7A504-1A99-42A4-92D2-369E93728B6E}" srcOrd="1" destOrd="0" presId="urn:microsoft.com/office/officeart/2005/8/layout/orgChart1"/>
    <dgm:cxn modelId="{F8EFA0DD-10F2-4F88-A5F1-8A050C45EAC1}" type="presParOf" srcId="{739885B7-7422-46AE-AE38-C86EED9C22BF}" destId="{5C832EA0-92EB-4018-A238-AAD0380D7AE1}" srcOrd="1" destOrd="0" presId="urn:microsoft.com/office/officeart/2005/8/layout/orgChart1"/>
    <dgm:cxn modelId="{025F3DC2-58B2-4E89-88AF-DB9DF2549973}" type="presParOf" srcId="{739885B7-7422-46AE-AE38-C86EED9C22BF}" destId="{AFF152E2-0280-4325-8B01-B43435B7724D}" srcOrd="2" destOrd="0" presId="urn:microsoft.com/office/officeart/2005/8/layout/orgChart1"/>
    <dgm:cxn modelId="{60A856A8-EAA4-4839-9CD4-A4FE7119E639}" type="presParOf" srcId="{AD53A4B1-01E7-41E8-9724-31F3910545A4}" destId="{45A6C69C-9A94-457A-AC23-FDBEBF17DF15}" srcOrd="6" destOrd="0" presId="urn:microsoft.com/office/officeart/2005/8/layout/orgChart1"/>
    <dgm:cxn modelId="{D62E6C63-39B9-4294-8092-40EE355B030F}" type="presParOf" srcId="{AD53A4B1-01E7-41E8-9724-31F3910545A4}" destId="{460ED917-6EBF-4C35-9109-8B2420BDD391}" srcOrd="7" destOrd="0" presId="urn:microsoft.com/office/officeart/2005/8/layout/orgChart1"/>
    <dgm:cxn modelId="{4FAA65D2-FAFD-47CD-8ED9-156D8B06E234}" type="presParOf" srcId="{460ED917-6EBF-4C35-9109-8B2420BDD391}" destId="{06A44D7F-B324-4D99-BB8D-13A06A593694}" srcOrd="0" destOrd="0" presId="urn:microsoft.com/office/officeart/2005/8/layout/orgChart1"/>
    <dgm:cxn modelId="{02F21C2A-4FCE-44BD-9C9D-001098C33858}" type="presParOf" srcId="{06A44D7F-B324-4D99-BB8D-13A06A593694}" destId="{CFDD1DB1-FAC1-4A1E-A655-08F58C5E78CF}" srcOrd="0" destOrd="0" presId="urn:microsoft.com/office/officeart/2005/8/layout/orgChart1"/>
    <dgm:cxn modelId="{A5071C6E-2060-4D57-892A-E6DE94273E61}" type="presParOf" srcId="{06A44D7F-B324-4D99-BB8D-13A06A593694}" destId="{3BB78F72-BFAE-46E2-842E-30EF244D9EA3}" srcOrd="1" destOrd="0" presId="urn:microsoft.com/office/officeart/2005/8/layout/orgChart1"/>
    <dgm:cxn modelId="{14E3ED19-0D4A-4F07-8C30-EBF130A0EBAC}" type="presParOf" srcId="{460ED917-6EBF-4C35-9109-8B2420BDD391}" destId="{F9964ABE-815E-4CBC-9AC5-3DA582F276AD}" srcOrd="1" destOrd="0" presId="urn:microsoft.com/office/officeart/2005/8/layout/orgChart1"/>
    <dgm:cxn modelId="{13A9BD54-DA8F-40EB-B37C-FE94814C5549}" type="presParOf" srcId="{460ED917-6EBF-4C35-9109-8B2420BDD391}" destId="{89D0969B-28BA-4C18-A11B-9243ECA0B039}" srcOrd="2" destOrd="0" presId="urn:microsoft.com/office/officeart/2005/8/layout/orgChart1"/>
    <dgm:cxn modelId="{08041984-D0D8-4F23-ADE8-8B0B4877B2CE}" type="presParOf" srcId="{AD53A4B1-01E7-41E8-9724-31F3910545A4}" destId="{8A6B1F2B-1D2E-42CA-802C-307EF010D0D0}" srcOrd="8" destOrd="0" presId="urn:microsoft.com/office/officeart/2005/8/layout/orgChart1"/>
    <dgm:cxn modelId="{164E89F3-2AC0-4581-8ECB-40E377775230}" type="presParOf" srcId="{AD53A4B1-01E7-41E8-9724-31F3910545A4}" destId="{322BEA70-D645-44EC-A1FA-D6541A2F009D}" srcOrd="9" destOrd="0" presId="urn:microsoft.com/office/officeart/2005/8/layout/orgChart1"/>
    <dgm:cxn modelId="{B49F0FE9-F117-4593-BBE2-997D703C2021}" type="presParOf" srcId="{322BEA70-D645-44EC-A1FA-D6541A2F009D}" destId="{B54552E2-CACA-4D82-BF73-58E6DC67386F}" srcOrd="0" destOrd="0" presId="urn:microsoft.com/office/officeart/2005/8/layout/orgChart1"/>
    <dgm:cxn modelId="{7808EC95-F168-468D-BB48-FB7C25ADD3E7}" type="presParOf" srcId="{B54552E2-CACA-4D82-BF73-58E6DC67386F}" destId="{36556524-D5AE-42F6-9B43-05CFC9D89CE4}" srcOrd="0" destOrd="0" presId="urn:microsoft.com/office/officeart/2005/8/layout/orgChart1"/>
    <dgm:cxn modelId="{A9C24106-8F31-41E6-A1FC-FC3F5C2D9C4A}" type="presParOf" srcId="{B54552E2-CACA-4D82-BF73-58E6DC67386F}" destId="{62EB900C-6B06-4EBB-AC99-54C84ECAC84C}" srcOrd="1" destOrd="0" presId="urn:microsoft.com/office/officeart/2005/8/layout/orgChart1"/>
    <dgm:cxn modelId="{C246E878-BC2F-4778-BF3B-3BFEACCA998E}" type="presParOf" srcId="{322BEA70-D645-44EC-A1FA-D6541A2F009D}" destId="{49E54EA7-AE66-459C-8308-B68C99E25E27}" srcOrd="1" destOrd="0" presId="urn:microsoft.com/office/officeart/2005/8/layout/orgChart1"/>
    <dgm:cxn modelId="{77002619-5C14-4305-8A4D-01875E20EB4A}" type="presParOf" srcId="{49E54EA7-AE66-459C-8308-B68C99E25E27}" destId="{2A2C954C-EE62-470E-A9A0-03C9F8A16374}" srcOrd="0" destOrd="0" presId="urn:microsoft.com/office/officeart/2005/8/layout/orgChart1"/>
    <dgm:cxn modelId="{5967C032-A70F-47F5-B9BC-1EDE2C409B8F}" type="presParOf" srcId="{49E54EA7-AE66-459C-8308-B68C99E25E27}" destId="{F2FD422E-F226-428D-9018-F88DBDE04B43}" srcOrd="1" destOrd="0" presId="urn:microsoft.com/office/officeart/2005/8/layout/orgChart1"/>
    <dgm:cxn modelId="{68608365-A0D5-40E1-A0B5-FFB56F413AC2}" type="presParOf" srcId="{F2FD422E-F226-428D-9018-F88DBDE04B43}" destId="{EEF2CB1D-9521-4F08-8F6E-6CB23A84D58D}" srcOrd="0" destOrd="0" presId="urn:microsoft.com/office/officeart/2005/8/layout/orgChart1"/>
    <dgm:cxn modelId="{BD3EEEC4-0572-43BA-9052-2FDB8992FE72}" type="presParOf" srcId="{EEF2CB1D-9521-4F08-8F6E-6CB23A84D58D}" destId="{8F055073-5F90-49BB-9A6A-D1E17BE589CB}" srcOrd="0" destOrd="0" presId="urn:microsoft.com/office/officeart/2005/8/layout/orgChart1"/>
    <dgm:cxn modelId="{1BC2527F-3376-4E9F-B601-83E411CF753E}" type="presParOf" srcId="{EEF2CB1D-9521-4F08-8F6E-6CB23A84D58D}" destId="{BB7F494D-2B16-47F2-A2C3-ED9974372565}" srcOrd="1" destOrd="0" presId="urn:microsoft.com/office/officeart/2005/8/layout/orgChart1"/>
    <dgm:cxn modelId="{6A48F55F-A46F-40AB-A4C1-33FB137E65EA}" type="presParOf" srcId="{F2FD422E-F226-428D-9018-F88DBDE04B43}" destId="{B26FECE3-D7ED-4F28-A586-F29BA1647DAA}" srcOrd="1" destOrd="0" presId="urn:microsoft.com/office/officeart/2005/8/layout/orgChart1"/>
    <dgm:cxn modelId="{55BA3A89-5A8B-4F1E-91CE-195281FC3CA2}" type="presParOf" srcId="{F2FD422E-F226-428D-9018-F88DBDE04B43}" destId="{6794BE9A-03D7-4693-A304-8269EDB52523}" srcOrd="2" destOrd="0" presId="urn:microsoft.com/office/officeart/2005/8/layout/orgChart1"/>
    <dgm:cxn modelId="{A570121A-A189-4CB5-ABAE-24D2AB341961}" type="presParOf" srcId="{49E54EA7-AE66-459C-8308-B68C99E25E27}" destId="{15AEE274-0092-43BD-BDFE-D9F9CDA3CE24}" srcOrd="2" destOrd="0" presId="urn:microsoft.com/office/officeart/2005/8/layout/orgChart1"/>
    <dgm:cxn modelId="{FF19A609-D5F0-4470-B7ED-B5625944C8EB}" type="presParOf" srcId="{49E54EA7-AE66-459C-8308-B68C99E25E27}" destId="{769F50FB-065E-4931-A8DD-29ED22A29328}" srcOrd="3" destOrd="0" presId="urn:microsoft.com/office/officeart/2005/8/layout/orgChart1"/>
    <dgm:cxn modelId="{FF0799EA-C377-404C-BA71-4D741EF45F97}" type="presParOf" srcId="{769F50FB-065E-4931-A8DD-29ED22A29328}" destId="{EC3435C3-D42C-4997-AC18-910102C69252}" srcOrd="0" destOrd="0" presId="urn:microsoft.com/office/officeart/2005/8/layout/orgChart1"/>
    <dgm:cxn modelId="{80328569-9D0D-413B-9A08-6443D2E1866D}" type="presParOf" srcId="{EC3435C3-D42C-4997-AC18-910102C69252}" destId="{A5C80B4D-2E70-4DF9-A626-553A11B40F3C}" srcOrd="0" destOrd="0" presId="urn:microsoft.com/office/officeart/2005/8/layout/orgChart1"/>
    <dgm:cxn modelId="{3EF58DC3-F115-4CE1-A4A6-9DE0CE84BF14}" type="presParOf" srcId="{EC3435C3-D42C-4997-AC18-910102C69252}" destId="{9B7D9191-C5C5-4AE0-ADD7-53EEEB66794E}" srcOrd="1" destOrd="0" presId="urn:microsoft.com/office/officeart/2005/8/layout/orgChart1"/>
    <dgm:cxn modelId="{82B74F0E-3805-40A2-A268-E1F0C965F4B4}" type="presParOf" srcId="{769F50FB-065E-4931-A8DD-29ED22A29328}" destId="{D0837E44-4EE2-4ABF-8EDF-7F4A1116BDA6}" srcOrd="1" destOrd="0" presId="urn:microsoft.com/office/officeart/2005/8/layout/orgChart1"/>
    <dgm:cxn modelId="{B25FBA16-F76A-4B8D-BCD3-DE05FE2A09AA}" type="presParOf" srcId="{769F50FB-065E-4931-A8DD-29ED22A29328}" destId="{E61AACC4-8568-4FC3-B9A4-18FAC31ADA07}" srcOrd="2" destOrd="0" presId="urn:microsoft.com/office/officeart/2005/8/layout/orgChart1"/>
    <dgm:cxn modelId="{6471D56B-2A4C-4B98-9AF1-9058B7646305}" type="presParOf" srcId="{49E54EA7-AE66-459C-8308-B68C99E25E27}" destId="{DE1C9CA5-19BE-405C-A716-9548FEE6C778}" srcOrd="4" destOrd="0" presId="urn:microsoft.com/office/officeart/2005/8/layout/orgChart1"/>
    <dgm:cxn modelId="{7B94BF4E-9BBF-43FA-9AA1-823F3088FA72}" type="presParOf" srcId="{49E54EA7-AE66-459C-8308-B68C99E25E27}" destId="{438DADDE-2769-40FC-B44A-512B69DC4D74}" srcOrd="5" destOrd="0" presId="urn:microsoft.com/office/officeart/2005/8/layout/orgChart1"/>
    <dgm:cxn modelId="{CFA7D367-2AF6-42B6-8E38-CF058A9B8864}" type="presParOf" srcId="{438DADDE-2769-40FC-B44A-512B69DC4D74}" destId="{A95C83FB-98DE-495D-8630-956A992D2513}" srcOrd="0" destOrd="0" presId="urn:microsoft.com/office/officeart/2005/8/layout/orgChart1"/>
    <dgm:cxn modelId="{6B7A7146-02E4-47C1-8519-64747F4E9A51}" type="presParOf" srcId="{A95C83FB-98DE-495D-8630-956A992D2513}" destId="{B490F736-88DB-40AC-A443-4427C415151D}" srcOrd="0" destOrd="0" presId="urn:microsoft.com/office/officeart/2005/8/layout/orgChart1"/>
    <dgm:cxn modelId="{64EF8234-F928-48A5-B465-290B5913F808}" type="presParOf" srcId="{A95C83FB-98DE-495D-8630-956A992D2513}" destId="{DCEBDE7D-F0B7-47D7-85AF-7FFF1D21ADED}" srcOrd="1" destOrd="0" presId="urn:microsoft.com/office/officeart/2005/8/layout/orgChart1"/>
    <dgm:cxn modelId="{35712697-E292-43AA-B21C-55279965946E}" type="presParOf" srcId="{438DADDE-2769-40FC-B44A-512B69DC4D74}" destId="{D9D6260D-F487-4611-812D-FFA9BFB1E26C}" srcOrd="1" destOrd="0" presId="urn:microsoft.com/office/officeart/2005/8/layout/orgChart1"/>
    <dgm:cxn modelId="{F0740E11-D074-4623-B64F-4889FA103398}" type="presParOf" srcId="{438DADDE-2769-40FC-B44A-512B69DC4D74}" destId="{BA50D38F-C9CC-4753-B73C-ACA4A56B8EFC}" srcOrd="2" destOrd="0" presId="urn:microsoft.com/office/officeart/2005/8/layout/orgChart1"/>
    <dgm:cxn modelId="{A036BB64-FB8E-4A79-A944-9F90312B1E08}" type="presParOf" srcId="{49E54EA7-AE66-459C-8308-B68C99E25E27}" destId="{B66F369F-4105-4A5C-9DD3-0005ECFE2E5F}" srcOrd="6" destOrd="0" presId="urn:microsoft.com/office/officeart/2005/8/layout/orgChart1"/>
    <dgm:cxn modelId="{7E64A912-338E-4466-B32F-4F55FB5F05C6}" type="presParOf" srcId="{49E54EA7-AE66-459C-8308-B68C99E25E27}" destId="{77A70BDC-B798-4729-8B61-1DFD1FE82886}" srcOrd="7" destOrd="0" presId="urn:microsoft.com/office/officeart/2005/8/layout/orgChart1"/>
    <dgm:cxn modelId="{DCCAB14E-8120-4478-B3C8-8B41255B6ACC}" type="presParOf" srcId="{77A70BDC-B798-4729-8B61-1DFD1FE82886}" destId="{8B584678-6F43-41EE-9230-EA51C767FBDC}" srcOrd="0" destOrd="0" presId="urn:microsoft.com/office/officeart/2005/8/layout/orgChart1"/>
    <dgm:cxn modelId="{B0081F39-3055-4E2F-BF02-024D7ED1EFE2}" type="presParOf" srcId="{8B584678-6F43-41EE-9230-EA51C767FBDC}" destId="{39AEC615-0A84-42E3-821C-3EA9148E57FE}" srcOrd="0" destOrd="0" presId="urn:microsoft.com/office/officeart/2005/8/layout/orgChart1"/>
    <dgm:cxn modelId="{5C1CD4FE-8B9C-400B-B0F6-B53DB997663B}" type="presParOf" srcId="{8B584678-6F43-41EE-9230-EA51C767FBDC}" destId="{647D7A7F-1A98-4707-A457-C562BD54D58F}" srcOrd="1" destOrd="0" presId="urn:microsoft.com/office/officeart/2005/8/layout/orgChart1"/>
    <dgm:cxn modelId="{03A0822A-3E8A-4B70-9018-F33E482CD5D0}" type="presParOf" srcId="{77A70BDC-B798-4729-8B61-1DFD1FE82886}" destId="{26A9286C-3C40-43A8-8F02-FDD23B062331}" srcOrd="1" destOrd="0" presId="urn:microsoft.com/office/officeart/2005/8/layout/orgChart1"/>
    <dgm:cxn modelId="{EC06B1D4-B978-418D-A17D-63A6C619A39A}" type="presParOf" srcId="{77A70BDC-B798-4729-8B61-1DFD1FE82886}" destId="{16B919CA-59D2-476A-AF36-7F7CF72E847D}" srcOrd="2" destOrd="0" presId="urn:microsoft.com/office/officeart/2005/8/layout/orgChart1"/>
    <dgm:cxn modelId="{838C216B-F67F-49C7-B0D0-5966635B0759}" type="presParOf" srcId="{49E54EA7-AE66-459C-8308-B68C99E25E27}" destId="{0BCAB6FE-D6DE-4BB5-9C89-B05376AF7BD7}" srcOrd="8" destOrd="0" presId="urn:microsoft.com/office/officeart/2005/8/layout/orgChart1"/>
    <dgm:cxn modelId="{17BC0033-78F0-48A6-9EAE-A9A1EAAA002C}" type="presParOf" srcId="{49E54EA7-AE66-459C-8308-B68C99E25E27}" destId="{5F0A7B78-3E31-4580-80DC-8A61630D92A6}" srcOrd="9" destOrd="0" presId="urn:microsoft.com/office/officeart/2005/8/layout/orgChart1"/>
    <dgm:cxn modelId="{5905F93B-4854-47DE-B1B4-0D8006D6E7AD}" type="presParOf" srcId="{5F0A7B78-3E31-4580-80DC-8A61630D92A6}" destId="{08F497DD-17E3-40EB-96C2-B82E60AEDB70}" srcOrd="0" destOrd="0" presId="urn:microsoft.com/office/officeart/2005/8/layout/orgChart1"/>
    <dgm:cxn modelId="{B8E9FC20-E47D-417D-B2D8-C00158CD27F4}" type="presParOf" srcId="{08F497DD-17E3-40EB-96C2-B82E60AEDB70}" destId="{1DB2A366-0C7D-4022-9148-8815A170CF65}" srcOrd="0" destOrd="0" presId="urn:microsoft.com/office/officeart/2005/8/layout/orgChart1"/>
    <dgm:cxn modelId="{72E4841D-94E2-4627-9353-12FBEC634D2C}" type="presParOf" srcId="{08F497DD-17E3-40EB-96C2-B82E60AEDB70}" destId="{365CBF93-49D1-49EC-904F-BC3479220B5A}" srcOrd="1" destOrd="0" presId="urn:microsoft.com/office/officeart/2005/8/layout/orgChart1"/>
    <dgm:cxn modelId="{0849DCC7-CFE1-4244-92CB-DE3ECCD463C3}" type="presParOf" srcId="{5F0A7B78-3E31-4580-80DC-8A61630D92A6}" destId="{B75074BF-CCBF-4D79-B64C-92FBFA5670E4}" srcOrd="1" destOrd="0" presId="urn:microsoft.com/office/officeart/2005/8/layout/orgChart1"/>
    <dgm:cxn modelId="{00CC7F1D-83D6-4E81-AB23-08EECE74A261}" type="presParOf" srcId="{5F0A7B78-3E31-4580-80DC-8A61630D92A6}" destId="{57A3E187-EC64-41B7-A2CF-562278E44DC7}" srcOrd="2" destOrd="0" presId="urn:microsoft.com/office/officeart/2005/8/layout/orgChart1"/>
    <dgm:cxn modelId="{F1CAEAE4-9C23-4781-A749-AC13C872F50D}" type="presParOf" srcId="{322BEA70-D645-44EC-A1FA-D6541A2F009D}" destId="{55EBC55B-4FED-4B15-A372-50312AD2C333}"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a:t>
          </a:r>
          <a:r>
            <a:rPr lang="en-US" sz="1600" dirty="0" smtClean="0"/>
            <a:t>10: Document requirements.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smtClean="0"/>
            <a:t>SRS – SW Req. Spec.</a:t>
          </a:r>
          <a:endParaRPr lang="en-US" sz="16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smtClean="0"/>
            <a:t>Why document?</a:t>
          </a:r>
          <a:endParaRPr lang="en-US" sz="16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2BC47C35-CB2E-4ADA-997E-20AB4D35A222}">
      <dgm:prSet phldrT="[Text]" custT="1"/>
      <dgm:spPr/>
      <dgm:t>
        <a:bodyPr/>
        <a:lstStyle/>
        <a:p>
          <a:r>
            <a:rPr lang="en-US" sz="1600" dirty="0" smtClean="0"/>
            <a:t>Benefits of SRQ</a:t>
          </a:r>
          <a:endParaRPr lang="en-US" sz="1600" dirty="0"/>
        </a:p>
      </dgm:t>
    </dgm:pt>
    <dgm:pt modelId="{53352947-0336-403A-A4B4-89467D459512}" type="parTrans" cxnId="{5EA3EC21-4C2E-4557-90C3-44F68A007575}">
      <dgm:prSet/>
      <dgm:spPr/>
      <dgm:t>
        <a:bodyPr/>
        <a:lstStyle/>
        <a:p>
          <a:endParaRPr lang="en-US"/>
        </a:p>
      </dgm:t>
    </dgm:pt>
    <dgm:pt modelId="{03A1EA09-EFE1-4310-BC77-8BB1F0EA5858}" type="sibTrans" cxnId="{5EA3EC21-4C2E-4557-90C3-44F68A007575}">
      <dgm:prSet/>
      <dgm:spPr/>
      <dgm:t>
        <a:bodyPr/>
        <a:lstStyle/>
        <a:p>
          <a:endParaRPr lang="en-US"/>
        </a:p>
      </dgm:t>
    </dgm:pt>
    <dgm:pt modelId="{AF6C41DE-0FE9-4FE2-8BE9-4215E0A90589}">
      <dgm:prSet phldrT="[Text]" custT="1"/>
      <dgm:spPr/>
      <dgm:t>
        <a:bodyPr/>
        <a:lstStyle/>
        <a:p>
          <a:r>
            <a:rPr lang="en-US" sz="1600" dirty="0" smtClean="0"/>
            <a:t> </a:t>
          </a:r>
          <a:r>
            <a:rPr lang="en-US" sz="1600" dirty="0" smtClean="0"/>
            <a:t>How to organize SRS</a:t>
          </a:r>
          <a:endParaRPr lang="en-US" sz="1600" dirty="0"/>
        </a:p>
      </dgm:t>
    </dgm:pt>
    <dgm:pt modelId="{8E7DC7A7-3675-4E95-A153-8ABEB0FFE8D1}" type="parTrans" cxnId="{B407561B-81B2-4844-BB92-700E2E515551}">
      <dgm:prSet/>
      <dgm:spPr/>
      <dgm:t>
        <a:bodyPr/>
        <a:lstStyle/>
        <a:p>
          <a:endParaRPr lang="en-US"/>
        </a:p>
      </dgm:t>
    </dgm:pt>
    <dgm:pt modelId="{97EE64CF-B61C-4098-8AAA-B86B1D9E9733}" type="sibTrans" cxnId="{B407561B-81B2-4844-BB92-700E2E515551}">
      <dgm:prSet/>
      <dgm:spPr/>
      <dgm:t>
        <a:bodyPr/>
        <a:lstStyle/>
        <a:p>
          <a:endParaRPr lang="en-US"/>
        </a:p>
      </dgm:t>
    </dgm:pt>
    <dgm:pt modelId="{B8979EE1-0B76-49DF-94CB-E21FB2BFFE93}">
      <dgm:prSet phldrT="[Text]" custT="1"/>
      <dgm:spPr/>
      <dgm:t>
        <a:bodyPr/>
        <a:lstStyle/>
        <a:p>
          <a:r>
            <a:rPr lang="en-US" sz="1600" dirty="0" smtClean="0"/>
            <a:t>Dealing with incompleteness</a:t>
          </a:r>
          <a:endParaRPr lang="en-US" sz="1600" dirty="0"/>
        </a:p>
      </dgm:t>
    </dgm:pt>
    <dgm:pt modelId="{465E99B4-164C-4BAE-9F07-11FC02BDF1C0}" type="parTrans" cxnId="{9DABB44F-B42B-443F-9E2F-FFD3DF781252}">
      <dgm:prSet/>
      <dgm:spPr/>
      <dgm:t>
        <a:bodyPr/>
        <a:lstStyle/>
        <a:p>
          <a:endParaRPr lang="en-US"/>
        </a:p>
      </dgm:t>
    </dgm:pt>
    <dgm:pt modelId="{A52399AA-C95C-41D6-976A-0B5DE871750C}" type="sibTrans" cxnId="{9DABB44F-B42B-443F-9E2F-FFD3DF781252}">
      <dgm:prSet/>
      <dgm:spPr/>
      <dgm:t>
        <a:bodyPr/>
        <a:lstStyle/>
        <a:p>
          <a:endParaRPr lang="en-US"/>
        </a:p>
      </dgm:t>
    </dgm:pt>
    <dgm:pt modelId="{AE68B444-C5C7-40B0-9757-3C4195D3D30B}">
      <dgm:prSet phldrT="[Text]" custT="1"/>
      <dgm:spPr/>
      <dgm:t>
        <a:bodyPr/>
        <a:lstStyle/>
        <a:p>
          <a:r>
            <a:rPr lang="en-US" sz="1600" dirty="0" smtClean="0"/>
            <a:t>Spec. in agile projects</a:t>
          </a:r>
          <a:endParaRPr lang="en-US" sz="1600" dirty="0"/>
        </a:p>
      </dgm:t>
    </dgm:pt>
    <dgm:pt modelId="{702A49D8-FD51-4FBF-ABE4-0895861A0593}" type="parTrans" cxnId="{EE9AED94-D7DF-441A-9B62-C8DB1278DD6F}">
      <dgm:prSet/>
      <dgm:spPr/>
      <dgm:t>
        <a:bodyPr/>
        <a:lstStyle/>
        <a:p>
          <a:endParaRPr lang="en-US"/>
        </a:p>
      </dgm:t>
    </dgm:pt>
    <dgm:pt modelId="{55FAD373-F9D9-4891-8E61-4EEA6704E0B6}" type="sibTrans" cxnId="{EE9AED94-D7DF-441A-9B62-C8DB1278DD6F}">
      <dgm:prSet/>
      <dgm:spPr/>
      <dgm:t>
        <a:bodyPr/>
        <a:lstStyle/>
        <a:p>
          <a:endParaRPr lang="en-US"/>
        </a:p>
      </dgm:t>
    </dgm:pt>
    <dgm:pt modelId="{5323ECFE-A439-43DD-86F5-E223F3FF1605}">
      <dgm:prSet phldrT="[Text]" custT="1"/>
      <dgm:spPr/>
      <dgm:t>
        <a:bodyPr/>
        <a:lstStyle/>
        <a:p>
          <a:r>
            <a:rPr lang="en-US" sz="1600" dirty="0" smtClean="0"/>
            <a:t>Template of SRS</a:t>
          </a:r>
          <a:endParaRPr lang="en-US" sz="1600" dirty="0"/>
        </a:p>
      </dgm:t>
    </dgm:pt>
    <dgm:pt modelId="{8669EFF5-36FB-4F26-9073-0BC5CE3F32DD}" type="parTrans" cxnId="{8F71BDBE-4454-420F-AAF0-44167AEE4AE3}">
      <dgm:prSet/>
      <dgm:spPr/>
      <dgm:t>
        <a:bodyPr/>
        <a:lstStyle/>
        <a:p>
          <a:endParaRPr lang="en-US"/>
        </a:p>
      </dgm:t>
    </dgm:pt>
    <dgm:pt modelId="{493CCD4C-09F5-46EC-9CE6-108D35518D99}" type="sibTrans" cxnId="{8F71BDBE-4454-420F-AAF0-44167AEE4AE3}">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9111">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9111">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BABFBFB4-78A4-4B16-AD3A-61E896716A3C}" type="pres">
      <dgm:prSet presAssocID="{53352947-0336-403A-A4B4-89467D459512}" presName="Name37" presStyleLbl="parChTrans1D3" presStyleIdx="0" presStyleCnt="3"/>
      <dgm:spPr/>
      <dgm:t>
        <a:bodyPr/>
        <a:lstStyle/>
        <a:p>
          <a:endParaRPr lang="en-US"/>
        </a:p>
      </dgm:t>
    </dgm:pt>
    <dgm:pt modelId="{BA209B51-AF20-42D0-B73C-E23DAC280B0E}" type="pres">
      <dgm:prSet presAssocID="{2BC47C35-CB2E-4ADA-997E-20AB4D35A222}" presName="hierRoot2" presStyleCnt="0">
        <dgm:presLayoutVars>
          <dgm:hierBranch val="init"/>
        </dgm:presLayoutVars>
      </dgm:prSet>
      <dgm:spPr/>
    </dgm:pt>
    <dgm:pt modelId="{6179A435-2294-4E89-9AFD-488B7F3D520A}" type="pres">
      <dgm:prSet presAssocID="{2BC47C35-CB2E-4ADA-997E-20AB4D35A222}" presName="rootComposite" presStyleCnt="0"/>
      <dgm:spPr/>
    </dgm:pt>
    <dgm:pt modelId="{1A87DFD0-A1A5-4AEF-9874-88156CA4976E}" type="pres">
      <dgm:prSet presAssocID="{2BC47C35-CB2E-4ADA-997E-20AB4D35A222}" presName="rootText" presStyleLbl="node3" presStyleIdx="0" presStyleCnt="3" custScaleX="107041">
        <dgm:presLayoutVars>
          <dgm:chPref val="3"/>
        </dgm:presLayoutVars>
      </dgm:prSet>
      <dgm:spPr/>
      <dgm:t>
        <a:bodyPr/>
        <a:lstStyle/>
        <a:p>
          <a:endParaRPr lang="en-US"/>
        </a:p>
      </dgm:t>
    </dgm:pt>
    <dgm:pt modelId="{5F6EAB39-768E-4EF5-A122-D240B2B03279}" type="pres">
      <dgm:prSet presAssocID="{2BC47C35-CB2E-4ADA-997E-20AB4D35A222}" presName="rootConnector" presStyleLbl="node3" presStyleIdx="0" presStyleCnt="3"/>
      <dgm:spPr/>
      <dgm:t>
        <a:bodyPr/>
        <a:lstStyle/>
        <a:p>
          <a:endParaRPr lang="en-US"/>
        </a:p>
      </dgm:t>
    </dgm:pt>
    <dgm:pt modelId="{41C14111-03E5-40B0-B727-819D7A9BEF5B}" type="pres">
      <dgm:prSet presAssocID="{2BC47C35-CB2E-4ADA-997E-20AB4D35A222}" presName="hierChild4" presStyleCnt="0"/>
      <dgm:spPr/>
    </dgm:pt>
    <dgm:pt modelId="{1A74A65C-B44E-4F57-AF52-C2C8A7DB0B53}" type="pres">
      <dgm:prSet presAssocID="{2BC47C35-CB2E-4ADA-997E-20AB4D35A222}" presName="hierChild5" presStyleCnt="0"/>
      <dgm:spPr/>
    </dgm:pt>
    <dgm:pt modelId="{1891E697-DEB2-442F-BDF2-5A9697934126}" type="pres">
      <dgm:prSet presAssocID="{8E7DC7A7-3675-4E95-A153-8ABEB0FFE8D1}" presName="Name37" presStyleLbl="parChTrans1D3" presStyleIdx="1" presStyleCnt="3"/>
      <dgm:spPr/>
      <dgm:t>
        <a:bodyPr/>
        <a:lstStyle/>
        <a:p>
          <a:endParaRPr lang="en-US"/>
        </a:p>
      </dgm:t>
    </dgm:pt>
    <dgm:pt modelId="{47BA5C8E-C2F3-43E7-BA5C-64E91DC65EB3}" type="pres">
      <dgm:prSet presAssocID="{AF6C41DE-0FE9-4FE2-8BE9-4215E0A90589}" presName="hierRoot2" presStyleCnt="0">
        <dgm:presLayoutVars>
          <dgm:hierBranch val="init"/>
        </dgm:presLayoutVars>
      </dgm:prSet>
      <dgm:spPr/>
    </dgm:pt>
    <dgm:pt modelId="{9308229C-1B34-401A-AF79-99FCEC67DA76}" type="pres">
      <dgm:prSet presAssocID="{AF6C41DE-0FE9-4FE2-8BE9-4215E0A90589}" presName="rootComposite" presStyleCnt="0"/>
      <dgm:spPr/>
    </dgm:pt>
    <dgm:pt modelId="{381C7EA2-2B75-4178-AA8A-D217EDCFA36F}" type="pres">
      <dgm:prSet presAssocID="{AF6C41DE-0FE9-4FE2-8BE9-4215E0A90589}" presName="rootText" presStyleLbl="node3" presStyleIdx="1" presStyleCnt="3" custScaleX="99770">
        <dgm:presLayoutVars>
          <dgm:chPref val="3"/>
        </dgm:presLayoutVars>
      </dgm:prSet>
      <dgm:spPr/>
      <dgm:t>
        <a:bodyPr/>
        <a:lstStyle/>
        <a:p>
          <a:endParaRPr lang="en-US"/>
        </a:p>
      </dgm:t>
    </dgm:pt>
    <dgm:pt modelId="{E6A79A9D-7FBA-4C8B-83E1-52C545B782AF}" type="pres">
      <dgm:prSet presAssocID="{AF6C41DE-0FE9-4FE2-8BE9-4215E0A90589}" presName="rootConnector" presStyleLbl="node3" presStyleIdx="1" presStyleCnt="3"/>
      <dgm:spPr/>
      <dgm:t>
        <a:bodyPr/>
        <a:lstStyle/>
        <a:p>
          <a:endParaRPr lang="en-US"/>
        </a:p>
      </dgm:t>
    </dgm:pt>
    <dgm:pt modelId="{8877DBAC-6271-426B-82E5-4D334732C047}" type="pres">
      <dgm:prSet presAssocID="{AF6C41DE-0FE9-4FE2-8BE9-4215E0A90589}" presName="hierChild4" presStyleCnt="0"/>
      <dgm:spPr/>
    </dgm:pt>
    <dgm:pt modelId="{BF715645-1D79-4998-85D3-11D4125E6231}" type="pres">
      <dgm:prSet presAssocID="{AF6C41DE-0FE9-4FE2-8BE9-4215E0A90589}" presName="hierChild5" presStyleCnt="0"/>
      <dgm:spPr/>
    </dgm:pt>
    <dgm:pt modelId="{3E83B12F-F2D0-401E-97A0-DA19B14C1332}" type="pres">
      <dgm:prSet presAssocID="{8669EFF5-36FB-4F26-9073-0BC5CE3F32DD}" presName="Name37" presStyleLbl="parChTrans1D3" presStyleIdx="2" presStyleCnt="3"/>
      <dgm:spPr/>
    </dgm:pt>
    <dgm:pt modelId="{51C91A33-5209-44A6-950F-352ACDC745D2}" type="pres">
      <dgm:prSet presAssocID="{5323ECFE-A439-43DD-86F5-E223F3FF1605}" presName="hierRoot2" presStyleCnt="0">
        <dgm:presLayoutVars>
          <dgm:hierBranch val="init"/>
        </dgm:presLayoutVars>
      </dgm:prSet>
      <dgm:spPr/>
    </dgm:pt>
    <dgm:pt modelId="{351A1CDC-91FF-4E1D-8FA6-7CC2B06C74A3}" type="pres">
      <dgm:prSet presAssocID="{5323ECFE-A439-43DD-86F5-E223F3FF1605}" presName="rootComposite" presStyleCnt="0"/>
      <dgm:spPr/>
    </dgm:pt>
    <dgm:pt modelId="{85A1316D-ED80-4577-B759-788B000317FB}" type="pres">
      <dgm:prSet presAssocID="{5323ECFE-A439-43DD-86F5-E223F3FF1605}" presName="rootText" presStyleLbl="node3" presStyleIdx="2" presStyleCnt="3">
        <dgm:presLayoutVars>
          <dgm:chPref val="3"/>
        </dgm:presLayoutVars>
      </dgm:prSet>
      <dgm:spPr/>
      <dgm:t>
        <a:bodyPr/>
        <a:lstStyle/>
        <a:p>
          <a:endParaRPr lang="en-US"/>
        </a:p>
      </dgm:t>
    </dgm:pt>
    <dgm:pt modelId="{823EE2B5-8CBA-4AE9-814C-6A86F7DE680B}" type="pres">
      <dgm:prSet presAssocID="{5323ECFE-A439-43DD-86F5-E223F3FF1605}" presName="rootConnector" presStyleLbl="node3" presStyleIdx="2" presStyleCnt="3"/>
      <dgm:spPr/>
      <dgm:t>
        <a:bodyPr/>
        <a:lstStyle/>
        <a:p>
          <a:endParaRPr lang="en-US"/>
        </a:p>
      </dgm:t>
    </dgm:pt>
    <dgm:pt modelId="{EDA406CA-A13A-423A-894C-CAD689333595}" type="pres">
      <dgm:prSet presAssocID="{5323ECFE-A439-43DD-86F5-E223F3FF1605}" presName="hierChild4" presStyleCnt="0"/>
      <dgm:spPr/>
    </dgm:pt>
    <dgm:pt modelId="{F4C3AF8A-0B4C-4723-9172-5989FB9508BE}" type="pres">
      <dgm:prSet presAssocID="{5323ECFE-A439-43DD-86F5-E223F3FF1605}" presName="hierChild5" presStyleCnt="0"/>
      <dgm:spPr/>
    </dgm:pt>
    <dgm:pt modelId="{3E362709-8DF5-4ED1-BE78-2D67C7F6CD59}" type="pres">
      <dgm:prSet presAssocID="{620DD3EC-BDCD-468B-B566-7FE2B848507E}" presName="hierChild5" presStyleCnt="0"/>
      <dgm:spPr/>
    </dgm:pt>
    <dgm:pt modelId="{F35E2B4E-A03A-4CEC-8313-CD85481B51A2}" type="pres">
      <dgm:prSet presAssocID="{465E99B4-164C-4BAE-9F07-11FC02BDF1C0}" presName="Name37" presStyleLbl="parChTrans1D2" presStyleIdx="2" presStyleCnt="4"/>
      <dgm:spPr/>
    </dgm:pt>
    <dgm:pt modelId="{C14ADC0F-DB14-4D25-B270-993163C4E4BB}" type="pres">
      <dgm:prSet presAssocID="{B8979EE1-0B76-49DF-94CB-E21FB2BFFE93}" presName="hierRoot2" presStyleCnt="0">
        <dgm:presLayoutVars>
          <dgm:hierBranch val="init"/>
        </dgm:presLayoutVars>
      </dgm:prSet>
      <dgm:spPr/>
    </dgm:pt>
    <dgm:pt modelId="{31F1624B-B6B3-4011-8CEE-5A82CECD3631}" type="pres">
      <dgm:prSet presAssocID="{B8979EE1-0B76-49DF-94CB-E21FB2BFFE93}" presName="rootComposite" presStyleCnt="0"/>
      <dgm:spPr/>
    </dgm:pt>
    <dgm:pt modelId="{3974D9EF-2642-4EA6-B022-A6FB2F4B3087}" type="pres">
      <dgm:prSet presAssocID="{B8979EE1-0B76-49DF-94CB-E21FB2BFFE93}" presName="rootText" presStyleLbl="node2" presStyleIdx="2" presStyleCnt="4">
        <dgm:presLayoutVars>
          <dgm:chPref val="3"/>
        </dgm:presLayoutVars>
      </dgm:prSet>
      <dgm:spPr/>
      <dgm:t>
        <a:bodyPr/>
        <a:lstStyle/>
        <a:p>
          <a:endParaRPr lang="en-US"/>
        </a:p>
      </dgm:t>
    </dgm:pt>
    <dgm:pt modelId="{3171E5CA-E43A-470A-B942-64771F94AC4C}" type="pres">
      <dgm:prSet presAssocID="{B8979EE1-0B76-49DF-94CB-E21FB2BFFE93}" presName="rootConnector" presStyleLbl="node2" presStyleIdx="2" presStyleCnt="4"/>
      <dgm:spPr/>
      <dgm:t>
        <a:bodyPr/>
        <a:lstStyle/>
        <a:p>
          <a:endParaRPr lang="en-US"/>
        </a:p>
      </dgm:t>
    </dgm:pt>
    <dgm:pt modelId="{CBF86D54-ADE7-46C0-AF01-7B3BB5C7EF85}" type="pres">
      <dgm:prSet presAssocID="{B8979EE1-0B76-49DF-94CB-E21FB2BFFE93}" presName="hierChild4" presStyleCnt="0"/>
      <dgm:spPr/>
    </dgm:pt>
    <dgm:pt modelId="{9F816470-F765-4467-8BFE-055142852E76}" type="pres">
      <dgm:prSet presAssocID="{B8979EE1-0B76-49DF-94CB-E21FB2BFFE93}" presName="hierChild5" presStyleCnt="0"/>
      <dgm:spPr/>
    </dgm:pt>
    <dgm:pt modelId="{4DCCC1AE-E3D9-4C8E-95CC-A4A826BA2101}" type="pres">
      <dgm:prSet presAssocID="{702A49D8-FD51-4FBF-ABE4-0895861A0593}" presName="Name37" presStyleLbl="parChTrans1D2" presStyleIdx="3" presStyleCnt="4"/>
      <dgm:spPr/>
    </dgm:pt>
    <dgm:pt modelId="{A83F3CD7-3DA7-4B85-9BBF-6082D0914AC4}" type="pres">
      <dgm:prSet presAssocID="{AE68B444-C5C7-40B0-9757-3C4195D3D30B}" presName="hierRoot2" presStyleCnt="0">
        <dgm:presLayoutVars>
          <dgm:hierBranch val="init"/>
        </dgm:presLayoutVars>
      </dgm:prSet>
      <dgm:spPr/>
    </dgm:pt>
    <dgm:pt modelId="{7AAF9ABC-20DE-4A4D-8954-C771CFD69C51}" type="pres">
      <dgm:prSet presAssocID="{AE68B444-C5C7-40B0-9757-3C4195D3D30B}" presName="rootComposite" presStyleCnt="0"/>
      <dgm:spPr/>
    </dgm:pt>
    <dgm:pt modelId="{4D50568A-99FE-4C2E-B655-0C99B0D5E536}" type="pres">
      <dgm:prSet presAssocID="{AE68B444-C5C7-40B0-9757-3C4195D3D30B}" presName="rootText" presStyleLbl="node2" presStyleIdx="3" presStyleCnt="4">
        <dgm:presLayoutVars>
          <dgm:chPref val="3"/>
        </dgm:presLayoutVars>
      </dgm:prSet>
      <dgm:spPr/>
      <dgm:t>
        <a:bodyPr/>
        <a:lstStyle/>
        <a:p>
          <a:endParaRPr lang="en-US"/>
        </a:p>
      </dgm:t>
    </dgm:pt>
    <dgm:pt modelId="{D03E2185-1F12-4FA5-B160-55D74A823DA1}" type="pres">
      <dgm:prSet presAssocID="{AE68B444-C5C7-40B0-9757-3C4195D3D30B}" presName="rootConnector" presStyleLbl="node2" presStyleIdx="3" presStyleCnt="4"/>
      <dgm:spPr/>
      <dgm:t>
        <a:bodyPr/>
        <a:lstStyle/>
        <a:p>
          <a:endParaRPr lang="en-US"/>
        </a:p>
      </dgm:t>
    </dgm:pt>
    <dgm:pt modelId="{8A245ED3-0C8C-47C0-AAA0-3A08E5157848}" type="pres">
      <dgm:prSet presAssocID="{AE68B444-C5C7-40B0-9757-3C4195D3D30B}" presName="hierChild4" presStyleCnt="0"/>
      <dgm:spPr/>
    </dgm:pt>
    <dgm:pt modelId="{ABC5657C-0A34-4361-B3A8-5A4DD465D133}" type="pres">
      <dgm:prSet presAssocID="{AE68B444-C5C7-40B0-9757-3C4195D3D30B}" presName="hierChild5" presStyleCnt="0"/>
      <dgm:spPr/>
    </dgm:pt>
    <dgm:pt modelId="{96DEF822-DC52-4FFC-82DA-389CD5B29657}" type="pres">
      <dgm:prSet presAssocID="{9E6404DC-1053-49D6-95EE-599A97C88DD3}" presName="hierChild3" presStyleCnt="0"/>
      <dgm:spPr/>
    </dgm:pt>
  </dgm:ptLst>
  <dgm:cxnLst>
    <dgm:cxn modelId="{2C85AFA9-6848-4AB6-B237-B4EAB99AC28A}" type="presOf" srcId="{702A49D8-FD51-4FBF-ABE4-0895861A0593}" destId="{4DCCC1AE-E3D9-4C8E-95CC-A4A826BA2101}"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9DABB44F-B42B-443F-9E2F-FFD3DF781252}" srcId="{9E6404DC-1053-49D6-95EE-599A97C88DD3}" destId="{B8979EE1-0B76-49DF-94CB-E21FB2BFFE93}" srcOrd="2" destOrd="0" parTransId="{465E99B4-164C-4BAE-9F07-11FC02BDF1C0}" sibTransId="{A52399AA-C95C-41D6-976A-0B5DE871750C}"/>
    <dgm:cxn modelId="{39AADDF2-FC26-4871-928E-E1FE353466DF}" type="presOf" srcId="{2BC47C35-CB2E-4ADA-997E-20AB4D35A222}" destId="{5F6EAB39-768E-4EF5-A122-D240B2B03279}" srcOrd="1" destOrd="0" presId="urn:microsoft.com/office/officeart/2005/8/layout/orgChart1"/>
    <dgm:cxn modelId="{EE9AED94-D7DF-441A-9B62-C8DB1278DD6F}" srcId="{9E6404DC-1053-49D6-95EE-599A97C88DD3}" destId="{AE68B444-C5C7-40B0-9757-3C4195D3D30B}" srcOrd="3" destOrd="0" parTransId="{702A49D8-FD51-4FBF-ABE4-0895861A0593}" sibTransId="{55FAD373-F9D9-4891-8E61-4EEA6704E0B6}"/>
    <dgm:cxn modelId="{C7B5CF1A-868A-4360-B1B7-09ACAE8ABA4C}" type="presOf" srcId="{AF6C41DE-0FE9-4FE2-8BE9-4215E0A90589}" destId="{E6A79A9D-7FBA-4C8B-83E1-52C545B782AF}"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34E1025D-8BEF-4575-9E39-4FA2D1E66E87}" type="presOf" srcId="{B8979EE1-0B76-49DF-94CB-E21FB2BFFE93}" destId="{3974D9EF-2642-4EA6-B022-A6FB2F4B3087}" srcOrd="0" destOrd="0" presId="urn:microsoft.com/office/officeart/2005/8/layout/orgChart1"/>
    <dgm:cxn modelId="{03ED93F4-6D9A-4E61-B39F-3104048E5745}" type="presOf" srcId="{5323ECFE-A439-43DD-86F5-E223F3FF1605}" destId="{823EE2B5-8CBA-4AE9-814C-6A86F7DE680B}"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D0EF4182-6C93-4D26-B294-B111AB1F913F}" type="presOf" srcId="{5323ECFE-A439-43DD-86F5-E223F3FF1605}" destId="{85A1316D-ED80-4577-B759-788B000317FB}" srcOrd="0" destOrd="0" presId="urn:microsoft.com/office/officeart/2005/8/layout/orgChart1"/>
    <dgm:cxn modelId="{B407561B-81B2-4844-BB92-700E2E515551}" srcId="{620DD3EC-BDCD-468B-B566-7FE2B848507E}" destId="{AF6C41DE-0FE9-4FE2-8BE9-4215E0A90589}" srcOrd="1" destOrd="0" parTransId="{8E7DC7A7-3675-4E95-A153-8ABEB0FFE8D1}" sibTransId="{97EE64CF-B61C-4098-8AAA-B86B1D9E9733}"/>
    <dgm:cxn modelId="{C4935A74-CE7A-474B-85DA-6D313F70B19D}" type="presOf" srcId="{53352947-0336-403A-A4B4-89467D459512}" destId="{BABFBFB4-78A4-4B16-AD3A-61E896716A3C}"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F71DEF05-0776-4E9C-8242-F6CA5CDAE21D}" type="presOf" srcId="{620DD3EC-BDCD-468B-B566-7FE2B848507E}" destId="{02B28F85-DE51-42FF-859E-1DD3A478F426}"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9A82000C-61C9-4099-A3C1-EABEE2470C58}" type="presOf" srcId="{B8979EE1-0B76-49DF-94CB-E21FB2BFFE93}" destId="{3171E5CA-E43A-470A-B942-64771F94AC4C}" srcOrd="1" destOrd="0" presId="urn:microsoft.com/office/officeart/2005/8/layout/orgChart1"/>
    <dgm:cxn modelId="{08D54B94-C41F-4B76-96B1-E817440FFAEC}" type="presOf" srcId="{AE68B444-C5C7-40B0-9757-3C4195D3D30B}" destId="{D03E2185-1F12-4FA5-B160-55D74A823DA1}"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8F71BDBE-4454-420F-AAF0-44167AEE4AE3}" srcId="{620DD3EC-BDCD-468B-B566-7FE2B848507E}" destId="{5323ECFE-A439-43DD-86F5-E223F3FF1605}" srcOrd="2" destOrd="0" parTransId="{8669EFF5-36FB-4F26-9073-0BC5CE3F32DD}" sibTransId="{493CCD4C-09F5-46EC-9CE6-108D35518D99}"/>
    <dgm:cxn modelId="{5B5C6E2B-D947-44FC-AFDD-A2172447CA13}" type="presOf" srcId="{465E99B4-164C-4BAE-9F07-11FC02BDF1C0}" destId="{F35E2B4E-A03A-4CEC-8313-CD85481B51A2}" srcOrd="0" destOrd="0" presId="urn:microsoft.com/office/officeart/2005/8/layout/orgChart1"/>
    <dgm:cxn modelId="{5EA19B68-6728-412F-A9A9-320472C7C6E5}" type="presOf" srcId="{AF6C41DE-0FE9-4FE2-8BE9-4215E0A90589}" destId="{381C7EA2-2B75-4178-AA8A-D217EDCFA36F}"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18C0B248-CAFA-4BE0-8E82-DC067C692D04}" type="presOf" srcId="{620DD3EC-BDCD-468B-B566-7FE2B848507E}" destId="{1999F93D-C5E3-4B58-A38A-C971B5C1871B}" srcOrd="1" destOrd="0" presId="urn:microsoft.com/office/officeart/2005/8/layout/orgChart1"/>
    <dgm:cxn modelId="{15BB7EBF-7831-4041-A98F-52D4569CB868}" type="presOf" srcId="{8E7DC7A7-3675-4E95-A153-8ABEB0FFE8D1}" destId="{1891E697-DEB2-442F-BDF2-5A9697934126}"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33FC4E4D-D279-44F8-B4E6-670B0DBF6C93}" type="presOf" srcId="{8669EFF5-36FB-4F26-9073-0BC5CE3F32DD}" destId="{3E83B12F-F2D0-401E-97A0-DA19B14C1332}" srcOrd="0" destOrd="0" presId="urn:microsoft.com/office/officeart/2005/8/layout/orgChart1"/>
    <dgm:cxn modelId="{BD1B582D-90D8-49DA-B936-28F08008BD1B}" type="presOf" srcId="{2BC47C35-CB2E-4ADA-997E-20AB4D35A222}" destId="{1A87DFD0-A1A5-4AEF-9874-88156CA4976E}" srcOrd="0" destOrd="0" presId="urn:microsoft.com/office/officeart/2005/8/layout/orgChart1"/>
    <dgm:cxn modelId="{5EA3EC21-4C2E-4557-90C3-44F68A007575}" srcId="{620DD3EC-BDCD-468B-B566-7FE2B848507E}" destId="{2BC47C35-CB2E-4ADA-997E-20AB4D35A222}" srcOrd="0" destOrd="0" parTransId="{53352947-0336-403A-A4B4-89467D459512}" sibTransId="{03A1EA09-EFE1-4310-BC77-8BB1F0EA5858}"/>
    <dgm:cxn modelId="{35109554-8A4C-4136-A400-BA009FE95FDD}" type="presOf" srcId="{AE68B444-C5C7-40B0-9757-3C4195D3D30B}" destId="{4D50568A-99FE-4C2E-B655-0C99B0D5E536}" srcOrd="0"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4D91BB93-8A96-4B28-ABD7-E0C5172A8ABF}" type="presParOf" srcId="{4C592C92-3156-443C-BB98-9204DFF01F72}" destId="{BABFBFB4-78A4-4B16-AD3A-61E896716A3C}" srcOrd="0" destOrd="0" presId="urn:microsoft.com/office/officeart/2005/8/layout/orgChart1"/>
    <dgm:cxn modelId="{F17702E9-44E5-41A2-AB97-DEF80E41314D}" type="presParOf" srcId="{4C592C92-3156-443C-BB98-9204DFF01F72}" destId="{BA209B51-AF20-42D0-B73C-E23DAC280B0E}" srcOrd="1" destOrd="0" presId="urn:microsoft.com/office/officeart/2005/8/layout/orgChart1"/>
    <dgm:cxn modelId="{167BE2AE-7ABD-485D-A51D-9A62B95A7DAB}" type="presParOf" srcId="{BA209B51-AF20-42D0-B73C-E23DAC280B0E}" destId="{6179A435-2294-4E89-9AFD-488B7F3D520A}" srcOrd="0" destOrd="0" presId="urn:microsoft.com/office/officeart/2005/8/layout/orgChart1"/>
    <dgm:cxn modelId="{AF05B589-CCF1-425E-8E4E-B089B4C22776}" type="presParOf" srcId="{6179A435-2294-4E89-9AFD-488B7F3D520A}" destId="{1A87DFD0-A1A5-4AEF-9874-88156CA4976E}" srcOrd="0" destOrd="0" presId="urn:microsoft.com/office/officeart/2005/8/layout/orgChart1"/>
    <dgm:cxn modelId="{C8F15CC9-9798-4D55-96FB-0B3E6814CF27}" type="presParOf" srcId="{6179A435-2294-4E89-9AFD-488B7F3D520A}" destId="{5F6EAB39-768E-4EF5-A122-D240B2B03279}" srcOrd="1" destOrd="0" presId="urn:microsoft.com/office/officeart/2005/8/layout/orgChart1"/>
    <dgm:cxn modelId="{CAAF9ACE-C260-468A-A3E4-3053855B58F9}" type="presParOf" srcId="{BA209B51-AF20-42D0-B73C-E23DAC280B0E}" destId="{41C14111-03E5-40B0-B727-819D7A9BEF5B}" srcOrd="1" destOrd="0" presId="urn:microsoft.com/office/officeart/2005/8/layout/orgChart1"/>
    <dgm:cxn modelId="{E6AB5A60-E527-417A-AF75-700D87642E55}" type="presParOf" srcId="{BA209B51-AF20-42D0-B73C-E23DAC280B0E}" destId="{1A74A65C-B44E-4F57-AF52-C2C8A7DB0B53}" srcOrd="2" destOrd="0" presId="urn:microsoft.com/office/officeart/2005/8/layout/orgChart1"/>
    <dgm:cxn modelId="{D3A800B7-4750-40DA-86D4-16AA40D50CD0}" type="presParOf" srcId="{4C592C92-3156-443C-BB98-9204DFF01F72}" destId="{1891E697-DEB2-442F-BDF2-5A9697934126}" srcOrd="2" destOrd="0" presId="urn:microsoft.com/office/officeart/2005/8/layout/orgChart1"/>
    <dgm:cxn modelId="{830F826E-C80E-4FE6-A534-EF1AEF6D039D}" type="presParOf" srcId="{4C592C92-3156-443C-BB98-9204DFF01F72}" destId="{47BA5C8E-C2F3-43E7-BA5C-64E91DC65EB3}" srcOrd="3" destOrd="0" presId="urn:microsoft.com/office/officeart/2005/8/layout/orgChart1"/>
    <dgm:cxn modelId="{C57FBFC5-291B-4334-85F8-999F51C31555}" type="presParOf" srcId="{47BA5C8E-C2F3-43E7-BA5C-64E91DC65EB3}" destId="{9308229C-1B34-401A-AF79-99FCEC67DA76}" srcOrd="0" destOrd="0" presId="urn:microsoft.com/office/officeart/2005/8/layout/orgChart1"/>
    <dgm:cxn modelId="{12DB6058-5D55-4EC1-B5C1-DB4952CEE4D5}" type="presParOf" srcId="{9308229C-1B34-401A-AF79-99FCEC67DA76}" destId="{381C7EA2-2B75-4178-AA8A-D217EDCFA36F}" srcOrd="0" destOrd="0" presId="urn:microsoft.com/office/officeart/2005/8/layout/orgChart1"/>
    <dgm:cxn modelId="{CFD70BAF-650B-4B37-B878-BC378AADECA1}" type="presParOf" srcId="{9308229C-1B34-401A-AF79-99FCEC67DA76}" destId="{E6A79A9D-7FBA-4C8B-83E1-52C545B782AF}" srcOrd="1" destOrd="0" presId="urn:microsoft.com/office/officeart/2005/8/layout/orgChart1"/>
    <dgm:cxn modelId="{591F145B-7D20-460E-BCF7-2C2BDF9980DC}" type="presParOf" srcId="{47BA5C8E-C2F3-43E7-BA5C-64E91DC65EB3}" destId="{8877DBAC-6271-426B-82E5-4D334732C047}" srcOrd="1" destOrd="0" presId="urn:microsoft.com/office/officeart/2005/8/layout/orgChart1"/>
    <dgm:cxn modelId="{72BFE140-8900-40DD-BCEB-B83717EA9B99}" type="presParOf" srcId="{47BA5C8E-C2F3-43E7-BA5C-64E91DC65EB3}" destId="{BF715645-1D79-4998-85D3-11D4125E6231}" srcOrd="2" destOrd="0" presId="urn:microsoft.com/office/officeart/2005/8/layout/orgChart1"/>
    <dgm:cxn modelId="{FCE1E49B-F883-4CC8-98E5-932085D6BE3C}" type="presParOf" srcId="{4C592C92-3156-443C-BB98-9204DFF01F72}" destId="{3E83B12F-F2D0-401E-97A0-DA19B14C1332}" srcOrd="4" destOrd="0" presId="urn:microsoft.com/office/officeart/2005/8/layout/orgChart1"/>
    <dgm:cxn modelId="{7723B77E-DB1C-4467-8718-7B190CC848C0}" type="presParOf" srcId="{4C592C92-3156-443C-BB98-9204DFF01F72}" destId="{51C91A33-5209-44A6-950F-352ACDC745D2}" srcOrd="5" destOrd="0" presId="urn:microsoft.com/office/officeart/2005/8/layout/orgChart1"/>
    <dgm:cxn modelId="{9AB3EF41-12C2-4936-A494-5B9E105DAC55}" type="presParOf" srcId="{51C91A33-5209-44A6-950F-352ACDC745D2}" destId="{351A1CDC-91FF-4E1D-8FA6-7CC2B06C74A3}" srcOrd="0" destOrd="0" presId="urn:microsoft.com/office/officeart/2005/8/layout/orgChart1"/>
    <dgm:cxn modelId="{E7D4E41D-8E81-4B02-B454-A2E77BFF0FC3}" type="presParOf" srcId="{351A1CDC-91FF-4E1D-8FA6-7CC2B06C74A3}" destId="{85A1316D-ED80-4577-B759-788B000317FB}" srcOrd="0" destOrd="0" presId="urn:microsoft.com/office/officeart/2005/8/layout/orgChart1"/>
    <dgm:cxn modelId="{66CB956D-9E52-49F4-8275-5E529E100F39}" type="presParOf" srcId="{351A1CDC-91FF-4E1D-8FA6-7CC2B06C74A3}" destId="{823EE2B5-8CBA-4AE9-814C-6A86F7DE680B}" srcOrd="1" destOrd="0" presId="urn:microsoft.com/office/officeart/2005/8/layout/orgChart1"/>
    <dgm:cxn modelId="{D52BD5BF-239D-4637-858F-73A12C1350FA}" type="presParOf" srcId="{51C91A33-5209-44A6-950F-352ACDC745D2}" destId="{EDA406CA-A13A-423A-894C-CAD689333595}" srcOrd="1" destOrd="0" presId="urn:microsoft.com/office/officeart/2005/8/layout/orgChart1"/>
    <dgm:cxn modelId="{BB781E95-BF23-4818-A592-EFACA73C72C2}" type="presParOf" srcId="{51C91A33-5209-44A6-950F-352ACDC745D2}" destId="{F4C3AF8A-0B4C-4723-9172-5989FB9508BE}"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AC3D0F31-1133-404E-9D57-FF4C19193432}" type="presParOf" srcId="{AD53A4B1-01E7-41E8-9724-31F3910545A4}" destId="{F35E2B4E-A03A-4CEC-8313-CD85481B51A2}" srcOrd="4" destOrd="0" presId="urn:microsoft.com/office/officeart/2005/8/layout/orgChart1"/>
    <dgm:cxn modelId="{B5F3EABD-8A89-4575-9B88-A81A117426CF}" type="presParOf" srcId="{AD53A4B1-01E7-41E8-9724-31F3910545A4}" destId="{C14ADC0F-DB14-4D25-B270-993163C4E4BB}" srcOrd="5" destOrd="0" presId="urn:microsoft.com/office/officeart/2005/8/layout/orgChart1"/>
    <dgm:cxn modelId="{8C65E99B-083F-4567-99A4-AFB70C8F2EC0}" type="presParOf" srcId="{C14ADC0F-DB14-4D25-B270-993163C4E4BB}" destId="{31F1624B-B6B3-4011-8CEE-5A82CECD3631}" srcOrd="0" destOrd="0" presId="urn:microsoft.com/office/officeart/2005/8/layout/orgChart1"/>
    <dgm:cxn modelId="{1ABFA073-406E-474C-9798-14E42694FED9}" type="presParOf" srcId="{31F1624B-B6B3-4011-8CEE-5A82CECD3631}" destId="{3974D9EF-2642-4EA6-B022-A6FB2F4B3087}" srcOrd="0" destOrd="0" presId="urn:microsoft.com/office/officeart/2005/8/layout/orgChart1"/>
    <dgm:cxn modelId="{2E04EF55-B5F2-434D-A7A6-B5E0297A3000}" type="presParOf" srcId="{31F1624B-B6B3-4011-8CEE-5A82CECD3631}" destId="{3171E5CA-E43A-470A-B942-64771F94AC4C}" srcOrd="1" destOrd="0" presId="urn:microsoft.com/office/officeart/2005/8/layout/orgChart1"/>
    <dgm:cxn modelId="{A0DC1795-8874-4434-BDDC-B350EE54B0ED}" type="presParOf" srcId="{C14ADC0F-DB14-4D25-B270-993163C4E4BB}" destId="{CBF86D54-ADE7-46C0-AF01-7B3BB5C7EF85}" srcOrd="1" destOrd="0" presId="urn:microsoft.com/office/officeart/2005/8/layout/orgChart1"/>
    <dgm:cxn modelId="{22494E1E-5820-45B8-A2F8-D33C28EFBB53}" type="presParOf" srcId="{C14ADC0F-DB14-4D25-B270-993163C4E4BB}" destId="{9F816470-F765-4467-8BFE-055142852E76}" srcOrd="2" destOrd="0" presId="urn:microsoft.com/office/officeart/2005/8/layout/orgChart1"/>
    <dgm:cxn modelId="{D28943DD-83B4-47CF-AC1C-B669FD1020D5}" type="presParOf" srcId="{AD53A4B1-01E7-41E8-9724-31F3910545A4}" destId="{4DCCC1AE-E3D9-4C8E-95CC-A4A826BA2101}" srcOrd="6" destOrd="0" presId="urn:microsoft.com/office/officeart/2005/8/layout/orgChart1"/>
    <dgm:cxn modelId="{96F4741D-DF58-46B8-A295-4D23418FFCC0}" type="presParOf" srcId="{AD53A4B1-01E7-41E8-9724-31F3910545A4}" destId="{A83F3CD7-3DA7-4B85-9BBF-6082D0914AC4}" srcOrd="7" destOrd="0" presId="urn:microsoft.com/office/officeart/2005/8/layout/orgChart1"/>
    <dgm:cxn modelId="{3CCEAAD8-5154-412F-94F9-80E8358F4472}" type="presParOf" srcId="{A83F3CD7-3DA7-4B85-9BBF-6082D0914AC4}" destId="{7AAF9ABC-20DE-4A4D-8954-C771CFD69C51}" srcOrd="0" destOrd="0" presId="urn:microsoft.com/office/officeart/2005/8/layout/orgChart1"/>
    <dgm:cxn modelId="{34EB8ACE-FC49-43CE-9258-E60C8EED7F9F}" type="presParOf" srcId="{7AAF9ABC-20DE-4A4D-8954-C771CFD69C51}" destId="{4D50568A-99FE-4C2E-B655-0C99B0D5E536}" srcOrd="0" destOrd="0" presId="urn:microsoft.com/office/officeart/2005/8/layout/orgChart1"/>
    <dgm:cxn modelId="{769CB8E0-AA2E-4599-9F47-32EB57B72461}" type="presParOf" srcId="{7AAF9ABC-20DE-4A4D-8954-C771CFD69C51}" destId="{D03E2185-1F12-4FA5-B160-55D74A823DA1}" srcOrd="1" destOrd="0" presId="urn:microsoft.com/office/officeart/2005/8/layout/orgChart1"/>
    <dgm:cxn modelId="{4A3672B1-8B9D-4F4F-9F3B-3FEA64D030C0}" type="presParOf" srcId="{A83F3CD7-3DA7-4B85-9BBF-6082D0914AC4}" destId="{8A245ED3-0C8C-47C0-AAA0-3A08E5157848}" srcOrd="1" destOrd="0" presId="urn:microsoft.com/office/officeart/2005/8/layout/orgChart1"/>
    <dgm:cxn modelId="{5345FEBA-FE79-4768-836F-BC61D183A151}" type="presParOf" srcId="{A83F3CD7-3DA7-4B85-9BBF-6082D0914AC4}" destId="{ABC5657C-0A34-4361-B3A8-5A4DD465D133}"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CAB6FE-D6DE-4BB5-9C89-B05376AF7BD7}">
      <dsp:nvSpPr>
        <dsp:cNvPr id="0" name=""/>
        <dsp:cNvSpPr/>
      </dsp:nvSpPr>
      <dsp:spPr>
        <a:xfrm>
          <a:off x="7214248" y="1322399"/>
          <a:ext cx="163633" cy="3599926"/>
        </a:xfrm>
        <a:custGeom>
          <a:avLst/>
          <a:gdLst/>
          <a:ahLst/>
          <a:cxnLst/>
          <a:rect l="0" t="0" r="0" b="0"/>
          <a:pathLst>
            <a:path>
              <a:moveTo>
                <a:pt x="0" y="0"/>
              </a:moveTo>
              <a:lnTo>
                <a:pt x="0" y="3599926"/>
              </a:lnTo>
              <a:lnTo>
                <a:pt x="163633" y="35999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F369F-4105-4A5C-9DD3-0005ECFE2E5F}">
      <dsp:nvSpPr>
        <dsp:cNvPr id="0" name=""/>
        <dsp:cNvSpPr/>
      </dsp:nvSpPr>
      <dsp:spPr>
        <a:xfrm>
          <a:off x="7214248" y="1322399"/>
          <a:ext cx="163633" cy="2825397"/>
        </a:xfrm>
        <a:custGeom>
          <a:avLst/>
          <a:gdLst/>
          <a:ahLst/>
          <a:cxnLst/>
          <a:rect l="0" t="0" r="0" b="0"/>
          <a:pathLst>
            <a:path>
              <a:moveTo>
                <a:pt x="0" y="0"/>
              </a:moveTo>
              <a:lnTo>
                <a:pt x="0" y="2825397"/>
              </a:lnTo>
              <a:lnTo>
                <a:pt x="163633"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1C9CA5-19BE-405C-A716-9548FEE6C778}">
      <dsp:nvSpPr>
        <dsp:cNvPr id="0" name=""/>
        <dsp:cNvSpPr/>
      </dsp:nvSpPr>
      <dsp:spPr>
        <a:xfrm>
          <a:off x="7214248" y="1322399"/>
          <a:ext cx="163633" cy="2050867"/>
        </a:xfrm>
        <a:custGeom>
          <a:avLst/>
          <a:gdLst/>
          <a:ahLst/>
          <a:cxnLst/>
          <a:rect l="0" t="0" r="0" b="0"/>
          <a:pathLst>
            <a:path>
              <a:moveTo>
                <a:pt x="0" y="0"/>
              </a:moveTo>
              <a:lnTo>
                <a:pt x="0" y="2050867"/>
              </a:lnTo>
              <a:lnTo>
                <a:pt x="163633"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AEE274-0092-43BD-BDFE-D9F9CDA3CE24}">
      <dsp:nvSpPr>
        <dsp:cNvPr id="0" name=""/>
        <dsp:cNvSpPr/>
      </dsp:nvSpPr>
      <dsp:spPr>
        <a:xfrm>
          <a:off x="7214248" y="1322399"/>
          <a:ext cx="163633" cy="1276337"/>
        </a:xfrm>
        <a:custGeom>
          <a:avLst/>
          <a:gdLst/>
          <a:ahLst/>
          <a:cxnLst/>
          <a:rect l="0" t="0" r="0" b="0"/>
          <a:pathLst>
            <a:path>
              <a:moveTo>
                <a:pt x="0" y="0"/>
              </a:moveTo>
              <a:lnTo>
                <a:pt x="0" y="1276337"/>
              </a:lnTo>
              <a:lnTo>
                <a:pt x="163633"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2C954C-EE62-470E-A9A0-03C9F8A16374}">
      <dsp:nvSpPr>
        <dsp:cNvPr id="0" name=""/>
        <dsp:cNvSpPr/>
      </dsp:nvSpPr>
      <dsp:spPr>
        <a:xfrm>
          <a:off x="7214248" y="1322399"/>
          <a:ext cx="163633" cy="501807"/>
        </a:xfrm>
        <a:custGeom>
          <a:avLst/>
          <a:gdLst/>
          <a:ahLst/>
          <a:cxnLst/>
          <a:rect l="0" t="0" r="0" b="0"/>
          <a:pathLst>
            <a:path>
              <a:moveTo>
                <a:pt x="0" y="0"/>
              </a:moveTo>
              <a:lnTo>
                <a:pt x="0" y="501807"/>
              </a:lnTo>
              <a:lnTo>
                <a:pt x="163633"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6B1F2B-1D2E-42CA-802C-307EF010D0D0}">
      <dsp:nvSpPr>
        <dsp:cNvPr id="0" name=""/>
        <dsp:cNvSpPr/>
      </dsp:nvSpPr>
      <dsp:spPr>
        <a:xfrm>
          <a:off x="4207039" y="547870"/>
          <a:ext cx="3443564" cy="229086"/>
        </a:xfrm>
        <a:custGeom>
          <a:avLst/>
          <a:gdLst/>
          <a:ahLst/>
          <a:cxnLst/>
          <a:rect l="0" t="0" r="0" b="0"/>
          <a:pathLst>
            <a:path>
              <a:moveTo>
                <a:pt x="0" y="0"/>
              </a:moveTo>
              <a:lnTo>
                <a:pt x="0" y="114543"/>
              </a:lnTo>
              <a:lnTo>
                <a:pt x="3443564" y="114543"/>
              </a:lnTo>
              <a:lnTo>
                <a:pt x="3443564"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A6C69C-9A94-457A-AC23-FDBEBF17DF15}">
      <dsp:nvSpPr>
        <dsp:cNvPr id="0" name=""/>
        <dsp:cNvSpPr/>
      </dsp:nvSpPr>
      <dsp:spPr>
        <a:xfrm>
          <a:off x="4207039" y="547870"/>
          <a:ext cx="2123591" cy="229086"/>
        </a:xfrm>
        <a:custGeom>
          <a:avLst/>
          <a:gdLst/>
          <a:ahLst/>
          <a:cxnLst/>
          <a:rect l="0" t="0" r="0" b="0"/>
          <a:pathLst>
            <a:path>
              <a:moveTo>
                <a:pt x="0" y="0"/>
              </a:moveTo>
              <a:lnTo>
                <a:pt x="0" y="114543"/>
              </a:lnTo>
              <a:lnTo>
                <a:pt x="2123591" y="114543"/>
              </a:lnTo>
              <a:lnTo>
                <a:pt x="2123591"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07039" y="547870"/>
          <a:ext cx="535745" cy="229086"/>
        </a:xfrm>
        <a:custGeom>
          <a:avLst/>
          <a:gdLst/>
          <a:ahLst/>
          <a:cxnLst/>
          <a:rect l="0" t="0" r="0" b="0"/>
          <a:pathLst>
            <a:path>
              <a:moveTo>
                <a:pt x="0" y="0"/>
              </a:moveTo>
              <a:lnTo>
                <a:pt x="0" y="114543"/>
              </a:lnTo>
              <a:lnTo>
                <a:pt x="535745" y="114543"/>
              </a:lnTo>
              <a:lnTo>
                <a:pt x="535745"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B7D062-D75C-4271-BB63-D14061A8348E}">
      <dsp:nvSpPr>
        <dsp:cNvPr id="0" name=""/>
        <dsp:cNvSpPr/>
      </dsp:nvSpPr>
      <dsp:spPr>
        <a:xfrm>
          <a:off x="2236413" y="1322399"/>
          <a:ext cx="243994" cy="3599926"/>
        </a:xfrm>
        <a:custGeom>
          <a:avLst/>
          <a:gdLst/>
          <a:ahLst/>
          <a:cxnLst/>
          <a:rect l="0" t="0" r="0" b="0"/>
          <a:pathLst>
            <a:path>
              <a:moveTo>
                <a:pt x="0" y="0"/>
              </a:moveTo>
              <a:lnTo>
                <a:pt x="0" y="3599926"/>
              </a:lnTo>
              <a:lnTo>
                <a:pt x="243994" y="35999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D1C6DD-887B-47E1-AD1C-2EF1EFC45C9E}">
      <dsp:nvSpPr>
        <dsp:cNvPr id="0" name=""/>
        <dsp:cNvSpPr/>
      </dsp:nvSpPr>
      <dsp:spPr>
        <a:xfrm>
          <a:off x="2236413" y="1322399"/>
          <a:ext cx="243994" cy="2825397"/>
        </a:xfrm>
        <a:custGeom>
          <a:avLst/>
          <a:gdLst/>
          <a:ahLst/>
          <a:cxnLst/>
          <a:rect l="0" t="0" r="0" b="0"/>
          <a:pathLst>
            <a:path>
              <a:moveTo>
                <a:pt x="0" y="0"/>
              </a:moveTo>
              <a:lnTo>
                <a:pt x="0" y="2825397"/>
              </a:lnTo>
              <a:lnTo>
                <a:pt x="243994"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FAE87E-12FA-4A7E-9D3F-3AFCE60315A4}">
      <dsp:nvSpPr>
        <dsp:cNvPr id="0" name=""/>
        <dsp:cNvSpPr/>
      </dsp:nvSpPr>
      <dsp:spPr>
        <a:xfrm>
          <a:off x="2236413" y="1322399"/>
          <a:ext cx="243994" cy="2050867"/>
        </a:xfrm>
        <a:custGeom>
          <a:avLst/>
          <a:gdLst/>
          <a:ahLst/>
          <a:cxnLst/>
          <a:rect l="0" t="0" r="0" b="0"/>
          <a:pathLst>
            <a:path>
              <a:moveTo>
                <a:pt x="0" y="0"/>
              </a:moveTo>
              <a:lnTo>
                <a:pt x="0" y="2050867"/>
              </a:lnTo>
              <a:lnTo>
                <a:pt x="243994"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2236413" y="1322399"/>
          <a:ext cx="243994" cy="1276337"/>
        </a:xfrm>
        <a:custGeom>
          <a:avLst/>
          <a:gdLst/>
          <a:ahLst/>
          <a:cxnLst/>
          <a:rect l="0" t="0" r="0" b="0"/>
          <a:pathLst>
            <a:path>
              <a:moveTo>
                <a:pt x="0" y="0"/>
              </a:moveTo>
              <a:lnTo>
                <a:pt x="0" y="1276337"/>
              </a:lnTo>
              <a:lnTo>
                <a:pt x="243994"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2236413" y="1322399"/>
          <a:ext cx="243994" cy="501807"/>
        </a:xfrm>
        <a:custGeom>
          <a:avLst/>
          <a:gdLst/>
          <a:ahLst/>
          <a:cxnLst/>
          <a:rect l="0" t="0" r="0" b="0"/>
          <a:pathLst>
            <a:path>
              <a:moveTo>
                <a:pt x="0" y="0"/>
              </a:moveTo>
              <a:lnTo>
                <a:pt x="0" y="501807"/>
              </a:lnTo>
              <a:lnTo>
                <a:pt x="243994"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887065" y="547870"/>
          <a:ext cx="1319973" cy="229086"/>
        </a:xfrm>
        <a:custGeom>
          <a:avLst/>
          <a:gdLst/>
          <a:ahLst/>
          <a:cxnLst/>
          <a:rect l="0" t="0" r="0" b="0"/>
          <a:pathLst>
            <a:path>
              <a:moveTo>
                <a:pt x="1319973" y="0"/>
              </a:moveTo>
              <a:lnTo>
                <a:pt x="1319973" y="114543"/>
              </a:lnTo>
              <a:lnTo>
                <a:pt x="0" y="114543"/>
              </a:lnTo>
              <a:lnTo>
                <a:pt x="0"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2074EE-D8B3-4D99-87D4-57B1E89EC65D}">
      <dsp:nvSpPr>
        <dsp:cNvPr id="0" name=""/>
        <dsp:cNvSpPr/>
      </dsp:nvSpPr>
      <dsp:spPr>
        <a:xfrm>
          <a:off x="380694" y="1322399"/>
          <a:ext cx="243994" cy="2050867"/>
        </a:xfrm>
        <a:custGeom>
          <a:avLst/>
          <a:gdLst/>
          <a:ahLst/>
          <a:cxnLst/>
          <a:rect l="0" t="0" r="0" b="0"/>
          <a:pathLst>
            <a:path>
              <a:moveTo>
                <a:pt x="0" y="0"/>
              </a:moveTo>
              <a:lnTo>
                <a:pt x="0" y="2050867"/>
              </a:lnTo>
              <a:lnTo>
                <a:pt x="243994"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380694" y="1322399"/>
          <a:ext cx="243994" cy="1276337"/>
        </a:xfrm>
        <a:custGeom>
          <a:avLst/>
          <a:gdLst/>
          <a:ahLst/>
          <a:cxnLst/>
          <a:rect l="0" t="0" r="0" b="0"/>
          <a:pathLst>
            <a:path>
              <a:moveTo>
                <a:pt x="0" y="0"/>
              </a:moveTo>
              <a:lnTo>
                <a:pt x="0" y="1276337"/>
              </a:lnTo>
              <a:lnTo>
                <a:pt x="243994"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380694" y="1322399"/>
          <a:ext cx="243994" cy="501807"/>
        </a:xfrm>
        <a:custGeom>
          <a:avLst/>
          <a:gdLst/>
          <a:ahLst/>
          <a:cxnLst/>
          <a:rect l="0" t="0" r="0" b="0"/>
          <a:pathLst>
            <a:path>
              <a:moveTo>
                <a:pt x="0" y="0"/>
              </a:moveTo>
              <a:lnTo>
                <a:pt x="0" y="501807"/>
              </a:lnTo>
              <a:lnTo>
                <a:pt x="243994"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031347" y="547870"/>
          <a:ext cx="3175691" cy="229086"/>
        </a:xfrm>
        <a:custGeom>
          <a:avLst/>
          <a:gdLst/>
          <a:ahLst/>
          <a:cxnLst/>
          <a:rect l="0" t="0" r="0" b="0"/>
          <a:pathLst>
            <a:path>
              <a:moveTo>
                <a:pt x="3175691" y="0"/>
              </a:moveTo>
              <a:lnTo>
                <a:pt x="3175691" y="114543"/>
              </a:lnTo>
              <a:lnTo>
                <a:pt x="0" y="114543"/>
              </a:lnTo>
              <a:lnTo>
                <a:pt x="0"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499501" y="2426"/>
          <a:ext cx="3415075" cy="545443"/>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9: Playing by the rules.</a:t>
          </a:r>
          <a:endParaRPr lang="en-US" sz="1600" kern="1200" dirty="0"/>
        </a:p>
      </dsp:txBody>
      <dsp:txXfrm>
        <a:off x="2499501" y="2426"/>
        <a:ext cx="3415075" cy="545443"/>
      </dsp:txXfrm>
    </dsp:sp>
    <dsp:sp modelId="{C9422C4E-2B02-4D33-A16B-EF7B187ECAB7}">
      <dsp:nvSpPr>
        <dsp:cNvPr id="0" name=""/>
        <dsp:cNvSpPr/>
      </dsp:nvSpPr>
      <dsp:spPr>
        <a:xfrm>
          <a:off x="218031" y="776956"/>
          <a:ext cx="1626632"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rules overview</a:t>
          </a:r>
          <a:endParaRPr lang="en-US" sz="1600" kern="1200" dirty="0"/>
        </a:p>
      </dsp:txBody>
      <dsp:txXfrm>
        <a:off x="218031" y="776956"/>
        <a:ext cx="1626632" cy="545443"/>
      </dsp:txXfrm>
    </dsp:sp>
    <dsp:sp modelId="{ED8B7DF3-7C68-4E1C-A743-283531BE19BD}">
      <dsp:nvSpPr>
        <dsp:cNvPr id="0" name=""/>
        <dsp:cNvSpPr/>
      </dsp:nvSpPr>
      <dsp:spPr>
        <a:xfrm>
          <a:off x="624689" y="1551486"/>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Biz Req.</a:t>
          </a:r>
          <a:endParaRPr lang="en-US" sz="1400" kern="1200" dirty="0"/>
        </a:p>
      </dsp:txBody>
      <dsp:txXfrm>
        <a:off x="624689" y="1551486"/>
        <a:ext cx="1090886" cy="545443"/>
      </dsp:txXfrm>
    </dsp:sp>
    <dsp:sp modelId="{31C29986-52F5-42D4-A9FC-3B32B3F35DB2}">
      <dsp:nvSpPr>
        <dsp:cNvPr id="0" name=""/>
        <dsp:cNvSpPr/>
      </dsp:nvSpPr>
      <dsp:spPr>
        <a:xfrm>
          <a:off x="624689" y="232601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Biz process</a:t>
          </a:r>
          <a:endParaRPr lang="en-US" sz="1400" kern="1200" dirty="0"/>
        </a:p>
      </dsp:txBody>
      <dsp:txXfrm>
        <a:off x="624689" y="2326015"/>
        <a:ext cx="1090886" cy="545443"/>
      </dsp:txXfrm>
    </dsp:sp>
    <dsp:sp modelId="{1C284F76-53D2-40FA-9049-72550C36B2CE}">
      <dsp:nvSpPr>
        <dsp:cNvPr id="0" name=""/>
        <dsp:cNvSpPr/>
      </dsp:nvSpPr>
      <dsp:spPr>
        <a:xfrm>
          <a:off x="624689" y="310054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n-US" sz="1400" kern="1200" dirty="0" smtClean="0"/>
            <a:t>Biz rules</a:t>
          </a:r>
          <a:endParaRPr lang="en-US" sz="1400" kern="1200" dirty="0"/>
        </a:p>
      </dsp:txBody>
      <dsp:txXfrm>
        <a:off x="624689" y="3100545"/>
        <a:ext cx="1090886" cy="545443"/>
      </dsp:txXfrm>
    </dsp:sp>
    <dsp:sp modelId="{02B28F85-DE51-42FF-859E-1DD3A478F426}">
      <dsp:nvSpPr>
        <dsp:cNvPr id="0" name=""/>
        <dsp:cNvSpPr/>
      </dsp:nvSpPr>
      <dsp:spPr>
        <a:xfrm>
          <a:off x="2073749" y="776956"/>
          <a:ext cx="1626632"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rules taxonomy</a:t>
          </a:r>
          <a:endParaRPr lang="en-US" sz="1600" kern="1200" dirty="0"/>
        </a:p>
      </dsp:txBody>
      <dsp:txXfrm>
        <a:off x="2073749" y="776956"/>
        <a:ext cx="1626632" cy="545443"/>
      </dsp:txXfrm>
    </dsp:sp>
    <dsp:sp modelId="{1A87DFD0-A1A5-4AEF-9874-88156CA4976E}">
      <dsp:nvSpPr>
        <dsp:cNvPr id="0" name=""/>
        <dsp:cNvSpPr/>
      </dsp:nvSpPr>
      <dsp:spPr>
        <a:xfrm>
          <a:off x="2480407" y="1551486"/>
          <a:ext cx="116769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Facts</a:t>
          </a:r>
          <a:endParaRPr lang="en-US" sz="1600" kern="1200" dirty="0"/>
        </a:p>
      </dsp:txBody>
      <dsp:txXfrm>
        <a:off x="2480407" y="1551486"/>
        <a:ext cx="1167696" cy="545443"/>
      </dsp:txXfrm>
    </dsp:sp>
    <dsp:sp modelId="{381C7EA2-2B75-4178-AA8A-D217EDCFA36F}">
      <dsp:nvSpPr>
        <dsp:cNvPr id="0" name=""/>
        <dsp:cNvSpPr/>
      </dsp:nvSpPr>
      <dsp:spPr>
        <a:xfrm>
          <a:off x="2480407" y="2326015"/>
          <a:ext cx="1088377"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 Constraints</a:t>
          </a:r>
          <a:endParaRPr lang="en-US" sz="1600" kern="1200" dirty="0"/>
        </a:p>
      </dsp:txBody>
      <dsp:txXfrm>
        <a:off x="2480407" y="2326015"/>
        <a:ext cx="1088377" cy="545443"/>
      </dsp:txXfrm>
    </dsp:sp>
    <dsp:sp modelId="{895EE0A8-FF27-4E5E-A9CF-0B48E925D09C}">
      <dsp:nvSpPr>
        <dsp:cNvPr id="0" name=""/>
        <dsp:cNvSpPr/>
      </dsp:nvSpPr>
      <dsp:spPr>
        <a:xfrm>
          <a:off x="2480407" y="310054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Action enablers</a:t>
          </a:r>
          <a:endParaRPr lang="en-US" sz="1600" kern="1200" dirty="0"/>
        </a:p>
      </dsp:txBody>
      <dsp:txXfrm>
        <a:off x="2480407" y="3100545"/>
        <a:ext cx="1090886" cy="545443"/>
      </dsp:txXfrm>
    </dsp:sp>
    <dsp:sp modelId="{9D965E0F-5EF6-4280-94C3-C6F6BB055DFD}">
      <dsp:nvSpPr>
        <dsp:cNvPr id="0" name=""/>
        <dsp:cNvSpPr/>
      </dsp:nvSpPr>
      <dsp:spPr>
        <a:xfrm>
          <a:off x="2480407" y="387507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Inferences</a:t>
          </a:r>
          <a:endParaRPr lang="en-US" sz="1600" kern="1200" dirty="0"/>
        </a:p>
      </dsp:txBody>
      <dsp:txXfrm>
        <a:off x="2480407" y="3875075"/>
        <a:ext cx="1090886" cy="545443"/>
      </dsp:txXfrm>
    </dsp:sp>
    <dsp:sp modelId="{A17448AA-8B4B-4E4E-8FEC-B9D3488A86AA}">
      <dsp:nvSpPr>
        <dsp:cNvPr id="0" name=""/>
        <dsp:cNvSpPr/>
      </dsp:nvSpPr>
      <dsp:spPr>
        <a:xfrm>
          <a:off x="2480407" y="4649604"/>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computations</a:t>
          </a:r>
          <a:endParaRPr lang="en-US" sz="1600" kern="1200" dirty="0"/>
        </a:p>
      </dsp:txBody>
      <dsp:txXfrm>
        <a:off x="2480407" y="4649604"/>
        <a:ext cx="1090886" cy="545443"/>
      </dsp:txXfrm>
    </dsp:sp>
    <dsp:sp modelId="{E2CE8193-46AF-44C0-B4A1-4402C2A6388E}">
      <dsp:nvSpPr>
        <dsp:cNvPr id="0" name=""/>
        <dsp:cNvSpPr/>
      </dsp:nvSpPr>
      <dsp:spPr>
        <a:xfrm>
          <a:off x="3929468" y="776956"/>
          <a:ext cx="1626632"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Atomic biz rules</a:t>
          </a:r>
          <a:endParaRPr lang="en-US" sz="1600" kern="1200" dirty="0"/>
        </a:p>
      </dsp:txBody>
      <dsp:txXfrm>
        <a:off x="3929468" y="776956"/>
        <a:ext cx="1626632" cy="545443"/>
      </dsp:txXfrm>
    </dsp:sp>
    <dsp:sp modelId="{CFDD1DB1-FAC1-4A1E-A655-08F58C5E78CF}">
      <dsp:nvSpPr>
        <dsp:cNvPr id="0" name=""/>
        <dsp:cNvSpPr/>
      </dsp:nvSpPr>
      <dsp:spPr>
        <a:xfrm>
          <a:off x="5785187" y="776956"/>
          <a:ext cx="1090886"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Document biz rules</a:t>
          </a:r>
          <a:endParaRPr lang="en-US" sz="1600" kern="1200" dirty="0"/>
        </a:p>
      </dsp:txBody>
      <dsp:txXfrm>
        <a:off x="5785187" y="776956"/>
        <a:ext cx="1090886" cy="545443"/>
      </dsp:txXfrm>
    </dsp:sp>
    <dsp:sp modelId="{36556524-D5AE-42F6-9B43-05CFC9D89CE4}">
      <dsp:nvSpPr>
        <dsp:cNvPr id="0" name=""/>
        <dsp:cNvSpPr/>
      </dsp:nvSpPr>
      <dsp:spPr>
        <a:xfrm>
          <a:off x="7105160" y="776956"/>
          <a:ext cx="1090886"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Discovering biz rules</a:t>
          </a:r>
          <a:endParaRPr lang="en-US" sz="1600" kern="1200" dirty="0"/>
        </a:p>
      </dsp:txBody>
      <dsp:txXfrm>
        <a:off x="7105160" y="776956"/>
        <a:ext cx="1090886" cy="545443"/>
      </dsp:txXfrm>
    </dsp:sp>
    <dsp:sp modelId="{8F055073-5F90-49BB-9A6A-D1E17BE589CB}">
      <dsp:nvSpPr>
        <dsp:cNvPr id="0" name=""/>
        <dsp:cNvSpPr/>
      </dsp:nvSpPr>
      <dsp:spPr>
        <a:xfrm>
          <a:off x="7377881" y="1551486"/>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Common knowledge</a:t>
          </a:r>
          <a:endParaRPr lang="en-US" sz="1600" kern="1200" dirty="0"/>
        </a:p>
      </dsp:txBody>
      <dsp:txXfrm>
        <a:off x="7377881" y="1551486"/>
        <a:ext cx="1090886" cy="545443"/>
      </dsp:txXfrm>
    </dsp:sp>
    <dsp:sp modelId="{A5C80B4D-2E70-4DF9-A626-553A11B40F3C}">
      <dsp:nvSpPr>
        <dsp:cNvPr id="0" name=""/>
        <dsp:cNvSpPr/>
      </dsp:nvSpPr>
      <dsp:spPr>
        <a:xfrm>
          <a:off x="7377881" y="232601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Legacy systems</a:t>
          </a:r>
          <a:endParaRPr lang="en-US" sz="1600" kern="1200" dirty="0"/>
        </a:p>
      </dsp:txBody>
      <dsp:txXfrm>
        <a:off x="7377881" y="2326015"/>
        <a:ext cx="1090886" cy="545443"/>
      </dsp:txXfrm>
    </dsp:sp>
    <dsp:sp modelId="{B490F736-88DB-40AC-A443-4427C415151D}">
      <dsp:nvSpPr>
        <dsp:cNvPr id="0" name=""/>
        <dsp:cNvSpPr/>
      </dsp:nvSpPr>
      <dsp:spPr>
        <a:xfrm>
          <a:off x="7377881" y="310054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Biz process modeling</a:t>
          </a:r>
          <a:endParaRPr lang="en-US" sz="1600" kern="1200" dirty="0"/>
        </a:p>
      </dsp:txBody>
      <dsp:txXfrm>
        <a:off x="7377881" y="3100545"/>
        <a:ext cx="1090886" cy="545443"/>
      </dsp:txXfrm>
    </dsp:sp>
    <dsp:sp modelId="{39AEC615-0A84-42E3-821C-3EA9148E57FE}">
      <dsp:nvSpPr>
        <dsp:cNvPr id="0" name=""/>
        <dsp:cNvSpPr/>
      </dsp:nvSpPr>
      <dsp:spPr>
        <a:xfrm>
          <a:off x="7377881" y="3875075"/>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Analysis document</a:t>
          </a:r>
          <a:endParaRPr lang="en-US" sz="1600" kern="1200" dirty="0"/>
        </a:p>
      </dsp:txBody>
      <dsp:txXfrm>
        <a:off x="7377881" y="3875075"/>
        <a:ext cx="1090886" cy="545443"/>
      </dsp:txXfrm>
    </dsp:sp>
    <dsp:sp modelId="{1DB2A366-0C7D-4022-9148-8815A170CF65}">
      <dsp:nvSpPr>
        <dsp:cNvPr id="0" name=""/>
        <dsp:cNvSpPr/>
      </dsp:nvSpPr>
      <dsp:spPr>
        <a:xfrm>
          <a:off x="7377881" y="4649604"/>
          <a:ext cx="1090886"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Analysis data</a:t>
          </a:r>
          <a:endParaRPr lang="en-US" sz="1600" kern="1200" dirty="0"/>
        </a:p>
      </dsp:txBody>
      <dsp:txXfrm>
        <a:off x="7377881" y="4649604"/>
        <a:ext cx="1090886" cy="5454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CC1AE-E3D9-4C8E-95CC-A4A826BA2101}">
      <dsp:nvSpPr>
        <dsp:cNvPr id="0" name=""/>
        <dsp:cNvSpPr/>
      </dsp:nvSpPr>
      <dsp:spPr>
        <a:xfrm>
          <a:off x="4343400" y="790463"/>
          <a:ext cx="3564170" cy="324562"/>
        </a:xfrm>
        <a:custGeom>
          <a:avLst/>
          <a:gdLst/>
          <a:ahLst/>
          <a:cxnLst/>
          <a:rect l="0" t="0" r="0" b="0"/>
          <a:pathLst>
            <a:path>
              <a:moveTo>
                <a:pt x="0" y="0"/>
              </a:moveTo>
              <a:lnTo>
                <a:pt x="0" y="162281"/>
              </a:lnTo>
              <a:lnTo>
                <a:pt x="3564170" y="162281"/>
              </a:lnTo>
              <a:lnTo>
                <a:pt x="3564170"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5E2B4E-A03A-4CEC-8313-CD85481B51A2}">
      <dsp:nvSpPr>
        <dsp:cNvPr id="0" name=""/>
        <dsp:cNvSpPr/>
      </dsp:nvSpPr>
      <dsp:spPr>
        <a:xfrm>
          <a:off x="4343400" y="790463"/>
          <a:ext cx="1694074" cy="324562"/>
        </a:xfrm>
        <a:custGeom>
          <a:avLst/>
          <a:gdLst/>
          <a:ahLst/>
          <a:cxnLst/>
          <a:rect l="0" t="0" r="0" b="0"/>
          <a:pathLst>
            <a:path>
              <a:moveTo>
                <a:pt x="0" y="0"/>
              </a:moveTo>
              <a:lnTo>
                <a:pt x="0" y="162281"/>
              </a:lnTo>
              <a:lnTo>
                <a:pt x="1694074" y="162281"/>
              </a:lnTo>
              <a:lnTo>
                <a:pt x="1694074"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83B12F-F2D0-401E-97A0-DA19B14C1332}">
      <dsp:nvSpPr>
        <dsp:cNvPr id="0" name=""/>
        <dsp:cNvSpPr/>
      </dsp:nvSpPr>
      <dsp:spPr>
        <a:xfrm>
          <a:off x="2866041" y="1887792"/>
          <a:ext cx="345684" cy="2905603"/>
        </a:xfrm>
        <a:custGeom>
          <a:avLst/>
          <a:gdLst/>
          <a:ahLst/>
          <a:cxnLst/>
          <a:rect l="0" t="0" r="0" b="0"/>
          <a:pathLst>
            <a:path>
              <a:moveTo>
                <a:pt x="0" y="0"/>
              </a:moveTo>
              <a:lnTo>
                <a:pt x="0" y="2905603"/>
              </a:lnTo>
              <a:lnTo>
                <a:pt x="345684" y="290560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91E697-DEB2-442F-BDF2-5A9697934126}">
      <dsp:nvSpPr>
        <dsp:cNvPr id="0" name=""/>
        <dsp:cNvSpPr/>
      </dsp:nvSpPr>
      <dsp:spPr>
        <a:xfrm>
          <a:off x="2866041" y="1887792"/>
          <a:ext cx="345684" cy="1808274"/>
        </a:xfrm>
        <a:custGeom>
          <a:avLst/>
          <a:gdLst/>
          <a:ahLst/>
          <a:cxnLst/>
          <a:rect l="0" t="0" r="0" b="0"/>
          <a:pathLst>
            <a:path>
              <a:moveTo>
                <a:pt x="0" y="0"/>
              </a:moveTo>
              <a:lnTo>
                <a:pt x="0" y="1808274"/>
              </a:lnTo>
              <a:lnTo>
                <a:pt x="345684" y="180827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FBFB4-78A4-4B16-AD3A-61E896716A3C}">
      <dsp:nvSpPr>
        <dsp:cNvPr id="0" name=""/>
        <dsp:cNvSpPr/>
      </dsp:nvSpPr>
      <dsp:spPr>
        <a:xfrm>
          <a:off x="2866041" y="1887792"/>
          <a:ext cx="345684" cy="710945"/>
        </a:xfrm>
        <a:custGeom>
          <a:avLst/>
          <a:gdLst/>
          <a:ahLst/>
          <a:cxnLst/>
          <a:rect l="0" t="0" r="0" b="0"/>
          <a:pathLst>
            <a:path>
              <a:moveTo>
                <a:pt x="0" y="0"/>
              </a:moveTo>
              <a:lnTo>
                <a:pt x="0" y="710945"/>
              </a:lnTo>
              <a:lnTo>
                <a:pt x="345684" y="71094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787865" y="790463"/>
          <a:ext cx="555534" cy="324562"/>
        </a:xfrm>
        <a:custGeom>
          <a:avLst/>
          <a:gdLst/>
          <a:ahLst/>
          <a:cxnLst/>
          <a:rect l="0" t="0" r="0" b="0"/>
          <a:pathLst>
            <a:path>
              <a:moveTo>
                <a:pt x="555534" y="0"/>
              </a:moveTo>
              <a:lnTo>
                <a:pt x="555534" y="162281"/>
              </a:lnTo>
              <a:lnTo>
                <a:pt x="0" y="162281"/>
              </a:lnTo>
              <a:lnTo>
                <a:pt x="0"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158743" y="790463"/>
          <a:ext cx="3184656" cy="324562"/>
        </a:xfrm>
        <a:custGeom>
          <a:avLst/>
          <a:gdLst/>
          <a:ahLst/>
          <a:cxnLst/>
          <a:rect l="0" t="0" r="0" b="0"/>
          <a:pathLst>
            <a:path>
              <a:moveTo>
                <a:pt x="3184656" y="0"/>
              </a:moveTo>
              <a:lnTo>
                <a:pt x="3184656" y="162281"/>
              </a:lnTo>
              <a:lnTo>
                <a:pt x="0" y="162281"/>
              </a:lnTo>
              <a:lnTo>
                <a:pt x="0" y="3245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1924214" y="17696"/>
          <a:ext cx="4838370" cy="772766"/>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a:t>
          </a:r>
          <a:r>
            <a:rPr lang="en-US" sz="1600" kern="1200" dirty="0" smtClean="0"/>
            <a:t>10: Document requirements.</a:t>
          </a:r>
          <a:endParaRPr lang="en-US" sz="1600" kern="1200" dirty="0"/>
        </a:p>
      </dsp:txBody>
      <dsp:txXfrm>
        <a:off x="1924214" y="17696"/>
        <a:ext cx="4838370" cy="772766"/>
      </dsp:txXfrm>
    </dsp:sp>
    <dsp:sp modelId="{C9422C4E-2B02-4D33-A16B-EF7B187ECAB7}">
      <dsp:nvSpPr>
        <dsp:cNvPr id="0" name=""/>
        <dsp:cNvSpPr/>
      </dsp:nvSpPr>
      <dsp:spPr>
        <a:xfrm>
          <a:off x="6462" y="1115025"/>
          <a:ext cx="2304560"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Why document?</a:t>
          </a:r>
          <a:endParaRPr lang="en-US" sz="1600" kern="1200" dirty="0"/>
        </a:p>
      </dsp:txBody>
      <dsp:txXfrm>
        <a:off x="6462" y="1115025"/>
        <a:ext cx="2304560" cy="772766"/>
      </dsp:txXfrm>
    </dsp:sp>
    <dsp:sp modelId="{02B28F85-DE51-42FF-859E-1DD3A478F426}">
      <dsp:nvSpPr>
        <dsp:cNvPr id="0" name=""/>
        <dsp:cNvSpPr/>
      </dsp:nvSpPr>
      <dsp:spPr>
        <a:xfrm>
          <a:off x="2635585" y="1115025"/>
          <a:ext cx="2304560"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SRS – SW Req. Spec.</a:t>
          </a:r>
          <a:endParaRPr lang="en-US" sz="1600" kern="1200" dirty="0"/>
        </a:p>
      </dsp:txBody>
      <dsp:txXfrm>
        <a:off x="2635585" y="1115025"/>
        <a:ext cx="2304560" cy="772766"/>
      </dsp:txXfrm>
    </dsp:sp>
    <dsp:sp modelId="{1A87DFD0-A1A5-4AEF-9874-88156CA4976E}">
      <dsp:nvSpPr>
        <dsp:cNvPr id="0" name=""/>
        <dsp:cNvSpPr/>
      </dsp:nvSpPr>
      <dsp:spPr>
        <a:xfrm>
          <a:off x="3211725" y="2212354"/>
          <a:ext cx="1654354" cy="7727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Benefits of SRQ</a:t>
          </a:r>
          <a:endParaRPr lang="en-US" sz="1600" kern="1200" dirty="0"/>
        </a:p>
      </dsp:txBody>
      <dsp:txXfrm>
        <a:off x="3211725" y="2212354"/>
        <a:ext cx="1654354" cy="772766"/>
      </dsp:txXfrm>
    </dsp:sp>
    <dsp:sp modelId="{381C7EA2-2B75-4178-AA8A-D217EDCFA36F}">
      <dsp:nvSpPr>
        <dsp:cNvPr id="0" name=""/>
        <dsp:cNvSpPr/>
      </dsp:nvSpPr>
      <dsp:spPr>
        <a:xfrm>
          <a:off x="3211725" y="3309682"/>
          <a:ext cx="1541978" cy="7727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 </a:t>
          </a:r>
          <a:r>
            <a:rPr lang="en-US" sz="1600" kern="1200" dirty="0" smtClean="0"/>
            <a:t>How to organize SRS</a:t>
          </a:r>
          <a:endParaRPr lang="en-US" sz="1600" kern="1200" dirty="0"/>
        </a:p>
      </dsp:txBody>
      <dsp:txXfrm>
        <a:off x="3211725" y="3309682"/>
        <a:ext cx="1541978" cy="772766"/>
      </dsp:txXfrm>
    </dsp:sp>
    <dsp:sp modelId="{85A1316D-ED80-4577-B759-788B000317FB}">
      <dsp:nvSpPr>
        <dsp:cNvPr id="0" name=""/>
        <dsp:cNvSpPr/>
      </dsp:nvSpPr>
      <dsp:spPr>
        <a:xfrm>
          <a:off x="3211725" y="4407011"/>
          <a:ext cx="1545533" cy="7727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Template of SRS</a:t>
          </a:r>
          <a:endParaRPr lang="en-US" sz="1600" kern="1200" dirty="0"/>
        </a:p>
      </dsp:txBody>
      <dsp:txXfrm>
        <a:off x="3211725" y="4407011"/>
        <a:ext cx="1545533" cy="772766"/>
      </dsp:txXfrm>
    </dsp:sp>
    <dsp:sp modelId="{3974D9EF-2642-4EA6-B022-A6FB2F4B3087}">
      <dsp:nvSpPr>
        <dsp:cNvPr id="0" name=""/>
        <dsp:cNvSpPr/>
      </dsp:nvSpPr>
      <dsp:spPr>
        <a:xfrm>
          <a:off x="5264708" y="1115025"/>
          <a:ext cx="1545533"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Dealing with incompleteness</a:t>
          </a:r>
          <a:endParaRPr lang="en-US" sz="1600" kern="1200" dirty="0"/>
        </a:p>
      </dsp:txBody>
      <dsp:txXfrm>
        <a:off x="5264708" y="1115025"/>
        <a:ext cx="1545533" cy="772766"/>
      </dsp:txXfrm>
    </dsp:sp>
    <dsp:sp modelId="{4D50568A-99FE-4C2E-B655-0C99B0D5E536}">
      <dsp:nvSpPr>
        <dsp:cNvPr id="0" name=""/>
        <dsp:cNvSpPr/>
      </dsp:nvSpPr>
      <dsp:spPr>
        <a:xfrm>
          <a:off x="7134803" y="1115025"/>
          <a:ext cx="1545533" cy="772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Spec. in agile projects</a:t>
          </a:r>
          <a:endParaRPr lang="en-US" sz="1600" kern="1200" dirty="0"/>
        </a:p>
      </dsp:txBody>
      <dsp:txXfrm>
        <a:off x="7134803" y="1115025"/>
        <a:ext cx="1545533" cy="77276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AA8997-1174-4A84-901E-2CC68950C92D}" type="datetimeFigureOut">
              <a:rPr lang="en-US" smtClean="0"/>
              <a:t>02/03/2020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DC9666-241B-4FCB-9598-FDFEFDE4CA2C}" type="slidenum">
              <a:rPr lang="en-US" smtClean="0"/>
              <a:t>‹#›</a:t>
            </a:fld>
            <a:endParaRPr lang="en-US"/>
          </a:p>
        </p:txBody>
      </p:sp>
    </p:spTree>
    <p:extLst>
      <p:ext uri="{BB962C8B-B14F-4D97-AF65-F5344CB8AC3E}">
        <p14:creationId xmlns:p14="http://schemas.microsoft.com/office/powerpoint/2010/main" val="1605754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129266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DC9666-241B-4FCB-9598-FDFEFDE4CA2C}" type="slidenum">
              <a:rPr lang="en-US" smtClean="0"/>
              <a:t>5</a:t>
            </a:fld>
            <a:endParaRPr lang="en-US"/>
          </a:p>
        </p:txBody>
      </p:sp>
    </p:spTree>
    <p:extLst>
      <p:ext uri="{BB962C8B-B14F-4D97-AF65-F5344CB8AC3E}">
        <p14:creationId xmlns:p14="http://schemas.microsoft.com/office/powerpoint/2010/main" val="3644159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dirty="0" smtClean="0"/>
              <a:t>- The SRS is the basis for subsequent project planning, design, and coding, as well as the foundation for system testing and user documentation. However, it should not contain design, construction, testing or project management details other than known design and implementation constraints: </a:t>
            </a:r>
            <a:r>
              <a:rPr lang="vi-VN" sz="1200" b="0" i="0" kern="1200" dirty="0" smtClean="0">
                <a:solidFill>
                  <a:schemeClr val="tx1"/>
                </a:solidFill>
                <a:effectLst/>
                <a:latin typeface="+mn-lt"/>
                <a:ea typeface="+mn-ea"/>
                <a:cs typeface="+mn-cs"/>
              </a:rPr>
              <a:t/>
            </a:r>
            <a:br>
              <a:rPr lang="vi-VN" sz="1200" b="0" i="0" kern="1200" dirty="0" smtClean="0">
                <a:solidFill>
                  <a:schemeClr val="tx1"/>
                </a:solidFill>
                <a:effectLst/>
                <a:latin typeface="+mn-lt"/>
                <a:ea typeface="+mn-ea"/>
                <a:cs typeface="+mn-cs"/>
              </a:rPr>
            </a:br>
            <a:r>
              <a:rPr lang="vi-VN" sz="1200" b="0" i="0" kern="1200" dirty="0" smtClean="0">
                <a:solidFill>
                  <a:schemeClr val="tx1"/>
                </a:solidFill>
                <a:effectLst/>
                <a:latin typeface="+mn-lt"/>
                <a:ea typeface="+mn-ea"/>
                <a:cs typeface="+mn-cs"/>
              </a:rPr>
              <a:t>320/5000</a:t>
            </a:r>
          </a:p>
          <a:p>
            <a:pPr rtl="0"/>
            <a:r>
              <a:rPr lang="vi-VN" sz="1200" b="0" i="0" kern="1200" dirty="0" smtClean="0">
                <a:solidFill>
                  <a:schemeClr val="tx1"/>
                </a:solidFill>
                <a:effectLst/>
                <a:latin typeface="+mn-lt"/>
                <a:ea typeface="+mn-ea"/>
                <a:cs typeface="+mn-cs"/>
              </a:rPr>
              <a:t>Đặc tả yêu cầu phần mềm là cơ sở để lập kế hoạch dự án, thiết kế và mã hóa tiếp theo, cũng như nền tảng để kiểm tra hệ thống và tài liệu người dùng. Tuy nhiên, nó không được chứa các chi tiết thiết kế, xây dựng, thử nghiệm hoặc quản lý dự án ngoài các hạn chế thiết kế và triển khai đã biết</a:t>
            </a:r>
          </a:p>
          <a:p>
            <a:endParaRPr lang="en-US" dirty="0"/>
          </a:p>
        </p:txBody>
      </p:sp>
      <p:sp>
        <p:nvSpPr>
          <p:cNvPr id="4" name="Slide Number Placeholder 3"/>
          <p:cNvSpPr>
            <a:spLocks noGrp="1"/>
          </p:cNvSpPr>
          <p:nvPr>
            <p:ph type="sldNum" sz="quarter" idx="10"/>
          </p:nvPr>
        </p:nvSpPr>
        <p:spPr/>
        <p:txBody>
          <a:bodyPr/>
          <a:lstStyle/>
          <a:p>
            <a:fld id="{B9DC9666-241B-4FCB-9598-FDFEFDE4CA2C}" type="slidenum">
              <a:rPr lang="en-US" smtClean="0"/>
              <a:t>6</a:t>
            </a:fld>
            <a:endParaRPr lang="en-US"/>
          </a:p>
        </p:txBody>
      </p:sp>
    </p:spTree>
    <p:extLst>
      <p:ext uri="{BB962C8B-B14F-4D97-AF65-F5344CB8AC3E}">
        <p14:creationId xmlns:p14="http://schemas.microsoft.com/office/powerpoint/2010/main" val="895698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ltLang="zh-CN" sz="1200" kern="1200" dirty="0" smtClean="0">
                <a:solidFill>
                  <a:schemeClr val="tx1"/>
                </a:solidFill>
                <a:latin typeface="+mn-lt"/>
                <a:ea typeface="+mn-ea"/>
                <a:cs typeface="+mn-cs"/>
              </a:rPr>
              <a:t>divide-and-conquer: </a:t>
            </a:r>
            <a:r>
              <a:rPr lang="en-US" altLang="zh-CN" sz="1200" kern="1200" dirty="0" err="1" smtClean="0">
                <a:solidFill>
                  <a:schemeClr val="tx1"/>
                </a:solidFill>
                <a:latin typeface="+mn-lt"/>
                <a:ea typeface="+mn-ea"/>
                <a:cs typeface="+mn-cs"/>
              </a:rPr>
              <a:t>phân</a:t>
            </a:r>
            <a:r>
              <a:rPr lang="en-US" altLang="zh-CN" sz="1200" kern="1200" baseline="0" dirty="0" smtClean="0">
                <a:solidFill>
                  <a:schemeClr val="tx1"/>
                </a:solidFill>
                <a:latin typeface="+mn-lt"/>
                <a:ea typeface="+mn-ea"/>
                <a:cs typeface="+mn-cs"/>
              </a:rPr>
              <a:t> chia </a:t>
            </a:r>
            <a:r>
              <a:rPr lang="en-US" altLang="zh-CN" sz="1200" kern="1200" baseline="0" dirty="0" err="1" smtClean="0">
                <a:solidFill>
                  <a:schemeClr val="tx1"/>
                </a:solidFill>
                <a:latin typeface="+mn-lt"/>
                <a:ea typeface="+mn-ea"/>
                <a:cs typeface="+mn-cs"/>
              </a:rPr>
              <a:t>và</a:t>
            </a:r>
            <a:r>
              <a:rPr lang="en-US" altLang="zh-CN" sz="1200" kern="1200" baseline="0" dirty="0" smtClean="0">
                <a:solidFill>
                  <a:schemeClr val="tx1"/>
                </a:solidFill>
                <a:latin typeface="+mn-lt"/>
                <a:ea typeface="+mn-ea"/>
                <a:cs typeface="+mn-cs"/>
              </a:rPr>
              <a:t> </a:t>
            </a:r>
            <a:r>
              <a:rPr lang="en-US" altLang="zh-CN" sz="1200" kern="1200" baseline="0" dirty="0" err="1" smtClean="0">
                <a:solidFill>
                  <a:schemeClr val="tx1"/>
                </a:solidFill>
                <a:latin typeface="+mn-lt"/>
                <a:ea typeface="+mn-ea"/>
                <a:cs typeface="+mn-cs"/>
              </a:rPr>
              <a:t>chinh</a:t>
            </a:r>
            <a:r>
              <a:rPr lang="en-US" altLang="zh-CN" sz="1200" kern="1200" baseline="0" dirty="0" smtClean="0">
                <a:solidFill>
                  <a:schemeClr val="tx1"/>
                </a:solidFill>
                <a:latin typeface="+mn-lt"/>
                <a:ea typeface="+mn-ea"/>
                <a:cs typeface="+mn-cs"/>
              </a:rPr>
              <a:t> </a:t>
            </a:r>
            <a:r>
              <a:rPr lang="en-US" altLang="zh-CN" sz="1200" kern="1200" baseline="0" dirty="0" err="1" smtClean="0">
                <a:solidFill>
                  <a:schemeClr val="tx1"/>
                </a:solidFill>
                <a:latin typeface="+mn-lt"/>
                <a:ea typeface="+mn-ea"/>
                <a:cs typeface="+mn-cs"/>
              </a:rPr>
              <a:t>phục</a:t>
            </a:r>
            <a:r>
              <a:rPr lang="en-US" altLang="zh-CN" sz="1200" kern="1200" baseline="0" dirty="0" smtClean="0">
                <a:solidFill>
                  <a:schemeClr val="tx1"/>
                </a:solidFill>
                <a:latin typeface="+mn-lt"/>
                <a:ea typeface="+mn-ea"/>
                <a:cs typeface="+mn-cs"/>
              </a:rPr>
              <a:t>.</a:t>
            </a:r>
          </a:p>
          <a:p>
            <a:pPr marL="171450" indent="-171450">
              <a:buFontTx/>
              <a:buChar char="-"/>
            </a:pPr>
            <a:r>
              <a:rPr lang="en-US" dirty="0" smtClean="0"/>
              <a:t>Label and style sections, subsections, and individual requirements consistently: </a:t>
            </a:r>
            <a:r>
              <a:rPr lang="en-US" dirty="0" err="1" smtClean="0"/>
              <a:t>Gắn</a:t>
            </a:r>
            <a:r>
              <a:rPr lang="en-US" baseline="0" dirty="0" smtClean="0"/>
              <a:t> </a:t>
            </a:r>
            <a:r>
              <a:rPr lang="en-US" baseline="0" dirty="0" err="1" smtClean="0"/>
              <a:t>n</a:t>
            </a:r>
            <a:r>
              <a:rPr lang="en-US" dirty="0" err="1" smtClean="0"/>
              <a:t>hãn</a:t>
            </a:r>
            <a:r>
              <a:rPr lang="en-US" dirty="0" smtClean="0"/>
              <a:t> </a:t>
            </a:r>
            <a:r>
              <a:rPr lang="en-US" dirty="0" err="1" smtClean="0"/>
              <a:t>và</a:t>
            </a:r>
            <a:r>
              <a:rPr lang="en-US" dirty="0" smtClean="0"/>
              <a:t> </a:t>
            </a:r>
            <a:r>
              <a:rPr lang="en-US" dirty="0" err="1" smtClean="0"/>
              <a:t>gọi</a:t>
            </a:r>
            <a:r>
              <a:rPr lang="en-US" baseline="0" dirty="0" smtClean="0"/>
              <a:t> </a:t>
            </a:r>
            <a:r>
              <a:rPr lang="en-US" baseline="0" dirty="0" err="1" smtClean="0"/>
              <a:t>tên</a:t>
            </a:r>
            <a:r>
              <a:rPr lang="en-US" baseline="0" dirty="0" smtClean="0"/>
              <a:t> </a:t>
            </a:r>
            <a:r>
              <a:rPr lang="en-US" baseline="0" dirty="0" err="1" smtClean="0"/>
              <a:t>các</a:t>
            </a:r>
            <a:r>
              <a:rPr lang="en-US" baseline="0" dirty="0" smtClean="0"/>
              <a:t> </a:t>
            </a:r>
            <a:r>
              <a:rPr lang="en-US" baseline="0" dirty="0" err="1" smtClean="0"/>
              <a:t>mục</a:t>
            </a:r>
            <a:r>
              <a:rPr lang="en-US" dirty="0" smtClean="0"/>
              <a:t>, </a:t>
            </a:r>
            <a:r>
              <a:rPr lang="en-US" dirty="0" err="1" smtClean="0"/>
              <a:t>tiểu</a:t>
            </a:r>
            <a:r>
              <a:rPr lang="en-US" dirty="0" smtClean="0"/>
              <a:t> </a:t>
            </a:r>
            <a:r>
              <a:rPr lang="en-US" dirty="0" err="1" smtClean="0"/>
              <a:t>mục</a:t>
            </a:r>
            <a:r>
              <a:rPr lang="en-US" dirty="0" smtClean="0"/>
              <a:t>, </a:t>
            </a:r>
            <a:r>
              <a:rPr lang="en-US" dirty="0" err="1" smtClean="0"/>
              <a:t>và</a:t>
            </a:r>
            <a:r>
              <a:rPr lang="en-US" dirty="0" smtClean="0"/>
              <a:t> </a:t>
            </a:r>
            <a:r>
              <a:rPr lang="en-US" dirty="0" err="1" smtClean="0"/>
              <a:t>yêu</a:t>
            </a:r>
            <a:r>
              <a:rPr lang="en-US" dirty="0" smtClean="0"/>
              <a:t> </a:t>
            </a:r>
            <a:r>
              <a:rPr lang="en-US" dirty="0" err="1" smtClean="0"/>
              <a:t>cầu</a:t>
            </a:r>
            <a:r>
              <a:rPr lang="en-US" dirty="0" smtClean="0"/>
              <a:t> </a:t>
            </a:r>
            <a:r>
              <a:rPr lang="en-US" dirty="0" err="1" smtClean="0"/>
              <a:t>cá</a:t>
            </a:r>
            <a:r>
              <a:rPr lang="en-US" dirty="0" smtClean="0"/>
              <a:t> </a:t>
            </a:r>
            <a:r>
              <a:rPr lang="en-US" dirty="0" err="1" smtClean="0"/>
              <a:t>nhân</a:t>
            </a:r>
            <a:r>
              <a:rPr lang="en-US" dirty="0" smtClean="0"/>
              <a:t> </a:t>
            </a:r>
            <a:r>
              <a:rPr lang="en-US" dirty="0" err="1" smtClean="0"/>
              <a:t>nhất</a:t>
            </a:r>
            <a:r>
              <a:rPr lang="en-US" dirty="0" smtClean="0"/>
              <a:t> </a:t>
            </a:r>
            <a:r>
              <a:rPr lang="en-US" dirty="0" err="1" smtClean="0"/>
              <a:t>quán</a:t>
            </a:r>
            <a:r>
              <a:rPr lang="en-US" dirty="0" smtClean="0"/>
              <a:t>.</a:t>
            </a:r>
            <a:endParaRPr lang="en-US" dirty="0"/>
          </a:p>
        </p:txBody>
      </p:sp>
      <p:sp>
        <p:nvSpPr>
          <p:cNvPr id="4" name="Slide Number Placeholder 3"/>
          <p:cNvSpPr>
            <a:spLocks noGrp="1"/>
          </p:cNvSpPr>
          <p:nvPr>
            <p:ph type="sldNum" sz="quarter" idx="10"/>
          </p:nvPr>
        </p:nvSpPr>
        <p:spPr/>
        <p:txBody>
          <a:bodyPr/>
          <a:lstStyle/>
          <a:p>
            <a:fld id="{B9DC9666-241B-4FCB-9598-FDFEFDE4CA2C}" type="slidenum">
              <a:rPr lang="en-US" smtClean="0"/>
              <a:t>8</a:t>
            </a:fld>
            <a:endParaRPr lang="en-US"/>
          </a:p>
        </p:txBody>
      </p:sp>
    </p:spTree>
    <p:extLst>
      <p:ext uri="{BB962C8B-B14F-4D97-AF65-F5344CB8AC3E}">
        <p14:creationId xmlns:p14="http://schemas.microsoft.com/office/powerpoint/2010/main" val="3076109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altLang="zh-CN" sz="1200" kern="1200" dirty="0" smtClean="0">
                <a:solidFill>
                  <a:schemeClr val="tx1"/>
                </a:solidFill>
                <a:latin typeface="+mn-lt"/>
                <a:ea typeface="+mn-ea"/>
                <a:cs typeface="+mn-cs"/>
              </a:rPr>
              <a:t>divide-and-conquer: </a:t>
            </a:r>
            <a:r>
              <a:rPr lang="en-US" altLang="zh-CN" sz="1200" kern="1200" dirty="0" err="1" smtClean="0">
                <a:solidFill>
                  <a:schemeClr val="tx1"/>
                </a:solidFill>
                <a:latin typeface="+mn-lt"/>
                <a:ea typeface="+mn-ea"/>
                <a:cs typeface="+mn-cs"/>
              </a:rPr>
              <a:t>phân</a:t>
            </a:r>
            <a:r>
              <a:rPr lang="en-US" altLang="zh-CN" sz="1200" kern="1200" baseline="0" dirty="0" smtClean="0">
                <a:solidFill>
                  <a:schemeClr val="tx1"/>
                </a:solidFill>
                <a:latin typeface="+mn-lt"/>
                <a:ea typeface="+mn-ea"/>
                <a:cs typeface="+mn-cs"/>
              </a:rPr>
              <a:t> chia </a:t>
            </a:r>
            <a:r>
              <a:rPr lang="en-US" altLang="zh-CN" sz="1200" kern="1200" baseline="0" dirty="0" err="1" smtClean="0">
                <a:solidFill>
                  <a:schemeClr val="tx1"/>
                </a:solidFill>
                <a:latin typeface="+mn-lt"/>
                <a:ea typeface="+mn-ea"/>
                <a:cs typeface="+mn-cs"/>
              </a:rPr>
              <a:t>và</a:t>
            </a:r>
            <a:r>
              <a:rPr lang="en-US" altLang="zh-CN" sz="1200" kern="1200" baseline="0" dirty="0" smtClean="0">
                <a:solidFill>
                  <a:schemeClr val="tx1"/>
                </a:solidFill>
                <a:latin typeface="+mn-lt"/>
                <a:ea typeface="+mn-ea"/>
                <a:cs typeface="+mn-cs"/>
              </a:rPr>
              <a:t> </a:t>
            </a:r>
            <a:r>
              <a:rPr lang="en-US" altLang="zh-CN" sz="1200" kern="1200" baseline="0" dirty="0" err="1" smtClean="0">
                <a:solidFill>
                  <a:schemeClr val="tx1"/>
                </a:solidFill>
                <a:latin typeface="+mn-lt"/>
                <a:ea typeface="+mn-ea"/>
                <a:cs typeface="+mn-cs"/>
              </a:rPr>
              <a:t>chinh</a:t>
            </a:r>
            <a:r>
              <a:rPr lang="en-US" altLang="zh-CN" sz="1200" kern="1200" baseline="0" dirty="0" smtClean="0">
                <a:solidFill>
                  <a:schemeClr val="tx1"/>
                </a:solidFill>
                <a:latin typeface="+mn-lt"/>
                <a:ea typeface="+mn-ea"/>
                <a:cs typeface="+mn-cs"/>
              </a:rPr>
              <a:t> </a:t>
            </a:r>
            <a:r>
              <a:rPr lang="en-US" altLang="zh-CN" sz="1200" kern="1200" baseline="0" dirty="0" err="1" smtClean="0">
                <a:solidFill>
                  <a:schemeClr val="tx1"/>
                </a:solidFill>
                <a:latin typeface="+mn-lt"/>
                <a:ea typeface="+mn-ea"/>
                <a:cs typeface="+mn-cs"/>
              </a:rPr>
              <a:t>phục</a:t>
            </a:r>
            <a:endParaRPr lang="en-US" dirty="0"/>
          </a:p>
        </p:txBody>
      </p:sp>
      <p:sp>
        <p:nvSpPr>
          <p:cNvPr id="4" name="Slide Number Placeholder 3"/>
          <p:cNvSpPr>
            <a:spLocks noGrp="1"/>
          </p:cNvSpPr>
          <p:nvPr>
            <p:ph type="sldNum" sz="quarter" idx="10"/>
          </p:nvPr>
        </p:nvSpPr>
        <p:spPr/>
        <p:txBody>
          <a:bodyPr/>
          <a:lstStyle/>
          <a:p>
            <a:fld id="{B9DC9666-241B-4FCB-9598-FDFEFDE4CA2C}" type="slidenum">
              <a:rPr lang="en-US" smtClean="0"/>
              <a:t>9</a:t>
            </a:fld>
            <a:endParaRPr lang="en-US"/>
          </a:p>
        </p:txBody>
      </p:sp>
    </p:spTree>
    <p:extLst>
      <p:ext uri="{BB962C8B-B14F-4D97-AF65-F5344CB8AC3E}">
        <p14:creationId xmlns:p14="http://schemas.microsoft.com/office/powerpoint/2010/main" val="3824190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smtClean="0"/>
              <a:t>Các</a:t>
            </a:r>
            <a:r>
              <a:rPr lang="en-US" baseline="0" dirty="0" smtClean="0"/>
              <a:t> TBD </a:t>
            </a:r>
            <a:r>
              <a:rPr lang="en-US" baseline="0" dirty="0" err="1" smtClean="0"/>
              <a:t>cần</a:t>
            </a:r>
            <a:r>
              <a:rPr lang="en-US" baseline="0" dirty="0" smtClean="0"/>
              <a:t> </a:t>
            </a:r>
            <a:r>
              <a:rPr lang="en-US" baseline="0" dirty="0" err="1" smtClean="0"/>
              <a:t>theo</a:t>
            </a:r>
            <a:r>
              <a:rPr lang="en-US" baseline="0" dirty="0" smtClean="0"/>
              <a:t> </a:t>
            </a:r>
            <a:r>
              <a:rPr lang="en-US" baseline="0" dirty="0" err="1" smtClean="0"/>
              <a:t>dõi</a:t>
            </a:r>
            <a:r>
              <a:rPr lang="en-US" baseline="0" dirty="0" smtClean="0"/>
              <a:t> </a:t>
            </a:r>
            <a:r>
              <a:rPr lang="en-US" baseline="0" dirty="0" err="1" smtClean="0"/>
              <a:t>chặt</a:t>
            </a:r>
            <a:r>
              <a:rPr lang="en-US" baseline="0" dirty="0" smtClean="0"/>
              <a:t> </a:t>
            </a:r>
            <a:r>
              <a:rPr lang="en-US" baseline="0" dirty="0" err="1" smtClean="0"/>
              <a:t>chẽ</a:t>
            </a:r>
            <a:r>
              <a:rPr lang="en-US" baseline="0" dirty="0" smtClean="0"/>
              <a:t>, </a:t>
            </a:r>
            <a:r>
              <a:rPr lang="en-US" baseline="0" dirty="0" err="1" smtClean="0"/>
              <a:t>phân</a:t>
            </a:r>
            <a:r>
              <a:rPr lang="en-US" baseline="0" dirty="0" smtClean="0"/>
              <a:t> </a:t>
            </a:r>
            <a:r>
              <a:rPr lang="en-US" baseline="0" dirty="0" err="1" smtClean="0"/>
              <a:t>công</a:t>
            </a:r>
            <a:r>
              <a:rPr lang="en-US" baseline="0" dirty="0" smtClean="0"/>
              <a:t> </a:t>
            </a:r>
            <a:r>
              <a:rPr lang="en-US" baseline="0" dirty="0" err="1" smtClean="0"/>
              <a:t>người</a:t>
            </a:r>
            <a:r>
              <a:rPr lang="en-US" baseline="0" dirty="0" smtClean="0"/>
              <a:t> </a:t>
            </a:r>
            <a:r>
              <a:rPr lang="en-US" baseline="0" dirty="0" err="1" smtClean="0"/>
              <a:t>giải</a:t>
            </a:r>
            <a:r>
              <a:rPr lang="en-US" baseline="0" dirty="0" smtClean="0"/>
              <a:t> </a:t>
            </a:r>
            <a:r>
              <a:rPr lang="en-US" baseline="0" dirty="0" err="1" smtClean="0"/>
              <a:t>quyết</a:t>
            </a:r>
            <a:r>
              <a:rPr lang="en-US" baseline="0" dirty="0" smtClean="0"/>
              <a:t>, </a:t>
            </a:r>
            <a:r>
              <a:rPr lang="en-US" baseline="0" dirty="0" err="1" smtClean="0"/>
              <a:t>thời</a:t>
            </a:r>
            <a:r>
              <a:rPr lang="en-US" baseline="0" dirty="0" smtClean="0"/>
              <a:t> </a:t>
            </a:r>
            <a:r>
              <a:rPr lang="en-US" baseline="0" dirty="0" err="1" smtClean="0"/>
              <a:t>gian</a:t>
            </a:r>
            <a:r>
              <a:rPr lang="en-US" baseline="0" dirty="0" smtClean="0"/>
              <a:t> </a:t>
            </a:r>
            <a:r>
              <a:rPr lang="en-US" baseline="0" dirty="0" err="1" smtClean="0"/>
              <a:t>giải</a:t>
            </a:r>
            <a:r>
              <a:rPr lang="en-US" baseline="0" dirty="0" smtClean="0"/>
              <a:t> </a:t>
            </a:r>
            <a:r>
              <a:rPr lang="en-US" baseline="0" dirty="0" err="1" smtClean="0"/>
              <a:t>quyết</a:t>
            </a:r>
            <a:r>
              <a:rPr lang="en-US" baseline="0" dirty="0" smtClean="0"/>
              <a:t> </a:t>
            </a:r>
            <a:r>
              <a:rPr lang="en-US" baseline="0" dirty="0" err="1" smtClean="0"/>
              <a:t>và</a:t>
            </a:r>
            <a:r>
              <a:rPr lang="en-US" baseline="0" dirty="0" smtClean="0"/>
              <a:t> review </a:t>
            </a:r>
            <a:r>
              <a:rPr lang="en-US" baseline="0" dirty="0" err="1" smtClean="0"/>
              <a:t>lại</a:t>
            </a:r>
            <a:r>
              <a:rPr lang="en-US" baseline="0" dirty="0" smtClean="0"/>
              <a:t> </a:t>
            </a:r>
            <a:r>
              <a:rPr lang="en-US" baseline="0" dirty="0" err="1" smtClean="0"/>
              <a:t>trạng</a:t>
            </a:r>
            <a:r>
              <a:rPr lang="en-US" baseline="0" dirty="0" smtClean="0"/>
              <a:t> </a:t>
            </a:r>
            <a:r>
              <a:rPr lang="en-US" baseline="0" dirty="0" err="1" smtClean="0"/>
              <a:t>thái</a:t>
            </a:r>
            <a:r>
              <a:rPr lang="en-US" baseline="0" dirty="0" smtClean="0"/>
              <a:t> </a:t>
            </a:r>
            <a:r>
              <a:rPr lang="en-US" baseline="0" dirty="0" err="1" smtClean="0"/>
              <a:t>các</a:t>
            </a:r>
            <a:r>
              <a:rPr lang="en-US" baseline="0" dirty="0" smtClean="0"/>
              <a:t> TBD.</a:t>
            </a:r>
          </a:p>
          <a:p>
            <a:pPr marL="171450" indent="-171450">
              <a:buFontTx/>
              <a:buChar char="-"/>
            </a:pPr>
            <a:r>
              <a:rPr lang="en-US" baseline="0" dirty="0" smtClean="0"/>
              <a:t>On the plus side: </a:t>
            </a:r>
            <a:r>
              <a:rPr lang="en-US" baseline="0" dirty="0" err="1" smtClean="0"/>
              <a:t>về</a:t>
            </a:r>
            <a:r>
              <a:rPr lang="en-US" baseline="0" dirty="0" smtClean="0"/>
              <a:t> </a:t>
            </a:r>
            <a:r>
              <a:rPr lang="en-US" baseline="0" dirty="0" err="1" smtClean="0"/>
              <a:t>mặt</a:t>
            </a:r>
            <a:r>
              <a:rPr lang="en-US" baseline="0" dirty="0" smtClean="0"/>
              <a:t> </a:t>
            </a:r>
            <a:r>
              <a:rPr lang="en-US" baseline="0" dirty="0" err="1" smtClean="0"/>
              <a:t>tích</a:t>
            </a:r>
            <a:r>
              <a:rPr lang="en-US" baseline="0" dirty="0" smtClean="0"/>
              <a:t> </a:t>
            </a:r>
            <a:r>
              <a:rPr lang="en-US" baseline="0" dirty="0" err="1" smtClean="0"/>
              <a:t>cực</a:t>
            </a:r>
            <a:endParaRPr lang="en-US" baseline="0" dirty="0" smtClean="0"/>
          </a:p>
          <a:p>
            <a:pPr marL="171450" indent="-171450">
              <a:buFontTx/>
              <a:buChar char="-"/>
            </a:pPr>
            <a:r>
              <a:rPr lang="en-US" dirty="0" smtClean="0"/>
              <a:t>paper prototypes, working mock-ups, wireframes, or simulation tools.: </a:t>
            </a:r>
            <a:r>
              <a:rPr lang="vi-VN" dirty="0" smtClean="0"/>
              <a:t>nguyên mẫu giấy, mô hình làm việc, khung lưới hoặc công cụ mô phỏng.</a:t>
            </a:r>
            <a:endParaRPr lang="en-US" dirty="0"/>
          </a:p>
        </p:txBody>
      </p:sp>
      <p:sp>
        <p:nvSpPr>
          <p:cNvPr id="4" name="Slide Number Placeholder 3"/>
          <p:cNvSpPr>
            <a:spLocks noGrp="1"/>
          </p:cNvSpPr>
          <p:nvPr>
            <p:ph type="sldNum" sz="quarter" idx="10"/>
          </p:nvPr>
        </p:nvSpPr>
        <p:spPr/>
        <p:txBody>
          <a:bodyPr/>
          <a:lstStyle/>
          <a:p>
            <a:fld id="{B9DC9666-241B-4FCB-9598-FDFEFDE4CA2C}" type="slidenum">
              <a:rPr lang="en-US" smtClean="0"/>
              <a:t>10</a:t>
            </a:fld>
            <a:endParaRPr lang="en-US"/>
          </a:p>
        </p:txBody>
      </p:sp>
    </p:spTree>
    <p:extLst>
      <p:ext uri="{BB962C8B-B14F-4D97-AF65-F5344CB8AC3E}">
        <p14:creationId xmlns:p14="http://schemas.microsoft.com/office/powerpoint/2010/main" val="2866849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The extent to which just-in-time informal verbal and visual communication between customers and developers can supply the necessary details to permit the correct  implementation of each user requirement.:</a:t>
            </a:r>
            <a:r>
              <a:rPr lang="en-US" baseline="0" dirty="0" smtClean="0"/>
              <a:t> </a:t>
            </a:r>
            <a:r>
              <a:rPr lang="vi-VN" baseline="0" dirty="0" smtClean="0"/>
              <a:t>Mức độ mà giao tiếp bằng lời nói và hình ảnh không chính thức kịp thời giữa khách hàng và nhà phát triển có thể cung cấp các chi tiết cần thiết để cho phép thực hiện chính xác từng yêu cầu của người dùng.</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The extent to which informal communication methods can keep the team effectively  synchronized across time and space.:</a:t>
            </a:r>
            <a:r>
              <a:rPr lang="en-US" baseline="0" dirty="0" smtClean="0"/>
              <a:t> </a:t>
            </a:r>
            <a:r>
              <a:rPr lang="vi-VN" baseline="0" dirty="0" smtClean="0"/>
              <a:t>Mức độ mà các phương thức giao tiếp không chính thức có thể giữ cho nhóm được đồng bộ hóa hiệu quả theo thời gian và không gian.</a:t>
            </a:r>
            <a:endParaRPr lang="en-US"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The extent to which it is valuable or necessary to retain requirements knowledge for future enhancement, maintenance, application reengineering, verification, statutory and audit  mandates, product certification, or contractual satisfaction: </a:t>
            </a:r>
            <a:r>
              <a:rPr lang="en-US" dirty="0" err="1" smtClean="0"/>
              <a:t>Mức</a:t>
            </a:r>
            <a:r>
              <a:rPr lang="en-US" dirty="0" smtClean="0"/>
              <a:t> </a:t>
            </a:r>
            <a:r>
              <a:rPr lang="en-US" dirty="0" err="1" smtClean="0"/>
              <a:t>độ</a:t>
            </a:r>
            <a:r>
              <a:rPr lang="en-US" dirty="0" smtClean="0"/>
              <a:t> </a:t>
            </a:r>
            <a:r>
              <a:rPr lang="en-US" dirty="0" err="1" smtClean="0"/>
              <a:t>có</a:t>
            </a:r>
            <a:r>
              <a:rPr lang="en-US" dirty="0" smtClean="0"/>
              <a:t> </a:t>
            </a:r>
            <a:r>
              <a:rPr lang="en-US" dirty="0" err="1" smtClean="0"/>
              <a:t>giá</a:t>
            </a:r>
            <a:r>
              <a:rPr lang="en-US" dirty="0" smtClean="0"/>
              <a:t> trị </a:t>
            </a:r>
            <a:r>
              <a:rPr lang="en-US" dirty="0" err="1" smtClean="0"/>
              <a:t>hoặc</a:t>
            </a:r>
            <a:r>
              <a:rPr lang="en-US" dirty="0" smtClean="0"/>
              <a:t> </a:t>
            </a:r>
            <a:r>
              <a:rPr lang="en-US" dirty="0" err="1" smtClean="0"/>
              <a:t>cần</a:t>
            </a:r>
            <a:r>
              <a:rPr lang="en-US" dirty="0" smtClean="0"/>
              <a:t> </a:t>
            </a:r>
            <a:r>
              <a:rPr lang="en-US" dirty="0" err="1" smtClean="0"/>
              <a:t>thiết</a:t>
            </a:r>
            <a:r>
              <a:rPr lang="en-US" dirty="0" smtClean="0"/>
              <a:t> </a:t>
            </a:r>
            <a:r>
              <a:rPr lang="en-US" dirty="0" err="1" smtClean="0"/>
              <a:t>để</a:t>
            </a:r>
            <a:r>
              <a:rPr lang="en-US" dirty="0" smtClean="0"/>
              <a:t> </a:t>
            </a:r>
            <a:r>
              <a:rPr lang="en-US" dirty="0" err="1" smtClean="0"/>
              <a:t>duy</a:t>
            </a:r>
            <a:r>
              <a:rPr lang="en-US" dirty="0" smtClean="0"/>
              <a:t> </a:t>
            </a:r>
            <a:r>
              <a:rPr lang="en-US" dirty="0" err="1" smtClean="0"/>
              <a:t>trì</a:t>
            </a:r>
            <a:r>
              <a:rPr lang="en-US" dirty="0" smtClean="0"/>
              <a:t> </a:t>
            </a:r>
            <a:r>
              <a:rPr lang="en-US" dirty="0" err="1" smtClean="0"/>
              <a:t>kiến</a:t>
            </a:r>
            <a:r>
              <a:rPr lang="en-US" dirty="0" smtClean="0"/>
              <a:t> </a:t>
            </a:r>
            <a:r>
              <a:rPr lang="en-US" dirty="0" err="1" smtClean="0"/>
              <a:t>thức</a:t>
            </a:r>
            <a:r>
              <a:rPr lang="en-US" dirty="0" smtClean="0"/>
              <a:t> </a:t>
            </a:r>
            <a:r>
              <a:rPr lang="en-US" dirty="0" err="1" smtClean="0"/>
              <a:t>yêu</a:t>
            </a:r>
            <a:r>
              <a:rPr lang="en-US" dirty="0" smtClean="0"/>
              <a:t> </a:t>
            </a:r>
            <a:r>
              <a:rPr lang="en-US" dirty="0" err="1" smtClean="0"/>
              <a:t>cầu</a:t>
            </a:r>
            <a:r>
              <a:rPr lang="en-US" dirty="0" smtClean="0"/>
              <a:t> </a:t>
            </a:r>
            <a:r>
              <a:rPr lang="en-US" dirty="0" err="1" smtClean="0"/>
              <a:t>để</a:t>
            </a:r>
            <a:r>
              <a:rPr lang="en-US" dirty="0" smtClean="0"/>
              <a:t> </a:t>
            </a:r>
            <a:r>
              <a:rPr lang="en-US" dirty="0" err="1" smtClean="0"/>
              <a:t>nâng</a:t>
            </a:r>
            <a:r>
              <a:rPr lang="en-US" dirty="0" smtClean="0"/>
              <a:t> </a:t>
            </a:r>
            <a:r>
              <a:rPr lang="en-US" dirty="0" err="1" smtClean="0"/>
              <a:t>cao</a:t>
            </a:r>
            <a:r>
              <a:rPr lang="en-US" dirty="0" smtClean="0"/>
              <a:t>, </a:t>
            </a:r>
            <a:r>
              <a:rPr lang="en-US" dirty="0" err="1" smtClean="0"/>
              <a:t>bảo</a:t>
            </a:r>
            <a:r>
              <a:rPr lang="en-US" dirty="0" smtClean="0"/>
              <a:t> </a:t>
            </a:r>
            <a:r>
              <a:rPr lang="en-US" dirty="0" err="1" smtClean="0"/>
              <a:t>trì</a:t>
            </a:r>
            <a:r>
              <a:rPr lang="en-US" dirty="0" smtClean="0"/>
              <a:t>, </a:t>
            </a:r>
            <a:r>
              <a:rPr lang="en-US" dirty="0" err="1" smtClean="0"/>
              <a:t>tái</a:t>
            </a:r>
            <a:r>
              <a:rPr lang="en-US" dirty="0" smtClean="0"/>
              <a:t> </a:t>
            </a:r>
            <a:r>
              <a:rPr lang="en-US" dirty="0" err="1" smtClean="0"/>
              <a:t>cấu</a:t>
            </a:r>
            <a:r>
              <a:rPr lang="en-US" dirty="0" smtClean="0"/>
              <a:t> </a:t>
            </a:r>
            <a:r>
              <a:rPr lang="en-US" dirty="0" err="1" smtClean="0"/>
              <a:t>trúc</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xác</a:t>
            </a:r>
            <a:r>
              <a:rPr lang="en-US" dirty="0" smtClean="0"/>
              <a:t> minh, </a:t>
            </a:r>
            <a:r>
              <a:rPr lang="en-US" dirty="0" err="1" smtClean="0"/>
              <a:t>ủy</a:t>
            </a:r>
            <a:r>
              <a:rPr lang="en-US" dirty="0" smtClean="0"/>
              <a:t> </a:t>
            </a:r>
            <a:r>
              <a:rPr lang="en-US" dirty="0" err="1" smtClean="0"/>
              <a:t>quyền</a:t>
            </a:r>
            <a:r>
              <a:rPr lang="en-US" dirty="0" smtClean="0"/>
              <a:t> </a:t>
            </a:r>
            <a:r>
              <a:rPr lang="en-US" dirty="0" err="1" smtClean="0"/>
              <a:t>theo</a:t>
            </a:r>
            <a:r>
              <a:rPr lang="en-US" dirty="0" smtClean="0"/>
              <a:t> </a:t>
            </a:r>
            <a:r>
              <a:rPr lang="en-US" dirty="0" err="1" smtClean="0"/>
              <a:t>luật</a:t>
            </a:r>
            <a:r>
              <a:rPr lang="en-US" dirty="0" smtClean="0"/>
              <a:t> </a:t>
            </a:r>
            <a:r>
              <a:rPr lang="en-US" dirty="0" err="1" smtClean="0"/>
              <a:t>định</a:t>
            </a:r>
            <a:r>
              <a:rPr lang="en-US" dirty="0" smtClean="0"/>
              <a:t> </a:t>
            </a:r>
            <a:r>
              <a:rPr lang="en-US" dirty="0" err="1" smtClean="0"/>
              <a:t>và</a:t>
            </a:r>
            <a:r>
              <a:rPr lang="en-US" dirty="0" smtClean="0"/>
              <a:t> </a:t>
            </a:r>
            <a:r>
              <a:rPr lang="en-US" dirty="0" err="1" smtClean="0"/>
              <a:t>kiểm</a:t>
            </a:r>
            <a:r>
              <a:rPr lang="en-US" dirty="0" smtClean="0"/>
              <a:t> </a:t>
            </a:r>
            <a:r>
              <a:rPr lang="en-US" dirty="0" err="1" smtClean="0"/>
              <a:t>toán</a:t>
            </a:r>
            <a:r>
              <a:rPr lang="en-US" dirty="0" smtClean="0"/>
              <a:t>, </a:t>
            </a:r>
            <a:r>
              <a:rPr lang="en-US" dirty="0" err="1" smtClean="0"/>
              <a:t>chứng</a:t>
            </a:r>
            <a:r>
              <a:rPr lang="en-US" dirty="0" smtClean="0"/>
              <a:t> </a:t>
            </a:r>
            <a:r>
              <a:rPr lang="en-US" dirty="0" err="1" smtClean="0"/>
              <a:t>nhận</a:t>
            </a:r>
            <a:r>
              <a:rPr lang="en-US" dirty="0" smtClean="0"/>
              <a:t> </a:t>
            </a:r>
            <a:r>
              <a:rPr lang="en-US" dirty="0" err="1" smtClean="0"/>
              <a:t>sản</a:t>
            </a:r>
            <a:r>
              <a:rPr lang="en-US" dirty="0" smtClean="0"/>
              <a:t> </a:t>
            </a:r>
            <a:r>
              <a:rPr lang="en-US" dirty="0" err="1" smtClean="0"/>
              <a:t>phẩm</a:t>
            </a:r>
            <a:r>
              <a:rPr lang="en-US" dirty="0" smtClean="0"/>
              <a:t> </a:t>
            </a:r>
            <a:r>
              <a:rPr lang="en-US" dirty="0" err="1" smtClean="0"/>
              <a:t>hoặc</a:t>
            </a:r>
            <a:r>
              <a:rPr lang="en-US" dirty="0" smtClean="0"/>
              <a:t> </a:t>
            </a:r>
            <a:r>
              <a:rPr lang="en-US" dirty="0" err="1" smtClean="0"/>
              <a:t>thỏa</a:t>
            </a:r>
            <a:r>
              <a:rPr lang="en-US" dirty="0" smtClean="0"/>
              <a:t> </a:t>
            </a:r>
            <a:r>
              <a:rPr lang="en-US" dirty="0" err="1" smtClean="0"/>
              <a:t>mãn</a:t>
            </a:r>
            <a:r>
              <a:rPr lang="en-US" dirty="0" smtClean="0"/>
              <a:t> </a:t>
            </a:r>
            <a:r>
              <a:rPr lang="en-US" dirty="0" err="1" smtClean="0"/>
              <a:t>hợp</a:t>
            </a:r>
            <a:r>
              <a:rPr lang="en-US" dirty="0" smtClean="0"/>
              <a:t> </a:t>
            </a:r>
            <a:r>
              <a:rPr lang="en-US" dirty="0" err="1" smtClean="0"/>
              <a:t>đồng</a:t>
            </a:r>
            <a:r>
              <a:rPr lang="en-US" dirty="0" smtClean="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The extent to which acceptance tests can serve as effective replacements for descriptions of the expected system capabilities and behaviors:</a:t>
            </a:r>
            <a:r>
              <a:rPr lang="en-US" baseline="0" dirty="0" smtClean="0"/>
              <a:t> </a:t>
            </a:r>
            <a:r>
              <a:rPr lang="en-US" sz="1200" b="0" i="0" kern="1200" dirty="0" err="1" smtClean="0">
                <a:solidFill>
                  <a:schemeClr val="tx1"/>
                </a:solidFill>
                <a:effectLst/>
                <a:latin typeface="+mn-lt"/>
                <a:ea typeface="+mn-ea"/>
                <a:cs typeface="+mn-cs"/>
              </a:rPr>
              <a:t>Mức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độ</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mà</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các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kiểm</a:t>
            </a:r>
            <a:r>
              <a:rPr lang="en-US" sz="1200" b="0" i="0" kern="1200" baseline="0" dirty="0" smtClean="0">
                <a:solidFill>
                  <a:schemeClr val="tx1"/>
                </a:solidFill>
                <a:effectLst/>
                <a:latin typeface="+mn-lt"/>
                <a:ea typeface="+mn-ea"/>
                <a:cs typeface="+mn-cs"/>
              </a:rPr>
              <a:t> </a:t>
            </a:r>
            <a:r>
              <a:rPr lang="en-US" sz="1200" b="0" i="0" kern="1200" baseline="0" dirty="0" err="1" smtClean="0">
                <a:solidFill>
                  <a:schemeClr val="tx1"/>
                </a:solidFill>
                <a:effectLst/>
                <a:latin typeface="+mn-lt"/>
                <a:ea typeface="+mn-ea"/>
                <a:cs typeface="+mn-cs"/>
              </a:rPr>
              <a:t>thử</a:t>
            </a:r>
            <a:r>
              <a:rPr lang="en-US" sz="1200" b="0" i="0" kern="1200" baseline="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chấp</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nhận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có</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thể</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đóng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vai</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trò</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thay</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thế</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hiệu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quả</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cho</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các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mô</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tả</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về</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các</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khả</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năng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và</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hành</a:t>
            </a:r>
            <a:r>
              <a:rPr lang="en-US" sz="1200" b="0" i="0" kern="1200" dirty="0" smtClean="0">
                <a:solidFill>
                  <a:schemeClr val="tx1"/>
                </a:solidFill>
                <a:effectLst/>
                <a:latin typeface="+mn-lt"/>
                <a:ea typeface="+mn-ea"/>
                <a:cs typeface="+mn-cs"/>
              </a:rPr>
              <a:t> vi </a:t>
            </a:r>
            <a:r>
              <a:rPr lang="en-US" sz="1200" b="0" i="0" kern="1200" dirty="0" err="1" smtClean="0">
                <a:solidFill>
                  <a:schemeClr val="tx1"/>
                </a:solidFill>
                <a:effectLst/>
                <a:latin typeface="+mn-lt"/>
                <a:ea typeface="+mn-ea"/>
                <a:cs typeface="+mn-cs"/>
              </a:rPr>
              <a:t>của</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hệ</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thống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dự</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kiến</a:t>
            </a:r>
            <a:r>
              <a:rPr lang="en-US" sz="1200" b="0" i="0" kern="1200" dirty="0" smtClean="0">
                <a:solidFill>
                  <a:schemeClr val="tx1"/>
                </a:solidFill>
                <a:effectLst/>
                <a:latin typeface="+mn-lt"/>
                <a:ea typeface="+mn-ea"/>
                <a:cs typeface="+mn-cs"/>
              </a:rPr>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smtClean="0"/>
              <a:t>The extent to which human memories can replace written representations:</a:t>
            </a:r>
            <a:r>
              <a:rPr lang="en-US" baseline="0" dirty="0" smtClean="0"/>
              <a:t> </a:t>
            </a:r>
            <a:r>
              <a:rPr lang="vi-VN" baseline="0" dirty="0" smtClean="0"/>
              <a:t>Mức độ mà ký ức của con người có thể thay thế bằng văn bản</a:t>
            </a:r>
            <a:r>
              <a:rPr lang="en-US" baseline="0" dirty="0" smtClean="0"/>
              <a:t>.</a:t>
            </a:r>
            <a:endParaRPr lang="en-US" dirty="0" smtClean="0"/>
          </a:p>
        </p:txBody>
      </p:sp>
      <p:sp>
        <p:nvSpPr>
          <p:cNvPr id="4" name="Slide Number Placeholder 3"/>
          <p:cNvSpPr>
            <a:spLocks noGrp="1"/>
          </p:cNvSpPr>
          <p:nvPr>
            <p:ph type="sldNum" sz="quarter" idx="10"/>
          </p:nvPr>
        </p:nvSpPr>
        <p:spPr/>
        <p:txBody>
          <a:bodyPr/>
          <a:lstStyle/>
          <a:p>
            <a:fld id="{B9DC9666-241B-4FCB-9598-FDFEFDE4CA2C}" type="slidenum">
              <a:rPr lang="en-US" smtClean="0"/>
              <a:t>12</a:t>
            </a:fld>
            <a:endParaRPr lang="en-US"/>
          </a:p>
        </p:txBody>
      </p:sp>
    </p:spTree>
    <p:extLst>
      <p:ext uri="{BB962C8B-B14F-4D97-AF65-F5344CB8AC3E}">
        <p14:creationId xmlns:p14="http://schemas.microsoft.com/office/powerpoint/2010/main" val="746443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13</a:t>
            </a:fld>
            <a:endParaRPr lang="en-US"/>
          </a:p>
        </p:txBody>
      </p:sp>
    </p:spTree>
    <p:extLst>
      <p:ext uri="{BB962C8B-B14F-4D97-AF65-F5344CB8AC3E}">
        <p14:creationId xmlns:p14="http://schemas.microsoft.com/office/powerpoint/2010/main" val="558726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14</a:t>
            </a:fld>
            <a:endParaRPr lang="en-US"/>
          </a:p>
        </p:txBody>
      </p:sp>
    </p:spTree>
    <p:extLst>
      <p:ext uri="{BB962C8B-B14F-4D97-AF65-F5344CB8AC3E}">
        <p14:creationId xmlns:p14="http://schemas.microsoft.com/office/powerpoint/2010/main" val="23613683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6698652"/>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10: Documenting the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3411317"/>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10: Documenting the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1768450"/>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10: Documenting the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3631132"/>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10: Documenting the requirements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2000636"/>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10: Documenting the requirements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8229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6349" y="3902919"/>
            <a:ext cx="7131772" cy="2237873"/>
          </a:xfrm>
        </p:spPr>
        <p:txBody>
          <a:bodyPr>
            <a:normAutofit/>
          </a:bodyPr>
          <a:lstStyle/>
          <a:p>
            <a:r>
              <a:rPr lang="en-US" dirty="0"/>
              <a:t>CHAPTER </a:t>
            </a:r>
            <a:r>
              <a:rPr lang="en-US" dirty="0" smtClean="0"/>
              <a:t>10</a:t>
            </a:r>
            <a:br>
              <a:rPr lang="en-US" dirty="0" smtClean="0"/>
            </a:br>
            <a:r>
              <a:rPr lang="en-US" dirty="0"/>
              <a:t/>
            </a:r>
            <a:br>
              <a:rPr lang="en-US" dirty="0"/>
            </a:br>
            <a:r>
              <a:rPr lang="en-US" sz="4000" dirty="0"/>
              <a:t>Documenting </a:t>
            </a:r>
            <a:r>
              <a:rPr lang="en-US" sz="4000" dirty="0" smtClean="0"/>
              <a:t>the requirements</a:t>
            </a:r>
            <a:endParaRPr lang="en-US" sz="3000" i="1" dirty="0"/>
          </a:p>
        </p:txBody>
      </p:sp>
    </p:spTree>
    <p:extLst>
      <p:ext uri="{BB962C8B-B14F-4D97-AF65-F5344CB8AC3E}">
        <p14:creationId xmlns:p14="http://schemas.microsoft.com/office/powerpoint/2010/main" val="2195860525"/>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9</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816324831"/>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6089418"/>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987" y="1199536"/>
            <a:ext cx="8829368" cy="5140940"/>
          </a:xfrm>
        </p:spPr>
        <p:txBody>
          <a:bodyPr>
            <a:normAutofit/>
          </a:bodyPr>
          <a:lstStyle/>
          <a:p>
            <a:r>
              <a:rPr lang="en-US" dirty="0" smtClean="0"/>
              <a:t>This chapter addresses </a:t>
            </a:r>
            <a:r>
              <a:rPr lang="en-US" dirty="0"/>
              <a:t>the purpose, structure, and contents of the </a:t>
            </a:r>
            <a:r>
              <a:rPr lang="en-US" dirty="0" smtClean="0"/>
              <a:t>SRS (Software Requirement Specification).</a:t>
            </a:r>
          </a:p>
          <a:p>
            <a:r>
              <a:rPr lang="en-US" dirty="0" smtClean="0"/>
              <a:t>After finish this chapter, student should understand the purpose, structure of the SRS.</a:t>
            </a:r>
          </a:p>
          <a:p>
            <a:r>
              <a:rPr lang="en-US" dirty="0" smtClean="0"/>
              <a:t>Student could understand what they do and what they have to write in every section of the SRS document.</a:t>
            </a:r>
          </a:p>
          <a:p>
            <a:r>
              <a:rPr lang="en-US" dirty="0" smtClean="0"/>
              <a:t>Student could enhance the difference in SRS document between Agile projects and other projects.</a:t>
            </a:r>
            <a:endParaRPr lang="en-US" dirty="0"/>
          </a:p>
        </p:txBody>
      </p:sp>
      <p:sp>
        <p:nvSpPr>
          <p:cNvPr id="2" name="Title 1"/>
          <p:cNvSpPr>
            <a:spLocks noGrp="1"/>
          </p:cNvSpPr>
          <p:nvPr>
            <p:ph type="title"/>
          </p:nvPr>
        </p:nvSpPr>
        <p:spPr>
          <a:xfrm>
            <a:off x="2819400" y="27105"/>
            <a:ext cx="6324600" cy="1074108"/>
          </a:xfrm>
        </p:spPr>
        <p:txBody>
          <a:bodyPr/>
          <a:lstStyle/>
          <a:p>
            <a:r>
              <a:rPr lang="en-US" sz="3200" dirty="0" smtClean="0"/>
              <a:t>Objectives</a:t>
            </a:r>
            <a:endParaRPr lang="en-US" sz="3200" dirty="0"/>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122756790"/>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5639" y="1229032"/>
            <a:ext cx="8507361" cy="4473678"/>
          </a:xfrm>
        </p:spPr>
        <p:txBody>
          <a:bodyPr>
            <a:normAutofit/>
          </a:bodyPr>
          <a:lstStyle/>
          <a:p>
            <a:pPr marL="342900" indent="-342900">
              <a:buFont typeface="+mj-lt"/>
              <a:buAutoNum type="arabicPeriod"/>
            </a:pPr>
            <a:r>
              <a:rPr lang="en-US" sz="3200" dirty="0" smtClean="0"/>
              <a:t>Why is documenting the requirements?</a:t>
            </a:r>
          </a:p>
          <a:p>
            <a:pPr marL="342900" indent="-342900">
              <a:buFont typeface="+mj-lt"/>
              <a:buAutoNum type="arabicPeriod"/>
            </a:pPr>
            <a:r>
              <a:rPr lang="en-US" sz="3200" dirty="0"/>
              <a:t>The software requirements </a:t>
            </a:r>
            <a:r>
              <a:rPr lang="en-US" sz="3200" dirty="0" smtClean="0"/>
              <a:t>specification.</a:t>
            </a:r>
          </a:p>
          <a:p>
            <a:pPr marL="342900" indent="-342900">
              <a:buFont typeface="+mj-lt"/>
              <a:buAutoNum type="arabicPeriod"/>
            </a:pPr>
            <a:r>
              <a:rPr lang="en-US" sz="3200" dirty="0"/>
              <a:t>A software requirements specification </a:t>
            </a:r>
            <a:r>
              <a:rPr lang="en-US" sz="3200" dirty="0" smtClean="0"/>
              <a:t>template.</a:t>
            </a:r>
          </a:p>
          <a:p>
            <a:pPr marL="342900" indent="-342900">
              <a:buFont typeface="+mj-lt"/>
              <a:buAutoNum type="arabicPeriod"/>
            </a:pPr>
            <a:r>
              <a:rPr lang="en-US" sz="3200" dirty="0"/>
              <a:t>Requirements specification on agile </a:t>
            </a:r>
            <a:r>
              <a:rPr lang="en-US" sz="3200" dirty="0" smtClean="0"/>
              <a:t>projects.</a:t>
            </a:r>
            <a:endParaRPr lang="en-US" sz="3200" dirty="0"/>
          </a:p>
          <a:p>
            <a:pPr marL="342900" indent="-342900">
              <a:buFont typeface="+mj-lt"/>
              <a:buAutoNum type="arabicPeriod"/>
            </a:pPr>
            <a:endParaRPr lang="en-US" sz="3200" dirty="0"/>
          </a:p>
        </p:txBody>
      </p:sp>
      <p:sp>
        <p:nvSpPr>
          <p:cNvPr id="2" name="Title 1"/>
          <p:cNvSpPr>
            <a:spLocks noGrp="1"/>
          </p:cNvSpPr>
          <p:nvPr>
            <p:ph type="title"/>
          </p:nvPr>
        </p:nvSpPr>
        <p:spPr>
          <a:xfrm>
            <a:off x="3853114" y="0"/>
            <a:ext cx="5290886" cy="1071716"/>
          </a:xfrm>
        </p:spPr>
        <p:txBody>
          <a:bodyPr>
            <a:noAutofit/>
          </a:bodyPr>
          <a:lstStyle/>
          <a:p>
            <a:r>
              <a:rPr lang="en-US" dirty="0" smtClean="0"/>
              <a:t/>
            </a:r>
            <a:br>
              <a:rPr lang="en-US" dirty="0" smtClean="0"/>
            </a:br>
            <a:r>
              <a:rPr lang="en-US" dirty="0" smtClean="0"/>
              <a:t>Contents</a:t>
            </a:r>
            <a:br>
              <a:rPr lang="en-US" dirty="0" smtClean="0"/>
            </a:br>
            <a:endParaRPr lang="en-US" dirty="0"/>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1095295875"/>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657" y="1244600"/>
            <a:ext cx="8888361" cy="5130800"/>
          </a:xfrm>
        </p:spPr>
        <p:txBody>
          <a:bodyPr>
            <a:normAutofit fontScale="92500" lnSpcReduction="10000"/>
          </a:bodyPr>
          <a:lstStyle/>
          <a:p>
            <a:r>
              <a:rPr lang="en-US" dirty="0"/>
              <a:t>The result of requirements development is a documented agreement among stakeholders  about the product to be built. </a:t>
            </a:r>
            <a:endParaRPr lang="en-US" dirty="0" smtClean="0"/>
          </a:p>
          <a:p>
            <a:r>
              <a:rPr lang="en-US" dirty="0" smtClean="0"/>
              <a:t>The </a:t>
            </a:r>
            <a:r>
              <a:rPr lang="en-US" dirty="0"/>
              <a:t>product’s functional and nonfunctional requirements often are stored in a software requirements specification, or SRS, which is delivered to those who must design, build, and verify the </a:t>
            </a:r>
            <a:r>
              <a:rPr lang="en-US" dirty="0" smtClean="0"/>
              <a:t>solution.</a:t>
            </a:r>
          </a:p>
          <a:p>
            <a:r>
              <a:rPr lang="en-US" dirty="0" smtClean="0"/>
              <a:t>You </a:t>
            </a:r>
            <a:r>
              <a:rPr lang="en-US" dirty="0"/>
              <a:t>can represent software requirements in several ways, including</a:t>
            </a:r>
            <a:r>
              <a:rPr lang="en-US" dirty="0" smtClean="0"/>
              <a:t>:</a:t>
            </a:r>
          </a:p>
          <a:p>
            <a:pPr lvl="1"/>
            <a:r>
              <a:rPr lang="en-US" dirty="0" smtClean="0"/>
              <a:t> Well-structured </a:t>
            </a:r>
            <a:r>
              <a:rPr lang="en-US" dirty="0"/>
              <a:t>and carefully written natural language</a:t>
            </a:r>
            <a:r>
              <a:rPr lang="en-US" dirty="0" smtClean="0"/>
              <a:t>.</a:t>
            </a:r>
          </a:p>
          <a:p>
            <a:pPr lvl="1"/>
            <a:r>
              <a:rPr lang="en-US" dirty="0" smtClean="0"/>
              <a:t> Visual </a:t>
            </a:r>
            <a:r>
              <a:rPr lang="en-US" dirty="0"/>
              <a:t>models that illustrate transformational processes, system states and </a:t>
            </a:r>
            <a:r>
              <a:rPr lang="en-US" dirty="0" smtClean="0"/>
              <a:t>changes </a:t>
            </a:r>
            <a:r>
              <a:rPr lang="en-US" dirty="0"/>
              <a:t>between them, data relationships, logic flows, and the like. </a:t>
            </a:r>
          </a:p>
          <a:p>
            <a:pPr lvl="1"/>
            <a:r>
              <a:rPr lang="en-US" dirty="0" smtClean="0"/>
              <a:t>Formal </a:t>
            </a:r>
            <a:r>
              <a:rPr lang="en-US" dirty="0"/>
              <a:t>specifications that define requirements by using mathematically precise specification languages. </a:t>
            </a:r>
          </a:p>
        </p:txBody>
      </p:sp>
      <p:sp>
        <p:nvSpPr>
          <p:cNvPr id="2" name="Title 1"/>
          <p:cNvSpPr>
            <a:spLocks noGrp="1"/>
          </p:cNvSpPr>
          <p:nvPr>
            <p:ph type="title"/>
          </p:nvPr>
        </p:nvSpPr>
        <p:spPr>
          <a:xfrm>
            <a:off x="2713703" y="27105"/>
            <a:ext cx="6430297" cy="995450"/>
          </a:xfrm>
        </p:spPr>
        <p:txBody>
          <a:bodyPr>
            <a:noAutofit/>
          </a:bodyPr>
          <a:lstStyle/>
          <a:p>
            <a:r>
              <a:rPr lang="en-US" sz="3200" dirty="0"/>
              <a:t>Why is documenting the requirements</a:t>
            </a:r>
            <a:r>
              <a:rPr lang="en-US" sz="3200" dirty="0" smtClean="0"/>
              <a:t>?</a:t>
            </a:r>
            <a:endParaRPr lang="en-US" sz="3200" dirty="0"/>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4187376403"/>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smtClean="0"/>
              <a:t>The SW requirements specification (SRS) is </a:t>
            </a:r>
            <a:r>
              <a:rPr lang="en-US" dirty="0"/>
              <a:t>sometimes called a </a:t>
            </a:r>
            <a:r>
              <a:rPr lang="en-US" i="1" dirty="0"/>
              <a:t>business  requirements document </a:t>
            </a:r>
            <a:r>
              <a:rPr lang="en-US" dirty="0"/>
              <a:t>(BRD), </a:t>
            </a:r>
            <a:r>
              <a:rPr lang="en-US" i="1" dirty="0"/>
              <a:t>functional specification</a:t>
            </a:r>
            <a:r>
              <a:rPr lang="en-US" dirty="0"/>
              <a:t>, </a:t>
            </a:r>
            <a:r>
              <a:rPr lang="en-US" i="1" dirty="0"/>
              <a:t>product specification</a:t>
            </a:r>
            <a:r>
              <a:rPr lang="en-US" dirty="0"/>
              <a:t>, </a:t>
            </a:r>
            <a:r>
              <a:rPr lang="en-US" i="1" dirty="0"/>
              <a:t>system specification</a:t>
            </a:r>
            <a:r>
              <a:rPr lang="en-US" dirty="0"/>
              <a:t>, or simply  </a:t>
            </a:r>
            <a:r>
              <a:rPr lang="en-US" i="1" dirty="0"/>
              <a:t>requirements document</a:t>
            </a:r>
            <a:r>
              <a:rPr lang="en-US" dirty="0"/>
              <a:t>. </a:t>
            </a:r>
            <a:endParaRPr lang="en-US" dirty="0" smtClean="0"/>
          </a:p>
          <a:p>
            <a:r>
              <a:rPr lang="en-US" dirty="0" smtClean="0"/>
              <a:t>The SRS states the functions and capabilities that a SW system must provide, its characters, and the constraints that it must respect.</a:t>
            </a:r>
          </a:p>
          <a:p>
            <a:r>
              <a:rPr lang="en-US" dirty="0" smtClean="0"/>
              <a:t>The SRS is the basis for subsequent project planning, design, and coding, as well as the foundation for system testing and user documentation. However, it should not contain design, construction, testing or project management details other than known design and implementation constraints.</a:t>
            </a:r>
            <a:endParaRPr lang="en-US" dirty="0"/>
          </a:p>
        </p:txBody>
      </p:sp>
      <p:sp>
        <p:nvSpPr>
          <p:cNvPr id="2" name="Title 1"/>
          <p:cNvSpPr>
            <a:spLocks noGrp="1"/>
          </p:cNvSpPr>
          <p:nvPr>
            <p:ph type="title"/>
          </p:nvPr>
        </p:nvSpPr>
        <p:spPr>
          <a:xfrm>
            <a:off x="2819400" y="27105"/>
            <a:ext cx="6324600" cy="947620"/>
          </a:xfrm>
        </p:spPr>
        <p:txBody>
          <a:bodyPr>
            <a:noAutofit/>
          </a:bodyPr>
          <a:lstStyle/>
          <a:p>
            <a:r>
              <a:rPr lang="en-US" sz="3200" dirty="0"/>
              <a:t>The software requirements </a:t>
            </a:r>
            <a:r>
              <a:rPr lang="en-US" sz="3200" dirty="0" smtClean="0"/>
              <a:t>specification</a:t>
            </a:r>
            <a:endParaRPr lang="en-US" sz="3200" dirty="0"/>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3501066788"/>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smtClean="0"/>
              <a:t>Audiences </a:t>
            </a:r>
            <a:r>
              <a:rPr lang="en-US" dirty="0"/>
              <a:t>rely on the SRS:  </a:t>
            </a:r>
            <a:r>
              <a:rPr lang="en-US" dirty="0" smtClean="0"/>
              <a:t>	</a:t>
            </a:r>
          </a:p>
          <a:p>
            <a:pPr lvl="1"/>
            <a:r>
              <a:rPr lang="en-US" dirty="0" smtClean="0">
                <a:solidFill>
                  <a:srgbClr val="FF0000"/>
                </a:solidFill>
              </a:rPr>
              <a:t>Customers</a:t>
            </a:r>
            <a:r>
              <a:rPr lang="en-US" dirty="0"/>
              <a:t>, </a:t>
            </a:r>
            <a:r>
              <a:rPr lang="en-US" dirty="0" smtClean="0"/>
              <a:t>the marketing department, and sales staff need to know what product they can expect to be delivered.</a:t>
            </a:r>
          </a:p>
          <a:p>
            <a:pPr lvl="1"/>
            <a:r>
              <a:rPr lang="en-US" dirty="0" smtClean="0">
                <a:solidFill>
                  <a:srgbClr val="FF0000"/>
                </a:solidFill>
              </a:rPr>
              <a:t>Project managers </a:t>
            </a:r>
            <a:r>
              <a:rPr lang="en-US" dirty="0" smtClean="0"/>
              <a:t>base their estimate of schedule, effort, and resources on requirements.</a:t>
            </a:r>
          </a:p>
          <a:p>
            <a:pPr lvl="1"/>
            <a:r>
              <a:rPr lang="en-US" dirty="0" smtClean="0">
                <a:solidFill>
                  <a:srgbClr val="FF0000"/>
                </a:solidFill>
              </a:rPr>
              <a:t>Software </a:t>
            </a:r>
            <a:r>
              <a:rPr lang="en-US" dirty="0">
                <a:solidFill>
                  <a:srgbClr val="FF0000"/>
                </a:solidFill>
              </a:rPr>
              <a:t>development teams</a:t>
            </a:r>
            <a:r>
              <a:rPr lang="en-US" dirty="0"/>
              <a:t> </a:t>
            </a:r>
            <a:r>
              <a:rPr lang="en-US" dirty="0" smtClean="0"/>
              <a:t>need to know what to build. </a:t>
            </a:r>
          </a:p>
          <a:p>
            <a:pPr lvl="1"/>
            <a:r>
              <a:rPr lang="en-US" dirty="0" smtClean="0">
                <a:solidFill>
                  <a:srgbClr val="FF0000"/>
                </a:solidFill>
              </a:rPr>
              <a:t>Testers</a:t>
            </a:r>
            <a:r>
              <a:rPr lang="en-US" dirty="0" smtClean="0"/>
              <a:t> use it to develop requirements-based tests, test plans, and test procedures. </a:t>
            </a:r>
          </a:p>
          <a:p>
            <a:pPr lvl="1"/>
            <a:r>
              <a:rPr lang="en-US" dirty="0" smtClean="0">
                <a:solidFill>
                  <a:srgbClr val="FF0000"/>
                </a:solidFill>
              </a:rPr>
              <a:t>Maintenance </a:t>
            </a:r>
            <a:r>
              <a:rPr lang="en-US" dirty="0">
                <a:solidFill>
                  <a:srgbClr val="FF0000"/>
                </a:solidFill>
              </a:rPr>
              <a:t>and support </a:t>
            </a:r>
            <a:r>
              <a:rPr lang="en-US" dirty="0" smtClean="0">
                <a:solidFill>
                  <a:srgbClr val="FF0000"/>
                </a:solidFill>
              </a:rPr>
              <a:t>staff</a:t>
            </a:r>
            <a:r>
              <a:rPr lang="en-US" dirty="0" smtClean="0"/>
              <a:t> use it to understand what each part of the product is supposed to do. </a:t>
            </a:r>
          </a:p>
          <a:p>
            <a:pPr lvl="1"/>
            <a:r>
              <a:rPr lang="en-US" dirty="0" smtClean="0">
                <a:solidFill>
                  <a:srgbClr val="FF0000"/>
                </a:solidFill>
              </a:rPr>
              <a:t>Documentation </a:t>
            </a:r>
            <a:r>
              <a:rPr lang="en-US" dirty="0">
                <a:solidFill>
                  <a:srgbClr val="FF0000"/>
                </a:solidFill>
              </a:rPr>
              <a:t>writers</a:t>
            </a:r>
            <a:r>
              <a:rPr lang="en-US" dirty="0"/>
              <a:t> </a:t>
            </a:r>
            <a:r>
              <a:rPr lang="en-US" dirty="0" smtClean="0"/>
              <a:t>base user manuals and help screens on SRS and the user interface design. </a:t>
            </a:r>
          </a:p>
          <a:p>
            <a:pPr lvl="1"/>
            <a:r>
              <a:rPr lang="en-US" dirty="0" smtClean="0">
                <a:solidFill>
                  <a:srgbClr val="FF0000"/>
                </a:solidFill>
              </a:rPr>
              <a:t>Training </a:t>
            </a:r>
            <a:r>
              <a:rPr lang="en-US" dirty="0">
                <a:solidFill>
                  <a:srgbClr val="FF0000"/>
                </a:solidFill>
              </a:rPr>
              <a:t>personnel </a:t>
            </a:r>
            <a:r>
              <a:rPr lang="en-US" dirty="0" smtClean="0"/>
              <a:t>use it and user documentation to develop educational materials.</a:t>
            </a:r>
          </a:p>
          <a:p>
            <a:pPr lvl="1"/>
            <a:r>
              <a:rPr lang="en-US" dirty="0" smtClean="0">
                <a:solidFill>
                  <a:srgbClr val="FF0000"/>
                </a:solidFill>
              </a:rPr>
              <a:t>Legal </a:t>
            </a:r>
            <a:r>
              <a:rPr lang="en-US" dirty="0">
                <a:solidFill>
                  <a:srgbClr val="FF0000"/>
                </a:solidFill>
              </a:rPr>
              <a:t>staff</a:t>
            </a:r>
            <a:r>
              <a:rPr lang="en-US" dirty="0"/>
              <a:t> </a:t>
            </a:r>
            <a:r>
              <a:rPr lang="en-US" dirty="0" smtClean="0"/>
              <a:t>ensures that the requirements comply with applicable laws and regulations.</a:t>
            </a:r>
          </a:p>
          <a:p>
            <a:pPr lvl="1"/>
            <a:r>
              <a:rPr lang="en-US" dirty="0" smtClean="0">
                <a:solidFill>
                  <a:srgbClr val="FF0000"/>
                </a:solidFill>
              </a:rPr>
              <a:t>Subcontractors</a:t>
            </a:r>
            <a:r>
              <a:rPr lang="en-US" dirty="0" smtClean="0"/>
              <a:t> base their work on – and can be legally held to – the specified requirements. </a:t>
            </a:r>
            <a:endParaRPr lang="en-US" dirty="0"/>
          </a:p>
        </p:txBody>
      </p:sp>
      <p:sp>
        <p:nvSpPr>
          <p:cNvPr id="2" name="Title 1"/>
          <p:cNvSpPr>
            <a:spLocks noGrp="1"/>
          </p:cNvSpPr>
          <p:nvPr>
            <p:ph type="title"/>
          </p:nvPr>
        </p:nvSpPr>
        <p:spPr>
          <a:xfrm>
            <a:off x="2819400" y="27105"/>
            <a:ext cx="6324600" cy="947620"/>
          </a:xfrm>
        </p:spPr>
        <p:txBody>
          <a:bodyPr>
            <a:noAutofit/>
          </a:bodyPr>
          <a:lstStyle/>
          <a:p>
            <a:r>
              <a:rPr lang="en-US" sz="3200" dirty="0"/>
              <a:t>The software requirements </a:t>
            </a:r>
            <a:r>
              <a:rPr lang="en-US" sz="3200" dirty="0" smtClean="0"/>
              <a:t>specification</a:t>
            </a:r>
            <a:endParaRPr lang="en-US" sz="3200" dirty="0"/>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436217904"/>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484" y="1140541"/>
            <a:ext cx="8839200" cy="5456903"/>
          </a:xfrm>
        </p:spPr>
        <p:txBody>
          <a:bodyPr>
            <a:normAutofit fontScale="85000" lnSpcReduction="20000"/>
          </a:bodyPr>
          <a:lstStyle/>
          <a:p>
            <a:r>
              <a:rPr lang="en-US" dirty="0"/>
              <a:t>How many specifications</a:t>
            </a:r>
            <a:r>
              <a:rPr lang="en-US" dirty="0" smtClean="0"/>
              <a:t>? Most projects will create just one SW requirements specification. This is not practical for large projects. Large systems projects often write a system requirements specification, followed by separate SW and perhaps HW requirements specifications.</a:t>
            </a:r>
          </a:p>
          <a:p>
            <a:r>
              <a:rPr lang="en-US" dirty="0" smtClean="0"/>
              <a:t>How to organize and write SRS (detail in page 185)</a:t>
            </a:r>
          </a:p>
          <a:p>
            <a:pPr lvl="1"/>
            <a:r>
              <a:rPr lang="en-US" dirty="0" smtClean="0"/>
              <a:t>Use an appropriate template to organize all the necessary information.</a:t>
            </a:r>
          </a:p>
          <a:p>
            <a:pPr lvl="1"/>
            <a:r>
              <a:rPr lang="en-US" dirty="0" smtClean="0"/>
              <a:t>Label and style sections, subsections, and individual requirements consistently.</a:t>
            </a:r>
          </a:p>
          <a:p>
            <a:pPr lvl="1"/>
            <a:r>
              <a:rPr lang="en-US" dirty="0" smtClean="0"/>
              <a:t>Use visual emphasis (bold, italic, underline, color…)</a:t>
            </a:r>
          </a:p>
          <a:p>
            <a:pPr lvl="1"/>
            <a:r>
              <a:rPr lang="en-US" dirty="0" smtClean="0"/>
              <a:t>Create a table of contents to read clearly.</a:t>
            </a:r>
          </a:p>
          <a:p>
            <a:pPr lvl="1"/>
            <a:r>
              <a:rPr lang="en-US" dirty="0" smtClean="0"/>
              <a:t>Number all figures and tables, give them captions, and refer to them by number.</a:t>
            </a:r>
          </a:p>
          <a:p>
            <a:pPr lvl="1"/>
            <a:r>
              <a:rPr lang="en-US" dirty="0" smtClean="0"/>
              <a:t>If you are using documents, define hyperlinks to let the reader navigate to related information.</a:t>
            </a:r>
          </a:p>
          <a:p>
            <a:pPr lvl="1"/>
            <a:r>
              <a:rPr lang="en-US" dirty="0" smtClean="0"/>
              <a:t>Include visual representations of information when possible to facilitate understanding.</a:t>
            </a:r>
          </a:p>
          <a:p>
            <a:pPr lvl="1"/>
            <a:r>
              <a:rPr lang="en-US" dirty="0" smtClean="0"/>
              <a:t>…</a:t>
            </a:r>
          </a:p>
        </p:txBody>
      </p:sp>
      <p:sp>
        <p:nvSpPr>
          <p:cNvPr id="2" name="Title 1"/>
          <p:cNvSpPr>
            <a:spLocks noGrp="1"/>
          </p:cNvSpPr>
          <p:nvPr>
            <p:ph type="title"/>
          </p:nvPr>
        </p:nvSpPr>
        <p:spPr>
          <a:xfrm>
            <a:off x="2819400" y="27105"/>
            <a:ext cx="6324600" cy="1011120"/>
          </a:xfrm>
        </p:spPr>
        <p:txBody>
          <a:bodyPr>
            <a:noAutofit/>
          </a:bodyPr>
          <a:lstStyle/>
          <a:p>
            <a:r>
              <a:rPr lang="en-US" sz="3200" dirty="0"/>
              <a:t>The software requirements specification</a:t>
            </a:r>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297409564"/>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484" y="1140542"/>
            <a:ext cx="8839200" cy="5215808"/>
          </a:xfrm>
        </p:spPr>
        <p:txBody>
          <a:bodyPr>
            <a:normAutofit fontScale="92500" lnSpcReduction="10000"/>
          </a:bodyPr>
          <a:lstStyle/>
          <a:p>
            <a:r>
              <a:rPr lang="en-US" dirty="0" smtClean="0"/>
              <a:t>Purpose</a:t>
            </a:r>
            <a:r>
              <a:rPr lang="en-US" dirty="0"/>
              <a:t>, how to do</a:t>
            </a:r>
            <a:r>
              <a:rPr lang="en-US" dirty="0" smtClean="0"/>
              <a:t>?</a:t>
            </a:r>
          </a:p>
          <a:p>
            <a:pPr lvl="1"/>
            <a:r>
              <a:rPr lang="en-US" dirty="0"/>
              <a:t>Labeling </a:t>
            </a:r>
            <a:r>
              <a:rPr lang="en-US" dirty="0" smtClean="0"/>
              <a:t>requirements: Every requirement needs a unique and persistent identifier. This allow you to refer to specific requirements in a change request, modification history, cross-reference, or requirements traceability matrix.</a:t>
            </a:r>
          </a:p>
          <a:p>
            <a:pPr lvl="1"/>
            <a:r>
              <a:rPr lang="en-US" dirty="0"/>
              <a:t>Sequence </a:t>
            </a:r>
            <a:r>
              <a:rPr lang="en-US" dirty="0" smtClean="0"/>
              <a:t>number: The simplest approach gives every requirement a unique sequence number, such as UC-9 or FR-26. Commercial requirements management tools assign such an identifier when a user adds a new requirement to the tool’s database.</a:t>
            </a:r>
          </a:p>
          <a:p>
            <a:pPr lvl="1"/>
            <a:r>
              <a:rPr lang="en-US" dirty="0"/>
              <a:t>Hierarchical </a:t>
            </a:r>
            <a:r>
              <a:rPr lang="en-US" dirty="0" smtClean="0"/>
              <a:t>numbering: In the most commonly used convention, if the functional requirements appear in section 3.2 of your SRS, they will all have labels that begin with 3.2.</a:t>
            </a:r>
          </a:p>
          <a:p>
            <a:pPr lvl="1"/>
            <a:r>
              <a:rPr lang="en-US" dirty="0"/>
              <a:t>Hierarchical textual </a:t>
            </a:r>
            <a:r>
              <a:rPr lang="en-US" dirty="0" smtClean="0"/>
              <a:t>tags: are structured, meaningful, and unaffected by adding, deleting, or moving other requirements. </a:t>
            </a:r>
            <a:r>
              <a:rPr lang="en-US" i="1" dirty="0" smtClean="0">
                <a:solidFill>
                  <a:srgbClr val="336699"/>
                </a:solidFill>
              </a:rPr>
              <a:t>EX: </a:t>
            </a:r>
            <a:r>
              <a:rPr lang="en-US" i="1" dirty="0" err="1" smtClean="0">
                <a:solidFill>
                  <a:srgbClr val="336699"/>
                </a:solidFill>
              </a:rPr>
              <a:t>Product.Cart</a:t>
            </a:r>
            <a:r>
              <a:rPr lang="en-US" i="1" dirty="0" smtClean="0">
                <a:solidFill>
                  <a:srgbClr val="336699"/>
                </a:solidFill>
              </a:rPr>
              <a:t>; </a:t>
            </a:r>
            <a:r>
              <a:rPr lang="en-US" i="1" dirty="0" err="1" smtClean="0">
                <a:solidFill>
                  <a:srgbClr val="336699"/>
                </a:solidFill>
              </a:rPr>
              <a:t>Product.Discount.Error</a:t>
            </a:r>
            <a:r>
              <a:rPr lang="en-US" i="1" dirty="0" smtClean="0">
                <a:solidFill>
                  <a:srgbClr val="336699"/>
                </a:solidFill>
              </a:rPr>
              <a:t>; </a:t>
            </a:r>
            <a:r>
              <a:rPr lang="en-US" i="1" dirty="0" err="1" smtClean="0">
                <a:solidFill>
                  <a:srgbClr val="336699"/>
                </a:solidFill>
              </a:rPr>
              <a:t>Product.Shipping</a:t>
            </a:r>
            <a:r>
              <a:rPr lang="en-US" i="1" dirty="0" smtClean="0">
                <a:solidFill>
                  <a:srgbClr val="336699"/>
                </a:solidFill>
              </a:rPr>
              <a:t>;….</a:t>
            </a:r>
            <a:endParaRPr lang="en-US" dirty="0" smtClean="0">
              <a:solidFill>
                <a:srgbClr val="336699"/>
              </a:solidFill>
            </a:endParaRPr>
          </a:p>
        </p:txBody>
      </p:sp>
      <p:sp>
        <p:nvSpPr>
          <p:cNvPr id="2" name="Title 1"/>
          <p:cNvSpPr>
            <a:spLocks noGrp="1"/>
          </p:cNvSpPr>
          <p:nvPr>
            <p:ph type="title"/>
          </p:nvPr>
        </p:nvSpPr>
        <p:spPr>
          <a:xfrm>
            <a:off x="2819400" y="27105"/>
            <a:ext cx="6324600" cy="1011120"/>
          </a:xfrm>
        </p:spPr>
        <p:txBody>
          <a:bodyPr>
            <a:noAutofit/>
          </a:bodyPr>
          <a:lstStyle/>
          <a:p>
            <a:r>
              <a:rPr lang="en-US" sz="3200" dirty="0"/>
              <a:t>The software requirements specification</a:t>
            </a:r>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204722620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484" y="1140542"/>
            <a:ext cx="8839200" cy="5215808"/>
          </a:xfrm>
        </p:spPr>
        <p:txBody>
          <a:bodyPr>
            <a:normAutofit fontScale="92500" lnSpcReduction="10000"/>
          </a:bodyPr>
          <a:lstStyle/>
          <a:p>
            <a:r>
              <a:rPr lang="en-US" dirty="0" smtClean="0"/>
              <a:t>Dealing </a:t>
            </a:r>
            <a:r>
              <a:rPr lang="en-US" dirty="0"/>
              <a:t>with </a:t>
            </a:r>
            <a:r>
              <a:rPr lang="en-US" dirty="0" smtClean="0"/>
              <a:t>incompleteness: Sometimes you know that you lack a piece of information about specific requirement. Use the notation TBD (to be determined) to flag these knowledge gaps. Plan to resolve all TBDs before implementing a set of requirements. </a:t>
            </a:r>
            <a:r>
              <a:rPr lang="en-US" i="1" dirty="0" smtClean="0"/>
              <a:t>Record TBDs and other requirements questions in an issues list to be resolved in the near future.</a:t>
            </a:r>
            <a:endParaRPr lang="en-US" dirty="0" smtClean="0"/>
          </a:p>
          <a:p>
            <a:r>
              <a:rPr lang="en-US" dirty="0"/>
              <a:t>User interfaces and the </a:t>
            </a:r>
            <a:r>
              <a:rPr lang="en-US" dirty="0" smtClean="0"/>
              <a:t>SRS: Incorporating user interface designs in the SRS has both benefits and drawbacks.</a:t>
            </a:r>
          </a:p>
          <a:p>
            <a:pPr lvl="1"/>
            <a:r>
              <a:rPr lang="en-US" dirty="0" smtClean="0"/>
              <a:t>On the plus side, user interfaces with paper prototypes, working mock-ups, wireframes, or simulation tools makes requirements tangible to both users and developers.</a:t>
            </a:r>
          </a:p>
          <a:p>
            <a:pPr lvl="1"/>
            <a:r>
              <a:rPr lang="en-US" dirty="0" smtClean="0"/>
              <a:t>On the negative side, screen images and user interface architectures describe solutions and might not truly be requirements. User interfaces don’t replace written user and functional requirements.</a:t>
            </a:r>
            <a:endParaRPr lang="en-US" dirty="0"/>
          </a:p>
          <a:p>
            <a:pPr lvl="1"/>
            <a:endParaRPr lang="en-US" dirty="0"/>
          </a:p>
        </p:txBody>
      </p:sp>
      <p:sp>
        <p:nvSpPr>
          <p:cNvPr id="2" name="Title 1"/>
          <p:cNvSpPr>
            <a:spLocks noGrp="1"/>
          </p:cNvSpPr>
          <p:nvPr>
            <p:ph type="title"/>
          </p:nvPr>
        </p:nvSpPr>
        <p:spPr>
          <a:xfrm>
            <a:off x="2819400" y="27105"/>
            <a:ext cx="6324600" cy="1011120"/>
          </a:xfrm>
        </p:spPr>
        <p:txBody>
          <a:bodyPr>
            <a:noAutofit/>
          </a:bodyPr>
          <a:lstStyle/>
          <a:p>
            <a:r>
              <a:rPr lang="en-US" sz="3200" dirty="0"/>
              <a:t>The software requirements specification</a:t>
            </a:r>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1235356099"/>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 software requirements specification </a:t>
            </a:r>
            <a:r>
              <a:rPr lang="en-US" dirty="0" smtClean="0"/>
              <a:t>template</a:t>
            </a:r>
            <a:endParaRPr lang="en-US" dirty="0"/>
          </a:p>
        </p:txBody>
      </p:sp>
      <p:pic>
        <p:nvPicPr>
          <p:cNvPr id="4" name="Picture 3"/>
          <p:cNvPicPr>
            <a:picLocks noChangeAspect="1"/>
          </p:cNvPicPr>
          <p:nvPr/>
        </p:nvPicPr>
        <p:blipFill>
          <a:blip r:embed="rId2"/>
          <a:stretch>
            <a:fillRect/>
          </a:stretch>
        </p:blipFill>
        <p:spPr>
          <a:xfrm>
            <a:off x="355600" y="1181013"/>
            <a:ext cx="4346089" cy="4140286"/>
          </a:xfrm>
          <a:prstGeom prst="rect">
            <a:avLst/>
          </a:prstGeom>
        </p:spPr>
      </p:pic>
      <p:pic>
        <p:nvPicPr>
          <p:cNvPr id="5" name="Picture 4"/>
          <p:cNvPicPr>
            <a:picLocks noChangeAspect="1"/>
          </p:cNvPicPr>
          <p:nvPr/>
        </p:nvPicPr>
        <p:blipFill>
          <a:blip r:embed="rId3"/>
          <a:stretch>
            <a:fillRect/>
          </a:stretch>
        </p:blipFill>
        <p:spPr>
          <a:xfrm>
            <a:off x="4801030" y="1181013"/>
            <a:ext cx="4084103" cy="3011741"/>
          </a:xfrm>
          <a:prstGeom prst="rect">
            <a:avLst/>
          </a:prstGeom>
        </p:spPr>
      </p:pic>
      <p:sp>
        <p:nvSpPr>
          <p:cNvPr id="3" name="Footer Placeholder 2"/>
          <p:cNvSpPr>
            <a:spLocks noGrp="1"/>
          </p:cNvSpPr>
          <p:nvPr>
            <p:ph type="ftr" sz="quarter" idx="10"/>
          </p:nvPr>
        </p:nvSpPr>
        <p:spPr/>
        <p:txBody>
          <a:bodyPr/>
          <a:lstStyle/>
          <a:p>
            <a:pPr>
              <a:defRPr/>
            </a:pPr>
            <a:r>
              <a:rPr lang="en-US" smtClean="0"/>
              <a:t>Chapter 10: Documenting the requirements _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
        <p:nvSpPr>
          <p:cNvPr id="7" name="TextBox 6"/>
          <p:cNvSpPr txBox="1"/>
          <p:nvPr/>
        </p:nvSpPr>
        <p:spPr>
          <a:xfrm>
            <a:off x="1288026" y="5849099"/>
            <a:ext cx="5428474" cy="369332"/>
          </a:xfrm>
          <a:prstGeom prst="rect">
            <a:avLst/>
          </a:prstGeom>
          <a:noFill/>
        </p:spPr>
        <p:txBody>
          <a:bodyPr wrap="none" rtlCol="0">
            <a:spAutoFit/>
          </a:bodyPr>
          <a:lstStyle/>
          <a:p>
            <a:r>
              <a:rPr lang="en-US" i="1" dirty="0" smtClean="0">
                <a:solidFill>
                  <a:srgbClr val="336699"/>
                </a:solidFill>
              </a:rPr>
              <a:t>Read from page 190 to page 198 for more information.  </a:t>
            </a:r>
            <a:endParaRPr lang="en-US" i="1" dirty="0">
              <a:solidFill>
                <a:srgbClr val="336699"/>
              </a:solidFill>
            </a:endParaRPr>
          </a:p>
        </p:txBody>
      </p:sp>
    </p:spTree>
    <p:extLst>
      <p:ext uri="{BB962C8B-B14F-4D97-AF65-F5344CB8AC3E}">
        <p14:creationId xmlns:p14="http://schemas.microsoft.com/office/powerpoint/2010/main" val="4264407754"/>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985720"/>
          </a:xfrm>
        </p:spPr>
        <p:txBody>
          <a:bodyPr>
            <a:noAutofit/>
          </a:bodyPr>
          <a:lstStyle/>
          <a:p>
            <a:r>
              <a:rPr lang="en-US" sz="3200" dirty="0"/>
              <a:t>Requirements specification on agile projects</a:t>
            </a:r>
          </a:p>
        </p:txBody>
      </p:sp>
      <p:sp>
        <p:nvSpPr>
          <p:cNvPr id="3" name="Content Placeholder 2"/>
          <p:cNvSpPr>
            <a:spLocks noGrp="1"/>
          </p:cNvSpPr>
          <p:nvPr>
            <p:ph idx="1"/>
          </p:nvPr>
        </p:nvSpPr>
        <p:spPr>
          <a:xfrm>
            <a:off x="235974" y="1091380"/>
            <a:ext cx="8731045" cy="5249095"/>
          </a:xfrm>
        </p:spPr>
        <p:txBody>
          <a:bodyPr>
            <a:normAutofit fontScale="70000" lnSpcReduction="20000"/>
          </a:bodyPr>
          <a:lstStyle/>
          <a:p>
            <a:pPr marL="0" indent="0">
              <a:buNone/>
            </a:pPr>
            <a:r>
              <a:rPr lang="en-US" sz="3100" dirty="0" smtClean="0"/>
              <a:t>Remember the common goal of requirements development: to accumulate a shared understanding of requirements that is </a:t>
            </a:r>
            <a:r>
              <a:rPr lang="en-US" sz="3100" i="1" dirty="0" smtClean="0"/>
              <a:t>good enough </a:t>
            </a:r>
            <a:r>
              <a:rPr lang="en-US" sz="3100" dirty="0" smtClean="0"/>
              <a:t>to allow construction of the next portion of the product to proceed at an acceptable level risk.</a:t>
            </a:r>
          </a:p>
          <a:p>
            <a:pPr marL="0" indent="0">
              <a:buNone/>
            </a:pPr>
            <a:r>
              <a:rPr lang="en-US" sz="3100" dirty="0" smtClean="0"/>
              <a:t>In </a:t>
            </a:r>
            <a:r>
              <a:rPr lang="en-US" sz="3100" dirty="0"/>
              <a:t>agile projects, to document requirements depends on factors including the following:</a:t>
            </a:r>
            <a:endParaRPr lang="en-US" sz="3100" dirty="0" smtClean="0"/>
          </a:p>
          <a:p>
            <a:r>
              <a:rPr lang="en-US" dirty="0" smtClean="0"/>
              <a:t>The </a:t>
            </a:r>
            <a:r>
              <a:rPr lang="en-US" dirty="0"/>
              <a:t>extent to which just-in-time informal verbal and visual communication between customers and developers can supply the necessary details to permit the correct  implementation of each user </a:t>
            </a:r>
            <a:r>
              <a:rPr lang="en-US" dirty="0" smtClean="0"/>
              <a:t>requirement.</a:t>
            </a:r>
          </a:p>
          <a:p>
            <a:r>
              <a:rPr lang="en-US" dirty="0"/>
              <a:t>T</a:t>
            </a:r>
            <a:r>
              <a:rPr lang="en-US" dirty="0" smtClean="0"/>
              <a:t>he </a:t>
            </a:r>
            <a:r>
              <a:rPr lang="en-US" dirty="0"/>
              <a:t>extent to which informal communication methods can keep the team effectively  synchronized across time and </a:t>
            </a:r>
            <a:r>
              <a:rPr lang="en-US" dirty="0" smtClean="0"/>
              <a:t>space.</a:t>
            </a:r>
          </a:p>
          <a:p>
            <a:r>
              <a:rPr lang="en-US" dirty="0" smtClean="0"/>
              <a:t>The </a:t>
            </a:r>
            <a:r>
              <a:rPr lang="en-US" dirty="0"/>
              <a:t>extent to which it is valuable or necessary to retain requirements knowledge for future enhancement, maintenance, application reengineering, verification, </a:t>
            </a:r>
            <a:r>
              <a:rPr lang="en-US" dirty="0" smtClean="0"/>
              <a:t>statutory (</a:t>
            </a:r>
            <a:r>
              <a:rPr lang="en-US" dirty="0" err="1" smtClean="0"/>
              <a:t>ủy</a:t>
            </a:r>
            <a:r>
              <a:rPr lang="en-US" dirty="0" smtClean="0"/>
              <a:t> </a:t>
            </a:r>
            <a:r>
              <a:rPr lang="en-US" dirty="0" err="1" smtClean="0"/>
              <a:t>quyền</a:t>
            </a:r>
            <a:r>
              <a:rPr lang="en-US" dirty="0" smtClean="0"/>
              <a:t> </a:t>
            </a:r>
            <a:r>
              <a:rPr lang="en-US" dirty="0" err="1" smtClean="0"/>
              <a:t>theo</a:t>
            </a:r>
            <a:r>
              <a:rPr lang="en-US" dirty="0" smtClean="0"/>
              <a:t> </a:t>
            </a:r>
            <a:r>
              <a:rPr lang="en-US" dirty="0" err="1" smtClean="0"/>
              <a:t>luật</a:t>
            </a:r>
            <a:r>
              <a:rPr lang="en-US" dirty="0" smtClean="0"/>
              <a:t>) </a:t>
            </a:r>
            <a:r>
              <a:rPr lang="en-US" dirty="0"/>
              <a:t>and audit  </a:t>
            </a:r>
            <a:r>
              <a:rPr lang="en-US" dirty="0" smtClean="0"/>
              <a:t>mandates (</a:t>
            </a:r>
            <a:r>
              <a:rPr lang="en-US" dirty="0" err="1" smtClean="0"/>
              <a:t>kiểm</a:t>
            </a:r>
            <a:r>
              <a:rPr lang="en-US" dirty="0" smtClean="0"/>
              <a:t> </a:t>
            </a:r>
            <a:r>
              <a:rPr lang="en-US" dirty="0" err="1" smtClean="0"/>
              <a:t>toán</a:t>
            </a:r>
            <a:r>
              <a:rPr lang="en-US" dirty="0" smtClean="0"/>
              <a:t>), </a:t>
            </a:r>
            <a:r>
              <a:rPr lang="en-US" dirty="0"/>
              <a:t>product </a:t>
            </a:r>
            <a:r>
              <a:rPr lang="en-US" dirty="0" smtClean="0"/>
              <a:t>certification (</a:t>
            </a:r>
            <a:r>
              <a:rPr lang="en-US" dirty="0" err="1" smtClean="0"/>
              <a:t>chứng</a:t>
            </a:r>
            <a:r>
              <a:rPr lang="en-US" dirty="0" smtClean="0"/>
              <a:t> </a:t>
            </a:r>
            <a:r>
              <a:rPr lang="en-US" dirty="0" err="1" smtClean="0"/>
              <a:t>nhận</a:t>
            </a:r>
            <a:r>
              <a:rPr lang="en-US" dirty="0" smtClean="0"/>
              <a:t> </a:t>
            </a:r>
            <a:r>
              <a:rPr lang="en-US" dirty="0" err="1" smtClean="0"/>
              <a:t>sản</a:t>
            </a:r>
            <a:r>
              <a:rPr lang="en-US" dirty="0" smtClean="0"/>
              <a:t> </a:t>
            </a:r>
            <a:r>
              <a:rPr lang="en-US" dirty="0" err="1" smtClean="0"/>
              <a:t>phẩn</a:t>
            </a:r>
            <a:r>
              <a:rPr lang="en-US" dirty="0" smtClean="0"/>
              <a:t>), </a:t>
            </a:r>
            <a:r>
              <a:rPr lang="en-US" dirty="0"/>
              <a:t>or contractual </a:t>
            </a:r>
            <a:r>
              <a:rPr lang="en-US" dirty="0" smtClean="0"/>
              <a:t>satisfaction.</a:t>
            </a:r>
          </a:p>
          <a:p>
            <a:r>
              <a:rPr lang="en-US" dirty="0" smtClean="0"/>
              <a:t>The </a:t>
            </a:r>
            <a:r>
              <a:rPr lang="en-US" dirty="0"/>
              <a:t>extent to which acceptance tests can serve as effective replacements for descriptions of the expected system capabilities and </a:t>
            </a:r>
            <a:r>
              <a:rPr lang="en-US" dirty="0" smtClean="0"/>
              <a:t>behaviors</a:t>
            </a:r>
          </a:p>
          <a:p>
            <a:r>
              <a:rPr lang="en-US" dirty="0" smtClean="0"/>
              <a:t>The </a:t>
            </a:r>
            <a:r>
              <a:rPr lang="en-US" dirty="0"/>
              <a:t>extent to which human memories can replace written </a:t>
            </a:r>
            <a:r>
              <a:rPr lang="en-US" dirty="0" smtClean="0"/>
              <a:t>representations.</a:t>
            </a:r>
            <a:endParaRPr lang="en-US" dirty="0"/>
          </a:p>
        </p:txBody>
      </p:sp>
      <p:sp>
        <p:nvSpPr>
          <p:cNvPr id="4" name="Footer Placeholder 3"/>
          <p:cNvSpPr>
            <a:spLocks noGrp="1"/>
          </p:cNvSpPr>
          <p:nvPr>
            <p:ph type="ftr" sz="quarter" idx="10"/>
          </p:nvPr>
        </p:nvSpPr>
        <p:spPr/>
        <p:txBody>
          <a:bodyPr/>
          <a:lstStyle/>
          <a:p>
            <a:pPr>
              <a:defRPr/>
            </a:pPr>
            <a:r>
              <a:rPr lang="en-US" smtClean="0"/>
              <a:t>Chapter 10: Documenting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243332191"/>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a:t>
            </a:r>
            <a:r>
              <a:rPr lang="en-US" sz="3200" dirty="0" smtClean="0"/>
              <a:t>10</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98674996"/>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8: Understading user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690141086"/>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2440</TotalTime>
  <Words>1643</Words>
  <Application>Microsoft Office PowerPoint</Application>
  <PresentationFormat>On-screen Show (4:3)</PresentationFormat>
  <Paragraphs>144</Paragraphs>
  <Slides>14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等线</vt:lpstr>
      <vt:lpstr>Tahoma</vt:lpstr>
      <vt:lpstr>1_template</vt:lpstr>
      <vt:lpstr>CHAPTER 10  Documenting the requirements</vt:lpstr>
      <vt:lpstr>Review chapter 9</vt:lpstr>
      <vt:lpstr>Objectives</vt:lpstr>
      <vt:lpstr> Contents </vt:lpstr>
      <vt:lpstr>Why is documenting the requirements?</vt:lpstr>
      <vt:lpstr>The software requirements specification</vt:lpstr>
      <vt:lpstr>The software requirements specification</vt:lpstr>
      <vt:lpstr>The software requirements specification</vt:lpstr>
      <vt:lpstr>The software requirements specification</vt:lpstr>
      <vt:lpstr>The software requirements specification</vt:lpstr>
      <vt:lpstr>A software requirements specification template</vt:lpstr>
      <vt:lpstr>Requirements specification on agile projects</vt:lpstr>
      <vt:lpstr>Review chapter 10</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Documenting the requirements</dc:title>
  <dc:creator>Huong</dc:creator>
  <cp:lastModifiedBy>Huynh Bay</cp:lastModifiedBy>
  <cp:revision>52</cp:revision>
  <dcterms:created xsi:type="dcterms:W3CDTF">2018-04-24T06:39:50Z</dcterms:created>
  <dcterms:modified xsi:type="dcterms:W3CDTF">2020-03-02T09:30:56Z</dcterms:modified>
</cp:coreProperties>
</file>