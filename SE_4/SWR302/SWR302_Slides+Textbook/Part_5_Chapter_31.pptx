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Lst>
  <p:notesMasterIdLst>
    <p:notesMasterId r:id="rId26"/>
  </p:notesMasterIdLst>
  <p:sldIdLst>
    <p:sldId id="257" r:id="rId2"/>
    <p:sldId id="270" r:id="rId3"/>
    <p:sldId id="258" r:id="rId4"/>
    <p:sldId id="259" r:id="rId5"/>
    <p:sldId id="260" r:id="rId6"/>
    <p:sldId id="271" r:id="rId7"/>
    <p:sldId id="272" r:id="rId8"/>
    <p:sldId id="273" r:id="rId9"/>
    <p:sldId id="261" r:id="rId10"/>
    <p:sldId id="262" r:id="rId11"/>
    <p:sldId id="274" r:id="rId12"/>
    <p:sldId id="263" r:id="rId13"/>
    <p:sldId id="275" r:id="rId14"/>
    <p:sldId id="264" r:id="rId15"/>
    <p:sldId id="265" r:id="rId16"/>
    <p:sldId id="276" r:id="rId17"/>
    <p:sldId id="277" r:id="rId18"/>
    <p:sldId id="278" r:id="rId19"/>
    <p:sldId id="279" r:id="rId20"/>
    <p:sldId id="266" r:id="rId21"/>
    <p:sldId id="267" r:id="rId22"/>
    <p:sldId id="268" r:id="rId23"/>
    <p:sldId id="280" r:id="rId24"/>
    <p:sldId id="26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2A79A19-CBEB-406C-A59B-1BA65D048B05}">
          <p14:sldIdLst>
            <p14:sldId id="257"/>
            <p14:sldId id="270"/>
            <p14:sldId id="258"/>
            <p14:sldId id="259"/>
            <p14:sldId id="260"/>
            <p14:sldId id="271"/>
            <p14:sldId id="272"/>
            <p14:sldId id="273"/>
            <p14:sldId id="261"/>
            <p14:sldId id="262"/>
            <p14:sldId id="274"/>
            <p14:sldId id="263"/>
            <p14:sldId id="275"/>
            <p14:sldId id="264"/>
            <p14:sldId id="265"/>
            <p14:sldId id="276"/>
            <p14:sldId id="277"/>
            <p14:sldId id="278"/>
            <p14:sldId id="279"/>
            <p14:sldId id="266"/>
            <p14:sldId id="267"/>
            <p14:sldId id="268"/>
            <p14:sldId id="280"/>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14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30 – Tools for </a:t>
          </a:r>
          <a:r>
            <a:rPr lang="en-US" sz="1600" dirty="0" err="1" smtClean="0"/>
            <a:t>reqs</a:t>
          </a:r>
          <a:r>
            <a:rPr lang="en-US" sz="1600" dirty="0" smtClean="0"/>
            <a:t>. engineering</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9286A5EC-F2A9-487D-8BF1-B96EEEFD636B}">
      <dgm:prSet phldrT="[Text]" custT="1"/>
      <dgm:spPr/>
      <dgm:t>
        <a:bodyPr/>
        <a:lstStyle/>
        <a:p>
          <a:r>
            <a:rPr lang="en-US" sz="1200" dirty="0" smtClean="0"/>
            <a:t>Requirements development tools</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0B0BE489-18FC-4AB8-89F0-E5B83E82DEE3}">
      <dgm:prSet phldrT="[Text]" custT="1"/>
      <dgm:spPr/>
      <dgm:t>
        <a:bodyPr/>
        <a:lstStyle/>
        <a:p>
          <a:r>
            <a:rPr lang="en-US" sz="1200" dirty="0" smtClean="0"/>
            <a:t>Requirements management tools</a:t>
          </a:r>
          <a:endParaRPr lang="en-US" sz="1200" dirty="0"/>
        </a:p>
      </dgm:t>
    </dgm:pt>
    <dgm:pt modelId="{D790EDC8-DBC7-47D9-AD8D-E7CE4F48BB0A}" type="parTrans" cxnId="{6954F8C0-BCB4-46A0-969C-D1E8639FAFCB}">
      <dgm:prSet/>
      <dgm:spPr/>
      <dgm:t>
        <a:bodyPr/>
        <a:lstStyle/>
        <a:p>
          <a:endParaRPr lang="en-US"/>
        </a:p>
      </dgm:t>
    </dgm:pt>
    <dgm:pt modelId="{B707AAE7-D88C-41C7-9B1B-D8B970E4AED3}" type="sibTrans" cxnId="{6954F8C0-BCB4-46A0-969C-D1E8639FAFCB}">
      <dgm:prSet/>
      <dgm:spPr/>
      <dgm:t>
        <a:bodyPr/>
        <a:lstStyle/>
        <a:p>
          <a:endParaRPr lang="en-US"/>
        </a:p>
      </dgm:t>
    </dgm:pt>
    <dgm:pt modelId="{E067647D-6E13-471F-A2DD-E851CCC1CF68}">
      <dgm:prSet phldrT="[Text]" custT="1"/>
      <dgm:spPr/>
      <dgm:t>
        <a:bodyPr/>
        <a:lstStyle/>
        <a:p>
          <a:r>
            <a:rPr lang="en-US" sz="1200" dirty="0" smtClean="0"/>
            <a:t>RM tool capabilities</a:t>
          </a:r>
          <a:endParaRPr lang="en-US" sz="1200" dirty="0"/>
        </a:p>
      </dgm:t>
    </dgm:pt>
    <dgm:pt modelId="{9FD46E75-A48A-45C1-9E9F-A30FB029AFC7}" type="parTrans" cxnId="{A58B3858-09D8-431B-B2B6-24F4AE6476F2}">
      <dgm:prSet/>
      <dgm:spPr/>
      <dgm:t>
        <a:bodyPr/>
        <a:lstStyle/>
        <a:p>
          <a:endParaRPr lang="en-US"/>
        </a:p>
      </dgm:t>
    </dgm:pt>
    <dgm:pt modelId="{30D09A77-47DA-45E5-8199-D74EECBB6FE2}" type="sibTrans" cxnId="{A58B3858-09D8-431B-B2B6-24F4AE6476F2}">
      <dgm:prSet/>
      <dgm:spPr/>
      <dgm:t>
        <a:bodyPr/>
        <a:lstStyle/>
        <a:p>
          <a:endParaRPr lang="en-US"/>
        </a:p>
      </dgm:t>
    </dgm:pt>
    <dgm:pt modelId="{19A68822-21FD-4C82-AE62-61FBE4C45F59}">
      <dgm:prSet phldrT="[Text]" custT="1"/>
      <dgm:spPr/>
      <dgm:t>
        <a:bodyPr/>
        <a:lstStyle/>
        <a:p>
          <a:r>
            <a:rPr lang="en-US" sz="1200" dirty="0" smtClean="0"/>
            <a:t>Selecting and implementing a </a:t>
          </a:r>
          <a:r>
            <a:rPr lang="en-US" sz="1200" dirty="0" err="1" smtClean="0"/>
            <a:t>reqs</a:t>
          </a:r>
          <a:r>
            <a:rPr lang="en-US" sz="1200" dirty="0" smtClean="0"/>
            <a:t> tool</a:t>
          </a:r>
          <a:endParaRPr lang="en-US" sz="1200" dirty="0"/>
        </a:p>
      </dgm:t>
    </dgm:pt>
    <dgm:pt modelId="{685C7F77-9270-488B-8D70-851D387667CA}" type="parTrans" cxnId="{6B5E466C-04AA-4954-A494-AB80FF85D20F}">
      <dgm:prSet/>
      <dgm:spPr/>
      <dgm:t>
        <a:bodyPr/>
        <a:lstStyle/>
        <a:p>
          <a:endParaRPr lang="en-US"/>
        </a:p>
      </dgm:t>
    </dgm:pt>
    <dgm:pt modelId="{0E571DE3-9456-45C1-AB67-4DD0C083EE0D}" type="sibTrans" cxnId="{6B5E466C-04AA-4954-A494-AB80FF85D20F}">
      <dgm:prSet/>
      <dgm:spPr/>
      <dgm:t>
        <a:bodyPr/>
        <a:lstStyle/>
        <a:p>
          <a:endParaRPr lang="en-US"/>
        </a:p>
      </dgm:t>
    </dgm:pt>
    <dgm:pt modelId="{DB906392-DA9C-4D98-8E01-CC8295B30C11}">
      <dgm:prSet phldrT="[Text]" custT="1"/>
      <dgm:spPr/>
      <dgm:t>
        <a:bodyPr/>
        <a:lstStyle/>
        <a:p>
          <a:r>
            <a:rPr lang="en-US" sz="1200" dirty="0" smtClean="0"/>
            <a:t>Benefits of using an RM tool</a:t>
          </a:r>
          <a:endParaRPr lang="en-US" sz="1200" dirty="0"/>
        </a:p>
      </dgm:t>
    </dgm:pt>
    <dgm:pt modelId="{C1F199FE-0BAF-414F-99EC-5864EC6EDAE5}" type="parTrans" cxnId="{65F4E8F1-CBAC-43D0-B025-44A671D2D6B5}">
      <dgm:prSet/>
      <dgm:spPr/>
      <dgm:t>
        <a:bodyPr/>
        <a:lstStyle/>
        <a:p>
          <a:endParaRPr lang="en-US"/>
        </a:p>
      </dgm:t>
    </dgm:pt>
    <dgm:pt modelId="{7097DF7C-8146-415F-B8BD-DCBE163769F1}" type="sibTrans" cxnId="{65F4E8F1-CBAC-43D0-B025-44A671D2D6B5}">
      <dgm:prSet/>
      <dgm:spPr/>
      <dgm:t>
        <a:bodyPr/>
        <a:lstStyle/>
        <a:p>
          <a:endParaRPr lang="en-US"/>
        </a:p>
      </dgm:t>
    </dgm:pt>
    <dgm:pt modelId="{2E42EA02-7F0A-41A6-9FA8-6E8201032568}">
      <dgm:prSet phldrT="[Text]" custT="1"/>
      <dgm:spPr/>
      <dgm:t>
        <a:bodyPr/>
        <a:lstStyle/>
        <a:p>
          <a:r>
            <a:rPr lang="en-US" sz="1200" dirty="0" smtClean="0"/>
            <a:t>Manage versions and changes</a:t>
          </a:r>
          <a:endParaRPr lang="en-US" sz="1200" dirty="0"/>
        </a:p>
      </dgm:t>
    </dgm:pt>
    <dgm:pt modelId="{95FC36E5-A355-403F-9333-EB7EBBC5CA8E}" type="parTrans" cxnId="{A59312AE-D83B-49A0-A228-62988E99F04C}">
      <dgm:prSet/>
      <dgm:spPr/>
      <dgm:t>
        <a:bodyPr/>
        <a:lstStyle/>
        <a:p>
          <a:endParaRPr lang="en-US"/>
        </a:p>
      </dgm:t>
    </dgm:pt>
    <dgm:pt modelId="{0C5C0DF9-0AB1-4D60-A9EE-5E00DB86803D}" type="sibTrans" cxnId="{A59312AE-D83B-49A0-A228-62988E99F04C}">
      <dgm:prSet/>
      <dgm:spPr/>
      <dgm:t>
        <a:bodyPr/>
        <a:lstStyle/>
        <a:p>
          <a:endParaRPr lang="en-US"/>
        </a:p>
      </dgm:t>
    </dgm:pt>
    <dgm:pt modelId="{7C839D19-893E-444F-BC66-38E1A072902D}">
      <dgm:prSet phldrT="[Text]" custT="1"/>
      <dgm:spPr/>
      <dgm:t>
        <a:bodyPr/>
        <a:lstStyle/>
        <a:p>
          <a:r>
            <a:rPr lang="en-US" sz="1200" dirty="0" smtClean="0"/>
            <a:t>Elicitation tools</a:t>
          </a:r>
          <a:endParaRPr lang="en-US" sz="1200" dirty="0"/>
        </a:p>
      </dgm:t>
    </dgm:pt>
    <dgm:pt modelId="{B0A1E639-7820-4EBF-83D7-A40B66A6D4CD}" type="parTrans" cxnId="{D571F958-3B60-4327-86E0-B3E25BB0650D}">
      <dgm:prSet/>
      <dgm:spPr/>
      <dgm:t>
        <a:bodyPr/>
        <a:lstStyle/>
        <a:p>
          <a:endParaRPr lang="en-US"/>
        </a:p>
      </dgm:t>
    </dgm:pt>
    <dgm:pt modelId="{7D46E187-0B28-460E-B9D9-51088447D864}" type="sibTrans" cxnId="{D571F958-3B60-4327-86E0-B3E25BB0650D}">
      <dgm:prSet/>
      <dgm:spPr/>
      <dgm:t>
        <a:bodyPr/>
        <a:lstStyle/>
        <a:p>
          <a:endParaRPr lang="en-US"/>
        </a:p>
      </dgm:t>
    </dgm:pt>
    <dgm:pt modelId="{BF786AF5-1454-4301-99F8-D86B1665C3A8}">
      <dgm:prSet phldrT="[Text]" custT="1"/>
      <dgm:spPr/>
      <dgm:t>
        <a:bodyPr/>
        <a:lstStyle/>
        <a:p>
          <a:r>
            <a:rPr lang="en-US" sz="1200" smtClean="0"/>
            <a:t>Prototyping tools</a:t>
          </a:r>
          <a:endParaRPr lang="en-US" sz="1200" dirty="0"/>
        </a:p>
      </dgm:t>
    </dgm:pt>
    <dgm:pt modelId="{DBCC86AF-5728-46F6-AD06-5B066D803A61}" type="parTrans" cxnId="{074D65B9-F6AE-4EE9-A12D-8D54E3F82F5F}">
      <dgm:prSet/>
      <dgm:spPr/>
      <dgm:t>
        <a:bodyPr/>
        <a:lstStyle/>
        <a:p>
          <a:endParaRPr lang="en-US"/>
        </a:p>
      </dgm:t>
    </dgm:pt>
    <dgm:pt modelId="{60429624-4B82-4988-801D-718D0322446E}" type="sibTrans" cxnId="{074D65B9-F6AE-4EE9-A12D-8D54E3F82F5F}">
      <dgm:prSet/>
      <dgm:spPr/>
      <dgm:t>
        <a:bodyPr/>
        <a:lstStyle/>
        <a:p>
          <a:endParaRPr lang="en-US"/>
        </a:p>
      </dgm:t>
    </dgm:pt>
    <dgm:pt modelId="{C13F53A9-0197-42BD-A09C-17F0B6433C8E}">
      <dgm:prSet phldrT="[Text]" custT="1"/>
      <dgm:spPr/>
      <dgm:t>
        <a:bodyPr/>
        <a:lstStyle/>
        <a:p>
          <a:r>
            <a:rPr lang="en-US" sz="1200" smtClean="0"/>
            <a:t>Modeling tools</a:t>
          </a:r>
          <a:endParaRPr lang="en-US" sz="1200" dirty="0"/>
        </a:p>
      </dgm:t>
    </dgm:pt>
    <dgm:pt modelId="{AC866810-B0CF-48BC-96B8-992DFD8E0FF0}" type="parTrans" cxnId="{4B0A0FE0-EFCD-46BC-8DB3-B9F02D048BCD}">
      <dgm:prSet/>
      <dgm:spPr/>
      <dgm:t>
        <a:bodyPr/>
        <a:lstStyle/>
        <a:p>
          <a:endParaRPr lang="en-US"/>
        </a:p>
      </dgm:t>
    </dgm:pt>
    <dgm:pt modelId="{CBC0A4C8-52D1-4C41-9B74-A2A55E9E694C}" type="sibTrans" cxnId="{4B0A0FE0-EFCD-46BC-8DB3-B9F02D048BCD}">
      <dgm:prSet/>
      <dgm:spPr/>
      <dgm:t>
        <a:bodyPr/>
        <a:lstStyle/>
        <a:p>
          <a:endParaRPr lang="en-US"/>
        </a:p>
      </dgm:t>
    </dgm:pt>
    <dgm:pt modelId="{04BE380C-B15E-4BBC-900C-BB0A17E47183}">
      <dgm:prSet phldrT="[Text]" custT="1"/>
      <dgm:spPr/>
      <dgm:t>
        <a:bodyPr/>
        <a:lstStyle/>
        <a:p>
          <a:r>
            <a:rPr lang="en-US" sz="1200" dirty="0" smtClean="0"/>
            <a:t>Store requirements attributes</a:t>
          </a:r>
          <a:endParaRPr lang="en-US" sz="1200" dirty="0"/>
        </a:p>
      </dgm:t>
    </dgm:pt>
    <dgm:pt modelId="{B0FCBFEC-FFD5-494E-A6E2-7AAEBA74AF34}" type="parTrans" cxnId="{CBC14C74-10D1-432E-A45C-B4C590E0CDE7}">
      <dgm:prSet/>
      <dgm:spPr/>
      <dgm:t>
        <a:bodyPr/>
        <a:lstStyle/>
        <a:p>
          <a:endParaRPr lang="en-US"/>
        </a:p>
      </dgm:t>
    </dgm:pt>
    <dgm:pt modelId="{BB6905C9-668F-455B-836E-7C47E73B4E67}" type="sibTrans" cxnId="{CBC14C74-10D1-432E-A45C-B4C590E0CDE7}">
      <dgm:prSet/>
      <dgm:spPr/>
      <dgm:t>
        <a:bodyPr/>
        <a:lstStyle/>
        <a:p>
          <a:endParaRPr lang="en-US"/>
        </a:p>
      </dgm:t>
    </dgm:pt>
    <dgm:pt modelId="{A4A628A9-0299-4810-9D19-2EC9CB7DB8D0}">
      <dgm:prSet phldrT="[Text]" custT="1"/>
      <dgm:spPr/>
      <dgm:t>
        <a:bodyPr/>
        <a:lstStyle/>
        <a:p>
          <a:r>
            <a:rPr lang="en-US" sz="1200" dirty="0" smtClean="0"/>
            <a:t>Facilitate impact analysis</a:t>
          </a:r>
          <a:endParaRPr lang="en-US" sz="1200" dirty="0"/>
        </a:p>
      </dgm:t>
    </dgm:pt>
    <dgm:pt modelId="{32543D62-E5FC-47F4-B301-E9790F7FEB8C}" type="parTrans" cxnId="{548B2466-5B8B-418B-973B-A963CA1CA42D}">
      <dgm:prSet/>
      <dgm:spPr/>
      <dgm:t>
        <a:bodyPr/>
        <a:lstStyle/>
        <a:p>
          <a:endParaRPr lang="en-US"/>
        </a:p>
      </dgm:t>
    </dgm:pt>
    <dgm:pt modelId="{282AEEFF-15DD-4F0F-860D-6D877F51DE14}" type="sibTrans" cxnId="{548B2466-5B8B-418B-973B-A963CA1CA42D}">
      <dgm:prSet/>
      <dgm:spPr/>
      <dgm:t>
        <a:bodyPr/>
        <a:lstStyle/>
        <a:p>
          <a:endParaRPr lang="en-US"/>
        </a:p>
      </dgm:t>
    </dgm:pt>
    <dgm:pt modelId="{ED4D1A7D-8EAB-4356-9426-D17F0C092720}">
      <dgm:prSet phldrT="[Text]" custT="1"/>
      <dgm:spPr/>
      <dgm:t>
        <a:bodyPr/>
        <a:lstStyle/>
        <a:p>
          <a:r>
            <a:rPr lang="en-US" sz="1200" dirty="0" smtClean="0"/>
            <a:t>Identify missing and extraneous </a:t>
          </a:r>
          <a:r>
            <a:rPr lang="en-US" sz="1200" dirty="0" err="1" smtClean="0"/>
            <a:t>reqs</a:t>
          </a:r>
          <a:endParaRPr lang="en-US" sz="1200" dirty="0"/>
        </a:p>
      </dgm:t>
    </dgm:pt>
    <dgm:pt modelId="{9F7EE958-7BA1-4617-807A-DC215C89DB5C}" type="parTrans" cxnId="{27F4FA01-979D-4560-8A89-527F75147770}">
      <dgm:prSet/>
      <dgm:spPr/>
      <dgm:t>
        <a:bodyPr/>
        <a:lstStyle/>
        <a:p>
          <a:endParaRPr lang="en-US"/>
        </a:p>
      </dgm:t>
    </dgm:pt>
    <dgm:pt modelId="{F4A2F582-A45D-416F-A0CF-BC457F8C45CB}" type="sibTrans" cxnId="{27F4FA01-979D-4560-8A89-527F75147770}">
      <dgm:prSet/>
      <dgm:spPr/>
      <dgm:t>
        <a:bodyPr/>
        <a:lstStyle/>
        <a:p>
          <a:endParaRPr lang="en-US"/>
        </a:p>
      </dgm:t>
    </dgm:pt>
    <dgm:pt modelId="{FA872677-E194-4CF3-9AE7-AE159FA8178B}">
      <dgm:prSet phldrT="[Text]" custT="1"/>
      <dgm:spPr/>
      <dgm:t>
        <a:bodyPr/>
        <a:lstStyle/>
        <a:p>
          <a:r>
            <a:rPr lang="en-US" sz="1200" dirty="0" smtClean="0"/>
            <a:t>Track </a:t>
          </a:r>
          <a:r>
            <a:rPr lang="en-US" sz="1200" dirty="0" err="1" smtClean="0"/>
            <a:t>reqs</a:t>
          </a:r>
          <a:r>
            <a:rPr lang="en-US" sz="1200" dirty="0" smtClean="0"/>
            <a:t> status</a:t>
          </a:r>
          <a:endParaRPr lang="en-US" sz="1200" dirty="0"/>
        </a:p>
      </dgm:t>
    </dgm:pt>
    <dgm:pt modelId="{272BDEDC-2B10-43D8-8289-AF776A8683A0}" type="parTrans" cxnId="{85995162-082D-47FD-9449-A91D3CFC68F3}">
      <dgm:prSet/>
      <dgm:spPr/>
      <dgm:t>
        <a:bodyPr/>
        <a:lstStyle/>
        <a:p>
          <a:endParaRPr lang="en-US"/>
        </a:p>
      </dgm:t>
    </dgm:pt>
    <dgm:pt modelId="{A546FCA1-F80D-46E9-B1A1-D7E017D04201}" type="sibTrans" cxnId="{85995162-082D-47FD-9449-A91D3CFC68F3}">
      <dgm:prSet/>
      <dgm:spPr/>
      <dgm:t>
        <a:bodyPr/>
        <a:lstStyle/>
        <a:p>
          <a:endParaRPr lang="en-US"/>
        </a:p>
      </dgm:t>
    </dgm:pt>
    <dgm:pt modelId="{5D288DA5-7038-413D-B653-A763891A611A}">
      <dgm:prSet phldrT="[Text]" custT="1"/>
      <dgm:spPr/>
      <dgm:t>
        <a:bodyPr/>
        <a:lstStyle/>
        <a:p>
          <a:r>
            <a:rPr lang="en-US" sz="1200" dirty="0" smtClean="0"/>
            <a:t>Control access</a:t>
          </a:r>
          <a:endParaRPr lang="en-US" sz="1200" dirty="0"/>
        </a:p>
      </dgm:t>
    </dgm:pt>
    <dgm:pt modelId="{7352FD30-50F6-4258-B555-7320FCE128E2}" type="parTrans" cxnId="{27740E12-4A4F-4317-ACF3-0E157A9AC0D0}">
      <dgm:prSet/>
      <dgm:spPr/>
      <dgm:t>
        <a:bodyPr/>
        <a:lstStyle/>
        <a:p>
          <a:endParaRPr lang="en-US"/>
        </a:p>
      </dgm:t>
    </dgm:pt>
    <dgm:pt modelId="{07B1DD6E-4F2A-4822-8531-DC4E393B1DC1}" type="sibTrans" cxnId="{27740E12-4A4F-4317-ACF3-0E157A9AC0D0}">
      <dgm:prSet/>
      <dgm:spPr/>
      <dgm:t>
        <a:bodyPr/>
        <a:lstStyle/>
        <a:p>
          <a:endParaRPr lang="en-US"/>
        </a:p>
      </dgm:t>
    </dgm:pt>
    <dgm:pt modelId="{31951068-05FB-4AF1-B6CD-6310CDA39960}">
      <dgm:prSet phldrT="[Text]" custT="1"/>
      <dgm:spPr/>
      <dgm:t>
        <a:bodyPr/>
        <a:lstStyle/>
        <a:p>
          <a:r>
            <a:rPr lang="en-US" sz="1200" dirty="0" smtClean="0"/>
            <a:t>Communicate with stakeholders</a:t>
          </a:r>
          <a:endParaRPr lang="en-US" sz="1200" dirty="0"/>
        </a:p>
      </dgm:t>
    </dgm:pt>
    <dgm:pt modelId="{C00C52DA-E663-48BF-A6EA-FB293D2ED596}" type="parTrans" cxnId="{247BAB93-CD1F-43E1-BF48-31F05B5E1D27}">
      <dgm:prSet/>
      <dgm:spPr/>
      <dgm:t>
        <a:bodyPr/>
        <a:lstStyle/>
        <a:p>
          <a:endParaRPr lang="en-US"/>
        </a:p>
      </dgm:t>
    </dgm:pt>
    <dgm:pt modelId="{754AEAD7-F170-4987-BF0C-E29F529C0785}" type="sibTrans" cxnId="{247BAB93-CD1F-43E1-BF48-31F05B5E1D27}">
      <dgm:prSet/>
      <dgm:spPr/>
      <dgm:t>
        <a:bodyPr/>
        <a:lstStyle/>
        <a:p>
          <a:endParaRPr lang="en-US"/>
        </a:p>
      </dgm:t>
    </dgm:pt>
    <dgm:pt modelId="{4EB0F024-B26E-41BB-8E1C-E84590DF736D}">
      <dgm:prSet phldrT="[Text]" custT="1"/>
      <dgm:spPr/>
      <dgm:t>
        <a:bodyPr/>
        <a:lstStyle/>
        <a:p>
          <a:r>
            <a:rPr lang="en-US" sz="1200" dirty="0" smtClean="0"/>
            <a:t>Reuse </a:t>
          </a:r>
          <a:r>
            <a:rPr lang="en-US" sz="1200" dirty="0" err="1" smtClean="0"/>
            <a:t>reqs</a:t>
          </a:r>
          <a:endParaRPr lang="en-US" sz="1200" dirty="0"/>
        </a:p>
      </dgm:t>
    </dgm:pt>
    <dgm:pt modelId="{CED33BD6-66C9-4399-AE55-56D4A0A0DC79}" type="parTrans" cxnId="{2BCDBAFC-23E6-4D50-BA3D-F682B5CBFE54}">
      <dgm:prSet/>
      <dgm:spPr/>
      <dgm:t>
        <a:bodyPr/>
        <a:lstStyle/>
        <a:p>
          <a:endParaRPr lang="en-US"/>
        </a:p>
      </dgm:t>
    </dgm:pt>
    <dgm:pt modelId="{50997549-DEB1-44E0-AD4F-F460909F5DF0}" type="sibTrans" cxnId="{2BCDBAFC-23E6-4D50-BA3D-F682B5CBFE54}">
      <dgm:prSet/>
      <dgm:spPr/>
      <dgm:t>
        <a:bodyPr/>
        <a:lstStyle/>
        <a:p>
          <a:endParaRPr lang="en-US"/>
        </a:p>
      </dgm:t>
    </dgm:pt>
    <dgm:pt modelId="{BDE2C6E4-EE23-4F94-9C6D-BAAD49191185}">
      <dgm:prSet phldrT="[Text]" custT="1"/>
      <dgm:spPr/>
      <dgm:t>
        <a:bodyPr/>
        <a:lstStyle/>
        <a:p>
          <a:r>
            <a:rPr lang="en-US" sz="1200" dirty="0" smtClean="0"/>
            <a:t>Track issue status</a:t>
          </a:r>
          <a:endParaRPr lang="en-US" sz="1200" dirty="0"/>
        </a:p>
      </dgm:t>
    </dgm:pt>
    <dgm:pt modelId="{AF103FAB-EF0A-4F1A-8ADD-742AB9F67096}" type="parTrans" cxnId="{C7ADA1E0-0ADA-4627-976F-A6517B9E4AFB}">
      <dgm:prSet/>
      <dgm:spPr/>
      <dgm:t>
        <a:bodyPr/>
        <a:lstStyle/>
        <a:p>
          <a:endParaRPr lang="en-US"/>
        </a:p>
      </dgm:t>
    </dgm:pt>
    <dgm:pt modelId="{CB1EFADA-9175-4B48-8151-802032BA13D0}" type="sibTrans" cxnId="{C7ADA1E0-0ADA-4627-976F-A6517B9E4AFB}">
      <dgm:prSet/>
      <dgm:spPr/>
      <dgm:t>
        <a:bodyPr/>
        <a:lstStyle/>
        <a:p>
          <a:endParaRPr lang="en-US"/>
        </a:p>
      </dgm:t>
    </dgm:pt>
    <dgm:pt modelId="{04F9E5AD-5BB4-41D2-95D4-5E0E583084F4}">
      <dgm:prSet phldrT="[Text]" custT="1"/>
      <dgm:spPr/>
      <dgm:t>
        <a:bodyPr/>
        <a:lstStyle/>
        <a:p>
          <a:r>
            <a:rPr lang="en-US" sz="1200" dirty="0" smtClean="0"/>
            <a:t>Generate tailored subsets</a:t>
          </a:r>
          <a:endParaRPr lang="en-US" sz="1200" dirty="0"/>
        </a:p>
      </dgm:t>
    </dgm:pt>
    <dgm:pt modelId="{5818EE86-F20F-4576-8664-7683A1781B91}" type="parTrans" cxnId="{37B6F6F9-9DD4-40B1-95E1-0BF9A2C2A1FE}">
      <dgm:prSet/>
      <dgm:spPr/>
      <dgm:t>
        <a:bodyPr/>
        <a:lstStyle/>
        <a:p>
          <a:endParaRPr lang="en-US"/>
        </a:p>
      </dgm:t>
    </dgm:pt>
    <dgm:pt modelId="{4B4008F4-D84D-4B91-966C-6F2E66D8B404}" type="sibTrans" cxnId="{37B6F6F9-9DD4-40B1-95E1-0BF9A2C2A1FE}">
      <dgm:prSet/>
      <dgm:spPr/>
      <dgm:t>
        <a:bodyPr/>
        <a:lstStyle/>
        <a:p>
          <a:endParaRPr lang="en-US"/>
        </a:p>
      </dgm:t>
    </dgm:pt>
    <dgm:pt modelId="{FAD8C68A-148F-45D5-839B-74F518C323B1}">
      <dgm:prSet phldrT="[Text]" custT="1"/>
      <dgm:spPr/>
      <dgm:t>
        <a:bodyPr/>
        <a:lstStyle/>
        <a:p>
          <a:pPr algn="l"/>
          <a:r>
            <a:rPr lang="en-US" sz="1200" dirty="0" smtClean="0">
              <a:solidFill>
                <a:srgbClr val="003399"/>
              </a:solidFill>
            </a:rPr>
            <a:t>Selecting a tool</a:t>
          </a:r>
          <a:endParaRPr lang="en-US" sz="1200" dirty="0"/>
        </a:p>
      </dgm:t>
    </dgm:pt>
    <dgm:pt modelId="{F4749D64-3362-486E-B7C0-2A4D4AC3F782}" type="parTrans" cxnId="{DCAC6BC1-8C85-48DC-B188-5655111C01AA}">
      <dgm:prSet/>
      <dgm:spPr/>
      <dgm:t>
        <a:bodyPr/>
        <a:lstStyle/>
        <a:p>
          <a:endParaRPr lang="en-US"/>
        </a:p>
      </dgm:t>
    </dgm:pt>
    <dgm:pt modelId="{FE04AAEC-65DF-4176-8F3D-FBB4F12C9BA3}" type="sibTrans" cxnId="{DCAC6BC1-8C85-48DC-B188-5655111C01AA}">
      <dgm:prSet/>
      <dgm:spPr/>
      <dgm:t>
        <a:bodyPr/>
        <a:lstStyle/>
        <a:p>
          <a:endParaRPr lang="en-US"/>
        </a:p>
      </dgm:t>
    </dgm:pt>
    <dgm:pt modelId="{55D06D02-16D5-487C-8E7B-D99AC83B330E}">
      <dgm:prSet phldrT="[Text]" custT="1"/>
      <dgm:spPr/>
      <dgm:t>
        <a:bodyPr/>
        <a:lstStyle/>
        <a:p>
          <a:pPr algn="l"/>
          <a:r>
            <a:rPr lang="en-US" sz="1200" dirty="0" smtClean="0">
              <a:solidFill>
                <a:srgbClr val="003399"/>
              </a:solidFill>
            </a:rPr>
            <a:t>Setting up the tool and processes</a:t>
          </a:r>
          <a:endParaRPr lang="en-US" sz="1200" dirty="0"/>
        </a:p>
      </dgm:t>
    </dgm:pt>
    <dgm:pt modelId="{4ED94479-1ECB-494A-992A-FA0E36F14261}" type="parTrans" cxnId="{146F2DD9-298E-407E-867D-6263F4E81B52}">
      <dgm:prSet/>
      <dgm:spPr/>
      <dgm:t>
        <a:bodyPr/>
        <a:lstStyle/>
        <a:p>
          <a:endParaRPr lang="en-US"/>
        </a:p>
      </dgm:t>
    </dgm:pt>
    <dgm:pt modelId="{2FAD6011-7AFE-44D8-B209-C12FAB59C1A5}" type="sibTrans" cxnId="{146F2DD9-298E-407E-867D-6263F4E81B52}">
      <dgm:prSet/>
      <dgm:spPr/>
      <dgm:t>
        <a:bodyPr/>
        <a:lstStyle/>
        <a:p>
          <a:endParaRPr lang="en-US"/>
        </a:p>
      </dgm:t>
    </dgm:pt>
    <dgm:pt modelId="{BE826C07-39B6-4855-995E-D4737F406E64}">
      <dgm:prSet phldrT="[Text]" custT="1"/>
      <dgm:spPr/>
      <dgm:t>
        <a:bodyPr/>
        <a:lstStyle/>
        <a:p>
          <a:pPr algn="l"/>
          <a:r>
            <a:rPr lang="en-US" sz="1200" smtClean="0">
              <a:solidFill>
                <a:srgbClr val="003399"/>
              </a:solidFill>
            </a:rPr>
            <a:t>Facilitating user adoption</a:t>
          </a:r>
          <a:endParaRPr lang="en-US" sz="1200" dirty="0"/>
        </a:p>
      </dgm:t>
    </dgm:pt>
    <dgm:pt modelId="{A47AAD25-059F-4828-81C3-0C16BBDF368F}" type="parTrans" cxnId="{ADFCBF72-8C54-4D60-99A9-3EF7859AF90F}">
      <dgm:prSet/>
      <dgm:spPr/>
      <dgm:t>
        <a:bodyPr/>
        <a:lstStyle/>
        <a:p>
          <a:endParaRPr lang="en-US"/>
        </a:p>
      </dgm:t>
    </dgm:pt>
    <dgm:pt modelId="{1D965F57-738F-48C5-8C2A-01F689630F9C}" type="sibTrans" cxnId="{ADFCBF72-8C54-4D60-99A9-3EF7859AF90F}">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205779"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312935" custScaleY="198460" custLinFactNeighborX="4006" custLinFactNeighborY="53476">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7E5B4EED-8F8A-44FB-BA06-E88292DE9A10}" type="pres">
      <dgm:prSet presAssocID="{B0A1E639-7820-4EBF-83D7-A40B66A6D4CD}" presName="Name37" presStyleLbl="parChTrans1D3" presStyleIdx="0" presStyleCnt="7"/>
      <dgm:spPr/>
      <dgm:t>
        <a:bodyPr/>
        <a:lstStyle/>
        <a:p>
          <a:endParaRPr lang="en-US"/>
        </a:p>
      </dgm:t>
    </dgm:pt>
    <dgm:pt modelId="{7273551E-4069-4549-8DDF-1954EF17D3B4}" type="pres">
      <dgm:prSet presAssocID="{7C839D19-893E-444F-BC66-38E1A072902D}" presName="hierRoot2" presStyleCnt="0">
        <dgm:presLayoutVars>
          <dgm:hierBranch val="init"/>
        </dgm:presLayoutVars>
      </dgm:prSet>
      <dgm:spPr/>
    </dgm:pt>
    <dgm:pt modelId="{5090A920-C971-4BBC-86CE-457A206CFA3A}" type="pres">
      <dgm:prSet presAssocID="{7C839D19-893E-444F-BC66-38E1A072902D}" presName="rootComposite" presStyleCnt="0"/>
      <dgm:spPr/>
    </dgm:pt>
    <dgm:pt modelId="{C6FAE040-2A5A-4E02-94DD-A745D018122F}" type="pres">
      <dgm:prSet presAssocID="{7C839D19-893E-444F-BC66-38E1A072902D}" presName="rootText" presStyleLbl="node3" presStyleIdx="0" presStyleCnt="7" custScaleX="199634" custScaleY="112764" custLinFactNeighborY="60813">
        <dgm:presLayoutVars>
          <dgm:chPref val="3"/>
        </dgm:presLayoutVars>
      </dgm:prSet>
      <dgm:spPr/>
      <dgm:t>
        <a:bodyPr/>
        <a:lstStyle/>
        <a:p>
          <a:endParaRPr lang="en-US"/>
        </a:p>
      </dgm:t>
    </dgm:pt>
    <dgm:pt modelId="{7C244878-274A-428A-82EF-793EAA6A8212}" type="pres">
      <dgm:prSet presAssocID="{7C839D19-893E-444F-BC66-38E1A072902D}" presName="rootConnector" presStyleLbl="node3" presStyleIdx="0" presStyleCnt="7"/>
      <dgm:spPr/>
      <dgm:t>
        <a:bodyPr/>
        <a:lstStyle/>
        <a:p>
          <a:endParaRPr lang="en-US"/>
        </a:p>
      </dgm:t>
    </dgm:pt>
    <dgm:pt modelId="{1714A8E4-5EA8-4AA1-A52A-26022F7A450C}" type="pres">
      <dgm:prSet presAssocID="{7C839D19-893E-444F-BC66-38E1A072902D}" presName="hierChild4" presStyleCnt="0"/>
      <dgm:spPr/>
    </dgm:pt>
    <dgm:pt modelId="{10541011-2494-46ED-BA3E-E75873803913}" type="pres">
      <dgm:prSet presAssocID="{7C839D19-893E-444F-BC66-38E1A072902D}" presName="hierChild5" presStyleCnt="0"/>
      <dgm:spPr/>
    </dgm:pt>
    <dgm:pt modelId="{CE3C8DF7-9CB2-47F0-A42C-554D5D6B5498}" type="pres">
      <dgm:prSet presAssocID="{DBCC86AF-5728-46F6-AD06-5B066D803A61}" presName="Name37" presStyleLbl="parChTrans1D3" presStyleIdx="1" presStyleCnt="7"/>
      <dgm:spPr/>
      <dgm:t>
        <a:bodyPr/>
        <a:lstStyle/>
        <a:p>
          <a:endParaRPr lang="en-US"/>
        </a:p>
      </dgm:t>
    </dgm:pt>
    <dgm:pt modelId="{77BAFC8B-1A93-46D0-95A3-BC9F47D8073B}" type="pres">
      <dgm:prSet presAssocID="{BF786AF5-1454-4301-99F8-D86B1665C3A8}" presName="hierRoot2" presStyleCnt="0">
        <dgm:presLayoutVars>
          <dgm:hierBranch val="init"/>
        </dgm:presLayoutVars>
      </dgm:prSet>
      <dgm:spPr/>
    </dgm:pt>
    <dgm:pt modelId="{67A8194D-CE80-43DE-A481-0C652A768422}" type="pres">
      <dgm:prSet presAssocID="{BF786AF5-1454-4301-99F8-D86B1665C3A8}" presName="rootComposite" presStyleCnt="0"/>
      <dgm:spPr/>
    </dgm:pt>
    <dgm:pt modelId="{D051AD6C-BD44-4B30-BAA8-766706739534}" type="pres">
      <dgm:prSet presAssocID="{BF786AF5-1454-4301-99F8-D86B1665C3A8}" presName="rootText" presStyleLbl="node3" presStyleIdx="1" presStyleCnt="7" custScaleX="199634" custScaleY="112764" custLinFactNeighborY="60813">
        <dgm:presLayoutVars>
          <dgm:chPref val="3"/>
        </dgm:presLayoutVars>
      </dgm:prSet>
      <dgm:spPr/>
      <dgm:t>
        <a:bodyPr/>
        <a:lstStyle/>
        <a:p>
          <a:endParaRPr lang="en-US"/>
        </a:p>
      </dgm:t>
    </dgm:pt>
    <dgm:pt modelId="{82DD5E05-6F70-43B9-B33F-EB9E97675CB4}" type="pres">
      <dgm:prSet presAssocID="{BF786AF5-1454-4301-99F8-D86B1665C3A8}" presName="rootConnector" presStyleLbl="node3" presStyleIdx="1" presStyleCnt="7"/>
      <dgm:spPr/>
      <dgm:t>
        <a:bodyPr/>
        <a:lstStyle/>
        <a:p>
          <a:endParaRPr lang="en-US"/>
        </a:p>
      </dgm:t>
    </dgm:pt>
    <dgm:pt modelId="{D66BB385-F612-40C5-A75D-32A8B0E65F9B}" type="pres">
      <dgm:prSet presAssocID="{BF786AF5-1454-4301-99F8-D86B1665C3A8}" presName="hierChild4" presStyleCnt="0"/>
      <dgm:spPr/>
    </dgm:pt>
    <dgm:pt modelId="{6E8B4A6C-1070-46D9-B551-69F49D1C0DC0}" type="pres">
      <dgm:prSet presAssocID="{BF786AF5-1454-4301-99F8-D86B1665C3A8}" presName="hierChild5" presStyleCnt="0"/>
      <dgm:spPr/>
    </dgm:pt>
    <dgm:pt modelId="{E4636C06-AABB-4991-99EF-D519C9F01F26}" type="pres">
      <dgm:prSet presAssocID="{AC866810-B0CF-48BC-96B8-992DFD8E0FF0}" presName="Name37" presStyleLbl="parChTrans1D3" presStyleIdx="2" presStyleCnt="7"/>
      <dgm:spPr/>
      <dgm:t>
        <a:bodyPr/>
        <a:lstStyle/>
        <a:p>
          <a:endParaRPr lang="en-US"/>
        </a:p>
      </dgm:t>
    </dgm:pt>
    <dgm:pt modelId="{48E9BED8-2671-4DE8-9479-797DE4AA6444}" type="pres">
      <dgm:prSet presAssocID="{C13F53A9-0197-42BD-A09C-17F0B6433C8E}" presName="hierRoot2" presStyleCnt="0">
        <dgm:presLayoutVars>
          <dgm:hierBranch val="init"/>
        </dgm:presLayoutVars>
      </dgm:prSet>
      <dgm:spPr/>
    </dgm:pt>
    <dgm:pt modelId="{238E99CA-C072-4BC0-8AA5-0C6B0C916672}" type="pres">
      <dgm:prSet presAssocID="{C13F53A9-0197-42BD-A09C-17F0B6433C8E}" presName="rootComposite" presStyleCnt="0"/>
      <dgm:spPr/>
    </dgm:pt>
    <dgm:pt modelId="{2CF404F2-0ACA-4C8A-B4A0-A3CC582C9107}" type="pres">
      <dgm:prSet presAssocID="{C13F53A9-0197-42BD-A09C-17F0B6433C8E}" presName="rootText" presStyleLbl="node3" presStyleIdx="2" presStyleCnt="7" custScaleX="199634" custScaleY="112764" custLinFactNeighborY="60813">
        <dgm:presLayoutVars>
          <dgm:chPref val="3"/>
        </dgm:presLayoutVars>
      </dgm:prSet>
      <dgm:spPr/>
      <dgm:t>
        <a:bodyPr/>
        <a:lstStyle/>
        <a:p>
          <a:endParaRPr lang="en-US"/>
        </a:p>
      </dgm:t>
    </dgm:pt>
    <dgm:pt modelId="{6E87612E-C982-4B08-BE76-332DBA145DD3}" type="pres">
      <dgm:prSet presAssocID="{C13F53A9-0197-42BD-A09C-17F0B6433C8E}" presName="rootConnector" presStyleLbl="node3" presStyleIdx="2" presStyleCnt="7"/>
      <dgm:spPr/>
      <dgm:t>
        <a:bodyPr/>
        <a:lstStyle/>
        <a:p>
          <a:endParaRPr lang="en-US"/>
        </a:p>
      </dgm:t>
    </dgm:pt>
    <dgm:pt modelId="{4CB63330-2DB3-433F-ABC0-BBA61091E2A5}" type="pres">
      <dgm:prSet presAssocID="{C13F53A9-0197-42BD-A09C-17F0B6433C8E}" presName="hierChild4" presStyleCnt="0"/>
      <dgm:spPr/>
    </dgm:pt>
    <dgm:pt modelId="{4BFC675F-FE74-4B72-A967-4EDBFEF74FDF}" type="pres">
      <dgm:prSet presAssocID="{C13F53A9-0197-42BD-A09C-17F0B6433C8E}" presName="hierChild5" presStyleCnt="0"/>
      <dgm:spPr/>
    </dgm:pt>
    <dgm:pt modelId="{C5C54053-3A12-46C3-BAAB-BDE4C3102748}" type="pres">
      <dgm:prSet presAssocID="{9286A5EC-F2A9-487D-8BF1-B96EEEFD636B}" presName="hierChild5" presStyleCnt="0"/>
      <dgm:spPr/>
    </dgm:pt>
    <dgm:pt modelId="{270151AE-D139-40DF-A603-F0B3F7DDDC4D}" type="pres">
      <dgm:prSet presAssocID="{D790EDC8-DBC7-47D9-AD8D-E7CE4F48BB0A}" presName="Name37" presStyleLbl="parChTrans1D2" presStyleIdx="1" presStyleCnt="4"/>
      <dgm:spPr/>
      <dgm:t>
        <a:bodyPr/>
        <a:lstStyle/>
        <a:p>
          <a:endParaRPr lang="en-US"/>
        </a:p>
      </dgm:t>
    </dgm:pt>
    <dgm:pt modelId="{5E7476B3-AD7E-4825-A023-25C6BDFD35CA}" type="pres">
      <dgm:prSet presAssocID="{0B0BE489-18FC-4AB8-89F0-E5B83E82DEE3}" presName="hierRoot2" presStyleCnt="0">
        <dgm:presLayoutVars>
          <dgm:hierBranch val="init"/>
        </dgm:presLayoutVars>
      </dgm:prSet>
      <dgm:spPr/>
    </dgm:pt>
    <dgm:pt modelId="{132C54E8-DB97-4D17-8179-D1BC98F5D07C}" type="pres">
      <dgm:prSet presAssocID="{0B0BE489-18FC-4AB8-89F0-E5B83E82DEE3}" presName="rootComposite" presStyleCnt="0"/>
      <dgm:spPr/>
    </dgm:pt>
    <dgm:pt modelId="{F3605272-BB3C-482A-BD0E-4FF39B81FDEE}" type="pres">
      <dgm:prSet presAssocID="{0B0BE489-18FC-4AB8-89F0-E5B83E82DEE3}" presName="rootText" presStyleLbl="node2" presStyleIdx="1" presStyleCnt="4" custScaleX="286894" custScaleY="190629" custLinFactNeighborX="-2715" custLinFactNeighborY="53523">
        <dgm:presLayoutVars>
          <dgm:chPref val="3"/>
        </dgm:presLayoutVars>
      </dgm:prSet>
      <dgm:spPr/>
      <dgm:t>
        <a:bodyPr/>
        <a:lstStyle/>
        <a:p>
          <a:endParaRPr lang="en-US"/>
        </a:p>
      </dgm:t>
    </dgm:pt>
    <dgm:pt modelId="{80D30C1D-7614-46E9-A72C-A8C7C4CE7688}" type="pres">
      <dgm:prSet presAssocID="{0B0BE489-18FC-4AB8-89F0-E5B83E82DEE3}" presName="rootConnector" presStyleLbl="node2" presStyleIdx="1" presStyleCnt="4"/>
      <dgm:spPr/>
      <dgm:t>
        <a:bodyPr/>
        <a:lstStyle/>
        <a:p>
          <a:endParaRPr lang="en-US"/>
        </a:p>
      </dgm:t>
    </dgm:pt>
    <dgm:pt modelId="{52A2A06A-EC5A-449C-89CB-5D43FB38563B}" type="pres">
      <dgm:prSet presAssocID="{0B0BE489-18FC-4AB8-89F0-E5B83E82DEE3}" presName="hierChild4" presStyleCnt="0"/>
      <dgm:spPr/>
    </dgm:pt>
    <dgm:pt modelId="{ECEFB9B2-CE4C-4608-BF38-6485765BC653}" type="pres">
      <dgm:prSet presAssocID="{C1F199FE-0BAF-414F-99EC-5864EC6EDAE5}" presName="Name37" presStyleLbl="parChTrans1D3" presStyleIdx="3" presStyleCnt="7"/>
      <dgm:spPr/>
      <dgm:t>
        <a:bodyPr/>
        <a:lstStyle/>
        <a:p>
          <a:endParaRPr lang="en-US"/>
        </a:p>
      </dgm:t>
    </dgm:pt>
    <dgm:pt modelId="{F4C60C3F-28D7-4586-AEEE-E03A458E7FE9}" type="pres">
      <dgm:prSet presAssocID="{DB906392-DA9C-4D98-8E01-CC8295B30C11}" presName="hierRoot2" presStyleCnt="0">
        <dgm:presLayoutVars>
          <dgm:hierBranch val="init"/>
        </dgm:presLayoutVars>
      </dgm:prSet>
      <dgm:spPr/>
    </dgm:pt>
    <dgm:pt modelId="{34418CDC-F3AD-4570-A5BF-92AFD8028217}" type="pres">
      <dgm:prSet presAssocID="{DB906392-DA9C-4D98-8E01-CC8295B30C11}" presName="rootComposite" presStyleCnt="0"/>
      <dgm:spPr/>
    </dgm:pt>
    <dgm:pt modelId="{81BB6144-22DD-4A1E-8B7C-EB6FE8973CCE}" type="pres">
      <dgm:prSet presAssocID="{DB906392-DA9C-4D98-8E01-CC8295B30C11}" presName="rootText" presStyleLbl="node3" presStyleIdx="3" presStyleCnt="7" custScaleX="382177" custScaleY="97346" custLinFactNeighborX="27494" custLinFactNeighborY="97836">
        <dgm:presLayoutVars>
          <dgm:chPref val="3"/>
        </dgm:presLayoutVars>
      </dgm:prSet>
      <dgm:spPr/>
      <dgm:t>
        <a:bodyPr/>
        <a:lstStyle/>
        <a:p>
          <a:endParaRPr lang="en-US"/>
        </a:p>
      </dgm:t>
    </dgm:pt>
    <dgm:pt modelId="{A5B55971-F26F-440D-A7F3-DD207109A622}" type="pres">
      <dgm:prSet presAssocID="{DB906392-DA9C-4D98-8E01-CC8295B30C11}" presName="rootConnector" presStyleLbl="node3" presStyleIdx="3" presStyleCnt="7"/>
      <dgm:spPr/>
      <dgm:t>
        <a:bodyPr/>
        <a:lstStyle/>
        <a:p>
          <a:endParaRPr lang="en-US"/>
        </a:p>
      </dgm:t>
    </dgm:pt>
    <dgm:pt modelId="{87C9A6F9-590C-4132-BB0A-3204D8736BA9}" type="pres">
      <dgm:prSet presAssocID="{DB906392-DA9C-4D98-8E01-CC8295B30C11}" presName="hierChild4" presStyleCnt="0"/>
      <dgm:spPr/>
    </dgm:pt>
    <dgm:pt modelId="{CFD3905E-2ADE-45B3-ADD2-2211418CC78A}" type="pres">
      <dgm:prSet presAssocID="{95FC36E5-A355-403F-9333-EB7EBBC5CA8E}" presName="Name37" presStyleLbl="parChTrans1D4" presStyleIdx="0" presStyleCnt="10"/>
      <dgm:spPr/>
      <dgm:t>
        <a:bodyPr/>
        <a:lstStyle/>
        <a:p>
          <a:endParaRPr lang="en-US"/>
        </a:p>
      </dgm:t>
    </dgm:pt>
    <dgm:pt modelId="{49F5EB92-94A9-48C9-AC7E-8E2768AA4757}" type="pres">
      <dgm:prSet presAssocID="{2E42EA02-7F0A-41A6-9FA8-6E8201032568}" presName="hierRoot2" presStyleCnt="0">
        <dgm:presLayoutVars>
          <dgm:hierBranch val="init"/>
        </dgm:presLayoutVars>
      </dgm:prSet>
      <dgm:spPr/>
    </dgm:pt>
    <dgm:pt modelId="{1B75FEA9-DE0B-4E98-9215-9C0B90166B74}" type="pres">
      <dgm:prSet presAssocID="{2E42EA02-7F0A-41A6-9FA8-6E8201032568}" presName="rootComposite" presStyleCnt="0"/>
      <dgm:spPr/>
    </dgm:pt>
    <dgm:pt modelId="{03C963D2-2D6B-40A7-9687-491A33C44FCB}" type="pres">
      <dgm:prSet presAssocID="{2E42EA02-7F0A-41A6-9FA8-6E8201032568}" presName="rootText" presStyleLbl="node4" presStyleIdx="0" presStyleCnt="10" custScaleX="380034" custScaleY="82980" custLinFactNeighborX="-2646" custLinFactNeighborY="92268">
        <dgm:presLayoutVars>
          <dgm:chPref val="3"/>
        </dgm:presLayoutVars>
      </dgm:prSet>
      <dgm:spPr/>
      <dgm:t>
        <a:bodyPr/>
        <a:lstStyle/>
        <a:p>
          <a:endParaRPr lang="en-US"/>
        </a:p>
      </dgm:t>
    </dgm:pt>
    <dgm:pt modelId="{0178EDF2-DABE-452E-B4DC-68203A36C2D1}" type="pres">
      <dgm:prSet presAssocID="{2E42EA02-7F0A-41A6-9FA8-6E8201032568}" presName="rootConnector" presStyleLbl="node4" presStyleIdx="0" presStyleCnt="10"/>
      <dgm:spPr/>
      <dgm:t>
        <a:bodyPr/>
        <a:lstStyle/>
        <a:p>
          <a:endParaRPr lang="en-US"/>
        </a:p>
      </dgm:t>
    </dgm:pt>
    <dgm:pt modelId="{37406630-6005-4440-B0E3-D702928EB6FD}" type="pres">
      <dgm:prSet presAssocID="{2E42EA02-7F0A-41A6-9FA8-6E8201032568}" presName="hierChild4" presStyleCnt="0"/>
      <dgm:spPr/>
    </dgm:pt>
    <dgm:pt modelId="{40CAD87D-A17B-4CDA-9C0B-5B58936A7155}" type="pres">
      <dgm:prSet presAssocID="{2E42EA02-7F0A-41A6-9FA8-6E8201032568}" presName="hierChild5" presStyleCnt="0"/>
      <dgm:spPr/>
    </dgm:pt>
    <dgm:pt modelId="{E9B6B411-9DFF-4DE1-82E6-F179FA5424C9}" type="pres">
      <dgm:prSet presAssocID="{B0FCBFEC-FFD5-494E-A6E2-7AAEBA74AF34}" presName="Name37" presStyleLbl="parChTrans1D4" presStyleIdx="1" presStyleCnt="10"/>
      <dgm:spPr/>
      <dgm:t>
        <a:bodyPr/>
        <a:lstStyle/>
        <a:p>
          <a:endParaRPr lang="en-US"/>
        </a:p>
      </dgm:t>
    </dgm:pt>
    <dgm:pt modelId="{C7589B1A-3F6B-48F1-A5C9-6440967C450D}" type="pres">
      <dgm:prSet presAssocID="{04BE380C-B15E-4BBC-900C-BB0A17E47183}" presName="hierRoot2" presStyleCnt="0">
        <dgm:presLayoutVars>
          <dgm:hierBranch val="init"/>
        </dgm:presLayoutVars>
      </dgm:prSet>
      <dgm:spPr/>
    </dgm:pt>
    <dgm:pt modelId="{55620A4C-0C50-439B-B914-20D504280D13}" type="pres">
      <dgm:prSet presAssocID="{04BE380C-B15E-4BBC-900C-BB0A17E47183}" presName="rootComposite" presStyleCnt="0"/>
      <dgm:spPr/>
    </dgm:pt>
    <dgm:pt modelId="{D9BDE42E-10CE-4D02-9F39-52519EFCCDA3}" type="pres">
      <dgm:prSet presAssocID="{04BE380C-B15E-4BBC-900C-BB0A17E47183}" presName="rootText" presStyleLbl="node4" presStyleIdx="1" presStyleCnt="10" custScaleX="374056" custScaleY="92560" custLinFactNeighborY="82986">
        <dgm:presLayoutVars>
          <dgm:chPref val="3"/>
        </dgm:presLayoutVars>
      </dgm:prSet>
      <dgm:spPr/>
      <dgm:t>
        <a:bodyPr/>
        <a:lstStyle/>
        <a:p>
          <a:endParaRPr lang="en-US"/>
        </a:p>
      </dgm:t>
    </dgm:pt>
    <dgm:pt modelId="{0B6DBCB2-5F5C-43F4-882D-10B9D7CC125F}" type="pres">
      <dgm:prSet presAssocID="{04BE380C-B15E-4BBC-900C-BB0A17E47183}" presName="rootConnector" presStyleLbl="node4" presStyleIdx="1" presStyleCnt="10"/>
      <dgm:spPr/>
      <dgm:t>
        <a:bodyPr/>
        <a:lstStyle/>
        <a:p>
          <a:endParaRPr lang="en-US"/>
        </a:p>
      </dgm:t>
    </dgm:pt>
    <dgm:pt modelId="{C7400966-13DF-444A-AAAE-71ABF1730E24}" type="pres">
      <dgm:prSet presAssocID="{04BE380C-B15E-4BBC-900C-BB0A17E47183}" presName="hierChild4" presStyleCnt="0"/>
      <dgm:spPr/>
    </dgm:pt>
    <dgm:pt modelId="{98698D63-BD1E-4A60-9F83-7EB693E5751A}" type="pres">
      <dgm:prSet presAssocID="{04BE380C-B15E-4BBC-900C-BB0A17E47183}" presName="hierChild5" presStyleCnt="0"/>
      <dgm:spPr/>
    </dgm:pt>
    <dgm:pt modelId="{01A30BFD-9BEB-4B2C-9AC4-88921CD8B269}" type="pres">
      <dgm:prSet presAssocID="{32543D62-E5FC-47F4-B301-E9790F7FEB8C}" presName="Name37" presStyleLbl="parChTrans1D4" presStyleIdx="2" presStyleCnt="10"/>
      <dgm:spPr/>
      <dgm:t>
        <a:bodyPr/>
        <a:lstStyle/>
        <a:p>
          <a:endParaRPr lang="en-US"/>
        </a:p>
      </dgm:t>
    </dgm:pt>
    <dgm:pt modelId="{059A64BA-403C-4AC8-B909-98E0C2F2A55F}" type="pres">
      <dgm:prSet presAssocID="{A4A628A9-0299-4810-9D19-2EC9CB7DB8D0}" presName="hierRoot2" presStyleCnt="0">
        <dgm:presLayoutVars>
          <dgm:hierBranch val="init"/>
        </dgm:presLayoutVars>
      </dgm:prSet>
      <dgm:spPr/>
    </dgm:pt>
    <dgm:pt modelId="{0BDF6719-454E-4D99-8DC1-2C12688BBABA}" type="pres">
      <dgm:prSet presAssocID="{A4A628A9-0299-4810-9D19-2EC9CB7DB8D0}" presName="rootComposite" presStyleCnt="0"/>
      <dgm:spPr/>
    </dgm:pt>
    <dgm:pt modelId="{5FF13469-9D35-4BE5-BD73-1F71F9B5AA17}" type="pres">
      <dgm:prSet presAssocID="{A4A628A9-0299-4810-9D19-2EC9CB7DB8D0}" presName="rootText" presStyleLbl="node4" presStyleIdx="2" presStyleCnt="10" custScaleX="377409" custScaleY="88025" custLinFactNeighborY="62690">
        <dgm:presLayoutVars>
          <dgm:chPref val="3"/>
        </dgm:presLayoutVars>
      </dgm:prSet>
      <dgm:spPr/>
      <dgm:t>
        <a:bodyPr/>
        <a:lstStyle/>
        <a:p>
          <a:endParaRPr lang="en-US"/>
        </a:p>
      </dgm:t>
    </dgm:pt>
    <dgm:pt modelId="{EF919B31-016F-46D1-9F83-DE2A8A7785DE}" type="pres">
      <dgm:prSet presAssocID="{A4A628A9-0299-4810-9D19-2EC9CB7DB8D0}" presName="rootConnector" presStyleLbl="node4" presStyleIdx="2" presStyleCnt="10"/>
      <dgm:spPr/>
      <dgm:t>
        <a:bodyPr/>
        <a:lstStyle/>
        <a:p>
          <a:endParaRPr lang="en-US"/>
        </a:p>
      </dgm:t>
    </dgm:pt>
    <dgm:pt modelId="{E85CC6A4-FAF6-44FD-8442-878415A05B38}" type="pres">
      <dgm:prSet presAssocID="{A4A628A9-0299-4810-9D19-2EC9CB7DB8D0}" presName="hierChild4" presStyleCnt="0"/>
      <dgm:spPr/>
    </dgm:pt>
    <dgm:pt modelId="{217ADC59-E92D-49BC-AAF1-4457BC00ECC6}" type="pres">
      <dgm:prSet presAssocID="{A4A628A9-0299-4810-9D19-2EC9CB7DB8D0}" presName="hierChild5" presStyleCnt="0"/>
      <dgm:spPr/>
    </dgm:pt>
    <dgm:pt modelId="{DA5F7B22-F63A-4D5E-A4F0-A90BF294F5DA}" type="pres">
      <dgm:prSet presAssocID="{9F7EE958-7BA1-4617-807A-DC215C89DB5C}" presName="Name37" presStyleLbl="parChTrans1D4" presStyleIdx="3" presStyleCnt="10"/>
      <dgm:spPr/>
      <dgm:t>
        <a:bodyPr/>
        <a:lstStyle/>
        <a:p>
          <a:endParaRPr lang="en-US"/>
        </a:p>
      </dgm:t>
    </dgm:pt>
    <dgm:pt modelId="{319F268C-28B5-457B-BACF-C5B16D5EB219}" type="pres">
      <dgm:prSet presAssocID="{ED4D1A7D-8EAB-4356-9426-D17F0C092720}" presName="hierRoot2" presStyleCnt="0">
        <dgm:presLayoutVars>
          <dgm:hierBranch val="init"/>
        </dgm:presLayoutVars>
      </dgm:prSet>
      <dgm:spPr/>
    </dgm:pt>
    <dgm:pt modelId="{D35E8C1B-BBCC-4C5C-B57D-21387AD34911}" type="pres">
      <dgm:prSet presAssocID="{ED4D1A7D-8EAB-4356-9426-D17F0C092720}" presName="rootComposite" presStyleCnt="0"/>
      <dgm:spPr/>
    </dgm:pt>
    <dgm:pt modelId="{138AAE0F-9650-49D2-9515-2BF78F01A328}" type="pres">
      <dgm:prSet presAssocID="{ED4D1A7D-8EAB-4356-9426-D17F0C092720}" presName="rootText" presStyleLbl="node4" presStyleIdx="3" presStyleCnt="10" custScaleX="374056" custScaleY="91778" custLinFactNeighborY="57868">
        <dgm:presLayoutVars>
          <dgm:chPref val="3"/>
        </dgm:presLayoutVars>
      </dgm:prSet>
      <dgm:spPr/>
      <dgm:t>
        <a:bodyPr/>
        <a:lstStyle/>
        <a:p>
          <a:endParaRPr lang="en-US"/>
        </a:p>
      </dgm:t>
    </dgm:pt>
    <dgm:pt modelId="{1CDB363F-6F4A-4A78-800E-2FB6DD298F99}" type="pres">
      <dgm:prSet presAssocID="{ED4D1A7D-8EAB-4356-9426-D17F0C092720}" presName="rootConnector" presStyleLbl="node4" presStyleIdx="3" presStyleCnt="10"/>
      <dgm:spPr/>
      <dgm:t>
        <a:bodyPr/>
        <a:lstStyle/>
        <a:p>
          <a:endParaRPr lang="en-US"/>
        </a:p>
      </dgm:t>
    </dgm:pt>
    <dgm:pt modelId="{74AD34C0-0C67-4564-B1F4-F8196BDE12AF}" type="pres">
      <dgm:prSet presAssocID="{ED4D1A7D-8EAB-4356-9426-D17F0C092720}" presName="hierChild4" presStyleCnt="0"/>
      <dgm:spPr/>
    </dgm:pt>
    <dgm:pt modelId="{4FEA232F-E9F5-4A5D-A3E0-EE8C707E20BC}" type="pres">
      <dgm:prSet presAssocID="{ED4D1A7D-8EAB-4356-9426-D17F0C092720}" presName="hierChild5" presStyleCnt="0"/>
      <dgm:spPr/>
    </dgm:pt>
    <dgm:pt modelId="{0BD5B8DE-F63A-433E-9511-5CBBDEDAF752}" type="pres">
      <dgm:prSet presAssocID="{272BDEDC-2B10-43D8-8289-AF776A8683A0}" presName="Name37" presStyleLbl="parChTrans1D4" presStyleIdx="4" presStyleCnt="10"/>
      <dgm:spPr/>
      <dgm:t>
        <a:bodyPr/>
        <a:lstStyle/>
        <a:p>
          <a:endParaRPr lang="en-US"/>
        </a:p>
      </dgm:t>
    </dgm:pt>
    <dgm:pt modelId="{596EE316-7CE8-4B79-B2CA-984D4A411A8F}" type="pres">
      <dgm:prSet presAssocID="{FA872677-E194-4CF3-9AE7-AE159FA8178B}" presName="hierRoot2" presStyleCnt="0">
        <dgm:presLayoutVars>
          <dgm:hierBranch val="init"/>
        </dgm:presLayoutVars>
      </dgm:prSet>
      <dgm:spPr/>
    </dgm:pt>
    <dgm:pt modelId="{28558543-6402-4F81-AFCF-1811614CABAD}" type="pres">
      <dgm:prSet presAssocID="{FA872677-E194-4CF3-9AE7-AE159FA8178B}" presName="rootComposite" presStyleCnt="0"/>
      <dgm:spPr/>
    </dgm:pt>
    <dgm:pt modelId="{BF440659-4578-4E7C-81FD-A2030C97B201}" type="pres">
      <dgm:prSet presAssocID="{FA872677-E194-4CF3-9AE7-AE159FA8178B}" presName="rootText" presStyleLbl="node4" presStyleIdx="4" presStyleCnt="10" custScaleX="374056" custScaleY="92560" custLinFactNeighborY="38578">
        <dgm:presLayoutVars>
          <dgm:chPref val="3"/>
        </dgm:presLayoutVars>
      </dgm:prSet>
      <dgm:spPr/>
      <dgm:t>
        <a:bodyPr/>
        <a:lstStyle/>
        <a:p>
          <a:endParaRPr lang="en-US"/>
        </a:p>
      </dgm:t>
    </dgm:pt>
    <dgm:pt modelId="{AF357D33-8C8D-4812-A598-21634A98389E}" type="pres">
      <dgm:prSet presAssocID="{FA872677-E194-4CF3-9AE7-AE159FA8178B}" presName="rootConnector" presStyleLbl="node4" presStyleIdx="4" presStyleCnt="10"/>
      <dgm:spPr/>
      <dgm:t>
        <a:bodyPr/>
        <a:lstStyle/>
        <a:p>
          <a:endParaRPr lang="en-US"/>
        </a:p>
      </dgm:t>
    </dgm:pt>
    <dgm:pt modelId="{2B57EE04-A3B9-4C53-9893-DEB3ADEBA6D0}" type="pres">
      <dgm:prSet presAssocID="{FA872677-E194-4CF3-9AE7-AE159FA8178B}" presName="hierChild4" presStyleCnt="0"/>
      <dgm:spPr/>
    </dgm:pt>
    <dgm:pt modelId="{29DDD72B-40D4-421F-B623-C94F4AED54F0}" type="pres">
      <dgm:prSet presAssocID="{FA872677-E194-4CF3-9AE7-AE159FA8178B}" presName="hierChild5" presStyleCnt="0"/>
      <dgm:spPr/>
    </dgm:pt>
    <dgm:pt modelId="{4EBB3F24-0EE2-44A4-8AFD-298299C0425E}" type="pres">
      <dgm:prSet presAssocID="{7352FD30-50F6-4258-B555-7320FCE128E2}" presName="Name37" presStyleLbl="parChTrans1D4" presStyleIdx="5" presStyleCnt="10"/>
      <dgm:spPr/>
      <dgm:t>
        <a:bodyPr/>
        <a:lstStyle/>
        <a:p>
          <a:endParaRPr lang="en-US"/>
        </a:p>
      </dgm:t>
    </dgm:pt>
    <dgm:pt modelId="{C1E7B738-0A7C-4F94-8B62-FD2788A50BF9}" type="pres">
      <dgm:prSet presAssocID="{5D288DA5-7038-413D-B653-A763891A611A}" presName="hierRoot2" presStyleCnt="0">
        <dgm:presLayoutVars>
          <dgm:hierBranch val="init"/>
        </dgm:presLayoutVars>
      </dgm:prSet>
      <dgm:spPr/>
    </dgm:pt>
    <dgm:pt modelId="{D5562237-ED62-4EC1-A98E-DFD91F6B520E}" type="pres">
      <dgm:prSet presAssocID="{5D288DA5-7038-413D-B653-A763891A611A}" presName="rootComposite" presStyleCnt="0"/>
      <dgm:spPr/>
    </dgm:pt>
    <dgm:pt modelId="{A75EBD81-C912-4D7F-90FB-7D10D7D0BCBB}" type="pres">
      <dgm:prSet presAssocID="{5D288DA5-7038-413D-B653-A763891A611A}" presName="rootText" presStyleLbl="node4" presStyleIdx="5" presStyleCnt="10" custScaleX="377409" custScaleY="84238" custLinFactNeighborY="24111">
        <dgm:presLayoutVars>
          <dgm:chPref val="3"/>
        </dgm:presLayoutVars>
      </dgm:prSet>
      <dgm:spPr/>
      <dgm:t>
        <a:bodyPr/>
        <a:lstStyle/>
        <a:p>
          <a:endParaRPr lang="en-US"/>
        </a:p>
      </dgm:t>
    </dgm:pt>
    <dgm:pt modelId="{F48807D3-80B5-4304-9EF2-2E588F30AF09}" type="pres">
      <dgm:prSet presAssocID="{5D288DA5-7038-413D-B653-A763891A611A}" presName="rootConnector" presStyleLbl="node4" presStyleIdx="5" presStyleCnt="10"/>
      <dgm:spPr/>
      <dgm:t>
        <a:bodyPr/>
        <a:lstStyle/>
        <a:p>
          <a:endParaRPr lang="en-US"/>
        </a:p>
      </dgm:t>
    </dgm:pt>
    <dgm:pt modelId="{14005A13-44DA-4F59-8CA2-58ED40026DAB}" type="pres">
      <dgm:prSet presAssocID="{5D288DA5-7038-413D-B653-A763891A611A}" presName="hierChild4" presStyleCnt="0"/>
      <dgm:spPr/>
    </dgm:pt>
    <dgm:pt modelId="{231A117A-168C-4C83-BA3F-C10D98211D29}" type="pres">
      <dgm:prSet presAssocID="{5D288DA5-7038-413D-B653-A763891A611A}" presName="hierChild5" presStyleCnt="0"/>
      <dgm:spPr/>
    </dgm:pt>
    <dgm:pt modelId="{AD61C083-C25C-4D4A-B512-F0FD427D4F1D}" type="pres">
      <dgm:prSet presAssocID="{C00C52DA-E663-48BF-A6EA-FB293D2ED596}" presName="Name37" presStyleLbl="parChTrans1D4" presStyleIdx="6" presStyleCnt="10"/>
      <dgm:spPr/>
      <dgm:t>
        <a:bodyPr/>
        <a:lstStyle/>
        <a:p>
          <a:endParaRPr lang="en-US"/>
        </a:p>
      </dgm:t>
    </dgm:pt>
    <dgm:pt modelId="{D6AB3E82-A17E-4806-BF7D-F442FBF5796B}" type="pres">
      <dgm:prSet presAssocID="{31951068-05FB-4AF1-B6CD-6310CDA39960}" presName="hierRoot2" presStyleCnt="0">
        <dgm:presLayoutVars>
          <dgm:hierBranch val="init"/>
        </dgm:presLayoutVars>
      </dgm:prSet>
      <dgm:spPr/>
    </dgm:pt>
    <dgm:pt modelId="{2EFF6006-B487-49DC-A7D0-68A57EA1B54F}" type="pres">
      <dgm:prSet presAssocID="{31951068-05FB-4AF1-B6CD-6310CDA39960}" presName="rootComposite" presStyleCnt="0"/>
      <dgm:spPr/>
    </dgm:pt>
    <dgm:pt modelId="{C301A178-386F-43A9-874A-B3F3A21F7EC4}" type="pres">
      <dgm:prSet presAssocID="{31951068-05FB-4AF1-B6CD-6310CDA39960}" presName="rootText" presStyleLbl="node4" presStyleIdx="6" presStyleCnt="10" custScaleX="374056" custScaleY="92560" custLinFactNeighborX="2411" custLinFactNeighborY="14467">
        <dgm:presLayoutVars>
          <dgm:chPref val="3"/>
        </dgm:presLayoutVars>
      </dgm:prSet>
      <dgm:spPr/>
      <dgm:t>
        <a:bodyPr/>
        <a:lstStyle/>
        <a:p>
          <a:endParaRPr lang="en-US"/>
        </a:p>
      </dgm:t>
    </dgm:pt>
    <dgm:pt modelId="{4C598424-7B8D-4D5B-AD8F-080BF043376B}" type="pres">
      <dgm:prSet presAssocID="{31951068-05FB-4AF1-B6CD-6310CDA39960}" presName="rootConnector" presStyleLbl="node4" presStyleIdx="6" presStyleCnt="10"/>
      <dgm:spPr/>
      <dgm:t>
        <a:bodyPr/>
        <a:lstStyle/>
        <a:p>
          <a:endParaRPr lang="en-US"/>
        </a:p>
      </dgm:t>
    </dgm:pt>
    <dgm:pt modelId="{02EB1F80-B605-49F4-92F0-18897216DD0E}" type="pres">
      <dgm:prSet presAssocID="{31951068-05FB-4AF1-B6CD-6310CDA39960}" presName="hierChild4" presStyleCnt="0"/>
      <dgm:spPr/>
    </dgm:pt>
    <dgm:pt modelId="{4C839063-0039-4B28-B36A-75F5BFAA87C7}" type="pres">
      <dgm:prSet presAssocID="{31951068-05FB-4AF1-B6CD-6310CDA39960}" presName="hierChild5" presStyleCnt="0"/>
      <dgm:spPr/>
    </dgm:pt>
    <dgm:pt modelId="{6289F883-6D1D-4DE4-94AE-344F953F6377}" type="pres">
      <dgm:prSet presAssocID="{CED33BD6-66C9-4399-AE55-56D4A0A0DC79}" presName="Name37" presStyleLbl="parChTrans1D4" presStyleIdx="7" presStyleCnt="10"/>
      <dgm:spPr/>
      <dgm:t>
        <a:bodyPr/>
        <a:lstStyle/>
        <a:p>
          <a:endParaRPr lang="en-US"/>
        </a:p>
      </dgm:t>
    </dgm:pt>
    <dgm:pt modelId="{248E5A64-52B5-4F0E-8EA0-F56BC29E9C3F}" type="pres">
      <dgm:prSet presAssocID="{4EB0F024-B26E-41BB-8E1C-E84590DF736D}" presName="hierRoot2" presStyleCnt="0">
        <dgm:presLayoutVars>
          <dgm:hierBranch val="init"/>
        </dgm:presLayoutVars>
      </dgm:prSet>
      <dgm:spPr/>
    </dgm:pt>
    <dgm:pt modelId="{C1D843F3-B965-48CE-A238-B0FB4F6D1E29}" type="pres">
      <dgm:prSet presAssocID="{4EB0F024-B26E-41BB-8E1C-E84590DF736D}" presName="rootComposite" presStyleCnt="0"/>
      <dgm:spPr/>
    </dgm:pt>
    <dgm:pt modelId="{DCBCFAC4-2ED3-4FB1-B22A-2DDCFED9A5E5}" type="pres">
      <dgm:prSet presAssocID="{4EB0F024-B26E-41BB-8E1C-E84590DF736D}" presName="rootText" presStyleLbl="node4" presStyleIdx="7" presStyleCnt="10" custScaleX="374056" custScaleY="92560" custLinFactNeighborY="9645">
        <dgm:presLayoutVars>
          <dgm:chPref val="3"/>
        </dgm:presLayoutVars>
      </dgm:prSet>
      <dgm:spPr/>
      <dgm:t>
        <a:bodyPr/>
        <a:lstStyle/>
        <a:p>
          <a:endParaRPr lang="en-US"/>
        </a:p>
      </dgm:t>
    </dgm:pt>
    <dgm:pt modelId="{8EDD2DB6-0AD4-4652-9EB2-235650D2E1A4}" type="pres">
      <dgm:prSet presAssocID="{4EB0F024-B26E-41BB-8E1C-E84590DF736D}" presName="rootConnector" presStyleLbl="node4" presStyleIdx="7" presStyleCnt="10"/>
      <dgm:spPr/>
      <dgm:t>
        <a:bodyPr/>
        <a:lstStyle/>
        <a:p>
          <a:endParaRPr lang="en-US"/>
        </a:p>
      </dgm:t>
    </dgm:pt>
    <dgm:pt modelId="{06E18A09-964E-4AF4-85F2-1A54ECDDABB9}" type="pres">
      <dgm:prSet presAssocID="{4EB0F024-B26E-41BB-8E1C-E84590DF736D}" presName="hierChild4" presStyleCnt="0"/>
      <dgm:spPr/>
    </dgm:pt>
    <dgm:pt modelId="{3CE97DDC-31DF-49CF-8C6F-FEB337033F2A}" type="pres">
      <dgm:prSet presAssocID="{4EB0F024-B26E-41BB-8E1C-E84590DF736D}" presName="hierChild5" presStyleCnt="0"/>
      <dgm:spPr/>
    </dgm:pt>
    <dgm:pt modelId="{3A7816CF-6F29-4339-9BE1-EFD5E56134BF}" type="pres">
      <dgm:prSet presAssocID="{AF103FAB-EF0A-4F1A-8ADD-742AB9F67096}" presName="Name37" presStyleLbl="parChTrans1D4" presStyleIdx="8" presStyleCnt="10"/>
      <dgm:spPr/>
      <dgm:t>
        <a:bodyPr/>
        <a:lstStyle/>
        <a:p>
          <a:endParaRPr lang="en-US"/>
        </a:p>
      </dgm:t>
    </dgm:pt>
    <dgm:pt modelId="{6232153B-3D3B-4CAB-B790-20A529AFE14D}" type="pres">
      <dgm:prSet presAssocID="{BDE2C6E4-EE23-4F94-9C6D-BAAD49191185}" presName="hierRoot2" presStyleCnt="0">
        <dgm:presLayoutVars>
          <dgm:hierBranch val="init"/>
        </dgm:presLayoutVars>
      </dgm:prSet>
      <dgm:spPr/>
    </dgm:pt>
    <dgm:pt modelId="{192247CC-FBD1-4700-AB8B-6BE23F9B1651}" type="pres">
      <dgm:prSet presAssocID="{BDE2C6E4-EE23-4F94-9C6D-BAAD49191185}" presName="rootComposite" presStyleCnt="0"/>
      <dgm:spPr/>
    </dgm:pt>
    <dgm:pt modelId="{9E78D8E2-F656-42C8-8795-540CAA70D5A8}" type="pres">
      <dgm:prSet presAssocID="{BDE2C6E4-EE23-4F94-9C6D-BAAD49191185}" presName="rootText" presStyleLbl="node4" presStyleIdx="8" presStyleCnt="10" custScaleX="374056" custScaleY="92560">
        <dgm:presLayoutVars>
          <dgm:chPref val="3"/>
        </dgm:presLayoutVars>
      </dgm:prSet>
      <dgm:spPr/>
      <dgm:t>
        <a:bodyPr/>
        <a:lstStyle/>
        <a:p>
          <a:endParaRPr lang="en-US"/>
        </a:p>
      </dgm:t>
    </dgm:pt>
    <dgm:pt modelId="{5F8D4555-84E6-4B22-8557-448FBD22049D}" type="pres">
      <dgm:prSet presAssocID="{BDE2C6E4-EE23-4F94-9C6D-BAAD49191185}" presName="rootConnector" presStyleLbl="node4" presStyleIdx="8" presStyleCnt="10"/>
      <dgm:spPr/>
      <dgm:t>
        <a:bodyPr/>
        <a:lstStyle/>
        <a:p>
          <a:endParaRPr lang="en-US"/>
        </a:p>
      </dgm:t>
    </dgm:pt>
    <dgm:pt modelId="{CD49F080-E8B6-4302-8A04-741678F72579}" type="pres">
      <dgm:prSet presAssocID="{BDE2C6E4-EE23-4F94-9C6D-BAAD49191185}" presName="hierChild4" presStyleCnt="0"/>
      <dgm:spPr/>
    </dgm:pt>
    <dgm:pt modelId="{CF183B85-92A4-4D5A-917D-52E9E1040BE8}" type="pres">
      <dgm:prSet presAssocID="{BDE2C6E4-EE23-4F94-9C6D-BAAD49191185}" presName="hierChild5" presStyleCnt="0"/>
      <dgm:spPr/>
    </dgm:pt>
    <dgm:pt modelId="{21B7DE50-6919-48CD-B44F-BDEA9F2E1367}" type="pres">
      <dgm:prSet presAssocID="{5818EE86-F20F-4576-8664-7683A1781B91}" presName="Name37" presStyleLbl="parChTrans1D4" presStyleIdx="9" presStyleCnt="10"/>
      <dgm:spPr/>
      <dgm:t>
        <a:bodyPr/>
        <a:lstStyle/>
        <a:p>
          <a:endParaRPr lang="en-US"/>
        </a:p>
      </dgm:t>
    </dgm:pt>
    <dgm:pt modelId="{740AA342-B1DB-46CD-90AF-370113876707}" type="pres">
      <dgm:prSet presAssocID="{04F9E5AD-5BB4-41D2-95D4-5E0E583084F4}" presName="hierRoot2" presStyleCnt="0">
        <dgm:presLayoutVars>
          <dgm:hierBranch val="init"/>
        </dgm:presLayoutVars>
      </dgm:prSet>
      <dgm:spPr/>
    </dgm:pt>
    <dgm:pt modelId="{4131081F-D0AD-4506-882E-8F3E0ABD8C4F}" type="pres">
      <dgm:prSet presAssocID="{04F9E5AD-5BB4-41D2-95D4-5E0E583084F4}" presName="rootComposite" presStyleCnt="0"/>
      <dgm:spPr/>
    </dgm:pt>
    <dgm:pt modelId="{BB595DBD-E598-416C-B1C2-0E8039923FA8}" type="pres">
      <dgm:prSet presAssocID="{04F9E5AD-5BB4-41D2-95D4-5E0E583084F4}" presName="rootText" presStyleLbl="node4" presStyleIdx="9" presStyleCnt="10" custScaleX="374056" custScaleY="92560">
        <dgm:presLayoutVars>
          <dgm:chPref val="3"/>
        </dgm:presLayoutVars>
      </dgm:prSet>
      <dgm:spPr/>
      <dgm:t>
        <a:bodyPr/>
        <a:lstStyle/>
        <a:p>
          <a:endParaRPr lang="en-US"/>
        </a:p>
      </dgm:t>
    </dgm:pt>
    <dgm:pt modelId="{2B36D2E8-27F5-4110-8C1A-EBB6D9D00BA9}" type="pres">
      <dgm:prSet presAssocID="{04F9E5AD-5BB4-41D2-95D4-5E0E583084F4}" presName="rootConnector" presStyleLbl="node4" presStyleIdx="9" presStyleCnt="10"/>
      <dgm:spPr/>
      <dgm:t>
        <a:bodyPr/>
        <a:lstStyle/>
        <a:p>
          <a:endParaRPr lang="en-US"/>
        </a:p>
      </dgm:t>
    </dgm:pt>
    <dgm:pt modelId="{6E5E9CAE-39AB-411B-9FD8-EABCDEB90CB4}" type="pres">
      <dgm:prSet presAssocID="{04F9E5AD-5BB4-41D2-95D4-5E0E583084F4}" presName="hierChild4" presStyleCnt="0"/>
      <dgm:spPr/>
    </dgm:pt>
    <dgm:pt modelId="{6E86841D-64DF-4306-BB50-F34CD6A2638F}" type="pres">
      <dgm:prSet presAssocID="{04F9E5AD-5BB4-41D2-95D4-5E0E583084F4}" presName="hierChild5" presStyleCnt="0"/>
      <dgm:spPr/>
    </dgm:pt>
    <dgm:pt modelId="{33504858-CA71-4CC6-9B2F-91D557236F96}" type="pres">
      <dgm:prSet presAssocID="{DB906392-DA9C-4D98-8E01-CC8295B30C11}" presName="hierChild5" presStyleCnt="0"/>
      <dgm:spPr/>
    </dgm:pt>
    <dgm:pt modelId="{642F05A1-9B99-45A9-95F7-36FBF693468C}" type="pres">
      <dgm:prSet presAssocID="{0B0BE489-18FC-4AB8-89F0-E5B83E82DEE3}" presName="hierChild5" presStyleCnt="0"/>
      <dgm:spPr/>
    </dgm:pt>
    <dgm:pt modelId="{913308E3-4ACA-4ECB-86C0-D23765F864F4}" type="pres">
      <dgm:prSet presAssocID="{9FD46E75-A48A-45C1-9E9F-A30FB029AFC7}" presName="Name37" presStyleLbl="parChTrans1D2" presStyleIdx="2" presStyleCnt="4"/>
      <dgm:spPr/>
      <dgm:t>
        <a:bodyPr/>
        <a:lstStyle/>
        <a:p>
          <a:endParaRPr lang="en-US"/>
        </a:p>
      </dgm:t>
    </dgm:pt>
    <dgm:pt modelId="{ADC553BE-9E02-4A3B-BD24-49F7EEB83987}" type="pres">
      <dgm:prSet presAssocID="{E067647D-6E13-471F-A2DD-E851CCC1CF68}" presName="hierRoot2" presStyleCnt="0">
        <dgm:presLayoutVars>
          <dgm:hierBranch val="init"/>
        </dgm:presLayoutVars>
      </dgm:prSet>
      <dgm:spPr/>
    </dgm:pt>
    <dgm:pt modelId="{92714BFF-875B-43DB-A54E-2347443F2603}" type="pres">
      <dgm:prSet presAssocID="{E067647D-6E13-471F-A2DD-E851CCC1CF68}" presName="rootComposite" presStyleCnt="0"/>
      <dgm:spPr/>
    </dgm:pt>
    <dgm:pt modelId="{9D593D37-6118-4963-A9DF-B6903D6AF6AD}" type="pres">
      <dgm:prSet presAssocID="{E067647D-6E13-471F-A2DD-E851CCC1CF68}" presName="rootText" presStyleLbl="node2" presStyleIdx="2" presStyleCnt="4" custScaleX="327102" custScaleY="199354" custLinFactNeighborY="42663">
        <dgm:presLayoutVars>
          <dgm:chPref val="3"/>
        </dgm:presLayoutVars>
      </dgm:prSet>
      <dgm:spPr/>
      <dgm:t>
        <a:bodyPr/>
        <a:lstStyle/>
        <a:p>
          <a:endParaRPr lang="en-US"/>
        </a:p>
      </dgm:t>
    </dgm:pt>
    <dgm:pt modelId="{BD43A729-8D4B-4446-8346-BE2C1D373742}" type="pres">
      <dgm:prSet presAssocID="{E067647D-6E13-471F-A2DD-E851CCC1CF68}" presName="rootConnector" presStyleLbl="node2" presStyleIdx="2" presStyleCnt="4"/>
      <dgm:spPr/>
      <dgm:t>
        <a:bodyPr/>
        <a:lstStyle/>
        <a:p>
          <a:endParaRPr lang="en-US"/>
        </a:p>
      </dgm:t>
    </dgm:pt>
    <dgm:pt modelId="{395149D5-50EC-4108-AE78-C55517634DAA}" type="pres">
      <dgm:prSet presAssocID="{E067647D-6E13-471F-A2DD-E851CCC1CF68}" presName="hierChild4" presStyleCnt="0"/>
      <dgm:spPr/>
    </dgm:pt>
    <dgm:pt modelId="{75EEE035-3BF0-4D26-8197-E72BA1C09387}" type="pres">
      <dgm:prSet presAssocID="{E067647D-6E13-471F-A2DD-E851CCC1CF68}" presName="hierChild5" presStyleCnt="0"/>
      <dgm:spPr/>
    </dgm:pt>
    <dgm:pt modelId="{38A98744-9734-46C0-B88E-190067F57261}" type="pres">
      <dgm:prSet presAssocID="{685C7F77-9270-488B-8D70-851D387667CA}" presName="Name37" presStyleLbl="parChTrans1D2" presStyleIdx="3" presStyleCnt="4"/>
      <dgm:spPr/>
      <dgm:t>
        <a:bodyPr/>
        <a:lstStyle/>
        <a:p>
          <a:endParaRPr lang="en-US"/>
        </a:p>
      </dgm:t>
    </dgm:pt>
    <dgm:pt modelId="{76943EDF-B719-4784-AB91-9E9975C5DFFA}" type="pres">
      <dgm:prSet presAssocID="{19A68822-21FD-4C82-AE62-61FBE4C45F59}" presName="hierRoot2" presStyleCnt="0">
        <dgm:presLayoutVars>
          <dgm:hierBranch val="init"/>
        </dgm:presLayoutVars>
      </dgm:prSet>
      <dgm:spPr/>
    </dgm:pt>
    <dgm:pt modelId="{634E8EC2-B3FB-41F5-AC20-93BF63CFE347}" type="pres">
      <dgm:prSet presAssocID="{19A68822-21FD-4C82-AE62-61FBE4C45F59}" presName="rootComposite" presStyleCnt="0"/>
      <dgm:spPr/>
    </dgm:pt>
    <dgm:pt modelId="{EE0F175B-0AD9-4B80-8156-BF24FCC9C0C5}" type="pres">
      <dgm:prSet presAssocID="{19A68822-21FD-4C82-AE62-61FBE4C45F59}" presName="rootText" presStyleLbl="node2" presStyleIdx="3" presStyleCnt="4" custScaleX="339932" custScaleY="204018" custLinFactNeighborY="42663">
        <dgm:presLayoutVars>
          <dgm:chPref val="3"/>
        </dgm:presLayoutVars>
      </dgm:prSet>
      <dgm:spPr/>
      <dgm:t>
        <a:bodyPr/>
        <a:lstStyle/>
        <a:p>
          <a:endParaRPr lang="en-US"/>
        </a:p>
      </dgm:t>
    </dgm:pt>
    <dgm:pt modelId="{083F8C5F-08F9-45FF-9307-E7F25B30A055}" type="pres">
      <dgm:prSet presAssocID="{19A68822-21FD-4C82-AE62-61FBE4C45F59}" presName="rootConnector" presStyleLbl="node2" presStyleIdx="3" presStyleCnt="4"/>
      <dgm:spPr/>
      <dgm:t>
        <a:bodyPr/>
        <a:lstStyle/>
        <a:p>
          <a:endParaRPr lang="en-US"/>
        </a:p>
      </dgm:t>
    </dgm:pt>
    <dgm:pt modelId="{C7685C2E-595A-463C-8A94-5D19A6AF28D4}" type="pres">
      <dgm:prSet presAssocID="{19A68822-21FD-4C82-AE62-61FBE4C45F59}" presName="hierChild4" presStyleCnt="0"/>
      <dgm:spPr/>
    </dgm:pt>
    <dgm:pt modelId="{D97770BE-745F-4E41-B346-F3FBCA5F86BE}" type="pres">
      <dgm:prSet presAssocID="{F4749D64-3362-486E-B7C0-2A4D4AC3F782}" presName="Name37" presStyleLbl="parChTrans1D3" presStyleIdx="4" presStyleCnt="7"/>
      <dgm:spPr/>
      <dgm:t>
        <a:bodyPr/>
        <a:lstStyle/>
        <a:p>
          <a:endParaRPr lang="en-US"/>
        </a:p>
      </dgm:t>
    </dgm:pt>
    <dgm:pt modelId="{9BE568D1-03CD-4D08-8549-DD0D6D932218}" type="pres">
      <dgm:prSet presAssocID="{FAD8C68A-148F-45D5-839B-74F518C323B1}" presName="hierRoot2" presStyleCnt="0">
        <dgm:presLayoutVars>
          <dgm:hierBranch val="init"/>
        </dgm:presLayoutVars>
      </dgm:prSet>
      <dgm:spPr/>
    </dgm:pt>
    <dgm:pt modelId="{577865C9-BB9F-4553-9FF3-1CD1A87F98F6}" type="pres">
      <dgm:prSet presAssocID="{FAD8C68A-148F-45D5-839B-74F518C323B1}" presName="rootComposite" presStyleCnt="0"/>
      <dgm:spPr/>
    </dgm:pt>
    <dgm:pt modelId="{E7A6A566-BA08-49B0-B30B-F6E0719DD840}" type="pres">
      <dgm:prSet presAssocID="{FAD8C68A-148F-45D5-839B-74F518C323B1}" presName="rootText" presStyleLbl="node3" presStyleIdx="4" presStyleCnt="7" custScaleX="318728" custScaleY="111684" custLinFactNeighborX="-1810" custLinFactNeighborY="56731">
        <dgm:presLayoutVars>
          <dgm:chPref val="3"/>
        </dgm:presLayoutVars>
      </dgm:prSet>
      <dgm:spPr/>
      <dgm:t>
        <a:bodyPr/>
        <a:lstStyle/>
        <a:p>
          <a:endParaRPr lang="en-US"/>
        </a:p>
      </dgm:t>
    </dgm:pt>
    <dgm:pt modelId="{94BFD7CF-C6FE-44D2-A927-DA028212ADAD}" type="pres">
      <dgm:prSet presAssocID="{FAD8C68A-148F-45D5-839B-74F518C323B1}" presName="rootConnector" presStyleLbl="node3" presStyleIdx="4" presStyleCnt="7"/>
      <dgm:spPr/>
      <dgm:t>
        <a:bodyPr/>
        <a:lstStyle/>
        <a:p>
          <a:endParaRPr lang="en-US"/>
        </a:p>
      </dgm:t>
    </dgm:pt>
    <dgm:pt modelId="{54D2D1A1-D84C-4D3C-ACFB-33FD67C32D35}" type="pres">
      <dgm:prSet presAssocID="{FAD8C68A-148F-45D5-839B-74F518C323B1}" presName="hierChild4" presStyleCnt="0"/>
      <dgm:spPr/>
    </dgm:pt>
    <dgm:pt modelId="{F59628C8-39E8-44F2-A316-37460E8AEC6E}" type="pres">
      <dgm:prSet presAssocID="{FAD8C68A-148F-45D5-839B-74F518C323B1}" presName="hierChild5" presStyleCnt="0"/>
      <dgm:spPr/>
    </dgm:pt>
    <dgm:pt modelId="{FF1D27C0-0312-4DF4-B3F3-8719F3443DCE}" type="pres">
      <dgm:prSet presAssocID="{4ED94479-1ECB-494A-992A-FA0E36F14261}" presName="Name37" presStyleLbl="parChTrans1D3" presStyleIdx="5" presStyleCnt="7"/>
      <dgm:spPr/>
      <dgm:t>
        <a:bodyPr/>
        <a:lstStyle/>
        <a:p>
          <a:endParaRPr lang="en-US"/>
        </a:p>
      </dgm:t>
    </dgm:pt>
    <dgm:pt modelId="{0B00EA89-CD21-4CF6-842B-808B88A9E0D6}" type="pres">
      <dgm:prSet presAssocID="{55D06D02-16D5-487C-8E7B-D99AC83B330E}" presName="hierRoot2" presStyleCnt="0">
        <dgm:presLayoutVars>
          <dgm:hierBranch val="init"/>
        </dgm:presLayoutVars>
      </dgm:prSet>
      <dgm:spPr/>
    </dgm:pt>
    <dgm:pt modelId="{8331AE2E-74BA-4944-9C64-8E9128DAEEA9}" type="pres">
      <dgm:prSet presAssocID="{55D06D02-16D5-487C-8E7B-D99AC83B330E}" presName="rootComposite" presStyleCnt="0"/>
      <dgm:spPr/>
    </dgm:pt>
    <dgm:pt modelId="{12B5D86A-1EDA-415C-8D92-DA9EDF7DD9D7}" type="pres">
      <dgm:prSet presAssocID="{55D06D02-16D5-487C-8E7B-D99AC83B330E}" presName="rootText" presStyleLbl="node3" presStyleIdx="5" presStyleCnt="7" custScaleX="318728" custScaleY="111684" custLinFactNeighborX="-1810" custLinFactNeighborY="56731">
        <dgm:presLayoutVars>
          <dgm:chPref val="3"/>
        </dgm:presLayoutVars>
      </dgm:prSet>
      <dgm:spPr/>
      <dgm:t>
        <a:bodyPr/>
        <a:lstStyle/>
        <a:p>
          <a:endParaRPr lang="en-US"/>
        </a:p>
      </dgm:t>
    </dgm:pt>
    <dgm:pt modelId="{852A19FB-1446-4C12-9977-B8D9F3ED7822}" type="pres">
      <dgm:prSet presAssocID="{55D06D02-16D5-487C-8E7B-D99AC83B330E}" presName="rootConnector" presStyleLbl="node3" presStyleIdx="5" presStyleCnt="7"/>
      <dgm:spPr/>
      <dgm:t>
        <a:bodyPr/>
        <a:lstStyle/>
        <a:p>
          <a:endParaRPr lang="en-US"/>
        </a:p>
      </dgm:t>
    </dgm:pt>
    <dgm:pt modelId="{16758649-FBF4-49B7-9DD6-0CEE8F6AF779}" type="pres">
      <dgm:prSet presAssocID="{55D06D02-16D5-487C-8E7B-D99AC83B330E}" presName="hierChild4" presStyleCnt="0"/>
      <dgm:spPr/>
    </dgm:pt>
    <dgm:pt modelId="{2DD868FD-58D0-4DAE-ACD7-CF25EB4EB274}" type="pres">
      <dgm:prSet presAssocID="{55D06D02-16D5-487C-8E7B-D99AC83B330E}" presName="hierChild5" presStyleCnt="0"/>
      <dgm:spPr/>
    </dgm:pt>
    <dgm:pt modelId="{CC46AC74-65CF-4736-8BE7-ACC0FE865697}" type="pres">
      <dgm:prSet presAssocID="{A47AAD25-059F-4828-81C3-0C16BBDF368F}" presName="Name37" presStyleLbl="parChTrans1D3" presStyleIdx="6" presStyleCnt="7"/>
      <dgm:spPr/>
      <dgm:t>
        <a:bodyPr/>
        <a:lstStyle/>
        <a:p>
          <a:endParaRPr lang="en-US"/>
        </a:p>
      </dgm:t>
    </dgm:pt>
    <dgm:pt modelId="{5C40A22B-BE86-4065-B28F-0141D72192A5}" type="pres">
      <dgm:prSet presAssocID="{BE826C07-39B6-4855-995E-D4737F406E64}" presName="hierRoot2" presStyleCnt="0">
        <dgm:presLayoutVars>
          <dgm:hierBranch val="init"/>
        </dgm:presLayoutVars>
      </dgm:prSet>
      <dgm:spPr/>
    </dgm:pt>
    <dgm:pt modelId="{B743C230-D84E-4A89-BA3D-3BD2BE17CEFA}" type="pres">
      <dgm:prSet presAssocID="{BE826C07-39B6-4855-995E-D4737F406E64}" presName="rootComposite" presStyleCnt="0"/>
      <dgm:spPr/>
    </dgm:pt>
    <dgm:pt modelId="{BB84331A-10CC-4691-8D7D-B67A2D00E062}" type="pres">
      <dgm:prSet presAssocID="{BE826C07-39B6-4855-995E-D4737F406E64}" presName="rootText" presStyleLbl="node3" presStyleIdx="6" presStyleCnt="7" custScaleX="318728" custScaleY="111684" custLinFactNeighborX="-1810" custLinFactNeighborY="56731">
        <dgm:presLayoutVars>
          <dgm:chPref val="3"/>
        </dgm:presLayoutVars>
      </dgm:prSet>
      <dgm:spPr/>
      <dgm:t>
        <a:bodyPr/>
        <a:lstStyle/>
        <a:p>
          <a:endParaRPr lang="en-US"/>
        </a:p>
      </dgm:t>
    </dgm:pt>
    <dgm:pt modelId="{FECB9869-079D-4487-93CD-5A049D807B96}" type="pres">
      <dgm:prSet presAssocID="{BE826C07-39B6-4855-995E-D4737F406E64}" presName="rootConnector" presStyleLbl="node3" presStyleIdx="6" presStyleCnt="7"/>
      <dgm:spPr/>
      <dgm:t>
        <a:bodyPr/>
        <a:lstStyle/>
        <a:p>
          <a:endParaRPr lang="en-US"/>
        </a:p>
      </dgm:t>
    </dgm:pt>
    <dgm:pt modelId="{BDAFF17E-4FFA-447A-BE13-FE13F7526D93}" type="pres">
      <dgm:prSet presAssocID="{BE826C07-39B6-4855-995E-D4737F406E64}" presName="hierChild4" presStyleCnt="0"/>
      <dgm:spPr/>
    </dgm:pt>
    <dgm:pt modelId="{2BCBC28E-AFCD-428E-814B-5AB964D34A73}" type="pres">
      <dgm:prSet presAssocID="{BE826C07-39B6-4855-995E-D4737F406E64}" presName="hierChild5" presStyleCnt="0"/>
      <dgm:spPr/>
    </dgm:pt>
    <dgm:pt modelId="{B1DB7EFF-DAD3-4D2E-A200-5F2461CBC49C}" type="pres">
      <dgm:prSet presAssocID="{19A68822-21FD-4C82-AE62-61FBE4C45F59}" presName="hierChild5" presStyleCnt="0"/>
      <dgm:spPr/>
    </dgm:pt>
    <dgm:pt modelId="{96DEF822-DC52-4FFC-82DA-389CD5B29657}" type="pres">
      <dgm:prSet presAssocID="{9E6404DC-1053-49D6-95EE-599A97C88DD3}" presName="hierChild3" presStyleCnt="0"/>
      <dgm:spPr/>
    </dgm:pt>
  </dgm:ptLst>
  <dgm:cxnLst>
    <dgm:cxn modelId="{247BAB93-CD1F-43E1-BF48-31F05B5E1D27}" srcId="{DB906392-DA9C-4D98-8E01-CC8295B30C11}" destId="{31951068-05FB-4AF1-B6CD-6310CDA39960}" srcOrd="6" destOrd="0" parTransId="{C00C52DA-E663-48BF-A6EA-FB293D2ED596}" sibTransId="{754AEAD7-F170-4987-BF0C-E29F529C0785}"/>
    <dgm:cxn modelId="{91C7D8C9-D18C-42A5-A7EC-459361B2F2F5}" type="presOf" srcId="{685C7F77-9270-488B-8D70-851D387667CA}" destId="{38A98744-9734-46C0-B88E-190067F57261}" srcOrd="0" destOrd="0" presId="urn:microsoft.com/office/officeart/2005/8/layout/orgChart1"/>
    <dgm:cxn modelId="{5D1DE5A6-579E-4F97-BC4E-FB5EBDEECA28}" type="presOf" srcId="{C1F199FE-0BAF-414F-99EC-5864EC6EDAE5}" destId="{ECEFB9B2-CE4C-4608-BF38-6485765BC653}" srcOrd="0" destOrd="0" presId="urn:microsoft.com/office/officeart/2005/8/layout/orgChart1"/>
    <dgm:cxn modelId="{EBA379FC-FE27-410A-8E89-9FDF4098E85A}" type="presOf" srcId="{DB906392-DA9C-4D98-8E01-CC8295B30C11}" destId="{A5B55971-F26F-440D-A7F3-DD207109A622}" srcOrd="1" destOrd="0" presId="urn:microsoft.com/office/officeart/2005/8/layout/orgChart1"/>
    <dgm:cxn modelId="{ECAD3FAA-AEF3-4CDE-A1AE-83AD993D86BF}" type="presOf" srcId="{A47AAD25-059F-4828-81C3-0C16BBDF368F}" destId="{CC46AC74-65CF-4736-8BE7-ACC0FE865697}" srcOrd="0" destOrd="0" presId="urn:microsoft.com/office/officeart/2005/8/layout/orgChart1"/>
    <dgm:cxn modelId="{CBC14C74-10D1-432E-A45C-B4C590E0CDE7}" srcId="{DB906392-DA9C-4D98-8E01-CC8295B30C11}" destId="{04BE380C-B15E-4BBC-900C-BB0A17E47183}" srcOrd="1" destOrd="0" parTransId="{B0FCBFEC-FFD5-494E-A6E2-7AAEBA74AF34}" sibTransId="{BB6905C9-668F-455B-836E-7C47E73B4E67}"/>
    <dgm:cxn modelId="{428A4EC5-FEB0-4050-A412-849DCC98DF9F}" type="presOf" srcId="{BDE2C6E4-EE23-4F94-9C6D-BAAD49191185}" destId="{5F8D4555-84E6-4B22-8557-448FBD22049D}" srcOrd="1" destOrd="0" presId="urn:microsoft.com/office/officeart/2005/8/layout/orgChart1"/>
    <dgm:cxn modelId="{37B6F6F9-9DD4-40B1-95E1-0BF9A2C2A1FE}" srcId="{DB906392-DA9C-4D98-8E01-CC8295B30C11}" destId="{04F9E5AD-5BB4-41D2-95D4-5E0E583084F4}" srcOrd="9" destOrd="0" parTransId="{5818EE86-F20F-4576-8664-7683A1781B91}" sibTransId="{4B4008F4-D84D-4B91-966C-6F2E66D8B404}"/>
    <dgm:cxn modelId="{1EAD89EE-11AC-458E-AFDE-D65B78D7EF55}" type="presOf" srcId="{9286A5EC-F2A9-487D-8BF1-B96EEEFD636B}" destId="{A10B8E6A-AEE1-4C2B-8634-C515AEDBA0E5}" srcOrd="1" destOrd="0" presId="urn:microsoft.com/office/officeart/2005/8/layout/orgChart1"/>
    <dgm:cxn modelId="{48DBD30C-2EAC-4C6F-9BDF-F58911F9E631}" type="presOf" srcId="{7C839D19-893E-444F-BC66-38E1A072902D}" destId="{C6FAE040-2A5A-4E02-94DD-A745D018122F}" srcOrd="0" destOrd="0" presId="urn:microsoft.com/office/officeart/2005/8/layout/orgChart1"/>
    <dgm:cxn modelId="{27740E12-4A4F-4317-ACF3-0E157A9AC0D0}" srcId="{DB906392-DA9C-4D98-8E01-CC8295B30C11}" destId="{5D288DA5-7038-413D-B653-A763891A611A}" srcOrd="5" destOrd="0" parTransId="{7352FD30-50F6-4258-B555-7320FCE128E2}" sibTransId="{07B1DD6E-4F2A-4822-8531-DC4E393B1DC1}"/>
    <dgm:cxn modelId="{3FB7EB4D-AEA6-4906-8317-A1364B3C4E0C}" type="presOf" srcId="{D790EDC8-DBC7-47D9-AD8D-E7CE4F48BB0A}" destId="{270151AE-D139-40DF-A603-F0B3F7DDDC4D}" srcOrd="0" destOrd="0" presId="urn:microsoft.com/office/officeart/2005/8/layout/orgChart1"/>
    <dgm:cxn modelId="{A58B3858-09D8-431B-B2B6-24F4AE6476F2}" srcId="{9E6404DC-1053-49D6-95EE-599A97C88DD3}" destId="{E067647D-6E13-471F-A2DD-E851CCC1CF68}" srcOrd="2" destOrd="0" parTransId="{9FD46E75-A48A-45C1-9E9F-A30FB029AFC7}" sibTransId="{30D09A77-47DA-45E5-8199-D74EECBB6FE2}"/>
    <dgm:cxn modelId="{6BF02098-D7A2-41AC-A49E-6FC81630324D}" type="presOf" srcId="{04BE380C-B15E-4BBC-900C-BB0A17E47183}" destId="{0B6DBCB2-5F5C-43F4-882D-10B9D7CC125F}" srcOrd="1"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0B998FB7-6918-4AEE-94B3-B77C790F1AAB}" type="presOf" srcId="{4ED94479-1ECB-494A-992A-FA0E36F14261}" destId="{FF1D27C0-0312-4DF4-B3F3-8719F3443DCE}" srcOrd="0" destOrd="0" presId="urn:microsoft.com/office/officeart/2005/8/layout/orgChart1"/>
    <dgm:cxn modelId="{16000749-D06B-43F9-B3A6-100E855D9A3A}" type="presOf" srcId="{A4A628A9-0299-4810-9D19-2EC9CB7DB8D0}" destId="{EF919B31-016F-46D1-9F83-DE2A8A7785DE}" srcOrd="1" destOrd="0" presId="urn:microsoft.com/office/officeart/2005/8/layout/orgChart1"/>
    <dgm:cxn modelId="{1FBFE4AB-E167-4813-93CD-85EC22C058C6}" type="presOf" srcId="{2E42EA02-7F0A-41A6-9FA8-6E8201032568}" destId="{03C963D2-2D6B-40A7-9687-491A33C44FCB}"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EE6F96B8-CA4D-4D00-8848-F5D1566A3C1F}" type="presOf" srcId="{31951068-05FB-4AF1-B6CD-6310CDA39960}" destId="{4C598424-7B8D-4D5B-AD8F-080BF043376B}" srcOrd="1" destOrd="0" presId="urn:microsoft.com/office/officeart/2005/8/layout/orgChart1"/>
    <dgm:cxn modelId="{35B57128-F0D3-420D-93E0-BB06901C1C5E}" type="presOf" srcId="{04F9E5AD-5BB4-41D2-95D4-5E0E583084F4}" destId="{2B36D2E8-27F5-4110-8C1A-EBB6D9D00BA9}" srcOrd="1" destOrd="0" presId="urn:microsoft.com/office/officeart/2005/8/layout/orgChart1"/>
    <dgm:cxn modelId="{C7ADA1E0-0ADA-4627-976F-A6517B9E4AFB}" srcId="{DB906392-DA9C-4D98-8E01-CC8295B30C11}" destId="{BDE2C6E4-EE23-4F94-9C6D-BAAD49191185}" srcOrd="8" destOrd="0" parTransId="{AF103FAB-EF0A-4F1A-8ADD-742AB9F67096}" sibTransId="{CB1EFADA-9175-4B48-8151-802032BA13D0}"/>
    <dgm:cxn modelId="{AC39F653-00D5-4219-8557-1E633AAA0D11}" type="presOf" srcId="{9E6404DC-1053-49D6-95EE-599A97C88DD3}" destId="{C8C73746-D1E9-45A4-A4B2-4DB251C0CC5A}" srcOrd="1" destOrd="0" presId="urn:microsoft.com/office/officeart/2005/8/layout/orgChart1"/>
    <dgm:cxn modelId="{91D7AAC7-36DC-4679-ABC7-B7EDE59C257A}" type="presOf" srcId="{32543D62-E5FC-47F4-B301-E9790F7FEB8C}" destId="{01A30BFD-9BEB-4B2C-9AC4-88921CD8B269}" srcOrd="0" destOrd="0" presId="urn:microsoft.com/office/officeart/2005/8/layout/orgChart1"/>
    <dgm:cxn modelId="{C71EE219-D30E-4264-A1AB-7D59CC9620F8}" type="presOf" srcId="{FA872677-E194-4CF3-9AE7-AE159FA8178B}" destId="{BF440659-4578-4E7C-81FD-A2030C97B201}" srcOrd="0" destOrd="0" presId="urn:microsoft.com/office/officeart/2005/8/layout/orgChart1"/>
    <dgm:cxn modelId="{8AF8F14C-5426-4AA6-B6C1-40E8A1000F00}" type="presOf" srcId="{DB906392-DA9C-4D98-8E01-CC8295B30C11}" destId="{81BB6144-22DD-4A1E-8B7C-EB6FE8973CCE}" srcOrd="0" destOrd="0" presId="urn:microsoft.com/office/officeart/2005/8/layout/orgChart1"/>
    <dgm:cxn modelId="{31D9EEB5-327B-4C86-87A2-C4871E38302E}" type="presOf" srcId="{7352FD30-50F6-4258-B555-7320FCE128E2}" destId="{4EBB3F24-0EE2-44A4-8AFD-298299C0425E}" srcOrd="0" destOrd="0" presId="urn:microsoft.com/office/officeart/2005/8/layout/orgChart1"/>
    <dgm:cxn modelId="{65257D7F-A983-4264-935C-179FEE9585D6}" type="presOf" srcId="{5D288DA5-7038-413D-B653-A763891A611A}" destId="{F48807D3-80B5-4304-9EF2-2E588F30AF09}" srcOrd="1" destOrd="0" presId="urn:microsoft.com/office/officeart/2005/8/layout/orgChart1"/>
    <dgm:cxn modelId="{5969F076-8F5E-4CED-AABC-EE1A2EE9A0CD}" type="presOf" srcId="{4EB0F024-B26E-41BB-8E1C-E84590DF736D}" destId="{DCBCFAC4-2ED3-4FB1-B22A-2DDCFED9A5E5}"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715262ED-537C-4250-A79D-86C7EC124700}" type="presOf" srcId="{5818EE86-F20F-4576-8664-7683A1781B91}" destId="{21B7DE50-6919-48CD-B44F-BDEA9F2E1367}" srcOrd="0" destOrd="0" presId="urn:microsoft.com/office/officeart/2005/8/layout/orgChart1"/>
    <dgm:cxn modelId="{27F4FA01-979D-4560-8A89-527F75147770}" srcId="{DB906392-DA9C-4D98-8E01-CC8295B30C11}" destId="{ED4D1A7D-8EAB-4356-9426-D17F0C092720}" srcOrd="3" destOrd="0" parTransId="{9F7EE958-7BA1-4617-807A-DC215C89DB5C}" sibTransId="{F4A2F582-A45D-416F-A0CF-BC457F8C45CB}"/>
    <dgm:cxn modelId="{8245D46D-6C65-4890-A36B-44A2D59FFC09}" type="presOf" srcId="{2E42EA02-7F0A-41A6-9FA8-6E8201032568}" destId="{0178EDF2-DABE-452E-B4DC-68203A36C2D1}" srcOrd="1" destOrd="0" presId="urn:microsoft.com/office/officeart/2005/8/layout/orgChart1"/>
    <dgm:cxn modelId="{4C7FF709-1BA9-46AF-BCEA-00A36BC290B2}" type="presOf" srcId="{95FC36E5-A355-403F-9333-EB7EBBC5CA8E}" destId="{CFD3905E-2ADE-45B3-ADD2-2211418CC78A}" srcOrd="0" destOrd="0" presId="urn:microsoft.com/office/officeart/2005/8/layout/orgChart1"/>
    <dgm:cxn modelId="{FD240B79-0785-484E-91B7-C0D2AAC3389C}" type="presOf" srcId="{ED4D1A7D-8EAB-4356-9426-D17F0C092720}" destId="{1CDB363F-6F4A-4A78-800E-2FB6DD298F99}" srcOrd="1" destOrd="0" presId="urn:microsoft.com/office/officeart/2005/8/layout/orgChart1"/>
    <dgm:cxn modelId="{75D0ECB3-CF3A-4472-B101-A6B62E3BA613}" type="presOf" srcId="{F4749D64-3362-486E-B7C0-2A4D4AC3F782}" destId="{D97770BE-745F-4E41-B346-F3FBCA5F86BE}" srcOrd="0" destOrd="0" presId="urn:microsoft.com/office/officeart/2005/8/layout/orgChart1"/>
    <dgm:cxn modelId="{198A38CE-2CCF-44C5-AFF9-FD4D30FF0C90}" type="presOf" srcId="{55D06D02-16D5-487C-8E7B-D99AC83B330E}" destId="{12B5D86A-1EDA-415C-8D92-DA9EDF7DD9D7}" srcOrd="0" destOrd="0" presId="urn:microsoft.com/office/officeart/2005/8/layout/orgChart1"/>
    <dgm:cxn modelId="{750D4AF4-CDD5-4198-ADBE-A11CBD32E3E9}" type="presOf" srcId="{7C839D19-893E-444F-BC66-38E1A072902D}" destId="{7C244878-274A-428A-82EF-793EAA6A8212}" srcOrd="1"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4B0A0FE0-EFCD-46BC-8DB3-B9F02D048BCD}" srcId="{9286A5EC-F2A9-487D-8BF1-B96EEEFD636B}" destId="{C13F53A9-0197-42BD-A09C-17F0B6433C8E}" srcOrd="2" destOrd="0" parTransId="{AC866810-B0CF-48BC-96B8-992DFD8E0FF0}" sibTransId="{CBC0A4C8-52D1-4C41-9B74-A2A55E9E694C}"/>
    <dgm:cxn modelId="{469A5280-D7C9-4FCA-A2B2-DEA8FDD007E1}" type="presOf" srcId="{B0A1E639-7820-4EBF-83D7-A40B66A6D4CD}" destId="{7E5B4EED-8F8A-44FB-BA06-E88292DE9A10}" srcOrd="0" destOrd="0" presId="urn:microsoft.com/office/officeart/2005/8/layout/orgChart1"/>
    <dgm:cxn modelId="{242DD835-DCDB-4187-9AF9-BB733BC4CB55}" type="presOf" srcId="{C13F53A9-0197-42BD-A09C-17F0B6433C8E}" destId="{6E87612E-C982-4B08-BE76-332DBA145DD3}" srcOrd="1" destOrd="0" presId="urn:microsoft.com/office/officeart/2005/8/layout/orgChart1"/>
    <dgm:cxn modelId="{B4311E1F-43CB-4325-9CFC-4FD871F09B22}" type="presOf" srcId="{31951068-05FB-4AF1-B6CD-6310CDA39960}" destId="{C301A178-386F-43A9-874A-B3F3A21F7EC4}" srcOrd="0" destOrd="0" presId="urn:microsoft.com/office/officeart/2005/8/layout/orgChart1"/>
    <dgm:cxn modelId="{85995162-082D-47FD-9449-A91D3CFC68F3}" srcId="{DB906392-DA9C-4D98-8E01-CC8295B30C11}" destId="{FA872677-E194-4CF3-9AE7-AE159FA8178B}" srcOrd="4" destOrd="0" parTransId="{272BDEDC-2B10-43D8-8289-AF776A8683A0}" sibTransId="{A546FCA1-F80D-46E9-B1A1-D7E017D04201}"/>
    <dgm:cxn modelId="{65CE16CF-DA90-4A53-B10A-2D17EBE313D7}" type="presOf" srcId="{AF103FAB-EF0A-4F1A-8ADD-742AB9F67096}" destId="{3A7816CF-6F29-4339-9BE1-EFD5E56134BF}" srcOrd="0" destOrd="0" presId="urn:microsoft.com/office/officeart/2005/8/layout/orgChart1"/>
    <dgm:cxn modelId="{26B90A13-F6B9-4B59-AB7B-6DDC1466F412}" type="presOf" srcId="{C13F53A9-0197-42BD-A09C-17F0B6433C8E}" destId="{2CF404F2-0ACA-4C8A-B4A0-A3CC582C9107}" srcOrd="0" destOrd="0" presId="urn:microsoft.com/office/officeart/2005/8/layout/orgChart1"/>
    <dgm:cxn modelId="{ADFCBF72-8C54-4D60-99A9-3EF7859AF90F}" srcId="{19A68822-21FD-4C82-AE62-61FBE4C45F59}" destId="{BE826C07-39B6-4855-995E-D4737F406E64}" srcOrd="2" destOrd="0" parTransId="{A47AAD25-059F-4828-81C3-0C16BBDF368F}" sibTransId="{1D965F57-738F-48C5-8C2A-01F689630F9C}"/>
    <dgm:cxn modelId="{A59312AE-D83B-49A0-A228-62988E99F04C}" srcId="{DB906392-DA9C-4D98-8E01-CC8295B30C11}" destId="{2E42EA02-7F0A-41A6-9FA8-6E8201032568}" srcOrd="0" destOrd="0" parTransId="{95FC36E5-A355-403F-9333-EB7EBBC5CA8E}" sibTransId="{0C5C0DF9-0AB1-4D60-A9EE-5E00DB86803D}"/>
    <dgm:cxn modelId="{036140B1-0666-4875-969B-8AC7F5585A57}" type="presOf" srcId="{BDE2C6E4-EE23-4F94-9C6D-BAAD49191185}" destId="{9E78D8E2-F656-42C8-8795-540CAA70D5A8}" srcOrd="0" destOrd="0" presId="urn:microsoft.com/office/officeart/2005/8/layout/orgChart1"/>
    <dgm:cxn modelId="{72F7130C-AC27-4EE7-BE5E-AC84B68DCC08}" type="presOf" srcId="{19A68822-21FD-4C82-AE62-61FBE4C45F59}" destId="{083F8C5F-08F9-45FF-9307-E7F25B30A055}" srcOrd="1" destOrd="0" presId="urn:microsoft.com/office/officeart/2005/8/layout/orgChart1"/>
    <dgm:cxn modelId="{DBE5C904-0A26-4A4E-9A6A-F3E309653E66}" type="presOf" srcId="{E067647D-6E13-471F-A2DD-E851CCC1CF68}" destId="{9D593D37-6118-4963-A9DF-B6903D6AF6AD}" srcOrd="0" destOrd="0" presId="urn:microsoft.com/office/officeart/2005/8/layout/orgChart1"/>
    <dgm:cxn modelId="{3998A796-8544-40F3-80AD-FE03557A8FB7}" type="presOf" srcId="{19A68822-21FD-4C82-AE62-61FBE4C45F59}" destId="{EE0F175B-0AD9-4B80-8156-BF24FCC9C0C5}" srcOrd="0" destOrd="0" presId="urn:microsoft.com/office/officeart/2005/8/layout/orgChart1"/>
    <dgm:cxn modelId="{A8EEA094-818B-48C3-A781-75237FD3C9B8}" type="presOf" srcId="{5D288DA5-7038-413D-B653-A763891A611A}" destId="{A75EBD81-C912-4D7F-90FB-7D10D7D0BCBB}" srcOrd="0" destOrd="0" presId="urn:microsoft.com/office/officeart/2005/8/layout/orgChart1"/>
    <dgm:cxn modelId="{3DD1A0EF-B2EF-4C7A-89CD-04F4C193BCEF}" type="presOf" srcId="{9F7EE958-7BA1-4617-807A-DC215C89DB5C}" destId="{DA5F7B22-F63A-4D5E-A4F0-A90BF294F5DA}" srcOrd="0" destOrd="0" presId="urn:microsoft.com/office/officeart/2005/8/layout/orgChart1"/>
    <dgm:cxn modelId="{7E587E01-60FF-4ACE-B1EA-18D883B0667C}" type="presOf" srcId="{ED4D1A7D-8EAB-4356-9426-D17F0C092720}" destId="{138AAE0F-9650-49D2-9515-2BF78F01A328}" srcOrd="0" destOrd="0" presId="urn:microsoft.com/office/officeart/2005/8/layout/orgChart1"/>
    <dgm:cxn modelId="{CC079622-4ED0-454E-BCAA-3CD28E6934D6}" type="presOf" srcId="{9FD46E75-A48A-45C1-9E9F-A30FB029AFC7}" destId="{913308E3-4ACA-4ECB-86C0-D23765F864F4}" srcOrd="0" destOrd="0" presId="urn:microsoft.com/office/officeart/2005/8/layout/orgChart1"/>
    <dgm:cxn modelId="{D571F958-3B60-4327-86E0-B3E25BB0650D}" srcId="{9286A5EC-F2A9-487D-8BF1-B96EEEFD636B}" destId="{7C839D19-893E-444F-BC66-38E1A072902D}" srcOrd="0" destOrd="0" parTransId="{B0A1E639-7820-4EBF-83D7-A40B66A6D4CD}" sibTransId="{7D46E187-0B28-460E-B9D9-51088447D864}"/>
    <dgm:cxn modelId="{7BB5D426-5389-415B-9FBE-9B659C180DBB}" type="presOf" srcId="{04F9E5AD-5BB4-41D2-95D4-5E0E583084F4}" destId="{BB595DBD-E598-416C-B1C2-0E8039923FA8}" srcOrd="0" destOrd="0" presId="urn:microsoft.com/office/officeart/2005/8/layout/orgChart1"/>
    <dgm:cxn modelId="{074D65B9-F6AE-4EE9-A12D-8D54E3F82F5F}" srcId="{9286A5EC-F2A9-487D-8BF1-B96EEEFD636B}" destId="{BF786AF5-1454-4301-99F8-D86B1665C3A8}" srcOrd="1" destOrd="0" parTransId="{DBCC86AF-5728-46F6-AD06-5B066D803A61}" sibTransId="{60429624-4B82-4988-801D-718D0322446E}"/>
    <dgm:cxn modelId="{27A933CB-EC69-4601-B1F8-789247F6383B}" type="presOf" srcId="{DBCC86AF-5728-46F6-AD06-5B066D803A61}" destId="{CE3C8DF7-9CB2-47F0-A42C-554D5D6B5498}" srcOrd="0" destOrd="0" presId="urn:microsoft.com/office/officeart/2005/8/layout/orgChart1"/>
    <dgm:cxn modelId="{0F4F2F79-AB89-4F19-8C0A-D2E19DD6E1AB}" type="presOf" srcId="{FA872677-E194-4CF3-9AE7-AE159FA8178B}" destId="{AF357D33-8C8D-4812-A598-21634A98389E}"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65F4E8F1-CBAC-43D0-B025-44A671D2D6B5}" srcId="{0B0BE489-18FC-4AB8-89F0-E5B83E82DEE3}" destId="{DB906392-DA9C-4D98-8E01-CC8295B30C11}" srcOrd="0" destOrd="0" parTransId="{C1F199FE-0BAF-414F-99EC-5864EC6EDAE5}" sibTransId="{7097DF7C-8146-415F-B8BD-DCBE163769F1}"/>
    <dgm:cxn modelId="{36C5B30F-34E8-46B5-9296-F5E0EE0480F9}" type="presOf" srcId="{A4A628A9-0299-4810-9D19-2EC9CB7DB8D0}" destId="{5FF13469-9D35-4BE5-BD73-1F71F9B5AA17}" srcOrd="0" destOrd="0" presId="urn:microsoft.com/office/officeart/2005/8/layout/orgChart1"/>
    <dgm:cxn modelId="{99B8FAD4-E1C0-4594-AEDC-68FEB28020C4}" type="presOf" srcId="{BF786AF5-1454-4301-99F8-D86B1665C3A8}" destId="{D051AD6C-BD44-4B30-BAA8-766706739534}" srcOrd="0" destOrd="0" presId="urn:microsoft.com/office/officeart/2005/8/layout/orgChart1"/>
    <dgm:cxn modelId="{548B2466-5B8B-418B-973B-A963CA1CA42D}" srcId="{DB906392-DA9C-4D98-8E01-CC8295B30C11}" destId="{A4A628A9-0299-4810-9D19-2EC9CB7DB8D0}" srcOrd="2" destOrd="0" parTransId="{32543D62-E5FC-47F4-B301-E9790F7FEB8C}" sibTransId="{282AEEFF-15DD-4F0F-860D-6D877F51DE14}"/>
    <dgm:cxn modelId="{11EBC607-A719-42E9-8915-CD39A9B80BCE}" type="presOf" srcId="{04BE380C-B15E-4BBC-900C-BB0A17E47183}" destId="{D9BDE42E-10CE-4D02-9F39-52519EFCCDA3}" srcOrd="0" destOrd="0" presId="urn:microsoft.com/office/officeart/2005/8/layout/orgChart1"/>
    <dgm:cxn modelId="{323DFAE5-7273-474D-A4B1-E3DE2BA39D4E}" type="presOf" srcId="{4EB0F024-B26E-41BB-8E1C-E84590DF736D}" destId="{8EDD2DB6-0AD4-4652-9EB2-235650D2E1A4}" srcOrd="1" destOrd="0" presId="urn:microsoft.com/office/officeart/2005/8/layout/orgChart1"/>
    <dgm:cxn modelId="{96F473D6-65B8-4421-83E0-6A63D97D71BC}" type="presOf" srcId="{BE826C07-39B6-4855-995E-D4737F406E64}" destId="{FECB9869-079D-4487-93CD-5A049D807B96}" srcOrd="1" destOrd="0" presId="urn:microsoft.com/office/officeart/2005/8/layout/orgChart1"/>
    <dgm:cxn modelId="{D82FF9FC-EAC8-46DB-9B57-D470C56C7EBD}" type="presOf" srcId="{272BDEDC-2B10-43D8-8289-AF776A8683A0}" destId="{0BD5B8DE-F63A-433E-9511-5CBBDEDAF752}" srcOrd="0" destOrd="0" presId="urn:microsoft.com/office/officeart/2005/8/layout/orgChart1"/>
    <dgm:cxn modelId="{680A074D-01A2-4585-A614-6489DB9AA178}" type="presOf" srcId="{E067647D-6E13-471F-A2DD-E851CCC1CF68}" destId="{BD43A729-8D4B-4446-8346-BE2C1D373742}" srcOrd="1" destOrd="0" presId="urn:microsoft.com/office/officeart/2005/8/layout/orgChart1"/>
    <dgm:cxn modelId="{6242B06E-F582-41B8-AE41-EF3F6D5D6D4A}" type="presOf" srcId="{0B0BE489-18FC-4AB8-89F0-E5B83E82DEE3}" destId="{F3605272-BB3C-482A-BD0E-4FF39B81FDEE}" srcOrd="0" destOrd="0" presId="urn:microsoft.com/office/officeart/2005/8/layout/orgChart1"/>
    <dgm:cxn modelId="{6B5E466C-04AA-4954-A494-AB80FF85D20F}" srcId="{9E6404DC-1053-49D6-95EE-599A97C88DD3}" destId="{19A68822-21FD-4C82-AE62-61FBE4C45F59}" srcOrd="3" destOrd="0" parTransId="{685C7F77-9270-488B-8D70-851D387667CA}" sibTransId="{0E571DE3-9456-45C1-AB67-4DD0C083EE0D}"/>
    <dgm:cxn modelId="{DCAC6BC1-8C85-48DC-B188-5655111C01AA}" srcId="{19A68822-21FD-4C82-AE62-61FBE4C45F59}" destId="{FAD8C68A-148F-45D5-839B-74F518C323B1}" srcOrd="0" destOrd="0" parTransId="{F4749D64-3362-486E-B7C0-2A4D4AC3F782}" sibTransId="{FE04AAEC-65DF-4176-8F3D-FBB4F12C9BA3}"/>
    <dgm:cxn modelId="{6214551D-B9F6-48BB-9A9F-F61549F236B5}" type="presOf" srcId="{BE826C07-39B6-4855-995E-D4737F406E64}" destId="{BB84331A-10CC-4691-8D7D-B67A2D00E062}" srcOrd="0" destOrd="0" presId="urn:microsoft.com/office/officeart/2005/8/layout/orgChart1"/>
    <dgm:cxn modelId="{109A0430-77EF-40E9-A8E7-EFEDAF33A59F}" type="presOf" srcId="{CED33BD6-66C9-4399-AE55-56D4A0A0DC79}" destId="{6289F883-6D1D-4DE4-94AE-344F953F6377}" srcOrd="0" destOrd="0" presId="urn:microsoft.com/office/officeart/2005/8/layout/orgChart1"/>
    <dgm:cxn modelId="{3393649A-B0FC-49FD-A43B-3E7C5E2D3E04}" type="presOf" srcId="{FAD8C68A-148F-45D5-839B-74F518C323B1}" destId="{E7A6A566-BA08-49B0-B30B-F6E0719DD840}" srcOrd="0" destOrd="0" presId="urn:microsoft.com/office/officeart/2005/8/layout/orgChart1"/>
    <dgm:cxn modelId="{B8D3ECAE-3912-4DC4-93D9-964A82ABEC91}" type="presOf" srcId="{AC866810-B0CF-48BC-96B8-992DFD8E0FF0}" destId="{E4636C06-AABB-4991-99EF-D519C9F01F26}" srcOrd="0" destOrd="0" presId="urn:microsoft.com/office/officeart/2005/8/layout/orgChart1"/>
    <dgm:cxn modelId="{D2551BCC-F69D-4C92-B1FF-61E596DFCC97}" type="presOf" srcId="{BF786AF5-1454-4301-99F8-D86B1665C3A8}" destId="{82DD5E05-6F70-43B9-B33F-EB9E97675CB4}" srcOrd="1" destOrd="0" presId="urn:microsoft.com/office/officeart/2005/8/layout/orgChart1"/>
    <dgm:cxn modelId="{6954F8C0-BCB4-46A0-969C-D1E8639FAFCB}" srcId="{9E6404DC-1053-49D6-95EE-599A97C88DD3}" destId="{0B0BE489-18FC-4AB8-89F0-E5B83E82DEE3}" srcOrd="1" destOrd="0" parTransId="{D790EDC8-DBC7-47D9-AD8D-E7CE4F48BB0A}" sibTransId="{B707AAE7-D88C-41C7-9B1B-D8B970E4AED3}"/>
    <dgm:cxn modelId="{B8DEC61E-A7C6-44F2-9244-7F8C259E1D42}" type="presOf" srcId="{55D06D02-16D5-487C-8E7B-D99AC83B330E}" destId="{852A19FB-1446-4C12-9977-B8D9F3ED7822}" srcOrd="1"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146F2DD9-298E-407E-867D-6263F4E81B52}" srcId="{19A68822-21FD-4C82-AE62-61FBE4C45F59}" destId="{55D06D02-16D5-487C-8E7B-D99AC83B330E}" srcOrd="1" destOrd="0" parTransId="{4ED94479-1ECB-494A-992A-FA0E36F14261}" sibTransId="{2FAD6011-7AFE-44D8-B209-C12FAB59C1A5}"/>
    <dgm:cxn modelId="{4F534EBB-7CC6-4164-8A86-06D73B23454F}" type="presOf" srcId="{C00C52DA-E663-48BF-A6EA-FB293D2ED596}" destId="{AD61C083-C25C-4D4A-B512-F0FD427D4F1D}" srcOrd="0" destOrd="0" presId="urn:microsoft.com/office/officeart/2005/8/layout/orgChart1"/>
    <dgm:cxn modelId="{2BCDBAFC-23E6-4D50-BA3D-F682B5CBFE54}" srcId="{DB906392-DA9C-4D98-8E01-CC8295B30C11}" destId="{4EB0F024-B26E-41BB-8E1C-E84590DF736D}" srcOrd="7" destOrd="0" parTransId="{CED33BD6-66C9-4399-AE55-56D4A0A0DC79}" sibTransId="{50997549-DEB1-44E0-AD4F-F460909F5DF0}"/>
    <dgm:cxn modelId="{647B1D98-73DA-44BD-913E-B63FEDCE3214}" type="presOf" srcId="{B0FCBFEC-FFD5-494E-A6E2-7AAEBA74AF34}" destId="{E9B6B411-9DFF-4DE1-82E6-F179FA5424C9}" srcOrd="0" destOrd="0" presId="urn:microsoft.com/office/officeart/2005/8/layout/orgChart1"/>
    <dgm:cxn modelId="{7986E574-3D79-4CAC-944E-50CDD61F26AD}" type="presOf" srcId="{0B0BE489-18FC-4AB8-89F0-E5B83E82DEE3}" destId="{80D30C1D-7614-46E9-A72C-A8C7C4CE7688}" srcOrd="1" destOrd="0" presId="urn:microsoft.com/office/officeart/2005/8/layout/orgChart1"/>
    <dgm:cxn modelId="{0A315E69-8D03-4774-8523-5C318F71C093}" type="presOf" srcId="{FAD8C68A-148F-45D5-839B-74F518C323B1}" destId="{94BFD7CF-C6FE-44D2-A927-DA028212ADAD}" srcOrd="1"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6E72624D-8AF2-4F85-A64E-3CE608E1C938}" type="presParOf" srcId="{C9264EDA-91B6-4FAE-AFE6-AFC29BE66386}" destId="{7E5B4EED-8F8A-44FB-BA06-E88292DE9A10}" srcOrd="0" destOrd="0" presId="urn:microsoft.com/office/officeart/2005/8/layout/orgChart1"/>
    <dgm:cxn modelId="{16EA96B3-11A6-45D4-B172-96806EE948FD}" type="presParOf" srcId="{C9264EDA-91B6-4FAE-AFE6-AFC29BE66386}" destId="{7273551E-4069-4549-8DDF-1954EF17D3B4}" srcOrd="1" destOrd="0" presId="urn:microsoft.com/office/officeart/2005/8/layout/orgChart1"/>
    <dgm:cxn modelId="{963DDFEA-1944-4939-8087-8EF45F2AD2B3}" type="presParOf" srcId="{7273551E-4069-4549-8DDF-1954EF17D3B4}" destId="{5090A920-C971-4BBC-86CE-457A206CFA3A}" srcOrd="0" destOrd="0" presId="urn:microsoft.com/office/officeart/2005/8/layout/orgChart1"/>
    <dgm:cxn modelId="{98CA0372-2F83-425E-B5ED-31554B155457}" type="presParOf" srcId="{5090A920-C971-4BBC-86CE-457A206CFA3A}" destId="{C6FAE040-2A5A-4E02-94DD-A745D018122F}" srcOrd="0" destOrd="0" presId="urn:microsoft.com/office/officeart/2005/8/layout/orgChart1"/>
    <dgm:cxn modelId="{D633274B-2C27-492C-83C5-BD1DDBEDF4E2}" type="presParOf" srcId="{5090A920-C971-4BBC-86CE-457A206CFA3A}" destId="{7C244878-274A-428A-82EF-793EAA6A8212}" srcOrd="1" destOrd="0" presId="urn:microsoft.com/office/officeart/2005/8/layout/orgChart1"/>
    <dgm:cxn modelId="{0D8338DC-A5FC-429F-B7D4-054B494D9156}" type="presParOf" srcId="{7273551E-4069-4549-8DDF-1954EF17D3B4}" destId="{1714A8E4-5EA8-4AA1-A52A-26022F7A450C}" srcOrd="1" destOrd="0" presId="urn:microsoft.com/office/officeart/2005/8/layout/orgChart1"/>
    <dgm:cxn modelId="{EAA1FEBF-F2B9-4C2C-AA2D-FAB35CBF65A5}" type="presParOf" srcId="{7273551E-4069-4549-8DDF-1954EF17D3B4}" destId="{10541011-2494-46ED-BA3E-E75873803913}" srcOrd="2" destOrd="0" presId="urn:microsoft.com/office/officeart/2005/8/layout/orgChart1"/>
    <dgm:cxn modelId="{F33D6302-6ED4-428E-9E60-7849DC7039A5}" type="presParOf" srcId="{C9264EDA-91B6-4FAE-AFE6-AFC29BE66386}" destId="{CE3C8DF7-9CB2-47F0-A42C-554D5D6B5498}" srcOrd="2" destOrd="0" presId="urn:microsoft.com/office/officeart/2005/8/layout/orgChart1"/>
    <dgm:cxn modelId="{58BD9EF5-E61C-470D-B225-1F7FF9388CB8}" type="presParOf" srcId="{C9264EDA-91B6-4FAE-AFE6-AFC29BE66386}" destId="{77BAFC8B-1A93-46D0-95A3-BC9F47D8073B}" srcOrd="3" destOrd="0" presId="urn:microsoft.com/office/officeart/2005/8/layout/orgChart1"/>
    <dgm:cxn modelId="{DA398B75-E76F-4C48-ADAB-22976ED52F57}" type="presParOf" srcId="{77BAFC8B-1A93-46D0-95A3-BC9F47D8073B}" destId="{67A8194D-CE80-43DE-A481-0C652A768422}" srcOrd="0" destOrd="0" presId="urn:microsoft.com/office/officeart/2005/8/layout/orgChart1"/>
    <dgm:cxn modelId="{2F9F235E-A280-4AB5-BB93-9D43851D5853}" type="presParOf" srcId="{67A8194D-CE80-43DE-A481-0C652A768422}" destId="{D051AD6C-BD44-4B30-BAA8-766706739534}" srcOrd="0" destOrd="0" presId="urn:microsoft.com/office/officeart/2005/8/layout/orgChart1"/>
    <dgm:cxn modelId="{4F3BB01F-A7B2-4F93-AEFE-05465D37D566}" type="presParOf" srcId="{67A8194D-CE80-43DE-A481-0C652A768422}" destId="{82DD5E05-6F70-43B9-B33F-EB9E97675CB4}" srcOrd="1" destOrd="0" presId="urn:microsoft.com/office/officeart/2005/8/layout/orgChart1"/>
    <dgm:cxn modelId="{0DB54F92-2DE1-4474-8D6F-7DEF05A6AA94}" type="presParOf" srcId="{77BAFC8B-1A93-46D0-95A3-BC9F47D8073B}" destId="{D66BB385-F612-40C5-A75D-32A8B0E65F9B}" srcOrd="1" destOrd="0" presId="urn:microsoft.com/office/officeart/2005/8/layout/orgChart1"/>
    <dgm:cxn modelId="{8405177E-82D5-4A0E-BBDF-0E51219A999E}" type="presParOf" srcId="{77BAFC8B-1A93-46D0-95A3-BC9F47D8073B}" destId="{6E8B4A6C-1070-46D9-B551-69F49D1C0DC0}" srcOrd="2" destOrd="0" presId="urn:microsoft.com/office/officeart/2005/8/layout/orgChart1"/>
    <dgm:cxn modelId="{2ECEAC6E-EF18-49A5-9ADD-DE2D72342826}" type="presParOf" srcId="{C9264EDA-91B6-4FAE-AFE6-AFC29BE66386}" destId="{E4636C06-AABB-4991-99EF-D519C9F01F26}" srcOrd="4" destOrd="0" presId="urn:microsoft.com/office/officeart/2005/8/layout/orgChart1"/>
    <dgm:cxn modelId="{2572FE18-406F-4122-8F5D-F37439500D46}" type="presParOf" srcId="{C9264EDA-91B6-4FAE-AFE6-AFC29BE66386}" destId="{48E9BED8-2671-4DE8-9479-797DE4AA6444}" srcOrd="5" destOrd="0" presId="urn:microsoft.com/office/officeart/2005/8/layout/orgChart1"/>
    <dgm:cxn modelId="{A3B3A628-B459-4D15-828B-46675B3993A6}" type="presParOf" srcId="{48E9BED8-2671-4DE8-9479-797DE4AA6444}" destId="{238E99CA-C072-4BC0-8AA5-0C6B0C916672}" srcOrd="0" destOrd="0" presId="urn:microsoft.com/office/officeart/2005/8/layout/orgChart1"/>
    <dgm:cxn modelId="{D5D187B5-83AB-4E5A-A902-474C9BE7A616}" type="presParOf" srcId="{238E99CA-C072-4BC0-8AA5-0C6B0C916672}" destId="{2CF404F2-0ACA-4C8A-B4A0-A3CC582C9107}" srcOrd="0" destOrd="0" presId="urn:microsoft.com/office/officeart/2005/8/layout/orgChart1"/>
    <dgm:cxn modelId="{CFEEC555-AC53-41A4-B5E5-B5DA030E6BEF}" type="presParOf" srcId="{238E99CA-C072-4BC0-8AA5-0C6B0C916672}" destId="{6E87612E-C982-4B08-BE76-332DBA145DD3}" srcOrd="1" destOrd="0" presId="urn:microsoft.com/office/officeart/2005/8/layout/orgChart1"/>
    <dgm:cxn modelId="{88D9C34D-99F1-458C-83D8-A827384244CD}" type="presParOf" srcId="{48E9BED8-2671-4DE8-9479-797DE4AA6444}" destId="{4CB63330-2DB3-433F-ABC0-BBA61091E2A5}" srcOrd="1" destOrd="0" presId="urn:microsoft.com/office/officeart/2005/8/layout/orgChart1"/>
    <dgm:cxn modelId="{294E6AA1-8913-4308-8AB1-376C2A0E5ABF}" type="presParOf" srcId="{48E9BED8-2671-4DE8-9479-797DE4AA6444}" destId="{4BFC675F-FE74-4B72-A967-4EDBFEF74FDF}"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BC0E2B96-B3FA-46B9-815F-1621DBC4B126}" type="presParOf" srcId="{AD53A4B1-01E7-41E8-9724-31F3910545A4}" destId="{270151AE-D139-40DF-A603-F0B3F7DDDC4D}" srcOrd="2" destOrd="0" presId="urn:microsoft.com/office/officeart/2005/8/layout/orgChart1"/>
    <dgm:cxn modelId="{923317C6-4951-4C0F-B5E4-1AE61E839C77}" type="presParOf" srcId="{AD53A4B1-01E7-41E8-9724-31F3910545A4}" destId="{5E7476B3-AD7E-4825-A023-25C6BDFD35CA}" srcOrd="3" destOrd="0" presId="urn:microsoft.com/office/officeart/2005/8/layout/orgChart1"/>
    <dgm:cxn modelId="{86AAF4B9-78E4-4333-BDA3-E4D3BC5D8B19}" type="presParOf" srcId="{5E7476B3-AD7E-4825-A023-25C6BDFD35CA}" destId="{132C54E8-DB97-4D17-8179-D1BC98F5D07C}" srcOrd="0" destOrd="0" presId="urn:microsoft.com/office/officeart/2005/8/layout/orgChart1"/>
    <dgm:cxn modelId="{95DF85D9-23F6-4014-BE0A-03332F7A4B37}" type="presParOf" srcId="{132C54E8-DB97-4D17-8179-D1BC98F5D07C}" destId="{F3605272-BB3C-482A-BD0E-4FF39B81FDEE}" srcOrd="0" destOrd="0" presId="urn:microsoft.com/office/officeart/2005/8/layout/orgChart1"/>
    <dgm:cxn modelId="{1C110A55-4877-4A2F-922F-33DAF303B817}" type="presParOf" srcId="{132C54E8-DB97-4D17-8179-D1BC98F5D07C}" destId="{80D30C1D-7614-46E9-A72C-A8C7C4CE7688}" srcOrd="1" destOrd="0" presId="urn:microsoft.com/office/officeart/2005/8/layout/orgChart1"/>
    <dgm:cxn modelId="{70C2BD4D-F080-40CD-B97F-0F0B9050D864}" type="presParOf" srcId="{5E7476B3-AD7E-4825-A023-25C6BDFD35CA}" destId="{52A2A06A-EC5A-449C-89CB-5D43FB38563B}" srcOrd="1" destOrd="0" presId="urn:microsoft.com/office/officeart/2005/8/layout/orgChart1"/>
    <dgm:cxn modelId="{444AAE05-75E2-4859-A6B3-8A17E57B4D91}" type="presParOf" srcId="{52A2A06A-EC5A-449C-89CB-5D43FB38563B}" destId="{ECEFB9B2-CE4C-4608-BF38-6485765BC653}" srcOrd="0" destOrd="0" presId="urn:microsoft.com/office/officeart/2005/8/layout/orgChart1"/>
    <dgm:cxn modelId="{78A4E6E6-C52E-4D61-AAF2-8B96DC4C7680}" type="presParOf" srcId="{52A2A06A-EC5A-449C-89CB-5D43FB38563B}" destId="{F4C60C3F-28D7-4586-AEEE-E03A458E7FE9}" srcOrd="1" destOrd="0" presId="urn:microsoft.com/office/officeart/2005/8/layout/orgChart1"/>
    <dgm:cxn modelId="{BC677D45-ED78-4D06-BB5C-4D6E3A5F81EC}" type="presParOf" srcId="{F4C60C3F-28D7-4586-AEEE-E03A458E7FE9}" destId="{34418CDC-F3AD-4570-A5BF-92AFD8028217}" srcOrd="0" destOrd="0" presId="urn:microsoft.com/office/officeart/2005/8/layout/orgChart1"/>
    <dgm:cxn modelId="{10664C18-9F34-4005-BC1A-D9647B72DF54}" type="presParOf" srcId="{34418CDC-F3AD-4570-A5BF-92AFD8028217}" destId="{81BB6144-22DD-4A1E-8B7C-EB6FE8973CCE}" srcOrd="0" destOrd="0" presId="urn:microsoft.com/office/officeart/2005/8/layout/orgChart1"/>
    <dgm:cxn modelId="{886C71E7-F6AC-44DD-861E-F1EA8C3C55AC}" type="presParOf" srcId="{34418CDC-F3AD-4570-A5BF-92AFD8028217}" destId="{A5B55971-F26F-440D-A7F3-DD207109A622}" srcOrd="1" destOrd="0" presId="urn:microsoft.com/office/officeart/2005/8/layout/orgChart1"/>
    <dgm:cxn modelId="{0DBDACED-78C0-4F43-A8B9-9E20E01B0814}" type="presParOf" srcId="{F4C60C3F-28D7-4586-AEEE-E03A458E7FE9}" destId="{87C9A6F9-590C-4132-BB0A-3204D8736BA9}" srcOrd="1" destOrd="0" presId="urn:microsoft.com/office/officeart/2005/8/layout/orgChart1"/>
    <dgm:cxn modelId="{11791EB0-3BF5-469D-BED0-9FA81EB067FE}" type="presParOf" srcId="{87C9A6F9-590C-4132-BB0A-3204D8736BA9}" destId="{CFD3905E-2ADE-45B3-ADD2-2211418CC78A}" srcOrd="0" destOrd="0" presId="urn:microsoft.com/office/officeart/2005/8/layout/orgChart1"/>
    <dgm:cxn modelId="{57E17540-D0EC-4C10-80D7-6EAC20B732A3}" type="presParOf" srcId="{87C9A6F9-590C-4132-BB0A-3204D8736BA9}" destId="{49F5EB92-94A9-48C9-AC7E-8E2768AA4757}" srcOrd="1" destOrd="0" presId="urn:microsoft.com/office/officeart/2005/8/layout/orgChart1"/>
    <dgm:cxn modelId="{AC4A96CB-87D3-4B9B-BFC1-8DAD38BECF03}" type="presParOf" srcId="{49F5EB92-94A9-48C9-AC7E-8E2768AA4757}" destId="{1B75FEA9-DE0B-4E98-9215-9C0B90166B74}" srcOrd="0" destOrd="0" presId="urn:microsoft.com/office/officeart/2005/8/layout/orgChart1"/>
    <dgm:cxn modelId="{DE98DA73-2190-43BB-B814-FE3ABAB0C26C}" type="presParOf" srcId="{1B75FEA9-DE0B-4E98-9215-9C0B90166B74}" destId="{03C963D2-2D6B-40A7-9687-491A33C44FCB}" srcOrd="0" destOrd="0" presId="urn:microsoft.com/office/officeart/2005/8/layout/orgChart1"/>
    <dgm:cxn modelId="{3507EED1-2030-45D1-9FE9-CEBDB7CCDE25}" type="presParOf" srcId="{1B75FEA9-DE0B-4E98-9215-9C0B90166B74}" destId="{0178EDF2-DABE-452E-B4DC-68203A36C2D1}" srcOrd="1" destOrd="0" presId="urn:microsoft.com/office/officeart/2005/8/layout/orgChart1"/>
    <dgm:cxn modelId="{4D05AC03-F987-43F5-8E88-00EDC4BD1ED4}" type="presParOf" srcId="{49F5EB92-94A9-48C9-AC7E-8E2768AA4757}" destId="{37406630-6005-4440-B0E3-D702928EB6FD}" srcOrd="1" destOrd="0" presId="urn:microsoft.com/office/officeart/2005/8/layout/orgChart1"/>
    <dgm:cxn modelId="{B41CB7AB-445B-4890-82C3-69E4085F44A7}" type="presParOf" srcId="{49F5EB92-94A9-48C9-AC7E-8E2768AA4757}" destId="{40CAD87D-A17B-4CDA-9C0B-5B58936A7155}" srcOrd="2" destOrd="0" presId="urn:microsoft.com/office/officeart/2005/8/layout/orgChart1"/>
    <dgm:cxn modelId="{ED2D8949-7A78-4162-8EB6-D80E7E2204E5}" type="presParOf" srcId="{87C9A6F9-590C-4132-BB0A-3204D8736BA9}" destId="{E9B6B411-9DFF-4DE1-82E6-F179FA5424C9}" srcOrd="2" destOrd="0" presId="urn:microsoft.com/office/officeart/2005/8/layout/orgChart1"/>
    <dgm:cxn modelId="{2458E37F-DA79-4049-B69D-22E1127D3A4D}" type="presParOf" srcId="{87C9A6F9-590C-4132-BB0A-3204D8736BA9}" destId="{C7589B1A-3F6B-48F1-A5C9-6440967C450D}" srcOrd="3" destOrd="0" presId="urn:microsoft.com/office/officeart/2005/8/layout/orgChart1"/>
    <dgm:cxn modelId="{5182E411-A0FE-46E1-9FBC-9ABAAEC2413C}" type="presParOf" srcId="{C7589B1A-3F6B-48F1-A5C9-6440967C450D}" destId="{55620A4C-0C50-439B-B914-20D504280D13}" srcOrd="0" destOrd="0" presId="urn:microsoft.com/office/officeart/2005/8/layout/orgChart1"/>
    <dgm:cxn modelId="{5F83EEC2-AFB4-44E7-8BB0-10EDC9F5DE48}" type="presParOf" srcId="{55620A4C-0C50-439B-B914-20D504280D13}" destId="{D9BDE42E-10CE-4D02-9F39-52519EFCCDA3}" srcOrd="0" destOrd="0" presId="urn:microsoft.com/office/officeart/2005/8/layout/orgChart1"/>
    <dgm:cxn modelId="{E52093E5-EB99-491C-869E-513DCAF39011}" type="presParOf" srcId="{55620A4C-0C50-439B-B914-20D504280D13}" destId="{0B6DBCB2-5F5C-43F4-882D-10B9D7CC125F}" srcOrd="1" destOrd="0" presId="urn:microsoft.com/office/officeart/2005/8/layout/orgChart1"/>
    <dgm:cxn modelId="{05E78105-3503-4F10-A1F7-2E21CC29B5C1}" type="presParOf" srcId="{C7589B1A-3F6B-48F1-A5C9-6440967C450D}" destId="{C7400966-13DF-444A-AAAE-71ABF1730E24}" srcOrd="1" destOrd="0" presId="urn:microsoft.com/office/officeart/2005/8/layout/orgChart1"/>
    <dgm:cxn modelId="{C12B5556-E940-4E23-9B21-55505F1BA679}" type="presParOf" srcId="{C7589B1A-3F6B-48F1-A5C9-6440967C450D}" destId="{98698D63-BD1E-4A60-9F83-7EB693E5751A}" srcOrd="2" destOrd="0" presId="urn:microsoft.com/office/officeart/2005/8/layout/orgChart1"/>
    <dgm:cxn modelId="{612D5809-13EE-4A14-8671-6B398E45CF28}" type="presParOf" srcId="{87C9A6F9-590C-4132-BB0A-3204D8736BA9}" destId="{01A30BFD-9BEB-4B2C-9AC4-88921CD8B269}" srcOrd="4" destOrd="0" presId="urn:microsoft.com/office/officeart/2005/8/layout/orgChart1"/>
    <dgm:cxn modelId="{0A52C828-1424-4B22-B32F-9680878493C0}" type="presParOf" srcId="{87C9A6F9-590C-4132-BB0A-3204D8736BA9}" destId="{059A64BA-403C-4AC8-B909-98E0C2F2A55F}" srcOrd="5" destOrd="0" presId="urn:microsoft.com/office/officeart/2005/8/layout/orgChart1"/>
    <dgm:cxn modelId="{EF37CF4E-54D7-4695-AE98-1DD6350AD30F}" type="presParOf" srcId="{059A64BA-403C-4AC8-B909-98E0C2F2A55F}" destId="{0BDF6719-454E-4D99-8DC1-2C12688BBABA}" srcOrd="0" destOrd="0" presId="urn:microsoft.com/office/officeart/2005/8/layout/orgChart1"/>
    <dgm:cxn modelId="{16927094-1909-423A-A895-17DBAB2D54AD}" type="presParOf" srcId="{0BDF6719-454E-4D99-8DC1-2C12688BBABA}" destId="{5FF13469-9D35-4BE5-BD73-1F71F9B5AA17}" srcOrd="0" destOrd="0" presId="urn:microsoft.com/office/officeart/2005/8/layout/orgChart1"/>
    <dgm:cxn modelId="{7F31FCBE-A736-40AC-B03A-CB0F4E80E1CF}" type="presParOf" srcId="{0BDF6719-454E-4D99-8DC1-2C12688BBABA}" destId="{EF919B31-016F-46D1-9F83-DE2A8A7785DE}" srcOrd="1" destOrd="0" presId="urn:microsoft.com/office/officeart/2005/8/layout/orgChart1"/>
    <dgm:cxn modelId="{5982BCB3-BFE0-4DD8-8C82-EFDF6E609676}" type="presParOf" srcId="{059A64BA-403C-4AC8-B909-98E0C2F2A55F}" destId="{E85CC6A4-FAF6-44FD-8442-878415A05B38}" srcOrd="1" destOrd="0" presId="urn:microsoft.com/office/officeart/2005/8/layout/orgChart1"/>
    <dgm:cxn modelId="{5F493EB9-3C43-4EDE-AEC3-99395A9FB1BB}" type="presParOf" srcId="{059A64BA-403C-4AC8-B909-98E0C2F2A55F}" destId="{217ADC59-E92D-49BC-AAF1-4457BC00ECC6}" srcOrd="2" destOrd="0" presId="urn:microsoft.com/office/officeart/2005/8/layout/orgChart1"/>
    <dgm:cxn modelId="{30CDFD3D-CB1B-4359-B8C6-DA7535D7BAD0}" type="presParOf" srcId="{87C9A6F9-590C-4132-BB0A-3204D8736BA9}" destId="{DA5F7B22-F63A-4D5E-A4F0-A90BF294F5DA}" srcOrd="6" destOrd="0" presId="urn:microsoft.com/office/officeart/2005/8/layout/orgChart1"/>
    <dgm:cxn modelId="{142FF15A-D334-4C84-A47A-D4070E1D4885}" type="presParOf" srcId="{87C9A6F9-590C-4132-BB0A-3204D8736BA9}" destId="{319F268C-28B5-457B-BACF-C5B16D5EB219}" srcOrd="7" destOrd="0" presId="urn:microsoft.com/office/officeart/2005/8/layout/orgChart1"/>
    <dgm:cxn modelId="{7E90F941-0559-4365-9C04-35FA9AF682C9}" type="presParOf" srcId="{319F268C-28B5-457B-BACF-C5B16D5EB219}" destId="{D35E8C1B-BBCC-4C5C-B57D-21387AD34911}" srcOrd="0" destOrd="0" presId="urn:microsoft.com/office/officeart/2005/8/layout/orgChart1"/>
    <dgm:cxn modelId="{5E9BD1FF-B926-40B4-B941-1E966A7D2999}" type="presParOf" srcId="{D35E8C1B-BBCC-4C5C-B57D-21387AD34911}" destId="{138AAE0F-9650-49D2-9515-2BF78F01A328}" srcOrd="0" destOrd="0" presId="urn:microsoft.com/office/officeart/2005/8/layout/orgChart1"/>
    <dgm:cxn modelId="{2C6DA645-0527-4162-9010-DCC3433560A7}" type="presParOf" srcId="{D35E8C1B-BBCC-4C5C-B57D-21387AD34911}" destId="{1CDB363F-6F4A-4A78-800E-2FB6DD298F99}" srcOrd="1" destOrd="0" presId="urn:microsoft.com/office/officeart/2005/8/layout/orgChart1"/>
    <dgm:cxn modelId="{A686042C-F871-4D50-935A-54D3A2F23D22}" type="presParOf" srcId="{319F268C-28B5-457B-BACF-C5B16D5EB219}" destId="{74AD34C0-0C67-4564-B1F4-F8196BDE12AF}" srcOrd="1" destOrd="0" presId="urn:microsoft.com/office/officeart/2005/8/layout/orgChart1"/>
    <dgm:cxn modelId="{67FD5E53-C2CD-4F92-8A24-8E7F05A85029}" type="presParOf" srcId="{319F268C-28B5-457B-BACF-C5B16D5EB219}" destId="{4FEA232F-E9F5-4A5D-A3E0-EE8C707E20BC}" srcOrd="2" destOrd="0" presId="urn:microsoft.com/office/officeart/2005/8/layout/orgChart1"/>
    <dgm:cxn modelId="{813EA01F-360E-4C8A-8786-3A10D9E50CD6}" type="presParOf" srcId="{87C9A6F9-590C-4132-BB0A-3204D8736BA9}" destId="{0BD5B8DE-F63A-433E-9511-5CBBDEDAF752}" srcOrd="8" destOrd="0" presId="urn:microsoft.com/office/officeart/2005/8/layout/orgChart1"/>
    <dgm:cxn modelId="{3C7A7EF1-05DD-4769-B695-FD4915D7B84E}" type="presParOf" srcId="{87C9A6F9-590C-4132-BB0A-3204D8736BA9}" destId="{596EE316-7CE8-4B79-B2CA-984D4A411A8F}" srcOrd="9" destOrd="0" presId="urn:microsoft.com/office/officeart/2005/8/layout/orgChart1"/>
    <dgm:cxn modelId="{39A7D43B-E12D-4C68-BBEC-9DC554C56209}" type="presParOf" srcId="{596EE316-7CE8-4B79-B2CA-984D4A411A8F}" destId="{28558543-6402-4F81-AFCF-1811614CABAD}" srcOrd="0" destOrd="0" presId="urn:microsoft.com/office/officeart/2005/8/layout/orgChart1"/>
    <dgm:cxn modelId="{822ED888-4D1C-4C71-9E10-35D3C26F84F2}" type="presParOf" srcId="{28558543-6402-4F81-AFCF-1811614CABAD}" destId="{BF440659-4578-4E7C-81FD-A2030C97B201}" srcOrd="0" destOrd="0" presId="urn:microsoft.com/office/officeart/2005/8/layout/orgChart1"/>
    <dgm:cxn modelId="{D4AA691D-023D-48F5-9988-73984EDA547A}" type="presParOf" srcId="{28558543-6402-4F81-AFCF-1811614CABAD}" destId="{AF357D33-8C8D-4812-A598-21634A98389E}" srcOrd="1" destOrd="0" presId="urn:microsoft.com/office/officeart/2005/8/layout/orgChart1"/>
    <dgm:cxn modelId="{DAE3B790-6171-44EE-BE30-793C61CC5794}" type="presParOf" srcId="{596EE316-7CE8-4B79-B2CA-984D4A411A8F}" destId="{2B57EE04-A3B9-4C53-9893-DEB3ADEBA6D0}" srcOrd="1" destOrd="0" presId="urn:microsoft.com/office/officeart/2005/8/layout/orgChart1"/>
    <dgm:cxn modelId="{786DEF41-ADC2-40D3-AD06-E78A600C81DB}" type="presParOf" srcId="{596EE316-7CE8-4B79-B2CA-984D4A411A8F}" destId="{29DDD72B-40D4-421F-B623-C94F4AED54F0}" srcOrd="2" destOrd="0" presId="urn:microsoft.com/office/officeart/2005/8/layout/orgChart1"/>
    <dgm:cxn modelId="{9C12D1CE-7975-4E43-98AC-DC8DB4D3D755}" type="presParOf" srcId="{87C9A6F9-590C-4132-BB0A-3204D8736BA9}" destId="{4EBB3F24-0EE2-44A4-8AFD-298299C0425E}" srcOrd="10" destOrd="0" presId="urn:microsoft.com/office/officeart/2005/8/layout/orgChart1"/>
    <dgm:cxn modelId="{C4E87FB9-97DC-4493-AA64-B56E907FA947}" type="presParOf" srcId="{87C9A6F9-590C-4132-BB0A-3204D8736BA9}" destId="{C1E7B738-0A7C-4F94-8B62-FD2788A50BF9}" srcOrd="11" destOrd="0" presId="urn:microsoft.com/office/officeart/2005/8/layout/orgChart1"/>
    <dgm:cxn modelId="{FC850C29-3C1D-42A3-91E4-76FC0B9BFF4D}" type="presParOf" srcId="{C1E7B738-0A7C-4F94-8B62-FD2788A50BF9}" destId="{D5562237-ED62-4EC1-A98E-DFD91F6B520E}" srcOrd="0" destOrd="0" presId="urn:microsoft.com/office/officeart/2005/8/layout/orgChart1"/>
    <dgm:cxn modelId="{5CF2631A-FCBD-4FF2-AF1E-2FF4B161C229}" type="presParOf" srcId="{D5562237-ED62-4EC1-A98E-DFD91F6B520E}" destId="{A75EBD81-C912-4D7F-90FB-7D10D7D0BCBB}" srcOrd="0" destOrd="0" presId="urn:microsoft.com/office/officeart/2005/8/layout/orgChart1"/>
    <dgm:cxn modelId="{AE20E752-D300-4DA1-82B5-5FE568DC1E4E}" type="presParOf" srcId="{D5562237-ED62-4EC1-A98E-DFD91F6B520E}" destId="{F48807D3-80B5-4304-9EF2-2E588F30AF09}" srcOrd="1" destOrd="0" presId="urn:microsoft.com/office/officeart/2005/8/layout/orgChart1"/>
    <dgm:cxn modelId="{B196C3F0-4589-45FD-A0D2-E537CBA48B09}" type="presParOf" srcId="{C1E7B738-0A7C-4F94-8B62-FD2788A50BF9}" destId="{14005A13-44DA-4F59-8CA2-58ED40026DAB}" srcOrd="1" destOrd="0" presId="urn:microsoft.com/office/officeart/2005/8/layout/orgChart1"/>
    <dgm:cxn modelId="{154B3C63-2662-472D-B056-13CBAC3DA92D}" type="presParOf" srcId="{C1E7B738-0A7C-4F94-8B62-FD2788A50BF9}" destId="{231A117A-168C-4C83-BA3F-C10D98211D29}" srcOrd="2" destOrd="0" presId="urn:microsoft.com/office/officeart/2005/8/layout/orgChart1"/>
    <dgm:cxn modelId="{7DBA62EA-F96C-44A8-9912-1FD4E7D34B22}" type="presParOf" srcId="{87C9A6F9-590C-4132-BB0A-3204D8736BA9}" destId="{AD61C083-C25C-4D4A-B512-F0FD427D4F1D}" srcOrd="12" destOrd="0" presId="urn:microsoft.com/office/officeart/2005/8/layout/orgChart1"/>
    <dgm:cxn modelId="{B18DB561-57E3-4090-89A5-C565200E28A4}" type="presParOf" srcId="{87C9A6F9-590C-4132-BB0A-3204D8736BA9}" destId="{D6AB3E82-A17E-4806-BF7D-F442FBF5796B}" srcOrd="13" destOrd="0" presId="urn:microsoft.com/office/officeart/2005/8/layout/orgChart1"/>
    <dgm:cxn modelId="{F9A3696C-C8F1-4105-888C-02048424E426}" type="presParOf" srcId="{D6AB3E82-A17E-4806-BF7D-F442FBF5796B}" destId="{2EFF6006-B487-49DC-A7D0-68A57EA1B54F}" srcOrd="0" destOrd="0" presId="urn:microsoft.com/office/officeart/2005/8/layout/orgChart1"/>
    <dgm:cxn modelId="{87EE8DE3-3EFF-48D5-BFF2-F241CC8598F6}" type="presParOf" srcId="{2EFF6006-B487-49DC-A7D0-68A57EA1B54F}" destId="{C301A178-386F-43A9-874A-B3F3A21F7EC4}" srcOrd="0" destOrd="0" presId="urn:microsoft.com/office/officeart/2005/8/layout/orgChart1"/>
    <dgm:cxn modelId="{81EB0D08-764D-466E-8DFF-EBA515488707}" type="presParOf" srcId="{2EFF6006-B487-49DC-A7D0-68A57EA1B54F}" destId="{4C598424-7B8D-4D5B-AD8F-080BF043376B}" srcOrd="1" destOrd="0" presId="urn:microsoft.com/office/officeart/2005/8/layout/orgChart1"/>
    <dgm:cxn modelId="{C5EDDC2E-5BF7-4035-9188-30B957F9FB6C}" type="presParOf" srcId="{D6AB3E82-A17E-4806-BF7D-F442FBF5796B}" destId="{02EB1F80-B605-49F4-92F0-18897216DD0E}" srcOrd="1" destOrd="0" presId="urn:microsoft.com/office/officeart/2005/8/layout/orgChart1"/>
    <dgm:cxn modelId="{82CF8C76-A08A-411A-8643-8044B00EC8B5}" type="presParOf" srcId="{D6AB3E82-A17E-4806-BF7D-F442FBF5796B}" destId="{4C839063-0039-4B28-B36A-75F5BFAA87C7}" srcOrd="2" destOrd="0" presId="urn:microsoft.com/office/officeart/2005/8/layout/orgChart1"/>
    <dgm:cxn modelId="{BC21C791-A9B6-4AFD-A31D-D375AC36EBA1}" type="presParOf" srcId="{87C9A6F9-590C-4132-BB0A-3204D8736BA9}" destId="{6289F883-6D1D-4DE4-94AE-344F953F6377}" srcOrd="14" destOrd="0" presId="urn:microsoft.com/office/officeart/2005/8/layout/orgChart1"/>
    <dgm:cxn modelId="{BBB69713-A958-4EB9-A074-E7D05AB8C8CD}" type="presParOf" srcId="{87C9A6F9-590C-4132-BB0A-3204D8736BA9}" destId="{248E5A64-52B5-4F0E-8EA0-F56BC29E9C3F}" srcOrd="15" destOrd="0" presId="urn:microsoft.com/office/officeart/2005/8/layout/orgChart1"/>
    <dgm:cxn modelId="{D3E3A8F8-ED5B-4A2F-9191-A38163EB5165}" type="presParOf" srcId="{248E5A64-52B5-4F0E-8EA0-F56BC29E9C3F}" destId="{C1D843F3-B965-48CE-A238-B0FB4F6D1E29}" srcOrd="0" destOrd="0" presId="urn:microsoft.com/office/officeart/2005/8/layout/orgChart1"/>
    <dgm:cxn modelId="{8AA426C9-AADC-44BB-B41A-5EB2720C90EB}" type="presParOf" srcId="{C1D843F3-B965-48CE-A238-B0FB4F6D1E29}" destId="{DCBCFAC4-2ED3-4FB1-B22A-2DDCFED9A5E5}" srcOrd="0" destOrd="0" presId="urn:microsoft.com/office/officeart/2005/8/layout/orgChart1"/>
    <dgm:cxn modelId="{10CF22C6-4EAC-43B1-9DFB-F8B72D208A34}" type="presParOf" srcId="{C1D843F3-B965-48CE-A238-B0FB4F6D1E29}" destId="{8EDD2DB6-0AD4-4652-9EB2-235650D2E1A4}" srcOrd="1" destOrd="0" presId="urn:microsoft.com/office/officeart/2005/8/layout/orgChart1"/>
    <dgm:cxn modelId="{162B2D7B-88AC-48D7-8215-040D97356C8D}" type="presParOf" srcId="{248E5A64-52B5-4F0E-8EA0-F56BC29E9C3F}" destId="{06E18A09-964E-4AF4-85F2-1A54ECDDABB9}" srcOrd="1" destOrd="0" presId="urn:microsoft.com/office/officeart/2005/8/layout/orgChart1"/>
    <dgm:cxn modelId="{40DE21C6-3556-47B4-9505-F629F0C351C9}" type="presParOf" srcId="{248E5A64-52B5-4F0E-8EA0-F56BC29E9C3F}" destId="{3CE97DDC-31DF-49CF-8C6F-FEB337033F2A}" srcOrd="2" destOrd="0" presId="urn:microsoft.com/office/officeart/2005/8/layout/orgChart1"/>
    <dgm:cxn modelId="{18272289-7C64-42A0-BC7E-32192767A925}" type="presParOf" srcId="{87C9A6F9-590C-4132-BB0A-3204D8736BA9}" destId="{3A7816CF-6F29-4339-9BE1-EFD5E56134BF}" srcOrd="16" destOrd="0" presId="urn:microsoft.com/office/officeart/2005/8/layout/orgChart1"/>
    <dgm:cxn modelId="{070453B8-D258-442D-8D05-B709D2E68247}" type="presParOf" srcId="{87C9A6F9-590C-4132-BB0A-3204D8736BA9}" destId="{6232153B-3D3B-4CAB-B790-20A529AFE14D}" srcOrd="17" destOrd="0" presId="urn:microsoft.com/office/officeart/2005/8/layout/orgChart1"/>
    <dgm:cxn modelId="{A5D3D78F-76CB-43C4-A093-9F106C08BD73}" type="presParOf" srcId="{6232153B-3D3B-4CAB-B790-20A529AFE14D}" destId="{192247CC-FBD1-4700-AB8B-6BE23F9B1651}" srcOrd="0" destOrd="0" presId="urn:microsoft.com/office/officeart/2005/8/layout/orgChart1"/>
    <dgm:cxn modelId="{412057B2-C231-4DAF-93F5-D3F1B4BC3824}" type="presParOf" srcId="{192247CC-FBD1-4700-AB8B-6BE23F9B1651}" destId="{9E78D8E2-F656-42C8-8795-540CAA70D5A8}" srcOrd="0" destOrd="0" presId="urn:microsoft.com/office/officeart/2005/8/layout/orgChart1"/>
    <dgm:cxn modelId="{E8BF0965-83E1-4B37-9821-A00E3BF86550}" type="presParOf" srcId="{192247CC-FBD1-4700-AB8B-6BE23F9B1651}" destId="{5F8D4555-84E6-4B22-8557-448FBD22049D}" srcOrd="1" destOrd="0" presId="urn:microsoft.com/office/officeart/2005/8/layout/orgChart1"/>
    <dgm:cxn modelId="{57DCFDD9-0407-4C98-867D-774F73DBC7CD}" type="presParOf" srcId="{6232153B-3D3B-4CAB-B790-20A529AFE14D}" destId="{CD49F080-E8B6-4302-8A04-741678F72579}" srcOrd="1" destOrd="0" presId="urn:microsoft.com/office/officeart/2005/8/layout/orgChart1"/>
    <dgm:cxn modelId="{7C7138B0-E8C7-4363-A6EF-29812F598C41}" type="presParOf" srcId="{6232153B-3D3B-4CAB-B790-20A529AFE14D}" destId="{CF183B85-92A4-4D5A-917D-52E9E1040BE8}" srcOrd="2" destOrd="0" presId="urn:microsoft.com/office/officeart/2005/8/layout/orgChart1"/>
    <dgm:cxn modelId="{581B5D8D-2BE2-4C03-BA06-02D0181A993F}" type="presParOf" srcId="{87C9A6F9-590C-4132-BB0A-3204D8736BA9}" destId="{21B7DE50-6919-48CD-B44F-BDEA9F2E1367}" srcOrd="18" destOrd="0" presId="urn:microsoft.com/office/officeart/2005/8/layout/orgChart1"/>
    <dgm:cxn modelId="{3F0E3BC7-D9FA-4DEE-9815-A6CDB33A1C4E}" type="presParOf" srcId="{87C9A6F9-590C-4132-BB0A-3204D8736BA9}" destId="{740AA342-B1DB-46CD-90AF-370113876707}" srcOrd="19" destOrd="0" presId="urn:microsoft.com/office/officeart/2005/8/layout/orgChart1"/>
    <dgm:cxn modelId="{11AA9C49-2073-4322-AB69-CCD9B8A19EDB}" type="presParOf" srcId="{740AA342-B1DB-46CD-90AF-370113876707}" destId="{4131081F-D0AD-4506-882E-8F3E0ABD8C4F}" srcOrd="0" destOrd="0" presId="urn:microsoft.com/office/officeart/2005/8/layout/orgChart1"/>
    <dgm:cxn modelId="{36158293-C89F-4168-AE10-39413D79FA88}" type="presParOf" srcId="{4131081F-D0AD-4506-882E-8F3E0ABD8C4F}" destId="{BB595DBD-E598-416C-B1C2-0E8039923FA8}" srcOrd="0" destOrd="0" presId="urn:microsoft.com/office/officeart/2005/8/layout/orgChart1"/>
    <dgm:cxn modelId="{6569EFE6-0BCF-4630-AA5D-93D5E3FABA35}" type="presParOf" srcId="{4131081F-D0AD-4506-882E-8F3E0ABD8C4F}" destId="{2B36D2E8-27F5-4110-8C1A-EBB6D9D00BA9}" srcOrd="1" destOrd="0" presId="urn:microsoft.com/office/officeart/2005/8/layout/orgChart1"/>
    <dgm:cxn modelId="{E3FF5F2A-C947-444B-B174-F2A9B78BF05E}" type="presParOf" srcId="{740AA342-B1DB-46CD-90AF-370113876707}" destId="{6E5E9CAE-39AB-411B-9FD8-EABCDEB90CB4}" srcOrd="1" destOrd="0" presId="urn:microsoft.com/office/officeart/2005/8/layout/orgChart1"/>
    <dgm:cxn modelId="{6881CF56-D90D-4511-974F-932974E48664}" type="presParOf" srcId="{740AA342-B1DB-46CD-90AF-370113876707}" destId="{6E86841D-64DF-4306-BB50-F34CD6A2638F}" srcOrd="2" destOrd="0" presId="urn:microsoft.com/office/officeart/2005/8/layout/orgChart1"/>
    <dgm:cxn modelId="{47D77948-B861-4744-AF5E-ED7B8D0508DC}" type="presParOf" srcId="{F4C60C3F-28D7-4586-AEEE-E03A458E7FE9}" destId="{33504858-CA71-4CC6-9B2F-91D557236F96}" srcOrd="2" destOrd="0" presId="urn:microsoft.com/office/officeart/2005/8/layout/orgChart1"/>
    <dgm:cxn modelId="{84676A0A-4527-46E3-81DE-BC27DFBA63A0}" type="presParOf" srcId="{5E7476B3-AD7E-4825-A023-25C6BDFD35CA}" destId="{642F05A1-9B99-45A9-95F7-36FBF693468C}" srcOrd="2" destOrd="0" presId="urn:microsoft.com/office/officeart/2005/8/layout/orgChart1"/>
    <dgm:cxn modelId="{DA6501AE-6CC1-403E-A219-241D81059636}" type="presParOf" srcId="{AD53A4B1-01E7-41E8-9724-31F3910545A4}" destId="{913308E3-4ACA-4ECB-86C0-D23765F864F4}" srcOrd="4" destOrd="0" presId="urn:microsoft.com/office/officeart/2005/8/layout/orgChart1"/>
    <dgm:cxn modelId="{D11F78D2-09C4-4D67-9DA2-73D6E7DC2080}" type="presParOf" srcId="{AD53A4B1-01E7-41E8-9724-31F3910545A4}" destId="{ADC553BE-9E02-4A3B-BD24-49F7EEB83987}" srcOrd="5" destOrd="0" presId="urn:microsoft.com/office/officeart/2005/8/layout/orgChart1"/>
    <dgm:cxn modelId="{502FE300-DF3F-4692-8F30-4EA75A11257C}" type="presParOf" srcId="{ADC553BE-9E02-4A3B-BD24-49F7EEB83987}" destId="{92714BFF-875B-43DB-A54E-2347443F2603}" srcOrd="0" destOrd="0" presId="urn:microsoft.com/office/officeart/2005/8/layout/orgChart1"/>
    <dgm:cxn modelId="{A7CD98C3-91CB-4ED9-80EB-C993F00BD91E}" type="presParOf" srcId="{92714BFF-875B-43DB-A54E-2347443F2603}" destId="{9D593D37-6118-4963-A9DF-B6903D6AF6AD}" srcOrd="0" destOrd="0" presId="urn:microsoft.com/office/officeart/2005/8/layout/orgChart1"/>
    <dgm:cxn modelId="{0901B3DE-A11D-4A1A-B554-CBF8D3673AA5}" type="presParOf" srcId="{92714BFF-875B-43DB-A54E-2347443F2603}" destId="{BD43A729-8D4B-4446-8346-BE2C1D373742}" srcOrd="1" destOrd="0" presId="urn:microsoft.com/office/officeart/2005/8/layout/orgChart1"/>
    <dgm:cxn modelId="{EB7CEF9D-9DDD-4D04-A93A-1EDC08DD874F}" type="presParOf" srcId="{ADC553BE-9E02-4A3B-BD24-49F7EEB83987}" destId="{395149D5-50EC-4108-AE78-C55517634DAA}" srcOrd="1" destOrd="0" presId="urn:microsoft.com/office/officeart/2005/8/layout/orgChart1"/>
    <dgm:cxn modelId="{4F147206-A42D-48AD-9500-31B9F8FE2D8E}" type="presParOf" srcId="{ADC553BE-9E02-4A3B-BD24-49F7EEB83987}" destId="{75EEE035-3BF0-4D26-8197-E72BA1C09387}" srcOrd="2" destOrd="0" presId="urn:microsoft.com/office/officeart/2005/8/layout/orgChart1"/>
    <dgm:cxn modelId="{FB5714BE-AD61-4310-9485-A20F5205ABCF}" type="presParOf" srcId="{AD53A4B1-01E7-41E8-9724-31F3910545A4}" destId="{38A98744-9734-46C0-B88E-190067F57261}" srcOrd="6" destOrd="0" presId="urn:microsoft.com/office/officeart/2005/8/layout/orgChart1"/>
    <dgm:cxn modelId="{63721394-8441-4EE7-B1A2-3E85560C0F6D}" type="presParOf" srcId="{AD53A4B1-01E7-41E8-9724-31F3910545A4}" destId="{76943EDF-B719-4784-AB91-9E9975C5DFFA}" srcOrd="7" destOrd="0" presId="urn:microsoft.com/office/officeart/2005/8/layout/orgChart1"/>
    <dgm:cxn modelId="{59037840-D900-4FD6-84AF-58A594A17087}" type="presParOf" srcId="{76943EDF-B719-4784-AB91-9E9975C5DFFA}" destId="{634E8EC2-B3FB-41F5-AC20-93BF63CFE347}" srcOrd="0" destOrd="0" presId="urn:microsoft.com/office/officeart/2005/8/layout/orgChart1"/>
    <dgm:cxn modelId="{36747A77-AC09-4B21-8F53-F7181B430811}" type="presParOf" srcId="{634E8EC2-B3FB-41F5-AC20-93BF63CFE347}" destId="{EE0F175B-0AD9-4B80-8156-BF24FCC9C0C5}" srcOrd="0" destOrd="0" presId="urn:microsoft.com/office/officeart/2005/8/layout/orgChart1"/>
    <dgm:cxn modelId="{AC0CF037-A4EB-4B5C-BD85-353EBA9DD191}" type="presParOf" srcId="{634E8EC2-B3FB-41F5-AC20-93BF63CFE347}" destId="{083F8C5F-08F9-45FF-9307-E7F25B30A055}" srcOrd="1" destOrd="0" presId="urn:microsoft.com/office/officeart/2005/8/layout/orgChart1"/>
    <dgm:cxn modelId="{8AD242AD-9989-4742-83C4-2C1B54603D71}" type="presParOf" srcId="{76943EDF-B719-4784-AB91-9E9975C5DFFA}" destId="{C7685C2E-595A-463C-8A94-5D19A6AF28D4}" srcOrd="1" destOrd="0" presId="urn:microsoft.com/office/officeart/2005/8/layout/orgChart1"/>
    <dgm:cxn modelId="{8B0109D0-7907-4DFD-9580-5B6AB135E386}" type="presParOf" srcId="{C7685C2E-595A-463C-8A94-5D19A6AF28D4}" destId="{D97770BE-745F-4E41-B346-F3FBCA5F86BE}" srcOrd="0" destOrd="0" presId="urn:microsoft.com/office/officeart/2005/8/layout/orgChart1"/>
    <dgm:cxn modelId="{6CBB101E-036E-4C7A-9C16-EFC1CB857EB2}" type="presParOf" srcId="{C7685C2E-595A-463C-8A94-5D19A6AF28D4}" destId="{9BE568D1-03CD-4D08-8549-DD0D6D932218}" srcOrd="1" destOrd="0" presId="urn:microsoft.com/office/officeart/2005/8/layout/orgChart1"/>
    <dgm:cxn modelId="{A914A0A9-90AC-4567-830E-7C947CBC5F09}" type="presParOf" srcId="{9BE568D1-03CD-4D08-8549-DD0D6D932218}" destId="{577865C9-BB9F-4553-9FF3-1CD1A87F98F6}" srcOrd="0" destOrd="0" presId="urn:microsoft.com/office/officeart/2005/8/layout/orgChart1"/>
    <dgm:cxn modelId="{DD8085A3-9E1C-4AF5-89C5-D0D6FD34410A}" type="presParOf" srcId="{577865C9-BB9F-4553-9FF3-1CD1A87F98F6}" destId="{E7A6A566-BA08-49B0-B30B-F6E0719DD840}" srcOrd="0" destOrd="0" presId="urn:microsoft.com/office/officeart/2005/8/layout/orgChart1"/>
    <dgm:cxn modelId="{29BA6088-A4B7-49CA-90ED-49EFC571257A}" type="presParOf" srcId="{577865C9-BB9F-4553-9FF3-1CD1A87F98F6}" destId="{94BFD7CF-C6FE-44D2-A927-DA028212ADAD}" srcOrd="1" destOrd="0" presId="urn:microsoft.com/office/officeart/2005/8/layout/orgChart1"/>
    <dgm:cxn modelId="{0CE0BD98-4665-494C-82DA-BA2EBBA469A4}" type="presParOf" srcId="{9BE568D1-03CD-4D08-8549-DD0D6D932218}" destId="{54D2D1A1-D84C-4D3C-ACFB-33FD67C32D35}" srcOrd="1" destOrd="0" presId="urn:microsoft.com/office/officeart/2005/8/layout/orgChart1"/>
    <dgm:cxn modelId="{1CA183BF-481F-40C1-A147-255D5BBC6CBA}" type="presParOf" srcId="{9BE568D1-03CD-4D08-8549-DD0D6D932218}" destId="{F59628C8-39E8-44F2-A316-37460E8AEC6E}" srcOrd="2" destOrd="0" presId="urn:microsoft.com/office/officeart/2005/8/layout/orgChart1"/>
    <dgm:cxn modelId="{7621DCD3-AA43-4820-8CF3-41A17B20C1C2}" type="presParOf" srcId="{C7685C2E-595A-463C-8A94-5D19A6AF28D4}" destId="{FF1D27C0-0312-4DF4-B3F3-8719F3443DCE}" srcOrd="2" destOrd="0" presId="urn:microsoft.com/office/officeart/2005/8/layout/orgChart1"/>
    <dgm:cxn modelId="{9A419355-9122-47D4-B695-496387F40FCB}" type="presParOf" srcId="{C7685C2E-595A-463C-8A94-5D19A6AF28D4}" destId="{0B00EA89-CD21-4CF6-842B-808B88A9E0D6}" srcOrd="3" destOrd="0" presId="urn:microsoft.com/office/officeart/2005/8/layout/orgChart1"/>
    <dgm:cxn modelId="{91778CA9-7FAC-473B-8AE4-0271B88EE93C}" type="presParOf" srcId="{0B00EA89-CD21-4CF6-842B-808B88A9E0D6}" destId="{8331AE2E-74BA-4944-9C64-8E9128DAEEA9}" srcOrd="0" destOrd="0" presId="urn:microsoft.com/office/officeart/2005/8/layout/orgChart1"/>
    <dgm:cxn modelId="{DE68E2C9-C550-4505-8DC8-347A3E96FD05}" type="presParOf" srcId="{8331AE2E-74BA-4944-9C64-8E9128DAEEA9}" destId="{12B5D86A-1EDA-415C-8D92-DA9EDF7DD9D7}" srcOrd="0" destOrd="0" presId="urn:microsoft.com/office/officeart/2005/8/layout/orgChart1"/>
    <dgm:cxn modelId="{2C946C7A-5C14-4112-9B69-83654C4E0528}" type="presParOf" srcId="{8331AE2E-74BA-4944-9C64-8E9128DAEEA9}" destId="{852A19FB-1446-4C12-9977-B8D9F3ED7822}" srcOrd="1" destOrd="0" presId="urn:microsoft.com/office/officeart/2005/8/layout/orgChart1"/>
    <dgm:cxn modelId="{F36DE081-4E6E-4A6A-A9E3-4EE23EE37F33}" type="presParOf" srcId="{0B00EA89-CD21-4CF6-842B-808B88A9E0D6}" destId="{16758649-FBF4-49B7-9DD6-0CEE8F6AF779}" srcOrd="1" destOrd="0" presId="urn:microsoft.com/office/officeart/2005/8/layout/orgChart1"/>
    <dgm:cxn modelId="{1518DCFD-4CF1-4287-B2E1-73247FF57537}" type="presParOf" srcId="{0B00EA89-CD21-4CF6-842B-808B88A9E0D6}" destId="{2DD868FD-58D0-4DAE-ACD7-CF25EB4EB274}" srcOrd="2" destOrd="0" presId="urn:microsoft.com/office/officeart/2005/8/layout/orgChart1"/>
    <dgm:cxn modelId="{00290452-FD20-41FC-A4DE-3BACE5962C64}" type="presParOf" srcId="{C7685C2E-595A-463C-8A94-5D19A6AF28D4}" destId="{CC46AC74-65CF-4736-8BE7-ACC0FE865697}" srcOrd="4" destOrd="0" presId="urn:microsoft.com/office/officeart/2005/8/layout/orgChart1"/>
    <dgm:cxn modelId="{2CE28563-7412-4888-9E38-24DDF2E0D25C}" type="presParOf" srcId="{C7685C2E-595A-463C-8A94-5D19A6AF28D4}" destId="{5C40A22B-BE86-4065-B28F-0141D72192A5}" srcOrd="5" destOrd="0" presId="urn:microsoft.com/office/officeart/2005/8/layout/orgChart1"/>
    <dgm:cxn modelId="{1C5E227A-CDB5-4146-95D5-B8A7C74CF471}" type="presParOf" srcId="{5C40A22B-BE86-4065-B28F-0141D72192A5}" destId="{B743C230-D84E-4A89-BA3D-3BD2BE17CEFA}" srcOrd="0" destOrd="0" presId="urn:microsoft.com/office/officeart/2005/8/layout/orgChart1"/>
    <dgm:cxn modelId="{FDCE0D30-6A3C-4D5A-A78A-65BF8A0487AD}" type="presParOf" srcId="{B743C230-D84E-4A89-BA3D-3BD2BE17CEFA}" destId="{BB84331A-10CC-4691-8D7D-B67A2D00E062}" srcOrd="0" destOrd="0" presId="urn:microsoft.com/office/officeart/2005/8/layout/orgChart1"/>
    <dgm:cxn modelId="{150559AE-5B0F-424D-8549-44CAE750E48F}" type="presParOf" srcId="{B743C230-D84E-4A89-BA3D-3BD2BE17CEFA}" destId="{FECB9869-079D-4487-93CD-5A049D807B96}" srcOrd="1" destOrd="0" presId="urn:microsoft.com/office/officeart/2005/8/layout/orgChart1"/>
    <dgm:cxn modelId="{5C2A599A-17D0-452F-82F7-072B63476252}" type="presParOf" srcId="{5C40A22B-BE86-4065-B28F-0141D72192A5}" destId="{BDAFF17E-4FFA-447A-BE13-FE13F7526D93}" srcOrd="1" destOrd="0" presId="urn:microsoft.com/office/officeart/2005/8/layout/orgChart1"/>
    <dgm:cxn modelId="{E2C94918-43C4-421B-BC91-1D9F1F9E740C}" type="presParOf" srcId="{5C40A22B-BE86-4065-B28F-0141D72192A5}" destId="{2BCBC28E-AFCD-428E-814B-5AB964D34A73}" srcOrd="2" destOrd="0" presId="urn:microsoft.com/office/officeart/2005/8/layout/orgChart1"/>
    <dgm:cxn modelId="{5AAB4260-17EC-4F5A-92D8-FA5C30DB6DE2}" type="presParOf" srcId="{76943EDF-B719-4784-AB91-9E9975C5DFFA}" destId="{B1DB7EFF-DAD3-4D2E-A200-5F2461CBC49C}"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31 – Improving your requirements processes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9286A5EC-F2A9-487D-8BF1-B96EEEFD636B}">
      <dgm:prSet phldrT="[Text]" custT="1"/>
      <dgm:spPr/>
      <dgm:t>
        <a:bodyPr/>
        <a:lstStyle/>
        <a:p>
          <a:r>
            <a:rPr lang="en-US" sz="1200" dirty="0" smtClean="0"/>
            <a:t>How requirements relate to other project processes</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0B0BE489-18FC-4AB8-89F0-E5B83E82DEE3}">
      <dgm:prSet phldrT="[Text]" custT="1"/>
      <dgm:spPr/>
      <dgm:t>
        <a:bodyPr/>
        <a:lstStyle/>
        <a:p>
          <a:r>
            <a:rPr lang="en-US" sz="1200" dirty="0" err="1" smtClean="0"/>
            <a:t>Reqs</a:t>
          </a:r>
          <a:r>
            <a:rPr lang="en-US" sz="1200" dirty="0" smtClean="0"/>
            <a:t> and various stakeholder groups</a:t>
          </a:r>
          <a:endParaRPr lang="en-US" sz="1200" dirty="0"/>
        </a:p>
      </dgm:t>
    </dgm:pt>
    <dgm:pt modelId="{D790EDC8-DBC7-47D9-AD8D-E7CE4F48BB0A}" type="parTrans" cxnId="{6954F8C0-BCB4-46A0-969C-D1E8639FAFCB}">
      <dgm:prSet/>
      <dgm:spPr/>
      <dgm:t>
        <a:bodyPr/>
        <a:lstStyle/>
        <a:p>
          <a:endParaRPr lang="en-US"/>
        </a:p>
      </dgm:t>
    </dgm:pt>
    <dgm:pt modelId="{B707AAE7-D88C-41C7-9B1B-D8B970E4AED3}" type="sibTrans" cxnId="{6954F8C0-BCB4-46A0-969C-D1E8639FAFCB}">
      <dgm:prSet/>
      <dgm:spPr/>
      <dgm:t>
        <a:bodyPr/>
        <a:lstStyle/>
        <a:p>
          <a:endParaRPr lang="en-US"/>
        </a:p>
      </dgm:t>
    </dgm:pt>
    <dgm:pt modelId="{7C839D19-893E-444F-BC66-38E1A072902D}">
      <dgm:prSet phldrT="[Text]" custT="1"/>
      <dgm:spPr/>
      <dgm:t>
        <a:bodyPr/>
        <a:lstStyle/>
        <a:p>
          <a:r>
            <a:rPr lang="en-US" sz="1200" dirty="0" smtClean="0">
              <a:solidFill>
                <a:srgbClr val="003399"/>
              </a:solidFill>
            </a:rPr>
            <a:t>Project planning process</a:t>
          </a:r>
          <a:endParaRPr lang="en-US" sz="1200" dirty="0"/>
        </a:p>
      </dgm:t>
    </dgm:pt>
    <dgm:pt modelId="{B0A1E639-7820-4EBF-83D7-A40B66A6D4CD}" type="parTrans" cxnId="{D571F958-3B60-4327-86E0-B3E25BB0650D}">
      <dgm:prSet/>
      <dgm:spPr/>
      <dgm:t>
        <a:bodyPr/>
        <a:lstStyle/>
        <a:p>
          <a:endParaRPr lang="en-US"/>
        </a:p>
      </dgm:t>
    </dgm:pt>
    <dgm:pt modelId="{7D46E187-0B28-460E-B9D9-51088447D864}" type="sibTrans" cxnId="{D571F958-3B60-4327-86E0-B3E25BB0650D}">
      <dgm:prSet/>
      <dgm:spPr/>
      <dgm:t>
        <a:bodyPr/>
        <a:lstStyle/>
        <a:p>
          <a:endParaRPr lang="en-US"/>
        </a:p>
      </dgm:t>
    </dgm:pt>
    <dgm:pt modelId="{BF786AF5-1454-4301-99F8-D86B1665C3A8}">
      <dgm:prSet phldrT="[Text]" custT="1"/>
      <dgm:spPr/>
      <dgm:t>
        <a:bodyPr/>
        <a:lstStyle/>
        <a:p>
          <a:r>
            <a:rPr lang="en-US" sz="1200" dirty="0" smtClean="0">
              <a:solidFill>
                <a:srgbClr val="003399"/>
              </a:solidFill>
            </a:rPr>
            <a:t>Project tracking &amp; control process</a:t>
          </a:r>
          <a:endParaRPr lang="en-US" sz="1200" dirty="0"/>
        </a:p>
      </dgm:t>
    </dgm:pt>
    <dgm:pt modelId="{DBCC86AF-5728-46F6-AD06-5B066D803A61}" type="parTrans" cxnId="{074D65B9-F6AE-4EE9-A12D-8D54E3F82F5F}">
      <dgm:prSet/>
      <dgm:spPr/>
      <dgm:t>
        <a:bodyPr/>
        <a:lstStyle/>
        <a:p>
          <a:endParaRPr lang="en-US"/>
        </a:p>
      </dgm:t>
    </dgm:pt>
    <dgm:pt modelId="{60429624-4B82-4988-801D-718D0322446E}" type="sibTrans" cxnId="{074D65B9-F6AE-4EE9-A12D-8D54E3F82F5F}">
      <dgm:prSet/>
      <dgm:spPr/>
      <dgm:t>
        <a:bodyPr/>
        <a:lstStyle/>
        <a:p>
          <a:endParaRPr lang="en-US"/>
        </a:p>
      </dgm:t>
    </dgm:pt>
    <dgm:pt modelId="{C13F53A9-0197-42BD-A09C-17F0B6433C8E}">
      <dgm:prSet phldrT="[Text]" custT="1"/>
      <dgm:spPr/>
      <dgm:t>
        <a:bodyPr/>
        <a:lstStyle/>
        <a:p>
          <a:r>
            <a:rPr lang="en-US" sz="1200" dirty="0" smtClean="0">
              <a:solidFill>
                <a:srgbClr val="003399"/>
              </a:solidFill>
            </a:rPr>
            <a:t>Change control process</a:t>
          </a:r>
          <a:endParaRPr lang="en-US" sz="1200" dirty="0"/>
        </a:p>
      </dgm:t>
    </dgm:pt>
    <dgm:pt modelId="{AC866810-B0CF-48BC-96B8-992DFD8E0FF0}" type="parTrans" cxnId="{4B0A0FE0-EFCD-46BC-8DB3-B9F02D048BCD}">
      <dgm:prSet/>
      <dgm:spPr/>
      <dgm:t>
        <a:bodyPr/>
        <a:lstStyle/>
        <a:p>
          <a:endParaRPr lang="en-US"/>
        </a:p>
      </dgm:t>
    </dgm:pt>
    <dgm:pt modelId="{CBC0A4C8-52D1-4C41-9B74-A2A55E9E694C}" type="sibTrans" cxnId="{4B0A0FE0-EFCD-46BC-8DB3-B9F02D048BCD}">
      <dgm:prSet/>
      <dgm:spPr/>
      <dgm:t>
        <a:bodyPr/>
        <a:lstStyle/>
        <a:p>
          <a:endParaRPr lang="en-US"/>
        </a:p>
      </dgm:t>
    </dgm:pt>
    <dgm:pt modelId="{04F9E5AD-5BB4-41D2-95D4-5E0E583084F4}">
      <dgm:prSet phldrT="[Text]" custT="1"/>
      <dgm:spPr/>
      <dgm:t>
        <a:bodyPr/>
        <a:lstStyle/>
        <a:p>
          <a:r>
            <a:rPr lang="en-US" sz="1200" dirty="0" smtClean="0"/>
            <a:t>Gaining commitment to change</a:t>
          </a:r>
          <a:endParaRPr lang="en-US" sz="1200" dirty="0"/>
        </a:p>
      </dgm:t>
    </dgm:pt>
    <dgm:pt modelId="{5818EE86-F20F-4576-8664-7683A1781B91}" type="parTrans" cxnId="{37B6F6F9-9DD4-40B1-95E1-0BF9A2C2A1FE}">
      <dgm:prSet/>
      <dgm:spPr/>
      <dgm:t>
        <a:bodyPr/>
        <a:lstStyle/>
        <a:p>
          <a:endParaRPr lang="en-US"/>
        </a:p>
      </dgm:t>
    </dgm:pt>
    <dgm:pt modelId="{4B4008F4-D84D-4B91-966C-6F2E66D8B404}" type="sibTrans" cxnId="{37B6F6F9-9DD4-40B1-95E1-0BF9A2C2A1FE}">
      <dgm:prSet/>
      <dgm:spPr/>
      <dgm:t>
        <a:bodyPr/>
        <a:lstStyle/>
        <a:p>
          <a:endParaRPr lang="en-US"/>
        </a:p>
      </dgm:t>
    </dgm:pt>
    <dgm:pt modelId="{FAD8C68A-148F-45D5-839B-74F518C323B1}">
      <dgm:prSet phldrT="[Text]" custT="1"/>
      <dgm:spPr/>
      <dgm:t>
        <a:bodyPr/>
        <a:lstStyle/>
        <a:p>
          <a:r>
            <a:rPr lang="en-US" sz="1200" dirty="0" smtClean="0"/>
            <a:t>Fundamentals of software process improvement</a:t>
          </a:r>
          <a:endParaRPr lang="en-US" sz="1200" dirty="0"/>
        </a:p>
      </dgm:t>
    </dgm:pt>
    <dgm:pt modelId="{F4749D64-3362-486E-B7C0-2A4D4AC3F782}" type="parTrans" cxnId="{DCAC6BC1-8C85-48DC-B188-5655111C01AA}">
      <dgm:prSet/>
      <dgm:spPr/>
      <dgm:t>
        <a:bodyPr/>
        <a:lstStyle/>
        <a:p>
          <a:endParaRPr lang="en-US"/>
        </a:p>
      </dgm:t>
    </dgm:pt>
    <dgm:pt modelId="{FE04AAEC-65DF-4176-8F3D-FBB4F12C9BA3}" type="sibTrans" cxnId="{DCAC6BC1-8C85-48DC-B188-5655111C01AA}">
      <dgm:prSet/>
      <dgm:spPr/>
      <dgm:t>
        <a:bodyPr/>
        <a:lstStyle/>
        <a:p>
          <a:endParaRPr lang="en-US"/>
        </a:p>
      </dgm:t>
    </dgm:pt>
    <dgm:pt modelId="{55D06D02-16D5-487C-8E7B-D99AC83B330E}">
      <dgm:prSet phldrT="[Text]" custT="1"/>
      <dgm:spPr/>
      <dgm:t>
        <a:bodyPr/>
        <a:lstStyle/>
        <a:p>
          <a:r>
            <a:rPr lang="en-US" sz="1200" dirty="0" smtClean="0"/>
            <a:t>Root cause analysis</a:t>
          </a:r>
          <a:endParaRPr lang="en-US" sz="1200" dirty="0"/>
        </a:p>
      </dgm:t>
    </dgm:pt>
    <dgm:pt modelId="{4ED94479-1ECB-494A-992A-FA0E36F14261}" type="parTrans" cxnId="{146F2DD9-298E-407E-867D-6263F4E81B52}">
      <dgm:prSet/>
      <dgm:spPr/>
      <dgm:t>
        <a:bodyPr/>
        <a:lstStyle/>
        <a:p>
          <a:endParaRPr lang="en-US"/>
        </a:p>
      </dgm:t>
    </dgm:pt>
    <dgm:pt modelId="{2FAD6011-7AFE-44D8-B209-C12FAB59C1A5}" type="sibTrans" cxnId="{146F2DD9-298E-407E-867D-6263F4E81B52}">
      <dgm:prSet/>
      <dgm:spPr/>
      <dgm:t>
        <a:bodyPr/>
        <a:lstStyle/>
        <a:p>
          <a:endParaRPr lang="en-US"/>
        </a:p>
      </dgm:t>
    </dgm:pt>
    <dgm:pt modelId="{24579C68-62ED-453D-A21D-2C0A62715727}">
      <dgm:prSet phldrT="[Text]" custT="1"/>
      <dgm:spPr/>
      <dgm:t>
        <a:bodyPr/>
        <a:lstStyle/>
        <a:p>
          <a:r>
            <a:rPr lang="en-US" sz="1200" dirty="0" smtClean="0">
              <a:solidFill>
                <a:srgbClr val="003399"/>
              </a:solidFill>
            </a:rPr>
            <a:t>Acceptance &amp; system testing process</a:t>
          </a:r>
          <a:endParaRPr lang="en-US" sz="1200" dirty="0"/>
        </a:p>
      </dgm:t>
    </dgm:pt>
    <dgm:pt modelId="{DBE67F04-AF4A-452C-B675-9895E608A568}" type="parTrans" cxnId="{33131EBD-6894-44AA-BA47-3CA4ACE71163}">
      <dgm:prSet/>
      <dgm:spPr/>
      <dgm:t>
        <a:bodyPr/>
        <a:lstStyle/>
        <a:p>
          <a:endParaRPr lang="en-US"/>
        </a:p>
      </dgm:t>
    </dgm:pt>
    <dgm:pt modelId="{2D8AC4FC-4D71-41AE-9F71-4484A6A9CB42}" type="sibTrans" cxnId="{33131EBD-6894-44AA-BA47-3CA4ACE71163}">
      <dgm:prSet/>
      <dgm:spPr/>
      <dgm:t>
        <a:bodyPr/>
        <a:lstStyle/>
        <a:p>
          <a:endParaRPr lang="en-US"/>
        </a:p>
      </dgm:t>
    </dgm:pt>
    <dgm:pt modelId="{30A3573A-28C3-4C45-BD5A-286CD3C12E36}">
      <dgm:prSet phldrT="[Text]" custT="1"/>
      <dgm:spPr/>
      <dgm:t>
        <a:bodyPr/>
        <a:lstStyle/>
        <a:p>
          <a:r>
            <a:rPr lang="en-US" sz="1200" dirty="0" smtClean="0">
              <a:solidFill>
                <a:srgbClr val="003399"/>
              </a:solidFill>
            </a:rPr>
            <a:t>Construction process</a:t>
          </a:r>
          <a:endParaRPr lang="en-US" sz="1200" dirty="0"/>
        </a:p>
      </dgm:t>
    </dgm:pt>
    <dgm:pt modelId="{FC40C445-235C-4F1E-91F6-2326A85B7831}" type="parTrans" cxnId="{F2B967BE-B86F-4E8F-8649-8F0C3E093928}">
      <dgm:prSet/>
      <dgm:spPr/>
      <dgm:t>
        <a:bodyPr/>
        <a:lstStyle/>
        <a:p>
          <a:endParaRPr lang="en-US"/>
        </a:p>
      </dgm:t>
    </dgm:pt>
    <dgm:pt modelId="{9D1EA7F2-E76D-4890-87B1-5549BC610A28}" type="sibTrans" cxnId="{F2B967BE-B86F-4E8F-8649-8F0C3E093928}">
      <dgm:prSet/>
      <dgm:spPr/>
      <dgm:t>
        <a:bodyPr/>
        <a:lstStyle/>
        <a:p>
          <a:endParaRPr lang="en-US"/>
        </a:p>
      </dgm:t>
    </dgm:pt>
    <dgm:pt modelId="{66420757-8D11-4C52-8BE4-B49F92626FF4}">
      <dgm:prSet phldrT="[Text]" custT="1"/>
      <dgm:spPr/>
      <dgm:t>
        <a:bodyPr/>
        <a:lstStyle/>
        <a:p>
          <a:r>
            <a:rPr lang="en-US" sz="1200" dirty="0" smtClean="0">
              <a:solidFill>
                <a:srgbClr val="003399"/>
              </a:solidFill>
            </a:rPr>
            <a:t>User documentation process</a:t>
          </a:r>
          <a:endParaRPr lang="en-US" sz="1200" dirty="0"/>
        </a:p>
      </dgm:t>
    </dgm:pt>
    <dgm:pt modelId="{94DD4250-E5C7-49AA-9303-24DB1EC2CD1A}" type="parTrans" cxnId="{3444AEF0-1403-4DD3-9AE3-2745FD9B43D1}">
      <dgm:prSet/>
      <dgm:spPr/>
      <dgm:t>
        <a:bodyPr/>
        <a:lstStyle/>
        <a:p>
          <a:endParaRPr lang="en-US"/>
        </a:p>
      </dgm:t>
    </dgm:pt>
    <dgm:pt modelId="{895B718B-8A76-445C-8EFA-6A9368966959}" type="sibTrans" cxnId="{3444AEF0-1403-4DD3-9AE3-2745FD9B43D1}">
      <dgm:prSet/>
      <dgm:spPr/>
      <dgm:t>
        <a:bodyPr/>
        <a:lstStyle/>
        <a:p>
          <a:endParaRPr lang="en-US"/>
        </a:p>
      </dgm:t>
    </dgm:pt>
    <dgm:pt modelId="{5C064CD3-359F-4290-A261-9F58B8864B8A}">
      <dgm:prSet phldrT="[Text]" custT="1"/>
      <dgm:spPr/>
      <dgm:t>
        <a:bodyPr/>
        <a:lstStyle/>
        <a:p>
          <a:r>
            <a:rPr lang="en-US" sz="1200" dirty="0" smtClean="0"/>
            <a:t>The process improvement cycle</a:t>
          </a:r>
          <a:endParaRPr lang="en-US" sz="1200" dirty="0"/>
        </a:p>
      </dgm:t>
    </dgm:pt>
    <dgm:pt modelId="{7CC068AC-0886-4F21-9DA5-733379906E94}" type="parTrans" cxnId="{EFA2A8C4-DD68-4936-A5B9-77B03A732105}">
      <dgm:prSet/>
      <dgm:spPr/>
      <dgm:t>
        <a:bodyPr/>
        <a:lstStyle/>
        <a:p>
          <a:endParaRPr lang="en-US"/>
        </a:p>
      </dgm:t>
    </dgm:pt>
    <dgm:pt modelId="{7681F73F-7A81-4E16-840E-E625AC385456}" type="sibTrans" cxnId="{EFA2A8C4-DD68-4936-A5B9-77B03A732105}">
      <dgm:prSet/>
      <dgm:spPr/>
      <dgm:t>
        <a:bodyPr/>
        <a:lstStyle/>
        <a:p>
          <a:endParaRPr lang="en-US"/>
        </a:p>
      </dgm:t>
    </dgm:pt>
    <dgm:pt modelId="{8F3032B2-9F9F-43F3-A6B4-5A6431551232}">
      <dgm:prSet phldrT="[Text]" custT="1"/>
      <dgm:spPr/>
      <dgm:t>
        <a:bodyPr/>
        <a:lstStyle/>
        <a:p>
          <a:r>
            <a:rPr lang="en-US" sz="1200" dirty="0" smtClean="0">
              <a:solidFill>
                <a:srgbClr val="003399"/>
              </a:solidFill>
            </a:rPr>
            <a:t>Access current practices</a:t>
          </a:r>
          <a:endParaRPr lang="en-US" sz="1200" dirty="0"/>
        </a:p>
      </dgm:t>
    </dgm:pt>
    <dgm:pt modelId="{16005CF5-CE14-42C7-8424-6541F32E943C}" type="parTrans" cxnId="{9568D348-BBAA-4389-9451-E933A5DACEAC}">
      <dgm:prSet/>
      <dgm:spPr/>
      <dgm:t>
        <a:bodyPr/>
        <a:lstStyle/>
        <a:p>
          <a:endParaRPr lang="en-US"/>
        </a:p>
      </dgm:t>
    </dgm:pt>
    <dgm:pt modelId="{983633CE-5DD6-4B1C-BDCA-E13AA66C05B2}" type="sibTrans" cxnId="{9568D348-BBAA-4389-9451-E933A5DACEAC}">
      <dgm:prSet/>
      <dgm:spPr/>
      <dgm:t>
        <a:bodyPr/>
        <a:lstStyle/>
        <a:p>
          <a:endParaRPr lang="en-US"/>
        </a:p>
      </dgm:t>
    </dgm:pt>
    <dgm:pt modelId="{2EF2315B-B6AC-4F58-8DBD-5817A4533432}">
      <dgm:prSet phldrT="[Text]" custT="1"/>
      <dgm:spPr/>
      <dgm:t>
        <a:bodyPr/>
        <a:lstStyle/>
        <a:p>
          <a:r>
            <a:rPr lang="en-US" sz="1200" dirty="0" smtClean="0">
              <a:solidFill>
                <a:srgbClr val="003399"/>
              </a:solidFill>
            </a:rPr>
            <a:t>Plan improvement actions</a:t>
          </a:r>
          <a:endParaRPr lang="en-US" sz="1200" dirty="0"/>
        </a:p>
      </dgm:t>
    </dgm:pt>
    <dgm:pt modelId="{83E7A951-3736-4FAB-808C-80D97975F938}" type="parTrans" cxnId="{C18EA098-BF31-412F-9375-A215E795DE07}">
      <dgm:prSet/>
      <dgm:spPr/>
      <dgm:t>
        <a:bodyPr/>
        <a:lstStyle/>
        <a:p>
          <a:endParaRPr lang="en-US"/>
        </a:p>
      </dgm:t>
    </dgm:pt>
    <dgm:pt modelId="{3708B772-C167-4EF7-9857-44F377940390}" type="sibTrans" cxnId="{C18EA098-BF31-412F-9375-A215E795DE07}">
      <dgm:prSet/>
      <dgm:spPr/>
      <dgm:t>
        <a:bodyPr/>
        <a:lstStyle/>
        <a:p>
          <a:endParaRPr lang="en-US"/>
        </a:p>
      </dgm:t>
    </dgm:pt>
    <dgm:pt modelId="{E2E1DA52-9148-44AC-9A71-F7EB79065B45}">
      <dgm:prSet phldrT="[Text]" custT="1"/>
      <dgm:spPr/>
      <dgm:t>
        <a:bodyPr/>
        <a:lstStyle/>
        <a:p>
          <a:r>
            <a:rPr lang="en-US" sz="1200" smtClean="0">
              <a:solidFill>
                <a:srgbClr val="003399"/>
              </a:solidFill>
            </a:rPr>
            <a:t>Create, pilot, and roll out processes</a:t>
          </a:r>
          <a:endParaRPr lang="en-US" sz="1200" dirty="0"/>
        </a:p>
      </dgm:t>
    </dgm:pt>
    <dgm:pt modelId="{6B8F5990-94C7-4475-BD5E-EF8D92FF11E2}" type="parTrans" cxnId="{968B759F-2953-4831-BE08-FCF0BBC04ACD}">
      <dgm:prSet/>
      <dgm:spPr/>
      <dgm:t>
        <a:bodyPr/>
        <a:lstStyle/>
        <a:p>
          <a:endParaRPr lang="en-US"/>
        </a:p>
      </dgm:t>
    </dgm:pt>
    <dgm:pt modelId="{5E68572A-EE22-47A7-9CDC-2186EAF5A99B}" type="sibTrans" cxnId="{968B759F-2953-4831-BE08-FCF0BBC04ACD}">
      <dgm:prSet/>
      <dgm:spPr/>
      <dgm:t>
        <a:bodyPr/>
        <a:lstStyle/>
        <a:p>
          <a:endParaRPr lang="en-US"/>
        </a:p>
      </dgm:t>
    </dgm:pt>
    <dgm:pt modelId="{0D758F84-0123-499F-BC30-88C6956AF24A}">
      <dgm:prSet phldrT="[Text]" custT="1"/>
      <dgm:spPr/>
      <dgm:t>
        <a:bodyPr/>
        <a:lstStyle/>
        <a:p>
          <a:r>
            <a:rPr lang="en-US" sz="1200" smtClean="0">
              <a:solidFill>
                <a:srgbClr val="003399"/>
              </a:solidFill>
            </a:rPr>
            <a:t>Evaluate results</a:t>
          </a:r>
          <a:endParaRPr lang="en-US" sz="1200" dirty="0"/>
        </a:p>
      </dgm:t>
    </dgm:pt>
    <dgm:pt modelId="{038A2DE9-80CD-4E46-92CB-CAD7C0F197F8}" type="parTrans" cxnId="{C2B889CA-FE79-4EE9-9B81-DA2137542CFE}">
      <dgm:prSet/>
      <dgm:spPr/>
      <dgm:t>
        <a:bodyPr/>
        <a:lstStyle/>
        <a:p>
          <a:endParaRPr lang="en-US"/>
        </a:p>
      </dgm:t>
    </dgm:pt>
    <dgm:pt modelId="{DB9C215B-3C56-464B-84BE-192275F749A0}" type="sibTrans" cxnId="{C2B889CA-FE79-4EE9-9B81-DA2137542CFE}">
      <dgm:prSet/>
      <dgm:spPr/>
      <dgm:t>
        <a:bodyPr/>
        <a:lstStyle/>
        <a:p>
          <a:endParaRPr lang="en-US"/>
        </a:p>
      </dgm:t>
    </dgm:pt>
    <dgm:pt modelId="{6CF1DDF2-D3D8-4188-B43A-5933164270ED}">
      <dgm:prSet phldrT="[Text]" custT="1"/>
      <dgm:spPr/>
      <dgm:t>
        <a:bodyPr/>
        <a:lstStyle/>
        <a:p>
          <a:r>
            <a:rPr lang="en-US" sz="1200" dirty="0" smtClean="0"/>
            <a:t>Requirements engineering process assets</a:t>
          </a:r>
          <a:endParaRPr lang="en-US" sz="1200" dirty="0"/>
        </a:p>
      </dgm:t>
    </dgm:pt>
    <dgm:pt modelId="{CA24AC75-4172-46C0-B5EC-9CDAD2CAE537}" type="parTrans" cxnId="{0B30FE30-52FD-47B9-8928-FF627DB40219}">
      <dgm:prSet/>
      <dgm:spPr/>
      <dgm:t>
        <a:bodyPr/>
        <a:lstStyle/>
        <a:p>
          <a:endParaRPr lang="en-US"/>
        </a:p>
      </dgm:t>
    </dgm:pt>
    <dgm:pt modelId="{5CCDD4A5-F1CF-4D98-8C57-90A614338FF4}" type="sibTrans" cxnId="{0B30FE30-52FD-47B9-8928-FF627DB40219}">
      <dgm:prSet/>
      <dgm:spPr/>
      <dgm:t>
        <a:bodyPr/>
        <a:lstStyle/>
        <a:p>
          <a:endParaRPr lang="en-US"/>
        </a:p>
      </dgm:t>
    </dgm:pt>
    <dgm:pt modelId="{7AD2EE84-A000-444B-9F76-A2F5A22126CD}">
      <dgm:prSet phldrT="[Text]" custT="1"/>
      <dgm:spPr/>
      <dgm:t>
        <a:bodyPr/>
        <a:lstStyle/>
        <a:p>
          <a:r>
            <a:rPr lang="en-US" sz="1200" dirty="0" smtClean="0"/>
            <a:t>requirements process improvement road map</a:t>
          </a:r>
          <a:endParaRPr lang="en-US" sz="1200" dirty="0"/>
        </a:p>
      </dgm:t>
    </dgm:pt>
    <dgm:pt modelId="{88332880-1732-479E-8A54-2924D7FD9F13}" type="parTrans" cxnId="{143552EB-C05B-41B2-A688-609B7DA71DB6}">
      <dgm:prSet/>
      <dgm:spPr/>
      <dgm:t>
        <a:bodyPr/>
        <a:lstStyle/>
        <a:p>
          <a:endParaRPr lang="en-US"/>
        </a:p>
      </dgm:t>
    </dgm:pt>
    <dgm:pt modelId="{D6B7E923-8801-4BCC-B1C3-422B0632BBDA}" type="sibTrans" cxnId="{143552EB-C05B-41B2-A688-609B7DA71DB6}">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205779" custLinFactNeighborX="-4584" custLinFactNeighborY="-12133">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8"/>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8" custScaleX="179806" custScaleY="247154" custLinFactNeighborX="4006" custLinFactNeighborY="53476">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8"/>
      <dgm:spPr/>
      <dgm:t>
        <a:bodyPr/>
        <a:lstStyle/>
        <a:p>
          <a:endParaRPr lang="en-US"/>
        </a:p>
      </dgm:t>
    </dgm:pt>
    <dgm:pt modelId="{C9264EDA-91B6-4FAE-AFE6-AFC29BE66386}" type="pres">
      <dgm:prSet presAssocID="{9286A5EC-F2A9-487D-8BF1-B96EEEFD636B}" presName="hierChild4" presStyleCnt="0"/>
      <dgm:spPr/>
    </dgm:pt>
    <dgm:pt modelId="{7E5B4EED-8F8A-44FB-BA06-E88292DE9A10}" type="pres">
      <dgm:prSet presAssocID="{B0A1E639-7820-4EBF-83D7-A40B66A6D4CD}" presName="Name37" presStyleLbl="parChTrans1D3" presStyleIdx="0" presStyleCnt="10"/>
      <dgm:spPr/>
      <dgm:t>
        <a:bodyPr/>
        <a:lstStyle/>
        <a:p>
          <a:endParaRPr lang="en-US"/>
        </a:p>
      </dgm:t>
    </dgm:pt>
    <dgm:pt modelId="{7273551E-4069-4549-8DDF-1954EF17D3B4}" type="pres">
      <dgm:prSet presAssocID="{7C839D19-893E-444F-BC66-38E1A072902D}" presName="hierRoot2" presStyleCnt="0">
        <dgm:presLayoutVars>
          <dgm:hierBranch val="init"/>
        </dgm:presLayoutVars>
      </dgm:prSet>
      <dgm:spPr/>
    </dgm:pt>
    <dgm:pt modelId="{5090A920-C971-4BBC-86CE-457A206CFA3A}" type="pres">
      <dgm:prSet presAssocID="{7C839D19-893E-444F-BC66-38E1A072902D}" presName="rootComposite" presStyleCnt="0"/>
      <dgm:spPr/>
    </dgm:pt>
    <dgm:pt modelId="{C6FAE040-2A5A-4E02-94DD-A745D018122F}" type="pres">
      <dgm:prSet presAssocID="{7C839D19-893E-444F-BC66-38E1A072902D}" presName="rootText" presStyleLbl="node3" presStyleIdx="0" presStyleCnt="10" custScaleX="187279" custScaleY="129429" custLinFactNeighborX="-9210" custLinFactNeighborY="61141">
        <dgm:presLayoutVars>
          <dgm:chPref val="3"/>
        </dgm:presLayoutVars>
      </dgm:prSet>
      <dgm:spPr/>
      <dgm:t>
        <a:bodyPr/>
        <a:lstStyle/>
        <a:p>
          <a:endParaRPr lang="en-US"/>
        </a:p>
      </dgm:t>
    </dgm:pt>
    <dgm:pt modelId="{7C244878-274A-428A-82EF-793EAA6A8212}" type="pres">
      <dgm:prSet presAssocID="{7C839D19-893E-444F-BC66-38E1A072902D}" presName="rootConnector" presStyleLbl="node3" presStyleIdx="0" presStyleCnt="10"/>
      <dgm:spPr/>
      <dgm:t>
        <a:bodyPr/>
        <a:lstStyle/>
        <a:p>
          <a:endParaRPr lang="en-US"/>
        </a:p>
      </dgm:t>
    </dgm:pt>
    <dgm:pt modelId="{1714A8E4-5EA8-4AA1-A52A-26022F7A450C}" type="pres">
      <dgm:prSet presAssocID="{7C839D19-893E-444F-BC66-38E1A072902D}" presName="hierChild4" presStyleCnt="0"/>
      <dgm:spPr/>
    </dgm:pt>
    <dgm:pt modelId="{10541011-2494-46ED-BA3E-E75873803913}" type="pres">
      <dgm:prSet presAssocID="{7C839D19-893E-444F-BC66-38E1A072902D}" presName="hierChild5" presStyleCnt="0"/>
      <dgm:spPr/>
    </dgm:pt>
    <dgm:pt modelId="{CE3C8DF7-9CB2-47F0-A42C-554D5D6B5498}" type="pres">
      <dgm:prSet presAssocID="{DBCC86AF-5728-46F6-AD06-5B066D803A61}" presName="Name37" presStyleLbl="parChTrans1D3" presStyleIdx="1" presStyleCnt="10"/>
      <dgm:spPr/>
      <dgm:t>
        <a:bodyPr/>
        <a:lstStyle/>
        <a:p>
          <a:endParaRPr lang="en-US"/>
        </a:p>
      </dgm:t>
    </dgm:pt>
    <dgm:pt modelId="{77BAFC8B-1A93-46D0-95A3-BC9F47D8073B}" type="pres">
      <dgm:prSet presAssocID="{BF786AF5-1454-4301-99F8-D86B1665C3A8}" presName="hierRoot2" presStyleCnt="0">
        <dgm:presLayoutVars>
          <dgm:hierBranch val="init"/>
        </dgm:presLayoutVars>
      </dgm:prSet>
      <dgm:spPr/>
    </dgm:pt>
    <dgm:pt modelId="{67A8194D-CE80-43DE-A481-0C652A768422}" type="pres">
      <dgm:prSet presAssocID="{BF786AF5-1454-4301-99F8-D86B1665C3A8}" presName="rootComposite" presStyleCnt="0"/>
      <dgm:spPr/>
    </dgm:pt>
    <dgm:pt modelId="{D051AD6C-BD44-4B30-BAA8-766706739534}" type="pres">
      <dgm:prSet presAssocID="{BF786AF5-1454-4301-99F8-D86B1665C3A8}" presName="rootText" presStyleLbl="node3" presStyleIdx="1" presStyleCnt="10" custScaleX="195202" custScaleY="168565" custLinFactNeighborX="-9210" custLinFactNeighborY="52020">
        <dgm:presLayoutVars>
          <dgm:chPref val="3"/>
        </dgm:presLayoutVars>
      </dgm:prSet>
      <dgm:spPr/>
      <dgm:t>
        <a:bodyPr/>
        <a:lstStyle/>
        <a:p>
          <a:endParaRPr lang="en-US"/>
        </a:p>
      </dgm:t>
    </dgm:pt>
    <dgm:pt modelId="{82DD5E05-6F70-43B9-B33F-EB9E97675CB4}" type="pres">
      <dgm:prSet presAssocID="{BF786AF5-1454-4301-99F8-D86B1665C3A8}" presName="rootConnector" presStyleLbl="node3" presStyleIdx="1" presStyleCnt="10"/>
      <dgm:spPr/>
      <dgm:t>
        <a:bodyPr/>
        <a:lstStyle/>
        <a:p>
          <a:endParaRPr lang="en-US"/>
        </a:p>
      </dgm:t>
    </dgm:pt>
    <dgm:pt modelId="{D66BB385-F612-40C5-A75D-32A8B0E65F9B}" type="pres">
      <dgm:prSet presAssocID="{BF786AF5-1454-4301-99F8-D86B1665C3A8}" presName="hierChild4" presStyleCnt="0"/>
      <dgm:spPr/>
    </dgm:pt>
    <dgm:pt modelId="{6E8B4A6C-1070-46D9-B551-69F49D1C0DC0}" type="pres">
      <dgm:prSet presAssocID="{BF786AF5-1454-4301-99F8-D86B1665C3A8}" presName="hierChild5" presStyleCnt="0"/>
      <dgm:spPr/>
    </dgm:pt>
    <dgm:pt modelId="{E4636C06-AABB-4991-99EF-D519C9F01F26}" type="pres">
      <dgm:prSet presAssocID="{AC866810-B0CF-48BC-96B8-992DFD8E0FF0}" presName="Name37" presStyleLbl="parChTrans1D3" presStyleIdx="2" presStyleCnt="10"/>
      <dgm:spPr/>
      <dgm:t>
        <a:bodyPr/>
        <a:lstStyle/>
        <a:p>
          <a:endParaRPr lang="en-US"/>
        </a:p>
      </dgm:t>
    </dgm:pt>
    <dgm:pt modelId="{48E9BED8-2671-4DE8-9479-797DE4AA6444}" type="pres">
      <dgm:prSet presAssocID="{C13F53A9-0197-42BD-A09C-17F0B6433C8E}" presName="hierRoot2" presStyleCnt="0">
        <dgm:presLayoutVars>
          <dgm:hierBranch val="init"/>
        </dgm:presLayoutVars>
      </dgm:prSet>
      <dgm:spPr/>
    </dgm:pt>
    <dgm:pt modelId="{238E99CA-C072-4BC0-8AA5-0C6B0C916672}" type="pres">
      <dgm:prSet presAssocID="{C13F53A9-0197-42BD-A09C-17F0B6433C8E}" presName="rootComposite" presStyleCnt="0"/>
      <dgm:spPr/>
    </dgm:pt>
    <dgm:pt modelId="{2CF404F2-0ACA-4C8A-B4A0-A3CC582C9107}" type="pres">
      <dgm:prSet presAssocID="{C13F53A9-0197-42BD-A09C-17F0B6433C8E}" presName="rootText" presStyleLbl="node3" presStyleIdx="2" presStyleCnt="10" custScaleX="200469" custScaleY="161754" custLinFactNeighborX="-9210" custLinFactNeighborY="34436">
        <dgm:presLayoutVars>
          <dgm:chPref val="3"/>
        </dgm:presLayoutVars>
      </dgm:prSet>
      <dgm:spPr/>
      <dgm:t>
        <a:bodyPr/>
        <a:lstStyle/>
        <a:p>
          <a:endParaRPr lang="en-US"/>
        </a:p>
      </dgm:t>
    </dgm:pt>
    <dgm:pt modelId="{6E87612E-C982-4B08-BE76-332DBA145DD3}" type="pres">
      <dgm:prSet presAssocID="{C13F53A9-0197-42BD-A09C-17F0B6433C8E}" presName="rootConnector" presStyleLbl="node3" presStyleIdx="2" presStyleCnt="10"/>
      <dgm:spPr/>
      <dgm:t>
        <a:bodyPr/>
        <a:lstStyle/>
        <a:p>
          <a:endParaRPr lang="en-US"/>
        </a:p>
      </dgm:t>
    </dgm:pt>
    <dgm:pt modelId="{4CB63330-2DB3-433F-ABC0-BBA61091E2A5}" type="pres">
      <dgm:prSet presAssocID="{C13F53A9-0197-42BD-A09C-17F0B6433C8E}" presName="hierChild4" presStyleCnt="0"/>
      <dgm:spPr/>
    </dgm:pt>
    <dgm:pt modelId="{4BFC675F-FE74-4B72-A967-4EDBFEF74FDF}" type="pres">
      <dgm:prSet presAssocID="{C13F53A9-0197-42BD-A09C-17F0B6433C8E}" presName="hierChild5" presStyleCnt="0"/>
      <dgm:spPr/>
    </dgm:pt>
    <dgm:pt modelId="{B319A6FD-1BB8-4AF3-A57C-B0E2EB03B3A8}" type="pres">
      <dgm:prSet presAssocID="{DBE67F04-AF4A-452C-B675-9895E608A568}" presName="Name37" presStyleLbl="parChTrans1D3" presStyleIdx="3" presStyleCnt="10"/>
      <dgm:spPr/>
      <dgm:t>
        <a:bodyPr/>
        <a:lstStyle/>
        <a:p>
          <a:endParaRPr lang="en-US"/>
        </a:p>
      </dgm:t>
    </dgm:pt>
    <dgm:pt modelId="{7CA02A55-62FE-4DF3-A576-8FF058DA279E}" type="pres">
      <dgm:prSet presAssocID="{24579C68-62ED-453D-A21D-2C0A62715727}" presName="hierRoot2" presStyleCnt="0">
        <dgm:presLayoutVars>
          <dgm:hierBranch val="init"/>
        </dgm:presLayoutVars>
      </dgm:prSet>
      <dgm:spPr/>
    </dgm:pt>
    <dgm:pt modelId="{193E7042-5970-4B78-AD42-29577668EE12}" type="pres">
      <dgm:prSet presAssocID="{24579C68-62ED-453D-A21D-2C0A62715727}" presName="rootComposite" presStyleCnt="0"/>
      <dgm:spPr/>
    </dgm:pt>
    <dgm:pt modelId="{B884830D-3363-4530-B0AD-560D97BED530}" type="pres">
      <dgm:prSet presAssocID="{24579C68-62ED-453D-A21D-2C0A62715727}" presName="rootText" presStyleLbl="node3" presStyleIdx="3" presStyleCnt="10" custScaleX="196719" custScaleY="144022" custLinFactNeighborX="-9210" custLinFactNeighborY="13190">
        <dgm:presLayoutVars>
          <dgm:chPref val="3"/>
        </dgm:presLayoutVars>
      </dgm:prSet>
      <dgm:spPr/>
      <dgm:t>
        <a:bodyPr/>
        <a:lstStyle/>
        <a:p>
          <a:endParaRPr lang="en-US"/>
        </a:p>
      </dgm:t>
    </dgm:pt>
    <dgm:pt modelId="{DC84C4F1-C8D4-430E-98C5-2D80424D639E}" type="pres">
      <dgm:prSet presAssocID="{24579C68-62ED-453D-A21D-2C0A62715727}" presName="rootConnector" presStyleLbl="node3" presStyleIdx="3" presStyleCnt="10"/>
      <dgm:spPr/>
      <dgm:t>
        <a:bodyPr/>
        <a:lstStyle/>
        <a:p>
          <a:endParaRPr lang="en-US"/>
        </a:p>
      </dgm:t>
    </dgm:pt>
    <dgm:pt modelId="{8341EF83-C913-4CFD-82AD-8D429C8B2C1F}" type="pres">
      <dgm:prSet presAssocID="{24579C68-62ED-453D-A21D-2C0A62715727}" presName="hierChild4" presStyleCnt="0"/>
      <dgm:spPr/>
    </dgm:pt>
    <dgm:pt modelId="{300354E7-8108-408D-AE9E-C4738DC4AEA9}" type="pres">
      <dgm:prSet presAssocID="{24579C68-62ED-453D-A21D-2C0A62715727}" presName="hierChild5" presStyleCnt="0"/>
      <dgm:spPr/>
    </dgm:pt>
    <dgm:pt modelId="{49D33D41-F9C5-45C7-949F-72D5165C073A}" type="pres">
      <dgm:prSet presAssocID="{FC40C445-235C-4F1E-91F6-2326A85B7831}" presName="Name37" presStyleLbl="parChTrans1D3" presStyleIdx="4" presStyleCnt="10"/>
      <dgm:spPr/>
      <dgm:t>
        <a:bodyPr/>
        <a:lstStyle/>
        <a:p>
          <a:endParaRPr lang="en-US"/>
        </a:p>
      </dgm:t>
    </dgm:pt>
    <dgm:pt modelId="{F7CAA1D8-FCED-43FE-BD77-94E281C36D6F}" type="pres">
      <dgm:prSet presAssocID="{30A3573A-28C3-4C45-BD5A-286CD3C12E36}" presName="hierRoot2" presStyleCnt="0">
        <dgm:presLayoutVars>
          <dgm:hierBranch val="init"/>
        </dgm:presLayoutVars>
      </dgm:prSet>
      <dgm:spPr/>
    </dgm:pt>
    <dgm:pt modelId="{DEAB46A6-CBA6-49C9-8078-10ADD5007385}" type="pres">
      <dgm:prSet presAssocID="{30A3573A-28C3-4C45-BD5A-286CD3C12E36}" presName="rootComposite" presStyleCnt="0"/>
      <dgm:spPr/>
    </dgm:pt>
    <dgm:pt modelId="{99B13230-78A2-4446-AEF8-C26E6EC3E5B0}" type="pres">
      <dgm:prSet presAssocID="{30A3573A-28C3-4C45-BD5A-286CD3C12E36}" presName="rootText" presStyleLbl="node3" presStyleIdx="4" presStyleCnt="10" custScaleX="196719" custScaleY="144022" custLinFactNeighborX="-9210" custLinFactNeighborY="2">
        <dgm:presLayoutVars>
          <dgm:chPref val="3"/>
        </dgm:presLayoutVars>
      </dgm:prSet>
      <dgm:spPr/>
      <dgm:t>
        <a:bodyPr/>
        <a:lstStyle/>
        <a:p>
          <a:endParaRPr lang="en-US"/>
        </a:p>
      </dgm:t>
    </dgm:pt>
    <dgm:pt modelId="{20AD1473-3310-4ED6-918D-EEC94B799A78}" type="pres">
      <dgm:prSet presAssocID="{30A3573A-28C3-4C45-BD5A-286CD3C12E36}" presName="rootConnector" presStyleLbl="node3" presStyleIdx="4" presStyleCnt="10"/>
      <dgm:spPr/>
      <dgm:t>
        <a:bodyPr/>
        <a:lstStyle/>
        <a:p>
          <a:endParaRPr lang="en-US"/>
        </a:p>
      </dgm:t>
    </dgm:pt>
    <dgm:pt modelId="{9393029B-F992-4CEF-A22B-13904C8AB418}" type="pres">
      <dgm:prSet presAssocID="{30A3573A-28C3-4C45-BD5A-286CD3C12E36}" presName="hierChild4" presStyleCnt="0"/>
      <dgm:spPr/>
    </dgm:pt>
    <dgm:pt modelId="{609F574D-4C01-462B-BC81-912A3DEF1D9B}" type="pres">
      <dgm:prSet presAssocID="{30A3573A-28C3-4C45-BD5A-286CD3C12E36}" presName="hierChild5" presStyleCnt="0"/>
      <dgm:spPr/>
    </dgm:pt>
    <dgm:pt modelId="{4EA00C17-D0E1-45B0-A01E-1EEC6763C52A}" type="pres">
      <dgm:prSet presAssocID="{94DD4250-E5C7-49AA-9303-24DB1EC2CD1A}" presName="Name37" presStyleLbl="parChTrans1D3" presStyleIdx="5" presStyleCnt="10"/>
      <dgm:spPr/>
      <dgm:t>
        <a:bodyPr/>
        <a:lstStyle/>
        <a:p>
          <a:endParaRPr lang="en-US"/>
        </a:p>
      </dgm:t>
    </dgm:pt>
    <dgm:pt modelId="{E13FDB0C-82BF-46EF-9E2A-B74833EBE083}" type="pres">
      <dgm:prSet presAssocID="{66420757-8D11-4C52-8BE4-B49F92626FF4}" presName="hierRoot2" presStyleCnt="0">
        <dgm:presLayoutVars>
          <dgm:hierBranch val="init"/>
        </dgm:presLayoutVars>
      </dgm:prSet>
      <dgm:spPr/>
    </dgm:pt>
    <dgm:pt modelId="{6F889A8A-15EA-4175-AFAB-E5C4633A55C6}" type="pres">
      <dgm:prSet presAssocID="{66420757-8D11-4C52-8BE4-B49F92626FF4}" presName="rootComposite" presStyleCnt="0"/>
      <dgm:spPr/>
    </dgm:pt>
    <dgm:pt modelId="{9B3B753F-3337-4FC5-847E-03B30A2CFC72}" type="pres">
      <dgm:prSet presAssocID="{66420757-8D11-4C52-8BE4-B49F92626FF4}" presName="rootText" presStyleLbl="node3" presStyleIdx="5" presStyleCnt="10" custScaleX="196719" custScaleY="144022" custLinFactNeighborX="-9210" custLinFactNeighborY="-15632">
        <dgm:presLayoutVars>
          <dgm:chPref val="3"/>
        </dgm:presLayoutVars>
      </dgm:prSet>
      <dgm:spPr/>
      <dgm:t>
        <a:bodyPr/>
        <a:lstStyle/>
        <a:p>
          <a:endParaRPr lang="en-US"/>
        </a:p>
      </dgm:t>
    </dgm:pt>
    <dgm:pt modelId="{DDD5F3FA-5881-44F2-A1E4-6971704526F7}" type="pres">
      <dgm:prSet presAssocID="{66420757-8D11-4C52-8BE4-B49F92626FF4}" presName="rootConnector" presStyleLbl="node3" presStyleIdx="5" presStyleCnt="10"/>
      <dgm:spPr/>
      <dgm:t>
        <a:bodyPr/>
        <a:lstStyle/>
        <a:p>
          <a:endParaRPr lang="en-US"/>
        </a:p>
      </dgm:t>
    </dgm:pt>
    <dgm:pt modelId="{676ABBB4-3C98-4704-ACC5-762B2C2E471C}" type="pres">
      <dgm:prSet presAssocID="{66420757-8D11-4C52-8BE4-B49F92626FF4}" presName="hierChild4" presStyleCnt="0"/>
      <dgm:spPr/>
    </dgm:pt>
    <dgm:pt modelId="{AB7EDDB3-9B61-4F08-9251-CA1DBC985988}" type="pres">
      <dgm:prSet presAssocID="{66420757-8D11-4C52-8BE4-B49F92626FF4}" presName="hierChild5" presStyleCnt="0"/>
      <dgm:spPr/>
    </dgm:pt>
    <dgm:pt modelId="{C5C54053-3A12-46C3-BAAB-BDE4C3102748}" type="pres">
      <dgm:prSet presAssocID="{9286A5EC-F2A9-487D-8BF1-B96EEEFD636B}" presName="hierChild5" presStyleCnt="0"/>
      <dgm:spPr/>
    </dgm:pt>
    <dgm:pt modelId="{270151AE-D139-40DF-A603-F0B3F7DDDC4D}" type="pres">
      <dgm:prSet presAssocID="{D790EDC8-DBC7-47D9-AD8D-E7CE4F48BB0A}" presName="Name37" presStyleLbl="parChTrans1D2" presStyleIdx="1" presStyleCnt="8"/>
      <dgm:spPr/>
      <dgm:t>
        <a:bodyPr/>
        <a:lstStyle/>
        <a:p>
          <a:endParaRPr lang="en-US"/>
        </a:p>
      </dgm:t>
    </dgm:pt>
    <dgm:pt modelId="{5E7476B3-AD7E-4825-A023-25C6BDFD35CA}" type="pres">
      <dgm:prSet presAssocID="{0B0BE489-18FC-4AB8-89F0-E5B83E82DEE3}" presName="hierRoot2" presStyleCnt="0">
        <dgm:presLayoutVars>
          <dgm:hierBranch val="init"/>
        </dgm:presLayoutVars>
      </dgm:prSet>
      <dgm:spPr/>
    </dgm:pt>
    <dgm:pt modelId="{132C54E8-DB97-4D17-8179-D1BC98F5D07C}" type="pres">
      <dgm:prSet presAssocID="{0B0BE489-18FC-4AB8-89F0-E5B83E82DEE3}" presName="rootComposite" presStyleCnt="0"/>
      <dgm:spPr/>
    </dgm:pt>
    <dgm:pt modelId="{F3605272-BB3C-482A-BD0E-4FF39B81FDEE}" type="pres">
      <dgm:prSet presAssocID="{0B0BE489-18FC-4AB8-89F0-E5B83E82DEE3}" presName="rootText" presStyleLbl="node2" presStyleIdx="1" presStyleCnt="8" custScaleX="142414" custScaleY="260653" custLinFactNeighborX="-2715" custLinFactNeighborY="53523">
        <dgm:presLayoutVars>
          <dgm:chPref val="3"/>
        </dgm:presLayoutVars>
      </dgm:prSet>
      <dgm:spPr/>
      <dgm:t>
        <a:bodyPr/>
        <a:lstStyle/>
        <a:p>
          <a:endParaRPr lang="en-US"/>
        </a:p>
      </dgm:t>
    </dgm:pt>
    <dgm:pt modelId="{80D30C1D-7614-46E9-A72C-A8C7C4CE7688}" type="pres">
      <dgm:prSet presAssocID="{0B0BE489-18FC-4AB8-89F0-E5B83E82DEE3}" presName="rootConnector" presStyleLbl="node2" presStyleIdx="1" presStyleCnt="8"/>
      <dgm:spPr/>
      <dgm:t>
        <a:bodyPr/>
        <a:lstStyle/>
        <a:p>
          <a:endParaRPr lang="en-US"/>
        </a:p>
      </dgm:t>
    </dgm:pt>
    <dgm:pt modelId="{52A2A06A-EC5A-449C-89CB-5D43FB38563B}" type="pres">
      <dgm:prSet presAssocID="{0B0BE489-18FC-4AB8-89F0-E5B83E82DEE3}" presName="hierChild4" presStyleCnt="0"/>
      <dgm:spPr/>
    </dgm:pt>
    <dgm:pt modelId="{642F05A1-9B99-45A9-95F7-36FBF693468C}" type="pres">
      <dgm:prSet presAssocID="{0B0BE489-18FC-4AB8-89F0-E5B83E82DEE3}" presName="hierChild5" presStyleCnt="0"/>
      <dgm:spPr/>
    </dgm:pt>
    <dgm:pt modelId="{21B7DE50-6919-48CD-B44F-BDEA9F2E1367}" type="pres">
      <dgm:prSet presAssocID="{5818EE86-F20F-4576-8664-7683A1781B91}" presName="Name37" presStyleLbl="parChTrans1D2" presStyleIdx="2" presStyleCnt="8"/>
      <dgm:spPr/>
      <dgm:t>
        <a:bodyPr/>
        <a:lstStyle/>
        <a:p>
          <a:endParaRPr lang="en-US"/>
        </a:p>
      </dgm:t>
    </dgm:pt>
    <dgm:pt modelId="{740AA342-B1DB-46CD-90AF-370113876707}" type="pres">
      <dgm:prSet presAssocID="{04F9E5AD-5BB4-41D2-95D4-5E0E583084F4}" presName="hierRoot2" presStyleCnt="0">
        <dgm:presLayoutVars>
          <dgm:hierBranch val="init"/>
        </dgm:presLayoutVars>
      </dgm:prSet>
      <dgm:spPr/>
    </dgm:pt>
    <dgm:pt modelId="{4131081F-D0AD-4506-882E-8F3E0ABD8C4F}" type="pres">
      <dgm:prSet presAssocID="{04F9E5AD-5BB4-41D2-95D4-5E0E583084F4}" presName="rootComposite" presStyleCnt="0"/>
      <dgm:spPr/>
    </dgm:pt>
    <dgm:pt modelId="{BB595DBD-E598-416C-B1C2-0E8039923FA8}" type="pres">
      <dgm:prSet presAssocID="{04F9E5AD-5BB4-41D2-95D4-5E0E583084F4}" presName="rootText" presStyleLbl="node2" presStyleIdx="2" presStyleCnt="8" custScaleX="143201" custScaleY="238321" custLinFactNeighborX="-14816" custLinFactNeighborY="58283">
        <dgm:presLayoutVars>
          <dgm:chPref val="3"/>
        </dgm:presLayoutVars>
      </dgm:prSet>
      <dgm:spPr/>
      <dgm:t>
        <a:bodyPr/>
        <a:lstStyle/>
        <a:p>
          <a:endParaRPr lang="en-US"/>
        </a:p>
      </dgm:t>
    </dgm:pt>
    <dgm:pt modelId="{2B36D2E8-27F5-4110-8C1A-EBB6D9D00BA9}" type="pres">
      <dgm:prSet presAssocID="{04F9E5AD-5BB4-41D2-95D4-5E0E583084F4}" presName="rootConnector" presStyleLbl="node2" presStyleIdx="2" presStyleCnt="8"/>
      <dgm:spPr/>
      <dgm:t>
        <a:bodyPr/>
        <a:lstStyle/>
        <a:p>
          <a:endParaRPr lang="en-US"/>
        </a:p>
      </dgm:t>
    </dgm:pt>
    <dgm:pt modelId="{6E5E9CAE-39AB-411B-9FD8-EABCDEB90CB4}" type="pres">
      <dgm:prSet presAssocID="{04F9E5AD-5BB4-41D2-95D4-5E0E583084F4}" presName="hierChild4" presStyleCnt="0"/>
      <dgm:spPr/>
    </dgm:pt>
    <dgm:pt modelId="{6E86841D-64DF-4306-BB50-F34CD6A2638F}" type="pres">
      <dgm:prSet presAssocID="{04F9E5AD-5BB4-41D2-95D4-5E0E583084F4}" presName="hierChild5" presStyleCnt="0"/>
      <dgm:spPr/>
    </dgm:pt>
    <dgm:pt modelId="{D97770BE-745F-4E41-B346-F3FBCA5F86BE}" type="pres">
      <dgm:prSet presAssocID="{F4749D64-3362-486E-B7C0-2A4D4AC3F782}" presName="Name37" presStyleLbl="parChTrans1D2" presStyleIdx="3" presStyleCnt="8"/>
      <dgm:spPr/>
      <dgm:t>
        <a:bodyPr/>
        <a:lstStyle/>
        <a:p>
          <a:endParaRPr lang="en-US"/>
        </a:p>
      </dgm:t>
    </dgm:pt>
    <dgm:pt modelId="{9BE568D1-03CD-4D08-8549-DD0D6D932218}" type="pres">
      <dgm:prSet presAssocID="{FAD8C68A-148F-45D5-839B-74F518C323B1}" presName="hierRoot2" presStyleCnt="0">
        <dgm:presLayoutVars>
          <dgm:hierBranch val="init"/>
        </dgm:presLayoutVars>
      </dgm:prSet>
      <dgm:spPr/>
    </dgm:pt>
    <dgm:pt modelId="{577865C9-BB9F-4553-9FF3-1CD1A87F98F6}" type="pres">
      <dgm:prSet presAssocID="{FAD8C68A-148F-45D5-839B-74F518C323B1}" presName="rootComposite" presStyleCnt="0"/>
      <dgm:spPr/>
    </dgm:pt>
    <dgm:pt modelId="{E7A6A566-BA08-49B0-B30B-F6E0719DD840}" type="pres">
      <dgm:prSet presAssocID="{FAD8C68A-148F-45D5-839B-74F518C323B1}" presName="rootText" presStyleLbl="node2" presStyleIdx="3" presStyleCnt="8" custScaleX="159792" custScaleY="222798" custLinFactNeighborX="-25607" custLinFactNeighborY="59789">
        <dgm:presLayoutVars>
          <dgm:chPref val="3"/>
        </dgm:presLayoutVars>
      </dgm:prSet>
      <dgm:spPr/>
      <dgm:t>
        <a:bodyPr/>
        <a:lstStyle/>
        <a:p>
          <a:endParaRPr lang="en-US"/>
        </a:p>
      </dgm:t>
    </dgm:pt>
    <dgm:pt modelId="{94BFD7CF-C6FE-44D2-A927-DA028212ADAD}" type="pres">
      <dgm:prSet presAssocID="{FAD8C68A-148F-45D5-839B-74F518C323B1}" presName="rootConnector" presStyleLbl="node2" presStyleIdx="3" presStyleCnt="8"/>
      <dgm:spPr/>
      <dgm:t>
        <a:bodyPr/>
        <a:lstStyle/>
        <a:p>
          <a:endParaRPr lang="en-US"/>
        </a:p>
      </dgm:t>
    </dgm:pt>
    <dgm:pt modelId="{54D2D1A1-D84C-4D3C-ACFB-33FD67C32D35}" type="pres">
      <dgm:prSet presAssocID="{FAD8C68A-148F-45D5-839B-74F518C323B1}" presName="hierChild4" presStyleCnt="0"/>
      <dgm:spPr/>
    </dgm:pt>
    <dgm:pt modelId="{F59628C8-39E8-44F2-A316-37460E8AEC6E}" type="pres">
      <dgm:prSet presAssocID="{FAD8C68A-148F-45D5-839B-74F518C323B1}" presName="hierChild5" presStyleCnt="0"/>
      <dgm:spPr/>
    </dgm:pt>
    <dgm:pt modelId="{FF1D27C0-0312-4DF4-B3F3-8719F3443DCE}" type="pres">
      <dgm:prSet presAssocID="{4ED94479-1ECB-494A-992A-FA0E36F14261}" presName="Name37" presStyleLbl="parChTrans1D2" presStyleIdx="4" presStyleCnt="8"/>
      <dgm:spPr/>
      <dgm:t>
        <a:bodyPr/>
        <a:lstStyle/>
        <a:p>
          <a:endParaRPr lang="en-US"/>
        </a:p>
      </dgm:t>
    </dgm:pt>
    <dgm:pt modelId="{0B00EA89-CD21-4CF6-842B-808B88A9E0D6}" type="pres">
      <dgm:prSet presAssocID="{55D06D02-16D5-487C-8E7B-D99AC83B330E}" presName="hierRoot2" presStyleCnt="0">
        <dgm:presLayoutVars>
          <dgm:hierBranch val="init"/>
        </dgm:presLayoutVars>
      </dgm:prSet>
      <dgm:spPr/>
    </dgm:pt>
    <dgm:pt modelId="{8331AE2E-74BA-4944-9C64-8E9128DAEEA9}" type="pres">
      <dgm:prSet presAssocID="{55D06D02-16D5-487C-8E7B-D99AC83B330E}" presName="rootComposite" presStyleCnt="0"/>
      <dgm:spPr/>
    </dgm:pt>
    <dgm:pt modelId="{12B5D86A-1EDA-415C-8D92-DA9EDF7DD9D7}" type="pres">
      <dgm:prSet presAssocID="{55D06D02-16D5-487C-8E7B-D99AC83B330E}" presName="rootText" presStyleLbl="node2" presStyleIdx="4" presStyleCnt="8" custScaleX="151406" custScaleY="237761" custLinFactNeighborX="-34206" custLinFactNeighborY="57278">
        <dgm:presLayoutVars>
          <dgm:chPref val="3"/>
        </dgm:presLayoutVars>
      </dgm:prSet>
      <dgm:spPr/>
      <dgm:t>
        <a:bodyPr/>
        <a:lstStyle/>
        <a:p>
          <a:endParaRPr lang="en-US"/>
        </a:p>
      </dgm:t>
    </dgm:pt>
    <dgm:pt modelId="{852A19FB-1446-4C12-9977-B8D9F3ED7822}" type="pres">
      <dgm:prSet presAssocID="{55D06D02-16D5-487C-8E7B-D99AC83B330E}" presName="rootConnector" presStyleLbl="node2" presStyleIdx="4" presStyleCnt="8"/>
      <dgm:spPr/>
      <dgm:t>
        <a:bodyPr/>
        <a:lstStyle/>
        <a:p>
          <a:endParaRPr lang="en-US"/>
        </a:p>
      </dgm:t>
    </dgm:pt>
    <dgm:pt modelId="{16758649-FBF4-49B7-9DD6-0CEE8F6AF779}" type="pres">
      <dgm:prSet presAssocID="{55D06D02-16D5-487C-8E7B-D99AC83B330E}" presName="hierChild4" presStyleCnt="0"/>
      <dgm:spPr/>
    </dgm:pt>
    <dgm:pt modelId="{2DD868FD-58D0-4DAE-ACD7-CF25EB4EB274}" type="pres">
      <dgm:prSet presAssocID="{55D06D02-16D5-487C-8E7B-D99AC83B330E}" presName="hierChild5" presStyleCnt="0"/>
      <dgm:spPr/>
    </dgm:pt>
    <dgm:pt modelId="{074BF953-E540-4994-B38D-7DD02C74CA11}" type="pres">
      <dgm:prSet presAssocID="{7CC068AC-0886-4F21-9DA5-733379906E94}" presName="Name37" presStyleLbl="parChTrans1D2" presStyleIdx="5" presStyleCnt="8"/>
      <dgm:spPr/>
      <dgm:t>
        <a:bodyPr/>
        <a:lstStyle/>
        <a:p>
          <a:endParaRPr lang="en-US"/>
        </a:p>
      </dgm:t>
    </dgm:pt>
    <dgm:pt modelId="{05C9C32E-8419-4A21-8FE4-B89589F7563E}" type="pres">
      <dgm:prSet presAssocID="{5C064CD3-359F-4290-A261-9F58B8864B8A}" presName="hierRoot2" presStyleCnt="0">
        <dgm:presLayoutVars>
          <dgm:hierBranch val="init"/>
        </dgm:presLayoutVars>
      </dgm:prSet>
      <dgm:spPr/>
    </dgm:pt>
    <dgm:pt modelId="{B597792D-FEA7-49B4-8E2E-536E85A479A5}" type="pres">
      <dgm:prSet presAssocID="{5C064CD3-359F-4290-A261-9F58B8864B8A}" presName="rootComposite" presStyleCnt="0"/>
      <dgm:spPr/>
    </dgm:pt>
    <dgm:pt modelId="{6700DCAE-9865-4201-9F5F-49E4DEA36F22}" type="pres">
      <dgm:prSet presAssocID="{5C064CD3-359F-4290-A261-9F58B8864B8A}" presName="rootText" presStyleLbl="node2" presStyleIdx="5" presStyleCnt="8" custScaleX="147916" custScaleY="224907" custLinFactNeighborX="-25855" custLinFactNeighborY="58410">
        <dgm:presLayoutVars>
          <dgm:chPref val="3"/>
        </dgm:presLayoutVars>
      </dgm:prSet>
      <dgm:spPr/>
      <dgm:t>
        <a:bodyPr/>
        <a:lstStyle/>
        <a:p>
          <a:endParaRPr lang="en-US"/>
        </a:p>
      </dgm:t>
    </dgm:pt>
    <dgm:pt modelId="{007A14A2-122A-46AE-A76B-5ED4224B5D4C}" type="pres">
      <dgm:prSet presAssocID="{5C064CD3-359F-4290-A261-9F58B8864B8A}" presName="rootConnector" presStyleLbl="node2" presStyleIdx="5" presStyleCnt="8"/>
      <dgm:spPr/>
      <dgm:t>
        <a:bodyPr/>
        <a:lstStyle/>
        <a:p>
          <a:endParaRPr lang="en-US"/>
        </a:p>
      </dgm:t>
    </dgm:pt>
    <dgm:pt modelId="{9437FF9F-D15F-4D96-9BC8-C30065FDC65C}" type="pres">
      <dgm:prSet presAssocID="{5C064CD3-359F-4290-A261-9F58B8864B8A}" presName="hierChild4" presStyleCnt="0"/>
      <dgm:spPr/>
    </dgm:pt>
    <dgm:pt modelId="{C607B073-6124-4410-959E-CD49AB39C81A}" type="pres">
      <dgm:prSet presAssocID="{16005CF5-CE14-42C7-8424-6541F32E943C}" presName="Name37" presStyleLbl="parChTrans1D3" presStyleIdx="6" presStyleCnt="10"/>
      <dgm:spPr/>
      <dgm:t>
        <a:bodyPr/>
        <a:lstStyle/>
        <a:p>
          <a:endParaRPr lang="en-US"/>
        </a:p>
      </dgm:t>
    </dgm:pt>
    <dgm:pt modelId="{FD7AF38D-90FF-4370-8B1C-C3DB80A642F2}" type="pres">
      <dgm:prSet presAssocID="{8F3032B2-9F9F-43F3-A6B4-5A6431551232}" presName="hierRoot2" presStyleCnt="0">
        <dgm:presLayoutVars>
          <dgm:hierBranch val="init"/>
        </dgm:presLayoutVars>
      </dgm:prSet>
      <dgm:spPr/>
    </dgm:pt>
    <dgm:pt modelId="{99327EB6-95BC-46A1-8D6C-D74C28DC7438}" type="pres">
      <dgm:prSet presAssocID="{8F3032B2-9F9F-43F3-A6B4-5A6431551232}" presName="rootComposite" presStyleCnt="0"/>
      <dgm:spPr/>
    </dgm:pt>
    <dgm:pt modelId="{71EE5E1B-263D-497A-BF00-B6A2321711ED}" type="pres">
      <dgm:prSet presAssocID="{8F3032B2-9F9F-43F3-A6B4-5A6431551232}" presName="rootText" presStyleLbl="node3" presStyleIdx="6" presStyleCnt="10" custScaleX="166410" custScaleY="126592" custLinFactNeighborX="12613" custLinFactNeighborY="81642">
        <dgm:presLayoutVars>
          <dgm:chPref val="3"/>
        </dgm:presLayoutVars>
      </dgm:prSet>
      <dgm:spPr/>
      <dgm:t>
        <a:bodyPr/>
        <a:lstStyle/>
        <a:p>
          <a:endParaRPr lang="en-US"/>
        </a:p>
      </dgm:t>
    </dgm:pt>
    <dgm:pt modelId="{BB80EEEA-2278-4757-8967-1D0CBD2B55DB}" type="pres">
      <dgm:prSet presAssocID="{8F3032B2-9F9F-43F3-A6B4-5A6431551232}" presName="rootConnector" presStyleLbl="node3" presStyleIdx="6" presStyleCnt="10"/>
      <dgm:spPr/>
      <dgm:t>
        <a:bodyPr/>
        <a:lstStyle/>
        <a:p>
          <a:endParaRPr lang="en-US"/>
        </a:p>
      </dgm:t>
    </dgm:pt>
    <dgm:pt modelId="{6397DB09-3F02-4031-9E40-853334AED1B2}" type="pres">
      <dgm:prSet presAssocID="{8F3032B2-9F9F-43F3-A6B4-5A6431551232}" presName="hierChild4" presStyleCnt="0"/>
      <dgm:spPr/>
    </dgm:pt>
    <dgm:pt modelId="{07C93F97-B0B9-4C4C-BDF1-C197334DD38B}" type="pres">
      <dgm:prSet presAssocID="{8F3032B2-9F9F-43F3-A6B4-5A6431551232}" presName="hierChild5" presStyleCnt="0"/>
      <dgm:spPr/>
    </dgm:pt>
    <dgm:pt modelId="{36E8B849-DCAB-4394-9C7C-D06D5EDAA3DC}" type="pres">
      <dgm:prSet presAssocID="{83E7A951-3736-4FAB-808C-80D97975F938}" presName="Name37" presStyleLbl="parChTrans1D3" presStyleIdx="7" presStyleCnt="10"/>
      <dgm:spPr/>
      <dgm:t>
        <a:bodyPr/>
        <a:lstStyle/>
        <a:p>
          <a:endParaRPr lang="en-US"/>
        </a:p>
      </dgm:t>
    </dgm:pt>
    <dgm:pt modelId="{95E8E6C9-1B24-4D24-9A45-3231968DFB52}" type="pres">
      <dgm:prSet presAssocID="{2EF2315B-B6AC-4F58-8DBD-5817A4533432}" presName="hierRoot2" presStyleCnt="0">
        <dgm:presLayoutVars>
          <dgm:hierBranch val="init"/>
        </dgm:presLayoutVars>
      </dgm:prSet>
      <dgm:spPr/>
    </dgm:pt>
    <dgm:pt modelId="{A3121785-727B-4E65-97A0-A31270421EFF}" type="pres">
      <dgm:prSet presAssocID="{2EF2315B-B6AC-4F58-8DBD-5817A4533432}" presName="rootComposite" presStyleCnt="0"/>
      <dgm:spPr/>
    </dgm:pt>
    <dgm:pt modelId="{D782E0B1-7687-4A87-BCE3-A84D23CC38D7}" type="pres">
      <dgm:prSet presAssocID="{2EF2315B-B6AC-4F58-8DBD-5817A4533432}" presName="rootText" presStyleLbl="node3" presStyleIdx="7" presStyleCnt="10" custScaleX="166410" custScaleY="126592" custLinFactNeighborX="12613" custLinFactNeighborY="81642">
        <dgm:presLayoutVars>
          <dgm:chPref val="3"/>
        </dgm:presLayoutVars>
      </dgm:prSet>
      <dgm:spPr/>
      <dgm:t>
        <a:bodyPr/>
        <a:lstStyle/>
        <a:p>
          <a:endParaRPr lang="en-US"/>
        </a:p>
      </dgm:t>
    </dgm:pt>
    <dgm:pt modelId="{D77F53C8-4591-4C8B-B71C-78BFCE16B155}" type="pres">
      <dgm:prSet presAssocID="{2EF2315B-B6AC-4F58-8DBD-5817A4533432}" presName="rootConnector" presStyleLbl="node3" presStyleIdx="7" presStyleCnt="10"/>
      <dgm:spPr/>
      <dgm:t>
        <a:bodyPr/>
        <a:lstStyle/>
        <a:p>
          <a:endParaRPr lang="en-US"/>
        </a:p>
      </dgm:t>
    </dgm:pt>
    <dgm:pt modelId="{B9BD9EF9-4839-474D-A4A3-CEAC21B225E0}" type="pres">
      <dgm:prSet presAssocID="{2EF2315B-B6AC-4F58-8DBD-5817A4533432}" presName="hierChild4" presStyleCnt="0"/>
      <dgm:spPr/>
    </dgm:pt>
    <dgm:pt modelId="{1F68ADAC-9CA2-4BD8-84CE-20B65F5E4EF6}" type="pres">
      <dgm:prSet presAssocID="{2EF2315B-B6AC-4F58-8DBD-5817A4533432}" presName="hierChild5" presStyleCnt="0"/>
      <dgm:spPr/>
    </dgm:pt>
    <dgm:pt modelId="{3370CE9F-0E23-47FB-86E9-0E4F835D3CA6}" type="pres">
      <dgm:prSet presAssocID="{6B8F5990-94C7-4475-BD5E-EF8D92FF11E2}" presName="Name37" presStyleLbl="parChTrans1D3" presStyleIdx="8" presStyleCnt="10"/>
      <dgm:spPr/>
      <dgm:t>
        <a:bodyPr/>
        <a:lstStyle/>
        <a:p>
          <a:endParaRPr lang="en-US"/>
        </a:p>
      </dgm:t>
    </dgm:pt>
    <dgm:pt modelId="{7010AA23-5AE4-4754-BDBC-A28714CD6EA6}" type="pres">
      <dgm:prSet presAssocID="{E2E1DA52-9148-44AC-9A71-F7EB79065B45}" presName="hierRoot2" presStyleCnt="0">
        <dgm:presLayoutVars>
          <dgm:hierBranch val="init"/>
        </dgm:presLayoutVars>
      </dgm:prSet>
      <dgm:spPr/>
    </dgm:pt>
    <dgm:pt modelId="{B660F07D-19AB-4DD3-ACB7-711BB9B28AC8}" type="pres">
      <dgm:prSet presAssocID="{E2E1DA52-9148-44AC-9A71-F7EB79065B45}" presName="rootComposite" presStyleCnt="0"/>
      <dgm:spPr/>
    </dgm:pt>
    <dgm:pt modelId="{E66DF0A1-146C-482A-8894-3AE183E22CE7}" type="pres">
      <dgm:prSet presAssocID="{E2E1DA52-9148-44AC-9A71-F7EB79065B45}" presName="rootText" presStyleLbl="node3" presStyleIdx="8" presStyleCnt="10" custScaleX="166410" custScaleY="126592" custLinFactNeighborX="12613" custLinFactNeighborY="81642">
        <dgm:presLayoutVars>
          <dgm:chPref val="3"/>
        </dgm:presLayoutVars>
      </dgm:prSet>
      <dgm:spPr/>
      <dgm:t>
        <a:bodyPr/>
        <a:lstStyle/>
        <a:p>
          <a:endParaRPr lang="en-US"/>
        </a:p>
      </dgm:t>
    </dgm:pt>
    <dgm:pt modelId="{0663880F-F5A6-470A-AEDB-0216396B0986}" type="pres">
      <dgm:prSet presAssocID="{E2E1DA52-9148-44AC-9A71-F7EB79065B45}" presName="rootConnector" presStyleLbl="node3" presStyleIdx="8" presStyleCnt="10"/>
      <dgm:spPr/>
      <dgm:t>
        <a:bodyPr/>
        <a:lstStyle/>
        <a:p>
          <a:endParaRPr lang="en-US"/>
        </a:p>
      </dgm:t>
    </dgm:pt>
    <dgm:pt modelId="{C965363E-0213-43E1-9C2F-CE169C1D0E21}" type="pres">
      <dgm:prSet presAssocID="{E2E1DA52-9148-44AC-9A71-F7EB79065B45}" presName="hierChild4" presStyleCnt="0"/>
      <dgm:spPr/>
    </dgm:pt>
    <dgm:pt modelId="{658F60F0-A196-44A0-A39A-93D07877D123}" type="pres">
      <dgm:prSet presAssocID="{E2E1DA52-9148-44AC-9A71-F7EB79065B45}" presName="hierChild5" presStyleCnt="0"/>
      <dgm:spPr/>
    </dgm:pt>
    <dgm:pt modelId="{AD29D894-A146-40ED-AA50-8E54287CED63}" type="pres">
      <dgm:prSet presAssocID="{038A2DE9-80CD-4E46-92CB-CAD7C0F197F8}" presName="Name37" presStyleLbl="parChTrans1D3" presStyleIdx="9" presStyleCnt="10"/>
      <dgm:spPr/>
      <dgm:t>
        <a:bodyPr/>
        <a:lstStyle/>
        <a:p>
          <a:endParaRPr lang="en-US"/>
        </a:p>
      </dgm:t>
    </dgm:pt>
    <dgm:pt modelId="{C09E5E6C-1E4A-448A-8D17-005410C09D15}" type="pres">
      <dgm:prSet presAssocID="{0D758F84-0123-499F-BC30-88C6956AF24A}" presName="hierRoot2" presStyleCnt="0">
        <dgm:presLayoutVars>
          <dgm:hierBranch val="init"/>
        </dgm:presLayoutVars>
      </dgm:prSet>
      <dgm:spPr/>
    </dgm:pt>
    <dgm:pt modelId="{A25386E8-8E2E-4988-9D44-6F58B18FBB54}" type="pres">
      <dgm:prSet presAssocID="{0D758F84-0123-499F-BC30-88C6956AF24A}" presName="rootComposite" presStyleCnt="0"/>
      <dgm:spPr/>
    </dgm:pt>
    <dgm:pt modelId="{3D2A00EF-1908-4CBB-BEA5-08CBE58BE3A2}" type="pres">
      <dgm:prSet presAssocID="{0D758F84-0123-499F-BC30-88C6956AF24A}" presName="rootText" presStyleLbl="node3" presStyleIdx="9" presStyleCnt="10" custScaleX="166410" custScaleY="126592" custLinFactNeighborX="12613" custLinFactNeighborY="81642">
        <dgm:presLayoutVars>
          <dgm:chPref val="3"/>
        </dgm:presLayoutVars>
      </dgm:prSet>
      <dgm:spPr/>
      <dgm:t>
        <a:bodyPr/>
        <a:lstStyle/>
        <a:p>
          <a:endParaRPr lang="en-US"/>
        </a:p>
      </dgm:t>
    </dgm:pt>
    <dgm:pt modelId="{62E5F984-C669-48F3-869C-F1E20D075C78}" type="pres">
      <dgm:prSet presAssocID="{0D758F84-0123-499F-BC30-88C6956AF24A}" presName="rootConnector" presStyleLbl="node3" presStyleIdx="9" presStyleCnt="10"/>
      <dgm:spPr/>
      <dgm:t>
        <a:bodyPr/>
        <a:lstStyle/>
        <a:p>
          <a:endParaRPr lang="en-US"/>
        </a:p>
      </dgm:t>
    </dgm:pt>
    <dgm:pt modelId="{FEE049EB-0530-421E-A9D5-E59B1956E4DB}" type="pres">
      <dgm:prSet presAssocID="{0D758F84-0123-499F-BC30-88C6956AF24A}" presName="hierChild4" presStyleCnt="0"/>
      <dgm:spPr/>
    </dgm:pt>
    <dgm:pt modelId="{41E5553A-BF6E-4600-A6C2-2B89CEA36825}" type="pres">
      <dgm:prSet presAssocID="{0D758F84-0123-499F-BC30-88C6956AF24A}" presName="hierChild5" presStyleCnt="0"/>
      <dgm:spPr/>
    </dgm:pt>
    <dgm:pt modelId="{FA48B5C7-D73B-41CD-84BD-4E44B718D68B}" type="pres">
      <dgm:prSet presAssocID="{5C064CD3-359F-4290-A261-9F58B8864B8A}" presName="hierChild5" presStyleCnt="0"/>
      <dgm:spPr/>
    </dgm:pt>
    <dgm:pt modelId="{0A945A8F-3910-4024-8258-75F42FACA433}" type="pres">
      <dgm:prSet presAssocID="{CA24AC75-4172-46C0-B5EC-9CDAD2CAE537}" presName="Name37" presStyleLbl="parChTrans1D2" presStyleIdx="6" presStyleCnt="8"/>
      <dgm:spPr/>
      <dgm:t>
        <a:bodyPr/>
        <a:lstStyle/>
        <a:p>
          <a:endParaRPr lang="en-US"/>
        </a:p>
      </dgm:t>
    </dgm:pt>
    <dgm:pt modelId="{8D850227-F473-4CCF-9F9D-7A5CDE04C865}" type="pres">
      <dgm:prSet presAssocID="{6CF1DDF2-D3D8-4188-B43A-5933164270ED}" presName="hierRoot2" presStyleCnt="0">
        <dgm:presLayoutVars>
          <dgm:hierBranch val="init"/>
        </dgm:presLayoutVars>
      </dgm:prSet>
      <dgm:spPr/>
    </dgm:pt>
    <dgm:pt modelId="{7BD65097-B582-48D5-9395-D7D515BAB253}" type="pres">
      <dgm:prSet presAssocID="{6CF1DDF2-D3D8-4188-B43A-5933164270ED}" presName="rootComposite" presStyleCnt="0"/>
      <dgm:spPr/>
    </dgm:pt>
    <dgm:pt modelId="{77DDDD68-CACB-4E6E-B03E-2E9BBBBC0DC0}" type="pres">
      <dgm:prSet presAssocID="{6CF1DDF2-D3D8-4188-B43A-5933164270ED}" presName="rootText" presStyleLbl="node2" presStyleIdx="6" presStyleCnt="8" custScaleX="148220" custScaleY="214065" custLinFactNeighborX="-34831" custLinFactNeighborY="58828">
        <dgm:presLayoutVars>
          <dgm:chPref val="3"/>
        </dgm:presLayoutVars>
      </dgm:prSet>
      <dgm:spPr/>
      <dgm:t>
        <a:bodyPr/>
        <a:lstStyle/>
        <a:p>
          <a:endParaRPr lang="en-US"/>
        </a:p>
      </dgm:t>
    </dgm:pt>
    <dgm:pt modelId="{CF8D07E9-56EC-465F-ACF4-7F8A1D850333}" type="pres">
      <dgm:prSet presAssocID="{6CF1DDF2-D3D8-4188-B43A-5933164270ED}" presName="rootConnector" presStyleLbl="node2" presStyleIdx="6" presStyleCnt="8"/>
      <dgm:spPr/>
      <dgm:t>
        <a:bodyPr/>
        <a:lstStyle/>
        <a:p>
          <a:endParaRPr lang="en-US"/>
        </a:p>
      </dgm:t>
    </dgm:pt>
    <dgm:pt modelId="{1DA49241-D0CA-4826-B276-45685AC8291F}" type="pres">
      <dgm:prSet presAssocID="{6CF1DDF2-D3D8-4188-B43A-5933164270ED}" presName="hierChild4" presStyleCnt="0"/>
      <dgm:spPr/>
    </dgm:pt>
    <dgm:pt modelId="{6ED28BB0-2EC4-406F-989E-854070F72FC0}" type="pres">
      <dgm:prSet presAssocID="{6CF1DDF2-D3D8-4188-B43A-5933164270ED}" presName="hierChild5" presStyleCnt="0"/>
      <dgm:spPr/>
    </dgm:pt>
    <dgm:pt modelId="{5726BF0F-FF29-4C3E-A1ED-EEB899109616}" type="pres">
      <dgm:prSet presAssocID="{88332880-1732-479E-8A54-2924D7FD9F13}" presName="Name37" presStyleLbl="parChTrans1D2" presStyleIdx="7" presStyleCnt="8"/>
      <dgm:spPr/>
      <dgm:t>
        <a:bodyPr/>
        <a:lstStyle/>
        <a:p>
          <a:endParaRPr lang="en-US"/>
        </a:p>
      </dgm:t>
    </dgm:pt>
    <dgm:pt modelId="{4DE04422-2DBD-4799-B1E7-6CE1C96FF04D}" type="pres">
      <dgm:prSet presAssocID="{7AD2EE84-A000-444B-9F76-A2F5A22126CD}" presName="hierRoot2" presStyleCnt="0">
        <dgm:presLayoutVars>
          <dgm:hierBranch val="init"/>
        </dgm:presLayoutVars>
      </dgm:prSet>
      <dgm:spPr/>
    </dgm:pt>
    <dgm:pt modelId="{66519FFF-048A-4FEB-BDD1-165B8F83C131}" type="pres">
      <dgm:prSet presAssocID="{7AD2EE84-A000-444B-9F76-A2F5A22126CD}" presName="rootComposite" presStyleCnt="0"/>
      <dgm:spPr/>
    </dgm:pt>
    <dgm:pt modelId="{7107D20C-6242-4AB2-B0A3-F4B3A0F465D2}" type="pres">
      <dgm:prSet presAssocID="{7AD2EE84-A000-444B-9F76-A2F5A22126CD}" presName="rootText" presStyleLbl="node2" presStyleIdx="7" presStyleCnt="8" custScaleX="157442" custScaleY="248309" custLinFactNeighborX="-29281" custLinFactNeighborY="55097">
        <dgm:presLayoutVars>
          <dgm:chPref val="3"/>
        </dgm:presLayoutVars>
      </dgm:prSet>
      <dgm:spPr/>
      <dgm:t>
        <a:bodyPr/>
        <a:lstStyle/>
        <a:p>
          <a:endParaRPr lang="en-US"/>
        </a:p>
      </dgm:t>
    </dgm:pt>
    <dgm:pt modelId="{A680A606-652C-4A63-B87B-AA3F63D2F374}" type="pres">
      <dgm:prSet presAssocID="{7AD2EE84-A000-444B-9F76-A2F5A22126CD}" presName="rootConnector" presStyleLbl="node2" presStyleIdx="7" presStyleCnt="8"/>
      <dgm:spPr/>
      <dgm:t>
        <a:bodyPr/>
        <a:lstStyle/>
        <a:p>
          <a:endParaRPr lang="en-US"/>
        </a:p>
      </dgm:t>
    </dgm:pt>
    <dgm:pt modelId="{B4EEC163-F84A-4788-9987-59B2E31272C4}" type="pres">
      <dgm:prSet presAssocID="{7AD2EE84-A000-444B-9F76-A2F5A22126CD}" presName="hierChild4" presStyleCnt="0"/>
      <dgm:spPr/>
    </dgm:pt>
    <dgm:pt modelId="{93509374-D9A8-47D5-8115-2816BBEF714D}" type="pres">
      <dgm:prSet presAssocID="{7AD2EE84-A000-444B-9F76-A2F5A22126CD}" presName="hierChild5" presStyleCnt="0"/>
      <dgm:spPr/>
    </dgm:pt>
    <dgm:pt modelId="{96DEF822-DC52-4FFC-82DA-389CD5B29657}" type="pres">
      <dgm:prSet presAssocID="{9E6404DC-1053-49D6-95EE-599A97C88DD3}" presName="hierChild3" presStyleCnt="0"/>
      <dgm:spPr/>
    </dgm:pt>
  </dgm:ptLst>
  <dgm:cxnLst>
    <dgm:cxn modelId="{C18EA098-BF31-412F-9375-A215E795DE07}" srcId="{5C064CD3-359F-4290-A261-9F58B8864B8A}" destId="{2EF2315B-B6AC-4F58-8DBD-5817A4533432}" srcOrd="1" destOrd="0" parTransId="{83E7A951-3736-4FAB-808C-80D97975F938}" sibTransId="{3708B772-C167-4EF7-9857-44F377940390}"/>
    <dgm:cxn modelId="{EA013C1E-8342-489C-8B5C-EE5A8B53A68E}" type="presOf" srcId="{7CC068AC-0886-4F21-9DA5-733379906E94}" destId="{074BF953-E540-4994-B38D-7DD02C74CA11}" srcOrd="0" destOrd="0" presId="urn:microsoft.com/office/officeart/2005/8/layout/orgChart1"/>
    <dgm:cxn modelId="{FAF52A58-B8D3-4F3C-A9F2-47482B0333AC}" type="presOf" srcId="{E2E1DA52-9148-44AC-9A71-F7EB79065B45}" destId="{E66DF0A1-146C-482A-8894-3AE183E22CE7}" srcOrd="0" destOrd="0" presId="urn:microsoft.com/office/officeart/2005/8/layout/orgChart1"/>
    <dgm:cxn modelId="{E02F7630-06CF-44C7-A4DE-4923ED04BE54}" type="presOf" srcId="{16005CF5-CE14-42C7-8424-6541F32E943C}" destId="{C607B073-6124-4410-959E-CD49AB39C81A}" srcOrd="0" destOrd="0" presId="urn:microsoft.com/office/officeart/2005/8/layout/orgChart1"/>
    <dgm:cxn modelId="{DD7D86DC-481F-4ABD-B137-93E00E36F1EB}" type="presOf" srcId="{94DD4250-E5C7-49AA-9303-24DB1EC2CD1A}" destId="{4EA00C17-D0E1-45B0-A01E-1EEC6763C52A}" srcOrd="0" destOrd="0" presId="urn:microsoft.com/office/officeart/2005/8/layout/orgChart1"/>
    <dgm:cxn modelId="{9B8353BB-4AA2-4154-AAF3-DFF817701E72}" type="presOf" srcId="{038A2DE9-80CD-4E46-92CB-CAD7C0F197F8}" destId="{AD29D894-A146-40ED-AA50-8E54287CED63}" srcOrd="0" destOrd="0" presId="urn:microsoft.com/office/officeart/2005/8/layout/orgChart1"/>
    <dgm:cxn modelId="{37B6F6F9-9DD4-40B1-95E1-0BF9A2C2A1FE}" srcId="{9E6404DC-1053-49D6-95EE-599A97C88DD3}" destId="{04F9E5AD-5BB4-41D2-95D4-5E0E583084F4}" srcOrd="2" destOrd="0" parTransId="{5818EE86-F20F-4576-8664-7683A1781B91}" sibTransId="{4B4008F4-D84D-4B91-966C-6F2E66D8B404}"/>
    <dgm:cxn modelId="{D8AB9C43-3AAD-4539-A048-EAABDEF7E16A}" type="presOf" srcId="{24579C68-62ED-453D-A21D-2C0A62715727}" destId="{B884830D-3363-4530-B0AD-560D97BED530}" srcOrd="0" destOrd="0" presId="urn:microsoft.com/office/officeart/2005/8/layout/orgChart1"/>
    <dgm:cxn modelId="{DFF71204-97E4-4F71-89A0-8D3732F40216}" type="presOf" srcId="{24579C68-62ED-453D-A21D-2C0A62715727}" destId="{DC84C4F1-C8D4-430E-98C5-2D80424D639E}" srcOrd="1" destOrd="0" presId="urn:microsoft.com/office/officeart/2005/8/layout/orgChart1"/>
    <dgm:cxn modelId="{3424C575-45CF-4E39-B45B-B83F4DC1E194}" type="presOf" srcId="{FAD8C68A-148F-45D5-839B-74F518C323B1}" destId="{94BFD7CF-C6FE-44D2-A927-DA028212ADAD}"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48DBD30C-2EAC-4C6F-9BDF-F58911F9E631}" type="presOf" srcId="{7C839D19-893E-444F-BC66-38E1A072902D}" destId="{C6FAE040-2A5A-4E02-94DD-A745D018122F}" srcOrd="0" destOrd="0" presId="urn:microsoft.com/office/officeart/2005/8/layout/orgChart1"/>
    <dgm:cxn modelId="{3FB7EB4D-AEA6-4906-8317-A1364B3C4E0C}" type="presOf" srcId="{D790EDC8-DBC7-47D9-AD8D-E7CE4F48BB0A}" destId="{270151AE-D139-40DF-A603-F0B3F7DDDC4D}" srcOrd="0" destOrd="0" presId="urn:microsoft.com/office/officeart/2005/8/layout/orgChart1"/>
    <dgm:cxn modelId="{33131EBD-6894-44AA-BA47-3CA4ACE71163}" srcId="{9286A5EC-F2A9-487D-8BF1-B96EEEFD636B}" destId="{24579C68-62ED-453D-A21D-2C0A62715727}" srcOrd="3" destOrd="0" parTransId="{DBE67F04-AF4A-452C-B675-9895E608A568}" sibTransId="{2D8AC4FC-4D71-41AE-9F71-4484A6A9CB42}"/>
    <dgm:cxn modelId="{9DC571CB-FAB4-4F53-AA38-7CB822FC4B13}" type="presOf" srcId="{55D06D02-16D5-487C-8E7B-D99AC83B330E}" destId="{852A19FB-1446-4C12-9977-B8D9F3ED7822}" srcOrd="1"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209D3959-7CD7-4B6D-A26B-5F82BF803F32}" type="presOf" srcId="{8F3032B2-9F9F-43F3-A6B4-5A6431551232}" destId="{71EE5E1B-263D-497A-BF00-B6A2321711ED}"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9568D348-BBAA-4389-9451-E933A5DACEAC}" srcId="{5C064CD3-359F-4290-A261-9F58B8864B8A}" destId="{8F3032B2-9F9F-43F3-A6B4-5A6431551232}" srcOrd="0" destOrd="0" parTransId="{16005CF5-CE14-42C7-8424-6541F32E943C}" sibTransId="{983633CE-5DD6-4B1C-BDCA-E13AA66C05B2}"/>
    <dgm:cxn modelId="{AC39F653-00D5-4219-8557-1E633AAA0D11}" type="presOf" srcId="{9E6404DC-1053-49D6-95EE-599A97C88DD3}" destId="{C8C73746-D1E9-45A4-A4B2-4DB251C0CC5A}" srcOrd="1" destOrd="0" presId="urn:microsoft.com/office/officeart/2005/8/layout/orgChart1"/>
    <dgm:cxn modelId="{D52350D8-C845-40E1-9E9C-B138F1EF40C5}" type="presOf" srcId="{0D758F84-0123-499F-BC30-88C6956AF24A}" destId="{3D2A00EF-1908-4CBB-BEA5-08CBE58BE3A2}" srcOrd="0" destOrd="0" presId="urn:microsoft.com/office/officeart/2005/8/layout/orgChart1"/>
    <dgm:cxn modelId="{7C60AB3B-B554-45B1-9235-84B427E3ECF6}" type="presOf" srcId="{7AD2EE84-A000-444B-9F76-A2F5A22126CD}" destId="{7107D20C-6242-4AB2-B0A3-F4B3A0F465D2}" srcOrd="0" destOrd="0" presId="urn:microsoft.com/office/officeart/2005/8/layout/orgChart1"/>
    <dgm:cxn modelId="{EFA2A8C4-DD68-4936-A5B9-77B03A732105}" srcId="{9E6404DC-1053-49D6-95EE-599A97C88DD3}" destId="{5C064CD3-359F-4290-A261-9F58B8864B8A}" srcOrd="5" destOrd="0" parTransId="{7CC068AC-0886-4F21-9DA5-733379906E94}" sibTransId="{7681F73F-7A81-4E16-840E-E625AC385456}"/>
    <dgm:cxn modelId="{D8F3115A-7B3E-4763-A265-7934E77C287F}" type="presOf" srcId="{04F9E5AD-5BB4-41D2-95D4-5E0E583084F4}" destId="{BB595DBD-E598-416C-B1C2-0E8039923FA8}" srcOrd="0" destOrd="0" presId="urn:microsoft.com/office/officeart/2005/8/layout/orgChart1"/>
    <dgm:cxn modelId="{DE302687-9493-4624-AD43-4FECF6BA951B}" type="presOf" srcId="{04F9E5AD-5BB4-41D2-95D4-5E0E583084F4}" destId="{2B36D2E8-27F5-4110-8C1A-EBB6D9D00BA9}" srcOrd="1"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750D4AF4-CDD5-4198-ADBE-A11CBD32E3E9}" type="presOf" srcId="{7C839D19-893E-444F-BC66-38E1A072902D}" destId="{7C244878-274A-428A-82EF-793EAA6A8212}" srcOrd="1" destOrd="0" presId="urn:microsoft.com/office/officeart/2005/8/layout/orgChart1"/>
    <dgm:cxn modelId="{D7C871AF-78B1-449D-B801-8F7F5EECB49E}" type="presOf" srcId="{5818EE86-F20F-4576-8664-7683A1781B91}" destId="{21B7DE50-6919-48CD-B44F-BDEA9F2E1367}"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4B0A0FE0-EFCD-46BC-8DB3-B9F02D048BCD}" srcId="{9286A5EC-F2A9-487D-8BF1-B96EEEFD636B}" destId="{C13F53A9-0197-42BD-A09C-17F0B6433C8E}" srcOrd="2" destOrd="0" parTransId="{AC866810-B0CF-48BC-96B8-992DFD8E0FF0}" sibTransId="{CBC0A4C8-52D1-4C41-9B74-A2A55E9E694C}"/>
    <dgm:cxn modelId="{469A5280-D7C9-4FCA-A2B2-DEA8FDD007E1}" type="presOf" srcId="{B0A1E639-7820-4EBF-83D7-A40B66A6D4CD}" destId="{7E5B4EED-8F8A-44FB-BA06-E88292DE9A10}" srcOrd="0" destOrd="0" presId="urn:microsoft.com/office/officeart/2005/8/layout/orgChart1"/>
    <dgm:cxn modelId="{EDF4BEA6-FCB8-4DAC-885B-10318EA7331A}" type="presOf" srcId="{30A3573A-28C3-4C45-BD5A-286CD3C12E36}" destId="{99B13230-78A2-4446-AEF8-C26E6EC3E5B0}" srcOrd="0" destOrd="0" presId="urn:microsoft.com/office/officeart/2005/8/layout/orgChart1"/>
    <dgm:cxn modelId="{242DD835-DCDB-4187-9AF9-BB733BC4CB55}" type="presOf" srcId="{C13F53A9-0197-42BD-A09C-17F0B6433C8E}" destId="{6E87612E-C982-4B08-BE76-332DBA145DD3}" srcOrd="1" destOrd="0" presId="urn:microsoft.com/office/officeart/2005/8/layout/orgChart1"/>
    <dgm:cxn modelId="{AA6409B7-DB41-4F9E-AE67-1A3E65F1FBA0}" type="presOf" srcId="{5C064CD3-359F-4290-A261-9F58B8864B8A}" destId="{007A14A2-122A-46AE-A76B-5ED4224B5D4C}" srcOrd="1" destOrd="0" presId="urn:microsoft.com/office/officeart/2005/8/layout/orgChart1"/>
    <dgm:cxn modelId="{143552EB-C05B-41B2-A688-609B7DA71DB6}" srcId="{9E6404DC-1053-49D6-95EE-599A97C88DD3}" destId="{7AD2EE84-A000-444B-9F76-A2F5A22126CD}" srcOrd="7" destOrd="0" parTransId="{88332880-1732-479E-8A54-2924D7FD9F13}" sibTransId="{D6B7E923-8801-4BCC-B1C3-422B0632BBDA}"/>
    <dgm:cxn modelId="{3444AEF0-1403-4DD3-9AE3-2745FD9B43D1}" srcId="{9286A5EC-F2A9-487D-8BF1-B96EEEFD636B}" destId="{66420757-8D11-4C52-8BE4-B49F92626FF4}" srcOrd="5" destOrd="0" parTransId="{94DD4250-E5C7-49AA-9303-24DB1EC2CD1A}" sibTransId="{895B718B-8A76-445C-8EFA-6A9368966959}"/>
    <dgm:cxn modelId="{2BE6BF5F-D301-4D1A-A2A8-597F64F2E922}" type="presOf" srcId="{E2E1DA52-9148-44AC-9A71-F7EB79065B45}" destId="{0663880F-F5A6-470A-AEDB-0216396B0986}" srcOrd="1" destOrd="0" presId="urn:microsoft.com/office/officeart/2005/8/layout/orgChart1"/>
    <dgm:cxn modelId="{26B90A13-F6B9-4B59-AB7B-6DDC1466F412}" type="presOf" srcId="{C13F53A9-0197-42BD-A09C-17F0B6433C8E}" destId="{2CF404F2-0ACA-4C8A-B4A0-A3CC582C9107}" srcOrd="0" destOrd="0" presId="urn:microsoft.com/office/officeart/2005/8/layout/orgChart1"/>
    <dgm:cxn modelId="{63D48FFA-4ADD-4FBF-8AA6-F78F86949B64}" type="presOf" srcId="{88332880-1732-479E-8A54-2924D7FD9F13}" destId="{5726BF0F-FF29-4C3E-A1ED-EEB899109616}" srcOrd="0" destOrd="0" presId="urn:microsoft.com/office/officeart/2005/8/layout/orgChart1"/>
    <dgm:cxn modelId="{71A17BFE-BA2E-473F-8948-805D51D8A997}" type="presOf" srcId="{FC40C445-235C-4F1E-91F6-2326A85B7831}" destId="{49D33D41-F9C5-45C7-949F-72D5165C073A}" srcOrd="0" destOrd="0" presId="urn:microsoft.com/office/officeart/2005/8/layout/orgChart1"/>
    <dgm:cxn modelId="{587C945C-6F5D-4639-B974-E341E33F99B6}" type="presOf" srcId="{55D06D02-16D5-487C-8E7B-D99AC83B330E}" destId="{12B5D86A-1EDA-415C-8D92-DA9EDF7DD9D7}" srcOrd="0" destOrd="0" presId="urn:microsoft.com/office/officeart/2005/8/layout/orgChart1"/>
    <dgm:cxn modelId="{C4DF6414-430E-4D2E-A717-304A61847CCB}" type="presOf" srcId="{0D758F84-0123-499F-BC30-88C6956AF24A}" destId="{62E5F984-C669-48F3-869C-F1E20D075C78}" srcOrd="1" destOrd="0" presId="urn:microsoft.com/office/officeart/2005/8/layout/orgChart1"/>
    <dgm:cxn modelId="{968B759F-2953-4831-BE08-FCF0BBC04ACD}" srcId="{5C064CD3-359F-4290-A261-9F58B8864B8A}" destId="{E2E1DA52-9148-44AC-9A71-F7EB79065B45}" srcOrd="2" destOrd="0" parTransId="{6B8F5990-94C7-4475-BD5E-EF8D92FF11E2}" sibTransId="{5E68572A-EE22-47A7-9CDC-2186EAF5A99B}"/>
    <dgm:cxn modelId="{D571F958-3B60-4327-86E0-B3E25BB0650D}" srcId="{9286A5EC-F2A9-487D-8BF1-B96EEEFD636B}" destId="{7C839D19-893E-444F-BC66-38E1A072902D}" srcOrd="0" destOrd="0" parTransId="{B0A1E639-7820-4EBF-83D7-A40B66A6D4CD}" sibTransId="{7D46E187-0B28-460E-B9D9-51088447D864}"/>
    <dgm:cxn modelId="{074D65B9-F6AE-4EE9-A12D-8D54E3F82F5F}" srcId="{9286A5EC-F2A9-487D-8BF1-B96EEEFD636B}" destId="{BF786AF5-1454-4301-99F8-D86B1665C3A8}" srcOrd="1" destOrd="0" parTransId="{DBCC86AF-5728-46F6-AD06-5B066D803A61}" sibTransId="{60429624-4B82-4988-801D-718D0322446E}"/>
    <dgm:cxn modelId="{27A933CB-EC69-4601-B1F8-789247F6383B}" type="presOf" srcId="{DBCC86AF-5728-46F6-AD06-5B066D803A61}" destId="{CE3C8DF7-9CB2-47F0-A42C-554D5D6B5498}"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77494EA5-4F89-43EB-9563-7B6E5CD58A26}" type="presOf" srcId="{83E7A951-3736-4FAB-808C-80D97975F938}" destId="{36E8B849-DCAB-4394-9C7C-D06D5EDAA3DC}" srcOrd="0" destOrd="0" presId="urn:microsoft.com/office/officeart/2005/8/layout/orgChart1"/>
    <dgm:cxn modelId="{F2B967BE-B86F-4E8F-8649-8F0C3E093928}" srcId="{9286A5EC-F2A9-487D-8BF1-B96EEEFD636B}" destId="{30A3573A-28C3-4C45-BD5A-286CD3C12E36}" srcOrd="4" destOrd="0" parTransId="{FC40C445-235C-4F1E-91F6-2326A85B7831}" sibTransId="{9D1EA7F2-E76D-4890-87B1-5549BC610A28}"/>
    <dgm:cxn modelId="{99B8FAD4-E1C0-4594-AEDC-68FEB28020C4}" type="presOf" srcId="{BF786AF5-1454-4301-99F8-D86B1665C3A8}" destId="{D051AD6C-BD44-4B30-BAA8-766706739534}" srcOrd="0" destOrd="0" presId="urn:microsoft.com/office/officeart/2005/8/layout/orgChart1"/>
    <dgm:cxn modelId="{77987BDD-1580-490D-A25C-C3B12720E8B1}" type="presOf" srcId="{7AD2EE84-A000-444B-9F76-A2F5A22126CD}" destId="{A680A606-652C-4A63-B87B-AA3F63D2F374}" srcOrd="1" destOrd="0" presId="urn:microsoft.com/office/officeart/2005/8/layout/orgChart1"/>
    <dgm:cxn modelId="{615DF88B-85A5-42DB-B9C4-89D1E2A9CFAA}" type="presOf" srcId="{66420757-8D11-4C52-8BE4-B49F92626FF4}" destId="{DDD5F3FA-5881-44F2-A1E4-6971704526F7}" srcOrd="1" destOrd="0" presId="urn:microsoft.com/office/officeart/2005/8/layout/orgChart1"/>
    <dgm:cxn modelId="{0B30FE30-52FD-47B9-8928-FF627DB40219}" srcId="{9E6404DC-1053-49D6-95EE-599A97C88DD3}" destId="{6CF1DDF2-D3D8-4188-B43A-5933164270ED}" srcOrd="6" destOrd="0" parTransId="{CA24AC75-4172-46C0-B5EC-9CDAD2CAE537}" sibTransId="{5CCDD4A5-F1CF-4D98-8C57-90A614338FF4}"/>
    <dgm:cxn modelId="{6242B06E-F582-41B8-AE41-EF3F6D5D6D4A}" type="presOf" srcId="{0B0BE489-18FC-4AB8-89F0-E5B83E82DEE3}" destId="{F3605272-BB3C-482A-BD0E-4FF39B81FDEE}" srcOrd="0" destOrd="0" presId="urn:microsoft.com/office/officeart/2005/8/layout/orgChart1"/>
    <dgm:cxn modelId="{136EC2C0-7846-4A18-9F1D-130766E8E595}" type="presOf" srcId="{FAD8C68A-148F-45D5-839B-74F518C323B1}" destId="{E7A6A566-BA08-49B0-B30B-F6E0719DD840}" srcOrd="0" destOrd="0" presId="urn:microsoft.com/office/officeart/2005/8/layout/orgChart1"/>
    <dgm:cxn modelId="{B1E171E7-F210-47DE-AA58-9C8A729317D3}" type="presOf" srcId="{2EF2315B-B6AC-4F58-8DBD-5817A4533432}" destId="{D782E0B1-7687-4A87-BCE3-A84D23CC38D7}" srcOrd="0" destOrd="0" presId="urn:microsoft.com/office/officeart/2005/8/layout/orgChart1"/>
    <dgm:cxn modelId="{3B3469EF-6587-4EA8-ACB7-2D3010A36746}" type="presOf" srcId="{5C064CD3-359F-4290-A261-9F58B8864B8A}" destId="{6700DCAE-9865-4201-9F5F-49E4DEA36F22}" srcOrd="0" destOrd="0" presId="urn:microsoft.com/office/officeart/2005/8/layout/orgChart1"/>
    <dgm:cxn modelId="{4AF33084-97E6-4E7B-AF04-556EEBABA38B}" type="presOf" srcId="{8F3032B2-9F9F-43F3-A6B4-5A6431551232}" destId="{BB80EEEA-2278-4757-8967-1D0CBD2B55DB}" srcOrd="1" destOrd="0" presId="urn:microsoft.com/office/officeart/2005/8/layout/orgChart1"/>
    <dgm:cxn modelId="{DCAC6BC1-8C85-48DC-B188-5655111C01AA}" srcId="{9E6404DC-1053-49D6-95EE-599A97C88DD3}" destId="{FAD8C68A-148F-45D5-839B-74F518C323B1}" srcOrd="3" destOrd="0" parTransId="{F4749D64-3362-486E-B7C0-2A4D4AC3F782}" sibTransId="{FE04AAEC-65DF-4176-8F3D-FBB4F12C9BA3}"/>
    <dgm:cxn modelId="{C2B889CA-FE79-4EE9-9B81-DA2137542CFE}" srcId="{5C064CD3-359F-4290-A261-9F58B8864B8A}" destId="{0D758F84-0123-499F-BC30-88C6956AF24A}" srcOrd="3" destOrd="0" parTransId="{038A2DE9-80CD-4E46-92CB-CAD7C0F197F8}" sibTransId="{DB9C215B-3C56-464B-84BE-192275F749A0}"/>
    <dgm:cxn modelId="{72D0908C-45EF-4F51-93DC-EE14C17D4787}" type="presOf" srcId="{6CF1DDF2-D3D8-4188-B43A-5933164270ED}" destId="{CF8D07E9-56EC-465F-ACF4-7F8A1D850333}" srcOrd="1" destOrd="0" presId="urn:microsoft.com/office/officeart/2005/8/layout/orgChart1"/>
    <dgm:cxn modelId="{F8F89ED0-1BEA-4DFC-9289-1FC600CC755C}" type="presOf" srcId="{DBE67F04-AF4A-452C-B675-9895E608A568}" destId="{B319A6FD-1BB8-4AF3-A57C-B0E2EB03B3A8}" srcOrd="0" destOrd="0" presId="urn:microsoft.com/office/officeart/2005/8/layout/orgChart1"/>
    <dgm:cxn modelId="{FAE204CB-5D0F-4600-BA3F-FFA2DB06AB0C}" type="presOf" srcId="{6CF1DDF2-D3D8-4188-B43A-5933164270ED}" destId="{77DDDD68-CACB-4E6E-B03E-2E9BBBBC0DC0}" srcOrd="0" destOrd="0" presId="urn:microsoft.com/office/officeart/2005/8/layout/orgChart1"/>
    <dgm:cxn modelId="{CDE63C27-7041-49EC-A2AE-8CD8110FD04D}" type="presOf" srcId="{F4749D64-3362-486E-B7C0-2A4D4AC3F782}" destId="{D97770BE-745F-4E41-B346-F3FBCA5F86BE}" srcOrd="0" destOrd="0" presId="urn:microsoft.com/office/officeart/2005/8/layout/orgChart1"/>
    <dgm:cxn modelId="{F041E1AC-6F47-4E82-B801-FFC9CC83DBD6}" type="presOf" srcId="{6B8F5990-94C7-4475-BD5E-EF8D92FF11E2}" destId="{3370CE9F-0E23-47FB-86E9-0E4F835D3CA6}" srcOrd="0" destOrd="0" presId="urn:microsoft.com/office/officeart/2005/8/layout/orgChart1"/>
    <dgm:cxn modelId="{718A9426-96AF-48B9-BBE7-DD57C29EC592}" type="presOf" srcId="{2EF2315B-B6AC-4F58-8DBD-5817A4533432}" destId="{D77F53C8-4591-4C8B-B71C-78BFCE16B155}" srcOrd="1" destOrd="0" presId="urn:microsoft.com/office/officeart/2005/8/layout/orgChart1"/>
    <dgm:cxn modelId="{B8D3ECAE-3912-4DC4-93D9-964A82ABEC91}" type="presOf" srcId="{AC866810-B0CF-48BC-96B8-992DFD8E0FF0}" destId="{E4636C06-AABB-4991-99EF-D519C9F01F26}" srcOrd="0" destOrd="0" presId="urn:microsoft.com/office/officeart/2005/8/layout/orgChart1"/>
    <dgm:cxn modelId="{164F20F0-A544-4B6C-87FE-73A5B971CB5E}" type="presOf" srcId="{4ED94479-1ECB-494A-992A-FA0E36F14261}" destId="{FF1D27C0-0312-4DF4-B3F3-8719F3443DCE}" srcOrd="0" destOrd="0" presId="urn:microsoft.com/office/officeart/2005/8/layout/orgChart1"/>
    <dgm:cxn modelId="{D2551BCC-F69D-4C92-B1FF-61E596DFCC97}" type="presOf" srcId="{BF786AF5-1454-4301-99F8-D86B1665C3A8}" destId="{82DD5E05-6F70-43B9-B33F-EB9E97675CB4}" srcOrd="1" destOrd="0" presId="urn:microsoft.com/office/officeart/2005/8/layout/orgChart1"/>
    <dgm:cxn modelId="{6954F8C0-BCB4-46A0-969C-D1E8639FAFCB}" srcId="{9E6404DC-1053-49D6-95EE-599A97C88DD3}" destId="{0B0BE489-18FC-4AB8-89F0-E5B83E82DEE3}" srcOrd="1" destOrd="0" parTransId="{D790EDC8-DBC7-47D9-AD8D-E7CE4F48BB0A}" sibTransId="{B707AAE7-D88C-41C7-9B1B-D8B970E4AED3}"/>
    <dgm:cxn modelId="{4CA9C32A-C8CD-40F1-AFCB-D726CB5C7F3F}" srcId="{1A65A4D7-7720-45CB-8279-86EBD3407E97}" destId="{9E6404DC-1053-49D6-95EE-599A97C88DD3}" srcOrd="0" destOrd="0" parTransId="{541DED35-EA1D-4B2B-8573-F418430E3EF8}" sibTransId="{8EA0B31F-0422-4926-B862-5636855C8DF2}"/>
    <dgm:cxn modelId="{146F2DD9-298E-407E-867D-6263F4E81B52}" srcId="{9E6404DC-1053-49D6-95EE-599A97C88DD3}" destId="{55D06D02-16D5-487C-8E7B-D99AC83B330E}" srcOrd="4" destOrd="0" parTransId="{4ED94479-1ECB-494A-992A-FA0E36F14261}" sibTransId="{2FAD6011-7AFE-44D8-B209-C12FAB59C1A5}"/>
    <dgm:cxn modelId="{332EEBDF-5F10-493C-8016-2D37460A3E22}" type="presOf" srcId="{CA24AC75-4172-46C0-B5EC-9CDAD2CAE537}" destId="{0A945A8F-3910-4024-8258-75F42FACA433}" srcOrd="0" destOrd="0" presId="urn:microsoft.com/office/officeart/2005/8/layout/orgChart1"/>
    <dgm:cxn modelId="{842C7B3F-FCA7-4926-BC60-B1F372E9758F}" type="presOf" srcId="{30A3573A-28C3-4C45-BD5A-286CD3C12E36}" destId="{20AD1473-3310-4ED6-918D-EEC94B799A78}" srcOrd="1" destOrd="0" presId="urn:microsoft.com/office/officeart/2005/8/layout/orgChart1"/>
    <dgm:cxn modelId="{23E24BEF-2997-46FB-9351-862C9EE5813A}" type="presOf" srcId="{66420757-8D11-4C52-8BE4-B49F92626FF4}" destId="{9B3B753F-3337-4FC5-847E-03B30A2CFC72}" srcOrd="0" destOrd="0" presId="urn:microsoft.com/office/officeart/2005/8/layout/orgChart1"/>
    <dgm:cxn modelId="{7986E574-3D79-4CAC-944E-50CDD61F26AD}" type="presOf" srcId="{0B0BE489-18FC-4AB8-89F0-E5B83E82DEE3}" destId="{80D30C1D-7614-46E9-A72C-A8C7C4CE7688}" srcOrd="1"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6E72624D-8AF2-4F85-A64E-3CE608E1C938}" type="presParOf" srcId="{C9264EDA-91B6-4FAE-AFE6-AFC29BE66386}" destId="{7E5B4EED-8F8A-44FB-BA06-E88292DE9A10}" srcOrd="0" destOrd="0" presId="urn:microsoft.com/office/officeart/2005/8/layout/orgChart1"/>
    <dgm:cxn modelId="{16EA96B3-11A6-45D4-B172-96806EE948FD}" type="presParOf" srcId="{C9264EDA-91B6-4FAE-AFE6-AFC29BE66386}" destId="{7273551E-4069-4549-8DDF-1954EF17D3B4}" srcOrd="1" destOrd="0" presId="urn:microsoft.com/office/officeart/2005/8/layout/orgChart1"/>
    <dgm:cxn modelId="{963DDFEA-1944-4939-8087-8EF45F2AD2B3}" type="presParOf" srcId="{7273551E-4069-4549-8DDF-1954EF17D3B4}" destId="{5090A920-C971-4BBC-86CE-457A206CFA3A}" srcOrd="0" destOrd="0" presId="urn:microsoft.com/office/officeart/2005/8/layout/orgChart1"/>
    <dgm:cxn modelId="{98CA0372-2F83-425E-B5ED-31554B155457}" type="presParOf" srcId="{5090A920-C971-4BBC-86CE-457A206CFA3A}" destId="{C6FAE040-2A5A-4E02-94DD-A745D018122F}" srcOrd="0" destOrd="0" presId="urn:microsoft.com/office/officeart/2005/8/layout/orgChart1"/>
    <dgm:cxn modelId="{D633274B-2C27-492C-83C5-BD1DDBEDF4E2}" type="presParOf" srcId="{5090A920-C971-4BBC-86CE-457A206CFA3A}" destId="{7C244878-274A-428A-82EF-793EAA6A8212}" srcOrd="1" destOrd="0" presId="urn:microsoft.com/office/officeart/2005/8/layout/orgChart1"/>
    <dgm:cxn modelId="{0D8338DC-A5FC-429F-B7D4-054B494D9156}" type="presParOf" srcId="{7273551E-4069-4549-8DDF-1954EF17D3B4}" destId="{1714A8E4-5EA8-4AA1-A52A-26022F7A450C}" srcOrd="1" destOrd="0" presId="urn:microsoft.com/office/officeart/2005/8/layout/orgChart1"/>
    <dgm:cxn modelId="{EAA1FEBF-F2B9-4C2C-AA2D-FAB35CBF65A5}" type="presParOf" srcId="{7273551E-4069-4549-8DDF-1954EF17D3B4}" destId="{10541011-2494-46ED-BA3E-E75873803913}" srcOrd="2" destOrd="0" presId="urn:microsoft.com/office/officeart/2005/8/layout/orgChart1"/>
    <dgm:cxn modelId="{F33D6302-6ED4-428E-9E60-7849DC7039A5}" type="presParOf" srcId="{C9264EDA-91B6-4FAE-AFE6-AFC29BE66386}" destId="{CE3C8DF7-9CB2-47F0-A42C-554D5D6B5498}" srcOrd="2" destOrd="0" presId="urn:microsoft.com/office/officeart/2005/8/layout/orgChart1"/>
    <dgm:cxn modelId="{58BD9EF5-E61C-470D-B225-1F7FF9388CB8}" type="presParOf" srcId="{C9264EDA-91B6-4FAE-AFE6-AFC29BE66386}" destId="{77BAFC8B-1A93-46D0-95A3-BC9F47D8073B}" srcOrd="3" destOrd="0" presId="urn:microsoft.com/office/officeart/2005/8/layout/orgChart1"/>
    <dgm:cxn modelId="{DA398B75-E76F-4C48-ADAB-22976ED52F57}" type="presParOf" srcId="{77BAFC8B-1A93-46D0-95A3-BC9F47D8073B}" destId="{67A8194D-CE80-43DE-A481-0C652A768422}" srcOrd="0" destOrd="0" presId="urn:microsoft.com/office/officeart/2005/8/layout/orgChart1"/>
    <dgm:cxn modelId="{2F9F235E-A280-4AB5-BB93-9D43851D5853}" type="presParOf" srcId="{67A8194D-CE80-43DE-A481-0C652A768422}" destId="{D051AD6C-BD44-4B30-BAA8-766706739534}" srcOrd="0" destOrd="0" presId="urn:microsoft.com/office/officeart/2005/8/layout/orgChart1"/>
    <dgm:cxn modelId="{4F3BB01F-A7B2-4F93-AEFE-05465D37D566}" type="presParOf" srcId="{67A8194D-CE80-43DE-A481-0C652A768422}" destId="{82DD5E05-6F70-43B9-B33F-EB9E97675CB4}" srcOrd="1" destOrd="0" presId="urn:microsoft.com/office/officeart/2005/8/layout/orgChart1"/>
    <dgm:cxn modelId="{0DB54F92-2DE1-4474-8D6F-7DEF05A6AA94}" type="presParOf" srcId="{77BAFC8B-1A93-46D0-95A3-BC9F47D8073B}" destId="{D66BB385-F612-40C5-A75D-32A8B0E65F9B}" srcOrd="1" destOrd="0" presId="urn:microsoft.com/office/officeart/2005/8/layout/orgChart1"/>
    <dgm:cxn modelId="{8405177E-82D5-4A0E-BBDF-0E51219A999E}" type="presParOf" srcId="{77BAFC8B-1A93-46D0-95A3-BC9F47D8073B}" destId="{6E8B4A6C-1070-46D9-B551-69F49D1C0DC0}" srcOrd="2" destOrd="0" presId="urn:microsoft.com/office/officeart/2005/8/layout/orgChart1"/>
    <dgm:cxn modelId="{2ECEAC6E-EF18-49A5-9ADD-DE2D72342826}" type="presParOf" srcId="{C9264EDA-91B6-4FAE-AFE6-AFC29BE66386}" destId="{E4636C06-AABB-4991-99EF-D519C9F01F26}" srcOrd="4" destOrd="0" presId="urn:microsoft.com/office/officeart/2005/8/layout/orgChart1"/>
    <dgm:cxn modelId="{2572FE18-406F-4122-8F5D-F37439500D46}" type="presParOf" srcId="{C9264EDA-91B6-4FAE-AFE6-AFC29BE66386}" destId="{48E9BED8-2671-4DE8-9479-797DE4AA6444}" srcOrd="5" destOrd="0" presId="urn:microsoft.com/office/officeart/2005/8/layout/orgChart1"/>
    <dgm:cxn modelId="{A3B3A628-B459-4D15-828B-46675B3993A6}" type="presParOf" srcId="{48E9BED8-2671-4DE8-9479-797DE4AA6444}" destId="{238E99CA-C072-4BC0-8AA5-0C6B0C916672}" srcOrd="0" destOrd="0" presId="urn:microsoft.com/office/officeart/2005/8/layout/orgChart1"/>
    <dgm:cxn modelId="{D5D187B5-83AB-4E5A-A902-474C9BE7A616}" type="presParOf" srcId="{238E99CA-C072-4BC0-8AA5-0C6B0C916672}" destId="{2CF404F2-0ACA-4C8A-B4A0-A3CC582C9107}" srcOrd="0" destOrd="0" presId="urn:microsoft.com/office/officeart/2005/8/layout/orgChart1"/>
    <dgm:cxn modelId="{CFEEC555-AC53-41A4-B5E5-B5DA030E6BEF}" type="presParOf" srcId="{238E99CA-C072-4BC0-8AA5-0C6B0C916672}" destId="{6E87612E-C982-4B08-BE76-332DBA145DD3}" srcOrd="1" destOrd="0" presId="urn:microsoft.com/office/officeart/2005/8/layout/orgChart1"/>
    <dgm:cxn modelId="{88D9C34D-99F1-458C-83D8-A827384244CD}" type="presParOf" srcId="{48E9BED8-2671-4DE8-9479-797DE4AA6444}" destId="{4CB63330-2DB3-433F-ABC0-BBA61091E2A5}" srcOrd="1" destOrd="0" presId="urn:microsoft.com/office/officeart/2005/8/layout/orgChart1"/>
    <dgm:cxn modelId="{294E6AA1-8913-4308-8AB1-376C2A0E5ABF}" type="presParOf" srcId="{48E9BED8-2671-4DE8-9479-797DE4AA6444}" destId="{4BFC675F-FE74-4B72-A967-4EDBFEF74FDF}" srcOrd="2" destOrd="0" presId="urn:microsoft.com/office/officeart/2005/8/layout/orgChart1"/>
    <dgm:cxn modelId="{7ADF1F64-0756-4383-A48D-51B997347AD5}" type="presParOf" srcId="{C9264EDA-91B6-4FAE-AFE6-AFC29BE66386}" destId="{B319A6FD-1BB8-4AF3-A57C-B0E2EB03B3A8}" srcOrd="6" destOrd="0" presId="urn:microsoft.com/office/officeart/2005/8/layout/orgChart1"/>
    <dgm:cxn modelId="{3A1D2447-3F04-4A73-AE3E-BA6BE73AE1A2}" type="presParOf" srcId="{C9264EDA-91B6-4FAE-AFE6-AFC29BE66386}" destId="{7CA02A55-62FE-4DF3-A576-8FF058DA279E}" srcOrd="7" destOrd="0" presId="urn:microsoft.com/office/officeart/2005/8/layout/orgChart1"/>
    <dgm:cxn modelId="{E366F889-B555-480A-B83A-567DC4BD6D35}" type="presParOf" srcId="{7CA02A55-62FE-4DF3-A576-8FF058DA279E}" destId="{193E7042-5970-4B78-AD42-29577668EE12}" srcOrd="0" destOrd="0" presId="urn:microsoft.com/office/officeart/2005/8/layout/orgChart1"/>
    <dgm:cxn modelId="{91A50344-7A88-41F4-A54B-C68D1530F43B}" type="presParOf" srcId="{193E7042-5970-4B78-AD42-29577668EE12}" destId="{B884830D-3363-4530-B0AD-560D97BED530}" srcOrd="0" destOrd="0" presId="urn:microsoft.com/office/officeart/2005/8/layout/orgChart1"/>
    <dgm:cxn modelId="{EFECBACD-267A-4142-9708-3E32F938836E}" type="presParOf" srcId="{193E7042-5970-4B78-AD42-29577668EE12}" destId="{DC84C4F1-C8D4-430E-98C5-2D80424D639E}" srcOrd="1" destOrd="0" presId="urn:microsoft.com/office/officeart/2005/8/layout/orgChart1"/>
    <dgm:cxn modelId="{46C6531E-75E4-44CE-9DFE-4F6B4E82B3FA}" type="presParOf" srcId="{7CA02A55-62FE-4DF3-A576-8FF058DA279E}" destId="{8341EF83-C913-4CFD-82AD-8D429C8B2C1F}" srcOrd="1" destOrd="0" presId="urn:microsoft.com/office/officeart/2005/8/layout/orgChart1"/>
    <dgm:cxn modelId="{4E400FDA-D35F-4EBC-AE66-CD70B9D32A60}" type="presParOf" srcId="{7CA02A55-62FE-4DF3-A576-8FF058DA279E}" destId="{300354E7-8108-408D-AE9E-C4738DC4AEA9}" srcOrd="2" destOrd="0" presId="urn:microsoft.com/office/officeart/2005/8/layout/orgChart1"/>
    <dgm:cxn modelId="{FADC285E-1F90-4242-A3EF-0BC418A95D65}" type="presParOf" srcId="{C9264EDA-91B6-4FAE-AFE6-AFC29BE66386}" destId="{49D33D41-F9C5-45C7-949F-72D5165C073A}" srcOrd="8" destOrd="0" presId="urn:microsoft.com/office/officeart/2005/8/layout/orgChart1"/>
    <dgm:cxn modelId="{87505AB8-9775-4C8B-B47D-9649E6EEC02B}" type="presParOf" srcId="{C9264EDA-91B6-4FAE-AFE6-AFC29BE66386}" destId="{F7CAA1D8-FCED-43FE-BD77-94E281C36D6F}" srcOrd="9" destOrd="0" presId="urn:microsoft.com/office/officeart/2005/8/layout/orgChart1"/>
    <dgm:cxn modelId="{9CA16577-BDBA-408E-9101-FB0B47850F32}" type="presParOf" srcId="{F7CAA1D8-FCED-43FE-BD77-94E281C36D6F}" destId="{DEAB46A6-CBA6-49C9-8078-10ADD5007385}" srcOrd="0" destOrd="0" presId="urn:microsoft.com/office/officeart/2005/8/layout/orgChart1"/>
    <dgm:cxn modelId="{23DC5F13-8CD7-4C0C-B6BA-7014C3A3A840}" type="presParOf" srcId="{DEAB46A6-CBA6-49C9-8078-10ADD5007385}" destId="{99B13230-78A2-4446-AEF8-C26E6EC3E5B0}" srcOrd="0" destOrd="0" presId="urn:microsoft.com/office/officeart/2005/8/layout/orgChart1"/>
    <dgm:cxn modelId="{E0A48FAC-0B87-4E51-9C40-CF70532615EF}" type="presParOf" srcId="{DEAB46A6-CBA6-49C9-8078-10ADD5007385}" destId="{20AD1473-3310-4ED6-918D-EEC94B799A78}" srcOrd="1" destOrd="0" presId="urn:microsoft.com/office/officeart/2005/8/layout/orgChart1"/>
    <dgm:cxn modelId="{AA5C8C44-5491-42F0-B424-8FFEEDD5B748}" type="presParOf" srcId="{F7CAA1D8-FCED-43FE-BD77-94E281C36D6F}" destId="{9393029B-F992-4CEF-A22B-13904C8AB418}" srcOrd="1" destOrd="0" presId="urn:microsoft.com/office/officeart/2005/8/layout/orgChart1"/>
    <dgm:cxn modelId="{6B798298-4F1E-411F-ADB0-EF8CAC9FB6D1}" type="presParOf" srcId="{F7CAA1D8-FCED-43FE-BD77-94E281C36D6F}" destId="{609F574D-4C01-462B-BC81-912A3DEF1D9B}" srcOrd="2" destOrd="0" presId="urn:microsoft.com/office/officeart/2005/8/layout/orgChart1"/>
    <dgm:cxn modelId="{056F9C40-D9A1-4839-B15C-CF6417D01214}" type="presParOf" srcId="{C9264EDA-91B6-4FAE-AFE6-AFC29BE66386}" destId="{4EA00C17-D0E1-45B0-A01E-1EEC6763C52A}" srcOrd="10" destOrd="0" presId="urn:microsoft.com/office/officeart/2005/8/layout/orgChart1"/>
    <dgm:cxn modelId="{30C2F222-E3AF-4B90-BF32-CEBA95C3F372}" type="presParOf" srcId="{C9264EDA-91B6-4FAE-AFE6-AFC29BE66386}" destId="{E13FDB0C-82BF-46EF-9E2A-B74833EBE083}" srcOrd="11" destOrd="0" presId="urn:microsoft.com/office/officeart/2005/8/layout/orgChart1"/>
    <dgm:cxn modelId="{55DB2C87-0CF1-4A5D-9A96-C2AE5B38B1FA}" type="presParOf" srcId="{E13FDB0C-82BF-46EF-9E2A-B74833EBE083}" destId="{6F889A8A-15EA-4175-AFAB-E5C4633A55C6}" srcOrd="0" destOrd="0" presId="urn:microsoft.com/office/officeart/2005/8/layout/orgChart1"/>
    <dgm:cxn modelId="{3A284864-190E-437A-BCF8-160A2FCE1063}" type="presParOf" srcId="{6F889A8A-15EA-4175-AFAB-E5C4633A55C6}" destId="{9B3B753F-3337-4FC5-847E-03B30A2CFC72}" srcOrd="0" destOrd="0" presId="urn:microsoft.com/office/officeart/2005/8/layout/orgChart1"/>
    <dgm:cxn modelId="{5EFEE68D-DE81-4FB4-A6EB-622461E584D2}" type="presParOf" srcId="{6F889A8A-15EA-4175-AFAB-E5C4633A55C6}" destId="{DDD5F3FA-5881-44F2-A1E4-6971704526F7}" srcOrd="1" destOrd="0" presId="urn:microsoft.com/office/officeart/2005/8/layout/orgChart1"/>
    <dgm:cxn modelId="{A911B9B8-AF3F-4285-9EAE-FBFBD359069C}" type="presParOf" srcId="{E13FDB0C-82BF-46EF-9E2A-B74833EBE083}" destId="{676ABBB4-3C98-4704-ACC5-762B2C2E471C}" srcOrd="1" destOrd="0" presId="urn:microsoft.com/office/officeart/2005/8/layout/orgChart1"/>
    <dgm:cxn modelId="{7C07E062-A01C-4AB0-870B-8AFCD9FF7BBC}" type="presParOf" srcId="{E13FDB0C-82BF-46EF-9E2A-B74833EBE083}" destId="{AB7EDDB3-9B61-4F08-9251-CA1DBC985988}"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BC0E2B96-B3FA-46B9-815F-1621DBC4B126}" type="presParOf" srcId="{AD53A4B1-01E7-41E8-9724-31F3910545A4}" destId="{270151AE-D139-40DF-A603-F0B3F7DDDC4D}" srcOrd="2" destOrd="0" presId="urn:microsoft.com/office/officeart/2005/8/layout/orgChart1"/>
    <dgm:cxn modelId="{923317C6-4951-4C0F-B5E4-1AE61E839C77}" type="presParOf" srcId="{AD53A4B1-01E7-41E8-9724-31F3910545A4}" destId="{5E7476B3-AD7E-4825-A023-25C6BDFD35CA}" srcOrd="3" destOrd="0" presId="urn:microsoft.com/office/officeart/2005/8/layout/orgChart1"/>
    <dgm:cxn modelId="{86AAF4B9-78E4-4333-BDA3-E4D3BC5D8B19}" type="presParOf" srcId="{5E7476B3-AD7E-4825-A023-25C6BDFD35CA}" destId="{132C54E8-DB97-4D17-8179-D1BC98F5D07C}" srcOrd="0" destOrd="0" presId="urn:microsoft.com/office/officeart/2005/8/layout/orgChart1"/>
    <dgm:cxn modelId="{95DF85D9-23F6-4014-BE0A-03332F7A4B37}" type="presParOf" srcId="{132C54E8-DB97-4D17-8179-D1BC98F5D07C}" destId="{F3605272-BB3C-482A-BD0E-4FF39B81FDEE}" srcOrd="0" destOrd="0" presId="urn:microsoft.com/office/officeart/2005/8/layout/orgChart1"/>
    <dgm:cxn modelId="{1C110A55-4877-4A2F-922F-33DAF303B817}" type="presParOf" srcId="{132C54E8-DB97-4D17-8179-D1BC98F5D07C}" destId="{80D30C1D-7614-46E9-A72C-A8C7C4CE7688}" srcOrd="1" destOrd="0" presId="urn:microsoft.com/office/officeart/2005/8/layout/orgChart1"/>
    <dgm:cxn modelId="{70C2BD4D-F080-40CD-B97F-0F0B9050D864}" type="presParOf" srcId="{5E7476B3-AD7E-4825-A023-25C6BDFD35CA}" destId="{52A2A06A-EC5A-449C-89CB-5D43FB38563B}" srcOrd="1" destOrd="0" presId="urn:microsoft.com/office/officeart/2005/8/layout/orgChart1"/>
    <dgm:cxn modelId="{84676A0A-4527-46E3-81DE-BC27DFBA63A0}" type="presParOf" srcId="{5E7476B3-AD7E-4825-A023-25C6BDFD35CA}" destId="{642F05A1-9B99-45A9-95F7-36FBF693468C}" srcOrd="2" destOrd="0" presId="urn:microsoft.com/office/officeart/2005/8/layout/orgChart1"/>
    <dgm:cxn modelId="{0F0A6C74-55B4-4270-8C86-E5D69C6ADE3A}" type="presParOf" srcId="{AD53A4B1-01E7-41E8-9724-31F3910545A4}" destId="{21B7DE50-6919-48CD-B44F-BDEA9F2E1367}" srcOrd="4" destOrd="0" presId="urn:microsoft.com/office/officeart/2005/8/layout/orgChart1"/>
    <dgm:cxn modelId="{B2C58ABC-243D-4DE1-8DCD-8540E7E8368F}" type="presParOf" srcId="{AD53A4B1-01E7-41E8-9724-31F3910545A4}" destId="{740AA342-B1DB-46CD-90AF-370113876707}" srcOrd="5" destOrd="0" presId="urn:microsoft.com/office/officeart/2005/8/layout/orgChart1"/>
    <dgm:cxn modelId="{E22FD0F6-93F7-4950-A791-714CB18EB382}" type="presParOf" srcId="{740AA342-B1DB-46CD-90AF-370113876707}" destId="{4131081F-D0AD-4506-882E-8F3E0ABD8C4F}" srcOrd="0" destOrd="0" presId="urn:microsoft.com/office/officeart/2005/8/layout/orgChart1"/>
    <dgm:cxn modelId="{961AAC42-DAC5-4A78-8572-D2E86683D693}" type="presParOf" srcId="{4131081F-D0AD-4506-882E-8F3E0ABD8C4F}" destId="{BB595DBD-E598-416C-B1C2-0E8039923FA8}" srcOrd="0" destOrd="0" presId="urn:microsoft.com/office/officeart/2005/8/layout/orgChart1"/>
    <dgm:cxn modelId="{30E179A5-5853-4638-A4FE-6E63AF3DBF19}" type="presParOf" srcId="{4131081F-D0AD-4506-882E-8F3E0ABD8C4F}" destId="{2B36D2E8-27F5-4110-8C1A-EBB6D9D00BA9}" srcOrd="1" destOrd="0" presId="urn:microsoft.com/office/officeart/2005/8/layout/orgChart1"/>
    <dgm:cxn modelId="{1C89729E-1565-4A09-AB55-6C99D7F2308A}" type="presParOf" srcId="{740AA342-B1DB-46CD-90AF-370113876707}" destId="{6E5E9CAE-39AB-411B-9FD8-EABCDEB90CB4}" srcOrd="1" destOrd="0" presId="urn:microsoft.com/office/officeart/2005/8/layout/orgChart1"/>
    <dgm:cxn modelId="{2157B74E-BC34-45FF-B935-6134A2ADCD36}" type="presParOf" srcId="{740AA342-B1DB-46CD-90AF-370113876707}" destId="{6E86841D-64DF-4306-BB50-F34CD6A2638F}" srcOrd="2" destOrd="0" presId="urn:microsoft.com/office/officeart/2005/8/layout/orgChart1"/>
    <dgm:cxn modelId="{CAE0746B-2599-4C96-819F-F320D042073C}" type="presParOf" srcId="{AD53A4B1-01E7-41E8-9724-31F3910545A4}" destId="{D97770BE-745F-4E41-B346-F3FBCA5F86BE}" srcOrd="6" destOrd="0" presId="urn:microsoft.com/office/officeart/2005/8/layout/orgChart1"/>
    <dgm:cxn modelId="{D2631186-2617-4007-B63A-D0FF4DAAFAA9}" type="presParOf" srcId="{AD53A4B1-01E7-41E8-9724-31F3910545A4}" destId="{9BE568D1-03CD-4D08-8549-DD0D6D932218}" srcOrd="7" destOrd="0" presId="urn:microsoft.com/office/officeart/2005/8/layout/orgChart1"/>
    <dgm:cxn modelId="{6EF14786-37DE-4E4F-8D0A-A9944FCD90A9}" type="presParOf" srcId="{9BE568D1-03CD-4D08-8549-DD0D6D932218}" destId="{577865C9-BB9F-4553-9FF3-1CD1A87F98F6}" srcOrd="0" destOrd="0" presId="urn:microsoft.com/office/officeart/2005/8/layout/orgChart1"/>
    <dgm:cxn modelId="{2B38E8CE-B068-4A87-9A2B-04C7F885CFDA}" type="presParOf" srcId="{577865C9-BB9F-4553-9FF3-1CD1A87F98F6}" destId="{E7A6A566-BA08-49B0-B30B-F6E0719DD840}" srcOrd="0" destOrd="0" presId="urn:microsoft.com/office/officeart/2005/8/layout/orgChart1"/>
    <dgm:cxn modelId="{141694B8-C788-4142-A4B2-447D9088E8CC}" type="presParOf" srcId="{577865C9-BB9F-4553-9FF3-1CD1A87F98F6}" destId="{94BFD7CF-C6FE-44D2-A927-DA028212ADAD}" srcOrd="1" destOrd="0" presId="urn:microsoft.com/office/officeart/2005/8/layout/orgChart1"/>
    <dgm:cxn modelId="{480622B7-9B73-45F6-BA7B-4B593E50FEF0}" type="presParOf" srcId="{9BE568D1-03CD-4D08-8549-DD0D6D932218}" destId="{54D2D1A1-D84C-4D3C-ACFB-33FD67C32D35}" srcOrd="1" destOrd="0" presId="urn:microsoft.com/office/officeart/2005/8/layout/orgChart1"/>
    <dgm:cxn modelId="{BF13A080-F3C0-44F1-A45B-C1B11AF93AA8}" type="presParOf" srcId="{9BE568D1-03CD-4D08-8549-DD0D6D932218}" destId="{F59628C8-39E8-44F2-A316-37460E8AEC6E}" srcOrd="2" destOrd="0" presId="urn:microsoft.com/office/officeart/2005/8/layout/orgChart1"/>
    <dgm:cxn modelId="{BB710F13-6BD2-4A7B-A040-84B5376AB394}" type="presParOf" srcId="{AD53A4B1-01E7-41E8-9724-31F3910545A4}" destId="{FF1D27C0-0312-4DF4-B3F3-8719F3443DCE}" srcOrd="8" destOrd="0" presId="urn:microsoft.com/office/officeart/2005/8/layout/orgChart1"/>
    <dgm:cxn modelId="{419EB87E-D593-4380-9355-7F20CB0715E7}" type="presParOf" srcId="{AD53A4B1-01E7-41E8-9724-31F3910545A4}" destId="{0B00EA89-CD21-4CF6-842B-808B88A9E0D6}" srcOrd="9" destOrd="0" presId="urn:microsoft.com/office/officeart/2005/8/layout/orgChart1"/>
    <dgm:cxn modelId="{BA823725-4C12-4776-871C-79E598E1A9B6}" type="presParOf" srcId="{0B00EA89-CD21-4CF6-842B-808B88A9E0D6}" destId="{8331AE2E-74BA-4944-9C64-8E9128DAEEA9}" srcOrd="0" destOrd="0" presId="urn:microsoft.com/office/officeart/2005/8/layout/orgChart1"/>
    <dgm:cxn modelId="{18F985BF-5F41-4D68-BCC2-91D8E183C75C}" type="presParOf" srcId="{8331AE2E-74BA-4944-9C64-8E9128DAEEA9}" destId="{12B5D86A-1EDA-415C-8D92-DA9EDF7DD9D7}" srcOrd="0" destOrd="0" presId="urn:microsoft.com/office/officeart/2005/8/layout/orgChart1"/>
    <dgm:cxn modelId="{3C1805D4-0FC7-4EA1-9F6F-B548467F2F5F}" type="presParOf" srcId="{8331AE2E-74BA-4944-9C64-8E9128DAEEA9}" destId="{852A19FB-1446-4C12-9977-B8D9F3ED7822}" srcOrd="1" destOrd="0" presId="urn:microsoft.com/office/officeart/2005/8/layout/orgChart1"/>
    <dgm:cxn modelId="{D4EA0EB6-668C-43C7-8645-6FC1FA0809BD}" type="presParOf" srcId="{0B00EA89-CD21-4CF6-842B-808B88A9E0D6}" destId="{16758649-FBF4-49B7-9DD6-0CEE8F6AF779}" srcOrd="1" destOrd="0" presId="urn:microsoft.com/office/officeart/2005/8/layout/orgChart1"/>
    <dgm:cxn modelId="{5BB2691A-8F57-4D21-A4F9-D1F898598AE5}" type="presParOf" srcId="{0B00EA89-CD21-4CF6-842B-808B88A9E0D6}" destId="{2DD868FD-58D0-4DAE-ACD7-CF25EB4EB274}" srcOrd="2" destOrd="0" presId="urn:microsoft.com/office/officeart/2005/8/layout/orgChart1"/>
    <dgm:cxn modelId="{BBDE75CF-088F-4CE9-9D7D-25D09E1BCBDF}" type="presParOf" srcId="{AD53A4B1-01E7-41E8-9724-31F3910545A4}" destId="{074BF953-E540-4994-B38D-7DD02C74CA11}" srcOrd="10" destOrd="0" presId="urn:microsoft.com/office/officeart/2005/8/layout/orgChart1"/>
    <dgm:cxn modelId="{2B516A22-1736-4058-B827-3774F214FDD6}" type="presParOf" srcId="{AD53A4B1-01E7-41E8-9724-31F3910545A4}" destId="{05C9C32E-8419-4A21-8FE4-B89589F7563E}" srcOrd="11" destOrd="0" presId="urn:microsoft.com/office/officeart/2005/8/layout/orgChart1"/>
    <dgm:cxn modelId="{42BE51D1-1392-4F13-905A-B4DA8AB4285F}" type="presParOf" srcId="{05C9C32E-8419-4A21-8FE4-B89589F7563E}" destId="{B597792D-FEA7-49B4-8E2E-536E85A479A5}" srcOrd="0" destOrd="0" presId="urn:microsoft.com/office/officeart/2005/8/layout/orgChart1"/>
    <dgm:cxn modelId="{D17DFFF1-8205-4B35-A44D-0DF2DE20A7FA}" type="presParOf" srcId="{B597792D-FEA7-49B4-8E2E-536E85A479A5}" destId="{6700DCAE-9865-4201-9F5F-49E4DEA36F22}" srcOrd="0" destOrd="0" presId="urn:microsoft.com/office/officeart/2005/8/layout/orgChart1"/>
    <dgm:cxn modelId="{B831E7E6-8189-4103-A00B-AFCB0B00B65C}" type="presParOf" srcId="{B597792D-FEA7-49B4-8E2E-536E85A479A5}" destId="{007A14A2-122A-46AE-A76B-5ED4224B5D4C}" srcOrd="1" destOrd="0" presId="urn:microsoft.com/office/officeart/2005/8/layout/orgChart1"/>
    <dgm:cxn modelId="{5AD45742-6607-4FFB-859E-490C5BDB614E}" type="presParOf" srcId="{05C9C32E-8419-4A21-8FE4-B89589F7563E}" destId="{9437FF9F-D15F-4D96-9BC8-C30065FDC65C}" srcOrd="1" destOrd="0" presId="urn:microsoft.com/office/officeart/2005/8/layout/orgChart1"/>
    <dgm:cxn modelId="{F3CDB84E-1318-4079-B91F-6AC7FCF8FFD1}" type="presParOf" srcId="{9437FF9F-D15F-4D96-9BC8-C30065FDC65C}" destId="{C607B073-6124-4410-959E-CD49AB39C81A}" srcOrd="0" destOrd="0" presId="urn:microsoft.com/office/officeart/2005/8/layout/orgChart1"/>
    <dgm:cxn modelId="{930E0E39-27B5-4FE1-B78A-AD01CE042EF9}" type="presParOf" srcId="{9437FF9F-D15F-4D96-9BC8-C30065FDC65C}" destId="{FD7AF38D-90FF-4370-8B1C-C3DB80A642F2}" srcOrd="1" destOrd="0" presId="urn:microsoft.com/office/officeart/2005/8/layout/orgChart1"/>
    <dgm:cxn modelId="{5A936F66-BA28-4B04-92E5-9AF711778E47}" type="presParOf" srcId="{FD7AF38D-90FF-4370-8B1C-C3DB80A642F2}" destId="{99327EB6-95BC-46A1-8D6C-D74C28DC7438}" srcOrd="0" destOrd="0" presId="urn:microsoft.com/office/officeart/2005/8/layout/orgChart1"/>
    <dgm:cxn modelId="{8937307F-0D2F-459B-ACBB-2F8A19EFEB52}" type="presParOf" srcId="{99327EB6-95BC-46A1-8D6C-D74C28DC7438}" destId="{71EE5E1B-263D-497A-BF00-B6A2321711ED}" srcOrd="0" destOrd="0" presId="urn:microsoft.com/office/officeart/2005/8/layout/orgChart1"/>
    <dgm:cxn modelId="{E9F03F0B-42B1-45BB-B59B-9A0CFA2D62BB}" type="presParOf" srcId="{99327EB6-95BC-46A1-8D6C-D74C28DC7438}" destId="{BB80EEEA-2278-4757-8967-1D0CBD2B55DB}" srcOrd="1" destOrd="0" presId="urn:microsoft.com/office/officeart/2005/8/layout/orgChart1"/>
    <dgm:cxn modelId="{084C3B76-AEB4-47E3-B2B2-EB0476E60263}" type="presParOf" srcId="{FD7AF38D-90FF-4370-8B1C-C3DB80A642F2}" destId="{6397DB09-3F02-4031-9E40-853334AED1B2}" srcOrd="1" destOrd="0" presId="urn:microsoft.com/office/officeart/2005/8/layout/orgChart1"/>
    <dgm:cxn modelId="{1AC3E135-F332-420B-BD52-A70EC455FE67}" type="presParOf" srcId="{FD7AF38D-90FF-4370-8B1C-C3DB80A642F2}" destId="{07C93F97-B0B9-4C4C-BDF1-C197334DD38B}" srcOrd="2" destOrd="0" presId="urn:microsoft.com/office/officeart/2005/8/layout/orgChart1"/>
    <dgm:cxn modelId="{9DD775C2-9E7E-40DF-BE51-540DCB422EFE}" type="presParOf" srcId="{9437FF9F-D15F-4D96-9BC8-C30065FDC65C}" destId="{36E8B849-DCAB-4394-9C7C-D06D5EDAA3DC}" srcOrd="2" destOrd="0" presId="urn:microsoft.com/office/officeart/2005/8/layout/orgChart1"/>
    <dgm:cxn modelId="{30385A1F-B9FA-49C6-94DB-B65DEF17F5CA}" type="presParOf" srcId="{9437FF9F-D15F-4D96-9BC8-C30065FDC65C}" destId="{95E8E6C9-1B24-4D24-9A45-3231968DFB52}" srcOrd="3" destOrd="0" presId="urn:microsoft.com/office/officeart/2005/8/layout/orgChart1"/>
    <dgm:cxn modelId="{82BA26C5-C998-486E-9A33-7AD02DFEBAD7}" type="presParOf" srcId="{95E8E6C9-1B24-4D24-9A45-3231968DFB52}" destId="{A3121785-727B-4E65-97A0-A31270421EFF}" srcOrd="0" destOrd="0" presId="urn:microsoft.com/office/officeart/2005/8/layout/orgChart1"/>
    <dgm:cxn modelId="{C1A045B8-2EB1-4F6D-993A-6A1B5223F2C7}" type="presParOf" srcId="{A3121785-727B-4E65-97A0-A31270421EFF}" destId="{D782E0B1-7687-4A87-BCE3-A84D23CC38D7}" srcOrd="0" destOrd="0" presId="urn:microsoft.com/office/officeart/2005/8/layout/orgChart1"/>
    <dgm:cxn modelId="{46D52658-F89A-444D-843E-8B775FD16EFE}" type="presParOf" srcId="{A3121785-727B-4E65-97A0-A31270421EFF}" destId="{D77F53C8-4591-4C8B-B71C-78BFCE16B155}" srcOrd="1" destOrd="0" presId="urn:microsoft.com/office/officeart/2005/8/layout/orgChart1"/>
    <dgm:cxn modelId="{7A32E08F-B69F-49F1-96AC-FA9A548CE767}" type="presParOf" srcId="{95E8E6C9-1B24-4D24-9A45-3231968DFB52}" destId="{B9BD9EF9-4839-474D-A4A3-CEAC21B225E0}" srcOrd="1" destOrd="0" presId="urn:microsoft.com/office/officeart/2005/8/layout/orgChart1"/>
    <dgm:cxn modelId="{F3EC9BB7-1EF7-4DE9-8426-168D17905CCC}" type="presParOf" srcId="{95E8E6C9-1B24-4D24-9A45-3231968DFB52}" destId="{1F68ADAC-9CA2-4BD8-84CE-20B65F5E4EF6}" srcOrd="2" destOrd="0" presId="urn:microsoft.com/office/officeart/2005/8/layout/orgChart1"/>
    <dgm:cxn modelId="{D1876CC0-5408-43A1-9DB4-6F74FE000D87}" type="presParOf" srcId="{9437FF9F-D15F-4D96-9BC8-C30065FDC65C}" destId="{3370CE9F-0E23-47FB-86E9-0E4F835D3CA6}" srcOrd="4" destOrd="0" presId="urn:microsoft.com/office/officeart/2005/8/layout/orgChart1"/>
    <dgm:cxn modelId="{4F3F3ED6-70DD-4AC4-B5A2-3DF4B9EB9198}" type="presParOf" srcId="{9437FF9F-D15F-4D96-9BC8-C30065FDC65C}" destId="{7010AA23-5AE4-4754-BDBC-A28714CD6EA6}" srcOrd="5" destOrd="0" presId="urn:microsoft.com/office/officeart/2005/8/layout/orgChart1"/>
    <dgm:cxn modelId="{4A8EBBF2-1B5B-4C7A-8D5B-4669F279FCE1}" type="presParOf" srcId="{7010AA23-5AE4-4754-BDBC-A28714CD6EA6}" destId="{B660F07D-19AB-4DD3-ACB7-711BB9B28AC8}" srcOrd="0" destOrd="0" presId="urn:microsoft.com/office/officeart/2005/8/layout/orgChart1"/>
    <dgm:cxn modelId="{2AB09996-FFAC-4CA1-87C6-A6AF9055EBDB}" type="presParOf" srcId="{B660F07D-19AB-4DD3-ACB7-711BB9B28AC8}" destId="{E66DF0A1-146C-482A-8894-3AE183E22CE7}" srcOrd="0" destOrd="0" presId="urn:microsoft.com/office/officeart/2005/8/layout/orgChart1"/>
    <dgm:cxn modelId="{B5D9919E-0F3F-4C3B-8AC7-DD90E4190133}" type="presParOf" srcId="{B660F07D-19AB-4DD3-ACB7-711BB9B28AC8}" destId="{0663880F-F5A6-470A-AEDB-0216396B0986}" srcOrd="1" destOrd="0" presId="urn:microsoft.com/office/officeart/2005/8/layout/orgChart1"/>
    <dgm:cxn modelId="{B17408B3-D64A-4EF2-9A10-28C34ABCC7E6}" type="presParOf" srcId="{7010AA23-5AE4-4754-BDBC-A28714CD6EA6}" destId="{C965363E-0213-43E1-9C2F-CE169C1D0E21}" srcOrd="1" destOrd="0" presId="urn:microsoft.com/office/officeart/2005/8/layout/orgChart1"/>
    <dgm:cxn modelId="{BEF659BB-FB1A-41AF-89B2-C8E87E8EBBD4}" type="presParOf" srcId="{7010AA23-5AE4-4754-BDBC-A28714CD6EA6}" destId="{658F60F0-A196-44A0-A39A-93D07877D123}" srcOrd="2" destOrd="0" presId="urn:microsoft.com/office/officeart/2005/8/layout/orgChart1"/>
    <dgm:cxn modelId="{00905476-1640-4625-8D77-891DE3025109}" type="presParOf" srcId="{9437FF9F-D15F-4D96-9BC8-C30065FDC65C}" destId="{AD29D894-A146-40ED-AA50-8E54287CED63}" srcOrd="6" destOrd="0" presId="urn:microsoft.com/office/officeart/2005/8/layout/orgChart1"/>
    <dgm:cxn modelId="{7DDA162A-E81A-48A3-8DFB-FA3ED8870981}" type="presParOf" srcId="{9437FF9F-D15F-4D96-9BC8-C30065FDC65C}" destId="{C09E5E6C-1E4A-448A-8D17-005410C09D15}" srcOrd="7" destOrd="0" presId="urn:microsoft.com/office/officeart/2005/8/layout/orgChart1"/>
    <dgm:cxn modelId="{D4A14572-66D7-499B-9178-F2E1EF4E1565}" type="presParOf" srcId="{C09E5E6C-1E4A-448A-8D17-005410C09D15}" destId="{A25386E8-8E2E-4988-9D44-6F58B18FBB54}" srcOrd="0" destOrd="0" presId="urn:microsoft.com/office/officeart/2005/8/layout/orgChart1"/>
    <dgm:cxn modelId="{3E1D772A-8A57-45D9-BB6B-979557CB0C4E}" type="presParOf" srcId="{A25386E8-8E2E-4988-9D44-6F58B18FBB54}" destId="{3D2A00EF-1908-4CBB-BEA5-08CBE58BE3A2}" srcOrd="0" destOrd="0" presId="urn:microsoft.com/office/officeart/2005/8/layout/orgChart1"/>
    <dgm:cxn modelId="{1280A22E-73C1-448A-A1D3-308C09B96B60}" type="presParOf" srcId="{A25386E8-8E2E-4988-9D44-6F58B18FBB54}" destId="{62E5F984-C669-48F3-869C-F1E20D075C78}" srcOrd="1" destOrd="0" presId="urn:microsoft.com/office/officeart/2005/8/layout/orgChart1"/>
    <dgm:cxn modelId="{D3E1B341-85A8-4771-A9B4-FFFDB95529B4}" type="presParOf" srcId="{C09E5E6C-1E4A-448A-8D17-005410C09D15}" destId="{FEE049EB-0530-421E-A9D5-E59B1956E4DB}" srcOrd="1" destOrd="0" presId="urn:microsoft.com/office/officeart/2005/8/layout/orgChart1"/>
    <dgm:cxn modelId="{2B6F6364-008B-4713-A5DD-421B6BD5CBF5}" type="presParOf" srcId="{C09E5E6C-1E4A-448A-8D17-005410C09D15}" destId="{41E5553A-BF6E-4600-A6C2-2B89CEA36825}" srcOrd="2" destOrd="0" presId="urn:microsoft.com/office/officeart/2005/8/layout/orgChart1"/>
    <dgm:cxn modelId="{DF48FEF2-2D01-439B-8529-D343C9459A3C}" type="presParOf" srcId="{05C9C32E-8419-4A21-8FE4-B89589F7563E}" destId="{FA48B5C7-D73B-41CD-84BD-4E44B718D68B}" srcOrd="2" destOrd="0" presId="urn:microsoft.com/office/officeart/2005/8/layout/orgChart1"/>
    <dgm:cxn modelId="{54D63A14-7A05-4613-AF71-B1BACB98385F}" type="presParOf" srcId="{AD53A4B1-01E7-41E8-9724-31F3910545A4}" destId="{0A945A8F-3910-4024-8258-75F42FACA433}" srcOrd="12" destOrd="0" presId="urn:microsoft.com/office/officeart/2005/8/layout/orgChart1"/>
    <dgm:cxn modelId="{85E9D6F8-2FA2-407A-8D2D-27163DFBF611}" type="presParOf" srcId="{AD53A4B1-01E7-41E8-9724-31F3910545A4}" destId="{8D850227-F473-4CCF-9F9D-7A5CDE04C865}" srcOrd="13" destOrd="0" presId="urn:microsoft.com/office/officeart/2005/8/layout/orgChart1"/>
    <dgm:cxn modelId="{DB905AB2-6744-4351-A12E-3E975BB5B4D2}" type="presParOf" srcId="{8D850227-F473-4CCF-9F9D-7A5CDE04C865}" destId="{7BD65097-B582-48D5-9395-D7D515BAB253}" srcOrd="0" destOrd="0" presId="urn:microsoft.com/office/officeart/2005/8/layout/orgChart1"/>
    <dgm:cxn modelId="{38462643-A61C-489F-8B29-EAD6054772C8}" type="presParOf" srcId="{7BD65097-B582-48D5-9395-D7D515BAB253}" destId="{77DDDD68-CACB-4E6E-B03E-2E9BBBBC0DC0}" srcOrd="0" destOrd="0" presId="urn:microsoft.com/office/officeart/2005/8/layout/orgChart1"/>
    <dgm:cxn modelId="{7ADD1532-F8C6-45D3-A058-0A0570F44C27}" type="presParOf" srcId="{7BD65097-B582-48D5-9395-D7D515BAB253}" destId="{CF8D07E9-56EC-465F-ACF4-7F8A1D850333}" srcOrd="1" destOrd="0" presId="urn:microsoft.com/office/officeart/2005/8/layout/orgChart1"/>
    <dgm:cxn modelId="{31BFA90C-5ED9-4EE5-8F03-2141015131F8}" type="presParOf" srcId="{8D850227-F473-4CCF-9F9D-7A5CDE04C865}" destId="{1DA49241-D0CA-4826-B276-45685AC8291F}" srcOrd="1" destOrd="0" presId="urn:microsoft.com/office/officeart/2005/8/layout/orgChart1"/>
    <dgm:cxn modelId="{41DE729B-C63F-4BBE-828D-2026191D1295}" type="presParOf" srcId="{8D850227-F473-4CCF-9F9D-7A5CDE04C865}" destId="{6ED28BB0-2EC4-406F-989E-854070F72FC0}" srcOrd="2" destOrd="0" presId="urn:microsoft.com/office/officeart/2005/8/layout/orgChart1"/>
    <dgm:cxn modelId="{8707F905-B226-4C62-8CAE-8E7FA66A3C2C}" type="presParOf" srcId="{AD53A4B1-01E7-41E8-9724-31F3910545A4}" destId="{5726BF0F-FF29-4C3E-A1ED-EEB899109616}" srcOrd="14" destOrd="0" presId="urn:microsoft.com/office/officeart/2005/8/layout/orgChart1"/>
    <dgm:cxn modelId="{AA3C64CA-F043-4FA7-A2FA-DE466A7CEEE6}" type="presParOf" srcId="{AD53A4B1-01E7-41E8-9724-31F3910545A4}" destId="{4DE04422-2DBD-4799-B1E7-6CE1C96FF04D}" srcOrd="15" destOrd="0" presId="urn:microsoft.com/office/officeart/2005/8/layout/orgChart1"/>
    <dgm:cxn modelId="{D5B4A5DD-0746-458E-91BC-A2A4471D7678}" type="presParOf" srcId="{4DE04422-2DBD-4799-B1E7-6CE1C96FF04D}" destId="{66519FFF-048A-4FEB-BDD1-165B8F83C131}" srcOrd="0" destOrd="0" presId="urn:microsoft.com/office/officeart/2005/8/layout/orgChart1"/>
    <dgm:cxn modelId="{BE46BF07-A82F-4615-8527-BAE65FEFC750}" type="presParOf" srcId="{66519FFF-048A-4FEB-BDD1-165B8F83C131}" destId="{7107D20C-6242-4AB2-B0A3-F4B3A0F465D2}" srcOrd="0" destOrd="0" presId="urn:microsoft.com/office/officeart/2005/8/layout/orgChart1"/>
    <dgm:cxn modelId="{5C75483F-AF23-4957-B4A4-F747D81CEFDD}" type="presParOf" srcId="{66519FFF-048A-4FEB-BDD1-165B8F83C131}" destId="{A680A606-652C-4A63-B87B-AA3F63D2F374}" srcOrd="1" destOrd="0" presId="urn:microsoft.com/office/officeart/2005/8/layout/orgChart1"/>
    <dgm:cxn modelId="{937CA528-6B81-4913-AA40-B31E78423000}" type="presParOf" srcId="{4DE04422-2DBD-4799-B1E7-6CE1C96FF04D}" destId="{B4EEC163-F84A-4788-9987-59B2E31272C4}" srcOrd="1" destOrd="0" presId="urn:microsoft.com/office/officeart/2005/8/layout/orgChart1"/>
    <dgm:cxn modelId="{D552380F-3DAE-4809-A7F2-42E8FAC2FD3F}" type="presParOf" srcId="{4DE04422-2DBD-4799-B1E7-6CE1C96FF04D}" destId="{93509374-D9A8-47D5-8115-2816BBEF714D}"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46AC74-65CF-4736-8BE7-ACC0FE865697}">
      <dsp:nvSpPr>
        <dsp:cNvPr id="0" name=""/>
        <dsp:cNvSpPr/>
      </dsp:nvSpPr>
      <dsp:spPr>
        <a:xfrm>
          <a:off x="6259075" y="1420766"/>
          <a:ext cx="282589" cy="1204595"/>
        </a:xfrm>
        <a:custGeom>
          <a:avLst/>
          <a:gdLst/>
          <a:ahLst/>
          <a:cxnLst/>
          <a:rect l="0" t="0" r="0" b="0"/>
          <a:pathLst>
            <a:path>
              <a:moveTo>
                <a:pt x="0" y="0"/>
              </a:moveTo>
              <a:lnTo>
                <a:pt x="0" y="1204595"/>
              </a:lnTo>
              <a:lnTo>
                <a:pt x="282589" y="120459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1D27C0-0312-4DF4-B3F3-8719F3443DCE}">
      <dsp:nvSpPr>
        <dsp:cNvPr id="0" name=""/>
        <dsp:cNvSpPr/>
      </dsp:nvSpPr>
      <dsp:spPr>
        <a:xfrm>
          <a:off x="6259075" y="1420766"/>
          <a:ext cx="282589" cy="763057"/>
        </a:xfrm>
        <a:custGeom>
          <a:avLst/>
          <a:gdLst/>
          <a:ahLst/>
          <a:cxnLst/>
          <a:rect l="0" t="0" r="0" b="0"/>
          <a:pathLst>
            <a:path>
              <a:moveTo>
                <a:pt x="0" y="0"/>
              </a:moveTo>
              <a:lnTo>
                <a:pt x="0" y="763057"/>
              </a:lnTo>
              <a:lnTo>
                <a:pt x="282589" y="76305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7770BE-745F-4E41-B346-F3FBCA5F86BE}">
      <dsp:nvSpPr>
        <dsp:cNvPr id="0" name=""/>
        <dsp:cNvSpPr/>
      </dsp:nvSpPr>
      <dsp:spPr>
        <a:xfrm>
          <a:off x="6259075" y="1420766"/>
          <a:ext cx="282589" cy="321519"/>
        </a:xfrm>
        <a:custGeom>
          <a:avLst/>
          <a:gdLst/>
          <a:ahLst/>
          <a:cxnLst/>
          <a:rect l="0" t="0" r="0" b="0"/>
          <a:pathLst>
            <a:path>
              <a:moveTo>
                <a:pt x="0" y="0"/>
              </a:moveTo>
              <a:lnTo>
                <a:pt x="0" y="321519"/>
              </a:lnTo>
              <a:lnTo>
                <a:pt x="282589" y="32151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8A98744-9734-46C0-B88E-190067F57261}">
      <dsp:nvSpPr>
        <dsp:cNvPr id="0" name=""/>
        <dsp:cNvSpPr/>
      </dsp:nvSpPr>
      <dsp:spPr>
        <a:xfrm>
          <a:off x="4133821" y="591207"/>
          <a:ext cx="2906559" cy="243411"/>
        </a:xfrm>
        <a:custGeom>
          <a:avLst/>
          <a:gdLst/>
          <a:ahLst/>
          <a:cxnLst/>
          <a:rect l="0" t="0" r="0" b="0"/>
          <a:pathLst>
            <a:path>
              <a:moveTo>
                <a:pt x="0" y="0"/>
              </a:moveTo>
              <a:lnTo>
                <a:pt x="0" y="183077"/>
              </a:lnTo>
              <a:lnTo>
                <a:pt x="2906559" y="183077"/>
              </a:lnTo>
              <a:lnTo>
                <a:pt x="2906559" y="24341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3308E3-4ACA-4ECB-86C0-D23765F864F4}">
      <dsp:nvSpPr>
        <dsp:cNvPr id="0" name=""/>
        <dsp:cNvSpPr/>
      </dsp:nvSpPr>
      <dsp:spPr>
        <a:xfrm>
          <a:off x="4133821" y="591207"/>
          <a:ext cx="869489" cy="243411"/>
        </a:xfrm>
        <a:custGeom>
          <a:avLst/>
          <a:gdLst/>
          <a:ahLst/>
          <a:cxnLst/>
          <a:rect l="0" t="0" r="0" b="0"/>
          <a:pathLst>
            <a:path>
              <a:moveTo>
                <a:pt x="0" y="0"/>
              </a:moveTo>
              <a:lnTo>
                <a:pt x="0" y="183077"/>
              </a:lnTo>
              <a:lnTo>
                <a:pt x="869489" y="183077"/>
              </a:lnTo>
              <a:lnTo>
                <a:pt x="869489" y="24341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1B7DE50-6919-48CD-B44F-BDEA9F2E1367}">
      <dsp:nvSpPr>
        <dsp:cNvPr id="0" name=""/>
        <dsp:cNvSpPr/>
      </dsp:nvSpPr>
      <dsp:spPr>
        <a:xfrm>
          <a:off x="2398199" y="1941157"/>
          <a:ext cx="171419" cy="3385181"/>
        </a:xfrm>
        <a:custGeom>
          <a:avLst/>
          <a:gdLst/>
          <a:ahLst/>
          <a:cxnLst/>
          <a:rect l="0" t="0" r="0" b="0"/>
          <a:pathLst>
            <a:path>
              <a:moveTo>
                <a:pt x="0" y="0"/>
              </a:moveTo>
              <a:lnTo>
                <a:pt x="0" y="3385181"/>
              </a:lnTo>
              <a:lnTo>
                <a:pt x="171419" y="3385181"/>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7816CF-6F29-4339-9BE1-EFD5E56134BF}">
      <dsp:nvSpPr>
        <dsp:cNvPr id="0" name=""/>
        <dsp:cNvSpPr/>
      </dsp:nvSpPr>
      <dsp:spPr>
        <a:xfrm>
          <a:off x="2398199" y="1941157"/>
          <a:ext cx="171419" cy="2998587"/>
        </a:xfrm>
        <a:custGeom>
          <a:avLst/>
          <a:gdLst/>
          <a:ahLst/>
          <a:cxnLst/>
          <a:rect l="0" t="0" r="0" b="0"/>
          <a:pathLst>
            <a:path>
              <a:moveTo>
                <a:pt x="0" y="0"/>
              </a:moveTo>
              <a:lnTo>
                <a:pt x="0" y="2998587"/>
              </a:lnTo>
              <a:lnTo>
                <a:pt x="171419" y="2998587"/>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9F883-6D1D-4DE4-94AE-344F953F6377}">
      <dsp:nvSpPr>
        <dsp:cNvPr id="0" name=""/>
        <dsp:cNvSpPr/>
      </dsp:nvSpPr>
      <dsp:spPr>
        <a:xfrm>
          <a:off x="2398199" y="1941157"/>
          <a:ext cx="171419" cy="2639704"/>
        </a:xfrm>
        <a:custGeom>
          <a:avLst/>
          <a:gdLst/>
          <a:ahLst/>
          <a:cxnLst/>
          <a:rect l="0" t="0" r="0" b="0"/>
          <a:pathLst>
            <a:path>
              <a:moveTo>
                <a:pt x="0" y="0"/>
              </a:moveTo>
              <a:lnTo>
                <a:pt x="0" y="2639704"/>
              </a:lnTo>
              <a:lnTo>
                <a:pt x="171419" y="2639704"/>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D61C083-C25C-4D4A-B512-F0FD427D4F1D}">
      <dsp:nvSpPr>
        <dsp:cNvPr id="0" name=""/>
        <dsp:cNvSpPr/>
      </dsp:nvSpPr>
      <dsp:spPr>
        <a:xfrm>
          <a:off x="2398199" y="1941157"/>
          <a:ext cx="185272" cy="2266963"/>
        </a:xfrm>
        <a:custGeom>
          <a:avLst/>
          <a:gdLst/>
          <a:ahLst/>
          <a:cxnLst/>
          <a:rect l="0" t="0" r="0" b="0"/>
          <a:pathLst>
            <a:path>
              <a:moveTo>
                <a:pt x="0" y="0"/>
              </a:moveTo>
              <a:lnTo>
                <a:pt x="0" y="2266963"/>
              </a:lnTo>
              <a:lnTo>
                <a:pt x="185272" y="2266963"/>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BB3F24-0EE2-44A4-8AFD-298299C0425E}">
      <dsp:nvSpPr>
        <dsp:cNvPr id="0" name=""/>
        <dsp:cNvSpPr/>
      </dsp:nvSpPr>
      <dsp:spPr>
        <a:xfrm>
          <a:off x="2398199" y="1941157"/>
          <a:ext cx="171419" cy="1920032"/>
        </a:xfrm>
        <a:custGeom>
          <a:avLst/>
          <a:gdLst/>
          <a:ahLst/>
          <a:cxnLst/>
          <a:rect l="0" t="0" r="0" b="0"/>
          <a:pathLst>
            <a:path>
              <a:moveTo>
                <a:pt x="0" y="0"/>
              </a:moveTo>
              <a:lnTo>
                <a:pt x="0" y="1920032"/>
              </a:lnTo>
              <a:lnTo>
                <a:pt x="171419" y="1920032"/>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D5B8DE-F63A-433E-9511-5CBBDEDAF752}">
      <dsp:nvSpPr>
        <dsp:cNvPr id="0" name=""/>
        <dsp:cNvSpPr/>
      </dsp:nvSpPr>
      <dsp:spPr>
        <a:xfrm>
          <a:off x="2398199" y="1941157"/>
          <a:ext cx="171419" cy="1586956"/>
        </a:xfrm>
        <a:custGeom>
          <a:avLst/>
          <a:gdLst/>
          <a:ahLst/>
          <a:cxnLst/>
          <a:rect l="0" t="0" r="0" b="0"/>
          <a:pathLst>
            <a:path>
              <a:moveTo>
                <a:pt x="0" y="0"/>
              </a:moveTo>
              <a:lnTo>
                <a:pt x="0" y="1586956"/>
              </a:lnTo>
              <a:lnTo>
                <a:pt x="171419" y="1586956"/>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5F7B22-F63A-4D5E-A4F0-A90BF294F5DA}">
      <dsp:nvSpPr>
        <dsp:cNvPr id="0" name=""/>
        <dsp:cNvSpPr/>
      </dsp:nvSpPr>
      <dsp:spPr>
        <a:xfrm>
          <a:off x="2398199" y="1941157"/>
          <a:ext cx="171419" cy="1256907"/>
        </a:xfrm>
        <a:custGeom>
          <a:avLst/>
          <a:gdLst/>
          <a:ahLst/>
          <a:cxnLst/>
          <a:rect l="0" t="0" r="0" b="0"/>
          <a:pathLst>
            <a:path>
              <a:moveTo>
                <a:pt x="0" y="0"/>
              </a:moveTo>
              <a:lnTo>
                <a:pt x="0" y="1256907"/>
              </a:lnTo>
              <a:lnTo>
                <a:pt x="171419" y="1256907"/>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A30BFD-9BEB-4B2C-9AC4-88921CD8B269}">
      <dsp:nvSpPr>
        <dsp:cNvPr id="0" name=""/>
        <dsp:cNvSpPr/>
      </dsp:nvSpPr>
      <dsp:spPr>
        <a:xfrm>
          <a:off x="2398199" y="1941157"/>
          <a:ext cx="171419" cy="891804"/>
        </a:xfrm>
        <a:custGeom>
          <a:avLst/>
          <a:gdLst/>
          <a:ahLst/>
          <a:cxnLst/>
          <a:rect l="0" t="0" r="0" b="0"/>
          <a:pathLst>
            <a:path>
              <a:moveTo>
                <a:pt x="0" y="0"/>
              </a:moveTo>
              <a:lnTo>
                <a:pt x="0" y="891804"/>
              </a:lnTo>
              <a:lnTo>
                <a:pt x="171419" y="891804"/>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B6B411-9DFF-4DE1-82E6-F179FA5424C9}">
      <dsp:nvSpPr>
        <dsp:cNvPr id="0" name=""/>
        <dsp:cNvSpPr/>
      </dsp:nvSpPr>
      <dsp:spPr>
        <a:xfrm>
          <a:off x="2398199" y="1941157"/>
          <a:ext cx="171419" cy="570036"/>
        </a:xfrm>
        <a:custGeom>
          <a:avLst/>
          <a:gdLst/>
          <a:ahLst/>
          <a:cxnLst/>
          <a:rect l="0" t="0" r="0" b="0"/>
          <a:pathLst>
            <a:path>
              <a:moveTo>
                <a:pt x="0" y="0"/>
              </a:moveTo>
              <a:lnTo>
                <a:pt x="0" y="570036"/>
              </a:lnTo>
              <a:lnTo>
                <a:pt x="171419" y="570036"/>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D3905E-2ADE-45B3-ADD2-2211418CC78A}">
      <dsp:nvSpPr>
        <dsp:cNvPr id="0" name=""/>
        <dsp:cNvSpPr/>
      </dsp:nvSpPr>
      <dsp:spPr>
        <a:xfrm>
          <a:off x="2398199" y="1941157"/>
          <a:ext cx="156215" cy="223871"/>
        </a:xfrm>
        <a:custGeom>
          <a:avLst/>
          <a:gdLst/>
          <a:ahLst/>
          <a:cxnLst/>
          <a:rect l="0" t="0" r="0" b="0"/>
          <a:pathLst>
            <a:path>
              <a:moveTo>
                <a:pt x="0" y="0"/>
              </a:moveTo>
              <a:lnTo>
                <a:pt x="0" y="223871"/>
              </a:lnTo>
              <a:lnTo>
                <a:pt x="156215" y="223871"/>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EFB9B2-CE4C-4608-BF38-6485765BC653}">
      <dsp:nvSpPr>
        <dsp:cNvPr id="0" name=""/>
        <dsp:cNvSpPr/>
      </dsp:nvSpPr>
      <dsp:spPr>
        <a:xfrm>
          <a:off x="3103019" y="1413501"/>
          <a:ext cx="173582" cy="247979"/>
        </a:xfrm>
        <a:custGeom>
          <a:avLst/>
          <a:gdLst/>
          <a:ahLst/>
          <a:cxnLst/>
          <a:rect l="0" t="0" r="0" b="0"/>
          <a:pathLst>
            <a:path>
              <a:moveTo>
                <a:pt x="0" y="0"/>
              </a:moveTo>
              <a:lnTo>
                <a:pt x="0" y="187645"/>
              </a:lnTo>
              <a:lnTo>
                <a:pt x="173582" y="187645"/>
              </a:lnTo>
              <a:lnTo>
                <a:pt x="173582" y="2479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0151AE-D139-40DF-A603-F0B3F7DDDC4D}">
      <dsp:nvSpPr>
        <dsp:cNvPr id="0" name=""/>
        <dsp:cNvSpPr/>
      </dsp:nvSpPr>
      <dsp:spPr>
        <a:xfrm>
          <a:off x="3103019" y="591207"/>
          <a:ext cx="1030802" cy="274612"/>
        </a:xfrm>
        <a:custGeom>
          <a:avLst/>
          <a:gdLst/>
          <a:ahLst/>
          <a:cxnLst/>
          <a:rect l="0" t="0" r="0" b="0"/>
          <a:pathLst>
            <a:path>
              <a:moveTo>
                <a:pt x="1030802" y="0"/>
              </a:moveTo>
              <a:lnTo>
                <a:pt x="1030802" y="214278"/>
              </a:lnTo>
              <a:lnTo>
                <a:pt x="0" y="214278"/>
              </a:lnTo>
              <a:lnTo>
                <a:pt x="0" y="27461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636C06-AABB-4991-99EF-D519C9F01F26}">
      <dsp:nvSpPr>
        <dsp:cNvPr id="0" name=""/>
        <dsp:cNvSpPr/>
      </dsp:nvSpPr>
      <dsp:spPr>
        <a:xfrm>
          <a:off x="506141" y="1435864"/>
          <a:ext cx="246702" cy="1193013"/>
        </a:xfrm>
        <a:custGeom>
          <a:avLst/>
          <a:gdLst/>
          <a:ahLst/>
          <a:cxnLst/>
          <a:rect l="0" t="0" r="0" b="0"/>
          <a:pathLst>
            <a:path>
              <a:moveTo>
                <a:pt x="0" y="0"/>
              </a:moveTo>
              <a:lnTo>
                <a:pt x="0" y="1193013"/>
              </a:lnTo>
              <a:lnTo>
                <a:pt x="246702" y="119301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3C8DF7-9CB2-47F0-A42C-554D5D6B5498}">
      <dsp:nvSpPr>
        <dsp:cNvPr id="0" name=""/>
        <dsp:cNvSpPr/>
      </dsp:nvSpPr>
      <dsp:spPr>
        <a:xfrm>
          <a:off x="506141" y="1435864"/>
          <a:ext cx="246702" cy="748373"/>
        </a:xfrm>
        <a:custGeom>
          <a:avLst/>
          <a:gdLst/>
          <a:ahLst/>
          <a:cxnLst/>
          <a:rect l="0" t="0" r="0" b="0"/>
          <a:pathLst>
            <a:path>
              <a:moveTo>
                <a:pt x="0" y="0"/>
              </a:moveTo>
              <a:lnTo>
                <a:pt x="0" y="748373"/>
              </a:lnTo>
              <a:lnTo>
                <a:pt x="246702" y="74837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5B4EED-8F8A-44FB-BA06-E88292DE9A10}">
      <dsp:nvSpPr>
        <dsp:cNvPr id="0" name=""/>
        <dsp:cNvSpPr/>
      </dsp:nvSpPr>
      <dsp:spPr>
        <a:xfrm>
          <a:off x="506141" y="1435864"/>
          <a:ext cx="246702" cy="303733"/>
        </a:xfrm>
        <a:custGeom>
          <a:avLst/>
          <a:gdLst/>
          <a:ahLst/>
          <a:cxnLst/>
          <a:rect l="0" t="0" r="0" b="0"/>
          <a:pathLst>
            <a:path>
              <a:moveTo>
                <a:pt x="0" y="0"/>
              </a:moveTo>
              <a:lnTo>
                <a:pt x="0" y="303733"/>
              </a:lnTo>
              <a:lnTo>
                <a:pt x="246702" y="30373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225397" y="591207"/>
          <a:ext cx="2908424" cy="274477"/>
        </a:xfrm>
        <a:custGeom>
          <a:avLst/>
          <a:gdLst/>
          <a:ahLst/>
          <a:cxnLst/>
          <a:rect l="0" t="0" r="0" b="0"/>
          <a:pathLst>
            <a:path>
              <a:moveTo>
                <a:pt x="2908424" y="0"/>
              </a:moveTo>
              <a:lnTo>
                <a:pt x="2908424" y="214143"/>
              </a:lnTo>
              <a:lnTo>
                <a:pt x="0" y="214143"/>
              </a:lnTo>
              <a:lnTo>
                <a:pt x="0" y="27447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043368" y="0"/>
          <a:ext cx="2180905" cy="591207"/>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30 – Tools for </a:t>
          </a:r>
          <a:r>
            <a:rPr lang="en-US" sz="1600" kern="1200" dirty="0" err="1" smtClean="0"/>
            <a:t>reqs</a:t>
          </a:r>
          <a:r>
            <a:rPr lang="en-US" sz="1600" kern="1200" dirty="0" smtClean="0"/>
            <a:t>. engineering</a:t>
          </a:r>
          <a:endParaRPr lang="en-US" sz="1600" kern="1200" dirty="0"/>
        </a:p>
      </dsp:txBody>
      <dsp:txXfrm>
        <a:off x="3043368" y="0"/>
        <a:ext cx="2180905" cy="591207"/>
      </dsp:txXfrm>
    </dsp:sp>
    <dsp:sp modelId="{C9422C4E-2B02-4D33-A16B-EF7B187ECAB7}">
      <dsp:nvSpPr>
        <dsp:cNvPr id="0" name=""/>
        <dsp:cNvSpPr/>
      </dsp:nvSpPr>
      <dsp:spPr>
        <a:xfrm>
          <a:off x="326327" y="865684"/>
          <a:ext cx="1798138" cy="57018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Requirements development tools</a:t>
          </a:r>
          <a:endParaRPr lang="en-US" sz="1200" kern="1200" dirty="0"/>
        </a:p>
      </dsp:txBody>
      <dsp:txXfrm>
        <a:off x="326327" y="865684"/>
        <a:ext cx="1798138" cy="570180"/>
      </dsp:txXfrm>
    </dsp:sp>
    <dsp:sp modelId="{C6FAE040-2A5A-4E02-94DD-A745D018122F}">
      <dsp:nvSpPr>
        <dsp:cNvPr id="0" name=""/>
        <dsp:cNvSpPr/>
      </dsp:nvSpPr>
      <dsp:spPr>
        <a:xfrm>
          <a:off x="752843" y="1577611"/>
          <a:ext cx="1147105" cy="32397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Elicitation tools</a:t>
          </a:r>
          <a:endParaRPr lang="en-US" sz="1200" kern="1200" dirty="0"/>
        </a:p>
      </dsp:txBody>
      <dsp:txXfrm>
        <a:off x="752843" y="1577611"/>
        <a:ext cx="1147105" cy="323973"/>
      </dsp:txXfrm>
    </dsp:sp>
    <dsp:sp modelId="{D051AD6C-BD44-4B30-BAA8-766706739534}">
      <dsp:nvSpPr>
        <dsp:cNvPr id="0" name=""/>
        <dsp:cNvSpPr/>
      </dsp:nvSpPr>
      <dsp:spPr>
        <a:xfrm>
          <a:off x="752843" y="2022251"/>
          <a:ext cx="1147105" cy="32397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Prototyping tools</a:t>
          </a:r>
          <a:endParaRPr lang="en-US" sz="1200" kern="1200" dirty="0"/>
        </a:p>
      </dsp:txBody>
      <dsp:txXfrm>
        <a:off x="752843" y="2022251"/>
        <a:ext cx="1147105" cy="323973"/>
      </dsp:txXfrm>
    </dsp:sp>
    <dsp:sp modelId="{2CF404F2-0ACA-4C8A-B4A0-A3CC582C9107}">
      <dsp:nvSpPr>
        <dsp:cNvPr id="0" name=""/>
        <dsp:cNvSpPr/>
      </dsp:nvSpPr>
      <dsp:spPr>
        <a:xfrm>
          <a:off x="752843" y="2466891"/>
          <a:ext cx="1147105" cy="32397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Modeling tools</a:t>
          </a:r>
          <a:endParaRPr lang="en-US" sz="1200" kern="1200" dirty="0"/>
        </a:p>
      </dsp:txBody>
      <dsp:txXfrm>
        <a:off x="752843" y="2466891"/>
        <a:ext cx="1147105" cy="323973"/>
      </dsp:txXfrm>
    </dsp:sp>
    <dsp:sp modelId="{F3605272-BB3C-482A-BD0E-4FF39B81FDEE}">
      <dsp:nvSpPr>
        <dsp:cNvPr id="0" name=""/>
        <dsp:cNvSpPr/>
      </dsp:nvSpPr>
      <dsp:spPr>
        <a:xfrm>
          <a:off x="2278766" y="865819"/>
          <a:ext cx="1648505" cy="547681"/>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Requirements management tools</a:t>
          </a:r>
          <a:endParaRPr lang="en-US" sz="1200" kern="1200" dirty="0"/>
        </a:p>
      </dsp:txBody>
      <dsp:txXfrm>
        <a:off x="2278766" y="865819"/>
        <a:ext cx="1648505" cy="547681"/>
      </dsp:txXfrm>
    </dsp:sp>
    <dsp:sp modelId="{81BB6144-22DD-4A1E-8B7C-EB6FE8973CCE}">
      <dsp:nvSpPr>
        <dsp:cNvPr id="0" name=""/>
        <dsp:cNvSpPr/>
      </dsp:nvSpPr>
      <dsp:spPr>
        <a:xfrm>
          <a:off x="2178598" y="1661480"/>
          <a:ext cx="2196006" cy="27967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Benefits of using an RM tool</a:t>
          </a:r>
          <a:endParaRPr lang="en-US" sz="1200" kern="1200" dirty="0"/>
        </a:p>
      </dsp:txBody>
      <dsp:txXfrm>
        <a:off x="2178598" y="1661480"/>
        <a:ext cx="2196006" cy="279677"/>
      </dsp:txXfrm>
    </dsp:sp>
    <dsp:sp modelId="{03C963D2-2D6B-40A7-9687-491A33C44FCB}">
      <dsp:nvSpPr>
        <dsp:cNvPr id="0" name=""/>
        <dsp:cNvSpPr/>
      </dsp:nvSpPr>
      <dsp:spPr>
        <a:xfrm>
          <a:off x="2554414" y="2045827"/>
          <a:ext cx="2183692" cy="238403"/>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Manage versions and changes</a:t>
          </a:r>
          <a:endParaRPr lang="en-US" sz="1200" kern="1200" dirty="0"/>
        </a:p>
      </dsp:txBody>
      <dsp:txXfrm>
        <a:off x="2554414" y="2045827"/>
        <a:ext cx="2183692" cy="238403"/>
      </dsp:txXfrm>
    </dsp:sp>
    <dsp:sp modelId="{D9BDE42E-10CE-4D02-9F39-52519EFCCDA3}">
      <dsp:nvSpPr>
        <dsp:cNvPr id="0" name=""/>
        <dsp:cNvSpPr/>
      </dsp:nvSpPr>
      <dsp:spPr>
        <a:xfrm>
          <a:off x="2569618" y="2378230"/>
          <a:ext cx="2149342" cy="265926"/>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Store requirements attributes</a:t>
          </a:r>
          <a:endParaRPr lang="en-US" sz="1200" kern="1200" dirty="0"/>
        </a:p>
      </dsp:txBody>
      <dsp:txXfrm>
        <a:off x="2569618" y="2378230"/>
        <a:ext cx="2149342" cy="265926"/>
      </dsp:txXfrm>
    </dsp:sp>
    <dsp:sp modelId="{5FF13469-9D35-4BE5-BD73-1F71F9B5AA17}">
      <dsp:nvSpPr>
        <dsp:cNvPr id="0" name=""/>
        <dsp:cNvSpPr/>
      </dsp:nvSpPr>
      <dsp:spPr>
        <a:xfrm>
          <a:off x="2569618" y="2706513"/>
          <a:ext cx="2168608" cy="25289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Facilitate impact analysis</a:t>
          </a:r>
          <a:endParaRPr lang="en-US" sz="1200" kern="1200" dirty="0"/>
        </a:p>
      </dsp:txBody>
      <dsp:txXfrm>
        <a:off x="2569618" y="2706513"/>
        <a:ext cx="2168608" cy="252897"/>
      </dsp:txXfrm>
    </dsp:sp>
    <dsp:sp modelId="{138AAE0F-9650-49D2-9515-2BF78F01A328}">
      <dsp:nvSpPr>
        <dsp:cNvPr id="0" name=""/>
        <dsp:cNvSpPr/>
      </dsp:nvSpPr>
      <dsp:spPr>
        <a:xfrm>
          <a:off x="2569618" y="3066224"/>
          <a:ext cx="2149342" cy="263680"/>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Identify missing and extraneous </a:t>
          </a:r>
          <a:r>
            <a:rPr lang="en-US" sz="1200" kern="1200" dirty="0" err="1" smtClean="0"/>
            <a:t>reqs</a:t>
          </a:r>
          <a:endParaRPr lang="en-US" sz="1200" kern="1200" dirty="0"/>
        </a:p>
      </dsp:txBody>
      <dsp:txXfrm>
        <a:off x="2569618" y="3066224"/>
        <a:ext cx="2149342" cy="263680"/>
      </dsp:txXfrm>
    </dsp:sp>
    <dsp:sp modelId="{BF440659-4578-4E7C-81FD-A2030C97B201}">
      <dsp:nvSpPr>
        <dsp:cNvPr id="0" name=""/>
        <dsp:cNvSpPr/>
      </dsp:nvSpPr>
      <dsp:spPr>
        <a:xfrm>
          <a:off x="2569618" y="3395151"/>
          <a:ext cx="2149342" cy="265926"/>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Track </a:t>
          </a:r>
          <a:r>
            <a:rPr lang="en-US" sz="1200" kern="1200" dirty="0" err="1" smtClean="0"/>
            <a:t>reqs</a:t>
          </a:r>
          <a:r>
            <a:rPr lang="en-US" sz="1200" kern="1200" dirty="0" smtClean="0"/>
            <a:t> status</a:t>
          </a:r>
          <a:endParaRPr lang="en-US" sz="1200" kern="1200" dirty="0"/>
        </a:p>
      </dsp:txBody>
      <dsp:txXfrm>
        <a:off x="2569618" y="3395151"/>
        <a:ext cx="2149342" cy="265926"/>
      </dsp:txXfrm>
    </dsp:sp>
    <dsp:sp modelId="{A75EBD81-C912-4D7F-90FB-7D10D7D0BCBB}">
      <dsp:nvSpPr>
        <dsp:cNvPr id="0" name=""/>
        <dsp:cNvSpPr/>
      </dsp:nvSpPr>
      <dsp:spPr>
        <a:xfrm>
          <a:off x="2569618" y="3740180"/>
          <a:ext cx="2168608" cy="24201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Control access</a:t>
          </a:r>
          <a:endParaRPr lang="en-US" sz="1200" kern="1200" dirty="0"/>
        </a:p>
      </dsp:txBody>
      <dsp:txXfrm>
        <a:off x="2569618" y="3740180"/>
        <a:ext cx="2168608" cy="242017"/>
      </dsp:txXfrm>
    </dsp:sp>
    <dsp:sp modelId="{C301A178-386F-43A9-874A-B3F3A21F7EC4}">
      <dsp:nvSpPr>
        <dsp:cNvPr id="0" name=""/>
        <dsp:cNvSpPr/>
      </dsp:nvSpPr>
      <dsp:spPr>
        <a:xfrm>
          <a:off x="2583472" y="4075158"/>
          <a:ext cx="2149342" cy="265926"/>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Communicate with stakeholders</a:t>
          </a:r>
          <a:endParaRPr lang="en-US" sz="1200" kern="1200" dirty="0"/>
        </a:p>
      </dsp:txBody>
      <dsp:txXfrm>
        <a:off x="2583472" y="4075158"/>
        <a:ext cx="2149342" cy="265926"/>
      </dsp:txXfrm>
    </dsp:sp>
    <dsp:sp modelId="{DCBCFAC4-2ED3-4FB1-B22A-2DDCFED9A5E5}">
      <dsp:nvSpPr>
        <dsp:cNvPr id="0" name=""/>
        <dsp:cNvSpPr/>
      </dsp:nvSpPr>
      <dsp:spPr>
        <a:xfrm>
          <a:off x="2569618" y="4447898"/>
          <a:ext cx="2149342" cy="265926"/>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Reuse </a:t>
          </a:r>
          <a:r>
            <a:rPr lang="en-US" sz="1200" kern="1200" dirty="0" err="1" smtClean="0"/>
            <a:t>reqs</a:t>
          </a:r>
          <a:endParaRPr lang="en-US" sz="1200" kern="1200" dirty="0"/>
        </a:p>
      </dsp:txBody>
      <dsp:txXfrm>
        <a:off x="2569618" y="4447898"/>
        <a:ext cx="2149342" cy="265926"/>
      </dsp:txXfrm>
    </dsp:sp>
    <dsp:sp modelId="{9E78D8E2-F656-42C8-8795-540CAA70D5A8}">
      <dsp:nvSpPr>
        <dsp:cNvPr id="0" name=""/>
        <dsp:cNvSpPr/>
      </dsp:nvSpPr>
      <dsp:spPr>
        <a:xfrm>
          <a:off x="2569618" y="4806781"/>
          <a:ext cx="2149342" cy="265926"/>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Track issue status</a:t>
          </a:r>
          <a:endParaRPr lang="en-US" sz="1200" kern="1200" dirty="0"/>
        </a:p>
      </dsp:txBody>
      <dsp:txXfrm>
        <a:off x="2569618" y="4806781"/>
        <a:ext cx="2149342" cy="265926"/>
      </dsp:txXfrm>
    </dsp:sp>
    <dsp:sp modelId="{BB595DBD-E598-416C-B1C2-0E8039923FA8}">
      <dsp:nvSpPr>
        <dsp:cNvPr id="0" name=""/>
        <dsp:cNvSpPr/>
      </dsp:nvSpPr>
      <dsp:spPr>
        <a:xfrm>
          <a:off x="2569618" y="5193375"/>
          <a:ext cx="2149342" cy="265926"/>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Generate tailored subsets</a:t>
          </a:r>
          <a:endParaRPr lang="en-US" sz="1200" kern="1200" dirty="0"/>
        </a:p>
      </dsp:txBody>
      <dsp:txXfrm>
        <a:off x="2569618" y="5193375"/>
        <a:ext cx="2149342" cy="265926"/>
      </dsp:txXfrm>
    </dsp:sp>
    <dsp:sp modelId="{9D593D37-6118-4963-A9DF-B6903D6AF6AD}">
      <dsp:nvSpPr>
        <dsp:cNvPr id="0" name=""/>
        <dsp:cNvSpPr/>
      </dsp:nvSpPr>
      <dsp:spPr>
        <a:xfrm>
          <a:off x="4063539" y="834618"/>
          <a:ext cx="1879542" cy="57274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RM tool capabilities</a:t>
          </a:r>
          <a:endParaRPr lang="en-US" sz="1200" kern="1200" dirty="0"/>
        </a:p>
      </dsp:txBody>
      <dsp:txXfrm>
        <a:off x="4063539" y="834618"/>
        <a:ext cx="1879542" cy="572748"/>
      </dsp:txXfrm>
    </dsp:sp>
    <dsp:sp modelId="{EE0F175B-0AD9-4B80-8156-BF24FCC9C0C5}">
      <dsp:nvSpPr>
        <dsp:cNvPr id="0" name=""/>
        <dsp:cNvSpPr/>
      </dsp:nvSpPr>
      <dsp:spPr>
        <a:xfrm>
          <a:off x="6063749" y="834618"/>
          <a:ext cx="1953264" cy="58614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Selecting and implementing a </a:t>
          </a:r>
          <a:r>
            <a:rPr lang="en-US" sz="1200" kern="1200" dirty="0" err="1" smtClean="0"/>
            <a:t>reqs</a:t>
          </a:r>
          <a:r>
            <a:rPr lang="en-US" sz="1200" kern="1200" dirty="0" smtClean="0"/>
            <a:t> tool</a:t>
          </a:r>
          <a:endParaRPr lang="en-US" sz="1200" kern="1200" dirty="0"/>
        </a:p>
      </dsp:txBody>
      <dsp:txXfrm>
        <a:off x="6063749" y="834618"/>
        <a:ext cx="1953264" cy="586148"/>
      </dsp:txXfrm>
    </dsp:sp>
    <dsp:sp modelId="{E7A6A566-BA08-49B0-B30B-F6E0719DD840}">
      <dsp:nvSpPr>
        <dsp:cNvPr id="0" name=""/>
        <dsp:cNvSpPr/>
      </dsp:nvSpPr>
      <dsp:spPr>
        <a:xfrm>
          <a:off x="6541665" y="1581851"/>
          <a:ext cx="1831425" cy="32087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l" defTabSz="533400">
            <a:lnSpc>
              <a:spcPct val="90000"/>
            </a:lnSpc>
            <a:spcBef>
              <a:spcPct val="0"/>
            </a:spcBef>
            <a:spcAft>
              <a:spcPct val="35000"/>
            </a:spcAft>
          </a:pPr>
          <a:r>
            <a:rPr lang="en-US" sz="1200" kern="1200" dirty="0" smtClean="0">
              <a:solidFill>
                <a:srgbClr val="003399"/>
              </a:solidFill>
            </a:rPr>
            <a:t>Selecting a tool</a:t>
          </a:r>
          <a:endParaRPr lang="en-US" sz="1200" kern="1200" dirty="0"/>
        </a:p>
      </dsp:txBody>
      <dsp:txXfrm>
        <a:off x="6541665" y="1581851"/>
        <a:ext cx="1831425" cy="320870"/>
      </dsp:txXfrm>
    </dsp:sp>
    <dsp:sp modelId="{12B5D86A-1EDA-415C-8D92-DA9EDF7DD9D7}">
      <dsp:nvSpPr>
        <dsp:cNvPr id="0" name=""/>
        <dsp:cNvSpPr/>
      </dsp:nvSpPr>
      <dsp:spPr>
        <a:xfrm>
          <a:off x="6541665" y="2023389"/>
          <a:ext cx="1831425" cy="32087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l" defTabSz="533400">
            <a:lnSpc>
              <a:spcPct val="90000"/>
            </a:lnSpc>
            <a:spcBef>
              <a:spcPct val="0"/>
            </a:spcBef>
            <a:spcAft>
              <a:spcPct val="35000"/>
            </a:spcAft>
          </a:pPr>
          <a:r>
            <a:rPr lang="en-US" sz="1200" kern="1200" dirty="0" smtClean="0">
              <a:solidFill>
                <a:srgbClr val="003399"/>
              </a:solidFill>
            </a:rPr>
            <a:t>Setting up the tool and processes</a:t>
          </a:r>
          <a:endParaRPr lang="en-US" sz="1200" kern="1200" dirty="0"/>
        </a:p>
      </dsp:txBody>
      <dsp:txXfrm>
        <a:off x="6541665" y="2023389"/>
        <a:ext cx="1831425" cy="320870"/>
      </dsp:txXfrm>
    </dsp:sp>
    <dsp:sp modelId="{BB84331A-10CC-4691-8D7D-B67A2D00E062}">
      <dsp:nvSpPr>
        <dsp:cNvPr id="0" name=""/>
        <dsp:cNvSpPr/>
      </dsp:nvSpPr>
      <dsp:spPr>
        <a:xfrm>
          <a:off x="6541665" y="2464926"/>
          <a:ext cx="1831425" cy="32087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l" defTabSz="533400">
            <a:lnSpc>
              <a:spcPct val="90000"/>
            </a:lnSpc>
            <a:spcBef>
              <a:spcPct val="0"/>
            </a:spcBef>
            <a:spcAft>
              <a:spcPct val="35000"/>
            </a:spcAft>
          </a:pPr>
          <a:r>
            <a:rPr lang="en-US" sz="1200" kern="1200" smtClean="0">
              <a:solidFill>
                <a:srgbClr val="003399"/>
              </a:solidFill>
            </a:rPr>
            <a:t>Facilitating user adoption</a:t>
          </a:r>
          <a:endParaRPr lang="en-US" sz="1200" kern="1200" dirty="0"/>
        </a:p>
      </dsp:txBody>
      <dsp:txXfrm>
        <a:off x="6541665" y="2464926"/>
        <a:ext cx="1831425" cy="3208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26BF0F-FF29-4C3E-A1ED-EEB899109616}">
      <dsp:nvSpPr>
        <dsp:cNvPr id="0" name=""/>
        <dsp:cNvSpPr/>
      </dsp:nvSpPr>
      <dsp:spPr>
        <a:xfrm>
          <a:off x="4314508" y="757833"/>
          <a:ext cx="3688249" cy="344224"/>
        </a:xfrm>
        <a:custGeom>
          <a:avLst/>
          <a:gdLst/>
          <a:ahLst/>
          <a:cxnLst/>
          <a:rect l="0" t="0" r="0" b="0"/>
          <a:pathLst>
            <a:path>
              <a:moveTo>
                <a:pt x="0" y="0"/>
              </a:moveTo>
              <a:lnTo>
                <a:pt x="0" y="278046"/>
              </a:lnTo>
              <a:lnTo>
                <a:pt x="3688249" y="278046"/>
              </a:lnTo>
              <a:lnTo>
                <a:pt x="3688249" y="34422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945A8F-3910-4024-8258-75F42FACA433}">
      <dsp:nvSpPr>
        <dsp:cNvPr id="0" name=""/>
        <dsp:cNvSpPr/>
      </dsp:nvSpPr>
      <dsp:spPr>
        <a:xfrm>
          <a:off x="4314508" y="757833"/>
          <a:ext cx="2557654" cy="355982"/>
        </a:xfrm>
        <a:custGeom>
          <a:avLst/>
          <a:gdLst/>
          <a:ahLst/>
          <a:cxnLst/>
          <a:rect l="0" t="0" r="0" b="0"/>
          <a:pathLst>
            <a:path>
              <a:moveTo>
                <a:pt x="0" y="0"/>
              </a:moveTo>
              <a:lnTo>
                <a:pt x="0" y="289803"/>
              </a:lnTo>
              <a:lnTo>
                <a:pt x="2557654" y="289803"/>
              </a:lnTo>
              <a:lnTo>
                <a:pt x="2557654" y="35598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D29D894-A146-40ED-AA50-8E54287CED63}">
      <dsp:nvSpPr>
        <dsp:cNvPr id="0" name=""/>
        <dsp:cNvSpPr/>
      </dsp:nvSpPr>
      <dsp:spPr>
        <a:xfrm>
          <a:off x="5490230" y="1821266"/>
          <a:ext cx="382296" cy="1998931"/>
        </a:xfrm>
        <a:custGeom>
          <a:avLst/>
          <a:gdLst/>
          <a:ahLst/>
          <a:cxnLst/>
          <a:rect l="0" t="0" r="0" b="0"/>
          <a:pathLst>
            <a:path>
              <a:moveTo>
                <a:pt x="0" y="0"/>
              </a:moveTo>
              <a:lnTo>
                <a:pt x="0" y="1998931"/>
              </a:lnTo>
              <a:lnTo>
                <a:pt x="382296" y="199893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70CE9F-0E23-47FB-86E9-0E4F835D3CA6}">
      <dsp:nvSpPr>
        <dsp:cNvPr id="0" name=""/>
        <dsp:cNvSpPr/>
      </dsp:nvSpPr>
      <dsp:spPr>
        <a:xfrm>
          <a:off x="5490230" y="1821266"/>
          <a:ext cx="382296" cy="1467634"/>
        </a:xfrm>
        <a:custGeom>
          <a:avLst/>
          <a:gdLst/>
          <a:ahLst/>
          <a:cxnLst/>
          <a:rect l="0" t="0" r="0" b="0"/>
          <a:pathLst>
            <a:path>
              <a:moveTo>
                <a:pt x="0" y="0"/>
              </a:moveTo>
              <a:lnTo>
                <a:pt x="0" y="1467634"/>
              </a:lnTo>
              <a:lnTo>
                <a:pt x="382296" y="146763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E8B849-DCAB-4394-9C7C-D06D5EDAA3DC}">
      <dsp:nvSpPr>
        <dsp:cNvPr id="0" name=""/>
        <dsp:cNvSpPr/>
      </dsp:nvSpPr>
      <dsp:spPr>
        <a:xfrm>
          <a:off x="5490230" y="1821266"/>
          <a:ext cx="382296" cy="936337"/>
        </a:xfrm>
        <a:custGeom>
          <a:avLst/>
          <a:gdLst/>
          <a:ahLst/>
          <a:cxnLst/>
          <a:rect l="0" t="0" r="0" b="0"/>
          <a:pathLst>
            <a:path>
              <a:moveTo>
                <a:pt x="0" y="0"/>
              </a:moveTo>
              <a:lnTo>
                <a:pt x="0" y="936337"/>
              </a:lnTo>
              <a:lnTo>
                <a:pt x="382296" y="93633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07B073-6124-4410-959E-CD49AB39C81A}">
      <dsp:nvSpPr>
        <dsp:cNvPr id="0" name=""/>
        <dsp:cNvSpPr/>
      </dsp:nvSpPr>
      <dsp:spPr>
        <a:xfrm>
          <a:off x="5490230" y="1821266"/>
          <a:ext cx="382296" cy="405040"/>
        </a:xfrm>
        <a:custGeom>
          <a:avLst/>
          <a:gdLst/>
          <a:ahLst/>
          <a:cxnLst/>
          <a:rect l="0" t="0" r="0" b="0"/>
          <a:pathLst>
            <a:path>
              <a:moveTo>
                <a:pt x="0" y="0"/>
              </a:moveTo>
              <a:lnTo>
                <a:pt x="0" y="405040"/>
              </a:lnTo>
              <a:lnTo>
                <a:pt x="382296" y="40504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74BF953-E540-4994-B38D-7DD02C74CA11}">
      <dsp:nvSpPr>
        <dsp:cNvPr id="0" name=""/>
        <dsp:cNvSpPr/>
      </dsp:nvSpPr>
      <dsp:spPr>
        <a:xfrm>
          <a:off x="4314508" y="757833"/>
          <a:ext cx="1548634" cy="354665"/>
        </a:xfrm>
        <a:custGeom>
          <a:avLst/>
          <a:gdLst/>
          <a:ahLst/>
          <a:cxnLst/>
          <a:rect l="0" t="0" r="0" b="0"/>
          <a:pathLst>
            <a:path>
              <a:moveTo>
                <a:pt x="0" y="0"/>
              </a:moveTo>
              <a:lnTo>
                <a:pt x="0" y="288486"/>
              </a:lnTo>
              <a:lnTo>
                <a:pt x="1548634" y="288486"/>
              </a:lnTo>
              <a:lnTo>
                <a:pt x="1548634" y="35466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1D27C0-0312-4DF4-B3F3-8719F3443DCE}">
      <dsp:nvSpPr>
        <dsp:cNvPr id="0" name=""/>
        <dsp:cNvSpPr/>
      </dsp:nvSpPr>
      <dsp:spPr>
        <a:xfrm>
          <a:off x="4314508" y="757833"/>
          <a:ext cx="420365" cy="351098"/>
        </a:xfrm>
        <a:custGeom>
          <a:avLst/>
          <a:gdLst/>
          <a:ahLst/>
          <a:cxnLst/>
          <a:rect l="0" t="0" r="0" b="0"/>
          <a:pathLst>
            <a:path>
              <a:moveTo>
                <a:pt x="0" y="0"/>
              </a:moveTo>
              <a:lnTo>
                <a:pt x="0" y="284919"/>
              </a:lnTo>
              <a:lnTo>
                <a:pt x="420365" y="284919"/>
              </a:lnTo>
              <a:lnTo>
                <a:pt x="420365" y="35109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7770BE-745F-4E41-B346-F3FBCA5F86BE}">
      <dsp:nvSpPr>
        <dsp:cNvPr id="0" name=""/>
        <dsp:cNvSpPr/>
      </dsp:nvSpPr>
      <dsp:spPr>
        <a:xfrm>
          <a:off x="3676010" y="757833"/>
          <a:ext cx="638497" cy="359011"/>
        </a:xfrm>
        <a:custGeom>
          <a:avLst/>
          <a:gdLst/>
          <a:ahLst/>
          <a:cxnLst/>
          <a:rect l="0" t="0" r="0" b="0"/>
          <a:pathLst>
            <a:path>
              <a:moveTo>
                <a:pt x="638497" y="0"/>
              </a:moveTo>
              <a:lnTo>
                <a:pt x="638497" y="292832"/>
              </a:lnTo>
              <a:lnTo>
                <a:pt x="0" y="292832"/>
              </a:lnTo>
              <a:lnTo>
                <a:pt x="0" y="35901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1B7DE50-6919-48CD-B44F-BDEA9F2E1367}">
      <dsp:nvSpPr>
        <dsp:cNvPr id="0" name=""/>
        <dsp:cNvSpPr/>
      </dsp:nvSpPr>
      <dsp:spPr>
        <a:xfrm>
          <a:off x="2656820" y="757833"/>
          <a:ext cx="1657687" cy="354265"/>
        </a:xfrm>
        <a:custGeom>
          <a:avLst/>
          <a:gdLst/>
          <a:ahLst/>
          <a:cxnLst/>
          <a:rect l="0" t="0" r="0" b="0"/>
          <a:pathLst>
            <a:path>
              <a:moveTo>
                <a:pt x="1657687" y="0"/>
              </a:moveTo>
              <a:lnTo>
                <a:pt x="1657687" y="288086"/>
              </a:lnTo>
              <a:lnTo>
                <a:pt x="0" y="288086"/>
              </a:lnTo>
              <a:lnTo>
                <a:pt x="0" y="35426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0151AE-D139-40DF-A603-F0B3F7DDDC4D}">
      <dsp:nvSpPr>
        <dsp:cNvPr id="0" name=""/>
        <dsp:cNvSpPr/>
      </dsp:nvSpPr>
      <dsp:spPr>
        <a:xfrm>
          <a:off x="1700651" y="757833"/>
          <a:ext cx="2613856" cy="339264"/>
        </a:xfrm>
        <a:custGeom>
          <a:avLst/>
          <a:gdLst/>
          <a:ahLst/>
          <a:cxnLst/>
          <a:rect l="0" t="0" r="0" b="0"/>
          <a:pathLst>
            <a:path>
              <a:moveTo>
                <a:pt x="2613856" y="0"/>
              </a:moveTo>
              <a:lnTo>
                <a:pt x="2613856" y="273085"/>
              </a:lnTo>
              <a:lnTo>
                <a:pt x="0" y="273085"/>
              </a:lnTo>
              <a:lnTo>
                <a:pt x="0" y="33926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A00C17-D0E1-45B0-A01E-1EEC6763C52A}">
      <dsp:nvSpPr>
        <dsp:cNvPr id="0" name=""/>
        <dsp:cNvSpPr/>
      </dsp:nvSpPr>
      <dsp:spPr>
        <a:xfrm>
          <a:off x="96188" y="1875826"/>
          <a:ext cx="91440" cy="3159870"/>
        </a:xfrm>
        <a:custGeom>
          <a:avLst/>
          <a:gdLst/>
          <a:ahLst/>
          <a:cxnLst/>
          <a:rect l="0" t="0" r="0" b="0"/>
          <a:pathLst>
            <a:path>
              <a:moveTo>
                <a:pt x="45720" y="0"/>
              </a:moveTo>
              <a:lnTo>
                <a:pt x="45720" y="3159870"/>
              </a:lnTo>
              <a:lnTo>
                <a:pt x="132413" y="315987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D33D41-F9C5-45C7-949F-72D5165C073A}">
      <dsp:nvSpPr>
        <dsp:cNvPr id="0" name=""/>
        <dsp:cNvSpPr/>
      </dsp:nvSpPr>
      <dsp:spPr>
        <a:xfrm>
          <a:off x="96188" y="1875826"/>
          <a:ext cx="91440" cy="2622913"/>
        </a:xfrm>
        <a:custGeom>
          <a:avLst/>
          <a:gdLst/>
          <a:ahLst/>
          <a:cxnLst/>
          <a:rect l="0" t="0" r="0" b="0"/>
          <a:pathLst>
            <a:path>
              <a:moveTo>
                <a:pt x="45720" y="0"/>
              </a:moveTo>
              <a:lnTo>
                <a:pt x="45720" y="2622913"/>
              </a:lnTo>
              <a:lnTo>
                <a:pt x="132413" y="262291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19A6FD-1BB8-4AF3-A57C-B0E2EB03B3A8}">
      <dsp:nvSpPr>
        <dsp:cNvPr id="0" name=""/>
        <dsp:cNvSpPr/>
      </dsp:nvSpPr>
      <dsp:spPr>
        <a:xfrm>
          <a:off x="96188" y="1875826"/>
          <a:ext cx="91440" cy="2078248"/>
        </a:xfrm>
        <a:custGeom>
          <a:avLst/>
          <a:gdLst/>
          <a:ahLst/>
          <a:cxnLst/>
          <a:rect l="0" t="0" r="0" b="0"/>
          <a:pathLst>
            <a:path>
              <a:moveTo>
                <a:pt x="45720" y="0"/>
              </a:moveTo>
              <a:lnTo>
                <a:pt x="45720" y="2078248"/>
              </a:lnTo>
              <a:lnTo>
                <a:pt x="132413" y="207824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636C06-AABB-4991-99EF-D519C9F01F26}">
      <dsp:nvSpPr>
        <dsp:cNvPr id="0" name=""/>
        <dsp:cNvSpPr/>
      </dsp:nvSpPr>
      <dsp:spPr>
        <a:xfrm>
          <a:off x="96188" y="1875826"/>
          <a:ext cx="91440" cy="1531036"/>
        </a:xfrm>
        <a:custGeom>
          <a:avLst/>
          <a:gdLst/>
          <a:ahLst/>
          <a:cxnLst/>
          <a:rect l="0" t="0" r="0" b="0"/>
          <a:pathLst>
            <a:path>
              <a:moveTo>
                <a:pt x="45720" y="0"/>
              </a:moveTo>
              <a:lnTo>
                <a:pt x="45720" y="1531036"/>
              </a:lnTo>
              <a:lnTo>
                <a:pt x="132413" y="153103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3C8DF7-9CB2-47F0-A42C-554D5D6B5498}">
      <dsp:nvSpPr>
        <dsp:cNvPr id="0" name=""/>
        <dsp:cNvSpPr/>
      </dsp:nvSpPr>
      <dsp:spPr>
        <a:xfrm>
          <a:off x="96188" y="1875826"/>
          <a:ext cx="91440" cy="933612"/>
        </a:xfrm>
        <a:custGeom>
          <a:avLst/>
          <a:gdLst/>
          <a:ahLst/>
          <a:cxnLst/>
          <a:rect l="0" t="0" r="0" b="0"/>
          <a:pathLst>
            <a:path>
              <a:moveTo>
                <a:pt x="45720" y="0"/>
              </a:moveTo>
              <a:lnTo>
                <a:pt x="45720" y="933612"/>
              </a:lnTo>
              <a:lnTo>
                <a:pt x="132413" y="93361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5B4EED-8F8A-44FB-BA06-E88292DE9A10}">
      <dsp:nvSpPr>
        <dsp:cNvPr id="0" name=""/>
        <dsp:cNvSpPr/>
      </dsp:nvSpPr>
      <dsp:spPr>
        <a:xfrm>
          <a:off x="96188" y="1875826"/>
          <a:ext cx="91440" cy="360452"/>
        </a:xfrm>
        <a:custGeom>
          <a:avLst/>
          <a:gdLst/>
          <a:ahLst/>
          <a:cxnLst/>
          <a:rect l="0" t="0" r="0" b="0"/>
          <a:pathLst>
            <a:path>
              <a:moveTo>
                <a:pt x="45720" y="0"/>
              </a:moveTo>
              <a:lnTo>
                <a:pt x="45720" y="360452"/>
              </a:lnTo>
              <a:lnTo>
                <a:pt x="132413" y="36045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595217" y="757833"/>
          <a:ext cx="3719290" cy="339116"/>
        </a:xfrm>
        <a:custGeom>
          <a:avLst/>
          <a:gdLst/>
          <a:ahLst/>
          <a:cxnLst/>
          <a:rect l="0" t="0" r="0" b="0"/>
          <a:pathLst>
            <a:path>
              <a:moveTo>
                <a:pt x="3719290" y="0"/>
              </a:moveTo>
              <a:lnTo>
                <a:pt x="3719290" y="272937"/>
              </a:lnTo>
              <a:lnTo>
                <a:pt x="0" y="272937"/>
              </a:lnTo>
              <a:lnTo>
                <a:pt x="0" y="33911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118406" y="109346"/>
          <a:ext cx="2392204" cy="648487"/>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31 – Improving your requirements processes</a:t>
          </a:r>
          <a:endParaRPr lang="en-US" sz="1600" kern="1200" dirty="0"/>
        </a:p>
      </dsp:txBody>
      <dsp:txXfrm>
        <a:off x="3118406" y="109346"/>
        <a:ext cx="2392204" cy="648487"/>
      </dsp:txXfrm>
    </dsp:sp>
    <dsp:sp modelId="{C9422C4E-2B02-4D33-A16B-EF7B187ECAB7}">
      <dsp:nvSpPr>
        <dsp:cNvPr id="0" name=""/>
        <dsp:cNvSpPr/>
      </dsp:nvSpPr>
      <dsp:spPr>
        <a:xfrm>
          <a:off x="28581" y="1096950"/>
          <a:ext cx="1133273" cy="77887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How requirements relate to other project processes</a:t>
          </a:r>
          <a:endParaRPr lang="en-US" sz="1200" kern="1200" dirty="0"/>
        </a:p>
      </dsp:txBody>
      <dsp:txXfrm>
        <a:off x="28581" y="1096950"/>
        <a:ext cx="1133273" cy="778875"/>
      </dsp:txXfrm>
    </dsp:sp>
    <dsp:sp modelId="{C6FAE040-2A5A-4E02-94DD-A745D018122F}">
      <dsp:nvSpPr>
        <dsp:cNvPr id="0" name=""/>
        <dsp:cNvSpPr/>
      </dsp:nvSpPr>
      <dsp:spPr>
        <a:xfrm>
          <a:off x="228602" y="2032339"/>
          <a:ext cx="1180373" cy="40787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Project planning process</a:t>
          </a:r>
          <a:endParaRPr lang="en-US" sz="1200" kern="1200" dirty="0"/>
        </a:p>
      </dsp:txBody>
      <dsp:txXfrm>
        <a:off x="228602" y="2032339"/>
        <a:ext cx="1180373" cy="407879"/>
      </dsp:txXfrm>
    </dsp:sp>
    <dsp:sp modelId="{D051AD6C-BD44-4B30-BAA8-766706739534}">
      <dsp:nvSpPr>
        <dsp:cNvPr id="0" name=""/>
        <dsp:cNvSpPr/>
      </dsp:nvSpPr>
      <dsp:spPr>
        <a:xfrm>
          <a:off x="228602" y="2543833"/>
          <a:ext cx="1230310" cy="531211"/>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Project tracking &amp; control process</a:t>
          </a:r>
          <a:endParaRPr lang="en-US" sz="1200" kern="1200" dirty="0"/>
        </a:p>
      </dsp:txBody>
      <dsp:txXfrm>
        <a:off x="228602" y="2543833"/>
        <a:ext cx="1230310" cy="531211"/>
      </dsp:txXfrm>
    </dsp:sp>
    <dsp:sp modelId="{2CF404F2-0ACA-4C8A-B4A0-A3CC582C9107}">
      <dsp:nvSpPr>
        <dsp:cNvPr id="0" name=""/>
        <dsp:cNvSpPr/>
      </dsp:nvSpPr>
      <dsp:spPr>
        <a:xfrm>
          <a:off x="228602" y="3151988"/>
          <a:ext cx="1263506" cy="50974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Change control process</a:t>
          </a:r>
          <a:endParaRPr lang="en-US" sz="1200" kern="1200" dirty="0"/>
        </a:p>
      </dsp:txBody>
      <dsp:txXfrm>
        <a:off x="228602" y="3151988"/>
        <a:ext cx="1263506" cy="509747"/>
      </dsp:txXfrm>
    </dsp:sp>
    <dsp:sp modelId="{B884830D-3363-4530-B0AD-560D97BED530}">
      <dsp:nvSpPr>
        <dsp:cNvPr id="0" name=""/>
        <dsp:cNvSpPr/>
      </dsp:nvSpPr>
      <dsp:spPr>
        <a:xfrm>
          <a:off x="228602" y="3727140"/>
          <a:ext cx="1239871" cy="45386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Acceptance &amp; system testing process</a:t>
          </a:r>
          <a:endParaRPr lang="en-US" sz="1200" kern="1200" dirty="0"/>
        </a:p>
      </dsp:txBody>
      <dsp:txXfrm>
        <a:off x="228602" y="3727140"/>
        <a:ext cx="1239871" cy="453867"/>
      </dsp:txXfrm>
    </dsp:sp>
    <dsp:sp modelId="{99B13230-78A2-4446-AEF8-C26E6EC3E5B0}">
      <dsp:nvSpPr>
        <dsp:cNvPr id="0" name=""/>
        <dsp:cNvSpPr/>
      </dsp:nvSpPr>
      <dsp:spPr>
        <a:xfrm>
          <a:off x="228602" y="4271805"/>
          <a:ext cx="1239871" cy="45386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Construction process</a:t>
          </a:r>
          <a:endParaRPr lang="en-US" sz="1200" kern="1200" dirty="0"/>
        </a:p>
      </dsp:txBody>
      <dsp:txXfrm>
        <a:off x="228602" y="4271805"/>
        <a:ext cx="1239871" cy="453867"/>
      </dsp:txXfrm>
    </dsp:sp>
    <dsp:sp modelId="{9B3B753F-3337-4FC5-847E-03B30A2CFC72}">
      <dsp:nvSpPr>
        <dsp:cNvPr id="0" name=""/>
        <dsp:cNvSpPr/>
      </dsp:nvSpPr>
      <dsp:spPr>
        <a:xfrm>
          <a:off x="228602" y="4808762"/>
          <a:ext cx="1239871" cy="45386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User documentation process</a:t>
          </a:r>
          <a:endParaRPr lang="en-US" sz="1200" kern="1200" dirty="0"/>
        </a:p>
      </dsp:txBody>
      <dsp:txXfrm>
        <a:off x="228602" y="4808762"/>
        <a:ext cx="1239871" cy="453867"/>
      </dsp:txXfrm>
    </dsp:sp>
    <dsp:sp modelId="{F3605272-BB3C-482A-BD0E-4FF39B81FDEE}">
      <dsp:nvSpPr>
        <dsp:cNvPr id="0" name=""/>
        <dsp:cNvSpPr/>
      </dsp:nvSpPr>
      <dsp:spPr>
        <a:xfrm>
          <a:off x="1251851" y="1097098"/>
          <a:ext cx="897600" cy="82141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and various stakeholder groups</a:t>
          </a:r>
          <a:endParaRPr lang="en-US" sz="1200" kern="1200" dirty="0"/>
        </a:p>
      </dsp:txBody>
      <dsp:txXfrm>
        <a:off x="1251851" y="1097098"/>
        <a:ext cx="897600" cy="821415"/>
      </dsp:txXfrm>
    </dsp:sp>
    <dsp:sp modelId="{BB595DBD-E598-416C-B1C2-0E8039923FA8}">
      <dsp:nvSpPr>
        <dsp:cNvPr id="0" name=""/>
        <dsp:cNvSpPr/>
      </dsp:nvSpPr>
      <dsp:spPr>
        <a:xfrm>
          <a:off x="2205540" y="1112099"/>
          <a:ext cx="902560" cy="75103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Gaining commitment to change</a:t>
          </a:r>
          <a:endParaRPr lang="en-US" sz="1200" kern="1200" dirty="0"/>
        </a:p>
      </dsp:txBody>
      <dsp:txXfrm>
        <a:off x="2205540" y="1112099"/>
        <a:ext cx="902560" cy="751039"/>
      </dsp:txXfrm>
    </dsp:sp>
    <dsp:sp modelId="{E7A6A566-BA08-49B0-B30B-F6E0719DD840}">
      <dsp:nvSpPr>
        <dsp:cNvPr id="0" name=""/>
        <dsp:cNvSpPr/>
      </dsp:nvSpPr>
      <dsp:spPr>
        <a:xfrm>
          <a:off x="3172445" y="1116845"/>
          <a:ext cx="1007129" cy="70212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Fundamentals of software process improvement</a:t>
          </a:r>
          <a:endParaRPr lang="en-US" sz="1200" kern="1200" dirty="0"/>
        </a:p>
      </dsp:txBody>
      <dsp:txXfrm>
        <a:off x="3172445" y="1116845"/>
        <a:ext cx="1007129" cy="702120"/>
      </dsp:txXfrm>
    </dsp:sp>
    <dsp:sp modelId="{12B5D86A-1EDA-415C-8D92-DA9EDF7DD9D7}">
      <dsp:nvSpPr>
        <dsp:cNvPr id="0" name=""/>
        <dsp:cNvSpPr/>
      </dsp:nvSpPr>
      <dsp:spPr>
        <a:xfrm>
          <a:off x="4257736" y="1108932"/>
          <a:ext cx="954274" cy="749274"/>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Root cause analysis</a:t>
          </a:r>
          <a:endParaRPr lang="en-US" sz="1200" kern="1200" dirty="0"/>
        </a:p>
      </dsp:txBody>
      <dsp:txXfrm>
        <a:off x="4257736" y="1108932"/>
        <a:ext cx="954274" cy="749274"/>
      </dsp:txXfrm>
    </dsp:sp>
    <dsp:sp modelId="{6700DCAE-9865-4201-9F5F-49E4DEA36F22}">
      <dsp:nvSpPr>
        <dsp:cNvPr id="0" name=""/>
        <dsp:cNvSpPr/>
      </dsp:nvSpPr>
      <dsp:spPr>
        <a:xfrm>
          <a:off x="5397003" y="1112499"/>
          <a:ext cx="932278" cy="70876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The process improvement cycle</a:t>
          </a:r>
          <a:endParaRPr lang="en-US" sz="1200" kern="1200" dirty="0"/>
        </a:p>
      </dsp:txBody>
      <dsp:txXfrm>
        <a:off x="5397003" y="1112499"/>
        <a:ext cx="932278" cy="708766"/>
      </dsp:txXfrm>
    </dsp:sp>
    <dsp:sp modelId="{71EE5E1B-263D-497A-BF00-B6A2321711ED}">
      <dsp:nvSpPr>
        <dsp:cNvPr id="0" name=""/>
        <dsp:cNvSpPr/>
      </dsp:nvSpPr>
      <dsp:spPr>
        <a:xfrm>
          <a:off x="5872527" y="2026836"/>
          <a:ext cx="1048841" cy="39893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Access current practices</a:t>
          </a:r>
          <a:endParaRPr lang="en-US" sz="1200" kern="1200" dirty="0"/>
        </a:p>
      </dsp:txBody>
      <dsp:txXfrm>
        <a:off x="5872527" y="2026836"/>
        <a:ext cx="1048841" cy="398939"/>
      </dsp:txXfrm>
    </dsp:sp>
    <dsp:sp modelId="{D782E0B1-7687-4A87-BCE3-A84D23CC38D7}">
      <dsp:nvSpPr>
        <dsp:cNvPr id="0" name=""/>
        <dsp:cNvSpPr/>
      </dsp:nvSpPr>
      <dsp:spPr>
        <a:xfrm>
          <a:off x="5872527" y="2558133"/>
          <a:ext cx="1048841" cy="39893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Plan improvement actions</a:t>
          </a:r>
          <a:endParaRPr lang="en-US" sz="1200" kern="1200" dirty="0"/>
        </a:p>
      </dsp:txBody>
      <dsp:txXfrm>
        <a:off x="5872527" y="2558133"/>
        <a:ext cx="1048841" cy="398939"/>
      </dsp:txXfrm>
    </dsp:sp>
    <dsp:sp modelId="{E66DF0A1-146C-482A-8894-3AE183E22CE7}">
      <dsp:nvSpPr>
        <dsp:cNvPr id="0" name=""/>
        <dsp:cNvSpPr/>
      </dsp:nvSpPr>
      <dsp:spPr>
        <a:xfrm>
          <a:off x="5872527" y="3089430"/>
          <a:ext cx="1048841" cy="39893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solidFill>
                <a:srgbClr val="003399"/>
              </a:solidFill>
            </a:rPr>
            <a:t>Create, pilot, and roll out processes</a:t>
          </a:r>
          <a:endParaRPr lang="en-US" sz="1200" kern="1200" dirty="0"/>
        </a:p>
      </dsp:txBody>
      <dsp:txXfrm>
        <a:off x="5872527" y="3089430"/>
        <a:ext cx="1048841" cy="398939"/>
      </dsp:txXfrm>
    </dsp:sp>
    <dsp:sp modelId="{3D2A00EF-1908-4CBB-BEA5-08CBE58BE3A2}">
      <dsp:nvSpPr>
        <dsp:cNvPr id="0" name=""/>
        <dsp:cNvSpPr/>
      </dsp:nvSpPr>
      <dsp:spPr>
        <a:xfrm>
          <a:off x="5872527" y="3620728"/>
          <a:ext cx="1048841" cy="39893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solidFill>
                <a:srgbClr val="003399"/>
              </a:solidFill>
            </a:rPr>
            <a:t>Evaluate results</a:t>
          </a:r>
          <a:endParaRPr lang="en-US" sz="1200" kern="1200" dirty="0"/>
        </a:p>
      </dsp:txBody>
      <dsp:txXfrm>
        <a:off x="5872527" y="3620728"/>
        <a:ext cx="1048841" cy="398939"/>
      </dsp:txXfrm>
    </dsp:sp>
    <dsp:sp modelId="{77DDDD68-CACB-4E6E-B03E-2E9BBBBC0DC0}">
      <dsp:nvSpPr>
        <dsp:cNvPr id="0" name=""/>
        <dsp:cNvSpPr/>
      </dsp:nvSpPr>
      <dsp:spPr>
        <a:xfrm>
          <a:off x="6405065" y="1113816"/>
          <a:ext cx="934194" cy="67459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Requirements engineering process assets</a:t>
          </a:r>
          <a:endParaRPr lang="en-US" sz="1200" kern="1200" dirty="0"/>
        </a:p>
      </dsp:txBody>
      <dsp:txXfrm>
        <a:off x="6405065" y="1113816"/>
        <a:ext cx="934194" cy="674599"/>
      </dsp:txXfrm>
    </dsp:sp>
    <dsp:sp modelId="{7107D20C-6242-4AB2-B0A3-F4B3A0F465D2}">
      <dsp:nvSpPr>
        <dsp:cNvPr id="0" name=""/>
        <dsp:cNvSpPr/>
      </dsp:nvSpPr>
      <dsp:spPr>
        <a:xfrm>
          <a:off x="7506598" y="1102058"/>
          <a:ext cx="992318" cy="78251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requirements process improvement road map</a:t>
          </a:r>
          <a:endParaRPr lang="en-US" sz="1200" kern="1200" dirty="0"/>
        </a:p>
      </dsp:txBody>
      <dsp:txXfrm>
        <a:off x="7506598" y="1102058"/>
        <a:ext cx="992318" cy="78251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4BE285-8A61-4B4C-B80F-607DFD2AF96C}" type="datetimeFigureOut">
              <a:rPr lang="en-US" smtClean="0"/>
              <a:t>30/03/2020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5B97E4-1541-42CA-A8D2-7E7D3B32D109}" type="slidenum">
              <a:rPr lang="en-US" smtClean="0"/>
              <a:t>‹#›</a:t>
            </a:fld>
            <a:endParaRPr lang="en-US"/>
          </a:p>
        </p:txBody>
      </p:sp>
    </p:spTree>
    <p:extLst>
      <p:ext uri="{BB962C8B-B14F-4D97-AF65-F5344CB8AC3E}">
        <p14:creationId xmlns:p14="http://schemas.microsoft.com/office/powerpoint/2010/main" val="4158872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2424715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23</a:t>
            </a:fld>
            <a:endParaRPr lang="en-US"/>
          </a:p>
        </p:txBody>
      </p:sp>
    </p:spTree>
    <p:extLst>
      <p:ext uri="{BB962C8B-B14F-4D97-AF65-F5344CB8AC3E}">
        <p14:creationId xmlns:p14="http://schemas.microsoft.com/office/powerpoint/2010/main" val="2264672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24</a:t>
            </a:fld>
            <a:endParaRPr lang="en-US"/>
          </a:p>
        </p:txBody>
      </p:sp>
    </p:spTree>
    <p:extLst>
      <p:ext uri="{BB962C8B-B14F-4D97-AF65-F5344CB8AC3E}">
        <p14:creationId xmlns:p14="http://schemas.microsoft.com/office/powerpoint/2010/main" val="39577254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70555544"/>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1084146"/>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vi-VN" smtClean="0"/>
              <a:t>Chapter 31: Improving your requirements processes _BayHV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21794159"/>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32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smtClean="0"/>
              <a:t>Chapter 31: Improving your requirements processes _BayHV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68272656"/>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43200" y="-1"/>
            <a:ext cx="6400800" cy="1111252"/>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smtClean="0"/>
              <a:t>Chapter 31: Improving your requirements processes _BayHV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24833661"/>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1066800"/>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smtClean="0"/>
              <a:t>Chapter 31: Improving your requirements processes _BayHV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2311355"/>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559370" y="0"/>
            <a:ext cx="658463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vi-VN" smtClean="0"/>
              <a:t>Chapter 31: Improving your requirements processes _BayHV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116548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4291" y="4087091"/>
            <a:ext cx="7697441" cy="1830736"/>
          </a:xfrm>
        </p:spPr>
        <p:txBody>
          <a:bodyPr>
            <a:normAutofit/>
          </a:bodyPr>
          <a:lstStyle/>
          <a:p>
            <a:r>
              <a:rPr lang="en-US" dirty="0"/>
              <a:t>Chapter </a:t>
            </a:r>
            <a:r>
              <a:rPr lang="en-US" dirty="0" smtClean="0"/>
              <a:t>31</a:t>
            </a:r>
            <a:br>
              <a:rPr lang="en-US" dirty="0" smtClean="0"/>
            </a:br>
            <a:r>
              <a:rPr lang="en-US" dirty="0" smtClean="0"/>
              <a:t> </a:t>
            </a:r>
            <a:br>
              <a:rPr lang="en-US" dirty="0" smtClean="0"/>
            </a:br>
            <a:r>
              <a:rPr lang="en-US" dirty="0" smtClean="0"/>
              <a:t>Improving </a:t>
            </a:r>
            <a:r>
              <a:rPr lang="en-US" dirty="0"/>
              <a:t>your requirements processes</a:t>
            </a:r>
          </a:p>
        </p:txBody>
      </p:sp>
    </p:spTree>
    <p:extLst>
      <p:ext uri="{BB962C8B-B14F-4D97-AF65-F5344CB8AC3E}">
        <p14:creationId xmlns:p14="http://schemas.microsoft.com/office/powerpoint/2010/main" val="1313413257"/>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30</a:t>
            </a:r>
            <a:endParaRPr lang="en-US" sz="3200" dirty="0"/>
          </a:p>
        </p:txBody>
      </p:sp>
      <p:sp>
        <p:nvSpPr>
          <p:cNvPr id="4" name="Footer Placeholder 3"/>
          <p:cNvSpPr>
            <a:spLocks noGrp="1"/>
          </p:cNvSpPr>
          <p:nvPr>
            <p:ph type="ftr" sz="quarter" idx="10"/>
          </p:nvPr>
        </p:nvSpPr>
        <p:spPr/>
        <p:txBody>
          <a:bodyPr/>
          <a:lstStyle/>
          <a:p>
            <a:pPr>
              <a:defRPr/>
            </a:pPr>
            <a:r>
              <a:rPr lang="en-US"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557235894"/>
              </p:ext>
            </p:extLst>
          </p:nvPr>
        </p:nvGraphicFramePr>
        <p:xfrm>
          <a:off x="228600" y="1052161"/>
          <a:ext cx="8686800" cy="5459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08988378"/>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818" y="1111251"/>
            <a:ext cx="8659091" cy="5229223"/>
          </a:xfrm>
        </p:spPr>
        <p:txBody>
          <a:bodyPr>
            <a:normAutofit/>
          </a:bodyPr>
          <a:lstStyle/>
          <a:p>
            <a:r>
              <a:rPr lang="en-US" dirty="0" smtClean="0"/>
              <a:t>Student could understand how </a:t>
            </a:r>
            <a:r>
              <a:rPr lang="en-US" dirty="0"/>
              <a:t>requirements relate to various other project processes and  stakeholders. </a:t>
            </a:r>
            <a:endParaRPr lang="en-US" dirty="0" smtClean="0"/>
          </a:p>
          <a:p>
            <a:r>
              <a:rPr lang="en-US" dirty="0" smtClean="0"/>
              <a:t>Student enhance some basic </a:t>
            </a:r>
            <a:r>
              <a:rPr lang="en-US" dirty="0"/>
              <a:t>concepts about software process improvement and a  suggested process improvement cycle. </a:t>
            </a:r>
            <a:endParaRPr lang="en-US" dirty="0" smtClean="0"/>
          </a:p>
          <a:p>
            <a:r>
              <a:rPr lang="en-US" dirty="0" smtClean="0"/>
              <a:t>Student enhance a list </a:t>
            </a:r>
            <a:r>
              <a:rPr lang="en-US" dirty="0"/>
              <a:t>several useful requirements “process assets” that </a:t>
            </a:r>
            <a:r>
              <a:rPr lang="en-US" dirty="0" smtClean="0"/>
              <a:t>your organization </a:t>
            </a:r>
            <a:r>
              <a:rPr lang="en-US" dirty="0"/>
              <a:t>should have available. </a:t>
            </a:r>
            <a:endParaRPr lang="en-US" dirty="0" smtClean="0"/>
          </a:p>
        </p:txBody>
      </p:sp>
      <p:sp>
        <p:nvSpPr>
          <p:cNvPr id="2" name="Title 1"/>
          <p:cNvSpPr>
            <a:spLocks noGrp="1"/>
          </p:cNvSpPr>
          <p:nvPr>
            <p:ph type="title"/>
          </p:nvPr>
        </p:nvSpPr>
        <p:spPr/>
        <p:txBody>
          <a:bodyPr/>
          <a:lstStyle/>
          <a:p>
            <a:r>
              <a:rPr lang="en-US" smtClean="0"/>
              <a:t>Objectives</a:t>
            </a:r>
            <a:endParaRPr lang="en-US"/>
          </a:p>
        </p:txBody>
      </p:sp>
      <p:sp>
        <p:nvSpPr>
          <p:cNvPr id="4" name="Footer Placeholder 3"/>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pic>
        <p:nvPicPr>
          <p:cNvPr id="6" name="Picture 5"/>
          <p:cNvPicPr>
            <a:picLocks noChangeAspect="1"/>
          </p:cNvPicPr>
          <p:nvPr/>
        </p:nvPicPr>
        <p:blipFill>
          <a:blip r:embed="rId2"/>
          <a:stretch>
            <a:fillRect/>
          </a:stretch>
        </p:blipFill>
        <p:spPr>
          <a:xfrm>
            <a:off x="6968836" y="4378036"/>
            <a:ext cx="1870363" cy="1870363"/>
          </a:xfrm>
          <a:prstGeom prst="rect">
            <a:avLst/>
          </a:prstGeom>
        </p:spPr>
      </p:pic>
    </p:spTree>
    <p:extLst>
      <p:ext uri="{BB962C8B-B14F-4D97-AF65-F5344CB8AC3E}">
        <p14:creationId xmlns:p14="http://schemas.microsoft.com/office/powerpoint/2010/main" val="3308508209"/>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1" y="1111251"/>
            <a:ext cx="8659091" cy="5229224"/>
          </a:xfrm>
        </p:spPr>
        <p:txBody>
          <a:bodyPr>
            <a:normAutofit/>
          </a:bodyPr>
          <a:lstStyle/>
          <a:p>
            <a:r>
              <a:rPr lang="en-US" sz="3200" dirty="0"/>
              <a:t>How requirements relate to other project </a:t>
            </a:r>
            <a:r>
              <a:rPr lang="en-US" sz="3200" dirty="0" smtClean="0"/>
              <a:t>processes.</a:t>
            </a:r>
          </a:p>
          <a:p>
            <a:r>
              <a:rPr lang="en-US" sz="3200" dirty="0"/>
              <a:t>Requirements and various stakeholder </a:t>
            </a:r>
            <a:r>
              <a:rPr lang="en-US" sz="3200" dirty="0" smtClean="0"/>
              <a:t>groups.</a:t>
            </a:r>
          </a:p>
          <a:p>
            <a:r>
              <a:rPr lang="en-US" sz="3200" dirty="0"/>
              <a:t>Gaining commitment to </a:t>
            </a:r>
            <a:r>
              <a:rPr lang="en-US" sz="3200" dirty="0" smtClean="0"/>
              <a:t>change.</a:t>
            </a:r>
            <a:endParaRPr lang="en-US" sz="3200" dirty="0"/>
          </a:p>
        </p:txBody>
      </p:sp>
      <p:sp>
        <p:nvSpPr>
          <p:cNvPr id="2" name="Title 1"/>
          <p:cNvSpPr>
            <a:spLocks noGrp="1"/>
          </p:cNvSpPr>
          <p:nvPr>
            <p:ph type="title"/>
          </p:nvPr>
        </p:nvSpPr>
        <p:spPr/>
        <p:txBody>
          <a:bodyPr/>
          <a:lstStyle/>
          <a:p>
            <a:r>
              <a:rPr lang="en-US" smtClean="0"/>
              <a:t>Contents</a:t>
            </a:r>
            <a:endParaRPr lang="en-US"/>
          </a:p>
        </p:txBody>
      </p:sp>
      <p:sp>
        <p:nvSpPr>
          <p:cNvPr id="4" name="Footer Placeholder 3"/>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pic>
        <p:nvPicPr>
          <p:cNvPr id="6" name="Picture 5"/>
          <p:cNvPicPr>
            <a:picLocks noChangeAspect="1"/>
          </p:cNvPicPr>
          <p:nvPr/>
        </p:nvPicPr>
        <p:blipFill>
          <a:blip r:embed="rId2"/>
          <a:stretch>
            <a:fillRect/>
          </a:stretch>
        </p:blipFill>
        <p:spPr>
          <a:xfrm>
            <a:off x="6428509" y="3449781"/>
            <a:ext cx="2715491" cy="2715491"/>
          </a:xfrm>
          <a:prstGeom prst="rect">
            <a:avLst/>
          </a:prstGeom>
        </p:spPr>
      </p:pic>
    </p:spTree>
    <p:extLst>
      <p:ext uri="{BB962C8B-B14F-4D97-AF65-F5344CB8AC3E}">
        <p14:creationId xmlns:p14="http://schemas.microsoft.com/office/powerpoint/2010/main" val="4217193527"/>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Why you need to improve your requirements processes?</a:t>
            </a:r>
            <a:endParaRPr lang="en-US" dirty="0"/>
          </a:p>
        </p:txBody>
      </p:sp>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
        <p:nvSpPr>
          <p:cNvPr id="6" name="Content Placeholder 2"/>
          <p:cNvSpPr>
            <a:spLocks noGrp="1"/>
          </p:cNvSpPr>
          <p:nvPr>
            <p:ph idx="1"/>
          </p:nvPr>
        </p:nvSpPr>
        <p:spPr>
          <a:xfrm>
            <a:off x="249382" y="1111251"/>
            <a:ext cx="8700654" cy="5229224"/>
          </a:xfrm>
        </p:spPr>
        <p:txBody>
          <a:bodyPr>
            <a:normAutofit/>
          </a:bodyPr>
          <a:lstStyle/>
          <a:p>
            <a:r>
              <a:rPr lang="en-US" dirty="0"/>
              <a:t>The ultimate objective of process improvement is to </a:t>
            </a:r>
            <a:r>
              <a:rPr lang="en-US" i="1" dirty="0">
                <a:solidFill>
                  <a:srgbClr val="003399"/>
                </a:solidFill>
              </a:rPr>
              <a:t>reduce the cost of creating </a:t>
            </a:r>
            <a:r>
              <a:rPr lang="en-US" dirty="0"/>
              <a:t>and </a:t>
            </a:r>
            <a:r>
              <a:rPr lang="en-US" i="1" dirty="0">
                <a:solidFill>
                  <a:srgbClr val="003399"/>
                </a:solidFill>
              </a:rPr>
              <a:t>maintaining software</a:t>
            </a:r>
            <a:r>
              <a:rPr lang="en-US" dirty="0"/>
              <a:t>, thereby </a:t>
            </a:r>
            <a:r>
              <a:rPr lang="en-US" i="1" dirty="0">
                <a:solidFill>
                  <a:srgbClr val="003399"/>
                </a:solidFill>
              </a:rPr>
              <a:t>increasing the value delivered by projects</a:t>
            </a:r>
            <a:r>
              <a:rPr lang="en-US" dirty="0"/>
              <a:t>. Ways to accomplish this include:</a:t>
            </a:r>
          </a:p>
          <a:p>
            <a:pPr lvl="1"/>
            <a:r>
              <a:rPr lang="en-US" dirty="0"/>
              <a:t>Correcting problems encountered on previous projects that arose from process </a:t>
            </a:r>
            <a:r>
              <a:rPr lang="en-US" dirty="0" smtClean="0"/>
              <a:t>shortcomings </a:t>
            </a:r>
            <a:r>
              <a:rPr lang="en-US" sz="1600" dirty="0" smtClean="0"/>
              <a:t>(</a:t>
            </a:r>
            <a:r>
              <a:rPr lang="en-US" sz="1600" dirty="0" err="1" smtClean="0"/>
              <a:t>thiếu</a:t>
            </a:r>
            <a:r>
              <a:rPr lang="en-US" sz="1600" dirty="0" smtClean="0"/>
              <a:t> </a:t>
            </a:r>
            <a:r>
              <a:rPr lang="en-US" sz="1600" dirty="0" err="1" smtClean="0"/>
              <a:t>sót</a:t>
            </a:r>
            <a:r>
              <a:rPr lang="en-US" sz="1600" dirty="0" smtClean="0"/>
              <a:t>)</a:t>
            </a:r>
            <a:r>
              <a:rPr lang="en-US" dirty="0" smtClean="0"/>
              <a:t>.</a:t>
            </a:r>
            <a:endParaRPr lang="en-US" dirty="0"/>
          </a:p>
          <a:p>
            <a:pPr lvl="1"/>
            <a:r>
              <a:rPr lang="en-US" dirty="0"/>
              <a:t>Anticipating and preventing problems that you might encounter on future projects.</a:t>
            </a:r>
          </a:p>
          <a:p>
            <a:pPr lvl="1"/>
            <a:r>
              <a:rPr lang="en-US" dirty="0"/>
              <a:t>Adopting practices that are more efficient and effective than those currently being </a:t>
            </a:r>
            <a:r>
              <a:rPr lang="en-US" dirty="0" smtClean="0"/>
              <a:t>used</a:t>
            </a:r>
            <a:r>
              <a:rPr lang="en-US" sz="2800" dirty="0" smtClean="0"/>
              <a:t>.</a:t>
            </a:r>
            <a:endParaRPr lang="en-US" sz="2800" dirty="0"/>
          </a:p>
        </p:txBody>
      </p:sp>
    </p:spTree>
    <p:extLst>
      <p:ext uri="{BB962C8B-B14F-4D97-AF65-F5344CB8AC3E}">
        <p14:creationId xmlns:p14="http://schemas.microsoft.com/office/powerpoint/2010/main" val="1845632677"/>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requirements relate to other project processes</a:t>
            </a:r>
          </a:p>
        </p:txBody>
      </p:sp>
      <p:pic>
        <p:nvPicPr>
          <p:cNvPr id="4" name="Picture 3"/>
          <p:cNvPicPr>
            <a:picLocks noChangeAspect="1"/>
          </p:cNvPicPr>
          <p:nvPr/>
        </p:nvPicPr>
        <p:blipFill>
          <a:blip r:embed="rId2"/>
          <a:stretch>
            <a:fillRect/>
          </a:stretch>
        </p:blipFill>
        <p:spPr>
          <a:xfrm>
            <a:off x="3149600" y="1217231"/>
            <a:ext cx="5994400" cy="5001390"/>
          </a:xfrm>
          <a:prstGeom prst="rect">
            <a:avLst/>
          </a:prstGeom>
        </p:spPr>
      </p:pic>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
        <p:nvSpPr>
          <p:cNvPr id="6" name="Content Placeholder 2"/>
          <p:cNvSpPr>
            <a:spLocks noGrp="1"/>
          </p:cNvSpPr>
          <p:nvPr>
            <p:ph idx="1"/>
          </p:nvPr>
        </p:nvSpPr>
        <p:spPr>
          <a:xfrm>
            <a:off x="249382" y="1111251"/>
            <a:ext cx="3006436" cy="5229224"/>
          </a:xfrm>
        </p:spPr>
        <p:txBody>
          <a:bodyPr>
            <a:normAutofit fontScale="70000" lnSpcReduction="20000"/>
          </a:bodyPr>
          <a:lstStyle/>
          <a:p>
            <a:r>
              <a:rPr lang="en-US" dirty="0"/>
              <a:t>Requirements lie at the heart of every well-run software project, supporting and enabling the other technical and management </a:t>
            </a:r>
            <a:r>
              <a:rPr lang="en-US" dirty="0" smtClean="0"/>
              <a:t>activities</a:t>
            </a:r>
            <a:r>
              <a:rPr lang="en-US" sz="3200" dirty="0" smtClean="0"/>
              <a:t>.</a:t>
            </a:r>
          </a:p>
          <a:p>
            <a:r>
              <a:rPr lang="en-US" dirty="0"/>
              <a:t>Changes that you make in your requirements development and management approaches will affect these other project processes, and vice </a:t>
            </a:r>
            <a:r>
              <a:rPr lang="en-US" dirty="0" smtClean="0"/>
              <a:t>versa.</a:t>
            </a:r>
            <a:endParaRPr lang="en-US" sz="3200" dirty="0"/>
          </a:p>
          <a:p>
            <a:r>
              <a:rPr lang="en-US" sz="2900" dirty="0" smtClean="0"/>
              <a:t>This picture </a:t>
            </a:r>
            <a:r>
              <a:rPr lang="en-US" dirty="0"/>
              <a:t>illustrates some connections between requirements and other project </a:t>
            </a:r>
            <a:r>
              <a:rPr lang="en-US" dirty="0" smtClean="0"/>
              <a:t>processes.</a:t>
            </a:r>
          </a:p>
        </p:txBody>
      </p:sp>
    </p:spTree>
    <p:extLst>
      <p:ext uri="{BB962C8B-B14F-4D97-AF65-F5344CB8AC3E}">
        <p14:creationId xmlns:p14="http://schemas.microsoft.com/office/powerpoint/2010/main" val="1579301447"/>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requirements relate to other project processes</a:t>
            </a:r>
          </a:p>
        </p:txBody>
      </p:sp>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
        <p:nvSpPr>
          <p:cNvPr id="6" name="Content Placeholder 2"/>
          <p:cNvSpPr>
            <a:spLocks noGrp="1"/>
          </p:cNvSpPr>
          <p:nvPr>
            <p:ph idx="1"/>
          </p:nvPr>
        </p:nvSpPr>
        <p:spPr>
          <a:xfrm>
            <a:off x="249382" y="1111251"/>
            <a:ext cx="8631382" cy="5229224"/>
          </a:xfrm>
        </p:spPr>
        <p:txBody>
          <a:bodyPr>
            <a:normAutofit fontScale="85000" lnSpcReduction="20000"/>
          </a:bodyPr>
          <a:lstStyle/>
          <a:p>
            <a:r>
              <a:rPr lang="en-US" dirty="0" smtClean="0">
                <a:solidFill>
                  <a:srgbClr val="003399"/>
                </a:solidFill>
              </a:rPr>
              <a:t>Project planning</a:t>
            </a:r>
            <a:r>
              <a:rPr lang="en-US" dirty="0" smtClean="0"/>
              <a:t>:</a:t>
            </a:r>
          </a:p>
          <a:p>
            <a:pPr lvl="1"/>
            <a:r>
              <a:rPr lang="en-US" dirty="0"/>
              <a:t>Requirements serve as the foundation of the project planning process. The planners select an appropriate software development life cycle and create resource and schedule estimates based on the requirements. </a:t>
            </a:r>
            <a:endParaRPr lang="en-US" dirty="0" smtClean="0"/>
          </a:p>
          <a:p>
            <a:pPr lvl="1"/>
            <a:r>
              <a:rPr lang="en-US" dirty="0" smtClean="0"/>
              <a:t>Project </a:t>
            </a:r>
            <a:r>
              <a:rPr lang="en-US" dirty="0"/>
              <a:t>planning might indicate that it’s not possible to deliver the entire desired feature set within the available bounds of resources and time. </a:t>
            </a:r>
            <a:endParaRPr lang="en-US" dirty="0" smtClean="0"/>
          </a:p>
          <a:p>
            <a:r>
              <a:rPr lang="en-US" dirty="0" smtClean="0">
                <a:solidFill>
                  <a:srgbClr val="003399"/>
                </a:solidFill>
              </a:rPr>
              <a:t>Project tracking &amp; control</a:t>
            </a:r>
            <a:r>
              <a:rPr lang="en-US" dirty="0" smtClean="0"/>
              <a:t>:</a:t>
            </a:r>
          </a:p>
          <a:p>
            <a:pPr lvl="1"/>
            <a:r>
              <a:rPr lang="en-US" dirty="0"/>
              <a:t>Project tracking includes monitoring the project’s status so the project manager can see whether construction and verification are proceeding as intended. </a:t>
            </a:r>
            <a:endParaRPr lang="en-US" dirty="0" smtClean="0"/>
          </a:p>
          <a:p>
            <a:pPr lvl="1"/>
            <a:r>
              <a:rPr lang="en-US" dirty="0" smtClean="0"/>
              <a:t>If </a:t>
            </a:r>
            <a:r>
              <a:rPr lang="en-US" dirty="0"/>
              <a:t>they are not, management, customers, or other stakeholders might need to request scope modification through the planning process. </a:t>
            </a:r>
            <a:endParaRPr lang="en-US" dirty="0" smtClean="0"/>
          </a:p>
          <a:p>
            <a:r>
              <a:rPr lang="en-US" dirty="0" smtClean="0">
                <a:solidFill>
                  <a:srgbClr val="003399"/>
                </a:solidFill>
              </a:rPr>
              <a:t>Change control</a:t>
            </a:r>
            <a:r>
              <a:rPr lang="en-US" dirty="0" smtClean="0"/>
              <a:t>: </a:t>
            </a:r>
          </a:p>
          <a:p>
            <a:pPr lvl="1"/>
            <a:r>
              <a:rPr lang="en-US" dirty="0" smtClean="0"/>
              <a:t>After </a:t>
            </a:r>
            <a:r>
              <a:rPr lang="en-US" dirty="0"/>
              <a:t>a set of requirements has been baselined, all subsequent changes and additions should be made through a defined change control process. </a:t>
            </a:r>
            <a:endParaRPr lang="en-US" dirty="0" smtClean="0"/>
          </a:p>
          <a:p>
            <a:pPr lvl="1"/>
            <a:r>
              <a:rPr lang="en-US" dirty="0" smtClean="0"/>
              <a:t>Requirements </a:t>
            </a:r>
            <a:r>
              <a:rPr lang="en-US" dirty="0"/>
              <a:t>changes modify the backlog of remaining work to be done and the priorities of the work items in the backlog. </a:t>
            </a:r>
            <a:endParaRPr lang="en-US" dirty="0" smtClean="0"/>
          </a:p>
        </p:txBody>
      </p:sp>
    </p:spTree>
    <p:extLst>
      <p:ext uri="{BB962C8B-B14F-4D97-AF65-F5344CB8AC3E}">
        <p14:creationId xmlns:p14="http://schemas.microsoft.com/office/powerpoint/2010/main" val="3262589508"/>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requirements relate to other project processes</a:t>
            </a:r>
          </a:p>
        </p:txBody>
      </p:sp>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
        <p:nvSpPr>
          <p:cNvPr id="6" name="Content Placeholder 2"/>
          <p:cNvSpPr>
            <a:spLocks noGrp="1"/>
          </p:cNvSpPr>
          <p:nvPr>
            <p:ph idx="1"/>
          </p:nvPr>
        </p:nvSpPr>
        <p:spPr>
          <a:xfrm>
            <a:off x="249382" y="1111251"/>
            <a:ext cx="8631382" cy="5229224"/>
          </a:xfrm>
        </p:spPr>
        <p:txBody>
          <a:bodyPr>
            <a:normAutofit fontScale="85000" lnSpcReduction="10000"/>
          </a:bodyPr>
          <a:lstStyle/>
          <a:p>
            <a:r>
              <a:rPr lang="en-US" dirty="0" smtClean="0">
                <a:solidFill>
                  <a:srgbClr val="003399"/>
                </a:solidFill>
              </a:rPr>
              <a:t>Acceptance &amp; system testing</a:t>
            </a:r>
            <a:r>
              <a:rPr lang="en-US" dirty="0" smtClean="0"/>
              <a:t>:</a:t>
            </a:r>
          </a:p>
          <a:p>
            <a:pPr lvl="1"/>
            <a:r>
              <a:rPr lang="en-US" dirty="0"/>
              <a:t>User requirements and functional requirements are essential inputs to acceptance testing and system testing, respectively. </a:t>
            </a:r>
            <a:endParaRPr lang="en-US" dirty="0" smtClean="0"/>
          </a:p>
          <a:p>
            <a:pPr lvl="1"/>
            <a:r>
              <a:rPr lang="en-US" dirty="0" smtClean="0"/>
              <a:t>If </a:t>
            </a:r>
            <a:r>
              <a:rPr lang="en-US" dirty="0"/>
              <a:t>the expected behavior of the software under various conditions isn’t clearly specified, the testers will be </a:t>
            </a:r>
            <a:r>
              <a:rPr lang="en-US" dirty="0" smtClean="0"/>
              <a:t>hard-pressed </a:t>
            </a:r>
            <a:r>
              <a:rPr lang="en-US" sz="1600" dirty="0" smtClean="0"/>
              <a:t>(</a:t>
            </a:r>
            <a:r>
              <a:rPr lang="en-US" sz="1600" dirty="0" err="1" smtClean="0"/>
              <a:t>khó</a:t>
            </a:r>
            <a:r>
              <a:rPr lang="en-US" sz="1600" dirty="0" smtClean="0"/>
              <a:t> </a:t>
            </a:r>
            <a:r>
              <a:rPr lang="en-US" sz="1600" dirty="0" err="1" smtClean="0"/>
              <a:t>có</a:t>
            </a:r>
            <a:r>
              <a:rPr lang="en-US" sz="1600" dirty="0" smtClean="0"/>
              <a:t> </a:t>
            </a:r>
            <a:r>
              <a:rPr lang="en-US" sz="1600" dirty="0" err="1" smtClean="0"/>
              <a:t>thể</a:t>
            </a:r>
            <a:r>
              <a:rPr lang="en-US" sz="1600" dirty="0" smtClean="0"/>
              <a:t>) </a:t>
            </a:r>
            <a:r>
              <a:rPr lang="en-US" dirty="0"/>
              <a:t>to verify that all planned functionality has been implemented as </a:t>
            </a:r>
            <a:r>
              <a:rPr lang="en-US" dirty="0" smtClean="0"/>
              <a:t>intended. </a:t>
            </a:r>
          </a:p>
          <a:p>
            <a:r>
              <a:rPr lang="en-US" dirty="0" smtClean="0">
                <a:solidFill>
                  <a:srgbClr val="003399"/>
                </a:solidFill>
              </a:rPr>
              <a:t>Construction</a:t>
            </a:r>
            <a:r>
              <a:rPr lang="en-US" dirty="0" smtClean="0"/>
              <a:t>:</a:t>
            </a:r>
          </a:p>
          <a:p>
            <a:pPr lvl="1"/>
            <a:r>
              <a:rPr lang="en-US" dirty="0"/>
              <a:t>Requirements are the basis for the design and implementation work, and they tie together the various construction work </a:t>
            </a:r>
            <a:r>
              <a:rPr lang="en-US" dirty="0" smtClean="0"/>
              <a:t>products.</a:t>
            </a:r>
          </a:p>
          <a:p>
            <a:pPr lvl="1"/>
            <a:r>
              <a:rPr lang="en-US" dirty="0" smtClean="0"/>
              <a:t>Use </a:t>
            </a:r>
            <a:r>
              <a:rPr lang="en-US" dirty="0"/>
              <a:t>design reviews to ensure that the designs correctly address all of the requirements. </a:t>
            </a:r>
            <a:endParaRPr lang="en-US" dirty="0" smtClean="0"/>
          </a:p>
          <a:p>
            <a:pPr lvl="1"/>
            <a:r>
              <a:rPr lang="en-US" dirty="0" smtClean="0"/>
              <a:t>Unit </a:t>
            </a:r>
            <a:r>
              <a:rPr lang="en-US" dirty="0"/>
              <a:t>testing can determine whether the code satisfies the design specifications and the pertinent requirements</a:t>
            </a:r>
            <a:r>
              <a:rPr lang="en-US" dirty="0" smtClean="0"/>
              <a:t>. </a:t>
            </a:r>
          </a:p>
          <a:p>
            <a:r>
              <a:rPr lang="en-US" dirty="0" smtClean="0">
                <a:solidFill>
                  <a:srgbClr val="003399"/>
                </a:solidFill>
              </a:rPr>
              <a:t>User documentation</a:t>
            </a:r>
            <a:r>
              <a:rPr lang="en-US" dirty="0" smtClean="0"/>
              <a:t>: </a:t>
            </a:r>
          </a:p>
          <a:p>
            <a:pPr lvl="1"/>
            <a:r>
              <a:rPr lang="en-US" dirty="0" smtClean="0"/>
              <a:t>User documentation has </a:t>
            </a:r>
            <a:r>
              <a:rPr lang="en-US" dirty="0"/>
              <a:t>to respond to the final changes in user interface displays and the features that got dropped or added at the last </a:t>
            </a:r>
            <a:r>
              <a:rPr lang="en-US" dirty="0" smtClean="0"/>
              <a:t>minute. </a:t>
            </a:r>
          </a:p>
        </p:txBody>
      </p:sp>
    </p:spTree>
    <p:extLst>
      <p:ext uri="{BB962C8B-B14F-4D97-AF65-F5344CB8AC3E}">
        <p14:creationId xmlns:p14="http://schemas.microsoft.com/office/powerpoint/2010/main" val="1927886359"/>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Requirements and various stakeholder </a:t>
            </a:r>
            <a:r>
              <a:rPr lang="en-US" dirty="0" smtClean="0"/>
              <a:t>groups</a:t>
            </a:r>
            <a:endParaRPr lang="en-US" dirty="0"/>
          </a:p>
        </p:txBody>
      </p:sp>
      <p:pic>
        <p:nvPicPr>
          <p:cNvPr id="5" name="Picture 4"/>
          <p:cNvPicPr>
            <a:picLocks noChangeAspect="1"/>
          </p:cNvPicPr>
          <p:nvPr/>
        </p:nvPicPr>
        <p:blipFill>
          <a:blip r:embed="rId2"/>
          <a:stretch>
            <a:fillRect/>
          </a:stretch>
        </p:blipFill>
        <p:spPr>
          <a:xfrm>
            <a:off x="2108200" y="1625218"/>
            <a:ext cx="7035800" cy="4673692"/>
          </a:xfrm>
          <a:prstGeom prst="rect">
            <a:avLst/>
          </a:prstGeom>
        </p:spPr>
      </p:pic>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4" name="Slide Number Placeholder 3"/>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
        <p:nvSpPr>
          <p:cNvPr id="6" name="Content Placeholder 2"/>
          <p:cNvSpPr>
            <a:spLocks noGrp="1"/>
          </p:cNvSpPr>
          <p:nvPr>
            <p:ph idx="1"/>
          </p:nvPr>
        </p:nvSpPr>
        <p:spPr>
          <a:xfrm>
            <a:off x="249382" y="1111250"/>
            <a:ext cx="2382982" cy="2920423"/>
          </a:xfrm>
        </p:spPr>
        <p:txBody>
          <a:bodyPr>
            <a:normAutofit fontScale="70000" lnSpcReduction="20000"/>
          </a:bodyPr>
          <a:lstStyle/>
          <a:p>
            <a:pPr marL="0" indent="0">
              <a:buNone/>
            </a:pPr>
            <a:r>
              <a:rPr lang="en-US" i="1" dirty="0">
                <a:solidFill>
                  <a:srgbClr val="003399"/>
                </a:solidFill>
              </a:rPr>
              <a:t>If you’re the business analyst or project manager, explain to stakeholders in each area the information and participation you need from them if the product development effort is to </a:t>
            </a:r>
            <a:r>
              <a:rPr lang="en-US" i="1" dirty="0" smtClean="0">
                <a:solidFill>
                  <a:srgbClr val="003399"/>
                </a:solidFill>
              </a:rPr>
              <a:t>succeed. </a:t>
            </a:r>
          </a:p>
        </p:txBody>
      </p:sp>
    </p:spTree>
    <p:extLst>
      <p:ext uri="{BB962C8B-B14F-4D97-AF65-F5344CB8AC3E}">
        <p14:creationId xmlns:p14="http://schemas.microsoft.com/office/powerpoint/2010/main" val="1725798116"/>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Gaining commitment to </a:t>
            </a:r>
            <a:r>
              <a:rPr lang="en-US" dirty="0" smtClean="0"/>
              <a:t>change</a:t>
            </a:r>
            <a:endParaRPr lang="en-US" dirty="0"/>
          </a:p>
        </p:txBody>
      </p:sp>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
        <p:nvSpPr>
          <p:cNvPr id="6" name="Content Placeholder 2"/>
          <p:cNvSpPr>
            <a:spLocks noGrp="1"/>
          </p:cNvSpPr>
          <p:nvPr>
            <p:ph idx="1"/>
          </p:nvPr>
        </p:nvSpPr>
        <p:spPr>
          <a:xfrm>
            <a:off x="249382" y="1111251"/>
            <a:ext cx="8631382" cy="5229224"/>
          </a:xfrm>
        </p:spPr>
        <p:txBody>
          <a:bodyPr>
            <a:normAutofit fontScale="92500" lnSpcReduction="20000"/>
          </a:bodyPr>
          <a:lstStyle/>
          <a:p>
            <a:r>
              <a:rPr lang="en-US" dirty="0"/>
              <a:t>When a software organization changes its requirements processes, the interactions it has with other </a:t>
            </a:r>
            <a:r>
              <a:rPr lang="en-US" dirty="0" smtClean="0"/>
              <a:t>stakeholders change </a:t>
            </a:r>
            <a:r>
              <a:rPr lang="en-US" dirty="0"/>
              <a:t>as well. </a:t>
            </a:r>
            <a:endParaRPr lang="en-US" dirty="0" smtClean="0"/>
          </a:p>
          <a:p>
            <a:r>
              <a:rPr lang="en-US" dirty="0" smtClean="0"/>
              <a:t>People </a:t>
            </a:r>
            <a:r>
              <a:rPr lang="en-US" dirty="0"/>
              <a:t>don’t like to be forced out of their comfort zone, so </a:t>
            </a:r>
            <a:r>
              <a:rPr lang="en-US" dirty="0" smtClean="0"/>
              <a:t>there are some </a:t>
            </a:r>
            <a:r>
              <a:rPr lang="en-US" dirty="0"/>
              <a:t>resistance </a:t>
            </a:r>
            <a:r>
              <a:rPr lang="en-US" dirty="0" smtClean="0"/>
              <a:t>from them to </a:t>
            </a:r>
            <a:r>
              <a:rPr lang="en-US" dirty="0"/>
              <a:t>the process changes you propose. Understand the origins of the resistance so you can both respect it and defuse </a:t>
            </a:r>
            <a:r>
              <a:rPr lang="en-US" dirty="0" smtClean="0"/>
              <a:t>it </a:t>
            </a:r>
            <a:r>
              <a:rPr lang="en-US" sz="1800" dirty="0" smtClean="0"/>
              <a:t>(</a:t>
            </a:r>
            <a:r>
              <a:rPr lang="en-US" sz="1800" dirty="0" err="1" smtClean="0"/>
              <a:t>xoa</a:t>
            </a:r>
            <a:r>
              <a:rPr lang="en-US" sz="1800" dirty="0" smtClean="0"/>
              <a:t> </a:t>
            </a:r>
            <a:r>
              <a:rPr lang="en-US" sz="1800" dirty="0" err="1" smtClean="0"/>
              <a:t>dịu</a:t>
            </a:r>
            <a:r>
              <a:rPr lang="en-US" sz="1800" dirty="0" smtClean="0"/>
              <a:t> </a:t>
            </a:r>
            <a:r>
              <a:rPr lang="en-US" sz="1800" dirty="0" err="1" smtClean="0"/>
              <a:t>nó</a:t>
            </a:r>
            <a:r>
              <a:rPr lang="en-US" sz="1800" dirty="0" smtClean="0"/>
              <a:t>)</a:t>
            </a:r>
            <a:r>
              <a:rPr lang="en-US" dirty="0" smtClean="0"/>
              <a:t>.</a:t>
            </a:r>
          </a:p>
          <a:p>
            <a:r>
              <a:rPr lang="en-US" dirty="0"/>
              <a:t>Following are some forms of resistance that you might </a:t>
            </a:r>
            <a:r>
              <a:rPr lang="en-US" dirty="0" smtClean="0"/>
              <a:t>encounter:</a:t>
            </a:r>
          </a:p>
          <a:p>
            <a:pPr lvl="1"/>
            <a:r>
              <a:rPr lang="en-US" dirty="0" smtClean="0"/>
              <a:t>People </a:t>
            </a:r>
            <a:r>
              <a:rPr lang="en-US" dirty="0"/>
              <a:t>who are already too busy to get their project work done don’t think they have time to invest in adopting better practices. </a:t>
            </a:r>
            <a:endParaRPr lang="en-US" dirty="0" smtClean="0"/>
          </a:p>
          <a:p>
            <a:pPr lvl="1"/>
            <a:r>
              <a:rPr lang="en-US" dirty="0" smtClean="0"/>
              <a:t>A </a:t>
            </a:r>
            <a:r>
              <a:rPr lang="en-US" dirty="0"/>
              <a:t>change control process might be viewed as a barrier thrown up by development to make it harder to get changes made. </a:t>
            </a:r>
            <a:endParaRPr lang="en-US" dirty="0" smtClean="0"/>
          </a:p>
          <a:p>
            <a:pPr lvl="1"/>
            <a:r>
              <a:rPr lang="en-US" dirty="0" smtClean="0"/>
              <a:t>Some </a:t>
            </a:r>
            <a:r>
              <a:rPr lang="en-US" dirty="0"/>
              <a:t>developers and managers view writing and reviewing requirements as </a:t>
            </a:r>
            <a:r>
              <a:rPr lang="en-US" dirty="0" smtClean="0"/>
              <a:t>bureaucratic time-wasters </a:t>
            </a:r>
            <a:r>
              <a:rPr lang="en-US" sz="1700" dirty="0" smtClean="0"/>
              <a:t>(</a:t>
            </a:r>
            <a:r>
              <a:rPr lang="en-US" sz="1700" dirty="0" err="1" smtClean="0"/>
              <a:t>kẻ</a:t>
            </a:r>
            <a:r>
              <a:rPr lang="en-US" sz="1700" dirty="0" smtClean="0"/>
              <a:t> </a:t>
            </a:r>
            <a:r>
              <a:rPr lang="en-US" sz="1700" dirty="0" err="1" smtClean="0"/>
              <a:t>lãng</a:t>
            </a:r>
            <a:r>
              <a:rPr lang="en-US" sz="1700" dirty="0" smtClean="0"/>
              <a:t> </a:t>
            </a:r>
            <a:r>
              <a:rPr lang="en-US" sz="1700" dirty="0" err="1" smtClean="0"/>
              <a:t>phí</a:t>
            </a:r>
            <a:r>
              <a:rPr lang="en-US" sz="1700" dirty="0" smtClean="0"/>
              <a:t> </a:t>
            </a:r>
            <a:r>
              <a:rPr lang="en-US" sz="1700" dirty="0" err="1" smtClean="0"/>
              <a:t>tgian</a:t>
            </a:r>
            <a:r>
              <a:rPr lang="en-US" sz="1700" dirty="0" smtClean="0"/>
              <a:t> </a:t>
            </a:r>
            <a:r>
              <a:rPr lang="en-US" sz="1700" dirty="0" err="1" smtClean="0"/>
              <a:t>quan</a:t>
            </a:r>
            <a:r>
              <a:rPr lang="en-US" sz="1700" dirty="0" smtClean="0"/>
              <a:t> </a:t>
            </a:r>
            <a:r>
              <a:rPr lang="en-US" sz="1700" dirty="0" err="1"/>
              <a:t>liêu</a:t>
            </a:r>
            <a:r>
              <a:rPr lang="en-US" sz="1700" dirty="0"/>
              <a:t>)</a:t>
            </a:r>
            <a:r>
              <a:rPr lang="en-US" dirty="0" smtClean="0"/>
              <a:t> </a:t>
            </a:r>
            <a:r>
              <a:rPr lang="en-US" dirty="0"/>
              <a:t>that delay the “real work” of coding. </a:t>
            </a:r>
          </a:p>
        </p:txBody>
      </p:sp>
    </p:spTree>
    <p:extLst>
      <p:ext uri="{BB962C8B-B14F-4D97-AF65-F5344CB8AC3E}">
        <p14:creationId xmlns:p14="http://schemas.microsoft.com/office/powerpoint/2010/main" val="705346931"/>
      </p:ext>
    </p:extLst>
  </p:cSld>
  <p:clrMapOvr>
    <a:masterClrMapping/>
  </p:clrMapOvr>
  <p:transition>
    <p:split orient="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Gaining commitment to </a:t>
            </a:r>
            <a:r>
              <a:rPr lang="en-US" dirty="0" smtClean="0"/>
              <a:t>change</a:t>
            </a:r>
            <a:endParaRPr lang="en-US" dirty="0"/>
          </a:p>
        </p:txBody>
      </p:sp>
      <p:pic>
        <p:nvPicPr>
          <p:cNvPr id="4" name="Picture 3"/>
          <p:cNvPicPr>
            <a:picLocks noChangeAspect="1"/>
          </p:cNvPicPr>
          <p:nvPr/>
        </p:nvPicPr>
        <p:blipFill>
          <a:blip r:embed="rId2"/>
          <a:stretch>
            <a:fillRect/>
          </a:stretch>
        </p:blipFill>
        <p:spPr>
          <a:xfrm>
            <a:off x="457200" y="2485800"/>
            <a:ext cx="8091955" cy="3826965"/>
          </a:xfrm>
          <a:prstGeom prst="rect">
            <a:avLst/>
          </a:prstGeom>
        </p:spPr>
      </p:pic>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
        <p:nvSpPr>
          <p:cNvPr id="6" name="Content Placeholder 2"/>
          <p:cNvSpPr>
            <a:spLocks noGrp="1"/>
          </p:cNvSpPr>
          <p:nvPr>
            <p:ph idx="1"/>
          </p:nvPr>
        </p:nvSpPr>
        <p:spPr>
          <a:xfrm>
            <a:off x="249382" y="1111251"/>
            <a:ext cx="8631382" cy="1548822"/>
          </a:xfrm>
        </p:spPr>
        <p:txBody>
          <a:bodyPr>
            <a:normAutofit fontScale="55000" lnSpcReduction="20000"/>
          </a:bodyPr>
          <a:lstStyle/>
          <a:p>
            <a:r>
              <a:rPr lang="en-US" dirty="0"/>
              <a:t>We’ve often heard business analysts </a:t>
            </a:r>
            <a:r>
              <a:rPr lang="en-US" dirty="0" smtClean="0"/>
              <a:t>say </a:t>
            </a:r>
            <a:r>
              <a:rPr lang="en-US" dirty="0"/>
              <a:t>that they can’t make some process change in their organization without “management support</a:t>
            </a:r>
            <a:r>
              <a:rPr lang="en-US" dirty="0" smtClean="0"/>
              <a:t>.”.</a:t>
            </a:r>
          </a:p>
          <a:p>
            <a:r>
              <a:rPr lang="en-US" dirty="0"/>
              <a:t>Too often, management support translates </a:t>
            </a:r>
            <a:r>
              <a:rPr lang="en-US" dirty="0" smtClean="0"/>
              <a:t>merely </a:t>
            </a:r>
            <a:r>
              <a:rPr lang="en-US" sz="1900" dirty="0" smtClean="0"/>
              <a:t>(</a:t>
            </a:r>
            <a:r>
              <a:rPr lang="en-US" sz="1900" dirty="0" err="1" smtClean="0"/>
              <a:t>đơn</a:t>
            </a:r>
            <a:r>
              <a:rPr lang="en-US" sz="1900" dirty="0" smtClean="0"/>
              <a:t> </a:t>
            </a:r>
            <a:r>
              <a:rPr lang="en-US" sz="1900" dirty="0" err="1" smtClean="0"/>
              <a:t>thuần</a:t>
            </a:r>
            <a:r>
              <a:rPr lang="en-US" sz="1900" dirty="0" smtClean="0"/>
              <a:t>)</a:t>
            </a:r>
            <a:r>
              <a:rPr lang="en-US" dirty="0" smtClean="0"/>
              <a:t> </a:t>
            </a:r>
            <a:r>
              <a:rPr lang="en-US" dirty="0"/>
              <a:t>into permission to do something different. But as an intelligent professional, you don’t need management’s permission to work in the best way you know how: that’s your job</a:t>
            </a:r>
            <a:r>
              <a:rPr lang="en-US" dirty="0" smtClean="0"/>
              <a:t>.</a:t>
            </a:r>
          </a:p>
          <a:p>
            <a:r>
              <a:rPr lang="en-US" dirty="0"/>
              <a:t>Figure 31-3 lists 10 signs that your organization’s management is truly committed to excellent requirements processes.</a:t>
            </a:r>
            <a:endParaRPr lang="en-US" dirty="0" smtClean="0"/>
          </a:p>
        </p:txBody>
      </p:sp>
    </p:spTree>
    <p:extLst>
      <p:ext uri="{BB962C8B-B14F-4D97-AF65-F5344CB8AC3E}">
        <p14:creationId xmlns:p14="http://schemas.microsoft.com/office/powerpoint/2010/main" val="3569714804"/>
      </p:ext>
    </p:extLst>
  </p:cSld>
  <p:clrMapOvr>
    <a:masterClrMapping/>
  </p:clrMapOvr>
  <p:transition>
    <p:split orient="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5213350"/>
          </a:xfrm>
        </p:spPr>
        <p:txBody>
          <a:bodyPr>
            <a:normAutofit fontScale="55000" lnSpcReduction="20000"/>
          </a:bodyPr>
          <a:lstStyle/>
          <a:p>
            <a:pPr marL="0" indent="0">
              <a:buNone/>
            </a:pPr>
            <a:r>
              <a:rPr lang="en-US" dirty="0"/>
              <a:t>T</a:t>
            </a:r>
            <a:r>
              <a:rPr lang="en-US" dirty="0" smtClean="0"/>
              <a:t>he </a:t>
            </a:r>
            <a:r>
              <a:rPr lang="en-US" dirty="0"/>
              <a:t>following principles of software process </a:t>
            </a:r>
            <a:r>
              <a:rPr lang="en-US" dirty="0" smtClean="0"/>
              <a:t>improvement:</a:t>
            </a:r>
          </a:p>
          <a:p>
            <a:pPr marL="514350" indent="-514350">
              <a:buFont typeface="+mj-lt"/>
              <a:buAutoNum type="arabicPeriod"/>
            </a:pPr>
            <a:r>
              <a:rPr lang="en-US" sz="4200" dirty="0" smtClean="0">
                <a:solidFill>
                  <a:srgbClr val="003399"/>
                </a:solidFill>
              </a:rPr>
              <a:t>Process </a:t>
            </a:r>
            <a:r>
              <a:rPr lang="en-US" sz="4200" dirty="0">
                <a:solidFill>
                  <a:srgbClr val="003399"/>
                </a:solidFill>
              </a:rPr>
              <a:t>improvement should be evolutionary and </a:t>
            </a:r>
            <a:r>
              <a:rPr lang="en-US" sz="4200" dirty="0" smtClean="0">
                <a:solidFill>
                  <a:srgbClr val="003399"/>
                </a:solidFill>
              </a:rPr>
              <a:t>continuous</a:t>
            </a:r>
            <a:r>
              <a:rPr lang="en-US" sz="4200" dirty="0" smtClean="0"/>
              <a:t>: </a:t>
            </a:r>
            <a:r>
              <a:rPr lang="en-US" sz="2900" dirty="0" smtClean="0"/>
              <a:t>Instead </a:t>
            </a:r>
            <a:r>
              <a:rPr lang="en-US" sz="2900" dirty="0"/>
              <a:t>of aiming for perfection, develop a few improved templates and procedures and get started with implementation. Adjust your approaches as the team gains experience with the new techniques. </a:t>
            </a:r>
            <a:endParaRPr lang="en-US" sz="4200" dirty="0"/>
          </a:p>
          <a:p>
            <a:pPr marL="514350" indent="-514350">
              <a:buFont typeface="+mj-lt"/>
              <a:buAutoNum type="arabicPeriod"/>
            </a:pPr>
            <a:r>
              <a:rPr lang="en-US" sz="4200" dirty="0" smtClean="0">
                <a:solidFill>
                  <a:srgbClr val="003399"/>
                </a:solidFill>
              </a:rPr>
              <a:t>People </a:t>
            </a:r>
            <a:r>
              <a:rPr lang="en-US" sz="4200" dirty="0">
                <a:solidFill>
                  <a:srgbClr val="003399"/>
                </a:solidFill>
              </a:rPr>
              <a:t>and organizations change only when they have an </a:t>
            </a:r>
            <a:r>
              <a:rPr lang="en-US" sz="4200" dirty="0" smtClean="0">
                <a:solidFill>
                  <a:srgbClr val="003399"/>
                </a:solidFill>
              </a:rPr>
              <a:t>incentive </a:t>
            </a:r>
            <a:r>
              <a:rPr lang="en-US" sz="2900" dirty="0" smtClean="0">
                <a:solidFill>
                  <a:srgbClr val="003399"/>
                </a:solidFill>
              </a:rPr>
              <a:t>(</a:t>
            </a:r>
            <a:r>
              <a:rPr lang="en-US" sz="2900" dirty="0" err="1" smtClean="0">
                <a:solidFill>
                  <a:srgbClr val="003399"/>
                </a:solidFill>
              </a:rPr>
              <a:t>khích</a:t>
            </a:r>
            <a:r>
              <a:rPr lang="en-US" sz="2900" dirty="0" smtClean="0">
                <a:solidFill>
                  <a:srgbClr val="003399"/>
                </a:solidFill>
              </a:rPr>
              <a:t> </a:t>
            </a:r>
            <a:r>
              <a:rPr lang="en-US" sz="2900" dirty="0" err="1" smtClean="0">
                <a:solidFill>
                  <a:srgbClr val="003399"/>
                </a:solidFill>
              </a:rPr>
              <a:t>lệ</a:t>
            </a:r>
            <a:r>
              <a:rPr lang="en-US" sz="2900" dirty="0" smtClean="0">
                <a:solidFill>
                  <a:srgbClr val="003399"/>
                </a:solidFill>
              </a:rPr>
              <a:t>)</a:t>
            </a:r>
            <a:r>
              <a:rPr lang="en-US" sz="4200" dirty="0" smtClean="0">
                <a:solidFill>
                  <a:srgbClr val="003399"/>
                </a:solidFill>
              </a:rPr>
              <a:t> </a:t>
            </a:r>
            <a:r>
              <a:rPr lang="en-US" sz="4200" dirty="0">
                <a:solidFill>
                  <a:srgbClr val="003399"/>
                </a:solidFill>
              </a:rPr>
              <a:t>to do </a:t>
            </a:r>
            <a:r>
              <a:rPr lang="en-US" sz="4200" dirty="0" smtClean="0">
                <a:solidFill>
                  <a:srgbClr val="003399"/>
                </a:solidFill>
              </a:rPr>
              <a:t>so</a:t>
            </a:r>
            <a:r>
              <a:rPr lang="en-US" sz="4200" dirty="0" smtClean="0"/>
              <a:t>: </a:t>
            </a:r>
            <a:r>
              <a:rPr lang="en-US" sz="2900" dirty="0" smtClean="0"/>
              <a:t>The </a:t>
            </a:r>
            <a:r>
              <a:rPr lang="en-US" sz="2900" dirty="0"/>
              <a:t>strongest incentive for change is </a:t>
            </a:r>
            <a:r>
              <a:rPr lang="en-US" sz="2900" dirty="0" smtClean="0"/>
              <a:t>pain </a:t>
            </a:r>
            <a:r>
              <a:rPr lang="en-US" sz="1900" dirty="0" smtClean="0"/>
              <a:t>(</a:t>
            </a:r>
            <a:r>
              <a:rPr lang="en-US" sz="1900" dirty="0" err="1" smtClean="0"/>
              <a:t>nổi</a:t>
            </a:r>
            <a:r>
              <a:rPr lang="en-US" sz="1900" dirty="0" smtClean="0"/>
              <a:t> </a:t>
            </a:r>
            <a:r>
              <a:rPr lang="en-US" sz="1900" dirty="0" err="1" smtClean="0"/>
              <a:t>đau</a:t>
            </a:r>
            <a:r>
              <a:rPr lang="en-US" sz="1900" dirty="0" smtClean="0"/>
              <a:t>)</a:t>
            </a:r>
            <a:r>
              <a:rPr lang="en-US" sz="2900" dirty="0" smtClean="0"/>
              <a:t> - real </a:t>
            </a:r>
            <a:r>
              <a:rPr lang="en-US" sz="2900" dirty="0"/>
              <a:t>pain people have experienced on previous projects</a:t>
            </a:r>
            <a:r>
              <a:rPr lang="en-US" sz="2900" dirty="0" smtClean="0"/>
              <a:t>.</a:t>
            </a:r>
            <a:endParaRPr lang="en-US" sz="4200" dirty="0"/>
          </a:p>
          <a:p>
            <a:pPr lvl="1">
              <a:spcBef>
                <a:spcPts val="600"/>
              </a:spcBef>
            </a:pPr>
            <a:r>
              <a:rPr lang="en-US" sz="2900" dirty="0" smtClean="0"/>
              <a:t>The </a:t>
            </a:r>
            <a:r>
              <a:rPr lang="en-US" sz="2900" dirty="0"/>
              <a:t>project missed deadlines because requirements were more extensive than expected. </a:t>
            </a:r>
            <a:r>
              <a:rPr lang="en-US" sz="2900" dirty="0" smtClean="0"/>
              <a:t> </a:t>
            </a:r>
          </a:p>
          <a:p>
            <a:pPr lvl="1">
              <a:spcBef>
                <a:spcPts val="600"/>
              </a:spcBef>
            </a:pPr>
            <a:r>
              <a:rPr lang="en-US" sz="2900" dirty="0" smtClean="0"/>
              <a:t>Developers </a:t>
            </a:r>
            <a:r>
              <a:rPr lang="en-US" sz="2900" dirty="0"/>
              <a:t>worked a lot of overtime because of misunderstood or ambiguous requirements.</a:t>
            </a:r>
          </a:p>
          <a:p>
            <a:pPr lvl="1">
              <a:spcBef>
                <a:spcPts val="600"/>
              </a:spcBef>
            </a:pPr>
            <a:r>
              <a:rPr lang="en-US" sz="2900" dirty="0" smtClean="0"/>
              <a:t>System </a:t>
            </a:r>
            <a:r>
              <a:rPr lang="en-US" sz="2900" dirty="0"/>
              <a:t>test effort was wasted because the testers didn’t understand what the product was supposed to do.</a:t>
            </a:r>
          </a:p>
          <a:p>
            <a:pPr lvl="1">
              <a:spcBef>
                <a:spcPts val="600"/>
              </a:spcBef>
            </a:pPr>
            <a:r>
              <a:rPr lang="en-US" sz="2900" dirty="0" smtClean="0"/>
              <a:t>The </a:t>
            </a:r>
            <a:r>
              <a:rPr lang="en-US" sz="2900" dirty="0"/>
              <a:t>right functionality was present, but users were dissatisfied because of </a:t>
            </a:r>
            <a:r>
              <a:rPr lang="en-US" sz="2900" dirty="0" smtClean="0"/>
              <a:t>sluggish </a:t>
            </a:r>
            <a:r>
              <a:rPr lang="en-US" sz="2000" dirty="0" smtClean="0"/>
              <a:t>(</a:t>
            </a:r>
            <a:r>
              <a:rPr lang="en-US" sz="2000" dirty="0" err="1" smtClean="0"/>
              <a:t>chậm</a:t>
            </a:r>
            <a:r>
              <a:rPr lang="en-US" sz="2000" dirty="0" smtClean="0"/>
              <a:t> </a:t>
            </a:r>
            <a:r>
              <a:rPr lang="en-US" sz="2000" dirty="0" err="1" smtClean="0"/>
              <a:t>chạp</a:t>
            </a:r>
            <a:r>
              <a:rPr lang="en-US" sz="2000" dirty="0"/>
              <a:t>)</a:t>
            </a:r>
            <a:r>
              <a:rPr lang="en-US" sz="2900" dirty="0" smtClean="0"/>
              <a:t> </a:t>
            </a:r>
            <a:r>
              <a:rPr lang="en-US" sz="2900" dirty="0"/>
              <a:t>performance, poor usability, or other quality shortcomings.</a:t>
            </a:r>
          </a:p>
          <a:p>
            <a:pPr lvl="1">
              <a:spcBef>
                <a:spcPts val="600"/>
              </a:spcBef>
            </a:pPr>
            <a:r>
              <a:rPr lang="en-US" sz="2900" dirty="0" smtClean="0"/>
              <a:t>The </a:t>
            </a:r>
            <a:r>
              <a:rPr lang="en-US" sz="2900" dirty="0"/>
              <a:t>organization experienced high maintenance costs because customers requested many enhancements that could have been identified during requirements elicitation.</a:t>
            </a:r>
          </a:p>
          <a:p>
            <a:pPr lvl="1">
              <a:spcBef>
                <a:spcPts val="600"/>
              </a:spcBef>
            </a:pPr>
            <a:r>
              <a:rPr lang="en-US" sz="2900" dirty="0" smtClean="0"/>
              <a:t>Requirement </a:t>
            </a:r>
            <a:r>
              <a:rPr lang="en-US" sz="2900" dirty="0"/>
              <a:t>changes weren’t implemented appropriately during the course of the project, so the delivered solution did not meet the customer needs.</a:t>
            </a:r>
          </a:p>
          <a:p>
            <a:pPr lvl="1">
              <a:spcBef>
                <a:spcPts val="600"/>
              </a:spcBef>
            </a:pPr>
            <a:r>
              <a:rPr lang="en-US" sz="2900" dirty="0" smtClean="0"/>
              <a:t>Edits </a:t>
            </a:r>
            <a:r>
              <a:rPr lang="en-US" sz="2900" dirty="0"/>
              <a:t>to requirements were lost or overwritten because multiple BAs were working on them concurrently without a version control process.</a:t>
            </a:r>
          </a:p>
          <a:p>
            <a:pPr lvl="1">
              <a:spcBef>
                <a:spcPts val="600"/>
              </a:spcBef>
            </a:pPr>
            <a:r>
              <a:rPr lang="en-US" sz="2900" dirty="0" smtClean="0"/>
              <a:t>Customers </a:t>
            </a:r>
            <a:r>
              <a:rPr lang="en-US" sz="2900" dirty="0"/>
              <a:t>were not available to clarify and flesh out requirements</a:t>
            </a:r>
            <a:r>
              <a:rPr lang="en-US" sz="2900" dirty="0" smtClean="0"/>
              <a:t>.</a:t>
            </a:r>
            <a:endParaRPr lang="en-US" sz="2900" dirty="0"/>
          </a:p>
        </p:txBody>
      </p:sp>
      <p:sp>
        <p:nvSpPr>
          <p:cNvPr id="2" name="Title 1"/>
          <p:cNvSpPr>
            <a:spLocks noGrp="1"/>
          </p:cNvSpPr>
          <p:nvPr>
            <p:ph type="title"/>
          </p:nvPr>
        </p:nvSpPr>
        <p:spPr/>
        <p:txBody>
          <a:bodyPr>
            <a:normAutofit/>
          </a:bodyPr>
          <a:lstStyle/>
          <a:p>
            <a:r>
              <a:rPr lang="en-US" dirty="0"/>
              <a:t>Fundamentals of software process improvement</a:t>
            </a:r>
          </a:p>
        </p:txBody>
      </p:sp>
      <p:sp>
        <p:nvSpPr>
          <p:cNvPr id="4" name="Footer Placeholder 3"/>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2458709687"/>
      </p:ext>
    </p:extLst>
  </p:cSld>
  <p:clrMapOvr>
    <a:masterClrMapping/>
  </p:clrMapOvr>
  <p:transition>
    <p:split orient="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dirty="0"/>
              <a:t>T</a:t>
            </a:r>
            <a:r>
              <a:rPr lang="en-US" dirty="0" smtClean="0"/>
              <a:t>he </a:t>
            </a:r>
            <a:r>
              <a:rPr lang="en-US" dirty="0"/>
              <a:t>following principles of software process </a:t>
            </a:r>
            <a:r>
              <a:rPr lang="en-US" dirty="0" smtClean="0"/>
              <a:t>improvement:</a:t>
            </a:r>
          </a:p>
          <a:p>
            <a:pPr marL="514350" indent="-514350">
              <a:buFont typeface="+mj-lt"/>
              <a:buAutoNum type="arabicPeriod" startAt="3"/>
            </a:pPr>
            <a:r>
              <a:rPr lang="en-US" dirty="0" smtClean="0">
                <a:solidFill>
                  <a:srgbClr val="003399"/>
                </a:solidFill>
              </a:rPr>
              <a:t>Process changes should be goal-oriented</a:t>
            </a:r>
            <a:r>
              <a:rPr lang="en-US" dirty="0" smtClean="0"/>
              <a:t>: </a:t>
            </a:r>
            <a:r>
              <a:rPr lang="en-US" sz="2400" dirty="0" smtClean="0"/>
              <a:t>Before </a:t>
            </a:r>
            <a:r>
              <a:rPr lang="en-US" sz="2400" dirty="0"/>
              <a:t>you begin the journey to superior processes, make sure you know your </a:t>
            </a:r>
            <a:r>
              <a:rPr lang="en-US" sz="2400" dirty="0" smtClean="0"/>
              <a:t>objectives.</a:t>
            </a:r>
            <a:r>
              <a:rPr lang="en-US" sz="2400" dirty="0"/>
              <a:t> </a:t>
            </a:r>
            <a:r>
              <a:rPr lang="en-US" sz="2400" dirty="0" smtClean="0"/>
              <a:t>Do </a:t>
            </a:r>
            <a:r>
              <a:rPr lang="en-US" sz="2400" dirty="0"/>
              <a:t>you want to reduce the amount of work that is redone because of requirements problems? Do you want to overlook fewer requirements during implementation? Do you want to cut unneeded features sooner? </a:t>
            </a:r>
            <a:endParaRPr lang="en-US" sz="2400" dirty="0" smtClean="0"/>
          </a:p>
          <a:p>
            <a:pPr marL="514350" indent="-514350">
              <a:buFont typeface="+mj-lt"/>
              <a:buAutoNum type="arabicPeriod" startAt="3"/>
            </a:pPr>
            <a:r>
              <a:rPr lang="en-US" dirty="0" smtClean="0">
                <a:solidFill>
                  <a:srgbClr val="003399"/>
                </a:solidFill>
              </a:rPr>
              <a:t>Treat </a:t>
            </a:r>
            <a:r>
              <a:rPr lang="en-US" dirty="0">
                <a:solidFill>
                  <a:srgbClr val="003399"/>
                </a:solidFill>
              </a:rPr>
              <a:t>your improvement activities as </a:t>
            </a:r>
            <a:r>
              <a:rPr lang="en-US" dirty="0" smtClean="0">
                <a:solidFill>
                  <a:srgbClr val="003399"/>
                </a:solidFill>
              </a:rPr>
              <a:t>mini-projects</a:t>
            </a:r>
            <a:r>
              <a:rPr lang="en-US" dirty="0" smtClean="0"/>
              <a:t>:</a:t>
            </a:r>
            <a:r>
              <a:rPr lang="en-US" dirty="0"/>
              <a:t> </a:t>
            </a:r>
            <a:r>
              <a:rPr lang="en-US" sz="2400" dirty="0" smtClean="0"/>
              <a:t>Perform </a:t>
            </a:r>
            <a:r>
              <a:rPr lang="en-US" sz="2400" dirty="0"/>
              <a:t>the planning, tracking, measurement, and reporting that you’d do for any project, scaled for the size of the improvement project. Write a simple action plan for each improvement area you </a:t>
            </a:r>
            <a:r>
              <a:rPr lang="en-US" sz="2400" dirty="0" smtClean="0"/>
              <a:t>tackle </a:t>
            </a:r>
            <a:r>
              <a:rPr lang="en-US" sz="1600" dirty="0" smtClean="0"/>
              <a:t>(</a:t>
            </a:r>
            <a:r>
              <a:rPr lang="en-US" sz="1600" dirty="0" err="1" smtClean="0"/>
              <a:t>giải</a:t>
            </a:r>
            <a:r>
              <a:rPr lang="en-US" sz="1600" dirty="0" smtClean="0"/>
              <a:t> </a:t>
            </a:r>
            <a:r>
              <a:rPr lang="en-US" sz="1600" dirty="0" err="1" smtClean="0"/>
              <a:t>quyết</a:t>
            </a:r>
            <a:r>
              <a:rPr lang="en-US" sz="1600" dirty="0" smtClean="0"/>
              <a:t>)</a:t>
            </a:r>
            <a:r>
              <a:rPr lang="en-US" sz="2400" dirty="0" smtClean="0"/>
              <a:t>.</a:t>
            </a:r>
            <a:endParaRPr lang="en-US" dirty="0"/>
          </a:p>
        </p:txBody>
      </p:sp>
      <p:sp>
        <p:nvSpPr>
          <p:cNvPr id="2" name="Title 1"/>
          <p:cNvSpPr>
            <a:spLocks noGrp="1"/>
          </p:cNvSpPr>
          <p:nvPr>
            <p:ph type="title"/>
          </p:nvPr>
        </p:nvSpPr>
        <p:spPr/>
        <p:txBody>
          <a:bodyPr>
            <a:normAutofit/>
          </a:bodyPr>
          <a:lstStyle/>
          <a:p>
            <a:r>
              <a:rPr lang="en-US"/>
              <a:t>Fundamentals of software process improvement</a:t>
            </a:r>
          </a:p>
        </p:txBody>
      </p:sp>
      <p:sp>
        <p:nvSpPr>
          <p:cNvPr id="4" name="Footer Placeholder 3"/>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921895692"/>
      </p:ext>
    </p:extLst>
  </p:cSld>
  <p:clrMapOvr>
    <a:masterClrMapping/>
  </p:clrMapOvr>
  <p:transition>
    <p:split orient="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2336"/>
            <a:ext cx="3505200" cy="5278139"/>
          </a:xfrm>
        </p:spPr>
        <p:txBody>
          <a:bodyPr>
            <a:normAutofit fontScale="62500" lnSpcReduction="20000"/>
          </a:bodyPr>
          <a:lstStyle/>
          <a:p>
            <a:r>
              <a:rPr lang="en-US" dirty="0"/>
              <a:t>It’s important to focus your limited time and budget for process improvement efforts where they will do the most good. If you can identify the causes of any process shortcomings you’ve experienced, you can </a:t>
            </a:r>
            <a:r>
              <a:rPr lang="en-US" dirty="0" smtClean="0"/>
              <a:t>have chances to </a:t>
            </a:r>
            <a:r>
              <a:rPr lang="en-US" dirty="0"/>
              <a:t>improvement opportunities</a:t>
            </a:r>
            <a:r>
              <a:rPr lang="en-US" dirty="0" smtClean="0"/>
              <a:t>.</a:t>
            </a:r>
          </a:p>
          <a:p>
            <a:r>
              <a:rPr lang="en-US" i="1" dirty="0" smtClean="0">
                <a:solidFill>
                  <a:srgbClr val="003399"/>
                </a:solidFill>
              </a:rPr>
              <a:t>Root </a:t>
            </a:r>
            <a:r>
              <a:rPr lang="en-US" i="1" dirty="0">
                <a:solidFill>
                  <a:srgbClr val="003399"/>
                </a:solidFill>
              </a:rPr>
              <a:t>cause analysis </a:t>
            </a:r>
            <a:r>
              <a:rPr lang="en-US" dirty="0"/>
              <a:t>seeks to identify the </a:t>
            </a:r>
            <a:r>
              <a:rPr lang="en-US" dirty="0" smtClean="0"/>
              <a:t>underlying </a:t>
            </a:r>
            <a:r>
              <a:rPr lang="en-US" sz="2100" dirty="0" smtClean="0"/>
              <a:t>(</a:t>
            </a:r>
            <a:r>
              <a:rPr lang="en-US" sz="2100" dirty="0" err="1" smtClean="0"/>
              <a:t>cơ</a:t>
            </a:r>
            <a:r>
              <a:rPr lang="en-US" sz="2100" dirty="0" smtClean="0"/>
              <a:t> </a:t>
            </a:r>
            <a:r>
              <a:rPr lang="en-US" sz="2100" dirty="0" err="1" smtClean="0"/>
              <a:t>bản</a:t>
            </a:r>
            <a:r>
              <a:rPr lang="en-US" sz="2100" dirty="0" smtClean="0"/>
              <a:t>) </a:t>
            </a:r>
            <a:r>
              <a:rPr lang="en-US" dirty="0"/>
              <a:t>factors that contribute to an observed problem, distinguishing symptoms from their </a:t>
            </a:r>
            <a:r>
              <a:rPr lang="en-US" dirty="0" smtClean="0"/>
              <a:t>causes.</a:t>
            </a:r>
          </a:p>
          <a:p>
            <a:r>
              <a:rPr lang="en-US" dirty="0"/>
              <a:t>Root cause analysis involves asking </a:t>
            </a:r>
            <a:r>
              <a:rPr lang="en-US" i="1" dirty="0">
                <a:solidFill>
                  <a:srgbClr val="003399"/>
                </a:solidFill>
              </a:rPr>
              <a:t>“why” </a:t>
            </a:r>
            <a:r>
              <a:rPr lang="en-US" dirty="0"/>
              <a:t>the problem exists several times in succession, each time </a:t>
            </a:r>
            <a:r>
              <a:rPr lang="en-US" dirty="0" smtClean="0"/>
              <a:t>probing </a:t>
            </a:r>
            <a:r>
              <a:rPr lang="en-US" sz="1900" dirty="0" smtClean="0"/>
              <a:t>(</a:t>
            </a:r>
            <a:r>
              <a:rPr lang="en-US" sz="1900" dirty="0" err="1" smtClean="0"/>
              <a:t>điều</a:t>
            </a:r>
            <a:r>
              <a:rPr lang="en-US" sz="1900" dirty="0" smtClean="0"/>
              <a:t> </a:t>
            </a:r>
            <a:r>
              <a:rPr lang="en-US" sz="1900" dirty="0" err="1" smtClean="0"/>
              <a:t>tra</a:t>
            </a:r>
            <a:r>
              <a:rPr lang="en-US" sz="1900" dirty="0" smtClean="0"/>
              <a:t>)</a:t>
            </a:r>
            <a:r>
              <a:rPr lang="en-US" dirty="0" smtClean="0"/>
              <a:t> </a:t>
            </a:r>
            <a:r>
              <a:rPr lang="en-US" dirty="0"/>
              <a:t>for the reason that </a:t>
            </a:r>
            <a:r>
              <a:rPr lang="en-US" dirty="0" smtClean="0"/>
              <a:t>underlies </a:t>
            </a:r>
            <a:r>
              <a:rPr lang="en-US" sz="1900" dirty="0" smtClean="0"/>
              <a:t>(</a:t>
            </a:r>
            <a:r>
              <a:rPr lang="en-US" sz="1900" dirty="0" err="1" smtClean="0"/>
              <a:t>nằm</a:t>
            </a:r>
            <a:r>
              <a:rPr lang="en-US" sz="1900" dirty="0" smtClean="0"/>
              <a:t> ở </a:t>
            </a:r>
            <a:r>
              <a:rPr lang="en-US" sz="1900" dirty="0" err="1" smtClean="0"/>
              <a:t>dưới</a:t>
            </a:r>
            <a:r>
              <a:rPr lang="en-US" sz="1900" dirty="0" smtClean="0"/>
              <a:t>)</a:t>
            </a:r>
            <a:r>
              <a:rPr lang="en-US" dirty="0" smtClean="0"/>
              <a:t> </a:t>
            </a:r>
            <a:r>
              <a:rPr lang="en-US" dirty="0"/>
              <a:t>the </a:t>
            </a:r>
            <a:r>
              <a:rPr lang="en-US" dirty="0" smtClean="0"/>
              <a:t>answer </a:t>
            </a:r>
            <a:r>
              <a:rPr lang="en-US" dirty="0"/>
              <a:t>to the previous </a:t>
            </a:r>
            <a:r>
              <a:rPr lang="en-US" i="1" dirty="0">
                <a:solidFill>
                  <a:srgbClr val="003399"/>
                </a:solidFill>
              </a:rPr>
              <a:t>“why” </a:t>
            </a:r>
            <a:r>
              <a:rPr lang="en-US" dirty="0"/>
              <a:t>question. </a:t>
            </a:r>
          </a:p>
        </p:txBody>
      </p:sp>
      <p:sp>
        <p:nvSpPr>
          <p:cNvPr id="2" name="Title 1"/>
          <p:cNvSpPr>
            <a:spLocks noGrp="1"/>
          </p:cNvSpPr>
          <p:nvPr>
            <p:ph type="title"/>
          </p:nvPr>
        </p:nvSpPr>
        <p:spPr/>
        <p:txBody>
          <a:bodyPr>
            <a:normAutofit/>
          </a:bodyPr>
          <a:lstStyle/>
          <a:p>
            <a:r>
              <a:rPr lang="en-US" dirty="0"/>
              <a:t>Root cause </a:t>
            </a:r>
            <a:r>
              <a:rPr lang="en-US" dirty="0" smtClean="0"/>
              <a:t>analysis</a:t>
            </a:r>
            <a:endParaRPr lang="en-US" dirty="0"/>
          </a:p>
        </p:txBody>
      </p:sp>
      <p:pic>
        <p:nvPicPr>
          <p:cNvPr id="4" name="Picture 3"/>
          <p:cNvPicPr>
            <a:picLocks noChangeAspect="1"/>
          </p:cNvPicPr>
          <p:nvPr/>
        </p:nvPicPr>
        <p:blipFill>
          <a:blip r:embed="rId2"/>
          <a:stretch>
            <a:fillRect/>
          </a:stretch>
        </p:blipFill>
        <p:spPr>
          <a:xfrm>
            <a:off x="3619344" y="1886907"/>
            <a:ext cx="5521348" cy="4153674"/>
          </a:xfrm>
          <a:prstGeom prst="rect">
            <a:avLst/>
          </a:prstGeom>
        </p:spPr>
      </p:pic>
      <p:sp>
        <p:nvSpPr>
          <p:cNvPr id="5" name="Footer Placeholder 4"/>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3788584843"/>
      </p:ext>
    </p:extLst>
  </p:cSld>
  <p:clrMapOvr>
    <a:masterClrMapping/>
  </p:clrMapOvr>
  <p:transition>
    <p:split orient="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process improvement </a:t>
            </a:r>
            <a:r>
              <a:rPr lang="en-US" dirty="0" smtClean="0"/>
              <a:t>cycle</a:t>
            </a:r>
            <a:endParaRPr lang="en-US" dirty="0"/>
          </a:p>
        </p:txBody>
      </p:sp>
      <p:pic>
        <p:nvPicPr>
          <p:cNvPr id="4" name="Picture 3"/>
          <p:cNvPicPr>
            <a:picLocks noChangeAspect="1"/>
          </p:cNvPicPr>
          <p:nvPr/>
        </p:nvPicPr>
        <p:blipFill>
          <a:blip r:embed="rId2"/>
          <a:stretch>
            <a:fillRect/>
          </a:stretch>
        </p:blipFill>
        <p:spPr>
          <a:xfrm>
            <a:off x="102313" y="1576550"/>
            <a:ext cx="8986267" cy="4708505"/>
          </a:xfrm>
          <a:prstGeom prst="rect">
            <a:avLst/>
          </a:prstGeom>
        </p:spPr>
      </p:pic>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
        <p:nvSpPr>
          <p:cNvPr id="6" name="Content Placeholder 2"/>
          <p:cNvSpPr>
            <a:spLocks noGrp="1"/>
          </p:cNvSpPr>
          <p:nvPr>
            <p:ph idx="1"/>
          </p:nvPr>
        </p:nvSpPr>
        <p:spPr>
          <a:xfrm>
            <a:off x="0" y="1062336"/>
            <a:ext cx="8991600" cy="627919"/>
          </a:xfrm>
        </p:spPr>
        <p:txBody>
          <a:bodyPr>
            <a:normAutofit/>
          </a:bodyPr>
          <a:lstStyle/>
          <a:p>
            <a:r>
              <a:rPr lang="en-US" dirty="0" smtClean="0"/>
              <a:t>This cycle helps you to improve your processes. </a:t>
            </a:r>
            <a:endParaRPr lang="en-US" dirty="0"/>
          </a:p>
        </p:txBody>
      </p:sp>
    </p:spTree>
    <p:extLst>
      <p:ext uri="{BB962C8B-B14F-4D97-AF65-F5344CB8AC3E}">
        <p14:creationId xmlns:p14="http://schemas.microsoft.com/office/powerpoint/2010/main" val="570402033"/>
      </p:ext>
    </p:extLst>
  </p:cSld>
  <p:clrMapOvr>
    <a:masterClrMapping/>
  </p:clrMapOvr>
  <p:transition>
    <p:split orient="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process improvement </a:t>
            </a:r>
            <a:r>
              <a:rPr lang="en-US" dirty="0" smtClean="0"/>
              <a:t>cycle</a:t>
            </a:r>
            <a:endParaRPr lang="en-US" dirty="0"/>
          </a:p>
        </p:txBody>
      </p:sp>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
        <p:nvSpPr>
          <p:cNvPr id="6" name="Content Placeholder 2"/>
          <p:cNvSpPr>
            <a:spLocks noGrp="1"/>
          </p:cNvSpPr>
          <p:nvPr>
            <p:ph idx="1"/>
          </p:nvPr>
        </p:nvSpPr>
        <p:spPr>
          <a:xfrm>
            <a:off x="0" y="1062336"/>
            <a:ext cx="8991600" cy="5421591"/>
          </a:xfrm>
        </p:spPr>
        <p:txBody>
          <a:bodyPr>
            <a:normAutofit fontScale="77500" lnSpcReduction="20000"/>
          </a:bodyPr>
          <a:lstStyle/>
          <a:p>
            <a:r>
              <a:rPr lang="en-US" dirty="0" smtClean="0">
                <a:solidFill>
                  <a:srgbClr val="003399"/>
                </a:solidFill>
              </a:rPr>
              <a:t>Access current practices</a:t>
            </a:r>
            <a:r>
              <a:rPr lang="en-US" dirty="0" smtClean="0"/>
              <a:t>: </a:t>
            </a:r>
          </a:p>
          <a:p>
            <a:pPr lvl="1"/>
            <a:r>
              <a:rPr lang="en-US" dirty="0" smtClean="0"/>
              <a:t>Step </a:t>
            </a:r>
            <a:r>
              <a:rPr lang="en-US" dirty="0"/>
              <a:t>1 of any improvement activity is to assess the practices currently being used to identify their strengths and shortcomings. The assessment lays the foundation for selecting the changes you should make</a:t>
            </a:r>
            <a:r>
              <a:rPr lang="en-US" dirty="0" smtClean="0"/>
              <a:t>.</a:t>
            </a:r>
          </a:p>
          <a:p>
            <a:r>
              <a:rPr lang="en-US" dirty="0" smtClean="0">
                <a:solidFill>
                  <a:srgbClr val="003399"/>
                </a:solidFill>
              </a:rPr>
              <a:t>Plan improvement actions</a:t>
            </a:r>
            <a:r>
              <a:rPr lang="en-US" dirty="0" smtClean="0"/>
              <a:t>:</a:t>
            </a:r>
          </a:p>
          <a:p>
            <a:pPr lvl="1"/>
            <a:r>
              <a:rPr lang="en-US" dirty="0"/>
              <a:t>Tactical action plans target specific improvement areas, such as the ways you elicit or prioritize requirements. </a:t>
            </a:r>
            <a:endParaRPr lang="en-US" dirty="0" smtClean="0"/>
          </a:p>
          <a:p>
            <a:pPr lvl="1"/>
            <a:r>
              <a:rPr lang="en-US" dirty="0" smtClean="0"/>
              <a:t>Each </a:t>
            </a:r>
            <a:r>
              <a:rPr lang="en-US" dirty="0"/>
              <a:t>action plan should identify measurable improvement goals, the participants, and the individual action items that must be completed to implement the plan</a:t>
            </a:r>
            <a:r>
              <a:rPr lang="en-US" dirty="0" smtClean="0"/>
              <a:t>.</a:t>
            </a:r>
          </a:p>
          <a:p>
            <a:pPr lvl="1"/>
            <a:r>
              <a:rPr lang="en-US" dirty="0"/>
              <a:t>A</a:t>
            </a:r>
            <a:r>
              <a:rPr lang="en-US" dirty="0" smtClean="0"/>
              <a:t> </a:t>
            </a:r>
            <a:r>
              <a:rPr lang="en-US" dirty="0"/>
              <a:t>plan for requirements management improvements that included these action </a:t>
            </a:r>
            <a:r>
              <a:rPr lang="en-US" dirty="0" smtClean="0"/>
              <a:t>items:</a:t>
            </a:r>
          </a:p>
          <a:p>
            <a:pPr lvl="2"/>
            <a:r>
              <a:rPr lang="en-US" sz="2300" dirty="0" smtClean="0"/>
              <a:t>Draft </a:t>
            </a:r>
            <a:r>
              <a:rPr lang="en-US" sz="2300" dirty="0"/>
              <a:t>a requirements change control </a:t>
            </a:r>
            <a:r>
              <a:rPr lang="en-US" sz="2300" dirty="0" smtClean="0"/>
              <a:t>process.</a:t>
            </a:r>
          </a:p>
          <a:p>
            <a:pPr lvl="2"/>
            <a:r>
              <a:rPr lang="en-US" sz="2300" dirty="0" smtClean="0"/>
              <a:t>Review </a:t>
            </a:r>
            <a:r>
              <a:rPr lang="en-US" sz="2300" dirty="0"/>
              <a:t>and revise the change control </a:t>
            </a:r>
            <a:r>
              <a:rPr lang="en-US" sz="2300" dirty="0" smtClean="0"/>
              <a:t>process.</a:t>
            </a:r>
          </a:p>
          <a:p>
            <a:pPr lvl="2"/>
            <a:r>
              <a:rPr lang="en-US" sz="2300" dirty="0" smtClean="0"/>
              <a:t>Pilot </a:t>
            </a:r>
            <a:r>
              <a:rPr lang="en-US" sz="2300" dirty="0"/>
              <a:t>the change control process with Project </a:t>
            </a:r>
            <a:r>
              <a:rPr lang="en-US" sz="2300" dirty="0" smtClean="0"/>
              <a:t>A.</a:t>
            </a:r>
          </a:p>
          <a:p>
            <a:pPr lvl="2"/>
            <a:r>
              <a:rPr lang="en-US" sz="2300" dirty="0" smtClean="0"/>
              <a:t>Revise </a:t>
            </a:r>
            <a:r>
              <a:rPr lang="en-US" sz="2300" dirty="0"/>
              <a:t>the change control process based on feedback from the </a:t>
            </a:r>
            <a:r>
              <a:rPr lang="en-US" sz="2300" dirty="0" smtClean="0"/>
              <a:t>pilot.</a:t>
            </a:r>
          </a:p>
          <a:p>
            <a:pPr lvl="2"/>
            <a:r>
              <a:rPr lang="en-US" sz="2300" dirty="0" smtClean="0"/>
              <a:t>Evaluate </a:t>
            </a:r>
            <a:r>
              <a:rPr lang="en-US" sz="2300" dirty="0"/>
              <a:t>problem-tracking tools, and select one to support the change control </a:t>
            </a:r>
            <a:r>
              <a:rPr lang="en-US" sz="2300" dirty="0" smtClean="0"/>
              <a:t>process.</a:t>
            </a:r>
          </a:p>
          <a:p>
            <a:pPr lvl="2"/>
            <a:r>
              <a:rPr lang="en-US" sz="2300" dirty="0" smtClean="0"/>
              <a:t>Procure </a:t>
            </a:r>
            <a:r>
              <a:rPr lang="en-US" sz="2300" dirty="0"/>
              <a:t>the problem-tracking tool, and customize it to support the change control </a:t>
            </a:r>
            <a:r>
              <a:rPr lang="en-US" sz="2300" dirty="0" smtClean="0"/>
              <a:t>process.</a:t>
            </a:r>
          </a:p>
          <a:p>
            <a:pPr lvl="2"/>
            <a:r>
              <a:rPr lang="en-US" sz="2300" dirty="0" smtClean="0"/>
              <a:t>Roll </a:t>
            </a:r>
            <a:r>
              <a:rPr lang="en-US" sz="2300" dirty="0" smtClean="0"/>
              <a:t>out </a:t>
            </a:r>
            <a:r>
              <a:rPr lang="en-US" sz="1500" dirty="0" smtClean="0"/>
              <a:t>(</a:t>
            </a:r>
            <a:r>
              <a:rPr lang="en-US" sz="1500" dirty="0" err="1" smtClean="0"/>
              <a:t>giới</a:t>
            </a:r>
            <a:r>
              <a:rPr lang="en-US" sz="1500" dirty="0" smtClean="0"/>
              <a:t> </a:t>
            </a:r>
            <a:r>
              <a:rPr lang="en-US" sz="1500" dirty="0" err="1" smtClean="0"/>
              <a:t>thiệu</a:t>
            </a:r>
            <a:r>
              <a:rPr lang="en-US" sz="1500" dirty="0" smtClean="0"/>
              <a:t>)</a:t>
            </a:r>
            <a:r>
              <a:rPr lang="en-US" sz="2300" dirty="0" smtClean="0"/>
              <a:t> </a:t>
            </a:r>
            <a:r>
              <a:rPr lang="en-US" sz="2300" dirty="0"/>
              <a:t>the new change control process and tool to the organization.</a:t>
            </a:r>
          </a:p>
          <a:p>
            <a:pPr lvl="1"/>
            <a:endParaRPr lang="en-US" dirty="0" smtClean="0"/>
          </a:p>
        </p:txBody>
      </p:sp>
    </p:spTree>
    <p:extLst>
      <p:ext uri="{BB962C8B-B14F-4D97-AF65-F5344CB8AC3E}">
        <p14:creationId xmlns:p14="http://schemas.microsoft.com/office/powerpoint/2010/main" val="1715806293"/>
      </p:ext>
    </p:extLst>
  </p:cSld>
  <p:clrMapOvr>
    <a:masterClrMapping/>
  </p:clrMapOvr>
  <p:transition>
    <p:split orient="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process improvement </a:t>
            </a:r>
            <a:r>
              <a:rPr lang="en-US" dirty="0" smtClean="0"/>
              <a:t>cycle</a:t>
            </a:r>
            <a:endParaRPr lang="en-US" dirty="0"/>
          </a:p>
        </p:txBody>
      </p:sp>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sp>
        <p:nvSpPr>
          <p:cNvPr id="6" name="Content Placeholder 2"/>
          <p:cNvSpPr>
            <a:spLocks noGrp="1"/>
          </p:cNvSpPr>
          <p:nvPr>
            <p:ph idx="1"/>
          </p:nvPr>
        </p:nvSpPr>
        <p:spPr>
          <a:xfrm>
            <a:off x="0" y="1062336"/>
            <a:ext cx="8991600" cy="5278139"/>
          </a:xfrm>
        </p:spPr>
        <p:txBody>
          <a:bodyPr>
            <a:normAutofit lnSpcReduction="10000"/>
          </a:bodyPr>
          <a:lstStyle/>
          <a:p>
            <a:r>
              <a:rPr lang="en-US" dirty="0" smtClean="0">
                <a:solidFill>
                  <a:srgbClr val="003399"/>
                </a:solidFill>
              </a:rPr>
              <a:t>Create, pilot, and roll out processes</a:t>
            </a:r>
            <a:r>
              <a:rPr lang="en-US" dirty="0" smtClean="0"/>
              <a:t>:</a:t>
            </a:r>
          </a:p>
          <a:p>
            <a:pPr lvl="1"/>
            <a:r>
              <a:rPr lang="en-US" dirty="0"/>
              <a:t>Many approaches that seem like a good idea in the </a:t>
            </a:r>
            <a:r>
              <a:rPr lang="en-US" dirty="0" smtClean="0"/>
              <a:t>abstract </a:t>
            </a:r>
            <a:r>
              <a:rPr lang="en-US" sz="1600" dirty="0" smtClean="0"/>
              <a:t>(</a:t>
            </a:r>
            <a:r>
              <a:rPr lang="en-US" sz="1600" dirty="0" err="1" smtClean="0"/>
              <a:t>về</a:t>
            </a:r>
            <a:r>
              <a:rPr lang="en-US" sz="1600" dirty="0" smtClean="0"/>
              <a:t> </a:t>
            </a:r>
            <a:r>
              <a:rPr lang="en-US" sz="1600" dirty="0" err="1" smtClean="0"/>
              <a:t>mặt</a:t>
            </a:r>
            <a:r>
              <a:rPr lang="en-US" sz="1600" dirty="0" smtClean="0"/>
              <a:t> lý </a:t>
            </a:r>
            <a:r>
              <a:rPr lang="en-US" sz="1600" dirty="0" err="1" smtClean="0"/>
              <a:t>thuyết</a:t>
            </a:r>
            <a:r>
              <a:rPr lang="en-US" sz="1600" dirty="0" smtClean="0"/>
              <a:t>)</a:t>
            </a:r>
            <a:r>
              <a:rPr lang="en-US" dirty="0" smtClean="0"/>
              <a:t> </a:t>
            </a:r>
            <a:r>
              <a:rPr lang="en-US" dirty="0"/>
              <a:t>turn </a:t>
            </a:r>
            <a:r>
              <a:rPr lang="en-US" dirty="0" smtClean="0"/>
              <a:t>out </a:t>
            </a:r>
            <a:r>
              <a:rPr lang="en-US" sz="1600" dirty="0" smtClean="0"/>
              <a:t>(</a:t>
            </a:r>
            <a:r>
              <a:rPr lang="en-US" sz="1600" dirty="0" err="1" smtClean="0"/>
              <a:t>hóa</a:t>
            </a:r>
            <a:r>
              <a:rPr lang="en-US" sz="1600" dirty="0" smtClean="0"/>
              <a:t> </a:t>
            </a:r>
            <a:r>
              <a:rPr lang="en-US" sz="1600" dirty="0" err="1" smtClean="0"/>
              <a:t>ra</a:t>
            </a:r>
            <a:r>
              <a:rPr lang="en-US" sz="1600" dirty="0" smtClean="0"/>
              <a:t>)</a:t>
            </a:r>
            <a:r>
              <a:rPr lang="en-US" dirty="0" smtClean="0"/>
              <a:t> </a:t>
            </a:r>
            <a:r>
              <a:rPr lang="en-US" dirty="0"/>
              <a:t>to be </a:t>
            </a:r>
            <a:r>
              <a:rPr lang="en-US" dirty="0" smtClean="0"/>
              <a:t>less </a:t>
            </a:r>
            <a:r>
              <a:rPr lang="en-US" dirty="0"/>
              <a:t>effective than </a:t>
            </a:r>
            <a:r>
              <a:rPr lang="en-US" dirty="0" smtClean="0"/>
              <a:t>anticipated </a:t>
            </a:r>
            <a:r>
              <a:rPr lang="en-US" sz="1600" dirty="0" smtClean="0"/>
              <a:t>(</a:t>
            </a:r>
            <a:r>
              <a:rPr lang="en-US" sz="1600" dirty="0" err="1" smtClean="0"/>
              <a:t>dự</a:t>
            </a:r>
            <a:r>
              <a:rPr lang="en-US" sz="1600" dirty="0" smtClean="0"/>
              <a:t> </a:t>
            </a:r>
            <a:r>
              <a:rPr lang="en-US" sz="1600" dirty="0" err="1" smtClean="0"/>
              <a:t>đoán</a:t>
            </a:r>
            <a:r>
              <a:rPr lang="en-US" sz="1600" dirty="0" smtClean="0"/>
              <a:t>)</a:t>
            </a:r>
            <a:r>
              <a:rPr lang="en-US" dirty="0" smtClean="0"/>
              <a:t>. </a:t>
            </a:r>
            <a:r>
              <a:rPr lang="en-US" dirty="0"/>
              <a:t>Therefore, pilot most of the new procedures or templates you create on a small scale before implementing them for real</a:t>
            </a:r>
            <a:r>
              <a:rPr lang="en-US" dirty="0" smtClean="0"/>
              <a:t>.</a:t>
            </a:r>
          </a:p>
          <a:p>
            <a:pPr lvl="1"/>
            <a:r>
              <a:rPr lang="en-US" dirty="0"/>
              <a:t>Keep the following suggestions in mind for your process </a:t>
            </a:r>
            <a:r>
              <a:rPr lang="en-US" dirty="0" smtClean="0"/>
              <a:t>pilots:</a:t>
            </a:r>
          </a:p>
          <a:p>
            <a:pPr lvl="2"/>
            <a:r>
              <a:rPr lang="en-US" dirty="0" smtClean="0"/>
              <a:t>Select </a:t>
            </a:r>
            <a:r>
              <a:rPr lang="en-US" dirty="0"/>
              <a:t>pilot participants who will give the new approaches a fair try and provide helpful feedback. </a:t>
            </a:r>
            <a:endParaRPr lang="en-US" dirty="0" smtClean="0"/>
          </a:p>
          <a:p>
            <a:pPr lvl="2"/>
            <a:r>
              <a:rPr lang="en-US" dirty="0" smtClean="0"/>
              <a:t>Quantify </a:t>
            </a:r>
            <a:r>
              <a:rPr lang="en-US" dirty="0"/>
              <a:t>the criteria the team will use to evaluate the pilot’s </a:t>
            </a:r>
            <a:r>
              <a:rPr lang="en-US" dirty="0" smtClean="0"/>
              <a:t>results.</a:t>
            </a:r>
          </a:p>
          <a:p>
            <a:pPr lvl="2"/>
            <a:r>
              <a:rPr lang="en-US" dirty="0" smtClean="0"/>
              <a:t>Identify </a:t>
            </a:r>
            <a:r>
              <a:rPr lang="en-US" dirty="0"/>
              <a:t>the stakeholders who need to be informed about the </a:t>
            </a:r>
            <a:r>
              <a:rPr lang="en-US" dirty="0" smtClean="0"/>
              <a:t>pilot.</a:t>
            </a:r>
          </a:p>
          <a:p>
            <a:pPr lvl="2"/>
            <a:r>
              <a:rPr lang="en-US" dirty="0" smtClean="0"/>
              <a:t>Consider </a:t>
            </a:r>
            <a:r>
              <a:rPr lang="en-US" dirty="0"/>
              <a:t>piloting portions of the new processes on different projects. This </a:t>
            </a:r>
            <a:r>
              <a:rPr lang="en-US" dirty="0" smtClean="0"/>
              <a:t>engages</a:t>
            </a:r>
            <a:r>
              <a:rPr lang="en-US" sz="1400" dirty="0" smtClean="0"/>
              <a:t> (</a:t>
            </a:r>
            <a:r>
              <a:rPr lang="en-US" sz="1400" dirty="0" err="1" smtClean="0"/>
              <a:t>thu</a:t>
            </a:r>
            <a:r>
              <a:rPr lang="en-US" sz="1400" dirty="0" smtClean="0"/>
              <a:t> </a:t>
            </a:r>
            <a:r>
              <a:rPr lang="en-US" sz="1400" dirty="0" err="1" smtClean="0"/>
              <a:t>hút</a:t>
            </a:r>
            <a:r>
              <a:rPr lang="en-US" sz="1400" dirty="0" smtClean="0"/>
              <a:t>)</a:t>
            </a:r>
            <a:r>
              <a:rPr lang="en-US" dirty="0" smtClean="0"/>
              <a:t> </a:t>
            </a:r>
            <a:r>
              <a:rPr lang="en-US" dirty="0"/>
              <a:t>more people in trying new approaches, which increases awareness, feedback, and </a:t>
            </a:r>
            <a:r>
              <a:rPr lang="en-US" dirty="0" smtClean="0"/>
              <a:t>buy-in.</a:t>
            </a:r>
          </a:p>
          <a:p>
            <a:pPr lvl="2"/>
            <a:r>
              <a:rPr lang="en-US" dirty="0" smtClean="0"/>
              <a:t>As </a:t>
            </a:r>
            <a:r>
              <a:rPr lang="en-US" dirty="0"/>
              <a:t>part of the evaluation, ask pilot participants how they would feel if they had to go back to their former ways of working</a:t>
            </a:r>
            <a:r>
              <a:rPr lang="en-US" dirty="0" smtClean="0"/>
              <a:t>.</a:t>
            </a:r>
            <a:endParaRPr lang="en-US" dirty="0"/>
          </a:p>
        </p:txBody>
      </p:sp>
    </p:spTree>
    <p:extLst>
      <p:ext uri="{BB962C8B-B14F-4D97-AF65-F5344CB8AC3E}">
        <p14:creationId xmlns:p14="http://schemas.microsoft.com/office/powerpoint/2010/main" val="1669037965"/>
      </p:ext>
    </p:extLst>
  </p:cSld>
  <p:clrMapOvr>
    <a:masterClrMapping/>
  </p:clrMapOvr>
  <p:transition>
    <p:split orient="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process improvement </a:t>
            </a:r>
            <a:r>
              <a:rPr lang="en-US" dirty="0" smtClean="0"/>
              <a:t>cycle</a:t>
            </a:r>
            <a:endParaRPr lang="en-US" dirty="0"/>
          </a:p>
        </p:txBody>
      </p:sp>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sp>
        <p:nvSpPr>
          <p:cNvPr id="6" name="Content Placeholder 2"/>
          <p:cNvSpPr>
            <a:spLocks noGrp="1"/>
          </p:cNvSpPr>
          <p:nvPr>
            <p:ph idx="1"/>
          </p:nvPr>
        </p:nvSpPr>
        <p:spPr>
          <a:xfrm>
            <a:off x="207818" y="1062336"/>
            <a:ext cx="8783782" cy="5278139"/>
          </a:xfrm>
        </p:spPr>
        <p:txBody>
          <a:bodyPr>
            <a:normAutofit/>
          </a:bodyPr>
          <a:lstStyle/>
          <a:p>
            <a:r>
              <a:rPr lang="en-US" dirty="0" smtClean="0">
                <a:solidFill>
                  <a:srgbClr val="003399"/>
                </a:solidFill>
              </a:rPr>
              <a:t>Evaluate results</a:t>
            </a:r>
            <a:r>
              <a:rPr lang="en-US" dirty="0" smtClean="0"/>
              <a:t>:</a:t>
            </a:r>
          </a:p>
          <a:p>
            <a:pPr lvl="1"/>
            <a:r>
              <a:rPr lang="en-US" dirty="0"/>
              <a:t>The final step of a process improvement cycle is to evaluate the activities performed and the results achieved. </a:t>
            </a:r>
            <a:endParaRPr lang="en-US" dirty="0" smtClean="0"/>
          </a:p>
          <a:p>
            <a:pPr lvl="1"/>
            <a:r>
              <a:rPr lang="en-US" dirty="0" smtClean="0"/>
              <a:t>This </a:t>
            </a:r>
            <a:r>
              <a:rPr lang="en-US" dirty="0"/>
              <a:t>evaluation will help the team do an even better job on future improvement activities. Assess how smoothly the pilots ran. How effective were they in resolving the uncertainties about the new processes? Would you change anything the next time you conduct a process pilot</a:t>
            </a:r>
            <a:r>
              <a:rPr lang="en-US" dirty="0" smtClean="0"/>
              <a:t>?</a:t>
            </a:r>
            <a:r>
              <a:rPr lang="en-US" dirty="0"/>
              <a:t> </a:t>
            </a:r>
            <a:endParaRPr lang="en-US" dirty="0" smtClean="0"/>
          </a:p>
          <a:p>
            <a:pPr lvl="1"/>
            <a:r>
              <a:rPr lang="en-US" dirty="0" smtClean="0"/>
              <a:t>A </a:t>
            </a:r>
            <a:r>
              <a:rPr lang="en-US" dirty="0"/>
              <a:t>critical step is to assess whether the new processes are </a:t>
            </a:r>
            <a:r>
              <a:rPr lang="en-US" dirty="0" smtClean="0"/>
              <a:t>yielding </a:t>
            </a:r>
            <a:r>
              <a:rPr lang="en-US" sz="1600" dirty="0" smtClean="0"/>
              <a:t>(</a:t>
            </a:r>
            <a:r>
              <a:rPr lang="en-US" sz="1600" dirty="0" err="1" smtClean="0"/>
              <a:t>mang</a:t>
            </a:r>
            <a:r>
              <a:rPr lang="en-US" sz="1600" dirty="0" smtClean="0"/>
              <a:t> </a:t>
            </a:r>
            <a:r>
              <a:rPr lang="en-US" sz="1600" dirty="0" err="1" smtClean="0"/>
              <a:t>lại</a:t>
            </a:r>
            <a:r>
              <a:rPr lang="en-US" sz="1600" dirty="0" smtClean="0"/>
              <a:t>) </a:t>
            </a:r>
            <a:r>
              <a:rPr lang="en-US" dirty="0"/>
              <a:t>the desired results. Some new practices deliver visible improvements quickly, but others take time to demonstrate their full value. </a:t>
            </a:r>
            <a:endParaRPr lang="en-US" dirty="0" smtClean="0"/>
          </a:p>
          <a:p>
            <a:pPr lvl="1"/>
            <a:endParaRPr lang="en-US" dirty="0"/>
          </a:p>
        </p:txBody>
      </p:sp>
    </p:spTree>
    <p:extLst>
      <p:ext uri="{BB962C8B-B14F-4D97-AF65-F5344CB8AC3E}">
        <p14:creationId xmlns:p14="http://schemas.microsoft.com/office/powerpoint/2010/main" val="1077390131"/>
      </p:ext>
    </p:extLst>
  </p:cSld>
  <p:clrMapOvr>
    <a:masterClrMapping/>
  </p:clrMapOvr>
  <p:transition>
    <p:split orient="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Requirements engineering process </a:t>
            </a:r>
            <a:r>
              <a:rPr lang="en-US" dirty="0" smtClean="0"/>
              <a:t>assets</a:t>
            </a:r>
            <a:endParaRPr lang="en-US" dirty="0"/>
          </a:p>
        </p:txBody>
      </p:sp>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19</a:t>
            </a:fld>
            <a:endParaRPr lang="en-US" dirty="0"/>
          </a:p>
        </p:txBody>
      </p:sp>
      <p:sp>
        <p:nvSpPr>
          <p:cNvPr id="7" name="Content Placeholder 2"/>
          <p:cNvSpPr>
            <a:spLocks noGrp="1"/>
          </p:cNvSpPr>
          <p:nvPr>
            <p:ph idx="1"/>
          </p:nvPr>
        </p:nvSpPr>
        <p:spPr>
          <a:xfrm>
            <a:off x="207818" y="1062336"/>
            <a:ext cx="8783782" cy="5278139"/>
          </a:xfrm>
        </p:spPr>
        <p:txBody>
          <a:bodyPr>
            <a:normAutofit fontScale="92500" lnSpcReduction="10000"/>
          </a:bodyPr>
          <a:lstStyle/>
          <a:p>
            <a:r>
              <a:rPr lang="en-US" dirty="0"/>
              <a:t>High-performance projects have effective processes for all of the requirements engineering components: elicitation, analysis, specification, validation, and management. </a:t>
            </a:r>
            <a:endParaRPr lang="en-US" dirty="0" smtClean="0"/>
          </a:p>
          <a:p>
            <a:r>
              <a:rPr lang="en-US" dirty="0" smtClean="0"/>
              <a:t>To </a:t>
            </a:r>
            <a:r>
              <a:rPr lang="en-US" dirty="0"/>
              <a:t>facilitate the </a:t>
            </a:r>
            <a:r>
              <a:rPr lang="en-US" dirty="0" smtClean="0"/>
              <a:t>performance </a:t>
            </a:r>
            <a:r>
              <a:rPr lang="en-US" sz="1800" dirty="0" smtClean="0"/>
              <a:t>(</a:t>
            </a:r>
            <a:r>
              <a:rPr lang="en-US" sz="1800" dirty="0" err="1" smtClean="0"/>
              <a:t>thực</a:t>
            </a:r>
            <a:r>
              <a:rPr lang="en-US" sz="1800" dirty="0" smtClean="0"/>
              <a:t> </a:t>
            </a:r>
            <a:r>
              <a:rPr lang="en-US" sz="1800" dirty="0" err="1" smtClean="0"/>
              <a:t>hiện</a:t>
            </a:r>
            <a:r>
              <a:rPr lang="en-US" sz="1800" dirty="0" smtClean="0"/>
              <a:t>)</a:t>
            </a:r>
            <a:r>
              <a:rPr lang="en-US" dirty="0" smtClean="0"/>
              <a:t> </a:t>
            </a:r>
            <a:r>
              <a:rPr lang="en-US" dirty="0"/>
              <a:t>of these processes, every organization needs a collection of requirements </a:t>
            </a:r>
            <a:r>
              <a:rPr lang="en-US" i="1" dirty="0">
                <a:solidFill>
                  <a:srgbClr val="003399"/>
                </a:solidFill>
              </a:rPr>
              <a:t>process </a:t>
            </a:r>
            <a:r>
              <a:rPr lang="en-US" i="1" dirty="0" smtClean="0">
                <a:solidFill>
                  <a:srgbClr val="003399"/>
                </a:solidFill>
              </a:rPr>
              <a:t>assets</a:t>
            </a:r>
            <a:r>
              <a:rPr lang="en-US" i="1" dirty="0" smtClean="0"/>
              <a:t>.</a:t>
            </a:r>
          </a:p>
          <a:p>
            <a:r>
              <a:rPr lang="en-US" dirty="0"/>
              <a:t>A process encompasses the actions you take and the deliverables you produce; process assets help the team members perform processes consistently and </a:t>
            </a:r>
            <a:r>
              <a:rPr lang="en-US" dirty="0" smtClean="0"/>
              <a:t>effectively.</a:t>
            </a:r>
          </a:p>
          <a:p>
            <a:r>
              <a:rPr lang="en-US" dirty="0" smtClean="0"/>
              <a:t>These </a:t>
            </a:r>
            <a:r>
              <a:rPr lang="en-US" dirty="0"/>
              <a:t>process assets will help those involved in the project understand the steps they should follow and the work products they’re expected to create</a:t>
            </a:r>
            <a:r>
              <a:rPr lang="en-US" dirty="0" smtClean="0"/>
              <a:t>.</a:t>
            </a:r>
          </a:p>
          <a:p>
            <a:r>
              <a:rPr lang="en-US" dirty="0" smtClean="0"/>
              <a:t>Next slide shows you the types of process assets.</a:t>
            </a:r>
          </a:p>
        </p:txBody>
      </p:sp>
    </p:spTree>
    <p:extLst>
      <p:ext uri="{BB962C8B-B14F-4D97-AF65-F5344CB8AC3E}">
        <p14:creationId xmlns:p14="http://schemas.microsoft.com/office/powerpoint/2010/main" val="420240403"/>
      </p:ext>
    </p:extLst>
  </p:cSld>
  <p:clrMapOvr>
    <a:masterClrMapping/>
  </p:clrMapOvr>
  <p:transition>
    <p:split orient="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Requirements engineering process </a:t>
            </a:r>
            <a:r>
              <a:rPr lang="en-US" dirty="0" smtClean="0"/>
              <a:t>assets</a:t>
            </a:r>
            <a:endParaRPr lang="en-US" dirty="0"/>
          </a:p>
        </p:txBody>
      </p:sp>
      <p:pic>
        <p:nvPicPr>
          <p:cNvPr id="4" name="Picture 3"/>
          <p:cNvPicPr>
            <a:picLocks noChangeAspect="1"/>
          </p:cNvPicPr>
          <p:nvPr/>
        </p:nvPicPr>
        <p:blipFill>
          <a:blip r:embed="rId2"/>
          <a:stretch>
            <a:fillRect/>
          </a:stretch>
        </p:blipFill>
        <p:spPr>
          <a:xfrm>
            <a:off x="0" y="1111251"/>
            <a:ext cx="8589818" cy="3397751"/>
          </a:xfrm>
          <a:prstGeom prst="rect">
            <a:avLst/>
          </a:prstGeom>
        </p:spPr>
      </p:pic>
      <p:pic>
        <p:nvPicPr>
          <p:cNvPr id="6" name="Picture 5"/>
          <p:cNvPicPr>
            <a:picLocks noChangeAspect="1"/>
          </p:cNvPicPr>
          <p:nvPr/>
        </p:nvPicPr>
        <p:blipFill>
          <a:blip r:embed="rId3"/>
          <a:stretch>
            <a:fillRect/>
          </a:stretch>
        </p:blipFill>
        <p:spPr>
          <a:xfrm>
            <a:off x="-1" y="4467893"/>
            <a:ext cx="9144001" cy="1872582"/>
          </a:xfrm>
          <a:prstGeom prst="rect">
            <a:avLst/>
          </a:prstGeom>
        </p:spPr>
      </p:pic>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20</a:t>
            </a:fld>
            <a:endParaRPr lang="en-US" dirty="0"/>
          </a:p>
        </p:txBody>
      </p:sp>
    </p:spTree>
    <p:extLst>
      <p:ext uri="{BB962C8B-B14F-4D97-AF65-F5344CB8AC3E}">
        <p14:creationId xmlns:p14="http://schemas.microsoft.com/office/powerpoint/2010/main" val="420408355"/>
      </p:ext>
    </p:extLst>
  </p:cSld>
  <p:clrMapOvr>
    <a:masterClrMapping/>
  </p:clrMapOvr>
  <p:transition>
    <p:split orient="ver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Requirements engineering process assets</a:t>
            </a:r>
          </a:p>
        </p:txBody>
      </p:sp>
      <p:pic>
        <p:nvPicPr>
          <p:cNvPr id="4" name="Picture 3"/>
          <p:cNvPicPr>
            <a:picLocks noChangeAspect="1"/>
          </p:cNvPicPr>
          <p:nvPr/>
        </p:nvPicPr>
        <p:blipFill>
          <a:blip r:embed="rId2"/>
          <a:stretch>
            <a:fillRect/>
          </a:stretch>
        </p:blipFill>
        <p:spPr>
          <a:xfrm>
            <a:off x="590528" y="3200398"/>
            <a:ext cx="8172472" cy="3017983"/>
          </a:xfrm>
          <a:prstGeom prst="rect">
            <a:avLst/>
          </a:prstGeom>
        </p:spPr>
      </p:pic>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21</a:t>
            </a:fld>
            <a:endParaRPr lang="en-US" dirty="0"/>
          </a:p>
        </p:txBody>
      </p:sp>
      <p:sp>
        <p:nvSpPr>
          <p:cNvPr id="6" name="Content Placeholder 2"/>
          <p:cNvSpPr>
            <a:spLocks noGrp="1"/>
          </p:cNvSpPr>
          <p:nvPr>
            <p:ph idx="1"/>
          </p:nvPr>
        </p:nvSpPr>
        <p:spPr>
          <a:xfrm>
            <a:off x="207818" y="1062336"/>
            <a:ext cx="8783782" cy="2138063"/>
          </a:xfrm>
        </p:spPr>
        <p:txBody>
          <a:bodyPr>
            <a:normAutofit fontScale="77500" lnSpcReduction="20000"/>
          </a:bodyPr>
          <a:lstStyle/>
          <a:p>
            <a:r>
              <a:rPr lang="en-US" dirty="0"/>
              <a:t>Figure 31-8 identifies some valuable process assets for requirements </a:t>
            </a:r>
            <a:r>
              <a:rPr lang="en-US" dirty="0" smtClean="0"/>
              <a:t>engineering.</a:t>
            </a:r>
          </a:p>
          <a:p>
            <a:r>
              <a:rPr lang="en-US" dirty="0"/>
              <a:t>Store these items in a shared process assets library for ease of access and ready availability, and establish mechanisms for improving them with </a:t>
            </a:r>
            <a:r>
              <a:rPr lang="en-US" dirty="0" smtClean="0"/>
              <a:t>experience.</a:t>
            </a:r>
          </a:p>
          <a:p>
            <a:r>
              <a:rPr lang="en-US" dirty="0" smtClean="0"/>
              <a:t>Many </a:t>
            </a:r>
            <a:r>
              <a:rPr lang="en-US" dirty="0"/>
              <a:t>of the process assets in Figure 31-8 are available with the companion content for this book.</a:t>
            </a:r>
            <a:endParaRPr lang="en-US" dirty="0" smtClean="0"/>
          </a:p>
        </p:txBody>
      </p:sp>
    </p:spTree>
    <p:extLst>
      <p:ext uri="{BB962C8B-B14F-4D97-AF65-F5344CB8AC3E}">
        <p14:creationId xmlns:p14="http://schemas.microsoft.com/office/powerpoint/2010/main" val="2190256746"/>
      </p:ext>
    </p:extLst>
  </p:cSld>
  <p:clrMapOvr>
    <a:masterClrMapping/>
  </p:clrMapOvr>
  <p:transition>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Creating a requirements process improvement road map</a:t>
            </a:r>
          </a:p>
        </p:txBody>
      </p:sp>
      <p:pic>
        <p:nvPicPr>
          <p:cNvPr id="4" name="Picture 3"/>
          <p:cNvPicPr>
            <a:picLocks noChangeAspect="1"/>
          </p:cNvPicPr>
          <p:nvPr/>
        </p:nvPicPr>
        <p:blipFill>
          <a:blip r:embed="rId2"/>
          <a:stretch>
            <a:fillRect/>
          </a:stretch>
        </p:blipFill>
        <p:spPr>
          <a:xfrm>
            <a:off x="717365" y="3210718"/>
            <a:ext cx="7262853" cy="3119438"/>
          </a:xfrm>
          <a:prstGeom prst="rect">
            <a:avLst/>
          </a:prstGeom>
        </p:spPr>
      </p:pic>
      <p:sp>
        <p:nvSpPr>
          <p:cNvPr id="3" name="Footer Placeholder 2"/>
          <p:cNvSpPr>
            <a:spLocks noGrp="1"/>
          </p:cNvSpPr>
          <p:nvPr>
            <p:ph type="ftr" sz="quarter" idx="10"/>
          </p:nvPr>
        </p:nvSpPr>
        <p:spPr/>
        <p:txBody>
          <a:bodyPr/>
          <a:lstStyle/>
          <a:p>
            <a:pPr>
              <a:defRPr/>
            </a:pPr>
            <a:r>
              <a:rPr lang="vi-VN"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22</a:t>
            </a:fld>
            <a:endParaRPr lang="en-US" dirty="0"/>
          </a:p>
        </p:txBody>
      </p:sp>
      <p:sp>
        <p:nvSpPr>
          <p:cNvPr id="6" name="Content Placeholder 2"/>
          <p:cNvSpPr>
            <a:spLocks noGrp="1"/>
          </p:cNvSpPr>
          <p:nvPr>
            <p:ph idx="1"/>
          </p:nvPr>
        </p:nvSpPr>
        <p:spPr>
          <a:xfrm>
            <a:off x="207818" y="1062336"/>
            <a:ext cx="8783782" cy="2246605"/>
          </a:xfrm>
        </p:spPr>
        <p:txBody>
          <a:bodyPr>
            <a:normAutofit fontScale="70000" lnSpcReduction="20000"/>
          </a:bodyPr>
          <a:lstStyle/>
          <a:p>
            <a:r>
              <a:rPr lang="en-US" dirty="0"/>
              <a:t>The process improvement road map sequences improvement actions to yield the greatest and quickest benefits with the smallest </a:t>
            </a:r>
            <a:r>
              <a:rPr lang="en-US" dirty="0" smtClean="0"/>
              <a:t>investment.</a:t>
            </a:r>
          </a:p>
          <a:p>
            <a:r>
              <a:rPr lang="en-US" dirty="0"/>
              <a:t>Figure 31-9 illustrates one organization’s road map for improving its requirements processes</a:t>
            </a:r>
            <a:r>
              <a:rPr lang="en-US" dirty="0" smtClean="0"/>
              <a:t>.</a:t>
            </a:r>
          </a:p>
          <a:p>
            <a:r>
              <a:rPr lang="en-US" dirty="0"/>
              <a:t>Implement each threaded set of improvement activities from left to right. After you’ve created a road map, give ownership of each milestone to an individual, who can then write an action plan for achieving that milestone. Then turn those action plans into actions!</a:t>
            </a:r>
            <a:endParaRPr lang="en-US" dirty="0" smtClean="0"/>
          </a:p>
          <a:p>
            <a:endParaRPr lang="en-US" dirty="0" smtClean="0"/>
          </a:p>
        </p:txBody>
      </p:sp>
      <p:sp>
        <p:nvSpPr>
          <p:cNvPr id="7" name="TextBox 6"/>
          <p:cNvSpPr txBox="1"/>
          <p:nvPr/>
        </p:nvSpPr>
        <p:spPr>
          <a:xfrm>
            <a:off x="8271164" y="4231828"/>
            <a:ext cx="872836" cy="1077218"/>
          </a:xfrm>
          <a:prstGeom prst="rect">
            <a:avLst/>
          </a:prstGeom>
          <a:noFill/>
        </p:spPr>
        <p:txBody>
          <a:bodyPr wrap="square" rtlCol="0">
            <a:spAutoFit/>
          </a:bodyPr>
          <a:lstStyle/>
          <a:p>
            <a:r>
              <a:rPr lang="en-US" sz="1600" i="1" dirty="0"/>
              <a:t>The desired </a:t>
            </a:r>
            <a:r>
              <a:rPr lang="en-US" sz="1600" i="1" dirty="0" smtClean="0"/>
              <a:t>biz </a:t>
            </a:r>
            <a:r>
              <a:rPr lang="en-US" sz="1600" i="1" dirty="0"/>
              <a:t>goals </a:t>
            </a:r>
          </a:p>
        </p:txBody>
      </p:sp>
      <p:cxnSp>
        <p:nvCxnSpPr>
          <p:cNvPr id="9" name="Straight Arrow Connector 8"/>
          <p:cNvCxnSpPr>
            <a:stCxn id="7" idx="1"/>
          </p:cNvCxnSpPr>
          <p:nvPr/>
        </p:nvCxnSpPr>
        <p:spPr>
          <a:xfrm flipH="1" flipV="1">
            <a:off x="7883236" y="3699164"/>
            <a:ext cx="387928" cy="1071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7" idx="1"/>
          </p:cNvCxnSpPr>
          <p:nvPr/>
        </p:nvCxnSpPr>
        <p:spPr>
          <a:xfrm flipH="1">
            <a:off x="7931727" y="4770437"/>
            <a:ext cx="339437" cy="854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1"/>
            <a:endCxn id="4" idx="3"/>
          </p:cNvCxnSpPr>
          <p:nvPr/>
        </p:nvCxnSpPr>
        <p:spPr>
          <a:xfrm flipH="1">
            <a:off x="7980218" y="4770437"/>
            <a:ext cx="2909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3521" y="4551360"/>
            <a:ext cx="1034843" cy="646331"/>
          </a:xfrm>
          <a:prstGeom prst="rect">
            <a:avLst/>
          </a:prstGeom>
          <a:noFill/>
        </p:spPr>
        <p:txBody>
          <a:bodyPr wrap="square" rtlCol="0">
            <a:spAutoFit/>
          </a:bodyPr>
          <a:lstStyle/>
          <a:p>
            <a:r>
              <a:rPr lang="en-US" sz="1200" i="1" dirty="0" smtClean="0"/>
              <a:t>The </a:t>
            </a:r>
            <a:r>
              <a:rPr lang="en-US" sz="1200" i="1" dirty="0"/>
              <a:t>major improvement activities </a:t>
            </a:r>
          </a:p>
        </p:txBody>
      </p:sp>
      <p:cxnSp>
        <p:nvCxnSpPr>
          <p:cNvPr id="17" name="Straight Arrow Connector 16"/>
          <p:cNvCxnSpPr>
            <a:stCxn id="15" idx="3"/>
          </p:cNvCxnSpPr>
          <p:nvPr/>
        </p:nvCxnSpPr>
        <p:spPr>
          <a:xfrm flipV="1">
            <a:off x="1108364" y="4770438"/>
            <a:ext cx="387927" cy="104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5" idx="3"/>
          </p:cNvCxnSpPr>
          <p:nvPr/>
        </p:nvCxnSpPr>
        <p:spPr>
          <a:xfrm flipV="1">
            <a:off x="1108364" y="4231828"/>
            <a:ext cx="48491" cy="642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5" idx="3"/>
          </p:cNvCxnSpPr>
          <p:nvPr/>
        </p:nvCxnSpPr>
        <p:spPr>
          <a:xfrm>
            <a:off x="1108364" y="4874526"/>
            <a:ext cx="180109" cy="434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5" idx="3"/>
          </p:cNvCxnSpPr>
          <p:nvPr/>
        </p:nvCxnSpPr>
        <p:spPr>
          <a:xfrm>
            <a:off x="1108364" y="4874526"/>
            <a:ext cx="1319254" cy="539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6002482" y="2990846"/>
            <a:ext cx="1028936" cy="307777"/>
          </a:xfrm>
          <a:prstGeom prst="rect">
            <a:avLst/>
          </a:prstGeom>
          <a:noFill/>
        </p:spPr>
        <p:txBody>
          <a:bodyPr wrap="none" rtlCol="0">
            <a:spAutoFit/>
          </a:bodyPr>
          <a:lstStyle/>
          <a:p>
            <a:r>
              <a:rPr lang="en-US" sz="1400" i="1" dirty="0"/>
              <a:t>M</a:t>
            </a:r>
            <a:r>
              <a:rPr lang="en-US" sz="1400" i="1" dirty="0" smtClean="0"/>
              <a:t>ilestones </a:t>
            </a:r>
            <a:endParaRPr lang="en-US" sz="1400" i="1" dirty="0"/>
          </a:p>
        </p:txBody>
      </p:sp>
      <p:cxnSp>
        <p:nvCxnSpPr>
          <p:cNvPr id="32" name="Straight Arrow Connector 31"/>
          <p:cNvCxnSpPr>
            <a:stCxn id="30" idx="2"/>
          </p:cNvCxnSpPr>
          <p:nvPr/>
        </p:nvCxnSpPr>
        <p:spPr>
          <a:xfrm flipH="1">
            <a:off x="5832764" y="3298623"/>
            <a:ext cx="684186" cy="2619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6248400" y="3308942"/>
            <a:ext cx="268550" cy="1132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8474136"/>
      </p:ext>
    </p:extLst>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31</a:t>
            </a:r>
            <a:endParaRPr lang="en-US" sz="3200" dirty="0"/>
          </a:p>
        </p:txBody>
      </p:sp>
      <p:sp>
        <p:nvSpPr>
          <p:cNvPr id="4" name="Footer Placeholder 3"/>
          <p:cNvSpPr>
            <a:spLocks noGrp="1"/>
          </p:cNvSpPr>
          <p:nvPr>
            <p:ph type="ftr" sz="quarter" idx="10"/>
          </p:nvPr>
        </p:nvSpPr>
        <p:spPr/>
        <p:txBody>
          <a:bodyPr/>
          <a:lstStyle/>
          <a:p>
            <a:pPr>
              <a:defRPr/>
            </a:pPr>
            <a:r>
              <a:rPr lang="en-US"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23</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217777693"/>
              </p:ext>
            </p:extLst>
          </p:nvPr>
        </p:nvGraphicFramePr>
        <p:xfrm>
          <a:off x="228600" y="1052161"/>
          <a:ext cx="8686800" cy="5459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42090340"/>
      </p:ext>
    </p:extLst>
  </p:cSld>
  <p:clrMapOvr>
    <a:masterClrMapping/>
  </p:clrMapOvr>
  <p:transition>
    <p:split orient="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Chapter 31: Improving your requirements processes _BayHV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24</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3150434794"/>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2097</TotalTime>
  <Words>2441</Words>
  <Application>Microsoft Office PowerPoint</Application>
  <PresentationFormat>On-screen Show (4:3)</PresentationFormat>
  <Paragraphs>212</Paragraphs>
  <Slides>24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Tahoma</vt:lpstr>
      <vt:lpstr>1_template</vt:lpstr>
      <vt:lpstr>Chapter 31   Improving your requirements processes</vt:lpstr>
      <vt:lpstr>Review chapter 30</vt:lpstr>
      <vt:lpstr>Objectives</vt:lpstr>
      <vt:lpstr>Contents</vt:lpstr>
      <vt:lpstr>Why you need to improve your requirements processes?</vt:lpstr>
      <vt:lpstr>How requirements relate to other project processes</vt:lpstr>
      <vt:lpstr>How requirements relate to other project processes</vt:lpstr>
      <vt:lpstr>How requirements relate to other project processes</vt:lpstr>
      <vt:lpstr>Requirements and various stakeholder groups</vt:lpstr>
      <vt:lpstr>Gaining commitment to change</vt:lpstr>
      <vt:lpstr>Gaining commitment to change</vt:lpstr>
      <vt:lpstr>Fundamentals of software process improvement</vt:lpstr>
      <vt:lpstr>Fundamentals of software process improvement</vt:lpstr>
      <vt:lpstr>Root cause analysis</vt:lpstr>
      <vt:lpstr>The process improvement cycle</vt:lpstr>
      <vt:lpstr>The process improvement cycle</vt:lpstr>
      <vt:lpstr>The process improvement cycle</vt:lpstr>
      <vt:lpstr>The process improvement cycle</vt:lpstr>
      <vt:lpstr>Requirements engineering process assets</vt:lpstr>
      <vt:lpstr>Requirements engineering process assets</vt:lpstr>
      <vt:lpstr>Requirements engineering process assets</vt:lpstr>
      <vt:lpstr>Creating a requirements process improvement road map</vt:lpstr>
      <vt:lpstr>Review chapter 31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31  Improving your requirements processes</dc:title>
  <dc:creator>Huong</dc:creator>
  <cp:lastModifiedBy>Bay Huynh Van (FE FPTU CT)</cp:lastModifiedBy>
  <cp:revision>50</cp:revision>
  <dcterms:created xsi:type="dcterms:W3CDTF">2018-04-24T07:14:47Z</dcterms:created>
  <dcterms:modified xsi:type="dcterms:W3CDTF">2020-03-30T09:52:48Z</dcterms:modified>
</cp:coreProperties>
</file>