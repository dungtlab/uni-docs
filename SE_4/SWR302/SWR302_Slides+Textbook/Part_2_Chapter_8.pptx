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7" r:id="rId1"/>
  </p:sldMasterIdLst>
  <p:notesMasterIdLst>
    <p:notesMasterId r:id="rId23"/>
  </p:notesMasterIdLst>
  <p:sldIdLst>
    <p:sldId id="257" r:id="rId2"/>
    <p:sldId id="284" r:id="rId3"/>
    <p:sldId id="258" r:id="rId4"/>
    <p:sldId id="259" r:id="rId5"/>
    <p:sldId id="260" r:id="rId6"/>
    <p:sldId id="275" r:id="rId7"/>
    <p:sldId id="276" r:id="rId8"/>
    <p:sldId id="261" r:id="rId9"/>
    <p:sldId id="262" r:id="rId10"/>
    <p:sldId id="277" r:id="rId11"/>
    <p:sldId id="278" r:id="rId12"/>
    <p:sldId id="263" r:id="rId13"/>
    <p:sldId id="279" r:id="rId14"/>
    <p:sldId id="280" r:id="rId15"/>
    <p:sldId id="266" r:id="rId16"/>
    <p:sldId id="281" r:id="rId17"/>
    <p:sldId id="282" r:id="rId18"/>
    <p:sldId id="283" r:id="rId19"/>
    <p:sldId id="286" r:id="rId20"/>
    <p:sldId id="285" r:id="rId21"/>
    <p:sldId id="27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55" autoAdjust="0"/>
  </p:normalViewPr>
  <p:slideViewPr>
    <p:cSldViewPr snapToGrid="0">
      <p:cViewPr varScale="1">
        <p:scale>
          <a:sx n="63" d="100"/>
          <a:sy n="63" d="100"/>
        </p:scale>
        <p:origin x="15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6: Requirements elicitation.</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Planning Req. Elicitation</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Req. Elicitation Techniques</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smtClean="0"/>
            <a:t>Classifying users input</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smtClean="0"/>
            <a:t>Workshop</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smtClean="0"/>
            <a:t>Interview</a:t>
          </a:r>
          <a:endParaRPr lang="en-US" sz="1400" dirty="0"/>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029385A5-7884-4868-8A52-5A667FA5EED1}">
      <dgm:prSet phldrT="[Text]" custT="1"/>
      <dgm:spPr/>
      <dgm:t>
        <a:bodyPr/>
        <a:lstStyle/>
        <a:p>
          <a:r>
            <a:rPr lang="en-US" sz="1600" dirty="0" smtClean="0"/>
            <a:t>Biz req.</a:t>
          </a:r>
          <a:endParaRPr lang="en-US" sz="1600" dirty="0"/>
        </a:p>
      </dgm:t>
    </dgm:pt>
    <dgm:pt modelId="{D55C4832-7907-4EBF-AE2A-0BA235524CD4}" type="parTrans" cxnId="{121190D6-3475-475C-BE98-B88CC10B3813}">
      <dgm:prSet/>
      <dgm:spPr/>
      <dgm:t>
        <a:bodyPr/>
        <a:lstStyle/>
        <a:p>
          <a:endParaRPr lang="en-US"/>
        </a:p>
      </dgm:t>
    </dgm:pt>
    <dgm:pt modelId="{76BBD5FF-E994-4436-87D1-91B05094619F}" type="sibTrans" cxnId="{121190D6-3475-475C-BE98-B88CC10B3813}">
      <dgm:prSet/>
      <dgm:spPr/>
      <dgm:t>
        <a:bodyPr/>
        <a:lstStyle/>
        <a:p>
          <a:endParaRPr lang="en-US"/>
        </a:p>
      </dgm:t>
    </dgm:pt>
    <dgm:pt modelId="{1A1CF78A-2280-4E8B-B428-2E98CD466477}">
      <dgm:prSet phldrT="[Text]" custT="1"/>
      <dgm:spPr/>
      <dgm:t>
        <a:bodyPr/>
        <a:lstStyle/>
        <a:p>
          <a:r>
            <a:rPr lang="en-US" sz="1600" dirty="0" smtClean="0"/>
            <a:t>User req.</a:t>
          </a:r>
          <a:endParaRPr lang="en-US" sz="1600" dirty="0"/>
        </a:p>
      </dgm:t>
    </dgm:pt>
    <dgm:pt modelId="{44990EAE-AA0B-4B7A-81C8-7EF07E85BDF4}" type="parTrans" cxnId="{A7C73411-72CF-4D1D-8815-5544F6109425}">
      <dgm:prSet/>
      <dgm:spPr/>
      <dgm:t>
        <a:bodyPr/>
        <a:lstStyle/>
        <a:p>
          <a:endParaRPr lang="en-US"/>
        </a:p>
      </dgm:t>
    </dgm:pt>
    <dgm:pt modelId="{8C194F76-C47C-40BF-AE51-ACEB001F0D01}" type="sibTrans" cxnId="{A7C73411-72CF-4D1D-8815-5544F6109425}">
      <dgm:prSet/>
      <dgm:spPr/>
      <dgm:t>
        <a:bodyPr/>
        <a:lstStyle/>
        <a:p>
          <a:endParaRPr lang="en-US"/>
        </a:p>
      </dgm:t>
    </dgm:pt>
    <dgm:pt modelId="{37AC29D6-5196-4526-B470-AD55A5B95426}">
      <dgm:prSet phldrT="[Text]" custT="1"/>
      <dgm:spPr/>
      <dgm:t>
        <a:bodyPr/>
        <a:lstStyle/>
        <a:p>
          <a:r>
            <a:rPr lang="en-US" sz="1600" dirty="0" smtClean="0"/>
            <a:t>Biz rules</a:t>
          </a:r>
          <a:endParaRPr lang="en-US" sz="1600" dirty="0"/>
        </a:p>
      </dgm:t>
    </dgm:pt>
    <dgm:pt modelId="{16E4FE4F-9910-4C62-9BD8-0BD49D3BB72F}" type="parTrans" cxnId="{2272D82D-D36A-4D91-966B-D2CB68DB462C}">
      <dgm:prSet/>
      <dgm:spPr/>
      <dgm:t>
        <a:bodyPr/>
        <a:lstStyle/>
        <a:p>
          <a:endParaRPr lang="en-US"/>
        </a:p>
      </dgm:t>
    </dgm:pt>
    <dgm:pt modelId="{F32EAEB6-D167-4A75-B59B-CF2A3D805E20}" type="sibTrans" cxnId="{2272D82D-D36A-4D91-966B-D2CB68DB462C}">
      <dgm:prSet/>
      <dgm:spPr/>
      <dgm:t>
        <a:bodyPr/>
        <a:lstStyle/>
        <a:p>
          <a:endParaRPr lang="en-US"/>
        </a:p>
      </dgm:t>
    </dgm:pt>
    <dgm:pt modelId="{7567858F-46A9-413F-85CD-E4F6D5E95680}">
      <dgm:prSet phldrT="[Text]" custT="1"/>
      <dgm:spPr/>
      <dgm:t>
        <a:bodyPr/>
        <a:lstStyle/>
        <a:p>
          <a:r>
            <a:rPr lang="en-US" sz="1400" dirty="0" smtClean="0"/>
            <a:t>Focus group</a:t>
          </a:r>
          <a:endParaRPr lang="en-US" sz="1400" dirty="0"/>
        </a:p>
      </dgm:t>
    </dgm:pt>
    <dgm:pt modelId="{E7C20BB0-42E0-4E79-B78C-FDB4437BA139}" type="parTrans" cxnId="{A90E7506-193B-4BFD-BE29-70108435E34E}">
      <dgm:prSet/>
      <dgm:spPr/>
      <dgm:t>
        <a:bodyPr/>
        <a:lstStyle/>
        <a:p>
          <a:endParaRPr lang="en-US"/>
        </a:p>
      </dgm:t>
    </dgm:pt>
    <dgm:pt modelId="{1FDF513E-02FE-44FF-87BD-A50EBFD5CD33}" type="sibTrans" cxnId="{A90E7506-193B-4BFD-BE29-70108435E34E}">
      <dgm:prSet/>
      <dgm:spPr/>
      <dgm:t>
        <a:bodyPr/>
        <a:lstStyle/>
        <a:p>
          <a:endParaRPr lang="en-US"/>
        </a:p>
      </dgm:t>
    </dgm:pt>
    <dgm:pt modelId="{5B4E7C08-D76C-41BF-94A6-A2DE4651B0A2}">
      <dgm:prSet phldrT="[Text]" custT="1"/>
      <dgm:spPr/>
      <dgm:t>
        <a:bodyPr/>
        <a:lstStyle/>
        <a:p>
          <a:r>
            <a:rPr lang="en-US" sz="1400" dirty="0" smtClean="0"/>
            <a:t>Observation</a:t>
          </a:r>
          <a:endParaRPr lang="en-US" sz="1400" dirty="0"/>
        </a:p>
      </dgm:t>
    </dgm:pt>
    <dgm:pt modelId="{942F7C11-7D7B-468C-A31B-85EE37F2AE24}" type="parTrans" cxnId="{7FB05AA3-2572-49CA-B50A-197C7C134138}">
      <dgm:prSet/>
      <dgm:spPr/>
      <dgm:t>
        <a:bodyPr/>
        <a:lstStyle/>
        <a:p>
          <a:endParaRPr lang="en-US"/>
        </a:p>
      </dgm:t>
    </dgm:pt>
    <dgm:pt modelId="{E52BE92D-EC51-4B4D-A743-FB663254ED1E}" type="sibTrans" cxnId="{7FB05AA3-2572-49CA-B50A-197C7C134138}">
      <dgm:prSet/>
      <dgm:spPr/>
      <dgm:t>
        <a:bodyPr/>
        <a:lstStyle/>
        <a:p>
          <a:endParaRPr lang="en-US"/>
        </a:p>
      </dgm:t>
    </dgm:pt>
    <dgm:pt modelId="{9929F59C-419E-43EC-8104-9E8732B8E787}">
      <dgm:prSet phldrT="[Text]" custT="1"/>
      <dgm:spPr/>
      <dgm:t>
        <a:bodyPr/>
        <a:lstStyle/>
        <a:p>
          <a:r>
            <a:rPr lang="en-US" sz="1400" dirty="0" smtClean="0"/>
            <a:t>Questionnaire</a:t>
          </a:r>
          <a:endParaRPr lang="en-US" sz="1400" dirty="0"/>
        </a:p>
      </dgm:t>
    </dgm:pt>
    <dgm:pt modelId="{6C8906A6-1FBC-47ED-8303-F4E5D4E38BF3}" type="parTrans" cxnId="{4E2A6564-91C3-4C68-B202-9416957B0646}">
      <dgm:prSet/>
      <dgm:spPr/>
      <dgm:t>
        <a:bodyPr/>
        <a:lstStyle/>
        <a:p>
          <a:endParaRPr lang="en-US"/>
        </a:p>
      </dgm:t>
    </dgm:pt>
    <dgm:pt modelId="{A40568E7-EE7C-4591-A574-C833FF8B5F63}" type="sibTrans" cxnId="{4E2A6564-91C3-4C68-B202-9416957B0646}">
      <dgm:prSet/>
      <dgm:spPr/>
      <dgm:t>
        <a:bodyPr/>
        <a:lstStyle/>
        <a:p>
          <a:endParaRPr lang="en-US"/>
        </a:p>
      </dgm:t>
    </dgm:pt>
    <dgm:pt modelId="{B1E5D227-4384-4ED3-A5FB-9E3CE538AA48}">
      <dgm:prSet phldrT="[Text]" custT="1"/>
      <dgm:spPr/>
      <dgm:t>
        <a:bodyPr/>
        <a:lstStyle/>
        <a:p>
          <a:r>
            <a:rPr lang="en-US" sz="1400" dirty="0" smtClean="0"/>
            <a:t>Document analysis</a:t>
          </a:r>
          <a:endParaRPr lang="en-US" sz="1400" dirty="0"/>
        </a:p>
      </dgm:t>
    </dgm:pt>
    <dgm:pt modelId="{9F383BC1-6A65-4598-A677-60A8C4BDC2D1}" type="parTrans" cxnId="{170951EF-455F-475E-AFB6-AC7350946155}">
      <dgm:prSet/>
      <dgm:spPr/>
      <dgm:t>
        <a:bodyPr/>
        <a:lstStyle/>
        <a:p>
          <a:endParaRPr lang="en-US"/>
        </a:p>
      </dgm:t>
    </dgm:pt>
    <dgm:pt modelId="{E415BF9D-77B5-420B-BA0E-963741F68946}" type="sibTrans" cxnId="{170951EF-455F-475E-AFB6-AC7350946155}">
      <dgm:prSet/>
      <dgm:spPr/>
      <dgm:t>
        <a:bodyPr/>
        <a:lstStyle/>
        <a:p>
          <a:endParaRPr lang="en-US"/>
        </a:p>
      </dgm:t>
    </dgm:pt>
    <dgm:pt modelId="{2BC47C35-CB2E-4ADA-997E-20AB4D35A222}">
      <dgm:prSet phldrT="[Text]" custT="1"/>
      <dgm:spPr/>
      <dgm:t>
        <a:bodyPr/>
        <a:lstStyle/>
        <a:p>
          <a:r>
            <a:rPr lang="en-US" sz="1600" dirty="0" smtClean="0"/>
            <a:t>Prepare for elicitation</a:t>
          </a:r>
          <a:endParaRPr lang="en-US" sz="1600" dirty="0"/>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smtClean="0"/>
            <a:t> Perform elicitation</a:t>
          </a:r>
          <a:endParaRPr lang="en-US" sz="1600" dirty="0"/>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5E89FAF8-7222-4880-B72C-F381939B991A}">
      <dgm:prSet phldrT="[Text]" custT="1"/>
      <dgm:spPr/>
      <dgm:t>
        <a:bodyPr/>
        <a:lstStyle/>
        <a:p>
          <a:r>
            <a:rPr lang="en-US" sz="1600" dirty="0" smtClean="0"/>
            <a:t>Follow up after elicitation</a:t>
          </a:r>
          <a:endParaRPr lang="en-US" sz="1600" dirty="0"/>
        </a:p>
      </dgm:t>
    </dgm:pt>
    <dgm:pt modelId="{49B74ACD-4DE6-4E7A-A574-B54F96B2B84B}" type="parTrans" cxnId="{9DA1E6C1-3177-4056-85A7-B7FE5F941D13}">
      <dgm:prSet/>
      <dgm:spPr/>
      <dgm:t>
        <a:bodyPr/>
        <a:lstStyle/>
        <a:p>
          <a:endParaRPr lang="en-US"/>
        </a:p>
      </dgm:t>
    </dgm:pt>
    <dgm:pt modelId="{209BCB29-8DD4-400E-AC54-27D11B8F19FF}" type="sibTrans" cxnId="{9DA1E6C1-3177-4056-85A7-B7FE5F941D13}">
      <dgm:prSet/>
      <dgm:spPr/>
      <dgm:t>
        <a:bodyPr/>
        <a:lstStyle/>
        <a:p>
          <a:endParaRPr lang="en-US"/>
        </a:p>
      </dgm:t>
    </dgm:pt>
    <dgm:pt modelId="{8A4DFC25-84E0-4C8E-8275-9623F678D60A}">
      <dgm:prSet phldrT="[Text]" custT="1"/>
      <dgm:spPr/>
      <dgm:t>
        <a:bodyPr/>
        <a:lstStyle/>
        <a:p>
          <a:r>
            <a:rPr lang="en-US" sz="1600" dirty="0" smtClean="0"/>
            <a:t>Some cautions about elicitation</a:t>
          </a:r>
          <a:endParaRPr lang="en-US" sz="1600" dirty="0"/>
        </a:p>
      </dgm:t>
    </dgm:pt>
    <dgm:pt modelId="{BF93982D-C9DB-4CFD-8CA0-B03F0CC3D2E0}" type="parTrans" cxnId="{DC769C76-53CB-451A-8D77-0FA9B817EBE6}">
      <dgm:prSet/>
      <dgm:spPr/>
      <dgm:t>
        <a:bodyPr/>
        <a:lstStyle/>
        <a:p>
          <a:endParaRPr lang="en-US"/>
        </a:p>
      </dgm:t>
    </dgm:pt>
    <dgm:pt modelId="{45065DE1-EC8A-47FF-8419-9CBC4CFFD0A1}" type="sibTrans" cxnId="{DC769C76-53CB-451A-8D77-0FA9B817EBE6}">
      <dgm:prSet/>
      <dgm:spPr/>
      <dgm:t>
        <a:bodyPr/>
        <a:lstStyle/>
        <a:p>
          <a:endParaRPr lang="en-US"/>
        </a:p>
      </dgm:t>
    </dgm:pt>
    <dgm:pt modelId="{BEED1163-82E7-4FB1-973E-4D934DD0AD9D}">
      <dgm:prSet phldrT="[Text]" custT="1"/>
      <dgm:spPr/>
      <dgm:t>
        <a:bodyPr/>
        <a:lstStyle/>
        <a:p>
          <a:r>
            <a:rPr lang="en-US" sz="1600" dirty="0" smtClean="0"/>
            <a:t>Balance stakeholder representation</a:t>
          </a:r>
          <a:endParaRPr lang="en-US" sz="1600" dirty="0"/>
        </a:p>
      </dgm:t>
    </dgm:pt>
    <dgm:pt modelId="{AD97D214-3707-4F9E-B39E-04C177968EB5}" type="parTrans" cxnId="{6C7A2743-E883-4BB5-9917-BC3AC2172B0B}">
      <dgm:prSet/>
      <dgm:spPr/>
      <dgm:t>
        <a:bodyPr/>
        <a:lstStyle/>
        <a:p>
          <a:endParaRPr lang="en-US"/>
        </a:p>
      </dgm:t>
    </dgm:pt>
    <dgm:pt modelId="{7E725D5D-8446-4107-8B1D-6D628424E164}" type="sibTrans" cxnId="{6C7A2743-E883-4BB5-9917-BC3AC2172B0B}">
      <dgm:prSet/>
      <dgm:spPr/>
      <dgm:t>
        <a:bodyPr/>
        <a:lstStyle/>
        <a:p>
          <a:endParaRPr lang="en-US"/>
        </a:p>
      </dgm:t>
    </dgm:pt>
    <dgm:pt modelId="{76962F9A-FCAB-4183-B687-ECCEC120B83E}">
      <dgm:prSet phldrT="[Text]" custT="1"/>
      <dgm:spPr/>
      <dgm:t>
        <a:bodyPr/>
        <a:lstStyle/>
        <a:p>
          <a:r>
            <a:rPr lang="en-US" sz="1600" dirty="0" smtClean="0"/>
            <a:t>Functional req.</a:t>
          </a:r>
          <a:endParaRPr lang="en-US" sz="1600" dirty="0"/>
        </a:p>
      </dgm:t>
    </dgm:pt>
    <dgm:pt modelId="{AEFC7BB4-25E1-437B-84DE-F2A8A7AD74D5}" type="parTrans" cxnId="{F8F84268-34B2-4403-8431-434F24067880}">
      <dgm:prSet/>
      <dgm:spPr/>
      <dgm:t>
        <a:bodyPr/>
        <a:lstStyle/>
        <a:p>
          <a:endParaRPr lang="en-US"/>
        </a:p>
      </dgm:t>
    </dgm:pt>
    <dgm:pt modelId="{8710AE0D-BF82-4DA7-BF93-756F0DAA772A}" type="sibTrans" cxnId="{F8F84268-34B2-4403-8431-434F24067880}">
      <dgm:prSet/>
      <dgm:spPr/>
      <dgm:t>
        <a:bodyPr/>
        <a:lstStyle/>
        <a:p>
          <a:endParaRPr lang="en-US"/>
        </a:p>
      </dgm:t>
    </dgm:pt>
    <dgm:pt modelId="{535E2B3C-27E8-471E-83EC-33A4ACEFA568}">
      <dgm:prSet phldrT="[Text]" custT="1"/>
      <dgm:spPr/>
      <dgm:t>
        <a:bodyPr/>
        <a:lstStyle/>
        <a:p>
          <a:r>
            <a:rPr lang="en-US" sz="1600" dirty="0" smtClean="0"/>
            <a:t>Quality attributes</a:t>
          </a:r>
          <a:endParaRPr lang="en-US" sz="1600" dirty="0"/>
        </a:p>
      </dgm:t>
    </dgm:pt>
    <dgm:pt modelId="{D1EE286A-3A5E-412F-91F5-0E57488E3416}" type="parTrans" cxnId="{009BF19E-FEA2-480E-B54E-609A629C229C}">
      <dgm:prSet/>
      <dgm:spPr/>
      <dgm:t>
        <a:bodyPr/>
        <a:lstStyle/>
        <a:p>
          <a:endParaRPr lang="en-US"/>
        </a:p>
      </dgm:t>
    </dgm:pt>
    <dgm:pt modelId="{53D559B1-08A9-4267-88C8-D2ABCEBDCD5F}" type="sibTrans" cxnId="{009BF19E-FEA2-480E-B54E-609A629C229C}">
      <dgm:prSet/>
      <dgm:spPr/>
      <dgm:t>
        <a:bodyPr/>
        <a:lstStyle/>
        <a:p>
          <a:endParaRPr lang="en-US"/>
        </a:p>
      </dgm:t>
    </dgm:pt>
    <dgm:pt modelId="{976895F8-AA8C-46C5-B2C2-F74D176C491D}">
      <dgm:prSet phldrT="[Text]" custT="1"/>
      <dgm:spPr/>
      <dgm:t>
        <a:bodyPr/>
        <a:lstStyle/>
        <a:p>
          <a:r>
            <a:rPr lang="en-US" sz="1600" dirty="0" smtClean="0"/>
            <a:t>….</a:t>
          </a:r>
          <a:endParaRPr lang="en-US" sz="1600" dirty="0"/>
        </a:p>
      </dgm:t>
    </dgm:pt>
    <dgm:pt modelId="{3BCFC637-E649-4F2B-B340-45C0E568F35A}" type="parTrans" cxnId="{0D042D3B-EF74-4314-830A-5520239C8E2D}">
      <dgm:prSet/>
      <dgm:spPr/>
      <dgm:t>
        <a:bodyPr/>
        <a:lstStyle/>
        <a:p>
          <a:endParaRPr lang="en-US"/>
        </a:p>
      </dgm:t>
    </dgm:pt>
    <dgm:pt modelId="{29D85B92-46B2-42CA-A070-E7175784D887}" type="sibTrans" cxnId="{0D042D3B-EF74-4314-830A-5520239C8E2D}">
      <dgm:prSet/>
      <dgm:spPr/>
      <dgm:t>
        <a:bodyPr/>
        <a:lstStyle/>
        <a:p>
          <a:endParaRPr lang="en-US"/>
        </a:p>
      </dgm:t>
    </dgm:pt>
    <dgm:pt modelId="{40F694F5-4E95-4E97-8C4B-C33410307B69}">
      <dgm:prSet phldrT="[Text]" custT="1"/>
      <dgm:spPr/>
      <dgm:t>
        <a:bodyPr/>
        <a:lstStyle/>
        <a:p>
          <a:r>
            <a:rPr lang="en-US" sz="1600" dirty="0" smtClean="0"/>
            <a:t>Define scope appropriately</a:t>
          </a:r>
          <a:endParaRPr lang="en-US" sz="1600" dirty="0"/>
        </a:p>
      </dgm:t>
    </dgm:pt>
    <dgm:pt modelId="{40B37D77-B34C-4C07-AE20-FB1E98C3A64B}" type="parTrans" cxnId="{B3CFFCA9-EFCE-4004-AE88-457364625BA5}">
      <dgm:prSet/>
      <dgm:spPr/>
      <dgm:t>
        <a:bodyPr/>
        <a:lstStyle/>
        <a:p>
          <a:endParaRPr lang="en-US"/>
        </a:p>
      </dgm:t>
    </dgm:pt>
    <dgm:pt modelId="{DB1A1847-7E60-483B-9BE5-5BD45ABDFA59}" type="sibTrans" cxnId="{B3CFFCA9-EFCE-4004-AE88-457364625BA5}">
      <dgm:prSet/>
      <dgm:spPr/>
      <dgm:t>
        <a:bodyPr/>
        <a:lstStyle/>
        <a:p>
          <a:endParaRPr lang="en-US"/>
        </a:p>
      </dgm:t>
    </dgm:pt>
    <dgm:pt modelId="{D66F8562-8072-404B-AED2-0BBB80C5B45C}">
      <dgm:prSet phldrT="[Text]" custT="1"/>
      <dgm:spPr/>
      <dgm:t>
        <a:bodyPr/>
        <a:lstStyle/>
        <a:p>
          <a:r>
            <a:rPr lang="en-US" sz="1600" dirty="0" smtClean="0"/>
            <a:t>…</a:t>
          </a:r>
          <a:endParaRPr lang="en-US" sz="1600" dirty="0"/>
        </a:p>
      </dgm:t>
    </dgm:pt>
    <dgm:pt modelId="{1F9394CC-AB31-42A6-A409-D6609175A08B}" type="parTrans" cxnId="{F4766B1A-5D57-42C8-8C58-AF25C2B62F51}">
      <dgm:prSet/>
      <dgm:spPr/>
      <dgm:t>
        <a:bodyPr/>
        <a:lstStyle/>
        <a:p>
          <a:endParaRPr lang="en-US"/>
        </a:p>
      </dgm:t>
    </dgm:pt>
    <dgm:pt modelId="{D6C531DE-7704-4C33-AD48-5AFA47CA4325}" type="sibTrans" cxnId="{F4766B1A-5D57-42C8-8C58-AF25C2B62F51}">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221574">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911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8"/>
      <dgm:spPr/>
      <dgm:t>
        <a:bodyPr/>
        <a:lstStyle/>
        <a:p>
          <a:endParaRPr lang="en-US"/>
        </a:p>
      </dgm:t>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8">
        <dgm:presLayoutVars>
          <dgm:chPref val="3"/>
        </dgm:presLayoutVars>
      </dgm:prSet>
      <dgm:spPr/>
      <dgm:t>
        <a:bodyPr/>
        <a:lstStyle/>
        <a:p>
          <a:endParaRPr lang="en-US"/>
        </a:p>
      </dgm:t>
    </dgm:pt>
    <dgm:pt modelId="{7C494E9C-07EE-4809-A445-329E5D279BED}" type="pres">
      <dgm:prSet presAssocID="{ADFFC400-8BBA-4CA0-97DA-A5239AD7FF83}" presName="rootConnector" presStyleLbl="node3" presStyleIdx="0" presStyleCnt="18"/>
      <dgm:spPr/>
      <dgm:t>
        <a:bodyPr/>
        <a:lstStyle/>
        <a:p>
          <a:endParaRPr lang="en-US"/>
        </a:p>
      </dgm:t>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8"/>
      <dgm:spPr/>
      <dgm:t>
        <a:bodyPr/>
        <a:lstStyle/>
        <a:p>
          <a:endParaRPr lang="en-US"/>
        </a:p>
      </dgm:t>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8">
        <dgm:presLayoutVars>
          <dgm:chPref val="3"/>
        </dgm:presLayoutVars>
      </dgm:prSet>
      <dgm:spPr/>
      <dgm:t>
        <a:bodyPr/>
        <a:lstStyle/>
        <a:p>
          <a:endParaRPr lang="en-US"/>
        </a:p>
      </dgm:t>
    </dgm:pt>
    <dgm:pt modelId="{BFFD6F86-AD10-4340-B993-09FE9B342F4C}" type="pres">
      <dgm:prSet presAssocID="{1E627F9E-CE3B-4A85-BB78-8DDB86A78DDE}" presName="rootConnector" presStyleLbl="node3" presStyleIdx="1" presStyleCnt="18"/>
      <dgm:spPr/>
      <dgm:t>
        <a:bodyPr/>
        <a:lstStyle/>
        <a:p>
          <a:endParaRPr lang="en-US"/>
        </a:p>
      </dgm:t>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A9F0E9FE-CFC8-4EE0-9496-6BEA42EF318B}" type="pres">
      <dgm:prSet presAssocID="{E7C20BB0-42E0-4E79-B78C-FDB4437BA139}" presName="Name37" presStyleLbl="parChTrans1D3" presStyleIdx="2" presStyleCnt="18"/>
      <dgm:spPr/>
      <dgm:t>
        <a:bodyPr/>
        <a:lstStyle/>
        <a:p>
          <a:endParaRPr lang="en-US"/>
        </a:p>
      </dgm:t>
    </dgm:pt>
    <dgm:pt modelId="{135BFED4-E642-46ED-96DB-76F9352B4767}" type="pres">
      <dgm:prSet presAssocID="{7567858F-46A9-413F-85CD-E4F6D5E95680}" presName="hierRoot2" presStyleCnt="0">
        <dgm:presLayoutVars>
          <dgm:hierBranch val="init"/>
        </dgm:presLayoutVars>
      </dgm:prSet>
      <dgm:spPr/>
    </dgm:pt>
    <dgm:pt modelId="{980FBF03-8060-4382-A2AB-20806D0D55CB}" type="pres">
      <dgm:prSet presAssocID="{7567858F-46A9-413F-85CD-E4F6D5E95680}" presName="rootComposite" presStyleCnt="0"/>
      <dgm:spPr/>
    </dgm:pt>
    <dgm:pt modelId="{F49CBD60-76B2-4B73-8337-240A37B4B697}" type="pres">
      <dgm:prSet presAssocID="{7567858F-46A9-413F-85CD-E4F6D5E95680}" presName="rootText" presStyleLbl="node3" presStyleIdx="2" presStyleCnt="18">
        <dgm:presLayoutVars>
          <dgm:chPref val="3"/>
        </dgm:presLayoutVars>
      </dgm:prSet>
      <dgm:spPr/>
      <dgm:t>
        <a:bodyPr/>
        <a:lstStyle/>
        <a:p>
          <a:endParaRPr lang="en-US"/>
        </a:p>
      </dgm:t>
    </dgm:pt>
    <dgm:pt modelId="{FE819867-125C-47DF-AAA5-1DD702C511FC}" type="pres">
      <dgm:prSet presAssocID="{7567858F-46A9-413F-85CD-E4F6D5E95680}" presName="rootConnector" presStyleLbl="node3" presStyleIdx="2" presStyleCnt="18"/>
      <dgm:spPr/>
      <dgm:t>
        <a:bodyPr/>
        <a:lstStyle/>
        <a:p>
          <a:endParaRPr lang="en-US"/>
        </a:p>
      </dgm:t>
    </dgm:pt>
    <dgm:pt modelId="{4B4D2E02-5445-4EA6-808C-840A8F049EC3}" type="pres">
      <dgm:prSet presAssocID="{7567858F-46A9-413F-85CD-E4F6D5E95680}" presName="hierChild4" presStyleCnt="0"/>
      <dgm:spPr/>
    </dgm:pt>
    <dgm:pt modelId="{04E57D32-14E0-4F2B-85FD-77C08D096B6F}" type="pres">
      <dgm:prSet presAssocID="{7567858F-46A9-413F-85CD-E4F6D5E95680}" presName="hierChild5" presStyleCnt="0"/>
      <dgm:spPr/>
    </dgm:pt>
    <dgm:pt modelId="{3F23C0CE-9B5D-413A-AF74-038AF7033DAC}" type="pres">
      <dgm:prSet presAssocID="{942F7C11-7D7B-468C-A31B-85EE37F2AE24}" presName="Name37" presStyleLbl="parChTrans1D3" presStyleIdx="3" presStyleCnt="18"/>
      <dgm:spPr/>
      <dgm:t>
        <a:bodyPr/>
        <a:lstStyle/>
        <a:p>
          <a:endParaRPr lang="en-US"/>
        </a:p>
      </dgm:t>
    </dgm:pt>
    <dgm:pt modelId="{5CF7E830-850B-4FE0-9CF5-44AFE3FCEF1F}" type="pres">
      <dgm:prSet presAssocID="{5B4E7C08-D76C-41BF-94A6-A2DE4651B0A2}" presName="hierRoot2" presStyleCnt="0">
        <dgm:presLayoutVars>
          <dgm:hierBranch val="init"/>
        </dgm:presLayoutVars>
      </dgm:prSet>
      <dgm:spPr/>
    </dgm:pt>
    <dgm:pt modelId="{BED049DD-7D32-4A6A-B044-B872707EEA2A}" type="pres">
      <dgm:prSet presAssocID="{5B4E7C08-D76C-41BF-94A6-A2DE4651B0A2}" presName="rootComposite" presStyleCnt="0"/>
      <dgm:spPr/>
    </dgm:pt>
    <dgm:pt modelId="{023F7627-1D47-4878-A012-D16C57F9A6EE}" type="pres">
      <dgm:prSet presAssocID="{5B4E7C08-D76C-41BF-94A6-A2DE4651B0A2}" presName="rootText" presStyleLbl="node3" presStyleIdx="3" presStyleCnt="18">
        <dgm:presLayoutVars>
          <dgm:chPref val="3"/>
        </dgm:presLayoutVars>
      </dgm:prSet>
      <dgm:spPr/>
      <dgm:t>
        <a:bodyPr/>
        <a:lstStyle/>
        <a:p>
          <a:endParaRPr lang="en-US"/>
        </a:p>
      </dgm:t>
    </dgm:pt>
    <dgm:pt modelId="{99D841D9-E2CC-4FEC-8214-65379F810C26}" type="pres">
      <dgm:prSet presAssocID="{5B4E7C08-D76C-41BF-94A6-A2DE4651B0A2}" presName="rootConnector" presStyleLbl="node3" presStyleIdx="3" presStyleCnt="18"/>
      <dgm:spPr/>
      <dgm:t>
        <a:bodyPr/>
        <a:lstStyle/>
        <a:p>
          <a:endParaRPr lang="en-US"/>
        </a:p>
      </dgm:t>
    </dgm:pt>
    <dgm:pt modelId="{E0A2925F-890A-47EA-BAE6-DF2292ACB545}" type="pres">
      <dgm:prSet presAssocID="{5B4E7C08-D76C-41BF-94A6-A2DE4651B0A2}" presName="hierChild4" presStyleCnt="0"/>
      <dgm:spPr/>
    </dgm:pt>
    <dgm:pt modelId="{4DB4E5B1-0AEE-4EE4-9F71-D41CF4003070}" type="pres">
      <dgm:prSet presAssocID="{5B4E7C08-D76C-41BF-94A6-A2DE4651B0A2}" presName="hierChild5" presStyleCnt="0"/>
      <dgm:spPr/>
    </dgm:pt>
    <dgm:pt modelId="{D358E586-DB92-492E-9D54-5B1732DFF307}" type="pres">
      <dgm:prSet presAssocID="{6C8906A6-1FBC-47ED-8303-F4E5D4E38BF3}" presName="Name37" presStyleLbl="parChTrans1D3" presStyleIdx="4" presStyleCnt="18"/>
      <dgm:spPr/>
      <dgm:t>
        <a:bodyPr/>
        <a:lstStyle/>
        <a:p>
          <a:endParaRPr lang="en-US"/>
        </a:p>
      </dgm:t>
    </dgm:pt>
    <dgm:pt modelId="{5B5B23D3-BA74-4ACC-A221-AB29A610D183}" type="pres">
      <dgm:prSet presAssocID="{9929F59C-419E-43EC-8104-9E8732B8E787}" presName="hierRoot2" presStyleCnt="0">
        <dgm:presLayoutVars>
          <dgm:hierBranch val="init"/>
        </dgm:presLayoutVars>
      </dgm:prSet>
      <dgm:spPr/>
    </dgm:pt>
    <dgm:pt modelId="{5B760EFC-8FE8-44AE-BE24-2E4A096178FF}" type="pres">
      <dgm:prSet presAssocID="{9929F59C-419E-43EC-8104-9E8732B8E787}" presName="rootComposite" presStyleCnt="0"/>
      <dgm:spPr/>
    </dgm:pt>
    <dgm:pt modelId="{AA5F6878-1379-41A4-93C5-93F8F7DCA1F9}" type="pres">
      <dgm:prSet presAssocID="{9929F59C-419E-43EC-8104-9E8732B8E787}" presName="rootText" presStyleLbl="node3" presStyleIdx="4" presStyleCnt="18">
        <dgm:presLayoutVars>
          <dgm:chPref val="3"/>
        </dgm:presLayoutVars>
      </dgm:prSet>
      <dgm:spPr/>
      <dgm:t>
        <a:bodyPr/>
        <a:lstStyle/>
        <a:p>
          <a:endParaRPr lang="en-US"/>
        </a:p>
      </dgm:t>
    </dgm:pt>
    <dgm:pt modelId="{BC78F200-BF16-4C4D-93A5-419734E1AFB8}" type="pres">
      <dgm:prSet presAssocID="{9929F59C-419E-43EC-8104-9E8732B8E787}" presName="rootConnector" presStyleLbl="node3" presStyleIdx="4" presStyleCnt="18"/>
      <dgm:spPr/>
      <dgm:t>
        <a:bodyPr/>
        <a:lstStyle/>
        <a:p>
          <a:endParaRPr lang="en-US"/>
        </a:p>
      </dgm:t>
    </dgm:pt>
    <dgm:pt modelId="{F60CDB8A-B7D5-46F5-BC09-C7CEEC0824EE}" type="pres">
      <dgm:prSet presAssocID="{9929F59C-419E-43EC-8104-9E8732B8E787}" presName="hierChild4" presStyleCnt="0"/>
      <dgm:spPr/>
    </dgm:pt>
    <dgm:pt modelId="{E2924EC6-B6C9-49A0-967E-08E1872B9D9C}" type="pres">
      <dgm:prSet presAssocID="{9929F59C-419E-43EC-8104-9E8732B8E787}" presName="hierChild5" presStyleCnt="0"/>
      <dgm:spPr/>
    </dgm:pt>
    <dgm:pt modelId="{A7A6FBF6-CD95-40DE-8CF4-D0B50E0D9D69}" type="pres">
      <dgm:prSet presAssocID="{9F383BC1-6A65-4598-A677-60A8C4BDC2D1}" presName="Name37" presStyleLbl="parChTrans1D3" presStyleIdx="5" presStyleCnt="18"/>
      <dgm:spPr/>
      <dgm:t>
        <a:bodyPr/>
        <a:lstStyle/>
        <a:p>
          <a:endParaRPr lang="en-US"/>
        </a:p>
      </dgm:t>
    </dgm:pt>
    <dgm:pt modelId="{5B92151A-1CAF-4404-8D76-955D3F3071FC}" type="pres">
      <dgm:prSet presAssocID="{B1E5D227-4384-4ED3-A5FB-9E3CE538AA48}" presName="hierRoot2" presStyleCnt="0">
        <dgm:presLayoutVars>
          <dgm:hierBranch val="init"/>
        </dgm:presLayoutVars>
      </dgm:prSet>
      <dgm:spPr/>
    </dgm:pt>
    <dgm:pt modelId="{40B3FE68-53FE-499F-A453-09F87F0833D2}" type="pres">
      <dgm:prSet presAssocID="{B1E5D227-4384-4ED3-A5FB-9E3CE538AA48}" presName="rootComposite" presStyleCnt="0"/>
      <dgm:spPr/>
    </dgm:pt>
    <dgm:pt modelId="{04C79594-D5ED-429E-B8F6-2D6F4CCD746B}" type="pres">
      <dgm:prSet presAssocID="{B1E5D227-4384-4ED3-A5FB-9E3CE538AA48}" presName="rootText" presStyleLbl="node3" presStyleIdx="5" presStyleCnt="18">
        <dgm:presLayoutVars>
          <dgm:chPref val="3"/>
        </dgm:presLayoutVars>
      </dgm:prSet>
      <dgm:spPr/>
      <dgm:t>
        <a:bodyPr/>
        <a:lstStyle/>
        <a:p>
          <a:endParaRPr lang="en-US"/>
        </a:p>
      </dgm:t>
    </dgm:pt>
    <dgm:pt modelId="{5996DFEB-63B2-451B-A2C6-4A4E49EAA12E}" type="pres">
      <dgm:prSet presAssocID="{B1E5D227-4384-4ED3-A5FB-9E3CE538AA48}" presName="rootConnector" presStyleLbl="node3" presStyleIdx="5" presStyleCnt="18"/>
      <dgm:spPr/>
      <dgm:t>
        <a:bodyPr/>
        <a:lstStyle/>
        <a:p>
          <a:endParaRPr lang="en-US"/>
        </a:p>
      </dgm:t>
    </dgm:pt>
    <dgm:pt modelId="{8EFA9433-EBA5-4CB6-85B5-3DCB60708F63}" type="pres">
      <dgm:prSet presAssocID="{B1E5D227-4384-4ED3-A5FB-9E3CE538AA48}" presName="hierChild4" presStyleCnt="0"/>
      <dgm:spPr/>
    </dgm:pt>
    <dgm:pt modelId="{54978039-EEB4-4E95-9FE4-22015B550127}" type="pres">
      <dgm:prSet presAssocID="{B1E5D227-4384-4ED3-A5FB-9E3CE538AA48}"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911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6" presStyleCnt="18"/>
      <dgm:spPr/>
      <dgm:t>
        <a:bodyPr/>
        <a:lstStyle/>
        <a:p>
          <a:endParaRPr lang="en-US"/>
        </a:p>
      </dgm:t>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6" presStyleCnt="18" custScaleX="107041">
        <dgm:presLayoutVars>
          <dgm:chPref val="3"/>
        </dgm:presLayoutVars>
      </dgm:prSet>
      <dgm:spPr/>
      <dgm:t>
        <a:bodyPr/>
        <a:lstStyle/>
        <a:p>
          <a:endParaRPr lang="en-US"/>
        </a:p>
      </dgm:t>
    </dgm:pt>
    <dgm:pt modelId="{5F6EAB39-768E-4EF5-A122-D240B2B03279}" type="pres">
      <dgm:prSet presAssocID="{2BC47C35-CB2E-4ADA-997E-20AB4D35A222}" presName="rootConnector" presStyleLbl="node3" presStyleIdx="6" presStyleCnt="18"/>
      <dgm:spPr/>
      <dgm:t>
        <a:bodyPr/>
        <a:lstStyle/>
        <a:p>
          <a:endParaRPr lang="en-US"/>
        </a:p>
      </dgm:t>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7" presStyleCnt="18"/>
      <dgm:spPr/>
      <dgm:t>
        <a:bodyPr/>
        <a:lstStyle/>
        <a:p>
          <a:endParaRPr lang="en-US"/>
        </a:p>
      </dgm:t>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7" presStyleCnt="18" custScaleX="99770">
        <dgm:presLayoutVars>
          <dgm:chPref val="3"/>
        </dgm:presLayoutVars>
      </dgm:prSet>
      <dgm:spPr/>
      <dgm:t>
        <a:bodyPr/>
        <a:lstStyle/>
        <a:p>
          <a:endParaRPr lang="en-US"/>
        </a:p>
      </dgm:t>
    </dgm:pt>
    <dgm:pt modelId="{E6A79A9D-7FBA-4C8B-83E1-52C545B782AF}" type="pres">
      <dgm:prSet presAssocID="{AF6C41DE-0FE9-4FE2-8BE9-4215E0A90589}" presName="rootConnector" presStyleLbl="node3" presStyleIdx="7" presStyleCnt="18"/>
      <dgm:spPr/>
      <dgm:t>
        <a:bodyPr/>
        <a:lstStyle/>
        <a:p>
          <a:endParaRPr lang="en-US"/>
        </a:p>
      </dgm:t>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A4FAE87E-12FA-4A7E-9D3F-3AFCE60315A4}" type="pres">
      <dgm:prSet presAssocID="{49B74ACD-4DE6-4E7A-A574-B54F96B2B84B}" presName="Name37" presStyleLbl="parChTrans1D3" presStyleIdx="8" presStyleCnt="18"/>
      <dgm:spPr/>
      <dgm:t>
        <a:bodyPr/>
        <a:lstStyle/>
        <a:p>
          <a:endParaRPr lang="en-US"/>
        </a:p>
      </dgm:t>
    </dgm:pt>
    <dgm:pt modelId="{59745AC2-BCF2-4AC4-9A79-1E1EF48226AD}" type="pres">
      <dgm:prSet presAssocID="{5E89FAF8-7222-4880-B72C-F381939B991A}" presName="hierRoot2" presStyleCnt="0">
        <dgm:presLayoutVars>
          <dgm:hierBranch val="init"/>
        </dgm:presLayoutVars>
      </dgm:prSet>
      <dgm:spPr/>
    </dgm:pt>
    <dgm:pt modelId="{3CD4DF49-0BA9-4302-9A34-844810873413}" type="pres">
      <dgm:prSet presAssocID="{5E89FAF8-7222-4880-B72C-F381939B991A}" presName="rootComposite" presStyleCnt="0"/>
      <dgm:spPr/>
    </dgm:pt>
    <dgm:pt modelId="{895EE0A8-FF27-4E5E-A9CF-0B48E925D09C}" type="pres">
      <dgm:prSet presAssocID="{5E89FAF8-7222-4880-B72C-F381939B991A}" presName="rootText" presStyleLbl="node3" presStyleIdx="8" presStyleCnt="18">
        <dgm:presLayoutVars>
          <dgm:chPref val="3"/>
        </dgm:presLayoutVars>
      </dgm:prSet>
      <dgm:spPr/>
      <dgm:t>
        <a:bodyPr/>
        <a:lstStyle/>
        <a:p>
          <a:endParaRPr lang="en-US"/>
        </a:p>
      </dgm:t>
    </dgm:pt>
    <dgm:pt modelId="{640A420B-2CFE-4944-ABF0-EAEAE3402C6F}" type="pres">
      <dgm:prSet presAssocID="{5E89FAF8-7222-4880-B72C-F381939B991A}" presName="rootConnector" presStyleLbl="node3" presStyleIdx="8" presStyleCnt="18"/>
      <dgm:spPr/>
      <dgm:t>
        <a:bodyPr/>
        <a:lstStyle/>
        <a:p>
          <a:endParaRPr lang="en-US"/>
        </a:p>
      </dgm:t>
    </dgm:pt>
    <dgm:pt modelId="{2FAF0907-22A6-4633-89A3-28CD61B1B262}" type="pres">
      <dgm:prSet presAssocID="{5E89FAF8-7222-4880-B72C-F381939B991A}" presName="hierChild4" presStyleCnt="0"/>
      <dgm:spPr/>
    </dgm:pt>
    <dgm:pt modelId="{98CB5EF3-7761-4276-9A03-D974B765AAE1}" type="pres">
      <dgm:prSet presAssocID="{5E89FAF8-7222-4880-B72C-F381939B991A}" presName="hierChild5" presStyleCnt="0"/>
      <dgm:spPr/>
    </dgm:pt>
    <dgm:pt modelId="{3E362709-8DF5-4ED1-BE78-2D67C7F6CD59}" type="pres">
      <dgm:prSet presAssocID="{620DD3EC-BDCD-468B-B566-7FE2B848507E}" presName="hierChild5" presStyleCnt="0"/>
      <dgm:spPr/>
    </dgm:pt>
    <dgm:pt modelId="{62821369-B757-43AF-BF6D-02B9EF83A7FF}" type="pres">
      <dgm:prSet presAssocID="{9E18C130-4D81-4BDD-8DE6-22CF9F45E19E}" presName="Name37" presStyleLbl="parChTrans1D2" presStyleIdx="2" presStyleCnt="4"/>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2" presStyleCnt="4" custScaleX="149111">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2" presStyleCnt="4"/>
      <dgm:spPr/>
      <dgm:t>
        <a:bodyPr/>
        <a:lstStyle/>
        <a:p>
          <a:endParaRPr lang="en-US"/>
        </a:p>
      </dgm:t>
    </dgm:pt>
    <dgm:pt modelId="{5C832EA0-92EB-4018-A238-AAD0380D7AE1}" type="pres">
      <dgm:prSet presAssocID="{A1A03C13-4BED-4BB7-8AFB-BDB236A519FA}" presName="hierChild4" presStyleCnt="0"/>
      <dgm:spPr/>
    </dgm:pt>
    <dgm:pt modelId="{2A679957-7E3B-4BD6-B48E-5D4D6DCC99DC}" type="pres">
      <dgm:prSet presAssocID="{D55C4832-7907-4EBF-AE2A-0BA235524CD4}" presName="Name37" presStyleLbl="parChTrans1D3" presStyleIdx="9" presStyleCnt="18"/>
      <dgm:spPr/>
      <dgm:t>
        <a:bodyPr/>
        <a:lstStyle/>
        <a:p>
          <a:endParaRPr lang="en-US"/>
        </a:p>
      </dgm:t>
    </dgm:pt>
    <dgm:pt modelId="{21D8A42E-91C9-4273-879D-7785FB394613}" type="pres">
      <dgm:prSet presAssocID="{029385A5-7884-4868-8A52-5A667FA5EED1}" presName="hierRoot2" presStyleCnt="0">
        <dgm:presLayoutVars>
          <dgm:hierBranch val="init"/>
        </dgm:presLayoutVars>
      </dgm:prSet>
      <dgm:spPr/>
    </dgm:pt>
    <dgm:pt modelId="{9924DB7D-0B8C-4877-9C94-F05014984C7F}" type="pres">
      <dgm:prSet presAssocID="{029385A5-7884-4868-8A52-5A667FA5EED1}" presName="rootComposite" presStyleCnt="0"/>
      <dgm:spPr/>
    </dgm:pt>
    <dgm:pt modelId="{4D245AAB-B59E-4A71-9078-92C96B68BEDE}" type="pres">
      <dgm:prSet presAssocID="{029385A5-7884-4868-8A52-5A667FA5EED1}" presName="rootText" presStyleLbl="node3" presStyleIdx="9" presStyleCnt="18">
        <dgm:presLayoutVars>
          <dgm:chPref val="3"/>
        </dgm:presLayoutVars>
      </dgm:prSet>
      <dgm:spPr/>
      <dgm:t>
        <a:bodyPr/>
        <a:lstStyle/>
        <a:p>
          <a:endParaRPr lang="en-US"/>
        </a:p>
      </dgm:t>
    </dgm:pt>
    <dgm:pt modelId="{9625BECB-7DD4-4122-93F7-2CE7BAEA1D3F}" type="pres">
      <dgm:prSet presAssocID="{029385A5-7884-4868-8A52-5A667FA5EED1}" presName="rootConnector" presStyleLbl="node3" presStyleIdx="9" presStyleCnt="18"/>
      <dgm:spPr/>
      <dgm:t>
        <a:bodyPr/>
        <a:lstStyle/>
        <a:p>
          <a:endParaRPr lang="en-US"/>
        </a:p>
      </dgm:t>
    </dgm:pt>
    <dgm:pt modelId="{87F5F425-2408-4090-9506-B7F94AB46B9D}" type="pres">
      <dgm:prSet presAssocID="{029385A5-7884-4868-8A52-5A667FA5EED1}" presName="hierChild4" presStyleCnt="0"/>
      <dgm:spPr/>
    </dgm:pt>
    <dgm:pt modelId="{50941B70-9A65-43B8-B603-89D618FF83DD}" type="pres">
      <dgm:prSet presAssocID="{029385A5-7884-4868-8A52-5A667FA5EED1}" presName="hierChild5" presStyleCnt="0"/>
      <dgm:spPr/>
    </dgm:pt>
    <dgm:pt modelId="{8214F421-3EDC-473C-AA0A-5D676BB69F45}" type="pres">
      <dgm:prSet presAssocID="{44990EAE-AA0B-4B7A-81C8-7EF07E85BDF4}" presName="Name37" presStyleLbl="parChTrans1D3" presStyleIdx="10" presStyleCnt="18"/>
      <dgm:spPr/>
      <dgm:t>
        <a:bodyPr/>
        <a:lstStyle/>
        <a:p>
          <a:endParaRPr lang="en-US"/>
        </a:p>
      </dgm:t>
    </dgm:pt>
    <dgm:pt modelId="{F741D4A9-8F07-4671-9ABF-9999DB769DA5}" type="pres">
      <dgm:prSet presAssocID="{1A1CF78A-2280-4E8B-B428-2E98CD466477}" presName="hierRoot2" presStyleCnt="0">
        <dgm:presLayoutVars>
          <dgm:hierBranch val="init"/>
        </dgm:presLayoutVars>
      </dgm:prSet>
      <dgm:spPr/>
    </dgm:pt>
    <dgm:pt modelId="{23F3031F-C4F7-44AB-9D50-4F1254FDF8E7}" type="pres">
      <dgm:prSet presAssocID="{1A1CF78A-2280-4E8B-B428-2E98CD466477}" presName="rootComposite" presStyleCnt="0"/>
      <dgm:spPr/>
    </dgm:pt>
    <dgm:pt modelId="{B751704E-3EDE-42D5-B9B8-51585ED1653A}" type="pres">
      <dgm:prSet presAssocID="{1A1CF78A-2280-4E8B-B428-2E98CD466477}" presName="rootText" presStyleLbl="node3" presStyleIdx="10" presStyleCnt="18">
        <dgm:presLayoutVars>
          <dgm:chPref val="3"/>
        </dgm:presLayoutVars>
      </dgm:prSet>
      <dgm:spPr/>
      <dgm:t>
        <a:bodyPr/>
        <a:lstStyle/>
        <a:p>
          <a:endParaRPr lang="en-US"/>
        </a:p>
      </dgm:t>
    </dgm:pt>
    <dgm:pt modelId="{218A3D50-0DC0-4772-BC9B-903353757078}" type="pres">
      <dgm:prSet presAssocID="{1A1CF78A-2280-4E8B-B428-2E98CD466477}" presName="rootConnector" presStyleLbl="node3" presStyleIdx="10" presStyleCnt="18"/>
      <dgm:spPr/>
      <dgm:t>
        <a:bodyPr/>
        <a:lstStyle/>
        <a:p>
          <a:endParaRPr lang="en-US"/>
        </a:p>
      </dgm:t>
    </dgm:pt>
    <dgm:pt modelId="{623B3793-671F-4EBD-944C-AEAA381DBF60}" type="pres">
      <dgm:prSet presAssocID="{1A1CF78A-2280-4E8B-B428-2E98CD466477}" presName="hierChild4" presStyleCnt="0"/>
      <dgm:spPr/>
    </dgm:pt>
    <dgm:pt modelId="{CEEC3C0C-6394-4BB3-AE4B-B0E13E844A06}" type="pres">
      <dgm:prSet presAssocID="{1A1CF78A-2280-4E8B-B428-2E98CD466477}" presName="hierChild5" presStyleCnt="0"/>
      <dgm:spPr/>
    </dgm:pt>
    <dgm:pt modelId="{6203C03E-570C-4E7D-9C92-0AC3EA643FF1}" type="pres">
      <dgm:prSet presAssocID="{16E4FE4F-9910-4C62-9BD8-0BD49D3BB72F}" presName="Name37" presStyleLbl="parChTrans1D3" presStyleIdx="11" presStyleCnt="18"/>
      <dgm:spPr/>
      <dgm:t>
        <a:bodyPr/>
        <a:lstStyle/>
        <a:p>
          <a:endParaRPr lang="en-US"/>
        </a:p>
      </dgm:t>
    </dgm:pt>
    <dgm:pt modelId="{9CCAFF56-488B-455F-971C-08FEDD1BEB39}" type="pres">
      <dgm:prSet presAssocID="{37AC29D6-5196-4526-B470-AD55A5B95426}" presName="hierRoot2" presStyleCnt="0">
        <dgm:presLayoutVars>
          <dgm:hierBranch val="init"/>
        </dgm:presLayoutVars>
      </dgm:prSet>
      <dgm:spPr/>
    </dgm:pt>
    <dgm:pt modelId="{8088FCB5-12A3-48FA-8FF9-08DDA7E4B52B}" type="pres">
      <dgm:prSet presAssocID="{37AC29D6-5196-4526-B470-AD55A5B95426}" presName="rootComposite" presStyleCnt="0"/>
      <dgm:spPr/>
    </dgm:pt>
    <dgm:pt modelId="{B059F08C-E0A3-4F62-A09D-4451BB99F9FB}" type="pres">
      <dgm:prSet presAssocID="{37AC29D6-5196-4526-B470-AD55A5B95426}" presName="rootText" presStyleLbl="node3" presStyleIdx="11" presStyleCnt="18">
        <dgm:presLayoutVars>
          <dgm:chPref val="3"/>
        </dgm:presLayoutVars>
      </dgm:prSet>
      <dgm:spPr/>
      <dgm:t>
        <a:bodyPr/>
        <a:lstStyle/>
        <a:p>
          <a:endParaRPr lang="en-US"/>
        </a:p>
      </dgm:t>
    </dgm:pt>
    <dgm:pt modelId="{4C7744C2-C66F-49B7-8457-397BA58B343A}" type="pres">
      <dgm:prSet presAssocID="{37AC29D6-5196-4526-B470-AD55A5B95426}" presName="rootConnector" presStyleLbl="node3" presStyleIdx="11" presStyleCnt="18"/>
      <dgm:spPr/>
      <dgm:t>
        <a:bodyPr/>
        <a:lstStyle/>
        <a:p>
          <a:endParaRPr lang="en-US"/>
        </a:p>
      </dgm:t>
    </dgm:pt>
    <dgm:pt modelId="{3957B869-A86C-4FAC-9055-CE3EEE961789}" type="pres">
      <dgm:prSet presAssocID="{37AC29D6-5196-4526-B470-AD55A5B95426}" presName="hierChild4" presStyleCnt="0"/>
      <dgm:spPr/>
    </dgm:pt>
    <dgm:pt modelId="{AED62139-BA94-40DB-90FC-14073E2B80CF}" type="pres">
      <dgm:prSet presAssocID="{37AC29D6-5196-4526-B470-AD55A5B95426}" presName="hierChild5" presStyleCnt="0"/>
      <dgm:spPr/>
    </dgm:pt>
    <dgm:pt modelId="{6204AEF2-38A6-4D13-9562-4FE0E603EC40}" type="pres">
      <dgm:prSet presAssocID="{AEFC7BB4-25E1-437B-84DE-F2A8A7AD74D5}" presName="Name37" presStyleLbl="parChTrans1D3" presStyleIdx="12" presStyleCnt="18"/>
      <dgm:spPr/>
      <dgm:t>
        <a:bodyPr/>
        <a:lstStyle/>
        <a:p>
          <a:endParaRPr lang="en-US"/>
        </a:p>
      </dgm:t>
    </dgm:pt>
    <dgm:pt modelId="{0F4CBEE8-8E11-4781-A080-0B2EEB12A702}" type="pres">
      <dgm:prSet presAssocID="{76962F9A-FCAB-4183-B687-ECCEC120B83E}" presName="hierRoot2" presStyleCnt="0">
        <dgm:presLayoutVars>
          <dgm:hierBranch val="init"/>
        </dgm:presLayoutVars>
      </dgm:prSet>
      <dgm:spPr/>
    </dgm:pt>
    <dgm:pt modelId="{1B1503A1-F10B-4719-B84E-C5969D069AD4}" type="pres">
      <dgm:prSet presAssocID="{76962F9A-FCAB-4183-B687-ECCEC120B83E}" presName="rootComposite" presStyleCnt="0"/>
      <dgm:spPr/>
    </dgm:pt>
    <dgm:pt modelId="{37410BB4-D1AA-4F25-9E9A-7B0BBB889036}" type="pres">
      <dgm:prSet presAssocID="{76962F9A-FCAB-4183-B687-ECCEC120B83E}" presName="rootText" presStyleLbl="node3" presStyleIdx="12" presStyleCnt="18">
        <dgm:presLayoutVars>
          <dgm:chPref val="3"/>
        </dgm:presLayoutVars>
      </dgm:prSet>
      <dgm:spPr/>
      <dgm:t>
        <a:bodyPr/>
        <a:lstStyle/>
        <a:p>
          <a:endParaRPr lang="en-US"/>
        </a:p>
      </dgm:t>
    </dgm:pt>
    <dgm:pt modelId="{C9BF22EA-EF7B-4291-95B0-72A4EFFED66D}" type="pres">
      <dgm:prSet presAssocID="{76962F9A-FCAB-4183-B687-ECCEC120B83E}" presName="rootConnector" presStyleLbl="node3" presStyleIdx="12" presStyleCnt="18"/>
      <dgm:spPr/>
      <dgm:t>
        <a:bodyPr/>
        <a:lstStyle/>
        <a:p>
          <a:endParaRPr lang="en-US"/>
        </a:p>
      </dgm:t>
    </dgm:pt>
    <dgm:pt modelId="{484D45F2-DF7A-4F52-8722-56D65886443F}" type="pres">
      <dgm:prSet presAssocID="{76962F9A-FCAB-4183-B687-ECCEC120B83E}" presName="hierChild4" presStyleCnt="0"/>
      <dgm:spPr/>
    </dgm:pt>
    <dgm:pt modelId="{11EB3115-4FF2-4DA6-BE2F-A9F4264C7061}" type="pres">
      <dgm:prSet presAssocID="{76962F9A-FCAB-4183-B687-ECCEC120B83E}" presName="hierChild5" presStyleCnt="0"/>
      <dgm:spPr/>
    </dgm:pt>
    <dgm:pt modelId="{9E70A5C0-8C6B-42DA-8585-E605207FB3C9}" type="pres">
      <dgm:prSet presAssocID="{D1EE286A-3A5E-412F-91F5-0E57488E3416}" presName="Name37" presStyleLbl="parChTrans1D3" presStyleIdx="13" presStyleCnt="18"/>
      <dgm:spPr/>
      <dgm:t>
        <a:bodyPr/>
        <a:lstStyle/>
        <a:p>
          <a:endParaRPr lang="en-US"/>
        </a:p>
      </dgm:t>
    </dgm:pt>
    <dgm:pt modelId="{7064A7A6-65E9-4E4A-91E3-93CD855E9970}" type="pres">
      <dgm:prSet presAssocID="{535E2B3C-27E8-471E-83EC-33A4ACEFA568}" presName="hierRoot2" presStyleCnt="0">
        <dgm:presLayoutVars>
          <dgm:hierBranch val="init"/>
        </dgm:presLayoutVars>
      </dgm:prSet>
      <dgm:spPr/>
    </dgm:pt>
    <dgm:pt modelId="{FEBDAAC6-701F-4532-A65F-7E7B484BE943}" type="pres">
      <dgm:prSet presAssocID="{535E2B3C-27E8-471E-83EC-33A4ACEFA568}" presName="rootComposite" presStyleCnt="0"/>
      <dgm:spPr/>
    </dgm:pt>
    <dgm:pt modelId="{0E3A6566-1345-4559-897C-38FE3D6E654D}" type="pres">
      <dgm:prSet presAssocID="{535E2B3C-27E8-471E-83EC-33A4ACEFA568}" presName="rootText" presStyleLbl="node3" presStyleIdx="13" presStyleCnt="18">
        <dgm:presLayoutVars>
          <dgm:chPref val="3"/>
        </dgm:presLayoutVars>
      </dgm:prSet>
      <dgm:spPr/>
      <dgm:t>
        <a:bodyPr/>
        <a:lstStyle/>
        <a:p>
          <a:endParaRPr lang="en-US"/>
        </a:p>
      </dgm:t>
    </dgm:pt>
    <dgm:pt modelId="{3DE6579F-2A0B-42E7-B314-59CFB5853E0E}" type="pres">
      <dgm:prSet presAssocID="{535E2B3C-27E8-471E-83EC-33A4ACEFA568}" presName="rootConnector" presStyleLbl="node3" presStyleIdx="13" presStyleCnt="18"/>
      <dgm:spPr/>
      <dgm:t>
        <a:bodyPr/>
        <a:lstStyle/>
        <a:p>
          <a:endParaRPr lang="en-US"/>
        </a:p>
      </dgm:t>
    </dgm:pt>
    <dgm:pt modelId="{8C87F5B3-6AD5-4269-BFDA-D073CDE9D216}" type="pres">
      <dgm:prSet presAssocID="{535E2B3C-27E8-471E-83EC-33A4ACEFA568}" presName="hierChild4" presStyleCnt="0"/>
      <dgm:spPr/>
    </dgm:pt>
    <dgm:pt modelId="{6C24F2CA-8CFF-4D28-84D7-6CF4D9A6DA9E}" type="pres">
      <dgm:prSet presAssocID="{535E2B3C-27E8-471E-83EC-33A4ACEFA568}" presName="hierChild5" presStyleCnt="0"/>
      <dgm:spPr/>
    </dgm:pt>
    <dgm:pt modelId="{D7EC33C0-FF6B-4B64-B619-9763AD02E7A0}" type="pres">
      <dgm:prSet presAssocID="{3BCFC637-E649-4F2B-B340-45C0E568F35A}" presName="Name37" presStyleLbl="parChTrans1D3" presStyleIdx="14" presStyleCnt="18"/>
      <dgm:spPr/>
      <dgm:t>
        <a:bodyPr/>
        <a:lstStyle/>
        <a:p>
          <a:endParaRPr lang="en-US"/>
        </a:p>
      </dgm:t>
    </dgm:pt>
    <dgm:pt modelId="{FBE1D08F-7020-404B-99C6-97C281D388D2}" type="pres">
      <dgm:prSet presAssocID="{976895F8-AA8C-46C5-B2C2-F74D176C491D}" presName="hierRoot2" presStyleCnt="0">
        <dgm:presLayoutVars>
          <dgm:hierBranch val="init"/>
        </dgm:presLayoutVars>
      </dgm:prSet>
      <dgm:spPr/>
    </dgm:pt>
    <dgm:pt modelId="{B1BB1CBD-8D60-4E6B-A965-5B902B610DA9}" type="pres">
      <dgm:prSet presAssocID="{976895F8-AA8C-46C5-B2C2-F74D176C491D}" presName="rootComposite" presStyleCnt="0"/>
      <dgm:spPr/>
    </dgm:pt>
    <dgm:pt modelId="{0B565A4F-01B9-4EB6-9276-06D0F8CC2FA8}" type="pres">
      <dgm:prSet presAssocID="{976895F8-AA8C-46C5-B2C2-F74D176C491D}" presName="rootText" presStyleLbl="node3" presStyleIdx="14" presStyleCnt="18">
        <dgm:presLayoutVars>
          <dgm:chPref val="3"/>
        </dgm:presLayoutVars>
      </dgm:prSet>
      <dgm:spPr/>
      <dgm:t>
        <a:bodyPr/>
        <a:lstStyle/>
        <a:p>
          <a:endParaRPr lang="en-US"/>
        </a:p>
      </dgm:t>
    </dgm:pt>
    <dgm:pt modelId="{F24349D2-5ADB-4146-B53F-126FBE314852}" type="pres">
      <dgm:prSet presAssocID="{976895F8-AA8C-46C5-B2C2-F74D176C491D}" presName="rootConnector" presStyleLbl="node3" presStyleIdx="14" presStyleCnt="18"/>
      <dgm:spPr/>
      <dgm:t>
        <a:bodyPr/>
        <a:lstStyle/>
        <a:p>
          <a:endParaRPr lang="en-US"/>
        </a:p>
      </dgm:t>
    </dgm:pt>
    <dgm:pt modelId="{8AD50A83-5785-4E55-95F9-1E475971C318}" type="pres">
      <dgm:prSet presAssocID="{976895F8-AA8C-46C5-B2C2-F74D176C491D}" presName="hierChild4" presStyleCnt="0"/>
      <dgm:spPr/>
    </dgm:pt>
    <dgm:pt modelId="{F3809B50-6AEA-4602-815A-4CA14B985C51}" type="pres">
      <dgm:prSet presAssocID="{976895F8-AA8C-46C5-B2C2-F74D176C491D}" presName="hierChild5" presStyleCnt="0"/>
      <dgm:spPr/>
    </dgm:pt>
    <dgm:pt modelId="{AFF152E2-0280-4325-8B01-B43435B7724D}" type="pres">
      <dgm:prSet presAssocID="{A1A03C13-4BED-4BB7-8AFB-BDB236A519FA}" presName="hierChild5" presStyleCnt="0"/>
      <dgm:spPr/>
    </dgm:pt>
    <dgm:pt modelId="{D650F8F3-C2F9-427C-AB94-5DD32B31EEB1}" type="pres">
      <dgm:prSet presAssocID="{BF93982D-C9DB-4CFD-8CA0-B03F0CC3D2E0}" presName="Name37" presStyleLbl="parChTrans1D2" presStyleIdx="3" presStyleCnt="4"/>
      <dgm:spPr/>
      <dgm:t>
        <a:bodyPr/>
        <a:lstStyle/>
        <a:p>
          <a:endParaRPr lang="en-US"/>
        </a:p>
      </dgm:t>
    </dgm:pt>
    <dgm:pt modelId="{9F05ACC2-8BD8-4522-B496-F06E9569780D}" type="pres">
      <dgm:prSet presAssocID="{8A4DFC25-84E0-4C8E-8275-9623F678D60A}" presName="hierRoot2" presStyleCnt="0">
        <dgm:presLayoutVars>
          <dgm:hierBranch val="init"/>
        </dgm:presLayoutVars>
      </dgm:prSet>
      <dgm:spPr/>
    </dgm:pt>
    <dgm:pt modelId="{80172831-A856-40DF-8E6A-FA2A1CD86A42}" type="pres">
      <dgm:prSet presAssocID="{8A4DFC25-84E0-4C8E-8275-9623F678D60A}" presName="rootComposite" presStyleCnt="0"/>
      <dgm:spPr/>
    </dgm:pt>
    <dgm:pt modelId="{12382E63-69F7-4DB0-9B10-679FF053FBBE}" type="pres">
      <dgm:prSet presAssocID="{8A4DFC25-84E0-4C8E-8275-9623F678D60A}" presName="rootText" presStyleLbl="node2" presStyleIdx="3" presStyleCnt="4" custScaleX="205916">
        <dgm:presLayoutVars>
          <dgm:chPref val="3"/>
        </dgm:presLayoutVars>
      </dgm:prSet>
      <dgm:spPr/>
      <dgm:t>
        <a:bodyPr/>
        <a:lstStyle/>
        <a:p>
          <a:endParaRPr lang="en-US"/>
        </a:p>
      </dgm:t>
    </dgm:pt>
    <dgm:pt modelId="{9DD48DE2-826A-4850-97E8-A3845368F50A}" type="pres">
      <dgm:prSet presAssocID="{8A4DFC25-84E0-4C8E-8275-9623F678D60A}" presName="rootConnector" presStyleLbl="node2" presStyleIdx="3" presStyleCnt="4"/>
      <dgm:spPr/>
      <dgm:t>
        <a:bodyPr/>
        <a:lstStyle/>
        <a:p>
          <a:endParaRPr lang="en-US"/>
        </a:p>
      </dgm:t>
    </dgm:pt>
    <dgm:pt modelId="{50086635-4627-42AD-8291-AE6FDBEA70F2}" type="pres">
      <dgm:prSet presAssocID="{8A4DFC25-84E0-4C8E-8275-9623F678D60A}" presName="hierChild4" presStyleCnt="0"/>
      <dgm:spPr/>
    </dgm:pt>
    <dgm:pt modelId="{34B913B5-A0F2-42D7-BADE-1F05C8CD66E4}" type="pres">
      <dgm:prSet presAssocID="{AD97D214-3707-4F9E-B39E-04C177968EB5}" presName="Name37" presStyleLbl="parChTrans1D3" presStyleIdx="15" presStyleCnt="18"/>
      <dgm:spPr/>
      <dgm:t>
        <a:bodyPr/>
        <a:lstStyle/>
        <a:p>
          <a:endParaRPr lang="en-US"/>
        </a:p>
      </dgm:t>
    </dgm:pt>
    <dgm:pt modelId="{E4FD6275-F748-400D-8F1B-1446F45F7D9E}" type="pres">
      <dgm:prSet presAssocID="{BEED1163-82E7-4FB1-973E-4D934DD0AD9D}" presName="hierRoot2" presStyleCnt="0">
        <dgm:presLayoutVars>
          <dgm:hierBranch val="init"/>
        </dgm:presLayoutVars>
      </dgm:prSet>
      <dgm:spPr/>
    </dgm:pt>
    <dgm:pt modelId="{3045E87B-505B-48AB-B8A6-658537C8B857}" type="pres">
      <dgm:prSet presAssocID="{BEED1163-82E7-4FB1-973E-4D934DD0AD9D}" presName="rootComposite" presStyleCnt="0"/>
      <dgm:spPr/>
    </dgm:pt>
    <dgm:pt modelId="{5ACF7DA9-CFF3-40FA-A06D-C94FC76CFFFF}" type="pres">
      <dgm:prSet presAssocID="{BEED1163-82E7-4FB1-973E-4D934DD0AD9D}" presName="rootText" presStyleLbl="node3" presStyleIdx="15" presStyleCnt="18" custScaleX="223516">
        <dgm:presLayoutVars>
          <dgm:chPref val="3"/>
        </dgm:presLayoutVars>
      </dgm:prSet>
      <dgm:spPr/>
      <dgm:t>
        <a:bodyPr/>
        <a:lstStyle/>
        <a:p>
          <a:endParaRPr lang="en-US"/>
        </a:p>
      </dgm:t>
    </dgm:pt>
    <dgm:pt modelId="{98A0BF55-13D0-400B-9667-DA671C2B4806}" type="pres">
      <dgm:prSet presAssocID="{BEED1163-82E7-4FB1-973E-4D934DD0AD9D}" presName="rootConnector" presStyleLbl="node3" presStyleIdx="15" presStyleCnt="18"/>
      <dgm:spPr/>
      <dgm:t>
        <a:bodyPr/>
        <a:lstStyle/>
        <a:p>
          <a:endParaRPr lang="en-US"/>
        </a:p>
      </dgm:t>
    </dgm:pt>
    <dgm:pt modelId="{86868592-1C04-4BD1-AA7B-0ECFC2C6E940}" type="pres">
      <dgm:prSet presAssocID="{BEED1163-82E7-4FB1-973E-4D934DD0AD9D}" presName="hierChild4" presStyleCnt="0"/>
      <dgm:spPr/>
    </dgm:pt>
    <dgm:pt modelId="{FC719BE7-A5B0-475E-B1A8-39F4CA0E2506}" type="pres">
      <dgm:prSet presAssocID="{BEED1163-82E7-4FB1-973E-4D934DD0AD9D}" presName="hierChild5" presStyleCnt="0"/>
      <dgm:spPr/>
    </dgm:pt>
    <dgm:pt modelId="{1146770C-9FEA-4880-A916-84A27C1415D4}" type="pres">
      <dgm:prSet presAssocID="{40B37D77-B34C-4C07-AE20-FB1E98C3A64B}" presName="Name37" presStyleLbl="parChTrans1D3" presStyleIdx="16" presStyleCnt="18"/>
      <dgm:spPr/>
      <dgm:t>
        <a:bodyPr/>
        <a:lstStyle/>
        <a:p>
          <a:endParaRPr lang="en-US"/>
        </a:p>
      </dgm:t>
    </dgm:pt>
    <dgm:pt modelId="{B3BEB6FF-C088-4B62-A040-55AF2D167341}" type="pres">
      <dgm:prSet presAssocID="{40F694F5-4E95-4E97-8C4B-C33410307B69}" presName="hierRoot2" presStyleCnt="0">
        <dgm:presLayoutVars>
          <dgm:hierBranch val="init"/>
        </dgm:presLayoutVars>
      </dgm:prSet>
      <dgm:spPr/>
    </dgm:pt>
    <dgm:pt modelId="{EC9CC038-2A63-406B-9DB1-CBF1B1A853C6}" type="pres">
      <dgm:prSet presAssocID="{40F694F5-4E95-4E97-8C4B-C33410307B69}" presName="rootComposite" presStyleCnt="0"/>
      <dgm:spPr/>
    </dgm:pt>
    <dgm:pt modelId="{DCCC48B0-74F5-4C34-B16F-8431D404E31C}" type="pres">
      <dgm:prSet presAssocID="{40F694F5-4E95-4E97-8C4B-C33410307B69}" presName="rootText" presStyleLbl="node3" presStyleIdx="16" presStyleCnt="18" custScaleX="223517">
        <dgm:presLayoutVars>
          <dgm:chPref val="3"/>
        </dgm:presLayoutVars>
      </dgm:prSet>
      <dgm:spPr/>
      <dgm:t>
        <a:bodyPr/>
        <a:lstStyle/>
        <a:p>
          <a:endParaRPr lang="en-US"/>
        </a:p>
      </dgm:t>
    </dgm:pt>
    <dgm:pt modelId="{C7DD3AE9-EF58-4290-981A-36434E578993}" type="pres">
      <dgm:prSet presAssocID="{40F694F5-4E95-4E97-8C4B-C33410307B69}" presName="rootConnector" presStyleLbl="node3" presStyleIdx="16" presStyleCnt="18"/>
      <dgm:spPr/>
      <dgm:t>
        <a:bodyPr/>
        <a:lstStyle/>
        <a:p>
          <a:endParaRPr lang="en-US"/>
        </a:p>
      </dgm:t>
    </dgm:pt>
    <dgm:pt modelId="{F4C14877-6467-4314-8F83-6B485F6D78F4}" type="pres">
      <dgm:prSet presAssocID="{40F694F5-4E95-4E97-8C4B-C33410307B69}" presName="hierChild4" presStyleCnt="0"/>
      <dgm:spPr/>
    </dgm:pt>
    <dgm:pt modelId="{80F6FFAE-7D8E-4977-A525-E22910F7322B}" type="pres">
      <dgm:prSet presAssocID="{40F694F5-4E95-4E97-8C4B-C33410307B69}" presName="hierChild5" presStyleCnt="0"/>
      <dgm:spPr/>
    </dgm:pt>
    <dgm:pt modelId="{8BE6A198-0002-4902-8A28-E6609F8BD17F}" type="pres">
      <dgm:prSet presAssocID="{1F9394CC-AB31-42A6-A409-D6609175A08B}" presName="Name37" presStyleLbl="parChTrans1D3" presStyleIdx="17" presStyleCnt="18"/>
      <dgm:spPr/>
      <dgm:t>
        <a:bodyPr/>
        <a:lstStyle/>
        <a:p>
          <a:endParaRPr lang="en-US"/>
        </a:p>
      </dgm:t>
    </dgm:pt>
    <dgm:pt modelId="{767F4845-DE37-4BFA-80FE-382C28A88DC8}" type="pres">
      <dgm:prSet presAssocID="{D66F8562-8072-404B-AED2-0BBB80C5B45C}" presName="hierRoot2" presStyleCnt="0">
        <dgm:presLayoutVars>
          <dgm:hierBranch val="init"/>
        </dgm:presLayoutVars>
      </dgm:prSet>
      <dgm:spPr/>
    </dgm:pt>
    <dgm:pt modelId="{112AE0B1-A40C-4B1C-90C8-FB9DEAE9ECE4}" type="pres">
      <dgm:prSet presAssocID="{D66F8562-8072-404B-AED2-0BBB80C5B45C}" presName="rootComposite" presStyleCnt="0"/>
      <dgm:spPr/>
    </dgm:pt>
    <dgm:pt modelId="{AEBE90FC-9C73-46AC-8912-83BB799077E8}" type="pres">
      <dgm:prSet presAssocID="{D66F8562-8072-404B-AED2-0BBB80C5B45C}" presName="rootText" presStyleLbl="node3" presStyleIdx="17" presStyleCnt="18" custScaleX="223616">
        <dgm:presLayoutVars>
          <dgm:chPref val="3"/>
        </dgm:presLayoutVars>
      </dgm:prSet>
      <dgm:spPr/>
      <dgm:t>
        <a:bodyPr/>
        <a:lstStyle/>
        <a:p>
          <a:endParaRPr lang="en-US"/>
        </a:p>
      </dgm:t>
    </dgm:pt>
    <dgm:pt modelId="{9B2BB6CC-B1C4-49AE-9860-8DB1BFBD5E7C}" type="pres">
      <dgm:prSet presAssocID="{D66F8562-8072-404B-AED2-0BBB80C5B45C}" presName="rootConnector" presStyleLbl="node3" presStyleIdx="17" presStyleCnt="18"/>
      <dgm:spPr/>
      <dgm:t>
        <a:bodyPr/>
        <a:lstStyle/>
        <a:p>
          <a:endParaRPr lang="en-US"/>
        </a:p>
      </dgm:t>
    </dgm:pt>
    <dgm:pt modelId="{08E8AABD-C28C-4F9C-9420-2048AE668B5C}" type="pres">
      <dgm:prSet presAssocID="{D66F8562-8072-404B-AED2-0BBB80C5B45C}" presName="hierChild4" presStyleCnt="0"/>
      <dgm:spPr/>
    </dgm:pt>
    <dgm:pt modelId="{B334A44D-ADDC-4539-B87C-5BB21CD51DC3}" type="pres">
      <dgm:prSet presAssocID="{D66F8562-8072-404B-AED2-0BBB80C5B45C}" presName="hierChild5" presStyleCnt="0"/>
      <dgm:spPr/>
    </dgm:pt>
    <dgm:pt modelId="{2425FDD7-8308-4C30-ABB9-AFE7A7C8D44B}" type="pres">
      <dgm:prSet presAssocID="{8A4DFC25-84E0-4C8E-8275-9623F678D60A}" presName="hierChild5" presStyleCnt="0"/>
      <dgm:spPr/>
    </dgm:pt>
    <dgm:pt modelId="{96DEF822-DC52-4FFC-82DA-389CD5B29657}" type="pres">
      <dgm:prSet presAssocID="{9E6404DC-1053-49D6-95EE-599A97C88DD3}" presName="hierChild3" presStyleCnt="0"/>
      <dgm:spPr/>
    </dgm:pt>
  </dgm:ptLst>
  <dgm:cxnLst>
    <dgm:cxn modelId="{AD750F8A-D7AD-478A-8820-BA99DC9A29A8}" type="presOf" srcId="{5E89FAF8-7222-4880-B72C-F381939B991A}" destId="{640A420B-2CFE-4944-ABF0-EAEAE3402C6F}" srcOrd="1" destOrd="0" presId="urn:microsoft.com/office/officeart/2005/8/layout/orgChart1"/>
    <dgm:cxn modelId="{CFE82989-9A8A-4BF4-8279-3E5844DE3649}" type="presOf" srcId="{AD97D214-3707-4F9E-B39E-04C177968EB5}" destId="{34B913B5-A0F2-42D7-BADE-1F05C8CD66E4}" srcOrd="0" destOrd="0" presId="urn:microsoft.com/office/officeart/2005/8/layout/orgChart1"/>
    <dgm:cxn modelId="{A004FC11-48FD-4331-87DB-6E987F9183EB}" type="presOf" srcId="{9929F59C-419E-43EC-8104-9E8732B8E787}" destId="{BC78F200-BF16-4C4D-93A5-419734E1AFB8}" srcOrd="1" destOrd="0" presId="urn:microsoft.com/office/officeart/2005/8/layout/orgChart1"/>
    <dgm:cxn modelId="{5B5F63B6-34CC-4CF2-8765-085787330350}" type="presOf" srcId="{44990EAE-AA0B-4B7A-81C8-7EF07E85BDF4}" destId="{8214F421-3EDC-473C-AA0A-5D676BB69F45}"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5CADC8CB-2B1F-4ED6-BBF4-F359DD8ED04E}" type="presOf" srcId="{37AC29D6-5196-4526-B470-AD55A5B95426}" destId="{4C7744C2-C66F-49B7-8457-397BA58B343A}" srcOrd="1" destOrd="0" presId="urn:microsoft.com/office/officeart/2005/8/layout/orgChart1"/>
    <dgm:cxn modelId="{AEF6B684-DA5B-4FFA-98F3-2FB144415C32}" type="presOf" srcId="{D66F8562-8072-404B-AED2-0BBB80C5B45C}" destId="{9B2BB6CC-B1C4-49AE-9860-8DB1BFBD5E7C}"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3D238D6F-AADA-4A92-B671-79E37972A3B8}" type="presOf" srcId="{9E18C130-4D81-4BDD-8DE6-22CF9F45E19E}" destId="{62821369-B757-43AF-BF6D-02B9EF83A7FF}" srcOrd="0" destOrd="0" presId="urn:microsoft.com/office/officeart/2005/8/layout/orgChart1"/>
    <dgm:cxn modelId="{2272D82D-D36A-4D91-966B-D2CB68DB462C}" srcId="{A1A03C13-4BED-4BB7-8AFB-BDB236A519FA}" destId="{37AC29D6-5196-4526-B470-AD55A5B95426}" srcOrd="2" destOrd="0" parTransId="{16E4FE4F-9910-4C62-9BD8-0BD49D3BB72F}" sibTransId="{F32EAEB6-D167-4A75-B59B-CF2A3D805E20}"/>
    <dgm:cxn modelId="{B375EBC7-242A-41DB-9E84-6DFE8E76DE47}" type="presOf" srcId="{D66F8562-8072-404B-AED2-0BBB80C5B45C}" destId="{AEBE90FC-9C73-46AC-8912-83BB799077E8}"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9AD60321-9835-42AF-B383-DB72239CB52C}" type="presOf" srcId="{76962F9A-FCAB-4183-B687-ECCEC120B83E}" destId="{C9BF22EA-EF7B-4291-95B0-72A4EFFED66D}" srcOrd="1" destOrd="0" presId="urn:microsoft.com/office/officeart/2005/8/layout/orgChart1"/>
    <dgm:cxn modelId="{B6783C88-DE93-4577-84D7-D6D5EF83BEE3}" type="presOf" srcId="{D1EE286A-3A5E-412F-91F5-0E57488E3416}" destId="{9E70A5C0-8C6B-42DA-8585-E605207FB3C9}" srcOrd="0" destOrd="0" presId="urn:microsoft.com/office/officeart/2005/8/layout/orgChart1"/>
    <dgm:cxn modelId="{9495A40B-8B50-4A6B-AFE6-BD5742F6E1E4}" type="presOf" srcId="{AF6C41DE-0FE9-4FE2-8BE9-4215E0A90589}" destId="{E6A79A9D-7FBA-4C8B-83E1-52C545B782AF}" srcOrd="1" destOrd="0" presId="urn:microsoft.com/office/officeart/2005/8/layout/orgChart1"/>
    <dgm:cxn modelId="{809026D9-2BF8-4C3A-97A1-B6C2BF72BCA9}" type="presOf" srcId="{BEED1163-82E7-4FB1-973E-4D934DD0AD9D}" destId="{98A0BF55-13D0-400B-9667-DA671C2B4806}"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8A9BF728-8F51-4232-BDC5-B575F13071D0}" type="presOf" srcId="{976895F8-AA8C-46C5-B2C2-F74D176C491D}" destId="{F24349D2-5ADB-4146-B53F-126FBE314852}" srcOrd="1" destOrd="0" presId="urn:microsoft.com/office/officeart/2005/8/layout/orgChart1"/>
    <dgm:cxn modelId="{5A268417-4325-4823-8028-64EA519CDEAA}" type="presOf" srcId="{535E2B3C-27E8-471E-83EC-33A4ACEFA568}" destId="{0E3A6566-1345-4559-897C-38FE3D6E654D}" srcOrd="0" destOrd="0" presId="urn:microsoft.com/office/officeart/2005/8/layout/orgChart1"/>
    <dgm:cxn modelId="{42B5056A-1BD8-4713-9E74-068D1E789DCF}" type="presOf" srcId="{B1E5D227-4384-4ED3-A5FB-9E3CE538AA48}" destId="{04C79594-D5ED-429E-B8F6-2D6F4CCD746B}"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8D989BAC-DCBA-4586-AC6C-5949D5682ABC}" type="presOf" srcId="{B1E5D227-4384-4ED3-A5FB-9E3CE538AA48}" destId="{5996DFEB-63B2-451B-A2C6-4A4E49EAA12E}" srcOrd="1" destOrd="0" presId="urn:microsoft.com/office/officeart/2005/8/layout/orgChart1"/>
    <dgm:cxn modelId="{5A388BEB-D5C7-41A1-B20F-9E3DF283665E}" type="presOf" srcId="{2BC47C35-CB2E-4ADA-997E-20AB4D35A222}" destId="{5F6EAB39-768E-4EF5-A122-D240B2B03279}" srcOrd="1" destOrd="0" presId="urn:microsoft.com/office/officeart/2005/8/layout/orgChart1"/>
    <dgm:cxn modelId="{22E4C7AF-85E7-42C7-96CD-9F0DFE284F56}" type="presOf" srcId="{9F383BC1-6A65-4598-A677-60A8C4BDC2D1}" destId="{A7A6FBF6-CD95-40DE-8CF4-D0B50E0D9D69}" srcOrd="0" destOrd="0" presId="urn:microsoft.com/office/officeart/2005/8/layout/orgChart1"/>
    <dgm:cxn modelId="{51166D13-6246-4DE3-AD16-9D145FB704BC}" type="presOf" srcId="{976895F8-AA8C-46C5-B2C2-F74D176C491D}" destId="{0B565A4F-01B9-4EB6-9276-06D0F8CC2FA8}" srcOrd="0" destOrd="0" presId="urn:microsoft.com/office/officeart/2005/8/layout/orgChart1"/>
    <dgm:cxn modelId="{121190D6-3475-475C-BE98-B88CC10B3813}" srcId="{A1A03C13-4BED-4BB7-8AFB-BDB236A519FA}" destId="{029385A5-7884-4868-8A52-5A667FA5EED1}" srcOrd="0" destOrd="0" parTransId="{D55C4832-7907-4EBF-AE2A-0BA235524CD4}" sibTransId="{76BBD5FF-E994-4436-87D1-91B05094619F}"/>
    <dgm:cxn modelId="{C5DEEBE2-8CC6-46A4-BB4F-85F5DA8FDF9F}" type="presOf" srcId="{029385A5-7884-4868-8A52-5A667FA5EED1}" destId="{9625BECB-7DD4-4122-93F7-2CE7BAEA1D3F}" srcOrd="1" destOrd="0" presId="urn:microsoft.com/office/officeart/2005/8/layout/orgChart1"/>
    <dgm:cxn modelId="{361ADD7F-C85E-4134-93AD-5857D8F39CFA}" type="presOf" srcId="{2BC47C35-CB2E-4ADA-997E-20AB4D35A222}" destId="{1A87DFD0-A1A5-4AEF-9874-88156CA4976E}" srcOrd="0" destOrd="0" presId="urn:microsoft.com/office/officeart/2005/8/layout/orgChart1"/>
    <dgm:cxn modelId="{B407561B-81B2-4844-BB92-700E2E515551}" srcId="{620DD3EC-BDCD-468B-B566-7FE2B848507E}" destId="{AF6C41DE-0FE9-4FE2-8BE9-4215E0A90589}" srcOrd="1" destOrd="0" parTransId="{8E7DC7A7-3675-4E95-A153-8ABEB0FFE8D1}" sibTransId="{97EE64CF-B61C-4098-8AAA-B86B1D9E9733}"/>
    <dgm:cxn modelId="{91B76CA6-60D0-4E7D-8246-34AD4323BCD4}" type="presOf" srcId="{E7C20BB0-42E0-4E79-B78C-FDB4437BA139}" destId="{A9F0E9FE-CFC8-4EE0-9496-6BEA42EF318B}"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91EFF13B-6154-4A9D-8DC4-785B6BBF760E}" type="presOf" srcId="{029385A5-7884-4868-8A52-5A667FA5EED1}" destId="{4D245AAB-B59E-4A71-9078-92C96B68BEDE}" srcOrd="0" destOrd="0" presId="urn:microsoft.com/office/officeart/2005/8/layout/orgChart1"/>
    <dgm:cxn modelId="{737C2E94-5797-41FB-A314-80678B8C57D2}" type="presOf" srcId="{AEFC7BB4-25E1-437B-84DE-F2A8A7AD74D5}" destId="{6204AEF2-38A6-4D13-9562-4FE0E603EC40}"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662F1812-1462-4E8F-B011-B7A0F958D3A5}" type="presOf" srcId="{8E7DC7A7-3675-4E95-A153-8ABEB0FFE8D1}" destId="{1891E697-DEB2-442F-BDF2-5A9697934126}" srcOrd="0" destOrd="0" presId="urn:microsoft.com/office/officeart/2005/8/layout/orgChart1"/>
    <dgm:cxn modelId="{A90E7506-193B-4BFD-BE29-70108435E34E}" srcId="{9286A5EC-F2A9-487D-8BF1-B96EEEFD636B}" destId="{7567858F-46A9-413F-85CD-E4F6D5E95680}" srcOrd="2" destOrd="0" parTransId="{E7C20BB0-42E0-4E79-B78C-FDB4437BA139}" sibTransId="{1FDF513E-02FE-44FF-87BD-A50EBFD5CD33}"/>
    <dgm:cxn modelId="{8749021B-2268-44B1-AD84-B0921B253255}" type="presOf" srcId="{9286A5EC-F2A9-487D-8BF1-B96EEEFD636B}" destId="{C9422C4E-2B02-4D33-A16B-EF7B187ECAB7}"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51A791D8-3BFA-41A3-B904-7B35984279D7}" type="presOf" srcId="{5B4E7C08-D76C-41BF-94A6-A2DE4651B0A2}" destId="{023F7627-1D47-4878-A012-D16C57F9A6EE}" srcOrd="0" destOrd="0" presId="urn:microsoft.com/office/officeart/2005/8/layout/orgChart1"/>
    <dgm:cxn modelId="{383E746C-D5E2-45CD-9A33-FE5A8880C3B0}" type="presOf" srcId="{535E2B3C-27E8-471E-83EC-33A4ACEFA568}" destId="{3DE6579F-2A0B-42E7-B314-59CFB5853E0E}" srcOrd="1"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D6227492-402C-4D6E-B102-EE0308820E2B}" type="presOf" srcId="{1A1CF78A-2280-4E8B-B428-2E98CD466477}" destId="{218A3D50-0DC0-4772-BC9B-903353757078}" srcOrd="1" destOrd="0" presId="urn:microsoft.com/office/officeart/2005/8/layout/orgChart1"/>
    <dgm:cxn modelId="{0D042D3B-EF74-4314-830A-5520239C8E2D}" srcId="{A1A03C13-4BED-4BB7-8AFB-BDB236A519FA}" destId="{976895F8-AA8C-46C5-B2C2-F74D176C491D}" srcOrd="5" destOrd="0" parTransId="{3BCFC637-E649-4F2B-B340-45C0E568F35A}" sibTransId="{29D85B92-46B2-42CA-A070-E7175784D887}"/>
    <dgm:cxn modelId="{299366B5-EBDF-425A-ADF6-2028E32403FC}" type="presOf" srcId="{BEED1163-82E7-4FB1-973E-4D934DD0AD9D}" destId="{5ACF7DA9-CFF3-40FA-A06D-C94FC76CFFFF}" srcOrd="0" destOrd="0" presId="urn:microsoft.com/office/officeart/2005/8/layout/orgChart1"/>
    <dgm:cxn modelId="{11CA98FC-F3FC-4943-88F3-3FFF45809828}" type="presOf" srcId="{1F9394CC-AB31-42A6-A409-D6609175A08B}" destId="{8BE6A198-0002-4902-8A28-E6609F8BD17F}" srcOrd="0" destOrd="0" presId="urn:microsoft.com/office/officeart/2005/8/layout/orgChart1"/>
    <dgm:cxn modelId="{B4CCB173-449F-422B-8562-56D21E511D47}" type="presOf" srcId="{3BCFC637-E649-4F2B-B340-45C0E568F35A}" destId="{D7EC33C0-FF6B-4B64-B619-9763AD02E7A0}" srcOrd="0" destOrd="0" presId="urn:microsoft.com/office/officeart/2005/8/layout/orgChart1"/>
    <dgm:cxn modelId="{A50D982A-B8D5-46BF-96C2-C25CC3FC8CEC}" type="presOf" srcId="{7567858F-46A9-413F-85CD-E4F6D5E95680}" destId="{FE819867-125C-47DF-AAA5-1DD702C511FC}" srcOrd="1" destOrd="0" presId="urn:microsoft.com/office/officeart/2005/8/layout/orgChart1"/>
    <dgm:cxn modelId="{4E2A6564-91C3-4C68-B202-9416957B0646}" srcId="{9286A5EC-F2A9-487D-8BF1-B96EEEFD636B}" destId="{9929F59C-419E-43EC-8104-9E8732B8E787}" srcOrd="4" destOrd="0" parTransId="{6C8906A6-1FBC-47ED-8303-F4E5D4E38BF3}" sibTransId="{A40568E7-EE7C-4591-A574-C833FF8B5F63}"/>
    <dgm:cxn modelId="{EB8CB192-BB7C-4877-AB0D-BEE942576356}" type="presOf" srcId="{5E89FAF8-7222-4880-B72C-F381939B991A}" destId="{895EE0A8-FF27-4E5E-A9CF-0B48E925D09C}" srcOrd="0" destOrd="0" presId="urn:microsoft.com/office/officeart/2005/8/layout/orgChart1"/>
    <dgm:cxn modelId="{332972B5-A72B-4064-84B0-9EB26C6774CD}" type="presOf" srcId="{8A4DFC25-84E0-4C8E-8275-9623F678D60A}" destId="{9DD48DE2-826A-4850-97E8-A3845368F50A}" srcOrd="1" destOrd="0" presId="urn:microsoft.com/office/officeart/2005/8/layout/orgChart1"/>
    <dgm:cxn modelId="{7FB05AA3-2572-49CA-B50A-197C7C134138}" srcId="{9286A5EC-F2A9-487D-8BF1-B96EEEFD636B}" destId="{5B4E7C08-D76C-41BF-94A6-A2DE4651B0A2}" srcOrd="3" destOrd="0" parTransId="{942F7C11-7D7B-468C-A31B-85EE37F2AE24}" sibTransId="{E52BE92D-EC51-4B4D-A743-FB663254ED1E}"/>
    <dgm:cxn modelId="{A222D2C0-9AFF-46D9-B3C2-8C31E58B72B9}" type="presOf" srcId="{53352947-0336-403A-A4B4-89467D459512}" destId="{BABFBFB4-78A4-4B16-AD3A-61E896716A3C}" srcOrd="0" destOrd="0" presId="urn:microsoft.com/office/officeart/2005/8/layout/orgChart1"/>
    <dgm:cxn modelId="{170951EF-455F-475E-AFB6-AC7350946155}" srcId="{9286A5EC-F2A9-487D-8BF1-B96EEEFD636B}" destId="{B1E5D227-4384-4ED3-A5FB-9E3CE538AA48}" srcOrd="5" destOrd="0" parTransId="{9F383BC1-6A65-4598-A677-60A8C4BDC2D1}" sibTransId="{E415BF9D-77B5-420B-BA0E-963741F68946}"/>
    <dgm:cxn modelId="{97E4A6DE-8713-4676-BBF8-2B93F08AF837}" srcId="{9286A5EC-F2A9-487D-8BF1-B96EEEFD636B}" destId="{1E627F9E-CE3B-4A85-BB78-8DDB86A78DDE}" srcOrd="1" destOrd="0" parTransId="{9D28DB69-DDB3-4999-9A0B-8D007976E69E}" sibTransId="{CC71E985-969E-423D-B820-177A0337B408}"/>
    <dgm:cxn modelId="{A7862054-7D52-43C6-91E2-B6BB9E9D37B9}" type="presOf" srcId="{16E4FE4F-9910-4C62-9BD8-0BD49D3BB72F}" destId="{6203C03E-570C-4E7D-9C92-0AC3EA643FF1}" srcOrd="0" destOrd="0" presId="urn:microsoft.com/office/officeart/2005/8/layout/orgChart1"/>
    <dgm:cxn modelId="{F4766B1A-5D57-42C8-8C58-AF25C2B62F51}" srcId="{8A4DFC25-84E0-4C8E-8275-9623F678D60A}" destId="{D66F8562-8072-404B-AED2-0BBB80C5B45C}" srcOrd="2" destOrd="0" parTransId="{1F9394CC-AB31-42A6-A409-D6609175A08B}" sibTransId="{D6C531DE-7704-4C33-AD48-5AFA47CA4325}"/>
    <dgm:cxn modelId="{7E444D69-C758-4202-8271-FE7B2D3985D2}" type="presOf" srcId="{D55C4832-7907-4EBF-AE2A-0BA235524CD4}" destId="{2A679957-7E3B-4BD6-B48E-5D4D6DCC99DC}"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08321669-D15C-4B2B-99BA-2B0F1D60D1B7}" type="presOf" srcId="{7567858F-46A9-413F-85CD-E4F6D5E95680}" destId="{F49CBD60-76B2-4B73-8337-240A37B4B697}" srcOrd="0" destOrd="0" presId="urn:microsoft.com/office/officeart/2005/8/layout/orgChart1"/>
    <dgm:cxn modelId="{7C7485FC-4CFA-45FF-817B-B38DD356F0B5}" srcId="{9E6404DC-1053-49D6-95EE-599A97C88DD3}" destId="{A1A03C13-4BED-4BB7-8AFB-BDB236A519FA}" srcOrd="2" destOrd="0" parTransId="{9E18C130-4D81-4BDD-8DE6-22CF9F45E19E}" sibTransId="{CF4AE597-246B-4D28-8B3B-D3E59AB05BD8}"/>
    <dgm:cxn modelId="{39D4BBAB-E420-4730-BA4C-FEC9AFAC74F6}" type="presOf" srcId="{ADFFC400-8BBA-4CA0-97DA-A5239AD7FF83}" destId="{ED8B7DF3-7C68-4E1C-A743-283531BE19BD}" srcOrd="0"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E6DE026D-EE0A-41B5-933D-71A661E357E5}" type="presOf" srcId="{8A4DFC25-84E0-4C8E-8275-9623F678D60A}" destId="{12382E63-69F7-4DB0-9B10-679FF053FBBE}" srcOrd="0" destOrd="0" presId="urn:microsoft.com/office/officeart/2005/8/layout/orgChart1"/>
    <dgm:cxn modelId="{9DA1E6C1-3177-4056-85A7-B7FE5F941D13}" srcId="{620DD3EC-BDCD-468B-B566-7FE2B848507E}" destId="{5E89FAF8-7222-4880-B72C-F381939B991A}" srcOrd="2" destOrd="0" parTransId="{49B74ACD-4DE6-4E7A-A574-B54F96B2B84B}" sibTransId="{209BCB29-8DD4-400E-AC54-27D11B8F19FF}"/>
    <dgm:cxn modelId="{009BF19E-FEA2-480E-B54E-609A629C229C}" srcId="{A1A03C13-4BED-4BB7-8AFB-BDB236A519FA}" destId="{535E2B3C-27E8-471E-83EC-33A4ACEFA568}" srcOrd="4" destOrd="0" parTransId="{D1EE286A-3A5E-412F-91F5-0E57488E3416}" sibTransId="{53D559B1-08A9-4267-88C8-D2ABCEBDCD5F}"/>
    <dgm:cxn modelId="{F8F84268-34B2-4403-8431-434F24067880}" srcId="{A1A03C13-4BED-4BB7-8AFB-BDB236A519FA}" destId="{76962F9A-FCAB-4183-B687-ECCEC120B83E}" srcOrd="3" destOrd="0" parTransId="{AEFC7BB4-25E1-437B-84DE-F2A8A7AD74D5}" sibTransId="{8710AE0D-BF82-4DA7-BF93-756F0DAA772A}"/>
    <dgm:cxn modelId="{B3CFFCA9-EFCE-4004-AE88-457364625BA5}" srcId="{8A4DFC25-84E0-4C8E-8275-9623F678D60A}" destId="{40F694F5-4E95-4E97-8C4B-C33410307B69}" srcOrd="1" destOrd="0" parTransId="{40B37D77-B34C-4C07-AE20-FB1E98C3A64B}" sibTransId="{DB1A1847-7E60-483B-9BE5-5BD45ABDFA59}"/>
    <dgm:cxn modelId="{A7C73411-72CF-4D1D-8815-5544F6109425}" srcId="{A1A03C13-4BED-4BB7-8AFB-BDB236A519FA}" destId="{1A1CF78A-2280-4E8B-B428-2E98CD466477}" srcOrd="1" destOrd="0" parTransId="{44990EAE-AA0B-4B7A-81C8-7EF07E85BDF4}" sibTransId="{8C194F76-C47C-40BF-AE51-ACEB001F0D01}"/>
    <dgm:cxn modelId="{6D15CC5B-1431-4378-A425-7B68B8EC5C24}" type="presOf" srcId="{37AC29D6-5196-4526-B470-AD55A5B95426}" destId="{B059F08C-E0A3-4F62-A09D-4451BB99F9FB}" srcOrd="0" destOrd="0" presId="urn:microsoft.com/office/officeart/2005/8/layout/orgChart1"/>
    <dgm:cxn modelId="{3E495139-6DC0-41C0-970B-DA533A9FA811}" type="presOf" srcId="{1A1CF78A-2280-4E8B-B428-2E98CD466477}" destId="{B751704E-3EDE-42D5-B9B8-51585ED1653A}" srcOrd="0" destOrd="0" presId="urn:microsoft.com/office/officeart/2005/8/layout/orgChart1"/>
    <dgm:cxn modelId="{3D912F91-11E1-441C-B192-30D64B522726}" type="presOf" srcId="{9929F59C-419E-43EC-8104-9E8732B8E787}" destId="{AA5F6878-1379-41A4-93C5-93F8F7DCA1F9}" srcOrd="0" destOrd="0" presId="urn:microsoft.com/office/officeart/2005/8/layout/orgChart1"/>
    <dgm:cxn modelId="{B8E148CA-AC43-4E0D-AA0B-AB6BE5C3C55C}" type="presOf" srcId="{AF6C41DE-0FE9-4FE2-8BE9-4215E0A90589}" destId="{381C7EA2-2B75-4178-AA8A-D217EDCFA36F}"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8FA1C516-6F8A-4C30-8D1A-C9C872549387}" type="presOf" srcId="{6C8906A6-1FBC-47ED-8303-F4E5D4E38BF3}" destId="{D358E586-DB92-492E-9D54-5B1732DFF307}" srcOrd="0" destOrd="0" presId="urn:microsoft.com/office/officeart/2005/8/layout/orgChart1"/>
    <dgm:cxn modelId="{A15AD006-CA99-4B38-B8D0-C12E8553A235}" type="presOf" srcId="{76962F9A-FCAB-4183-B687-ECCEC120B83E}" destId="{37410BB4-D1AA-4F25-9E9A-7B0BBB889036}" srcOrd="0" destOrd="0" presId="urn:microsoft.com/office/officeart/2005/8/layout/orgChart1"/>
    <dgm:cxn modelId="{4308D7C7-CEC4-4E47-9133-8B9DC815875B}" type="presOf" srcId="{A1A03C13-4BED-4BB7-8AFB-BDB236A519FA}" destId="{0FE7A504-1A99-42A4-92D2-369E93728B6E}" srcOrd="1" destOrd="0" presId="urn:microsoft.com/office/officeart/2005/8/layout/orgChart1"/>
    <dgm:cxn modelId="{4A21081A-38A4-4B2C-8404-7CE6E278A9A7}" type="presOf" srcId="{49B74ACD-4DE6-4E7A-A574-B54F96B2B84B}" destId="{A4FAE87E-12FA-4A7E-9D3F-3AFCE60315A4}" srcOrd="0" destOrd="0" presId="urn:microsoft.com/office/officeart/2005/8/layout/orgChart1"/>
    <dgm:cxn modelId="{DC769C76-53CB-451A-8D77-0FA9B817EBE6}" srcId="{9E6404DC-1053-49D6-95EE-599A97C88DD3}" destId="{8A4DFC25-84E0-4C8E-8275-9623F678D60A}" srcOrd="3" destOrd="0" parTransId="{BF93982D-C9DB-4CFD-8CA0-B03F0CC3D2E0}" sibTransId="{45065DE1-EC8A-47FF-8419-9CBC4CFFD0A1}"/>
    <dgm:cxn modelId="{E2F19831-AEAB-4D7E-9914-7E710C9DE212}" type="presOf" srcId="{40F694F5-4E95-4E97-8C4B-C33410307B69}" destId="{DCCC48B0-74F5-4C34-B16F-8431D404E31C}" srcOrd="0" destOrd="0" presId="urn:microsoft.com/office/officeart/2005/8/layout/orgChart1"/>
    <dgm:cxn modelId="{6C7A2743-E883-4BB5-9917-BC3AC2172B0B}" srcId="{8A4DFC25-84E0-4C8E-8275-9623F678D60A}" destId="{BEED1163-82E7-4FB1-973E-4D934DD0AD9D}" srcOrd="0" destOrd="0" parTransId="{AD97D214-3707-4F9E-B39E-04C177968EB5}" sibTransId="{7E725D5D-8446-4107-8B1D-6D628424E164}"/>
    <dgm:cxn modelId="{45708D8C-AFCF-461F-BA2A-40D9B1B4C1EA}" type="presOf" srcId="{BF93982D-C9DB-4CFD-8CA0-B03F0CC3D2E0}" destId="{D650F8F3-C2F9-427C-AB94-5DD32B31EEB1}" srcOrd="0" destOrd="0" presId="urn:microsoft.com/office/officeart/2005/8/layout/orgChart1"/>
    <dgm:cxn modelId="{CF31ADCC-DA81-4352-BD35-1D6D4CF67F17}" type="presOf" srcId="{5B4E7C08-D76C-41BF-94A6-A2DE4651B0A2}" destId="{99D841D9-E2CC-4FEC-8214-65379F810C26}"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98313880-99B0-46DC-929F-A25954EEE8B9}" type="presOf" srcId="{40B37D77-B34C-4C07-AE20-FB1E98C3A64B}" destId="{1146770C-9FEA-4880-A916-84A27C1415D4}" srcOrd="0" destOrd="0" presId="urn:microsoft.com/office/officeart/2005/8/layout/orgChart1"/>
    <dgm:cxn modelId="{D0BE953C-31D3-44FC-AADA-5CF956757CFA}" type="presOf" srcId="{942F7C11-7D7B-468C-A31B-85EE37F2AE24}" destId="{3F23C0CE-9B5D-413A-AF74-038AF7033DAC}" srcOrd="0" destOrd="0" presId="urn:microsoft.com/office/officeart/2005/8/layout/orgChart1"/>
    <dgm:cxn modelId="{7EB120DE-48BB-4647-8EF1-F3F69A0F79A9}" type="presOf" srcId="{40F694F5-4E95-4E97-8C4B-C33410307B69}" destId="{C7DD3AE9-EF58-4290-981A-36434E578993}" srcOrd="1"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A6552FF9-1E8A-4E45-BF54-52E4280A5AB1}" type="presParOf" srcId="{C9264EDA-91B6-4FAE-AFE6-AFC29BE66386}" destId="{A9F0E9FE-CFC8-4EE0-9496-6BEA42EF318B}" srcOrd="4" destOrd="0" presId="urn:microsoft.com/office/officeart/2005/8/layout/orgChart1"/>
    <dgm:cxn modelId="{4C7ABF53-96BA-4482-91CB-7BF4BD08F803}" type="presParOf" srcId="{C9264EDA-91B6-4FAE-AFE6-AFC29BE66386}" destId="{135BFED4-E642-46ED-96DB-76F9352B4767}" srcOrd="5" destOrd="0" presId="urn:microsoft.com/office/officeart/2005/8/layout/orgChart1"/>
    <dgm:cxn modelId="{1FBECD86-3F3D-41D0-8416-9780D4D8B4DB}" type="presParOf" srcId="{135BFED4-E642-46ED-96DB-76F9352B4767}" destId="{980FBF03-8060-4382-A2AB-20806D0D55CB}" srcOrd="0" destOrd="0" presId="urn:microsoft.com/office/officeart/2005/8/layout/orgChart1"/>
    <dgm:cxn modelId="{2C7818AF-EF46-4BC9-B713-30383A2EC1CD}" type="presParOf" srcId="{980FBF03-8060-4382-A2AB-20806D0D55CB}" destId="{F49CBD60-76B2-4B73-8337-240A37B4B697}" srcOrd="0" destOrd="0" presId="urn:microsoft.com/office/officeart/2005/8/layout/orgChart1"/>
    <dgm:cxn modelId="{9B6B9981-2B01-4FAC-BB37-B335BD2372CB}" type="presParOf" srcId="{980FBF03-8060-4382-A2AB-20806D0D55CB}" destId="{FE819867-125C-47DF-AAA5-1DD702C511FC}" srcOrd="1" destOrd="0" presId="urn:microsoft.com/office/officeart/2005/8/layout/orgChart1"/>
    <dgm:cxn modelId="{20410CEA-A494-489E-BFC4-C88E04BCBC8A}" type="presParOf" srcId="{135BFED4-E642-46ED-96DB-76F9352B4767}" destId="{4B4D2E02-5445-4EA6-808C-840A8F049EC3}" srcOrd="1" destOrd="0" presId="urn:microsoft.com/office/officeart/2005/8/layout/orgChart1"/>
    <dgm:cxn modelId="{AF23A3F7-816A-4539-A9EB-FE303E51518E}" type="presParOf" srcId="{135BFED4-E642-46ED-96DB-76F9352B4767}" destId="{04E57D32-14E0-4F2B-85FD-77C08D096B6F}" srcOrd="2" destOrd="0" presId="urn:microsoft.com/office/officeart/2005/8/layout/orgChart1"/>
    <dgm:cxn modelId="{1E3B1A6F-CE26-42F4-AFE5-1678E2C43739}" type="presParOf" srcId="{C9264EDA-91B6-4FAE-AFE6-AFC29BE66386}" destId="{3F23C0CE-9B5D-413A-AF74-038AF7033DAC}" srcOrd="6" destOrd="0" presId="urn:microsoft.com/office/officeart/2005/8/layout/orgChart1"/>
    <dgm:cxn modelId="{26A872B0-1E0E-4D07-8C3E-6EA18D8CC307}" type="presParOf" srcId="{C9264EDA-91B6-4FAE-AFE6-AFC29BE66386}" destId="{5CF7E830-850B-4FE0-9CF5-44AFE3FCEF1F}" srcOrd="7" destOrd="0" presId="urn:microsoft.com/office/officeart/2005/8/layout/orgChart1"/>
    <dgm:cxn modelId="{189B900B-FCCE-4161-99B6-5B4AFC7773B2}" type="presParOf" srcId="{5CF7E830-850B-4FE0-9CF5-44AFE3FCEF1F}" destId="{BED049DD-7D32-4A6A-B044-B872707EEA2A}" srcOrd="0" destOrd="0" presId="urn:microsoft.com/office/officeart/2005/8/layout/orgChart1"/>
    <dgm:cxn modelId="{4F0F174F-249F-4F9C-A68B-DA569C248947}" type="presParOf" srcId="{BED049DD-7D32-4A6A-B044-B872707EEA2A}" destId="{023F7627-1D47-4878-A012-D16C57F9A6EE}" srcOrd="0" destOrd="0" presId="urn:microsoft.com/office/officeart/2005/8/layout/orgChart1"/>
    <dgm:cxn modelId="{8DC35E17-CF33-4B94-A042-7A9D21A4E907}" type="presParOf" srcId="{BED049DD-7D32-4A6A-B044-B872707EEA2A}" destId="{99D841D9-E2CC-4FEC-8214-65379F810C26}" srcOrd="1" destOrd="0" presId="urn:microsoft.com/office/officeart/2005/8/layout/orgChart1"/>
    <dgm:cxn modelId="{3CAFDEB0-8814-441E-9DED-CB7D43F13831}" type="presParOf" srcId="{5CF7E830-850B-4FE0-9CF5-44AFE3FCEF1F}" destId="{E0A2925F-890A-47EA-BAE6-DF2292ACB545}" srcOrd="1" destOrd="0" presId="urn:microsoft.com/office/officeart/2005/8/layout/orgChart1"/>
    <dgm:cxn modelId="{56DE0207-2727-4BEA-A0BB-1780A351CF83}" type="presParOf" srcId="{5CF7E830-850B-4FE0-9CF5-44AFE3FCEF1F}" destId="{4DB4E5B1-0AEE-4EE4-9F71-D41CF4003070}" srcOrd="2" destOrd="0" presId="urn:microsoft.com/office/officeart/2005/8/layout/orgChart1"/>
    <dgm:cxn modelId="{692E4C17-C9B9-4484-9EB7-63E30C6E9587}" type="presParOf" srcId="{C9264EDA-91B6-4FAE-AFE6-AFC29BE66386}" destId="{D358E586-DB92-492E-9D54-5B1732DFF307}" srcOrd="8" destOrd="0" presId="urn:microsoft.com/office/officeart/2005/8/layout/orgChart1"/>
    <dgm:cxn modelId="{9904C3AD-D9F8-4803-89A4-F6EE40905129}" type="presParOf" srcId="{C9264EDA-91B6-4FAE-AFE6-AFC29BE66386}" destId="{5B5B23D3-BA74-4ACC-A221-AB29A610D183}" srcOrd="9" destOrd="0" presId="urn:microsoft.com/office/officeart/2005/8/layout/orgChart1"/>
    <dgm:cxn modelId="{21E27F36-0D7B-42DF-8E1A-3D8605A07A02}" type="presParOf" srcId="{5B5B23D3-BA74-4ACC-A221-AB29A610D183}" destId="{5B760EFC-8FE8-44AE-BE24-2E4A096178FF}" srcOrd="0" destOrd="0" presId="urn:microsoft.com/office/officeart/2005/8/layout/orgChart1"/>
    <dgm:cxn modelId="{D51C00E8-9430-4B7D-B31F-132970E39C50}" type="presParOf" srcId="{5B760EFC-8FE8-44AE-BE24-2E4A096178FF}" destId="{AA5F6878-1379-41A4-93C5-93F8F7DCA1F9}" srcOrd="0" destOrd="0" presId="urn:microsoft.com/office/officeart/2005/8/layout/orgChart1"/>
    <dgm:cxn modelId="{C35EC639-53A6-4498-9F91-219A7FFAAA6D}" type="presParOf" srcId="{5B760EFC-8FE8-44AE-BE24-2E4A096178FF}" destId="{BC78F200-BF16-4C4D-93A5-419734E1AFB8}" srcOrd="1" destOrd="0" presId="urn:microsoft.com/office/officeart/2005/8/layout/orgChart1"/>
    <dgm:cxn modelId="{2B68E516-DC06-436C-B9CC-20B1BB84845E}" type="presParOf" srcId="{5B5B23D3-BA74-4ACC-A221-AB29A610D183}" destId="{F60CDB8A-B7D5-46F5-BC09-C7CEEC0824EE}" srcOrd="1" destOrd="0" presId="urn:microsoft.com/office/officeart/2005/8/layout/orgChart1"/>
    <dgm:cxn modelId="{D0CE3305-A60C-4EA5-B619-B24882D0F84D}" type="presParOf" srcId="{5B5B23D3-BA74-4ACC-A221-AB29A610D183}" destId="{E2924EC6-B6C9-49A0-967E-08E1872B9D9C}" srcOrd="2" destOrd="0" presId="urn:microsoft.com/office/officeart/2005/8/layout/orgChart1"/>
    <dgm:cxn modelId="{FB17080A-24CF-4A17-8D90-A01560377D50}" type="presParOf" srcId="{C9264EDA-91B6-4FAE-AFE6-AFC29BE66386}" destId="{A7A6FBF6-CD95-40DE-8CF4-D0B50E0D9D69}" srcOrd="10" destOrd="0" presId="urn:microsoft.com/office/officeart/2005/8/layout/orgChart1"/>
    <dgm:cxn modelId="{E42CA95F-C395-468C-8A60-A15AB78D2510}" type="presParOf" srcId="{C9264EDA-91B6-4FAE-AFE6-AFC29BE66386}" destId="{5B92151A-1CAF-4404-8D76-955D3F3071FC}" srcOrd="11" destOrd="0" presId="urn:microsoft.com/office/officeart/2005/8/layout/orgChart1"/>
    <dgm:cxn modelId="{FD25C08F-F6E2-4F27-931E-A794918568F7}" type="presParOf" srcId="{5B92151A-1CAF-4404-8D76-955D3F3071FC}" destId="{40B3FE68-53FE-499F-A453-09F87F0833D2}" srcOrd="0" destOrd="0" presId="urn:microsoft.com/office/officeart/2005/8/layout/orgChart1"/>
    <dgm:cxn modelId="{0292CABD-A735-4680-B89C-B830A10B98D6}" type="presParOf" srcId="{40B3FE68-53FE-499F-A453-09F87F0833D2}" destId="{04C79594-D5ED-429E-B8F6-2D6F4CCD746B}" srcOrd="0" destOrd="0" presId="urn:microsoft.com/office/officeart/2005/8/layout/orgChart1"/>
    <dgm:cxn modelId="{B408A117-FF3E-4BA4-A67C-C4A2F56A0798}" type="presParOf" srcId="{40B3FE68-53FE-499F-A453-09F87F0833D2}" destId="{5996DFEB-63B2-451B-A2C6-4A4E49EAA12E}" srcOrd="1" destOrd="0" presId="urn:microsoft.com/office/officeart/2005/8/layout/orgChart1"/>
    <dgm:cxn modelId="{0EC6A1B8-B693-455C-A926-14C16A194115}" type="presParOf" srcId="{5B92151A-1CAF-4404-8D76-955D3F3071FC}" destId="{8EFA9433-EBA5-4CB6-85B5-3DCB60708F63}" srcOrd="1" destOrd="0" presId="urn:microsoft.com/office/officeart/2005/8/layout/orgChart1"/>
    <dgm:cxn modelId="{F2072D12-36CD-4AC1-B188-F7110304E044}" type="presParOf" srcId="{5B92151A-1CAF-4404-8D76-955D3F3071FC}" destId="{54978039-EEB4-4E95-9FE4-22015B550127}"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C6105AE7-F1AA-4861-B1D6-DB42FF1DC98E}" type="presParOf" srcId="{4C592C92-3156-443C-BB98-9204DFF01F72}" destId="{BABFBFB4-78A4-4B16-AD3A-61E896716A3C}" srcOrd="0" destOrd="0" presId="urn:microsoft.com/office/officeart/2005/8/layout/orgChart1"/>
    <dgm:cxn modelId="{16C67746-B4CD-4962-AF60-DE7389C5B653}" type="presParOf" srcId="{4C592C92-3156-443C-BB98-9204DFF01F72}" destId="{BA209B51-AF20-42D0-B73C-E23DAC280B0E}" srcOrd="1" destOrd="0" presId="urn:microsoft.com/office/officeart/2005/8/layout/orgChart1"/>
    <dgm:cxn modelId="{EB00D81A-9FAC-4AEE-B1F3-4CB2AF349B99}" type="presParOf" srcId="{BA209B51-AF20-42D0-B73C-E23DAC280B0E}" destId="{6179A435-2294-4E89-9AFD-488B7F3D520A}" srcOrd="0" destOrd="0" presId="urn:microsoft.com/office/officeart/2005/8/layout/orgChart1"/>
    <dgm:cxn modelId="{634BDC8C-46E9-4B7B-9B55-94EDBB3F06D9}" type="presParOf" srcId="{6179A435-2294-4E89-9AFD-488B7F3D520A}" destId="{1A87DFD0-A1A5-4AEF-9874-88156CA4976E}" srcOrd="0" destOrd="0" presId="urn:microsoft.com/office/officeart/2005/8/layout/orgChart1"/>
    <dgm:cxn modelId="{E2BDC7DC-8B4B-42EB-A382-54B5D1B4B474}" type="presParOf" srcId="{6179A435-2294-4E89-9AFD-488B7F3D520A}" destId="{5F6EAB39-768E-4EF5-A122-D240B2B03279}" srcOrd="1" destOrd="0" presId="urn:microsoft.com/office/officeart/2005/8/layout/orgChart1"/>
    <dgm:cxn modelId="{11707C20-299A-4223-B509-FB27CD6121D1}" type="presParOf" srcId="{BA209B51-AF20-42D0-B73C-E23DAC280B0E}" destId="{41C14111-03E5-40B0-B727-819D7A9BEF5B}" srcOrd="1" destOrd="0" presId="urn:microsoft.com/office/officeart/2005/8/layout/orgChart1"/>
    <dgm:cxn modelId="{D1461721-37B9-45ED-ACF7-943D22A658DA}" type="presParOf" srcId="{BA209B51-AF20-42D0-B73C-E23DAC280B0E}" destId="{1A74A65C-B44E-4F57-AF52-C2C8A7DB0B53}" srcOrd="2" destOrd="0" presId="urn:microsoft.com/office/officeart/2005/8/layout/orgChart1"/>
    <dgm:cxn modelId="{2F4625F3-C882-4D54-B772-FE35C2D2E49C}" type="presParOf" srcId="{4C592C92-3156-443C-BB98-9204DFF01F72}" destId="{1891E697-DEB2-442F-BDF2-5A9697934126}" srcOrd="2" destOrd="0" presId="urn:microsoft.com/office/officeart/2005/8/layout/orgChart1"/>
    <dgm:cxn modelId="{38D1886F-694E-4536-8CE9-F9AB597857CF}" type="presParOf" srcId="{4C592C92-3156-443C-BB98-9204DFF01F72}" destId="{47BA5C8E-C2F3-43E7-BA5C-64E91DC65EB3}" srcOrd="3" destOrd="0" presId="urn:microsoft.com/office/officeart/2005/8/layout/orgChart1"/>
    <dgm:cxn modelId="{8B827513-1900-49C8-A8F9-97E00BBD2943}" type="presParOf" srcId="{47BA5C8E-C2F3-43E7-BA5C-64E91DC65EB3}" destId="{9308229C-1B34-401A-AF79-99FCEC67DA76}" srcOrd="0" destOrd="0" presId="urn:microsoft.com/office/officeart/2005/8/layout/orgChart1"/>
    <dgm:cxn modelId="{E80F676D-FC6D-48CC-9992-86E7DF665CCA}" type="presParOf" srcId="{9308229C-1B34-401A-AF79-99FCEC67DA76}" destId="{381C7EA2-2B75-4178-AA8A-D217EDCFA36F}" srcOrd="0" destOrd="0" presId="urn:microsoft.com/office/officeart/2005/8/layout/orgChart1"/>
    <dgm:cxn modelId="{8D8A3423-4613-42D5-89D2-76F85AA25946}" type="presParOf" srcId="{9308229C-1B34-401A-AF79-99FCEC67DA76}" destId="{E6A79A9D-7FBA-4C8B-83E1-52C545B782AF}" srcOrd="1" destOrd="0" presId="urn:microsoft.com/office/officeart/2005/8/layout/orgChart1"/>
    <dgm:cxn modelId="{7D93C8D0-793B-4D4A-9428-2E1987A6C965}" type="presParOf" srcId="{47BA5C8E-C2F3-43E7-BA5C-64E91DC65EB3}" destId="{8877DBAC-6271-426B-82E5-4D334732C047}" srcOrd="1" destOrd="0" presId="urn:microsoft.com/office/officeart/2005/8/layout/orgChart1"/>
    <dgm:cxn modelId="{C643BA3C-F2BF-4347-838D-1CFDE7C5AAA7}" type="presParOf" srcId="{47BA5C8E-C2F3-43E7-BA5C-64E91DC65EB3}" destId="{BF715645-1D79-4998-85D3-11D4125E6231}" srcOrd="2" destOrd="0" presId="urn:microsoft.com/office/officeart/2005/8/layout/orgChart1"/>
    <dgm:cxn modelId="{25FE7431-4CBD-40F8-9376-7B016DB336C7}" type="presParOf" srcId="{4C592C92-3156-443C-BB98-9204DFF01F72}" destId="{A4FAE87E-12FA-4A7E-9D3F-3AFCE60315A4}" srcOrd="4" destOrd="0" presId="urn:microsoft.com/office/officeart/2005/8/layout/orgChart1"/>
    <dgm:cxn modelId="{757D32FC-AEAF-473A-BC63-DC5FBC863A6F}" type="presParOf" srcId="{4C592C92-3156-443C-BB98-9204DFF01F72}" destId="{59745AC2-BCF2-4AC4-9A79-1E1EF48226AD}" srcOrd="5" destOrd="0" presId="urn:microsoft.com/office/officeart/2005/8/layout/orgChart1"/>
    <dgm:cxn modelId="{5A73988F-EDDB-4C63-88F2-330EB3FC8CFC}" type="presParOf" srcId="{59745AC2-BCF2-4AC4-9A79-1E1EF48226AD}" destId="{3CD4DF49-0BA9-4302-9A34-844810873413}" srcOrd="0" destOrd="0" presId="urn:microsoft.com/office/officeart/2005/8/layout/orgChart1"/>
    <dgm:cxn modelId="{83909412-CF68-4479-B2AE-B3A6749BC604}" type="presParOf" srcId="{3CD4DF49-0BA9-4302-9A34-844810873413}" destId="{895EE0A8-FF27-4E5E-A9CF-0B48E925D09C}" srcOrd="0" destOrd="0" presId="urn:microsoft.com/office/officeart/2005/8/layout/orgChart1"/>
    <dgm:cxn modelId="{3F08405A-0FF1-4843-8826-C495AB25DC9C}" type="presParOf" srcId="{3CD4DF49-0BA9-4302-9A34-844810873413}" destId="{640A420B-2CFE-4944-ABF0-EAEAE3402C6F}" srcOrd="1" destOrd="0" presId="urn:microsoft.com/office/officeart/2005/8/layout/orgChart1"/>
    <dgm:cxn modelId="{BA6679D5-904D-423D-9F44-5667EF183CA1}" type="presParOf" srcId="{59745AC2-BCF2-4AC4-9A79-1E1EF48226AD}" destId="{2FAF0907-22A6-4633-89A3-28CD61B1B262}" srcOrd="1" destOrd="0" presId="urn:microsoft.com/office/officeart/2005/8/layout/orgChart1"/>
    <dgm:cxn modelId="{7F46EDDC-77DD-4061-86A4-70218DF22D4C}" type="presParOf" srcId="{59745AC2-BCF2-4AC4-9A79-1E1EF48226AD}" destId="{98CB5EF3-7761-4276-9A03-D974B765AAE1}"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111A422A-A367-43EA-9B53-E09860551D9C}" type="presParOf" srcId="{AD53A4B1-01E7-41E8-9724-31F3910545A4}" destId="{62821369-B757-43AF-BF6D-02B9EF83A7FF}" srcOrd="4" destOrd="0" presId="urn:microsoft.com/office/officeart/2005/8/layout/orgChart1"/>
    <dgm:cxn modelId="{B385D477-2C4E-4A44-911A-4F75092D744C}" type="presParOf" srcId="{AD53A4B1-01E7-41E8-9724-31F3910545A4}" destId="{739885B7-7422-46AE-AE38-C86EED9C22BF}" srcOrd="5"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D0A58958-3CAD-4DCC-B40E-0214BA43F8E3}" type="presParOf" srcId="{5C832EA0-92EB-4018-A238-AAD0380D7AE1}" destId="{2A679957-7E3B-4BD6-B48E-5D4D6DCC99DC}" srcOrd="0" destOrd="0" presId="urn:microsoft.com/office/officeart/2005/8/layout/orgChart1"/>
    <dgm:cxn modelId="{BEED411C-B9E8-4D41-B434-2DDC616CEE7D}" type="presParOf" srcId="{5C832EA0-92EB-4018-A238-AAD0380D7AE1}" destId="{21D8A42E-91C9-4273-879D-7785FB394613}" srcOrd="1" destOrd="0" presId="urn:microsoft.com/office/officeart/2005/8/layout/orgChart1"/>
    <dgm:cxn modelId="{BD3F9F6F-D6E6-4A33-BBFB-A93F91B8CC7F}" type="presParOf" srcId="{21D8A42E-91C9-4273-879D-7785FB394613}" destId="{9924DB7D-0B8C-4877-9C94-F05014984C7F}" srcOrd="0" destOrd="0" presId="urn:microsoft.com/office/officeart/2005/8/layout/orgChart1"/>
    <dgm:cxn modelId="{918732CB-9808-4B80-B51A-0812C75012F8}" type="presParOf" srcId="{9924DB7D-0B8C-4877-9C94-F05014984C7F}" destId="{4D245AAB-B59E-4A71-9078-92C96B68BEDE}" srcOrd="0" destOrd="0" presId="urn:microsoft.com/office/officeart/2005/8/layout/orgChart1"/>
    <dgm:cxn modelId="{2B94B175-60D1-432F-B1D9-357E7544C89F}" type="presParOf" srcId="{9924DB7D-0B8C-4877-9C94-F05014984C7F}" destId="{9625BECB-7DD4-4122-93F7-2CE7BAEA1D3F}" srcOrd="1" destOrd="0" presId="urn:microsoft.com/office/officeart/2005/8/layout/orgChart1"/>
    <dgm:cxn modelId="{7AEFDAB2-F9E5-4B32-823D-A1EDF446F7CA}" type="presParOf" srcId="{21D8A42E-91C9-4273-879D-7785FB394613}" destId="{87F5F425-2408-4090-9506-B7F94AB46B9D}" srcOrd="1" destOrd="0" presId="urn:microsoft.com/office/officeart/2005/8/layout/orgChart1"/>
    <dgm:cxn modelId="{B0BFF607-B19B-4D01-A3FD-CE0CD154348E}" type="presParOf" srcId="{21D8A42E-91C9-4273-879D-7785FB394613}" destId="{50941B70-9A65-43B8-B603-89D618FF83DD}" srcOrd="2" destOrd="0" presId="urn:microsoft.com/office/officeart/2005/8/layout/orgChart1"/>
    <dgm:cxn modelId="{E9E3CDA7-4483-4C6B-8702-243B58D859FB}" type="presParOf" srcId="{5C832EA0-92EB-4018-A238-AAD0380D7AE1}" destId="{8214F421-3EDC-473C-AA0A-5D676BB69F45}" srcOrd="2" destOrd="0" presId="urn:microsoft.com/office/officeart/2005/8/layout/orgChart1"/>
    <dgm:cxn modelId="{131BDA35-5D78-4C66-9F54-5C466EC0FF6A}" type="presParOf" srcId="{5C832EA0-92EB-4018-A238-AAD0380D7AE1}" destId="{F741D4A9-8F07-4671-9ABF-9999DB769DA5}" srcOrd="3" destOrd="0" presId="urn:microsoft.com/office/officeart/2005/8/layout/orgChart1"/>
    <dgm:cxn modelId="{486A7C44-AEE5-4BC6-8725-E7AB48DF5AEA}" type="presParOf" srcId="{F741D4A9-8F07-4671-9ABF-9999DB769DA5}" destId="{23F3031F-C4F7-44AB-9D50-4F1254FDF8E7}" srcOrd="0" destOrd="0" presId="urn:microsoft.com/office/officeart/2005/8/layout/orgChart1"/>
    <dgm:cxn modelId="{3D58EB8D-23FD-47D9-85D7-AE578551C914}" type="presParOf" srcId="{23F3031F-C4F7-44AB-9D50-4F1254FDF8E7}" destId="{B751704E-3EDE-42D5-B9B8-51585ED1653A}" srcOrd="0" destOrd="0" presId="urn:microsoft.com/office/officeart/2005/8/layout/orgChart1"/>
    <dgm:cxn modelId="{33DD607D-163F-4F93-BA53-187AFD203826}" type="presParOf" srcId="{23F3031F-C4F7-44AB-9D50-4F1254FDF8E7}" destId="{218A3D50-0DC0-4772-BC9B-903353757078}" srcOrd="1" destOrd="0" presId="urn:microsoft.com/office/officeart/2005/8/layout/orgChart1"/>
    <dgm:cxn modelId="{3EBEA701-0B9F-4479-AF6B-5BF5BC73E7B3}" type="presParOf" srcId="{F741D4A9-8F07-4671-9ABF-9999DB769DA5}" destId="{623B3793-671F-4EBD-944C-AEAA381DBF60}" srcOrd="1" destOrd="0" presId="urn:microsoft.com/office/officeart/2005/8/layout/orgChart1"/>
    <dgm:cxn modelId="{08BC3CEB-7E6C-4CF1-A3D5-9ABC027D8542}" type="presParOf" srcId="{F741D4A9-8F07-4671-9ABF-9999DB769DA5}" destId="{CEEC3C0C-6394-4BB3-AE4B-B0E13E844A06}" srcOrd="2" destOrd="0" presId="urn:microsoft.com/office/officeart/2005/8/layout/orgChart1"/>
    <dgm:cxn modelId="{23D6CC2B-64C9-4146-8C92-D83528D3097F}" type="presParOf" srcId="{5C832EA0-92EB-4018-A238-AAD0380D7AE1}" destId="{6203C03E-570C-4E7D-9C92-0AC3EA643FF1}" srcOrd="4" destOrd="0" presId="urn:microsoft.com/office/officeart/2005/8/layout/orgChart1"/>
    <dgm:cxn modelId="{F8FDAA4E-E74E-49A9-A6C8-083203A28923}" type="presParOf" srcId="{5C832EA0-92EB-4018-A238-AAD0380D7AE1}" destId="{9CCAFF56-488B-455F-971C-08FEDD1BEB39}" srcOrd="5" destOrd="0" presId="urn:microsoft.com/office/officeart/2005/8/layout/orgChart1"/>
    <dgm:cxn modelId="{FDF5BAAD-AF53-44E7-8BE7-4E3FD138D718}" type="presParOf" srcId="{9CCAFF56-488B-455F-971C-08FEDD1BEB39}" destId="{8088FCB5-12A3-48FA-8FF9-08DDA7E4B52B}" srcOrd="0" destOrd="0" presId="urn:microsoft.com/office/officeart/2005/8/layout/orgChart1"/>
    <dgm:cxn modelId="{B8A0995A-4A60-46EB-8D03-328C3915FE01}" type="presParOf" srcId="{8088FCB5-12A3-48FA-8FF9-08DDA7E4B52B}" destId="{B059F08C-E0A3-4F62-A09D-4451BB99F9FB}" srcOrd="0" destOrd="0" presId="urn:microsoft.com/office/officeart/2005/8/layout/orgChart1"/>
    <dgm:cxn modelId="{4E4CF04C-E923-4C2F-AE64-3A5FBB8D2630}" type="presParOf" srcId="{8088FCB5-12A3-48FA-8FF9-08DDA7E4B52B}" destId="{4C7744C2-C66F-49B7-8457-397BA58B343A}" srcOrd="1" destOrd="0" presId="urn:microsoft.com/office/officeart/2005/8/layout/orgChart1"/>
    <dgm:cxn modelId="{0BBA1126-3682-4617-BFE7-7895107490C2}" type="presParOf" srcId="{9CCAFF56-488B-455F-971C-08FEDD1BEB39}" destId="{3957B869-A86C-4FAC-9055-CE3EEE961789}" srcOrd="1" destOrd="0" presId="urn:microsoft.com/office/officeart/2005/8/layout/orgChart1"/>
    <dgm:cxn modelId="{70CB7D53-607D-4DAC-BBC5-F8D7B6C31C9B}" type="presParOf" srcId="{9CCAFF56-488B-455F-971C-08FEDD1BEB39}" destId="{AED62139-BA94-40DB-90FC-14073E2B80CF}" srcOrd="2" destOrd="0" presId="urn:microsoft.com/office/officeart/2005/8/layout/orgChart1"/>
    <dgm:cxn modelId="{A386506B-71CA-40CB-AAF7-418B33D6029C}" type="presParOf" srcId="{5C832EA0-92EB-4018-A238-AAD0380D7AE1}" destId="{6204AEF2-38A6-4D13-9562-4FE0E603EC40}" srcOrd="6" destOrd="0" presId="urn:microsoft.com/office/officeart/2005/8/layout/orgChart1"/>
    <dgm:cxn modelId="{75679FE7-187B-4045-B7AB-283F5F2B3A91}" type="presParOf" srcId="{5C832EA0-92EB-4018-A238-AAD0380D7AE1}" destId="{0F4CBEE8-8E11-4781-A080-0B2EEB12A702}" srcOrd="7" destOrd="0" presId="urn:microsoft.com/office/officeart/2005/8/layout/orgChart1"/>
    <dgm:cxn modelId="{11331679-1D44-4494-A1F3-7F0F92C86D4A}" type="presParOf" srcId="{0F4CBEE8-8E11-4781-A080-0B2EEB12A702}" destId="{1B1503A1-F10B-4719-B84E-C5969D069AD4}" srcOrd="0" destOrd="0" presId="urn:microsoft.com/office/officeart/2005/8/layout/orgChart1"/>
    <dgm:cxn modelId="{EA25B766-FA24-4032-A338-9F502CB2042A}" type="presParOf" srcId="{1B1503A1-F10B-4719-B84E-C5969D069AD4}" destId="{37410BB4-D1AA-4F25-9E9A-7B0BBB889036}" srcOrd="0" destOrd="0" presId="urn:microsoft.com/office/officeart/2005/8/layout/orgChart1"/>
    <dgm:cxn modelId="{22AD08AB-4313-445B-B445-03E2B6F6FBEA}" type="presParOf" srcId="{1B1503A1-F10B-4719-B84E-C5969D069AD4}" destId="{C9BF22EA-EF7B-4291-95B0-72A4EFFED66D}" srcOrd="1" destOrd="0" presId="urn:microsoft.com/office/officeart/2005/8/layout/orgChart1"/>
    <dgm:cxn modelId="{07D52E2A-4F33-4EF0-A98C-5A2EEBF512C4}" type="presParOf" srcId="{0F4CBEE8-8E11-4781-A080-0B2EEB12A702}" destId="{484D45F2-DF7A-4F52-8722-56D65886443F}" srcOrd="1" destOrd="0" presId="urn:microsoft.com/office/officeart/2005/8/layout/orgChart1"/>
    <dgm:cxn modelId="{31E503C9-B2B9-4328-BED2-F596DA5BA567}" type="presParOf" srcId="{0F4CBEE8-8E11-4781-A080-0B2EEB12A702}" destId="{11EB3115-4FF2-4DA6-BE2F-A9F4264C7061}" srcOrd="2" destOrd="0" presId="urn:microsoft.com/office/officeart/2005/8/layout/orgChart1"/>
    <dgm:cxn modelId="{B5DC65FC-9F82-4E39-80E0-F6A96251868A}" type="presParOf" srcId="{5C832EA0-92EB-4018-A238-AAD0380D7AE1}" destId="{9E70A5C0-8C6B-42DA-8585-E605207FB3C9}" srcOrd="8" destOrd="0" presId="urn:microsoft.com/office/officeart/2005/8/layout/orgChart1"/>
    <dgm:cxn modelId="{8413571D-7262-49AD-B02C-A4DF50F5F1A2}" type="presParOf" srcId="{5C832EA0-92EB-4018-A238-AAD0380D7AE1}" destId="{7064A7A6-65E9-4E4A-91E3-93CD855E9970}" srcOrd="9" destOrd="0" presId="urn:microsoft.com/office/officeart/2005/8/layout/orgChart1"/>
    <dgm:cxn modelId="{6F2DD7C2-75F3-4B9D-9F4F-F91DECBDEE6A}" type="presParOf" srcId="{7064A7A6-65E9-4E4A-91E3-93CD855E9970}" destId="{FEBDAAC6-701F-4532-A65F-7E7B484BE943}" srcOrd="0" destOrd="0" presId="urn:microsoft.com/office/officeart/2005/8/layout/orgChart1"/>
    <dgm:cxn modelId="{5A33B100-5990-460A-943F-032E6824690F}" type="presParOf" srcId="{FEBDAAC6-701F-4532-A65F-7E7B484BE943}" destId="{0E3A6566-1345-4559-897C-38FE3D6E654D}" srcOrd="0" destOrd="0" presId="urn:microsoft.com/office/officeart/2005/8/layout/orgChart1"/>
    <dgm:cxn modelId="{767AF7BE-76DA-4ECA-8B6B-B02667F9CF8B}" type="presParOf" srcId="{FEBDAAC6-701F-4532-A65F-7E7B484BE943}" destId="{3DE6579F-2A0B-42E7-B314-59CFB5853E0E}" srcOrd="1" destOrd="0" presId="urn:microsoft.com/office/officeart/2005/8/layout/orgChart1"/>
    <dgm:cxn modelId="{C90E1B10-5095-4D07-B328-74DDCF9E4D4E}" type="presParOf" srcId="{7064A7A6-65E9-4E4A-91E3-93CD855E9970}" destId="{8C87F5B3-6AD5-4269-BFDA-D073CDE9D216}" srcOrd="1" destOrd="0" presId="urn:microsoft.com/office/officeart/2005/8/layout/orgChart1"/>
    <dgm:cxn modelId="{D1D2F14B-3697-4EF7-832B-213E54B5B5B3}" type="presParOf" srcId="{7064A7A6-65E9-4E4A-91E3-93CD855E9970}" destId="{6C24F2CA-8CFF-4D28-84D7-6CF4D9A6DA9E}" srcOrd="2" destOrd="0" presId="urn:microsoft.com/office/officeart/2005/8/layout/orgChart1"/>
    <dgm:cxn modelId="{7D2A3E90-23DC-419A-BB75-A366A6483A0A}" type="presParOf" srcId="{5C832EA0-92EB-4018-A238-AAD0380D7AE1}" destId="{D7EC33C0-FF6B-4B64-B619-9763AD02E7A0}" srcOrd="10" destOrd="0" presId="urn:microsoft.com/office/officeart/2005/8/layout/orgChart1"/>
    <dgm:cxn modelId="{20C20058-8627-43BE-9763-3610F77D19FB}" type="presParOf" srcId="{5C832EA0-92EB-4018-A238-AAD0380D7AE1}" destId="{FBE1D08F-7020-404B-99C6-97C281D388D2}" srcOrd="11" destOrd="0" presId="urn:microsoft.com/office/officeart/2005/8/layout/orgChart1"/>
    <dgm:cxn modelId="{ABF9A922-D174-4401-A1AF-5BD2A9793787}" type="presParOf" srcId="{FBE1D08F-7020-404B-99C6-97C281D388D2}" destId="{B1BB1CBD-8D60-4E6B-A965-5B902B610DA9}" srcOrd="0" destOrd="0" presId="urn:microsoft.com/office/officeart/2005/8/layout/orgChart1"/>
    <dgm:cxn modelId="{EB118F76-3A8B-4AF5-8B89-F62C1692ABBE}" type="presParOf" srcId="{B1BB1CBD-8D60-4E6B-A965-5B902B610DA9}" destId="{0B565A4F-01B9-4EB6-9276-06D0F8CC2FA8}" srcOrd="0" destOrd="0" presId="urn:microsoft.com/office/officeart/2005/8/layout/orgChart1"/>
    <dgm:cxn modelId="{7A581753-20A3-4C45-AF3B-3D59A4439FE1}" type="presParOf" srcId="{B1BB1CBD-8D60-4E6B-A965-5B902B610DA9}" destId="{F24349D2-5ADB-4146-B53F-126FBE314852}" srcOrd="1" destOrd="0" presId="urn:microsoft.com/office/officeart/2005/8/layout/orgChart1"/>
    <dgm:cxn modelId="{19F8CF51-9238-4E48-AD03-D9050E0351AF}" type="presParOf" srcId="{FBE1D08F-7020-404B-99C6-97C281D388D2}" destId="{8AD50A83-5785-4E55-95F9-1E475971C318}" srcOrd="1" destOrd="0" presId="urn:microsoft.com/office/officeart/2005/8/layout/orgChart1"/>
    <dgm:cxn modelId="{7B2708A1-21E7-424B-991E-9FBB7F390E17}" type="presParOf" srcId="{FBE1D08F-7020-404B-99C6-97C281D388D2}" destId="{F3809B50-6AEA-4602-815A-4CA14B985C51}" srcOrd="2"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32B4B049-7A7F-4F22-8228-0272002B885C}" type="presParOf" srcId="{AD53A4B1-01E7-41E8-9724-31F3910545A4}" destId="{D650F8F3-C2F9-427C-AB94-5DD32B31EEB1}" srcOrd="6" destOrd="0" presId="urn:microsoft.com/office/officeart/2005/8/layout/orgChart1"/>
    <dgm:cxn modelId="{5FBA153A-9506-46BB-A546-BD78630B7308}" type="presParOf" srcId="{AD53A4B1-01E7-41E8-9724-31F3910545A4}" destId="{9F05ACC2-8BD8-4522-B496-F06E9569780D}" srcOrd="7" destOrd="0" presId="urn:microsoft.com/office/officeart/2005/8/layout/orgChart1"/>
    <dgm:cxn modelId="{E3B1B024-EEB9-4620-AAD6-CAF27D35FF2D}" type="presParOf" srcId="{9F05ACC2-8BD8-4522-B496-F06E9569780D}" destId="{80172831-A856-40DF-8E6A-FA2A1CD86A42}" srcOrd="0" destOrd="0" presId="urn:microsoft.com/office/officeart/2005/8/layout/orgChart1"/>
    <dgm:cxn modelId="{82446A4D-AB60-412F-A502-86FE689D4208}" type="presParOf" srcId="{80172831-A856-40DF-8E6A-FA2A1CD86A42}" destId="{12382E63-69F7-4DB0-9B10-679FF053FBBE}" srcOrd="0" destOrd="0" presId="urn:microsoft.com/office/officeart/2005/8/layout/orgChart1"/>
    <dgm:cxn modelId="{2449C784-1715-4FAE-A4D8-7E6F9E68A7DA}" type="presParOf" srcId="{80172831-A856-40DF-8E6A-FA2A1CD86A42}" destId="{9DD48DE2-826A-4850-97E8-A3845368F50A}" srcOrd="1" destOrd="0" presId="urn:microsoft.com/office/officeart/2005/8/layout/orgChart1"/>
    <dgm:cxn modelId="{1AB6A04F-5336-446F-91A1-CAC1588ED575}" type="presParOf" srcId="{9F05ACC2-8BD8-4522-B496-F06E9569780D}" destId="{50086635-4627-42AD-8291-AE6FDBEA70F2}" srcOrd="1" destOrd="0" presId="urn:microsoft.com/office/officeart/2005/8/layout/orgChart1"/>
    <dgm:cxn modelId="{6B3AF133-6809-4B2C-B7FD-BDCA22EE8C11}" type="presParOf" srcId="{50086635-4627-42AD-8291-AE6FDBEA70F2}" destId="{34B913B5-A0F2-42D7-BADE-1F05C8CD66E4}" srcOrd="0" destOrd="0" presId="urn:microsoft.com/office/officeart/2005/8/layout/orgChart1"/>
    <dgm:cxn modelId="{B4D19DDB-E53B-42A9-8D78-6A6BEC9B5EA0}" type="presParOf" srcId="{50086635-4627-42AD-8291-AE6FDBEA70F2}" destId="{E4FD6275-F748-400D-8F1B-1446F45F7D9E}" srcOrd="1" destOrd="0" presId="urn:microsoft.com/office/officeart/2005/8/layout/orgChart1"/>
    <dgm:cxn modelId="{27D809B3-4025-44DE-AF19-718C2638806F}" type="presParOf" srcId="{E4FD6275-F748-400D-8F1B-1446F45F7D9E}" destId="{3045E87B-505B-48AB-B8A6-658537C8B857}" srcOrd="0" destOrd="0" presId="urn:microsoft.com/office/officeart/2005/8/layout/orgChart1"/>
    <dgm:cxn modelId="{DA8DA273-3EB4-4D61-847A-9DA04D1D3E4F}" type="presParOf" srcId="{3045E87B-505B-48AB-B8A6-658537C8B857}" destId="{5ACF7DA9-CFF3-40FA-A06D-C94FC76CFFFF}" srcOrd="0" destOrd="0" presId="urn:microsoft.com/office/officeart/2005/8/layout/orgChart1"/>
    <dgm:cxn modelId="{20B9E23B-D86D-449E-9F3F-9E6FADA12BA7}" type="presParOf" srcId="{3045E87B-505B-48AB-B8A6-658537C8B857}" destId="{98A0BF55-13D0-400B-9667-DA671C2B4806}" srcOrd="1" destOrd="0" presId="urn:microsoft.com/office/officeart/2005/8/layout/orgChart1"/>
    <dgm:cxn modelId="{DF15CFFE-7872-4D3B-A6DE-A60D2E32CF55}" type="presParOf" srcId="{E4FD6275-F748-400D-8F1B-1446F45F7D9E}" destId="{86868592-1C04-4BD1-AA7B-0ECFC2C6E940}" srcOrd="1" destOrd="0" presId="urn:microsoft.com/office/officeart/2005/8/layout/orgChart1"/>
    <dgm:cxn modelId="{E08BA1D7-9BAC-44C8-ACA8-D8B3A5131963}" type="presParOf" srcId="{E4FD6275-F748-400D-8F1B-1446F45F7D9E}" destId="{FC719BE7-A5B0-475E-B1A8-39F4CA0E2506}" srcOrd="2" destOrd="0" presId="urn:microsoft.com/office/officeart/2005/8/layout/orgChart1"/>
    <dgm:cxn modelId="{BF9E489F-7668-423E-A691-29F8D894ED5E}" type="presParOf" srcId="{50086635-4627-42AD-8291-AE6FDBEA70F2}" destId="{1146770C-9FEA-4880-A916-84A27C1415D4}" srcOrd="2" destOrd="0" presId="urn:microsoft.com/office/officeart/2005/8/layout/orgChart1"/>
    <dgm:cxn modelId="{64DA4815-63A6-43B1-80FD-70D96CFBCF0E}" type="presParOf" srcId="{50086635-4627-42AD-8291-AE6FDBEA70F2}" destId="{B3BEB6FF-C088-4B62-A040-55AF2D167341}" srcOrd="3" destOrd="0" presId="urn:microsoft.com/office/officeart/2005/8/layout/orgChart1"/>
    <dgm:cxn modelId="{529CCA4C-F806-44A0-9CE9-4F21F6ECDFF7}" type="presParOf" srcId="{B3BEB6FF-C088-4B62-A040-55AF2D167341}" destId="{EC9CC038-2A63-406B-9DB1-CBF1B1A853C6}" srcOrd="0" destOrd="0" presId="urn:microsoft.com/office/officeart/2005/8/layout/orgChart1"/>
    <dgm:cxn modelId="{10E4049C-2239-4CC7-9CF3-7EEE26C4219B}" type="presParOf" srcId="{EC9CC038-2A63-406B-9DB1-CBF1B1A853C6}" destId="{DCCC48B0-74F5-4C34-B16F-8431D404E31C}" srcOrd="0" destOrd="0" presId="urn:microsoft.com/office/officeart/2005/8/layout/orgChart1"/>
    <dgm:cxn modelId="{4288FA7C-309B-449D-BAB9-A1152B8B110F}" type="presParOf" srcId="{EC9CC038-2A63-406B-9DB1-CBF1B1A853C6}" destId="{C7DD3AE9-EF58-4290-981A-36434E578993}" srcOrd="1" destOrd="0" presId="urn:microsoft.com/office/officeart/2005/8/layout/orgChart1"/>
    <dgm:cxn modelId="{5424589B-32E6-42F7-8F1F-DD2F5DF6D843}" type="presParOf" srcId="{B3BEB6FF-C088-4B62-A040-55AF2D167341}" destId="{F4C14877-6467-4314-8F83-6B485F6D78F4}" srcOrd="1" destOrd="0" presId="urn:microsoft.com/office/officeart/2005/8/layout/orgChart1"/>
    <dgm:cxn modelId="{A4B14E12-AD33-497A-9888-29EF71A3C953}" type="presParOf" srcId="{B3BEB6FF-C088-4B62-A040-55AF2D167341}" destId="{80F6FFAE-7D8E-4977-A525-E22910F7322B}" srcOrd="2" destOrd="0" presId="urn:microsoft.com/office/officeart/2005/8/layout/orgChart1"/>
    <dgm:cxn modelId="{D2A82101-0F0D-4EF8-AD4B-E2308DC0ABA4}" type="presParOf" srcId="{50086635-4627-42AD-8291-AE6FDBEA70F2}" destId="{8BE6A198-0002-4902-8A28-E6609F8BD17F}" srcOrd="4" destOrd="0" presId="urn:microsoft.com/office/officeart/2005/8/layout/orgChart1"/>
    <dgm:cxn modelId="{88994417-372A-49F0-A9A0-4804502F6EA1}" type="presParOf" srcId="{50086635-4627-42AD-8291-AE6FDBEA70F2}" destId="{767F4845-DE37-4BFA-80FE-382C28A88DC8}" srcOrd="5" destOrd="0" presId="urn:microsoft.com/office/officeart/2005/8/layout/orgChart1"/>
    <dgm:cxn modelId="{3DFFCE87-9CB6-4569-828D-3BA8ACFD2F57}" type="presParOf" srcId="{767F4845-DE37-4BFA-80FE-382C28A88DC8}" destId="{112AE0B1-A40C-4B1C-90C8-FB9DEAE9ECE4}" srcOrd="0" destOrd="0" presId="urn:microsoft.com/office/officeart/2005/8/layout/orgChart1"/>
    <dgm:cxn modelId="{897187B6-A765-44BA-AA4A-1F4F221F86CF}" type="presParOf" srcId="{112AE0B1-A40C-4B1C-90C8-FB9DEAE9ECE4}" destId="{AEBE90FC-9C73-46AC-8912-83BB799077E8}" srcOrd="0" destOrd="0" presId="urn:microsoft.com/office/officeart/2005/8/layout/orgChart1"/>
    <dgm:cxn modelId="{2A6564FC-5FD9-4C59-B44B-2D591E03F264}" type="presParOf" srcId="{112AE0B1-A40C-4B1C-90C8-FB9DEAE9ECE4}" destId="{9B2BB6CC-B1C4-49AE-9860-8DB1BFBD5E7C}" srcOrd="1" destOrd="0" presId="urn:microsoft.com/office/officeart/2005/8/layout/orgChart1"/>
    <dgm:cxn modelId="{57998BAF-C020-4B0A-875E-726DC14828C1}" type="presParOf" srcId="{767F4845-DE37-4BFA-80FE-382C28A88DC8}" destId="{08E8AABD-C28C-4F9C-9420-2048AE668B5C}" srcOrd="1" destOrd="0" presId="urn:microsoft.com/office/officeart/2005/8/layout/orgChart1"/>
    <dgm:cxn modelId="{B13EDE88-B003-4E91-84F3-094679E8DFDA}" type="presParOf" srcId="{767F4845-DE37-4BFA-80FE-382C28A88DC8}" destId="{B334A44D-ADDC-4539-B87C-5BB21CD51DC3}" srcOrd="2" destOrd="0" presId="urn:microsoft.com/office/officeart/2005/8/layout/orgChart1"/>
    <dgm:cxn modelId="{C5CF0235-4DBA-4D9C-A3C2-10E6D9D9344E}" type="presParOf" srcId="{9F05ACC2-8BD8-4522-B496-F06E9569780D}" destId="{2425FDD7-8308-4C30-ABB9-AFE7A7C8D44B}"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8: Understanding user Requirements.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The user case approach</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Use case &amp; Use story</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smtClean="0"/>
            <a:t>Use case &amp; usage scenarios</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smtClean="0"/>
            <a:t>User story</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smtClean="0"/>
            <a:t>User case</a:t>
          </a:r>
          <a:endParaRPr lang="en-US" sz="1400" dirty="0"/>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2BC47C35-CB2E-4ADA-997E-20AB4D35A222}">
      <dgm:prSet phldrT="[Text]" custT="1"/>
      <dgm:spPr/>
      <dgm:t>
        <a:bodyPr/>
        <a:lstStyle/>
        <a:p>
          <a:r>
            <a:rPr lang="en-US" sz="1600" dirty="0" smtClean="0"/>
            <a:t>Users</a:t>
          </a:r>
          <a:endParaRPr lang="en-US" sz="1600" dirty="0"/>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smtClean="0"/>
            <a:t> Actors</a:t>
          </a:r>
          <a:endParaRPr lang="en-US" sz="1600" dirty="0"/>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5E89FAF8-7222-4880-B72C-F381939B991A}">
      <dgm:prSet phldrT="[Text]" custT="1"/>
      <dgm:spPr/>
      <dgm:t>
        <a:bodyPr/>
        <a:lstStyle/>
        <a:p>
          <a:r>
            <a:rPr lang="en-US" sz="1600" dirty="0" smtClean="0"/>
            <a:t>User case diagram</a:t>
          </a:r>
          <a:endParaRPr lang="en-US" sz="1600" dirty="0"/>
        </a:p>
      </dgm:t>
    </dgm:pt>
    <dgm:pt modelId="{49B74ACD-4DE6-4E7A-A574-B54F96B2B84B}" type="parTrans" cxnId="{9DA1E6C1-3177-4056-85A7-B7FE5F941D13}">
      <dgm:prSet/>
      <dgm:spPr/>
      <dgm:t>
        <a:bodyPr/>
        <a:lstStyle/>
        <a:p>
          <a:endParaRPr lang="en-US"/>
        </a:p>
      </dgm:t>
    </dgm:pt>
    <dgm:pt modelId="{209BCB29-8DD4-400E-AC54-27D11B8F19FF}" type="sibTrans" cxnId="{9DA1E6C1-3177-4056-85A7-B7FE5F941D13}">
      <dgm:prSet/>
      <dgm:spPr/>
      <dgm:t>
        <a:bodyPr/>
        <a:lstStyle/>
        <a:p>
          <a:endParaRPr lang="en-US"/>
        </a:p>
      </dgm:t>
    </dgm:pt>
    <dgm:pt modelId="{535E2B3C-27E8-471E-83EC-33A4ACEFA568}">
      <dgm:prSet phldrT="[Text]" custT="1"/>
      <dgm:spPr/>
      <dgm:t>
        <a:bodyPr/>
        <a:lstStyle/>
        <a:p>
          <a:r>
            <a:rPr lang="en-US" sz="1600" dirty="0" smtClean="0"/>
            <a:t>Sample of user case</a:t>
          </a:r>
          <a:endParaRPr lang="en-US" sz="1600" dirty="0"/>
        </a:p>
      </dgm:t>
    </dgm:pt>
    <dgm:pt modelId="{D1EE286A-3A5E-412F-91F5-0E57488E3416}" type="parTrans" cxnId="{009BF19E-FEA2-480E-B54E-609A629C229C}">
      <dgm:prSet/>
      <dgm:spPr/>
      <dgm:t>
        <a:bodyPr/>
        <a:lstStyle/>
        <a:p>
          <a:endParaRPr lang="en-US"/>
        </a:p>
      </dgm:t>
    </dgm:pt>
    <dgm:pt modelId="{53D559B1-08A9-4267-88C8-D2ABCEBDCD5F}" type="sibTrans" cxnId="{009BF19E-FEA2-480E-B54E-609A629C229C}">
      <dgm:prSet/>
      <dgm:spPr/>
      <dgm:t>
        <a:bodyPr/>
        <a:lstStyle/>
        <a:p>
          <a:endParaRPr lang="en-US"/>
        </a:p>
      </dgm:t>
    </dgm:pt>
    <dgm:pt modelId="{976895F8-AA8C-46C5-B2C2-F74D176C491D}">
      <dgm:prSet phldrT="[Text]" custT="1"/>
      <dgm:spPr/>
      <dgm:t>
        <a:bodyPr/>
        <a:lstStyle/>
        <a:p>
          <a:r>
            <a:rPr lang="en-US" sz="1600" dirty="0" smtClean="0"/>
            <a:t>Exploring use case</a:t>
          </a:r>
          <a:endParaRPr lang="en-US" sz="1600" dirty="0"/>
        </a:p>
      </dgm:t>
    </dgm:pt>
    <dgm:pt modelId="{3BCFC637-E649-4F2B-B340-45C0E568F35A}" type="parTrans" cxnId="{0D042D3B-EF74-4314-830A-5520239C8E2D}">
      <dgm:prSet/>
      <dgm:spPr/>
      <dgm:t>
        <a:bodyPr/>
        <a:lstStyle/>
        <a:p>
          <a:endParaRPr lang="en-US"/>
        </a:p>
      </dgm:t>
    </dgm:pt>
    <dgm:pt modelId="{29D85B92-46B2-42CA-A070-E7175784D887}" type="sibTrans" cxnId="{0D042D3B-EF74-4314-830A-5520239C8E2D}">
      <dgm:prSet/>
      <dgm:spPr/>
      <dgm:t>
        <a:bodyPr/>
        <a:lstStyle/>
        <a:p>
          <a:endParaRPr lang="en-US"/>
        </a:p>
      </dgm:t>
    </dgm:pt>
    <dgm:pt modelId="{3907CAAC-9FCB-44E0-8568-03CF331919C1}">
      <dgm:prSet phldrT="[Text]" custT="1"/>
      <dgm:spPr/>
      <dgm:t>
        <a:bodyPr/>
        <a:lstStyle/>
        <a:p>
          <a:r>
            <a:rPr lang="en-US" sz="1600" dirty="0" smtClean="0"/>
            <a:t>Validating use case</a:t>
          </a:r>
          <a:endParaRPr lang="en-US" sz="1600" dirty="0"/>
        </a:p>
      </dgm:t>
    </dgm:pt>
    <dgm:pt modelId="{7D1AEAF7-8ACC-439D-87B5-947ACB0C7CC9}" type="parTrans" cxnId="{FF2939CC-E27E-46B9-AA22-BEF741B4EA43}">
      <dgm:prSet/>
      <dgm:spPr/>
      <dgm:t>
        <a:bodyPr/>
        <a:lstStyle/>
        <a:p>
          <a:endParaRPr lang="en-US"/>
        </a:p>
      </dgm:t>
    </dgm:pt>
    <dgm:pt modelId="{8215C043-A532-41BA-AA30-26E2C3902854}" type="sibTrans" cxnId="{FF2939CC-E27E-46B9-AA22-BEF741B4EA43}">
      <dgm:prSet/>
      <dgm:spPr/>
      <dgm:t>
        <a:bodyPr/>
        <a:lstStyle/>
        <a:p>
          <a:endParaRPr lang="en-US"/>
        </a:p>
      </dgm:t>
    </dgm:pt>
    <dgm:pt modelId="{4C2F7978-ECEA-491D-9A2D-0E93EAC797B6}">
      <dgm:prSet phldrT="[Text]" custT="1"/>
      <dgm:spPr/>
      <dgm:t>
        <a:bodyPr/>
        <a:lstStyle/>
        <a:p>
          <a:r>
            <a:rPr lang="en-US" sz="1600" dirty="0" smtClean="0"/>
            <a:t>Use case &amp; Functional Req.</a:t>
          </a:r>
          <a:endParaRPr lang="en-US" sz="1600" dirty="0"/>
        </a:p>
      </dgm:t>
    </dgm:pt>
    <dgm:pt modelId="{592ED3F7-8BDE-4E17-9A2A-84436F328E5C}" type="parTrans" cxnId="{9417B236-C5F4-417D-B58C-1F623685753B}">
      <dgm:prSet/>
      <dgm:spPr/>
      <dgm:t>
        <a:bodyPr/>
        <a:lstStyle/>
        <a:p>
          <a:endParaRPr lang="en-US"/>
        </a:p>
      </dgm:t>
    </dgm:pt>
    <dgm:pt modelId="{BE945887-970B-4B98-8406-AAB5CA930BC6}" type="sibTrans" cxnId="{9417B236-C5F4-417D-B58C-1F623685753B}">
      <dgm:prSet/>
      <dgm:spPr/>
      <dgm:t>
        <a:bodyPr/>
        <a:lstStyle/>
        <a:p>
          <a:endParaRPr lang="en-US"/>
        </a:p>
      </dgm:t>
    </dgm:pt>
    <dgm:pt modelId="{DFD4491D-B931-4736-8687-13D365ABAA86}">
      <dgm:prSet phldrT="[Text]" custT="1"/>
      <dgm:spPr/>
      <dgm:t>
        <a:bodyPr/>
        <a:lstStyle/>
        <a:p>
          <a:r>
            <a:rPr lang="en-US" sz="1600" dirty="0" smtClean="0"/>
            <a:t>Use case &amp; tests</a:t>
          </a:r>
          <a:endParaRPr lang="en-US" sz="1600" dirty="0"/>
        </a:p>
      </dgm:t>
    </dgm:pt>
    <dgm:pt modelId="{44E8B87D-63D9-4BE3-8A44-5CB526AEDFA8}" type="parTrans" cxnId="{1C25581F-B62E-472F-A3F3-E85D97A42337}">
      <dgm:prSet/>
      <dgm:spPr/>
      <dgm:t>
        <a:bodyPr/>
        <a:lstStyle/>
        <a:p>
          <a:endParaRPr lang="en-US"/>
        </a:p>
      </dgm:t>
    </dgm:pt>
    <dgm:pt modelId="{5F681537-FD85-41D0-B17D-812542F11AD2}" type="sibTrans" cxnId="{1C25581F-B62E-472F-A3F3-E85D97A42337}">
      <dgm:prSet/>
      <dgm:spPr/>
      <dgm:t>
        <a:bodyPr/>
        <a:lstStyle/>
        <a:p>
          <a:endParaRPr lang="en-US"/>
        </a:p>
      </dgm:t>
    </dgm:pt>
    <dgm:pt modelId="{EBD146ED-BF70-4CF5-9DA7-6A80DD5B1468}">
      <dgm:prSet phldrT="[Text]" custT="1"/>
      <dgm:spPr/>
      <dgm:t>
        <a:bodyPr/>
        <a:lstStyle/>
        <a:p>
          <a:r>
            <a:rPr lang="en-US" sz="1600" dirty="0" smtClean="0"/>
            <a:t>Use case traps</a:t>
          </a:r>
          <a:endParaRPr lang="en-US" sz="1600" dirty="0"/>
        </a:p>
      </dgm:t>
    </dgm:pt>
    <dgm:pt modelId="{ACB9C89B-E2D1-496E-87C2-0ED8DC7C4CE5}" type="parTrans" cxnId="{397E30A9-EDFC-46EF-A310-C3F5792631B4}">
      <dgm:prSet/>
      <dgm:spPr/>
      <dgm:t>
        <a:bodyPr/>
        <a:lstStyle/>
        <a:p>
          <a:endParaRPr lang="en-US"/>
        </a:p>
      </dgm:t>
    </dgm:pt>
    <dgm:pt modelId="{27F30D7E-32D8-4E94-BD6A-A1F9E5B9C580}" type="sibTrans" cxnId="{397E30A9-EDFC-46EF-A310-C3F5792631B4}">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3"/>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3" custScaleX="14911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3"/>
      <dgm:spPr/>
      <dgm:t>
        <a:bodyPr/>
        <a:lstStyle/>
        <a:p>
          <a:endParaRPr lang="en-US"/>
        </a:p>
      </dgm:t>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1"/>
      <dgm:spPr/>
      <dgm:t>
        <a:bodyPr/>
        <a:lstStyle/>
        <a:p>
          <a:endParaRPr lang="en-US"/>
        </a:p>
      </dgm:t>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1">
        <dgm:presLayoutVars>
          <dgm:chPref val="3"/>
        </dgm:presLayoutVars>
      </dgm:prSet>
      <dgm:spPr/>
      <dgm:t>
        <a:bodyPr/>
        <a:lstStyle/>
        <a:p>
          <a:endParaRPr lang="en-US"/>
        </a:p>
      </dgm:t>
    </dgm:pt>
    <dgm:pt modelId="{7C494E9C-07EE-4809-A445-329E5D279BED}" type="pres">
      <dgm:prSet presAssocID="{ADFFC400-8BBA-4CA0-97DA-A5239AD7FF83}" presName="rootConnector" presStyleLbl="node3" presStyleIdx="0" presStyleCnt="11"/>
      <dgm:spPr/>
      <dgm:t>
        <a:bodyPr/>
        <a:lstStyle/>
        <a:p>
          <a:endParaRPr lang="en-US"/>
        </a:p>
      </dgm:t>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1"/>
      <dgm:spPr/>
      <dgm:t>
        <a:bodyPr/>
        <a:lstStyle/>
        <a:p>
          <a:endParaRPr lang="en-US"/>
        </a:p>
      </dgm:t>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1">
        <dgm:presLayoutVars>
          <dgm:chPref val="3"/>
        </dgm:presLayoutVars>
      </dgm:prSet>
      <dgm:spPr/>
      <dgm:t>
        <a:bodyPr/>
        <a:lstStyle/>
        <a:p>
          <a:endParaRPr lang="en-US"/>
        </a:p>
      </dgm:t>
    </dgm:pt>
    <dgm:pt modelId="{BFFD6F86-AD10-4340-B993-09FE9B342F4C}" type="pres">
      <dgm:prSet presAssocID="{1E627F9E-CE3B-4A85-BB78-8DDB86A78DDE}" presName="rootConnector" presStyleLbl="node3" presStyleIdx="1" presStyleCnt="11"/>
      <dgm:spPr/>
      <dgm:t>
        <a:bodyPr/>
        <a:lstStyle/>
        <a:p>
          <a:endParaRPr lang="en-US"/>
        </a:p>
      </dgm:t>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3"/>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3" custScaleX="14911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3"/>
      <dgm:spPr/>
      <dgm:t>
        <a:bodyPr/>
        <a:lstStyle/>
        <a:p>
          <a:endParaRPr lang="en-US"/>
        </a:p>
      </dgm:t>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2" presStyleCnt="11"/>
      <dgm:spPr/>
      <dgm:t>
        <a:bodyPr/>
        <a:lstStyle/>
        <a:p>
          <a:endParaRPr lang="en-US"/>
        </a:p>
      </dgm:t>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2" presStyleCnt="11" custScaleX="107041">
        <dgm:presLayoutVars>
          <dgm:chPref val="3"/>
        </dgm:presLayoutVars>
      </dgm:prSet>
      <dgm:spPr/>
      <dgm:t>
        <a:bodyPr/>
        <a:lstStyle/>
        <a:p>
          <a:endParaRPr lang="en-US"/>
        </a:p>
      </dgm:t>
    </dgm:pt>
    <dgm:pt modelId="{5F6EAB39-768E-4EF5-A122-D240B2B03279}" type="pres">
      <dgm:prSet presAssocID="{2BC47C35-CB2E-4ADA-997E-20AB4D35A222}" presName="rootConnector" presStyleLbl="node3" presStyleIdx="2" presStyleCnt="11"/>
      <dgm:spPr/>
      <dgm:t>
        <a:bodyPr/>
        <a:lstStyle/>
        <a:p>
          <a:endParaRPr lang="en-US"/>
        </a:p>
      </dgm:t>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3" presStyleCnt="11"/>
      <dgm:spPr/>
      <dgm:t>
        <a:bodyPr/>
        <a:lstStyle/>
        <a:p>
          <a:endParaRPr lang="en-US"/>
        </a:p>
      </dgm:t>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3" presStyleCnt="11" custScaleX="99770">
        <dgm:presLayoutVars>
          <dgm:chPref val="3"/>
        </dgm:presLayoutVars>
      </dgm:prSet>
      <dgm:spPr/>
      <dgm:t>
        <a:bodyPr/>
        <a:lstStyle/>
        <a:p>
          <a:endParaRPr lang="en-US"/>
        </a:p>
      </dgm:t>
    </dgm:pt>
    <dgm:pt modelId="{E6A79A9D-7FBA-4C8B-83E1-52C545B782AF}" type="pres">
      <dgm:prSet presAssocID="{AF6C41DE-0FE9-4FE2-8BE9-4215E0A90589}" presName="rootConnector" presStyleLbl="node3" presStyleIdx="3" presStyleCnt="11"/>
      <dgm:spPr/>
      <dgm:t>
        <a:bodyPr/>
        <a:lstStyle/>
        <a:p>
          <a:endParaRPr lang="en-US"/>
        </a:p>
      </dgm:t>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A4FAE87E-12FA-4A7E-9D3F-3AFCE60315A4}" type="pres">
      <dgm:prSet presAssocID="{49B74ACD-4DE6-4E7A-A574-B54F96B2B84B}" presName="Name37" presStyleLbl="parChTrans1D3" presStyleIdx="4" presStyleCnt="11"/>
      <dgm:spPr/>
      <dgm:t>
        <a:bodyPr/>
        <a:lstStyle/>
        <a:p>
          <a:endParaRPr lang="en-US"/>
        </a:p>
      </dgm:t>
    </dgm:pt>
    <dgm:pt modelId="{59745AC2-BCF2-4AC4-9A79-1E1EF48226AD}" type="pres">
      <dgm:prSet presAssocID="{5E89FAF8-7222-4880-B72C-F381939B991A}" presName="hierRoot2" presStyleCnt="0">
        <dgm:presLayoutVars>
          <dgm:hierBranch val="init"/>
        </dgm:presLayoutVars>
      </dgm:prSet>
      <dgm:spPr/>
    </dgm:pt>
    <dgm:pt modelId="{3CD4DF49-0BA9-4302-9A34-844810873413}" type="pres">
      <dgm:prSet presAssocID="{5E89FAF8-7222-4880-B72C-F381939B991A}" presName="rootComposite" presStyleCnt="0"/>
      <dgm:spPr/>
    </dgm:pt>
    <dgm:pt modelId="{895EE0A8-FF27-4E5E-A9CF-0B48E925D09C}" type="pres">
      <dgm:prSet presAssocID="{5E89FAF8-7222-4880-B72C-F381939B991A}" presName="rootText" presStyleLbl="node3" presStyleIdx="4" presStyleCnt="11">
        <dgm:presLayoutVars>
          <dgm:chPref val="3"/>
        </dgm:presLayoutVars>
      </dgm:prSet>
      <dgm:spPr/>
      <dgm:t>
        <a:bodyPr/>
        <a:lstStyle/>
        <a:p>
          <a:endParaRPr lang="en-US"/>
        </a:p>
      </dgm:t>
    </dgm:pt>
    <dgm:pt modelId="{640A420B-2CFE-4944-ABF0-EAEAE3402C6F}" type="pres">
      <dgm:prSet presAssocID="{5E89FAF8-7222-4880-B72C-F381939B991A}" presName="rootConnector" presStyleLbl="node3" presStyleIdx="4" presStyleCnt="11"/>
      <dgm:spPr/>
      <dgm:t>
        <a:bodyPr/>
        <a:lstStyle/>
        <a:p>
          <a:endParaRPr lang="en-US"/>
        </a:p>
      </dgm:t>
    </dgm:pt>
    <dgm:pt modelId="{2FAF0907-22A6-4633-89A3-28CD61B1B262}" type="pres">
      <dgm:prSet presAssocID="{5E89FAF8-7222-4880-B72C-F381939B991A}" presName="hierChild4" presStyleCnt="0"/>
      <dgm:spPr/>
    </dgm:pt>
    <dgm:pt modelId="{98CB5EF3-7761-4276-9A03-D974B765AAE1}" type="pres">
      <dgm:prSet presAssocID="{5E89FAF8-7222-4880-B72C-F381939B991A}" presName="hierChild5" presStyleCnt="0"/>
      <dgm:spPr/>
    </dgm:pt>
    <dgm:pt modelId="{3E362709-8DF5-4ED1-BE78-2D67C7F6CD59}" type="pres">
      <dgm:prSet presAssocID="{620DD3EC-BDCD-468B-B566-7FE2B848507E}" presName="hierChild5" presStyleCnt="0"/>
      <dgm:spPr/>
    </dgm:pt>
    <dgm:pt modelId="{62821369-B757-43AF-BF6D-02B9EF83A7FF}" type="pres">
      <dgm:prSet presAssocID="{9E18C130-4D81-4BDD-8DE6-22CF9F45E19E}" presName="Name37" presStyleLbl="parChTrans1D2" presStyleIdx="2" presStyleCnt="3"/>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2" presStyleCnt="3" custScaleX="149111">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2" presStyleCnt="3"/>
      <dgm:spPr/>
      <dgm:t>
        <a:bodyPr/>
        <a:lstStyle/>
        <a:p>
          <a:endParaRPr lang="en-US"/>
        </a:p>
      </dgm:t>
    </dgm:pt>
    <dgm:pt modelId="{5C832EA0-92EB-4018-A238-AAD0380D7AE1}" type="pres">
      <dgm:prSet presAssocID="{A1A03C13-4BED-4BB7-8AFB-BDB236A519FA}" presName="hierChild4" presStyleCnt="0"/>
      <dgm:spPr/>
    </dgm:pt>
    <dgm:pt modelId="{9E70A5C0-8C6B-42DA-8585-E605207FB3C9}" type="pres">
      <dgm:prSet presAssocID="{D1EE286A-3A5E-412F-91F5-0E57488E3416}" presName="Name37" presStyleLbl="parChTrans1D3" presStyleIdx="5" presStyleCnt="11"/>
      <dgm:spPr/>
      <dgm:t>
        <a:bodyPr/>
        <a:lstStyle/>
        <a:p>
          <a:endParaRPr lang="en-US"/>
        </a:p>
      </dgm:t>
    </dgm:pt>
    <dgm:pt modelId="{7064A7A6-65E9-4E4A-91E3-93CD855E9970}" type="pres">
      <dgm:prSet presAssocID="{535E2B3C-27E8-471E-83EC-33A4ACEFA568}" presName="hierRoot2" presStyleCnt="0">
        <dgm:presLayoutVars>
          <dgm:hierBranch val="init"/>
        </dgm:presLayoutVars>
      </dgm:prSet>
      <dgm:spPr/>
    </dgm:pt>
    <dgm:pt modelId="{FEBDAAC6-701F-4532-A65F-7E7B484BE943}" type="pres">
      <dgm:prSet presAssocID="{535E2B3C-27E8-471E-83EC-33A4ACEFA568}" presName="rootComposite" presStyleCnt="0"/>
      <dgm:spPr/>
    </dgm:pt>
    <dgm:pt modelId="{0E3A6566-1345-4559-897C-38FE3D6E654D}" type="pres">
      <dgm:prSet presAssocID="{535E2B3C-27E8-471E-83EC-33A4ACEFA568}" presName="rootText" presStyleLbl="node3" presStyleIdx="5" presStyleCnt="11" custScaleX="199786">
        <dgm:presLayoutVars>
          <dgm:chPref val="3"/>
        </dgm:presLayoutVars>
      </dgm:prSet>
      <dgm:spPr/>
      <dgm:t>
        <a:bodyPr/>
        <a:lstStyle/>
        <a:p>
          <a:endParaRPr lang="en-US"/>
        </a:p>
      </dgm:t>
    </dgm:pt>
    <dgm:pt modelId="{3DE6579F-2A0B-42E7-B314-59CFB5853E0E}" type="pres">
      <dgm:prSet presAssocID="{535E2B3C-27E8-471E-83EC-33A4ACEFA568}" presName="rootConnector" presStyleLbl="node3" presStyleIdx="5" presStyleCnt="11"/>
      <dgm:spPr/>
      <dgm:t>
        <a:bodyPr/>
        <a:lstStyle/>
        <a:p>
          <a:endParaRPr lang="en-US"/>
        </a:p>
      </dgm:t>
    </dgm:pt>
    <dgm:pt modelId="{8C87F5B3-6AD5-4269-BFDA-D073CDE9D216}" type="pres">
      <dgm:prSet presAssocID="{535E2B3C-27E8-471E-83EC-33A4ACEFA568}" presName="hierChild4" presStyleCnt="0"/>
      <dgm:spPr/>
    </dgm:pt>
    <dgm:pt modelId="{6C24F2CA-8CFF-4D28-84D7-6CF4D9A6DA9E}" type="pres">
      <dgm:prSet presAssocID="{535E2B3C-27E8-471E-83EC-33A4ACEFA568}" presName="hierChild5" presStyleCnt="0"/>
      <dgm:spPr/>
    </dgm:pt>
    <dgm:pt modelId="{D7EC33C0-FF6B-4B64-B619-9763AD02E7A0}" type="pres">
      <dgm:prSet presAssocID="{3BCFC637-E649-4F2B-B340-45C0E568F35A}" presName="Name37" presStyleLbl="parChTrans1D3" presStyleIdx="6" presStyleCnt="11"/>
      <dgm:spPr/>
      <dgm:t>
        <a:bodyPr/>
        <a:lstStyle/>
        <a:p>
          <a:endParaRPr lang="en-US"/>
        </a:p>
      </dgm:t>
    </dgm:pt>
    <dgm:pt modelId="{FBE1D08F-7020-404B-99C6-97C281D388D2}" type="pres">
      <dgm:prSet presAssocID="{976895F8-AA8C-46C5-B2C2-F74D176C491D}" presName="hierRoot2" presStyleCnt="0">
        <dgm:presLayoutVars>
          <dgm:hierBranch val="init"/>
        </dgm:presLayoutVars>
      </dgm:prSet>
      <dgm:spPr/>
    </dgm:pt>
    <dgm:pt modelId="{B1BB1CBD-8D60-4E6B-A965-5B902B610DA9}" type="pres">
      <dgm:prSet presAssocID="{976895F8-AA8C-46C5-B2C2-F74D176C491D}" presName="rootComposite" presStyleCnt="0"/>
      <dgm:spPr/>
    </dgm:pt>
    <dgm:pt modelId="{0B565A4F-01B9-4EB6-9276-06D0F8CC2FA8}" type="pres">
      <dgm:prSet presAssocID="{976895F8-AA8C-46C5-B2C2-F74D176C491D}" presName="rootText" presStyleLbl="node3" presStyleIdx="6" presStyleCnt="11" custScaleX="199786">
        <dgm:presLayoutVars>
          <dgm:chPref val="3"/>
        </dgm:presLayoutVars>
      </dgm:prSet>
      <dgm:spPr/>
      <dgm:t>
        <a:bodyPr/>
        <a:lstStyle/>
        <a:p>
          <a:endParaRPr lang="en-US"/>
        </a:p>
      </dgm:t>
    </dgm:pt>
    <dgm:pt modelId="{F24349D2-5ADB-4146-B53F-126FBE314852}" type="pres">
      <dgm:prSet presAssocID="{976895F8-AA8C-46C5-B2C2-F74D176C491D}" presName="rootConnector" presStyleLbl="node3" presStyleIdx="6" presStyleCnt="11"/>
      <dgm:spPr/>
      <dgm:t>
        <a:bodyPr/>
        <a:lstStyle/>
        <a:p>
          <a:endParaRPr lang="en-US"/>
        </a:p>
      </dgm:t>
    </dgm:pt>
    <dgm:pt modelId="{8AD50A83-5785-4E55-95F9-1E475971C318}" type="pres">
      <dgm:prSet presAssocID="{976895F8-AA8C-46C5-B2C2-F74D176C491D}" presName="hierChild4" presStyleCnt="0"/>
      <dgm:spPr/>
    </dgm:pt>
    <dgm:pt modelId="{F3809B50-6AEA-4602-815A-4CA14B985C51}" type="pres">
      <dgm:prSet presAssocID="{976895F8-AA8C-46C5-B2C2-F74D176C491D}" presName="hierChild5" presStyleCnt="0"/>
      <dgm:spPr/>
    </dgm:pt>
    <dgm:pt modelId="{B3EB23AF-3DC9-4100-A849-FA07AEF443A2}" type="pres">
      <dgm:prSet presAssocID="{7D1AEAF7-8ACC-439D-87B5-947ACB0C7CC9}" presName="Name37" presStyleLbl="parChTrans1D3" presStyleIdx="7" presStyleCnt="11"/>
      <dgm:spPr/>
      <dgm:t>
        <a:bodyPr/>
        <a:lstStyle/>
        <a:p>
          <a:endParaRPr lang="en-US"/>
        </a:p>
      </dgm:t>
    </dgm:pt>
    <dgm:pt modelId="{650E286B-1271-49EF-977C-7C8E2C8BE7ED}" type="pres">
      <dgm:prSet presAssocID="{3907CAAC-9FCB-44E0-8568-03CF331919C1}" presName="hierRoot2" presStyleCnt="0">
        <dgm:presLayoutVars>
          <dgm:hierBranch val="init"/>
        </dgm:presLayoutVars>
      </dgm:prSet>
      <dgm:spPr/>
    </dgm:pt>
    <dgm:pt modelId="{FF01C251-9EC4-4EA8-92DF-9F59EB061505}" type="pres">
      <dgm:prSet presAssocID="{3907CAAC-9FCB-44E0-8568-03CF331919C1}" presName="rootComposite" presStyleCnt="0"/>
      <dgm:spPr/>
    </dgm:pt>
    <dgm:pt modelId="{13A64A61-7645-4497-A631-335381B21440}" type="pres">
      <dgm:prSet presAssocID="{3907CAAC-9FCB-44E0-8568-03CF331919C1}" presName="rootText" presStyleLbl="node3" presStyleIdx="7" presStyleCnt="11" custScaleX="199786">
        <dgm:presLayoutVars>
          <dgm:chPref val="3"/>
        </dgm:presLayoutVars>
      </dgm:prSet>
      <dgm:spPr/>
      <dgm:t>
        <a:bodyPr/>
        <a:lstStyle/>
        <a:p>
          <a:endParaRPr lang="en-US"/>
        </a:p>
      </dgm:t>
    </dgm:pt>
    <dgm:pt modelId="{AAE0CE46-459B-450B-BE8B-0F4409FDBB7F}" type="pres">
      <dgm:prSet presAssocID="{3907CAAC-9FCB-44E0-8568-03CF331919C1}" presName="rootConnector" presStyleLbl="node3" presStyleIdx="7" presStyleCnt="11"/>
      <dgm:spPr/>
      <dgm:t>
        <a:bodyPr/>
        <a:lstStyle/>
        <a:p>
          <a:endParaRPr lang="en-US"/>
        </a:p>
      </dgm:t>
    </dgm:pt>
    <dgm:pt modelId="{98EEB828-198F-4CE1-86E7-B9BE9F7F7975}" type="pres">
      <dgm:prSet presAssocID="{3907CAAC-9FCB-44E0-8568-03CF331919C1}" presName="hierChild4" presStyleCnt="0"/>
      <dgm:spPr/>
    </dgm:pt>
    <dgm:pt modelId="{766EF1A2-3CD3-4BB6-A128-92E174BE9C6F}" type="pres">
      <dgm:prSet presAssocID="{3907CAAC-9FCB-44E0-8568-03CF331919C1}" presName="hierChild5" presStyleCnt="0"/>
      <dgm:spPr/>
    </dgm:pt>
    <dgm:pt modelId="{46B26E77-062A-4293-ACEE-E9FBB1B7AFC9}" type="pres">
      <dgm:prSet presAssocID="{592ED3F7-8BDE-4E17-9A2A-84436F328E5C}" presName="Name37" presStyleLbl="parChTrans1D3" presStyleIdx="8" presStyleCnt="11"/>
      <dgm:spPr/>
      <dgm:t>
        <a:bodyPr/>
        <a:lstStyle/>
        <a:p>
          <a:endParaRPr lang="en-US"/>
        </a:p>
      </dgm:t>
    </dgm:pt>
    <dgm:pt modelId="{D42F4581-A2C2-4A5E-9A77-EBAB82416305}" type="pres">
      <dgm:prSet presAssocID="{4C2F7978-ECEA-491D-9A2D-0E93EAC797B6}" presName="hierRoot2" presStyleCnt="0">
        <dgm:presLayoutVars>
          <dgm:hierBranch val="init"/>
        </dgm:presLayoutVars>
      </dgm:prSet>
      <dgm:spPr/>
    </dgm:pt>
    <dgm:pt modelId="{EE410F55-638E-471E-96E9-3FEE5D310791}" type="pres">
      <dgm:prSet presAssocID="{4C2F7978-ECEA-491D-9A2D-0E93EAC797B6}" presName="rootComposite" presStyleCnt="0"/>
      <dgm:spPr/>
    </dgm:pt>
    <dgm:pt modelId="{68F9BB86-EDFB-47D1-AE3A-5735A05E1F08}" type="pres">
      <dgm:prSet presAssocID="{4C2F7978-ECEA-491D-9A2D-0E93EAC797B6}" presName="rootText" presStyleLbl="node3" presStyleIdx="8" presStyleCnt="11" custScaleX="199786">
        <dgm:presLayoutVars>
          <dgm:chPref val="3"/>
        </dgm:presLayoutVars>
      </dgm:prSet>
      <dgm:spPr/>
      <dgm:t>
        <a:bodyPr/>
        <a:lstStyle/>
        <a:p>
          <a:endParaRPr lang="en-US"/>
        </a:p>
      </dgm:t>
    </dgm:pt>
    <dgm:pt modelId="{32196BA7-60E8-432F-9585-3654C26695D9}" type="pres">
      <dgm:prSet presAssocID="{4C2F7978-ECEA-491D-9A2D-0E93EAC797B6}" presName="rootConnector" presStyleLbl="node3" presStyleIdx="8" presStyleCnt="11"/>
      <dgm:spPr/>
      <dgm:t>
        <a:bodyPr/>
        <a:lstStyle/>
        <a:p>
          <a:endParaRPr lang="en-US"/>
        </a:p>
      </dgm:t>
    </dgm:pt>
    <dgm:pt modelId="{C586D55A-BF18-4758-98E5-ED4314D64E9E}" type="pres">
      <dgm:prSet presAssocID="{4C2F7978-ECEA-491D-9A2D-0E93EAC797B6}" presName="hierChild4" presStyleCnt="0"/>
      <dgm:spPr/>
    </dgm:pt>
    <dgm:pt modelId="{4CA2E8CA-0194-4450-B4F7-8DF3D1DBDC13}" type="pres">
      <dgm:prSet presAssocID="{4C2F7978-ECEA-491D-9A2D-0E93EAC797B6}" presName="hierChild5" presStyleCnt="0"/>
      <dgm:spPr/>
    </dgm:pt>
    <dgm:pt modelId="{AAA1F078-CEA3-45B0-BC21-CA7C7E9F0DD7}" type="pres">
      <dgm:prSet presAssocID="{44E8B87D-63D9-4BE3-8A44-5CB526AEDFA8}" presName="Name37" presStyleLbl="parChTrans1D3" presStyleIdx="9" presStyleCnt="11"/>
      <dgm:spPr/>
      <dgm:t>
        <a:bodyPr/>
        <a:lstStyle/>
        <a:p>
          <a:endParaRPr lang="en-US"/>
        </a:p>
      </dgm:t>
    </dgm:pt>
    <dgm:pt modelId="{A0CED7F9-C66C-41F0-BCFF-49004A35CF11}" type="pres">
      <dgm:prSet presAssocID="{DFD4491D-B931-4736-8687-13D365ABAA86}" presName="hierRoot2" presStyleCnt="0">
        <dgm:presLayoutVars>
          <dgm:hierBranch val="init"/>
        </dgm:presLayoutVars>
      </dgm:prSet>
      <dgm:spPr/>
    </dgm:pt>
    <dgm:pt modelId="{58F0F69F-F960-473F-9602-C9F59DB5CAE7}" type="pres">
      <dgm:prSet presAssocID="{DFD4491D-B931-4736-8687-13D365ABAA86}" presName="rootComposite" presStyleCnt="0"/>
      <dgm:spPr/>
    </dgm:pt>
    <dgm:pt modelId="{9AC40EFA-20D6-4F90-BF9B-FECE51A46116}" type="pres">
      <dgm:prSet presAssocID="{DFD4491D-B931-4736-8687-13D365ABAA86}" presName="rootText" presStyleLbl="node3" presStyleIdx="9" presStyleCnt="11" custScaleX="199786">
        <dgm:presLayoutVars>
          <dgm:chPref val="3"/>
        </dgm:presLayoutVars>
      </dgm:prSet>
      <dgm:spPr/>
      <dgm:t>
        <a:bodyPr/>
        <a:lstStyle/>
        <a:p>
          <a:endParaRPr lang="en-US"/>
        </a:p>
      </dgm:t>
    </dgm:pt>
    <dgm:pt modelId="{8CBE154F-2C71-4895-A205-B8C8950394ED}" type="pres">
      <dgm:prSet presAssocID="{DFD4491D-B931-4736-8687-13D365ABAA86}" presName="rootConnector" presStyleLbl="node3" presStyleIdx="9" presStyleCnt="11"/>
      <dgm:spPr/>
      <dgm:t>
        <a:bodyPr/>
        <a:lstStyle/>
        <a:p>
          <a:endParaRPr lang="en-US"/>
        </a:p>
      </dgm:t>
    </dgm:pt>
    <dgm:pt modelId="{4C6EA499-92F0-42C2-8769-772CA91D0DFF}" type="pres">
      <dgm:prSet presAssocID="{DFD4491D-B931-4736-8687-13D365ABAA86}" presName="hierChild4" presStyleCnt="0"/>
      <dgm:spPr/>
    </dgm:pt>
    <dgm:pt modelId="{EBB5A792-BAE7-4B8B-9CBD-7BB7430317E9}" type="pres">
      <dgm:prSet presAssocID="{DFD4491D-B931-4736-8687-13D365ABAA86}" presName="hierChild5" presStyleCnt="0"/>
      <dgm:spPr/>
    </dgm:pt>
    <dgm:pt modelId="{E5E82D6C-BB0D-481D-A9F4-AB99E4778C86}" type="pres">
      <dgm:prSet presAssocID="{ACB9C89B-E2D1-496E-87C2-0ED8DC7C4CE5}" presName="Name37" presStyleLbl="parChTrans1D3" presStyleIdx="10" presStyleCnt="11"/>
      <dgm:spPr/>
      <dgm:t>
        <a:bodyPr/>
        <a:lstStyle/>
        <a:p>
          <a:endParaRPr lang="en-US"/>
        </a:p>
      </dgm:t>
    </dgm:pt>
    <dgm:pt modelId="{4C471ABF-7849-4242-BF25-ADB1C3D3D17D}" type="pres">
      <dgm:prSet presAssocID="{EBD146ED-BF70-4CF5-9DA7-6A80DD5B1468}" presName="hierRoot2" presStyleCnt="0">
        <dgm:presLayoutVars>
          <dgm:hierBranch val="init"/>
        </dgm:presLayoutVars>
      </dgm:prSet>
      <dgm:spPr/>
    </dgm:pt>
    <dgm:pt modelId="{F5F3A7B3-53CA-4066-ACBE-B5DD8E8D93B7}" type="pres">
      <dgm:prSet presAssocID="{EBD146ED-BF70-4CF5-9DA7-6A80DD5B1468}" presName="rootComposite" presStyleCnt="0"/>
      <dgm:spPr/>
    </dgm:pt>
    <dgm:pt modelId="{DC7D0CF0-115C-4024-B0A6-7BC035EE04B9}" type="pres">
      <dgm:prSet presAssocID="{EBD146ED-BF70-4CF5-9DA7-6A80DD5B1468}" presName="rootText" presStyleLbl="node3" presStyleIdx="10" presStyleCnt="11" custScaleX="199786">
        <dgm:presLayoutVars>
          <dgm:chPref val="3"/>
        </dgm:presLayoutVars>
      </dgm:prSet>
      <dgm:spPr/>
      <dgm:t>
        <a:bodyPr/>
        <a:lstStyle/>
        <a:p>
          <a:endParaRPr lang="en-US"/>
        </a:p>
      </dgm:t>
    </dgm:pt>
    <dgm:pt modelId="{8FA9A328-A8A7-472C-899B-C7E00A46791C}" type="pres">
      <dgm:prSet presAssocID="{EBD146ED-BF70-4CF5-9DA7-6A80DD5B1468}" presName="rootConnector" presStyleLbl="node3" presStyleIdx="10" presStyleCnt="11"/>
      <dgm:spPr/>
      <dgm:t>
        <a:bodyPr/>
        <a:lstStyle/>
        <a:p>
          <a:endParaRPr lang="en-US"/>
        </a:p>
      </dgm:t>
    </dgm:pt>
    <dgm:pt modelId="{6F8A478A-C8E1-437C-95E8-C1A4CBB1B65C}" type="pres">
      <dgm:prSet presAssocID="{EBD146ED-BF70-4CF5-9DA7-6A80DD5B1468}" presName="hierChild4" presStyleCnt="0"/>
      <dgm:spPr/>
    </dgm:pt>
    <dgm:pt modelId="{A557FFCB-2C31-4A7F-A856-EF85857AD8D3}" type="pres">
      <dgm:prSet presAssocID="{EBD146ED-BF70-4CF5-9DA7-6A80DD5B1468}" presName="hierChild5" presStyleCnt="0"/>
      <dgm:spPr/>
    </dgm:pt>
    <dgm:pt modelId="{AFF152E2-0280-4325-8B01-B43435B7724D}" type="pres">
      <dgm:prSet presAssocID="{A1A03C13-4BED-4BB7-8AFB-BDB236A519FA}" presName="hierChild5" presStyleCnt="0"/>
      <dgm:spPr/>
    </dgm:pt>
    <dgm:pt modelId="{96DEF822-DC52-4FFC-82DA-389CD5B29657}" type="pres">
      <dgm:prSet presAssocID="{9E6404DC-1053-49D6-95EE-599A97C88DD3}" presName="hierChild3" presStyleCnt="0"/>
      <dgm:spPr/>
    </dgm:pt>
  </dgm:ptLst>
  <dgm:cxnLst>
    <dgm:cxn modelId="{97E4A6DE-8713-4676-BBF8-2B93F08AF837}" srcId="{9286A5EC-F2A9-487D-8BF1-B96EEEFD636B}" destId="{1E627F9E-CE3B-4A85-BB78-8DDB86A78DDE}" srcOrd="1" destOrd="0" parTransId="{9D28DB69-DDB3-4999-9A0B-8D007976E69E}" sibTransId="{CC71E985-969E-423D-B820-177A0337B408}"/>
    <dgm:cxn modelId="{9DA1E6C1-3177-4056-85A7-B7FE5F941D13}" srcId="{620DD3EC-BDCD-468B-B566-7FE2B848507E}" destId="{5E89FAF8-7222-4880-B72C-F381939B991A}" srcOrd="2" destOrd="0" parTransId="{49B74ACD-4DE6-4E7A-A574-B54F96B2B84B}" sibTransId="{209BCB29-8DD4-400E-AC54-27D11B8F19FF}"/>
    <dgm:cxn modelId="{1C25581F-B62E-472F-A3F3-E85D97A42337}" srcId="{A1A03C13-4BED-4BB7-8AFB-BDB236A519FA}" destId="{DFD4491D-B931-4736-8687-13D365ABAA86}" srcOrd="4" destOrd="0" parTransId="{44E8B87D-63D9-4BE3-8A44-5CB526AEDFA8}" sibTransId="{5F681537-FD85-41D0-B17D-812542F11AD2}"/>
    <dgm:cxn modelId="{FCB0F17D-2DAD-436D-B3F4-79C126E660AC}" type="presOf" srcId="{9E18C130-4D81-4BDD-8DE6-22CF9F45E19E}" destId="{62821369-B757-43AF-BF6D-02B9EF83A7FF}" srcOrd="0" destOrd="0" presId="urn:microsoft.com/office/officeart/2005/8/layout/orgChart1"/>
    <dgm:cxn modelId="{A27790E3-3A1A-41D3-9198-E140E3811687}" type="presOf" srcId="{ACB9C89B-E2D1-496E-87C2-0ED8DC7C4CE5}" destId="{E5E82D6C-BB0D-481D-A9F4-AB99E4778C86}" srcOrd="0" destOrd="0" presId="urn:microsoft.com/office/officeart/2005/8/layout/orgChart1"/>
    <dgm:cxn modelId="{939588DE-C43C-4BFF-9F3A-5485E1440393}" type="presOf" srcId="{44E8B87D-63D9-4BE3-8A44-5CB526AEDFA8}" destId="{AAA1F078-CEA3-45B0-BC21-CA7C7E9F0DD7}" srcOrd="0" destOrd="0" presId="urn:microsoft.com/office/officeart/2005/8/layout/orgChart1"/>
    <dgm:cxn modelId="{9C2CC2B3-756D-42F7-8257-FC087E34EBB9}" type="presOf" srcId="{976895F8-AA8C-46C5-B2C2-F74D176C491D}" destId="{0B565A4F-01B9-4EB6-9276-06D0F8CC2FA8}"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7C7485FC-4CFA-45FF-817B-B38DD356F0B5}" srcId="{9E6404DC-1053-49D6-95EE-599A97C88DD3}" destId="{A1A03C13-4BED-4BB7-8AFB-BDB236A519FA}" srcOrd="2" destOrd="0" parTransId="{9E18C130-4D81-4BDD-8DE6-22CF9F45E19E}" sibTransId="{CF4AE597-246B-4D28-8B3B-D3E59AB05BD8}"/>
    <dgm:cxn modelId="{BBD03358-E93D-46CF-927D-3CA80689CBF9}" type="presOf" srcId="{4C2F7978-ECEA-491D-9A2D-0E93EAC797B6}" destId="{68F9BB86-EDFB-47D1-AE3A-5735A05E1F08}" srcOrd="0" destOrd="0" presId="urn:microsoft.com/office/officeart/2005/8/layout/orgChart1"/>
    <dgm:cxn modelId="{B2C9A35C-447D-4495-AD2A-376D13717097}" type="presOf" srcId="{4C2F7978-ECEA-491D-9A2D-0E93EAC797B6}" destId="{32196BA7-60E8-432F-9585-3654C26695D9}" srcOrd="1" destOrd="0" presId="urn:microsoft.com/office/officeart/2005/8/layout/orgChart1"/>
    <dgm:cxn modelId="{5235F674-8C9B-4BD9-B5AF-94222B11430D}" type="presOf" srcId="{EBD146ED-BF70-4CF5-9DA7-6A80DD5B1468}" destId="{DC7D0CF0-115C-4024-B0A6-7BC035EE04B9}" srcOrd="0" destOrd="0" presId="urn:microsoft.com/office/officeart/2005/8/layout/orgChart1"/>
    <dgm:cxn modelId="{009BF19E-FEA2-480E-B54E-609A629C229C}" srcId="{A1A03C13-4BED-4BB7-8AFB-BDB236A519FA}" destId="{535E2B3C-27E8-471E-83EC-33A4ACEFA568}" srcOrd="0" destOrd="0" parTransId="{D1EE286A-3A5E-412F-91F5-0E57488E3416}" sibTransId="{53D559B1-08A9-4267-88C8-D2ABCEBDCD5F}"/>
    <dgm:cxn modelId="{BA54473B-F2AA-4BEA-A9EB-71DAA9A93F1D}" type="presOf" srcId="{3907CAAC-9FCB-44E0-8568-03CF331919C1}" destId="{13A64A61-7645-4497-A631-335381B21440}"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A0735932-5B3A-473C-A50A-C26907454778}" type="presOf" srcId="{3BCFC637-E649-4F2B-B340-45C0E568F35A}" destId="{D7EC33C0-FF6B-4B64-B619-9763AD02E7A0}"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3C7F4F54-D42E-4824-B318-C46A60FCDD6A}" type="presOf" srcId="{EBD146ED-BF70-4CF5-9DA7-6A80DD5B1468}" destId="{8FA9A328-A8A7-472C-899B-C7E00A46791C}" srcOrd="1"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0D042D3B-EF74-4314-830A-5520239C8E2D}" srcId="{A1A03C13-4BED-4BB7-8AFB-BDB236A519FA}" destId="{976895F8-AA8C-46C5-B2C2-F74D176C491D}" srcOrd="1" destOrd="0" parTransId="{3BCFC637-E649-4F2B-B340-45C0E568F35A}" sibTransId="{29D85B92-46B2-42CA-A070-E7175784D887}"/>
    <dgm:cxn modelId="{FF2939CC-E27E-46B9-AA22-BEF741B4EA43}" srcId="{A1A03C13-4BED-4BB7-8AFB-BDB236A519FA}" destId="{3907CAAC-9FCB-44E0-8568-03CF331919C1}" srcOrd="2" destOrd="0" parTransId="{7D1AEAF7-8ACC-439D-87B5-947ACB0C7CC9}" sibTransId="{8215C043-A532-41BA-AA30-26E2C3902854}"/>
    <dgm:cxn modelId="{9417B236-C5F4-417D-B58C-1F623685753B}" srcId="{A1A03C13-4BED-4BB7-8AFB-BDB236A519FA}" destId="{4C2F7978-ECEA-491D-9A2D-0E93EAC797B6}" srcOrd="3" destOrd="0" parTransId="{592ED3F7-8BDE-4E17-9A2A-84436F328E5C}" sibTransId="{BE945887-970B-4B98-8406-AAB5CA930BC6}"/>
    <dgm:cxn modelId="{B407561B-81B2-4844-BB92-700E2E515551}" srcId="{620DD3EC-BDCD-468B-B566-7FE2B848507E}" destId="{AF6C41DE-0FE9-4FE2-8BE9-4215E0A90589}" srcOrd="1" destOrd="0" parTransId="{8E7DC7A7-3675-4E95-A153-8ABEB0FFE8D1}" sibTransId="{97EE64CF-B61C-4098-8AAA-B86B1D9E9733}"/>
    <dgm:cxn modelId="{8749021B-2268-44B1-AD84-B0921B253255}" type="presOf" srcId="{9286A5EC-F2A9-487D-8BF1-B96EEEFD636B}" destId="{C9422C4E-2B02-4D33-A16B-EF7B187ECAB7}" srcOrd="0" destOrd="0" presId="urn:microsoft.com/office/officeart/2005/8/layout/orgChart1"/>
    <dgm:cxn modelId="{8A826673-08C9-4729-8288-68C639B9D636}" type="presOf" srcId="{D1EE286A-3A5E-412F-91F5-0E57488E3416}" destId="{9E70A5C0-8C6B-42DA-8585-E605207FB3C9}" srcOrd="0" destOrd="0" presId="urn:microsoft.com/office/officeart/2005/8/layout/orgChart1"/>
    <dgm:cxn modelId="{178CF1A1-8681-426D-9AAE-D8F34665AAE6}" type="presOf" srcId="{5E89FAF8-7222-4880-B72C-F381939B991A}" destId="{895EE0A8-FF27-4E5E-A9CF-0B48E925D09C}" srcOrd="0"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C4935A74-CE7A-474B-85DA-6D313F70B19D}" type="presOf" srcId="{53352947-0336-403A-A4B4-89467D459512}" destId="{BABFBFB4-78A4-4B16-AD3A-61E896716A3C}" srcOrd="0" destOrd="0" presId="urn:microsoft.com/office/officeart/2005/8/layout/orgChart1"/>
    <dgm:cxn modelId="{8984EFA0-1979-40E3-828C-DF7969EFF26A}" type="presOf" srcId="{535E2B3C-27E8-471E-83EC-33A4ACEFA568}" destId="{3DE6579F-2A0B-42E7-B314-59CFB5853E0E}" srcOrd="1" destOrd="0" presId="urn:microsoft.com/office/officeart/2005/8/layout/orgChart1"/>
    <dgm:cxn modelId="{FD70B46B-FF02-4A58-A9C5-EE2703222F5A}" type="presOf" srcId="{A1A03C13-4BED-4BB7-8AFB-BDB236A519FA}" destId="{E2CE8193-46AF-44C0-B4A1-4402C2A6388E}" srcOrd="0" destOrd="0" presId="urn:microsoft.com/office/officeart/2005/8/layout/orgChart1"/>
    <dgm:cxn modelId="{B85081B7-BD95-4159-9511-36425CB13FD0}" type="presOf" srcId="{A1A03C13-4BED-4BB7-8AFB-BDB236A519FA}" destId="{0FE7A504-1A99-42A4-92D2-369E93728B6E}" srcOrd="1"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39AADDF2-FC26-4871-928E-E1FE353466DF}" type="presOf" srcId="{2BC47C35-CB2E-4ADA-997E-20AB4D35A222}" destId="{5F6EAB39-768E-4EF5-A122-D240B2B03279}" srcOrd="1"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0DA8A6AB-3C59-431B-A4E5-49F0447C6017}" type="presOf" srcId="{49B74ACD-4DE6-4E7A-A574-B54F96B2B84B}" destId="{A4FAE87E-12FA-4A7E-9D3F-3AFCE60315A4}"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BFECA680-CE3C-4ADF-84BB-804EF740EA97}" type="presOf" srcId="{7D1AEAF7-8ACC-439D-87B5-947ACB0C7CC9}" destId="{B3EB23AF-3DC9-4100-A849-FA07AEF443A2}"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CB5F4F31-EDDE-4485-9945-85D5B3482140}" type="presOf" srcId="{DFD4491D-B931-4736-8687-13D365ABAA86}" destId="{9AC40EFA-20D6-4F90-BF9B-FECE51A46116}" srcOrd="0" destOrd="0" presId="urn:microsoft.com/office/officeart/2005/8/layout/orgChart1"/>
    <dgm:cxn modelId="{FC36D0CC-00D3-4911-82EC-8CA5988B3ABA}" type="presOf" srcId="{5E89FAF8-7222-4880-B72C-F381939B991A}" destId="{640A420B-2CFE-4944-ABF0-EAEAE3402C6F}" srcOrd="1"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2D9AD7FB-567D-47E8-B3CB-A6493F796E7A}" type="presOf" srcId="{3907CAAC-9FCB-44E0-8568-03CF331919C1}" destId="{AAE0CE46-459B-450B-BE8B-0F4409FDBB7F}"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397E30A9-EDFC-46EF-A310-C3F5792631B4}" srcId="{A1A03C13-4BED-4BB7-8AFB-BDB236A519FA}" destId="{EBD146ED-BF70-4CF5-9DA7-6A80DD5B1468}" srcOrd="5" destOrd="0" parTransId="{ACB9C89B-E2D1-496E-87C2-0ED8DC7C4CE5}" sibTransId="{27F30D7E-32D8-4E94-BD6A-A1F9E5B9C580}"/>
    <dgm:cxn modelId="{61A09915-0466-4276-A411-C7CC696CD650}" type="presOf" srcId="{DFD4491D-B931-4736-8687-13D365ABAA86}" destId="{8CBE154F-2C71-4895-A205-B8C8950394ED}" srcOrd="1" destOrd="0" presId="urn:microsoft.com/office/officeart/2005/8/layout/orgChart1"/>
    <dgm:cxn modelId="{933EF3A7-3592-40BF-BEAC-5AAF9877162B}" type="presOf" srcId="{976895F8-AA8C-46C5-B2C2-F74D176C491D}" destId="{F24349D2-5ADB-4146-B53F-126FBE314852}" srcOrd="1" destOrd="0" presId="urn:microsoft.com/office/officeart/2005/8/layout/orgChart1"/>
    <dgm:cxn modelId="{BD1B582D-90D8-49DA-B936-28F08008BD1B}" type="presOf" srcId="{2BC47C35-CB2E-4ADA-997E-20AB4D35A222}" destId="{1A87DFD0-A1A5-4AEF-9874-88156CA4976E}" srcOrd="0" destOrd="0" presId="urn:microsoft.com/office/officeart/2005/8/layout/orgChart1"/>
    <dgm:cxn modelId="{15BB7EBF-7831-4041-A98F-52D4569CB868}" type="presOf" srcId="{8E7DC7A7-3675-4E95-A153-8ABEB0FFE8D1}" destId="{1891E697-DEB2-442F-BDF2-5A9697934126}"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4CA9C32A-C8CD-40F1-AFCB-D726CB5C7F3F}" srcId="{1A65A4D7-7720-45CB-8279-86EBD3407E97}" destId="{9E6404DC-1053-49D6-95EE-599A97C88DD3}" srcOrd="0" destOrd="0" parTransId="{541DED35-EA1D-4B2B-8573-F418430E3EF8}" sibTransId="{8EA0B31F-0422-4926-B862-5636855C8DF2}"/>
    <dgm:cxn modelId="{A6959415-DED7-4B6A-A517-A7D02466CF20}" type="presOf" srcId="{535E2B3C-27E8-471E-83EC-33A4ACEFA568}" destId="{0E3A6566-1345-4559-897C-38FE3D6E654D}" srcOrd="0" destOrd="0" presId="urn:microsoft.com/office/officeart/2005/8/layout/orgChart1"/>
    <dgm:cxn modelId="{18C0B248-CAFA-4BE0-8E82-DC067C692D04}" type="presOf" srcId="{620DD3EC-BDCD-468B-B566-7FE2B848507E}" destId="{1999F93D-C5E3-4B58-A38A-C971B5C1871B}" srcOrd="1" destOrd="0" presId="urn:microsoft.com/office/officeart/2005/8/layout/orgChart1"/>
    <dgm:cxn modelId="{5EA19B68-6728-412F-A9A9-320472C7C6E5}" type="presOf" srcId="{AF6C41DE-0FE9-4FE2-8BE9-4215E0A90589}" destId="{381C7EA2-2B75-4178-AA8A-D217EDCFA36F}" srcOrd="0" destOrd="0" presId="urn:microsoft.com/office/officeart/2005/8/layout/orgChart1"/>
    <dgm:cxn modelId="{C7B5CF1A-868A-4360-B1B7-09ACAE8ABA4C}" type="presOf" srcId="{AF6C41DE-0FE9-4FE2-8BE9-4215E0A90589}" destId="{E6A79A9D-7FBA-4C8B-83E1-52C545B782AF}" srcOrd="1" destOrd="0" presId="urn:microsoft.com/office/officeart/2005/8/layout/orgChart1"/>
    <dgm:cxn modelId="{C5D05AC6-9EFA-409D-B352-00E25AE4BBDD}" type="presOf" srcId="{592ED3F7-8BDE-4E17-9A2A-84436F328E5C}" destId="{46B26E77-062A-4293-ACEE-E9FBB1B7AFC9}"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4D91BB93-8A96-4B28-ABD7-E0C5172A8ABF}" type="presParOf" srcId="{4C592C92-3156-443C-BB98-9204DFF01F72}" destId="{BABFBFB4-78A4-4B16-AD3A-61E896716A3C}" srcOrd="0" destOrd="0" presId="urn:microsoft.com/office/officeart/2005/8/layout/orgChart1"/>
    <dgm:cxn modelId="{F17702E9-44E5-41A2-AB97-DEF80E41314D}" type="presParOf" srcId="{4C592C92-3156-443C-BB98-9204DFF01F72}" destId="{BA209B51-AF20-42D0-B73C-E23DAC280B0E}" srcOrd="1" destOrd="0" presId="urn:microsoft.com/office/officeart/2005/8/layout/orgChart1"/>
    <dgm:cxn modelId="{167BE2AE-7ABD-485D-A51D-9A62B95A7DAB}" type="presParOf" srcId="{BA209B51-AF20-42D0-B73C-E23DAC280B0E}" destId="{6179A435-2294-4E89-9AFD-488B7F3D520A}" srcOrd="0" destOrd="0" presId="urn:microsoft.com/office/officeart/2005/8/layout/orgChart1"/>
    <dgm:cxn modelId="{AF05B589-CCF1-425E-8E4E-B089B4C22776}" type="presParOf" srcId="{6179A435-2294-4E89-9AFD-488B7F3D520A}" destId="{1A87DFD0-A1A5-4AEF-9874-88156CA4976E}" srcOrd="0" destOrd="0" presId="urn:microsoft.com/office/officeart/2005/8/layout/orgChart1"/>
    <dgm:cxn modelId="{C8F15CC9-9798-4D55-96FB-0B3E6814CF27}" type="presParOf" srcId="{6179A435-2294-4E89-9AFD-488B7F3D520A}" destId="{5F6EAB39-768E-4EF5-A122-D240B2B03279}" srcOrd="1" destOrd="0" presId="urn:microsoft.com/office/officeart/2005/8/layout/orgChart1"/>
    <dgm:cxn modelId="{CAAF9ACE-C260-468A-A3E4-3053855B58F9}" type="presParOf" srcId="{BA209B51-AF20-42D0-B73C-E23DAC280B0E}" destId="{41C14111-03E5-40B0-B727-819D7A9BEF5B}" srcOrd="1" destOrd="0" presId="urn:microsoft.com/office/officeart/2005/8/layout/orgChart1"/>
    <dgm:cxn modelId="{E6AB5A60-E527-417A-AF75-700D87642E55}" type="presParOf" srcId="{BA209B51-AF20-42D0-B73C-E23DAC280B0E}" destId="{1A74A65C-B44E-4F57-AF52-C2C8A7DB0B53}" srcOrd="2" destOrd="0" presId="urn:microsoft.com/office/officeart/2005/8/layout/orgChart1"/>
    <dgm:cxn modelId="{D3A800B7-4750-40DA-86D4-16AA40D50CD0}" type="presParOf" srcId="{4C592C92-3156-443C-BB98-9204DFF01F72}" destId="{1891E697-DEB2-442F-BDF2-5A9697934126}" srcOrd="2" destOrd="0" presId="urn:microsoft.com/office/officeart/2005/8/layout/orgChart1"/>
    <dgm:cxn modelId="{830F826E-C80E-4FE6-A534-EF1AEF6D039D}" type="presParOf" srcId="{4C592C92-3156-443C-BB98-9204DFF01F72}" destId="{47BA5C8E-C2F3-43E7-BA5C-64E91DC65EB3}" srcOrd="3" destOrd="0" presId="urn:microsoft.com/office/officeart/2005/8/layout/orgChart1"/>
    <dgm:cxn modelId="{C57FBFC5-291B-4334-85F8-999F51C31555}" type="presParOf" srcId="{47BA5C8E-C2F3-43E7-BA5C-64E91DC65EB3}" destId="{9308229C-1B34-401A-AF79-99FCEC67DA76}" srcOrd="0" destOrd="0" presId="urn:microsoft.com/office/officeart/2005/8/layout/orgChart1"/>
    <dgm:cxn modelId="{12DB6058-5D55-4EC1-B5C1-DB4952CEE4D5}" type="presParOf" srcId="{9308229C-1B34-401A-AF79-99FCEC67DA76}" destId="{381C7EA2-2B75-4178-AA8A-D217EDCFA36F}" srcOrd="0" destOrd="0" presId="urn:microsoft.com/office/officeart/2005/8/layout/orgChart1"/>
    <dgm:cxn modelId="{CFD70BAF-650B-4B37-B878-BC378AADECA1}" type="presParOf" srcId="{9308229C-1B34-401A-AF79-99FCEC67DA76}" destId="{E6A79A9D-7FBA-4C8B-83E1-52C545B782AF}" srcOrd="1" destOrd="0" presId="urn:microsoft.com/office/officeart/2005/8/layout/orgChart1"/>
    <dgm:cxn modelId="{591F145B-7D20-460E-BCF7-2C2BDF9980DC}" type="presParOf" srcId="{47BA5C8E-C2F3-43E7-BA5C-64E91DC65EB3}" destId="{8877DBAC-6271-426B-82E5-4D334732C047}" srcOrd="1" destOrd="0" presId="urn:microsoft.com/office/officeart/2005/8/layout/orgChart1"/>
    <dgm:cxn modelId="{72BFE140-8900-40DD-BCEB-B83717EA9B99}" type="presParOf" srcId="{47BA5C8E-C2F3-43E7-BA5C-64E91DC65EB3}" destId="{BF715645-1D79-4998-85D3-11D4125E6231}" srcOrd="2" destOrd="0" presId="urn:microsoft.com/office/officeart/2005/8/layout/orgChart1"/>
    <dgm:cxn modelId="{4ECEC585-852D-42B7-8448-582B7D56C8A9}" type="presParOf" srcId="{4C592C92-3156-443C-BB98-9204DFF01F72}" destId="{A4FAE87E-12FA-4A7E-9D3F-3AFCE60315A4}" srcOrd="4" destOrd="0" presId="urn:microsoft.com/office/officeart/2005/8/layout/orgChart1"/>
    <dgm:cxn modelId="{92483812-9901-4FB7-A2EE-B4793D8ECAE3}" type="presParOf" srcId="{4C592C92-3156-443C-BB98-9204DFF01F72}" destId="{59745AC2-BCF2-4AC4-9A79-1E1EF48226AD}" srcOrd="5" destOrd="0" presId="urn:microsoft.com/office/officeart/2005/8/layout/orgChart1"/>
    <dgm:cxn modelId="{22E74176-1BAD-4231-BCB9-F443FD20F810}" type="presParOf" srcId="{59745AC2-BCF2-4AC4-9A79-1E1EF48226AD}" destId="{3CD4DF49-0BA9-4302-9A34-844810873413}" srcOrd="0" destOrd="0" presId="urn:microsoft.com/office/officeart/2005/8/layout/orgChart1"/>
    <dgm:cxn modelId="{608B3379-415D-4F60-87BC-63D8C10898B3}" type="presParOf" srcId="{3CD4DF49-0BA9-4302-9A34-844810873413}" destId="{895EE0A8-FF27-4E5E-A9CF-0B48E925D09C}" srcOrd="0" destOrd="0" presId="urn:microsoft.com/office/officeart/2005/8/layout/orgChart1"/>
    <dgm:cxn modelId="{6D03F4B7-247C-4CB9-9B7F-1987C06D6A22}" type="presParOf" srcId="{3CD4DF49-0BA9-4302-9A34-844810873413}" destId="{640A420B-2CFE-4944-ABF0-EAEAE3402C6F}" srcOrd="1" destOrd="0" presId="urn:microsoft.com/office/officeart/2005/8/layout/orgChart1"/>
    <dgm:cxn modelId="{C4771101-370D-4C4E-8328-A0810EC8D6C8}" type="presParOf" srcId="{59745AC2-BCF2-4AC4-9A79-1E1EF48226AD}" destId="{2FAF0907-22A6-4633-89A3-28CD61B1B262}" srcOrd="1" destOrd="0" presId="urn:microsoft.com/office/officeart/2005/8/layout/orgChart1"/>
    <dgm:cxn modelId="{39FC34F3-F88A-4086-A369-DFF5A7CCC40B}" type="presParOf" srcId="{59745AC2-BCF2-4AC4-9A79-1E1EF48226AD}" destId="{98CB5EF3-7761-4276-9A03-D974B765AAE1}"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BB6798B4-3304-4BDF-A752-D00ADAE4ABFB}" type="presParOf" srcId="{AD53A4B1-01E7-41E8-9724-31F3910545A4}" destId="{62821369-B757-43AF-BF6D-02B9EF83A7FF}" srcOrd="4" destOrd="0" presId="urn:microsoft.com/office/officeart/2005/8/layout/orgChart1"/>
    <dgm:cxn modelId="{FFED0061-3CD4-4AA2-9339-8CF37DFD7CAC}" type="presParOf" srcId="{AD53A4B1-01E7-41E8-9724-31F3910545A4}" destId="{739885B7-7422-46AE-AE38-C86EED9C22BF}" srcOrd="5" destOrd="0" presId="urn:microsoft.com/office/officeart/2005/8/layout/orgChart1"/>
    <dgm:cxn modelId="{21F747C8-79A4-49B4-BEAF-C6ED3215C8B2}" type="presParOf" srcId="{739885B7-7422-46AE-AE38-C86EED9C22BF}" destId="{1BDBFDD5-3230-44FF-B170-FE93CAC5A6B8}" srcOrd="0" destOrd="0" presId="urn:microsoft.com/office/officeart/2005/8/layout/orgChart1"/>
    <dgm:cxn modelId="{51FA5211-96AB-4283-9611-644E0622C5EC}" type="presParOf" srcId="{1BDBFDD5-3230-44FF-B170-FE93CAC5A6B8}" destId="{E2CE8193-46AF-44C0-B4A1-4402C2A6388E}" srcOrd="0" destOrd="0" presId="urn:microsoft.com/office/officeart/2005/8/layout/orgChart1"/>
    <dgm:cxn modelId="{85976A63-EEAA-4BC7-BF0D-E59F7AEE9B74}" type="presParOf" srcId="{1BDBFDD5-3230-44FF-B170-FE93CAC5A6B8}" destId="{0FE7A504-1A99-42A4-92D2-369E93728B6E}" srcOrd="1" destOrd="0" presId="urn:microsoft.com/office/officeart/2005/8/layout/orgChart1"/>
    <dgm:cxn modelId="{F8EFA0DD-10F2-4F88-A5F1-8A050C45EAC1}" type="presParOf" srcId="{739885B7-7422-46AE-AE38-C86EED9C22BF}" destId="{5C832EA0-92EB-4018-A238-AAD0380D7AE1}" srcOrd="1" destOrd="0" presId="urn:microsoft.com/office/officeart/2005/8/layout/orgChart1"/>
    <dgm:cxn modelId="{65F69337-3AFF-40CD-B3BC-26C6560172F4}" type="presParOf" srcId="{5C832EA0-92EB-4018-A238-AAD0380D7AE1}" destId="{9E70A5C0-8C6B-42DA-8585-E605207FB3C9}" srcOrd="0" destOrd="0" presId="urn:microsoft.com/office/officeart/2005/8/layout/orgChart1"/>
    <dgm:cxn modelId="{C287944F-03C2-4657-BB6E-3388E062209E}" type="presParOf" srcId="{5C832EA0-92EB-4018-A238-AAD0380D7AE1}" destId="{7064A7A6-65E9-4E4A-91E3-93CD855E9970}" srcOrd="1" destOrd="0" presId="urn:microsoft.com/office/officeart/2005/8/layout/orgChart1"/>
    <dgm:cxn modelId="{26F7700D-C685-4F52-BA68-A86D4A2BA30C}" type="presParOf" srcId="{7064A7A6-65E9-4E4A-91E3-93CD855E9970}" destId="{FEBDAAC6-701F-4532-A65F-7E7B484BE943}" srcOrd="0" destOrd="0" presId="urn:microsoft.com/office/officeart/2005/8/layout/orgChart1"/>
    <dgm:cxn modelId="{1995C407-92A4-499B-99D7-674F6201CD86}" type="presParOf" srcId="{FEBDAAC6-701F-4532-A65F-7E7B484BE943}" destId="{0E3A6566-1345-4559-897C-38FE3D6E654D}" srcOrd="0" destOrd="0" presId="urn:microsoft.com/office/officeart/2005/8/layout/orgChart1"/>
    <dgm:cxn modelId="{95FE8A0F-8265-4F0B-AAEE-AE1B6810853D}" type="presParOf" srcId="{FEBDAAC6-701F-4532-A65F-7E7B484BE943}" destId="{3DE6579F-2A0B-42E7-B314-59CFB5853E0E}" srcOrd="1" destOrd="0" presId="urn:microsoft.com/office/officeart/2005/8/layout/orgChart1"/>
    <dgm:cxn modelId="{04A710BD-30E5-465A-A1DC-16F1A20446B5}" type="presParOf" srcId="{7064A7A6-65E9-4E4A-91E3-93CD855E9970}" destId="{8C87F5B3-6AD5-4269-BFDA-D073CDE9D216}" srcOrd="1" destOrd="0" presId="urn:microsoft.com/office/officeart/2005/8/layout/orgChart1"/>
    <dgm:cxn modelId="{D0122321-7D4D-48FD-9723-AE0EABEEFCE9}" type="presParOf" srcId="{7064A7A6-65E9-4E4A-91E3-93CD855E9970}" destId="{6C24F2CA-8CFF-4D28-84D7-6CF4D9A6DA9E}" srcOrd="2" destOrd="0" presId="urn:microsoft.com/office/officeart/2005/8/layout/orgChart1"/>
    <dgm:cxn modelId="{57C10F47-6030-47EE-87BC-A03569C2EE65}" type="presParOf" srcId="{5C832EA0-92EB-4018-A238-AAD0380D7AE1}" destId="{D7EC33C0-FF6B-4B64-B619-9763AD02E7A0}" srcOrd="2" destOrd="0" presId="urn:microsoft.com/office/officeart/2005/8/layout/orgChart1"/>
    <dgm:cxn modelId="{44074693-F95B-4EF0-B59D-E3280016F077}" type="presParOf" srcId="{5C832EA0-92EB-4018-A238-AAD0380D7AE1}" destId="{FBE1D08F-7020-404B-99C6-97C281D388D2}" srcOrd="3" destOrd="0" presId="urn:microsoft.com/office/officeart/2005/8/layout/orgChart1"/>
    <dgm:cxn modelId="{52E3DF6E-72B1-4A6B-8AD2-25890C609B89}" type="presParOf" srcId="{FBE1D08F-7020-404B-99C6-97C281D388D2}" destId="{B1BB1CBD-8D60-4E6B-A965-5B902B610DA9}" srcOrd="0" destOrd="0" presId="urn:microsoft.com/office/officeart/2005/8/layout/orgChart1"/>
    <dgm:cxn modelId="{D7F705E1-B023-46A0-8CAC-E2E62F3A8C0E}" type="presParOf" srcId="{B1BB1CBD-8D60-4E6B-A965-5B902B610DA9}" destId="{0B565A4F-01B9-4EB6-9276-06D0F8CC2FA8}" srcOrd="0" destOrd="0" presId="urn:microsoft.com/office/officeart/2005/8/layout/orgChart1"/>
    <dgm:cxn modelId="{65417BE2-42B9-4687-86CB-82874AB0CD16}" type="presParOf" srcId="{B1BB1CBD-8D60-4E6B-A965-5B902B610DA9}" destId="{F24349D2-5ADB-4146-B53F-126FBE314852}" srcOrd="1" destOrd="0" presId="urn:microsoft.com/office/officeart/2005/8/layout/orgChart1"/>
    <dgm:cxn modelId="{12E9D02A-8EAD-41FE-9A62-C7DE6B5FCA26}" type="presParOf" srcId="{FBE1D08F-7020-404B-99C6-97C281D388D2}" destId="{8AD50A83-5785-4E55-95F9-1E475971C318}" srcOrd="1" destOrd="0" presId="urn:microsoft.com/office/officeart/2005/8/layout/orgChart1"/>
    <dgm:cxn modelId="{84D7457D-64E3-411A-BBA7-8BDD0E632873}" type="presParOf" srcId="{FBE1D08F-7020-404B-99C6-97C281D388D2}" destId="{F3809B50-6AEA-4602-815A-4CA14B985C51}" srcOrd="2" destOrd="0" presId="urn:microsoft.com/office/officeart/2005/8/layout/orgChart1"/>
    <dgm:cxn modelId="{95F22C9B-3991-4B91-A1BF-BC36BECA4133}" type="presParOf" srcId="{5C832EA0-92EB-4018-A238-AAD0380D7AE1}" destId="{B3EB23AF-3DC9-4100-A849-FA07AEF443A2}" srcOrd="4" destOrd="0" presId="urn:microsoft.com/office/officeart/2005/8/layout/orgChart1"/>
    <dgm:cxn modelId="{4FCACCD6-D4BF-4C77-AE75-129491F0B14E}" type="presParOf" srcId="{5C832EA0-92EB-4018-A238-AAD0380D7AE1}" destId="{650E286B-1271-49EF-977C-7C8E2C8BE7ED}" srcOrd="5" destOrd="0" presId="urn:microsoft.com/office/officeart/2005/8/layout/orgChart1"/>
    <dgm:cxn modelId="{91B8CB67-D55B-42B7-BA0C-96E6A874C986}" type="presParOf" srcId="{650E286B-1271-49EF-977C-7C8E2C8BE7ED}" destId="{FF01C251-9EC4-4EA8-92DF-9F59EB061505}" srcOrd="0" destOrd="0" presId="urn:microsoft.com/office/officeart/2005/8/layout/orgChart1"/>
    <dgm:cxn modelId="{3EFB14E5-4E5A-4C46-AF80-94C8E3CE67DD}" type="presParOf" srcId="{FF01C251-9EC4-4EA8-92DF-9F59EB061505}" destId="{13A64A61-7645-4497-A631-335381B21440}" srcOrd="0" destOrd="0" presId="urn:microsoft.com/office/officeart/2005/8/layout/orgChart1"/>
    <dgm:cxn modelId="{78C51935-4571-46E9-B078-4EB58EF665DA}" type="presParOf" srcId="{FF01C251-9EC4-4EA8-92DF-9F59EB061505}" destId="{AAE0CE46-459B-450B-BE8B-0F4409FDBB7F}" srcOrd="1" destOrd="0" presId="urn:microsoft.com/office/officeart/2005/8/layout/orgChart1"/>
    <dgm:cxn modelId="{B8041777-18AD-40D0-A356-E35381FB09A3}" type="presParOf" srcId="{650E286B-1271-49EF-977C-7C8E2C8BE7ED}" destId="{98EEB828-198F-4CE1-86E7-B9BE9F7F7975}" srcOrd="1" destOrd="0" presId="urn:microsoft.com/office/officeart/2005/8/layout/orgChart1"/>
    <dgm:cxn modelId="{4BB48DD5-5136-47FD-B65F-3A3078DA9C94}" type="presParOf" srcId="{650E286B-1271-49EF-977C-7C8E2C8BE7ED}" destId="{766EF1A2-3CD3-4BB6-A128-92E174BE9C6F}" srcOrd="2" destOrd="0" presId="urn:microsoft.com/office/officeart/2005/8/layout/orgChart1"/>
    <dgm:cxn modelId="{3795E050-E83F-4C7F-864D-11F244630CAA}" type="presParOf" srcId="{5C832EA0-92EB-4018-A238-AAD0380D7AE1}" destId="{46B26E77-062A-4293-ACEE-E9FBB1B7AFC9}" srcOrd="6" destOrd="0" presId="urn:microsoft.com/office/officeart/2005/8/layout/orgChart1"/>
    <dgm:cxn modelId="{42441B8D-8751-4B16-B37E-CE8CBAF42A04}" type="presParOf" srcId="{5C832EA0-92EB-4018-A238-AAD0380D7AE1}" destId="{D42F4581-A2C2-4A5E-9A77-EBAB82416305}" srcOrd="7" destOrd="0" presId="urn:microsoft.com/office/officeart/2005/8/layout/orgChart1"/>
    <dgm:cxn modelId="{0BDDE525-860D-4153-BF88-0A02735482F7}" type="presParOf" srcId="{D42F4581-A2C2-4A5E-9A77-EBAB82416305}" destId="{EE410F55-638E-471E-96E9-3FEE5D310791}" srcOrd="0" destOrd="0" presId="urn:microsoft.com/office/officeart/2005/8/layout/orgChart1"/>
    <dgm:cxn modelId="{04950EB9-710B-41D8-9727-8DE27203588A}" type="presParOf" srcId="{EE410F55-638E-471E-96E9-3FEE5D310791}" destId="{68F9BB86-EDFB-47D1-AE3A-5735A05E1F08}" srcOrd="0" destOrd="0" presId="urn:microsoft.com/office/officeart/2005/8/layout/orgChart1"/>
    <dgm:cxn modelId="{BF4DB042-8D08-4FF6-95C5-3688C0539893}" type="presParOf" srcId="{EE410F55-638E-471E-96E9-3FEE5D310791}" destId="{32196BA7-60E8-432F-9585-3654C26695D9}" srcOrd="1" destOrd="0" presId="urn:microsoft.com/office/officeart/2005/8/layout/orgChart1"/>
    <dgm:cxn modelId="{6EEDAA6B-83F0-4EB0-A433-3A89CD26CBEE}" type="presParOf" srcId="{D42F4581-A2C2-4A5E-9A77-EBAB82416305}" destId="{C586D55A-BF18-4758-98E5-ED4314D64E9E}" srcOrd="1" destOrd="0" presId="urn:microsoft.com/office/officeart/2005/8/layout/orgChart1"/>
    <dgm:cxn modelId="{360FCDF9-08E6-4B1B-804B-FFDD3BDD0C83}" type="presParOf" srcId="{D42F4581-A2C2-4A5E-9A77-EBAB82416305}" destId="{4CA2E8CA-0194-4450-B4F7-8DF3D1DBDC13}" srcOrd="2" destOrd="0" presId="urn:microsoft.com/office/officeart/2005/8/layout/orgChart1"/>
    <dgm:cxn modelId="{94A3483B-9355-4201-AD9B-DA551A74E2A7}" type="presParOf" srcId="{5C832EA0-92EB-4018-A238-AAD0380D7AE1}" destId="{AAA1F078-CEA3-45B0-BC21-CA7C7E9F0DD7}" srcOrd="8" destOrd="0" presId="urn:microsoft.com/office/officeart/2005/8/layout/orgChart1"/>
    <dgm:cxn modelId="{FEC61095-4053-445A-8115-DD11D4B0EE64}" type="presParOf" srcId="{5C832EA0-92EB-4018-A238-AAD0380D7AE1}" destId="{A0CED7F9-C66C-41F0-BCFF-49004A35CF11}" srcOrd="9" destOrd="0" presId="urn:microsoft.com/office/officeart/2005/8/layout/orgChart1"/>
    <dgm:cxn modelId="{60BE6032-CB97-4F6B-AE66-24BD5403BF7B}" type="presParOf" srcId="{A0CED7F9-C66C-41F0-BCFF-49004A35CF11}" destId="{58F0F69F-F960-473F-9602-C9F59DB5CAE7}" srcOrd="0" destOrd="0" presId="urn:microsoft.com/office/officeart/2005/8/layout/orgChart1"/>
    <dgm:cxn modelId="{94126470-241C-4895-ADD5-ADCE5FBF2D1F}" type="presParOf" srcId="{58F0F69F-F960-473F-9602-C9F59DB5CAE7}" destId="{9AC40EFA-20D6-4F90-BF9B-FECE51A46116}" srcOrd="0" destOrd="0" presId="urn:microsoft.com/office/officeart/2005/8/layout/orgChart1"/>
    <dgm:cxn modelId="{6B2D2236-5874-41A3-9287-090AE724985C}" type="presParOf" srcId="{58F0F69F-F960-473F-9602-C9F59DB5CAE7}" destId="{8CBE154F-2C71-4895-A205-B8C8950394ED}" srcOrd="1" destOrd="0" presId="urn:microsoft.com/office/officeart/2005/8/layout/orgChart1"/>
    <dgm:cxn modelId="{A7A7CDF3-11AE-4BC1-B55F-1D8E19EA160B}" type="presParOf" srcId="{A0CED7F9-C66C-41F0-BCFF-49004A35CF11}" destId="{4C6EA499-92F0-42C2-8769-772CA91D0DFF}" srcOrd="1" destOrd="0" presId="urn:microsoft.com/office/officeart/2005/8/layout/orgChart1"/>
    <dgm:cxn modelId="{459CFF66-ABC4-4026-891A-8D7C78593961}" type="presParOf" srcId="{A0CED7F9-C66C-41F0-BCFF-49004A35CF11}" destId="{EBB5A792-BAE7-4B8B-9CBD-7BB7430317E9}" srcOrd="2" destOrd="0" presId="urn:microsoft.com/office/officeart/2005/8/layout/orgChart1"/>
    <dgm:cxn modelId="{44B549E4-2C62-4388-BA61-7C72C2233917}" type="presParOf" srcId="{5C832EA0-92EB-4018-A238-AAD0380D7AE1}" destId="{E5E82D6C-BB0D-481D-A9F4-AB99E4778C86}" srcOrd="10" destOrd="0" presId="urn:microsoft.com/office/officeart/2005/8/layout/orgChart1"/>
    <dgm:cxn modelId="{3F4F7EFC-95A6-4B14-A71F-9BBB5781D68B}" type="presParOf" srcId="{5C832EA0-92EB-4018-A238-AAD0380D7AE1}" destId="{4C471ABF-7849-4242-BF25-ADB1C3D3D17D}" srcOrd="11" destOrd="0" presId="urn:microsoft.com/office/officeart/2005/8/layout/orgChart1"/>
    <dgm:cxn modelId="{1740E06E-377F-4DA3-872B-00E5CCE1279A}" type="presParOf" srcId="{4C471ABF-7849-4242-BF25-ADB1C3D3D17D}" destId="{F5F3A7B3-53CA-4066-ACBE-B5DD8E8D93B7}" srcOrd="0" destOrd="0" presId="urn:microsoft.com/office/officeart/2005/8/layout/orgChart1"/>
    <dgm:cxn modelId="{7D515DA4-336B-4228-8F8A-04B2FCEF33B0}" type="presParOf" srcId="{F5F3A7B3-53CA-4066-ACBE-B5DD8E8D93B7}" destId="{DC7D0CF0-115C-4024-B0A6-7BC035EE04B9}" srcOrd="0" destOrd="0" presId="urn:microsoft.com/office/officeart/2005/8/layout/orgChart1"/>
    <dgm:cxn modelId="{88F3E483-706D-4F2A-ADDA-43BBD8335E4D}" type="presParOf" srcId="{F5F3A7B3-53CA-4066-ACBE-B5DD8E8D93B7}" destId="{8FA9A328-A8A7-472C-899B-C7E00A46791C}" srcOrd="1" destOrd="0" presId="urn:microsoft.com/office/officeart/2005/8/layout/orgChart1"/>
    <dgm:cxn modelId="{C7AB3B1F-4BE0-4CED-8FA7-CAC43F4E74AD}" type="presParOf" srcId="{4C471ABF-7849-4242-BF25-ADB1C3D3D17D}" destId="{6F8A478A-C8E1-437C-95E8-C1A4CBB1B65C}" srcOrd="1" destOrd="0" presId="urn:microsoft.com/office/officeart/2005/8/layout/orgChart1"/>
    <dgm:cxn modelId="{55387003-2FD0-4233-944D-E3321AE1079E}" type="presParOf" srcId="{4C471ABF-7849-4242-BF25-ADB1C3D3D17D}" destId="{A557FFCB-2C31-4A7F-A856-EF85857AD8D3}" srcOrd="2" destOrd="0" presId="urn:microsoft.com/office/officeart/2005/8/layout/orgChart1"/>
    <dgm:cxn modelId="{025F3DC2-58B2-4E89-88AF-DB9DF2549973}" type="presParOf" srcId="{739885B7-7422-46AE-AE38-C86EED9C22BF}" destId="{AFF152E2-0280-4325-8B01-B43435B772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E6A198-0002-4902-8A28-E6609F8BD17F}">
      <dsp:nvSpPr>
        <dsp:cNvPr id="0" name=""/>
        <dsp:cNvSpPr/>
      </dsp:nvSpPr>
      <dsp:spPr>
        <a:xfrm>
          <a:off x="5655099" y="1151423"/>
          <a:ext cx="293139" cy="1784229"/>
        </a:xfrm>
        <a:custGeom>
          <a:avLst/>
          <a:gdLst/>
          <a:ahLst/>
          <a:cxnLst/>
          <a:rect l="0" t="0" r="0" b="0"/>
          <a:pathLst>
            <a:path>
              <a:moveTo>
                <a:pt x="0" y="0"/>
              </a:moveTo>
              <a:lnTo>
                <a:pt x="0" y="1784229"/>
              </a:lnTo>
              <a:lnTo>
                <a:pt x="293139"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46770C-9FEA-4880-A916-84A27C1415D4}">
      <dsp:nvSpPr>
        <dsp:cNvPr id="0" name=""/>
        <dsp:cNvSpPr/>
      </dsp:nvSpPr>
      <dsp:spPr>
        <a:xfrm>
          <a:off x="5655099" y="1151423"/>
          <a:ext cx="293139" cy="1110398"/>
        </a:xfrm>
        <a:custGeom>
          <a:avLst/>
          <a:gdLst/>
          <a:ahLst/>
          <a:cxnLst/>
          <a:rect l="0" t="0" r="0" b="0"/>
          <a:pathLst>
            <a:path>
              <a:moveTo>
                <a:pt x="0" y="0"/>
              </a:moveTo>
              <a:lnTo>
                <a:pt x="0" y="1110398"/>
              </a:lnTo>
              <a:lnTo>
                <a:pt x="293139"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B913B5-A0F2-42D7-BADE-1F05C8CD66E4}">
      <dsp:nvSpPr>
        <dsp:cNvPr id="0" name=""/>
        <dsp:cNvSpPr/>
      </dsp:nvSpPr>
      <dsp:spPr>
        <a:xfrm>
          <a:off x="5655099" y="1151423"/>
          <a:ext cx="293139" cy="436566"/>
        </a:xfrm>
        <a:custGeom>
          <a:avLst/>
          <a:gdLst/>
          <a:ahLst/>
          <a:cxnLst/>
          <a:rect l="0" t="0" r="0" b="0"/>
          <a:pathLst>
            <a:path>
              <a:moveTo>
                <a:pt x="0" y="0"/>
              </a:moveTo>
              <a:lnTo>
                <a:pt x="0" y="436566"/>
              </a:lnTo>
              <a:lnTo>
                <a:pt x="293139"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50F8F3-C2F9-427C-AB94-5DD32B31EEB1}">
      <dsp:nvSpPr>
        <dsp:cNvPr id="0" name=""/>
        <dsp:cNvSpPr/>
      </dsp:nvSpPr>
      <dsp:spPr>
        <a:xfrm>
          <a:off x="4015125" y="477592"/>
          <a:ext cx="2421678" cy="199302"/>
        </a:xfrm>
        <a:custGeom>
          <a:avLst/>
          <a:gdLst/>
          <a:ahLst/>
          <a:cxnLst/>
          <a:rect l="0" t="0" r="0" b="0"/>
          <a:pathLst>
            <a:path>
              <a:moveTo>
                <a:pt x="0" y="0"/>
              </a:moveTo>
              <a:lnTo>
                <a:pt x="0" y="99651"/>
              </a:lnTo>
              <a:lnTo>
                <a:pt x="2421678" y="99651"/>
              </a:lnTo>
              <a:lnTo>
                <a:pt x="2421678"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EC33C0-FF6B-4B64-B619-9763AD02E7A0}">
      <dsp:nvSpPr>
        <dsp:cNvPr id="0" name=""/>
        <dsp:cNvSpPr/>
      </dsp:nvSpPr>
      <dsp:spPr>
        <a:xfrm>
          <a:off x="3986735" y="1151423"/>
          <a:ext cx="212272" cy="3805723"/>
        </a:xfrm>
        <a:custGeom>
          <a:avLst/>
          <a:gdLst/>
          <a:ahLst/>
          <a:cxnLst/>
          <a:rect l="0" t="0" r="0" b="0"/>
          <a:pathLst>
            <a:path>
              <a:moveTo>
                <a:pt x="0" y="0"/>
              </a:moveTo>
              <a:lnTo>
                <a:pt x="0" y="3805723"/>
              </a:lnTo>
              <a:lnTo>
                <a:pt x="212272" y="38057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70A5C0-8C6B-42DA-8585-E605207FB3C9}">
      <dsp:nvSpPr>
        <dsp:cNvPr id="0" name=""/>
        <dsp:cNvSpPr/>
      </dsp:nvSpPr>
      <dsp:spPr>
        <a:xfrm>
          <a:off x="3986735" y="1151423"/>
          <a:ext cx="212272" cy="3131892"/>
        </a:xfrm>
        <a:custGeom>
          <a:avLst/>
          <a:gdLst/>
          <a:ahLst/>
          <a:cxnLst/>
          <a:rect l="0" t="0" r="0" b="0"/>
          <a:pathLst>
            <a:path>
              <a:moveTo>
                <a:pt x="0" y="0"/>
              </a:moveTo>
              <a:lnTo>
                <a:pt x="0" y="3131892"/>
              </a:lnTo>
              <a:lnTo>
                <a:pt x="212272" y="313189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04AEF2-38A6-4D13-9562-4FE0E603EC40}">
      <dsp:nvSpPr>
        <dsp:cNvPr id="0" name=""/>
        <dsp:cNvSpPr/>
      </dsp:nvSpPr>
      <dsp:spPr>
        <a:xfrm>
          <a:off x="3986735" y="1151423"/>
          <a:ext cx="212272" cy="2458061"/>
        </a:xfrm>
        <a:custGeom>
          <a:avLst/>
          <a:gdLst/>
          <a:ahLst/>
          <a:cxnLst/>
          <a:rect l="0" t="0" r="0" b="0"/>
          <a:pathLst>
            <a:path>
              <a:moveTo>
                <a:pt x="0" y="0"/>
              </a:moveTo>
              <a:lnTo>
                <a:pt x="0" y="2458061"/>
              </a:lnTo>
              <a:lnTo>
                <a:pt x="212272" y="24580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03C03E-570C-4E7D-9C92-0AC3EA643FF1}">
      <dsp:nvSpPr>
        <dsp:cNvPr id="0" name=""/>
        <dsp:cNvSpPr/>
      </dsp:nvSpPr>
      <dsp:spPr>
        <a:xfrm>
          <a:off x="3986735"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14F421-3EDC-473C-AA0A-5D676BB69F45}">
      <dsp:nvSpPr>
        <dsp:cNvPr id="0" name=""/>
        <dsp:cNvSpPr/>
      </dsp:nvSpPr>
      <dsp:spPr>
        <a:xfrm>
          <a:off x="3986735"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679957-7E3B-4BD6-B48E-5D4D6DCC99DC}">
      <dsp:nvSpPr>
        <dsp:cNvPr id="0" name=""/>
        <dsp:cNvSpPr/>
      </dsp:nvSpPr>
      <dsp:spPr>
        <a:xfrm>
          <a:off x="3986735"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015125" y="477592"/>
          <a:ext cx="537670" cy="199302"/>
        </a:xfrm>
        <a:custGeom>
          <a:avLst/>
          <a:gdLst/>
          <a:ahLst/>
          <a:cxnLst/>
          <a:rect l="0" t="0" r="0" b="0"/>
          <a:pathLst>
            <a:path>
              <a:moveTo>
                <a:pt x="0" y="0"/>
              </a:moveTo>
              <a:lnTo>
                <a:pt x="0" y="99651"/>
              </a:lnTo>
              <a:lnTo>
                <a:pt x="537670" y="99651"/>
              </a:lnTo>
              <a:lnTo>
                <a:pt x="53767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AE87E-12FA-4A7E-9D3F-3AFCE60315A4}">
      <dsp:nvSpPr>
        <dsp:cNvPr id="0" name=""/>
        <dsp:cNvSpPr/>
      </dsp:nvSpPr>
      <dsp:spPr>
        <a:xfrm>
          <a:off x="2372282"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2372282"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2372282"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938342" y="477592"/>
          <a:ext cx="1076782" cy="199302"/>
        </a:xfrm>
        <a:custGeom>
          <a:avLst/>
          <a:gdLst/>
          <a:ahLst/>
          <a:cxnLst/>
          <a:rect l="0" t="0" r="0" b="0"/>
          <a:pathLst>
            <a:path>
              <a:moveTo>
                <a:pt x="1076782" y="0"/>
              </a:moveTo>
              <a:lnTo>
                <a:pt x="1076782" y="99651"/>
              </a:lnTo>
              <a:lnTo>
                <a:pt x="0" y="99651"/>
              </a:lnTo>
              <a:lnTo>
                <a:pt x="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A6FBF6-CD95-40DE-8CF4-D0B50E0D9D69}">
      <dsp:nvSpPr>
        <dsp:cNvPr id="0" name=""/>
        <dsp:cNvSpPr/>
      </dsp:nvSpPr>
      <dsp:spPr>
        <a:xfrm>
          <a:off x="757830" y="1151423"/>
          <a:ext cx="212272" cy="3805723"/>
        </a:xfrm>
        <a:custGeom>
          <a:avLst/>
          <a:gdLst/>
          <a:ahLst/>
          <a:cxnLst/>
          <a:rect l="0" t="0" r="0" b="0"/>
          <a:pathLst>
            <a:path>
              <a:moveTo>
                <a:pt x="0" y="0"/>
              </a:moveTo>
              <a:lnTo>
                <a:pt x="0" y="3805723"/>
              </a:lnTo>
              <a:lnTo>
                <a:pt x="212272" y="38057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58E586-DB92-492E-9D54-5B1732DFF307}">
      <dsp:nvSpPr>
        <dsp:cNvPr id="0" name=""/>
        <dsp:cNvSpPr/>
      </dsp:nvSpPr>
      <dsp:spPr>
        <a:xfrm>
          <a:off x="757830" y="1151423"/>
          <a:ext cx="212272" cy="3131892"/>
        </a:xfrm>
        <a:custGeom>
          <a:avLst/>
          <a:gdLst/>
          <a:ahLst/>
          <a:cxnLst/>
          <a:rect l="0" t="0" r="0" b="0"/>
          <a:pathLst>
            <a:path>
              <a:moveTo>
                <a:pt x="0" y="0"/>
              </a:moveTo>
              <a:lnTo>
                <a:pt x="0" y="3131892"/>
              </a:lnTo>
              <a:lnTo>
                <a:pt x="212272" y="313189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23C0CE-9B5D-413A-AF74-038AF7033DAC}">
      <dsp:nvSpPr>
        <dsp:cNvPr id="0" name=""/>
        <dsp:cNvSpPr/>
      </dsp:nvSpPr>
      <dsp:spPr>
        <a:xfrm>
          <a:off x="757830" y="1151423"/>
          <a:ext cx="212272" cy="2458061"/>
        </a:xfrm>
        <a:custGeom>
          <a:avLst/>
          <a:gdLst/>
          <a:ahLst/>
          <a:cxnLst/>
          <a:rect l="0" t="0" r="0" b="0"/>
          <a:pathLst>
            <a:path>
              <a:moveTo>
                <a:pt x="0" y="0"/>
              </a:moveTo>
              <a:lnTo>
                <a:pt x="0" y="2458061"/>
              </a:lnTo>
              <a:lnTo>
                <a:pt x="212272" y="24580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F0E9FE-CFC8-4EE0-9496-6BEA42EF318B}">
      <dsp:nvSpPr>
        <dsp:cNvPr id="0" name=""/>
        <dsp:cNvSpPr/>
      </dsp:nvSpPr>
      <dsp:spPr>
        <a:xfrm>
          <a:off x="757830"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757830"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757830"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323890" y="477592"/>
          <a:ext cx="2691235" cy="199302"/>
        </a:xfrm>
        <a:custGeom>
          <a:avLst/>
          <a:gdLst/>
          <a:ahLst/>
          <a:cxnLst/>
          <a:rect l="0" t="0" r="0" b="0"/>
          <a:pathLst>
            <a:path>
              <a:moveTo>
                <a:pt x="2691235" y="0"/>
              </a:moveTo>
              <a:lnTo>
                <a:pt x="2691235" y="99651"/>
              </a:lnTo>
              <a:lnTo>
                <a:pt x="0" y="99651"/>
              </a:lnTo>
              <a:lnTo>
                <a:pt x="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963692" y="3062"/>
          <a:ext cx="2102866" cy="474529"/>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6: Requirements elicitation.</a:t>
          </a:r>
          <a:endParaRPr lang="en-US" sz="1600" kern="1200" dirty="0"/>
        </a:p>
      </dsp:txBody>
      <dsp:txXfrm>
        <a:off x="2963692" y="3062"/>
        <a:ext cx="2102866" cy="474529"/>
      </dsp:txXfrm>
    </dsp:sp>
    <dsp:sp modelId="{C9422C4E-2B02-4D33-A16B-EF7B187ECAB7}">
      <dsp:nvSpPr>
        <dsp:cNvPr id="0" name=""/>
        <dsp:cNvSpPr/>
      </dsp:nvSpPr>
      <dsp:spPr>
        <a:xfrm>
          <a:off x="616314"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Req. Elicitation Techniques</a:t>
          </a:r>
          <a:endParaRPr lang="en-US" sz="1600" kern="1200" dirty="0"/>
        </a:p>
      </dsp:txBody>
      <dsp:txXfrm>
        <a:off x="616314" y="676894"/>
        <a:ext cx="1415150" cy="474529"/>
      </dsp:txXfrm>
    </dsp:sp>
    <dsp:sp modelId="{ED8B7DF3-7C68-4E1C-A743-283531BE19BD}">
      <dsp:nvSpPr>
        <dsp:cNvPr id="0" name=""/>
        <dsp:cNvSpPr/>
      </dsp:nvSpPr>
      <dsp:spPr>
        <a:xfrm>
          <a:off x="970102" y="1350725"/>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Interview</a:t>
          </a:r>
          <a:endParaRPr lang="en-US" sz="1400" kern="1200" dirty="0"/>
        </a:p>
      </dsp:txBody>
      <dsp:txXfrm>
        <a:off x="970102" y="1350725"/>
        <a:ext cx="949058" cy="474529"/>
      </dsp:txXfrm>
    </dsp:sp>
    <dsp:sp modelId="{31C29986-52F5-42D4-A9FC-3B32B3F35DB2}">
      <dsp:nvSpPr>
        <dsp:cNvPr id="0" name=""/>
        <dsp:cNvSpPr/>
      </dsp:nvSpPr>
      <dsp:spPr>
        <a:xfrm>
          <a:off x="970102" y="2024557"/>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Workshop</a:t>
          </a:r>
          <a:endParaRPr lang="en-US" sz="1400" kern="1200" dirty="0"/>
        </a:p>
      </dsp:txBody>
      <dsp:txXfrm>
        <a:off x="970102" y="2024557"/>
        <a:ext cx="949058" cy="474529"/>
      </dsp:txXfrm>
    </dsp:sp>
    <dsp:sp modelId="{F49CBD60-76B2-4B73-8337-240A37B4B697}">
      <dsp:nvSpPr>
        <dsp:cNvPr id="0" name=""/>
        <dsp:cNvSpPr/>
      </dsp:nvSpPr>
      <dsp:spPr>
        <a:xfrm>
          <a:off x="970102"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Focus group</a:t>
          </a:r>
          <a:endParaRPr lang="en-US" sz="1400" kern="1200" dirty="0"/>
        </a:p>
      </dsp:txBody>
      <dsp:txXfrm>
        <a:off x="970102" y="2698388"/>
        <a:ext cx="949058" cy="474529"/>
      </dsp:txXfrm>
    </dsp:sp>
    <dsp:sp modelId="{023F7627-1D47-4878-A012-D16C57F9A6EE}">
      <dsp:nvSpPr>
        <dsp:cNvPr id="0" name=""/>
        <dsp:cNvSpPr/>
      </dsp:nvSpPr>
      <dsp:spPr>
        <a:xfrm>
          <a:off x="970102" y="3372220"/>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Observation</a:t>
          </a:r>
          <a:endParaRPr lang="en-US" sz="1400" kern="1200" dirty="0"/>
        </a:p>
      </dsp:txBody>
      <dsp:txXfrm>
        <a:off x="970102" y="3372220"/>
        <a:ext cx="949058" cy="474529"/>
      </dsp:txXfrm>
    </dsp:sp>
    <dsp:sp modelId="{AA5F6878-1379-41A4-93C5-93F8F7DCA1F9}">
      <dsp:nvSpPr>
        <dsp:cNvPr id="0" name=""/>
        <dsp:cNvSpPr/>
      </dsp:nvSpPr>
      <dsp:spPr>
        <a:xfrm>
          <a:off x="970102" y="4046051"/>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Questionnaire</a:t>
          </a:r>
          <a:endParaRPr lang="en-US" sz="1400" kern="1200" dirty="0"/>
        </a:p>
      </dsp:txBody>
      <dsp:txXfrm>
        <a:off x="970102" y="4046051"/>
        <a:ext cx="949058" cy="474529"/>
      </dsp:txXfrm>
    </dsp:sp>
    <dsp:sp modelId="{04C79594-D5ED-429E-B8F6-2D6F4CCD746B}">
      <dsp:nvSpPr>
        <dsp:cNvPr id="0" name=""/>
        <dsp:cNvSpPr/>
      </dsp:nvSpPr>
      <dsp:spPr>
        <a:xfrm>
          <a:off x="970102" y="4719882"/>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Document analysis</a:t>
          </a:r>
          <a:endParaRPr lang="en-US" sz="1400" kern="1200" dirty="0"/>
        </a:p>
      </dsp:txBody>
      <dsp:txXfrm>
        <a:off x="970102" y="4719882"/>
        <a:ext cx="949058" cy="474529"/>
      </dsp:txXfrm>
    </dsp:sp>
    <dsp:sp modelId="{02B28F85-DE51-42FF-859E-1DD3A478F426}">
      <dsp:nvSpPr>
        <dsp:cNvPr id="0" name=""/>
        <dsp:cNvSpPr/>
      </dsp:nvSpPr>
      <dsp:spPr>
        <a:xfrm>
          <a:off x="2230767"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Planning Req. Elicitation</a:t>
          </a:r>
          <a:endParaRPr lang="en-US" sz="1600" kern="1200" dirty="0"/>
        </a:p>
      </dsp:txBody>
      <dsp:txXfrm>
        <a:off x="2230767" y="676894"/>
        <a:ext cx="1415150" cy="474529"/>
      </dsp:txXfrm>
    </dsp:sp>
    <dsp:sp modelId="{1A87DFD0-A1A5-4AEF-9874-88156CA4976E}">
      <dsp:nvSpPr>
        <dsp:cNvPr id="0" name=""/>
        <dsp:cNvSpPr/>
      </dsp:nvSpPr>
      <dsp:spPr>
        <a:xfrm>
          <a:off x="2584555" y="1350725"/>
          <a:ext cx="1015881"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Prepare for elicitation</a:t>
          </a:r>
          <a:endParaRPr lang="en-US" sz="1600" kern="1200" dirty="0"/>
        </a:p>
      </dsp:txBody>
      <dsp:txXfrm>
        <a:off x="2584555" y="1350725"/>
        <a:ext cx="1015881" cy="474529"/>
      </dsp:txXfrm>
    </dsp:sp>
    <dsp:sp modelId="{381C7EA2-2B75-4178-AA8A-D217EDCFA36F}">
      <dsp:nvSpPr>
        <dsp:cNvPr id="0" name=""/>
        <dsp:cNvSpPr/>
      </dsp:nvSpPr>
      <dsp:spPr>
        <a:xfrm>
          <a:off x="2584555" y="2024557"/>
          <a:ext cx="94687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 Perform elicitation</a:t>
          </a:r>
          <a:endParaRPr lang="en-US" sz="1600" kern="1200" dirty="0"/>
        </a:p>
      </dsp:txBody>
      <dsp:txXfrm>
        <a:off x="2584555" y="2024557"/>
        <a:ext cx="946875" cy="474529"/>
      </dsp:txXfrm>
    </dsp:sp>
    <dsp:sp modelId="{895EE0A8-FF27-4E5E-A9CF-0B48E925D09C}">
      <dsp:nvSpPr>
        <dsp:cNvPr id="0" name=""/>
        <dsp:cNvSpPr/>
      </dsp:nvSpPr>
      <dsp:spPr>
        <a:xfrm>
          <a:off x="2584555"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Follow up after elicitation</a:t>
          </a:r>
          <a:endParaRPr lang="en-US" sz="1600" kern="1200" dirty="0"/>
        </a:p>
      </dsp:txBody>
      <dsp:txXfrm>
        <a:off x="2584555" y="2698388"/>
        <a:ext cx="949058" cy="474529"/>
      </dsp:txXfrm>
    </dsp:sp>
    <dsp:sp modelId="{E2CE8193-46AF-44C0-B4A1-4402C2A6388E}">
      <dsp:nvSpPr>
        <dsp:cNvPr id="0" name=""/>
        <dsp:cNvSpPr/>
      </dsp:nvSpPr>
      <dsp:spPr>
        <a:xfrm>
          <a:off x="3845220"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Classifying users input</a:t>
          </a:r>
          <a:endParaRPr lang="en-US" sz="1600" kern="1200" dirty="0"/>
        </a:p>
      </dsp:txBody>
      <dsp:txXfrm>
        <a:off x="3845220" y="676894"/>
        <a:ext cx="1415150" cy="474529"/>
      </dsp:txXfrm>
    </dsp:sp>
    <dsp:sp modelId="{4D245AAB-B59E-4A71-9078-92C96B68BEDE}">
      <dsp:nvSpPr>
        <dsp:cNvPr id="0" name=""/>
        <dsp:cNvSpPr/>
      </dsp:nvSpPr>
      <dsp:spPr>
        <a:xfrm>
          <a:off x="4199007" y="1350725"/>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req.</a:t>
          </a:r>
          <a:endParaRPr lang="en-US" sz="1600" kern="1200" dirty="0"/>
        </a:p>
      </dsp:txBody>
      <dsp:txXfrm>
        <a:off x="4199007" y="1350725"/>
        <a:ext cx="949058" cy="474529"/>
      </dsp:txXfrm>
    </dsp:sp>
    <dsp:sp modelId="{B751704E-3EDE-42D5-B9B8-51585ED1653A}">
      <dsp:nvSpPr>
        <dsp:cNvPr id="0" name=""/>
        <dsp:cNvSpPr/>
      </dsp:nvSpPr>
      <dsp:spPr>
        <a:xfrm>
          <a:off x="4199007" y="2024557"/>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User req.</a:t>
          </a:r>
          <a:endParaRPr lang="en-US" sz="1600" kern="1200" dirty="0"/>
        </a:p>
      </dsp:txBody>
      <dsp:txXfrm>
        <a:off x="4199007" y="2024557"/>
        <a:ext cx="949058" cy="474529"/>
      </dsp:txXfrm>
    </dsp:sp>
    <dsp:sp modelId="{B059F08C-E0A3-4F62-A09D-4451BB99F9FB}">
      <dsp:nvSpPr>
        <dsp:cNvPr id="0" name=""/>
        <dsp:cNvSpPr/>
      </dsp:nvSpPr>
      <dsp:spPr>
        <a:xfrm>
          <a:off x="4199007"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rules</a:t>
          </a:r>
          <a:endParaRPr lang="en-US" sz="1600" kern="1200" dirty="0"/>
        </a:p>
      </dsp:txBody>
      <dsp:txXfrm>
        <a:off x="4199007" y="2698388"/>
        <a:ext cx="949058" cy="474529"/>
      </dsp:txXfrm>
    </dsp:sp>
    <dsp:sp modelId="{37410BB4-D1AA-4F25-9E9A-7B0BBB889036}">
      <dsp:nvSpPr>
        <dsp:cNvPr id="0" name=""/>
        <dsp:cNvSpPr/>
      </dsp:nvSpPr>
      <dsp:spPr>
        <a:xfrm>
          <a:off x="4199007" y="3372220"/>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Functional req.</a:t>
          </a:r>
          <a:endParaRPr lang="en-US" sz="1600" kern="1200" dirty="0"/>
        </a:p>
      </dsp:txBody>
      <dsp:txXfrm>
        <a:off x="4199007" y="3372220"/>
        <a:ext cx="949058" cy="474529"/>
      </dsp:txXfrm>
    </dsp:sp>
    <dsp:sp modelId="{0E3A6566-1345-4559-897C-38FE3D6E654D}">
      <dsp:nvSpPr>
        <dsp:cNvPr id="0" name=""/>
        <dsp:cNvSpPr/>
      </dsp:nvSpPr>
      <dsp:spPr>
        <a:xfrm>
          <a:off x="4199007" y="4046051"/>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Quality attributes</a:t>
          </a:r>
          <a:endParaRPr lang="en-US" sz="1600" kern="1200" dirty="0"/>
        </a:p>
      </dsp:txBody>
      <dsp:txXfrm>
        <a:off x="4199007" y="4046051"/>
        <a:ext cx="949058" cy="474529"/>
      </dsp:txXfrm>
    </dsp:sp>
    <dsp:sp modelId="{0B565A4F-01B9-4EB6-9276-06D0F8CC2FA8}">
      <dsp:nvSpPr>
        <dsp:cNvPr id="0" name=""/>
        <dsp:cNvSpPr/>
      </dsp:nvSpPr>
      <dsp:spPr>
        <a:xfrm>
          <a:off x="4199007" y="4719882"/>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t>
          </a:r>
          <a:endParaRPr lang="en-US" sz="1600" kern="1200" dirty="0"/>
        </a:p>
      </dsp:txBody>
      <dsp:txXfrm>
        <a:off x="4199007" y="4719882"/>
        <a:ext cx="949058" cy="474529"/>
      </dsp:txXfrm>
    </dsp:sp>
    <dsp:sp modelId="{12382E63-69F7-4DB0-9B10-679FF053FBBE}">
      <dsp:nvSpPr>
        <dsp:cNvPr id="0" name=""/>
        <dsp:cNvSpPr/>
      </dsp:nvSpPr>
      <dsp:spPr>
        <a:xfrm>
          <a:off x="5459672" y="676894"/>
          <a:ext cx="1954262"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Some cautions about elicitation</a:t>
          </a:r>
          <a:endParaRPr lang="en-US" sz="1600" kern="1200" dirty="0"/>
        </a:p>
      </dsp:txBody>
      <dsp:txXfrm>
        <a:off x="5459672" y="676894"/>
        <a:ext cx="1954262" cy="474529"/>
      </dsp:txXfrm>
    </dsp:sp>
    <dsp:sp modelId="{5ACF7DA9-CFF3-40FA-A06D-C94FC76CFFFF}">
      <dsp:nvSpPr>
        <dsp:cNvPr id="0" name=""/>
        <dsp:cNvSpPr/>
      </dsp:nvSpPr>
      <dsp:spPr>
        <a:xfrm>
          <a:off x="5948238" y="1350725"/>
          <a:ext cx="2121297"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Balance stakeholder representation</a:t>
          </a:r>
          <a:endParaRPr lang="en-US" sz="1600" kern="1200" dirty="0"/>
        </a:p>
      </dsp:txBody>
      <dsp:txXfrm>
        <a:off x="5948238" y="1350725"/>
        <a:ext cx="2121297" cy="474529"/>
      </dsp:txXfrm>
    </dsp:sp>
    <dsp:sp modelId="{DCCC48B0-74F5-4C34-B16F-8431D404E31C}">
      <dsp:nvSpPr>
        <dsp:cNvPr id="0" name=""/>
        <dsp:cNvSpPr/>
      </dsp:nvSpPr>
      <dsp:spPr>
        <a:xfrm>
          <a:off x="5948238" y="2024557"/>
          <a:ext cx="2121306"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Define scope appropriately</a:t>
          </a:r>
          <a:endParaRPr lang="en-US" sz="1600" kern="1200" dirty="0"/>
        </a:p>
      </dsp:txBody>
      <dsp:txXfrm>
        <a:off x="5948238" y="2024557"/>
        <a:ext cx="2121306" cy="474529"/>
      </dsp:txXfrm>
    </dsp:sp>
    <dsp:sp modelId="{AEBE90FC-9C73-46AC-8912-83BB799077E8}">
      <dsp:nvSpPr>
        <dsp:cNvPr id="0" name=""/>
        <dsp:cNvSpPr/>
      </dsp:nvSpPr>
      <dsp:spPr>
        <a:xfrm>
          <a:off x="5948238" y="2698388"/>
          <a:ext cx="2122246"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t>
          </a:r>
          <a:endParaRPr lang="en-US" sz="1600" kern="1200" dirty="0"/>
        </a:p>
      </dsp:txBody>
      <dsp:txXfrm>
        <a:off x="5948238" y="2698388"/>
        <a:ext cx="2122246" cy="4745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82D6C-BB0D-481D-A9F4-AB99E4778C86}">
      <dsp:nvSpPr>
        <dsp:cNvPr id="0" name=""/>
        <dsp:cNvSpPr/>
      </dsp:nvSpPr>
      <dsp:spPr>
        <a:xfrm>
          <a:off x="4974431" y="1151423"/>
          <a:ext cx="212272" cy="3805723"/>
        </a:xfrm>
        <a:custGeom>
          <a:avLst/>
          <a:gdLst/>
          <a:ahLst/>
          <a:cxnLst/>
          <a:rect l="0" t="0" r="0" b="0"/>
          <a:pathLst>
            <a:path>
              <a:moveTo>
                <a:pt x="0" y="0"/>
              </a:moveTo>
              <a:lnTo>
                <a:pt x="0" y="3805723"/>
              </a:lnTo>
              <a:lnTo>
                <a:pt x="212272" y="38057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A1F078-CEA3-45B0-BC21-CA7C7E9F0DD7}">
      <dsp:nvSpPr>
        <dsp:cNvPr id="0" name=""/>
        <dsp:cNvSpPr/>
      </dsp:nvSpPr>
      <dsp:spPr>
        <a:xfrm>
          <a:off x="4974431" y="1151423"/>
          <a:ext cx="212272" cy="3131892"/>
        </a:xfrm>
        <a:custGeom>
          <a:avLst/>
          <a:gdLst/>
          <a:ahLst/>
          <a:cxnLst/>
          <a:rect l="0" t="0" r="0" b="0"/>
          <a:pathLst>
            <a:path>
              <a:moveTo>
                <a:pt x="0" y="0"/>
              </a:moveTo>
              <a:lnTo>
                <a:pt x="0" y="3131892"/>
              </a:lnTo>
              <a:lnTo>
                <a:pt x="212272" y="313189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26E77-062A-4293-ACEE-E9FBB1B7AFC9}">
      <dsp:nvSpPr>
        <dsp:cNvPr id="0" name=""/>
        <dsp:cNvSpPr/>
      </dsp:nvSpPr>
      <dsp:spPr>
        <a:xfrm>
          <a:off x="4974431" y="1151423"/>
          <a:ext cx="212272" cy="2458061"/>
        </a:xfrm>
        <a:custGeom>
          <a:avLst/>
          <a:gdLst/>
          <a:ahLst/>
          <a:cxnLst/>
          <a:rect l="0" t="0" r="0" b="0"/>
          <a:pathLst>
            <a:path>
              <a:moveTo>
                <a:pt x="0" y="0"/>
              </a:moveTo>
              <a:lnTo>
                <a:pt x="0" y="2458061"/>
              </a:lnTo>
              <a:lnTo>
                <a:pt x="212272" y="24580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EB23AF-3DC9-4100-A849-FA07AEF443A2}">
      <dsp:nvSpPr>
        <dsp:cNvPr id="0" name=""/>
        <dsp:cNvSpPr/>
      </dsp:nvSpPr>
      <dsp:spPr>
        <a:xfrm>
          <a:off x="4974431"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EC33C0-FF6B-4B64-B619-9763AD02E7A0}">
      <dsp:nvSpPr>
        <dsp:cNvPr id="0" name=""/>
        <dsp:cNvSpPr/>
      </dsp:nvSpPr>
      <dsp:spPr>
        <a:xfrm>
          <a:off x="4974431"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70A5C0-8C6B-42DA-8585-E605207FB3C9}">
      <dsp:nvSpPr>
        <dsp:cNvPr id="0" name=""/>
        <dsp:cNvSpPr/>
      </dsp:nvSpPr>
      <dsp:spPr>
        <a:xfrm>
          <a:off x="4974431"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3926038" y="477592"/>
          <a:ext cx="1614452" cy="199302"/>
        </a:xfrm>
        <a:custGeom>
          <a:avLst/>
          <a:gdLst/>
          <a:ahLst/>
          <a:cxnLst/>
          <a:rect l="0" t="0" r="0" b="0"/>
          <a:pathLst>
            <a:path>
              <a:moveTo>
                <a:pt x="0" y="0"/>
              </a:moveTo>
              <a:lnTo>
                <a:pt x="0" y="99651"/>
              </a:lnTo>
              <a:lnTo>
                <a:pt x="1614452" y="99651"/>
              </a:lnTo>
              <a:lnTo>
                <a:pt x="1614452"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AE87E-12FA-4A7E-9D3F-3AFCE60315A4}">
      <dsp:nvSpPr>
        <dsp:cNvPr id="0" name=""/>
        <dsp:cNvSpPr/>
      </dsp:nvSpPr>
      <dsp:spPr>
        <a:xfrm>
          <a:off x="3359978"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3359978"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3359978"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880318" y="477592"/>
          <a:ext cx="91440" cy="199302"/>
        </a:xfrm>
        <a:custGeom>
          <a:avLst/>
          <a:gdLst/>
          <a:ahLst/>
          <a:cxnLst/>
          <a:rect l="0" t="0" r="0" b="0"/>
          <a:pathLst>
            <a:path>
              <a:moveTo>
                <a:pt x="45720" y="0"/>
              </a:moveTo>
              <a:lnTo>
                <a:pt x="4572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745525"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745525"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2311585" y="477592"/>
          <a:ext cx="1614452" cy="199302"/>
        </a:xfrm>
        <a:custGeom>
          <a:avLst/>
          <a:gdLst/>
          <a:ahLst/>
          <a:cxnLst/>
          <a:rect l="0" t="0" r="0" b="0"/>
          <a:pathLst>
            <a:path>
              <a:moveTo>
                <a:pt x="1614452" y="0"/>
              </a:moveTo>
              <a:lnTo>
                <a:pt x="1614452" y="99651"/>
              </a:lnTo>
              <a:lnTo>
                <a:pt x="0" y="99651"/>
              </a:lnTo>
              <a:lnTo>
                <a:pt x="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440501" y="3062"/>
          <a:ext cx="2971074" cy="474529"/>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8: Understanding user Requirements.</a:t>
          </a:r>
          <a:endParaRPr lang="en-US" sz="1600" kern="1200" dirty="0"/>
        </a:p>
      </dsp:txBody>
      <dsp:txXfrm>
        <a:off x="2440501" y="3062"/>
        <a:ext cx="2971074" cy="474529"/>
      </dsp:txXfrm>
    </dsp:sp>
    <dsp:sp modelId="{C9422C4E-2B02-4D33-A16B-EF7B187ECAB7}">
      <dsp:nvSpPr>
        <dsp:cNvPr id="0" name=""/>
        <dsp:cNvSpPr/>
      </dsp:nvSpPr>
      <dsp:spPr>
        <a:xfrm>
          <a:off x="1604010"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Use story</a:t>
          </a:r>
          <a:endParaRPr lang="en-US" sz="1600" kern="1200" dirty="0"/>
        </a:p>
      </dsp:txBody>
      <dsp:txXfrm>
        <a:off x="1604010" y="676894"/>
        <a:ext cx="1415150" cy="474529"/>
      </dsp:txXfrm>
    </dsp:sp>
    <dsp:sp modelId="{ED8B7DF3-7C68-4E1C-A743-283531BE19BD}">
      <dsp:nvSpPr>
        <dsp:cNvPr id="0" name=""/>
        <dsp:cNvSpPr/>
      </dsp:nvSpPr>
      <dsp:spPr>
        <a:xfrm>
          <a:off x="1957798" y="1350725"/>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User case</a:t>
          </a:r>
          <a:endParaRPr lang="en-US" sz="1400" kern="1200" dirty="0"/>
        </a:p>
      </dsp:txBody>
      <dsp:txXfrm>
        <a:off x="1957798" y="1350725"/>
        <a:ext cx="949058" cy="474529"/>
      </dsp:txXfrm>
    </dsp:sp>
    <dsp:sp modelId="{31C29986-52F5-42D4-A9FC-3B32B3F35DB2}">
      <dsp:nvSpPr>
        <dsp:cNvPr id="0" name=""/>
        <dsp:cNvSpPr/>
      </dsp:nvSpPr>
      <dsp:spPr>
        <a:xfrm>
          <a:off x="1957798" y="2024557"/>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User story</a:t>
          </a:r>
          <a:endParaRPr lang="en-US" sz="1400" kern="1200" dirty="0"/>
        </a:p>
      </dsp:txBody>
      <dsp:txXfrm>
        <a:off x="1957798" y="2024557"/>
        <a:ext cx="949058" cy="474529"/>
      </dsp:txXfrm>
    </dsp:sp>
    <dsp:sp modelId="{02B28F85-DE51-42FF-859E-1DD3A478F426}">
      <dsp:nvSpPr>
        <dsp:cNvPr id="0" name=""/>
        <dsp:cNvSpPr/>
      </dsp:nvSpPr>
      <dsp:spPr>
        <a:xfrm>
          <a:off x="3218463"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The user case approach</a:t>
          </a:r>
          <a:endParaRPr lang="en-US" sz="1600" kern="1200" dirty="0"/>
        </a:p>
      </dsp:txBody>
      <dsp:txXfrm>
        <a:off x="3218463" y="676894"/>
        <a:ext cx="1415150" cy="474529"/>
      </dsp:txXfrm>
    </dsp:sp>
    <dsp:sp modelId="{1A87DFD0-A1A5-4AEF-9874-88156CA4976E}">
      <dsp:nvSpPr>
        <dsp:cNvPr id="0" name=""/>
        <dsp:cNvSpPr/>
      </dsp:nvSpPr>
      <dsp:spPr>
        <a:xfrm>
          <a:off x="3572250" y="1350725"/>
          <a:ext cx="1015881"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Users</a:t>
          </a:r>
          <a:endParaRPr lang="en-US" sz="1600" kern="1200" dirty="0"/>
        </a:p>
      </dsp:txBody>
      <dsp:txXfrm>
        <a:off x="3572250" y="1350725"/>
        <a:ext cx="1015881" cy="474529"/>
      </dsp:txXfrm>
    </dsp:sp>
    <dsp:sp modelId="{381C7EA2-2B75-4178-AA8A-D217EDCFA36F}">
      <dsp:nvSpPr>
        <dsp:cNvPr id="0" name=""/>
        <dsp:cNvSpPr/>
      </dsp:nvSpPr>
      <dsp:spPr>
        <a:xfrm>
          <a:off x="3572250" y="2024557"/>
          <a:ext cx="94687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 Actors</a:t>
          </a:r>
          <a:endParaRPr lang="en-US" sz="1600" kern="1200" dirty="0"/>
        </a:p>
      </dsp:txBody>
      <dsp:txXfrm>
        <a:off x="3572250" y="2024557"/>
        <a:ext cx="946875" cy="474529"/>
      </dsp:txXfrm>
    </dsp:sp>
    <dsp:sp modelId="{895EE0A8-FF27-4E5E-A9CF-0B48E925D09C}">
      <dsp:nvSpPr>
        <dsp:cNvPr id="0" name=""/>
        <dsp:cNvSpPr/>
      </dsp:nvSpPr>
      <dsp:spPr>
        <a:xfrm>
          <a:off x="3572250"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User case diagram</a:t>
          </a:r>
          <a:endParaRPr lang="en-US" sz="1600" kern="1200" dirty="0"/>
        </a:p>
      </dsp:txBody>
      <dsp:txXfrm>
        <a:off x="3572250" y="2698388"/>
        <a:ext cx="949058" cy="474529"/>
      </dsp:txXfrm>
    </dsp:sp>
    <dsp:sp modelId="{E2CE8193-46AF-44C0-B4A1-4402C2A6388E}">
      <dsp:nvSpPr>
        <dsp:cNvPr id="0" name=""/>
        <dsp:cNvSpPr/>
      </dsp:nvSpPr>
      <dsp:spPr>
        <a:xfrm>
          <a:off x="4832915"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usage scenarios</a:t>
          </a:r>
          <a:endParaRPr lang="en-US" sz="1600" kern="1200" dirty="0"/>
        </a:p>
      </dsp:txBody>
      <dsp:txXfrm>
        <a:off x="4832915" y="676894"/>
        <a:ext cx="1415150" cy="474529"/>
      </dsp:txXfrm>
    </dsp:sp>
    <dsp:sp modelId="{0E3A6566-1345-4559-897C-38FE3D6E654D}">
      <dsp:nvSpPr>
        <dsp:cNvPr id="0" name=""/>
        <dsp:cNvSpPr/>
      </dsp:nvSpPr>
      <dsp:spPr>
        <a:xfrm>
          <a:off x="5186703" y="1350725"/>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Sample of user case</a:t>
          </a:r>
          <a:endParaRPr lang="en-US" sz="1600" kern="1200" dirty="0"/>
        </a:p>
      </dsp:txBody>
      <dsp:txXfrm>
        <a:off x="5186703" y="1350725"/>
        <a:ext cx="1896085" cy="474529"/>
      </dsp:txXfrm>
    </dsp:sp>
    <dsp:sp modelId="{0B565A4F-01B9-4EB6-9276-06D0F8CC2FA8}">
      <dsp:nvSpPr>
        <dsp:cNvPr id="0" name=""/>
        <dsp:cNvSpPr/>
      </dsp:nvSpPr>
      <dsp:spPr>
        <a:xfrm>
          <a:off x="5186703" y="2024557"/>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Exploring use case</a:t>
          </a:r>
          <a:endParaRPr lang="en-US" sz="1600" kern="1200" dirty="0"/>
        </a:p>
      </dsp:txBody>
      <dsp:txXfrm>
        <a:off x="5186703" y="2024557"/>
        <a:ext cx="1896085" cy="474529"/>
      </dsp:txXfrm>
    </dsp:sp>
    <dsp:sp modelId="{13A64A61-7645-4497-A631-335381B21440}">
      <dsp:nvSpPr>
        <dsp:cNvPr id="0" name=""/>
        <dsp:cNvSpPr/>
      </dsp:nvSpPr>
      <dsp:spPr>
        <a:xfrm>
          <a:off x="5186703" y="2698388"/>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Validating use case</a:t>
          </a:r>
          <a:endParaRPr lang="en-US" sz="1600" kern="1200" dirty="0"/>
        </a:p>
      </dsp:txBody>
      <dsp:txXfrm>
        <a:off x="5186703" y="2698388"/>
        <a:ext cx="1896085" cy="474529"/>
      </dsp:txXfrm>
    </dsp:sp>
    <dsp:sp modelId="{68F9BB86-EDFB-47D1-AE3A-5735A05E1F08}">
      <dsp:nvSpPr>
        <dsp:cNvPr id="0" name=""/>
        <dsp:cNvSpPr/>
      </dsp:nvSpPr>
      <dsp:spPr>
        <a:xfrm>
          <a:off x="5186703" y="3372220"/>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Functional Req.</a:t>
          </a:r>
          <a:endParaRPr lang="en-US" sz="1600" kern="1200" dirty="0"/>
        </a:p>
      </dsp:txBody>
      <dsp:txXfrm>
        <a:off x="5186703" y="3372220"/>
        <a:ext cx="1896085" cy="474529"/>
      </dsp:txXfrm>
    </dsp:sp>
    <dsp:sp modelId="{9AC40EFA-20D6-4F90-BF9B-FECE51A46116}">
      <dsp:nvSpPr>
        <dsp:cNvPr id="0" name=""/>
        <dsp:cNvSpPr/>
      </dsp:nvSpPr>
      <dsp:spPr>
        <a:xfrm>
          <a:off x="5186703" y="4046051"/>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tests</a:t>
          </a:r>
          <a:endParaRPr lang="en-US" sz="1600" kern="1200" dirty="0"/>
        </a:p>
      </dsp:txBody>
      <dsp:txXfrm>
        <a:off x="5186703" y="4046051"/>
        <a:ext cx="1896085" cy="474529"/>
      </dsp:txXfrm>
    </dsp:sp>
    <dsp:sp modelId="{DC7D0CF0-115C-4024-B0A6-7BC035EE04B9}">
      <dsp:nvSpPr>
        <dsp:cNvPr id="0" name=""/>
        <dsp:cNvSpPr/>
      </dsp:nvSpPr>
      <dsp:spPr>
        <a:xfrm>
          <a:off x="5186703" y="4719882"/>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traps</a:t>
          </a:r>
          <a:endParaRPr lang="en-US" sz="1600" kern="1200" dirty="0"/>
        </a:p>
      </dsp:txBody>
      <dsp:txXfrm>
        <a:off x="5186703" y="4719882"/>
        <a:ext cx="1896085" cy="47452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9435C-B332-4622-B6DF-ADA0A4E43012}" type="datetimeFigureOut">
              <a:rPr lang="en-US" smtClean="0"/>
              <a:t>20/02/2020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AF210-9368-485F-80EF-65FDB0D10341}" type="slidenum">
              <a:rPr lang="en-US" smtClean="0"/>
              <a:t>‹#›</a:t>
            </a:fld>
            <a:endParaRPr lang="en-US"/>
          </a:p>
        </p:txBody>
      </p:sp>
    </p:spTree>
    <p:extLst>
      <p:ext uri="{BB962C8B-B14F-4D97-AF65-F5344CB8AC3E}">
        <p14:creationId xmlns:p14="http://schemas.microsoft.com/office/powerpoint/2010/main" val="4147441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2373797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Homeowner/programmer sets lighting and alarm options for an extended stay away from home: </a:t>
            </a:r>
            <a:r>
              <a:rPr lang="en-US" dirty="0" err="1" smtClean="0"/>
              <a:t>Chủ</a:t>
            </a:r>
            <a:r>
              <a:rPr lang="en-US" dirty="0" smtClean="0"/>
              <a:t> </a:t>
            </a:r>
            <a:r>
              <a:rPr lang="en-US" dirty="0" err="1" smtClean="0"/>
              <a:t>nhà</a:t>
            </a:r>
            <a:r>
              <a:rPr lang="en-US" dirty="0" smtClean="0"/>
              <a:t> / </a:t>
            </a:r>
            <a:r>
              <a:rPr lang="en-US" dirty="0" err="1" smtClean="0"/>
              <a:t>lập</a:t>
            </a:r>
            <a:r>
              <a:rPr lang="en-US" dirty="0" smtClean="0"/>
              <a:t> </a:t>
            </a:r>
            <a:r>
              <a:rPr lang="en-US" dirty="0" err="1" smtClean="0"/>
              <a:t>trình</a:t>
            </a:r>
            <a:r>
              <a:rPr lang="en-US" dirty="0" smtClean="0"/>
              <a:t> viên </a:t>
            </a:r>
            <a:r>
              <a:rPr lang="en-US" dirty="0" err="1" smtClean="0"/>
              <a:t>thiết</a:t>
            </a:r>
            <a:r>
              <a:rPr lang="en-US" dirty="0" smtClean="0"/>
              <a:t> </a:t>
            </a:r>
            <a:r>
              <a:rPr lang="en-US" dirty="0" err="1" smtClean="0"/>
              <a:t>lập</a:t>
            </a:r>
            <a:r>
              <a:rPr lang="en-US" dirty="0" smtClean="0"/>
              <a:t> </a:t>
            </a:r>
            <a:r>
              <a:rPr lang="en-US" dirty="0" err="1" smtClean="0"/>
              <a:t>các</a:t>
            </a:r>
            <a:r>
              <a:rPr lang="en-US" dirty="0" smtClean="0"/>
              <a:t> </a:t>
            </a:r>
            <a:r>
              <a:rPr lang="en-US" dirty="0" err="1" smtClean="0"/>
              <a:t>tùy</a:t>
            </a:r>
            <a:r>
              <a:rPr lang="en-US" dirty="0" smtClean="0"/>
              <a:t> </a:t>
            </a:r>
            <a:r>
              <a:rPr lang="en-US" dirty="0" err="1" smtClean="0"/>
              <a:t>chọn</a:t>
            </a:r>
            <a:r>
              <a:rPr lang="en-US" dirty="0" smtClean="0"/>
              <a:t> </a:t>
            </a:r>
            <a:r>
              <a:rPr lang="en-US" dirty="0" err="1" smtClean="0"/>
              <a:t>chiếu</a:t>
            </a:r>
            <a:r>
              <a:rPr lang="en-US" dirty="0" smtClean="0"/>
              <a:t> </a:t>
            </a:r>
            <a:r>
              <a:rPr lang="en-US" dirty="0" err="1" smtClean="0"/>
              <a:t>sáng</a:t>
            </a:r>
            <a:r>
              <a:rPr lang="en-US" dirty="0" smtClean="0"/>
              <a:t> </a:t>
            </a:r>
            <a:r>
              <a:rPr lang="en-US" dirty="0" err="1" smtClean="0"/>
              <a:t>và</a:t>
            </a:r>
            <a:r>
              <a:rPr lang="en-US" dirty="0" smtClean="0"/>
              <a:t> </a:t>
            </a:r>
            <a:r>
              <a:rPr lang="en-US" dirty="0" err="1" smtClean="0"/>
              <a:t>báo</a:t>
            </a:r>
            <a:r>
              <a:rPr lang="en-US" dirty="0" smtClean="0"/>
              <a:t> </a:t>
            </a:r>
            <a:r>
              <a:rPr lang="en-US" dirty="0" err="1" smtClean="0"/>
              <a:t>động</a:t>
            </a:r>
            <a:r>
              <a:rPr lang="en-US" dirty="0" smtClean="0"/>
              <a:t> </a:t>
            </a:r>
            <a:r>
              <a:rPr lang="en-US" dirty="0" err="1" smtClean="0"/>
              <a:t>cho</a:t>
            </a:r>
            <a:r>
              <a:rPr lang="en-US" dirty="0" smtClean="0"/>
              <a:t> </a:t>
            </a:r>
            <a:r>
              <a:rPr lang="en-US" dirty="0" err="1" smtClean="0"/>
              <a:t>một</a:t>
            </a:r>
            <a:r>
              <a:rPr lang="en-US" dirty="0" smtClean="0"/>
              <a:t> </a:t>
            </a:r>
            <a:r>
              <a:rPr lang="en-US" dirty="0" err="1" smtClean="0"/>
              <a:t>lần</a:t>
            </a:r>
            <a:r>
              <a:rPr lang="en-US" dirty="0" smtClean="0"/>
              <a:t> </a:t>
            </a:r>
            <a:r>
              <a:rPr lang="en-US" dirty="0" err="1" smtClean="0"/>
              <a:t>xa</a:t>
            </a:r>
            <a:r>
              <a:rPr lang="en-US" dirty="0" smtClean="0"/>
              <a:t> </a:t>
            </a:r>
            <a:r>
              <a:rPr lang="en-US" dirty="0" err="1" smtClean="0"/>
              <a:t>nhà</a:t>
            </a:r>
            <a:r>
              <a:rPr lang="en-US" dirty="0" smtClean="0"/>
              <a: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04AF210-9368-485F-80EF-65FDB0D10341}" type="slidenum">
              <a:rPr lang="en-US" smtClean="0"/>
              <a:t>8</a:t>
            </a:fld>
            <a:endParaRPr lang="en-US"/>
          </a:p>
        </p:txBody>
      </p:sp>
    </p:spTree>
    <p:extLst>
      <p:ext uri="{BB962C8B-B14F-4D97-AF65-F5344CB8AC3E}">
        <p14:creationId xmlns:p14="http://schemas.microsoft.com/office/powerpoint/2010/main" val="1477935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 system will recognize that person as the labeled actor when he launches whatever use case he’s interested in performing: </a:t>
            </a:r>
            <a:r>
              <a:rPr lang="vi-VN" dirty="0" smtClean="0"/>
              <a:t>Hệ thống sẽ nhận ra người đó là diễn viên được dán nhãn khi anh ta khởi chạy bất kỳ trường hợp sử dụng nào mà anh ấy thích biểu diễn.</a:t>
            </a:r>
            <a:endParaRPr lang="en-US" dirty="0"/>
          </a:p>
        </p:txBody>
      </p:sp>
      <p:sp>
        <p:nvSpPr>
          <p:cNvPr id="4" name="Slide Number Placeholder 3"/>
          <p:cNvSpPr>
            <a:spLocks noGrp="1"/>
          </p:cNvSpPr>
          <p:nvPr>
            <p:ph type="sldNum" sz="quarter" idx="10"/>
          </p:nvPr>
        </p:nvSpPr>
        <p:spPr/>
        <p:txBody>
          <a:bodyPr/>
          <a:lstStyle/>
          <a:p>
            <a:fld id="{604AF210-9368-485F-80EF-65FDB0D10341}" type="slidenum">
              <a:rPr lang="en-US" smtClean="0"/>
              <a:t>9</a:t>
            </a:fld>
            <a:endParaRPr lang="en-US"/>
          </a:p>
        </p:txBody>
      </p:sp>
    </p:spTree>
    <p:extLst>
      <p:ext uri="{BB962C8B-B14F-4D97-AF65-F5344CB8AC3E}">
        <p14:creationId xmlns:p14="http://schemas.microsoft.com/office/powerpoint/2010/main" val="2327144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a:t>
            </a:r>
            <a:r>
              <a:rPr lang="en-US" i="1" dirty="0" smtClean="0"/>
              <a:t>The primary actor </a:t>
            </a:r>
            <a:r>
              <a:rPr lang="en-US" dirty="0" smtClean="0"/>
              <a:t>initiates the use case and derives the main value from it. An arrow goes from a use case to a </a:t>
            </a:r>
            <a:r>
              <a:rPr lang="en-US" i="1" dirty="0" smtClean="0"/>
              <a:t>secondary actor</a:t>
            </a:r>
            <a:r>
              <a:rPr lang="en-US" dirty="0" smtClean="0"/>
              <a:t>, who participates somehow in the successful execution of the use case.:  </a:t>
            </a:r>
            <a:r>
              <a:rPr lang="vi-VN" dirty="0" smtClean="0"/>
              <a:t>Tác nhân chính khởi tạo trường hợp sử dụng và lấy giá trị chính từ nó. Một mũi tên đi từ trường hợp sử dụng đến một tác nhân thứ cấp, người tham gia bằng cách nào đó thực hiện thành công trường hợp sử dụng</a:t>
            </a:r>
            <a:r>
              <a:rPr lang="en-US" dirty="0" smtClean="0"/>
              <a:t>.</a:t>
            </a:r>
            <a:endParaRPr lang="en-US" dirty="0"/>
          </a:p>
        </p:txBody>
      </p:sp>
      <p:sp>
        <p:nvSpPr>
          <p:cNvPr id="4" name="Slide Number Placeholder 3"/>
          <p:cNvSpPr>
            <a:spLocks noGrp="1"/>
          </p:cNvSpPr>
          <p:nvPr>
            <p:ph type="sldNum" sz="quarter" idx="10"/>
          </p:nvPr>
        </p:nvSpPr>
        <p:spPr/>
        <p:txBody>
          <a:bodyPr/>
          <a:lstStyle/>
          <a:p>
            <a:fld id="{604AF210-9368-485F-80EF-65FDB0D10341}" type="slidenum">
              <a:rPr lang="en-US" smtClean="0"/>
              <a:t>10</a:t>
            </a:fld>
            <a:endParaRPr lang="en-US"/>
          </a:p>
        </p:txBody>
      </p:sp>
    </p:spTree>
    <p:extLst>
      <p:ext uri="{BB962C8B-B14F-4D97-AF65-F5344CB8AC3E}">
        <p14:creationId xmlns:p14="http://schemas.microsoft.com/office/powerpoint/2010/main" val="272318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Encompass</a:t>
            </a:r>
            <a:r>
              <a:rPr lang="en-US" baseline="0" dirty="0" smtClean="0"/>
              <a:t> (v): </a:t>
            </a:r>
            <a:r>
              <a:rPr lang="en-US" baseline="0" dirty="0" err="1" smtClean="0"/>
              <a:t>chứa</a:t>
            </a:r>
            <a:r>
              <a:rPr lang="en-US" baseline="0" dirty="0" smtClean="0"/>
              <a:t> </a:t>
            </a:r>
            <a:r>
              <a:rPr lang="en-US" baseline="0" dirty="0" err="1" smtClean="0"/>
              <a:t>đựng</a:t>
            </a:r>
            <a:r>
              <a:rPr lang="en-US" baseline="0" dirty="0" smtClean="0"/>
              <a:t> / </a:t>
            </a:r>
            <a:r>
              <a:rPr lang="en-US" baseline="0" dirty="0" err="1" smtClean="0"/>
              <a:t>bao</a:t>
            </a:r>
            <a:r>
              <a:rPr lang="en-US" baseline="0" dirty="0" smtClean="0"/>
              <a:t> </a:t>
            </a:r>
            <a:r>
              <a:rPr lang="en-US" baseline="0" dirty="0" err="1" smtClean="0"/>
              <a:t>quanh</a:t>
            </a:r>
            <a:endParaRPr lang="en-US" dirty="0"/>
          </a:p>
        </p:txBody>
      </p:sp>
      <p:sp>
        <p:nvSpPr>
          <p:cNvPr id="4" name="Slide Number Placeholder 3"/>
          <p:cNvSpPr>
            <a:spLocks noGrp="1"/>
          </p:cNvSpPr>
          <p:nvPr>
            <p:ph type="sldNum" sz="quarter" idx="10"/>
          </p:nvPr>
        </p:nvSpPr>
        <p:spPr/>
        <p:txBody>
          <a:bodyPr/>
          <a:lstStyle/>
          <a:p>
            <a:fld id="{604AF210-9368-485F-80EF-65FDB0D10341}" type="slidenum">
              <a:rPr lang="en-US" smtClean="0"/>
              <a:t>11</a:t>
            </a:fld>
            <a:endParaRPr lang="en-US"/>
          </a:p>
        </p:txBody>
      </p:sp>
    </p:spTree>
    <p:extLst>
      <p:ext uri="{BB962C8B-B14F-4D97-AF65-F5344CB8AC3E}">
        <p14:creationId xmlns:p14="http://schemas.microsoft.com/office/powerpoint/2010/main" val="278260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Anatomy (n): </a:t>
            </a:r>
            <a:r>
              <a:rPr lang="en-US" dirty="0" err="1" smtClean="0"/>
              <a:t>mổ</a:t>
            </a:r>
            <a:r>
              <a:rPr lang="en-US" baseline="0" dirty="0" smtClean="0"/>
              <a:t> </a:t>
            </a:r>
            <a:r>
              <a:rPr lang="en-US" baseline="0" dirty="0" err="1" smtClean="0"/>
              <a:t>xẻ</a:t>
            </a:r>
            <a:r>
              <a:rPr lang="en-US" baseline="0" dirty="0" smtClean="0"/>
              <a:t>, </a:t>
            </a:r>
            <a:r>
              <a:rPr lang="en-US" baseline="0" dirty="0" err="1" smtClean="0"/>
              <a:t>phân</a:t>
            </a:r>
            <a:r>
              <a:rPr lang="en-US" baseline="0" dirty="0" smtClean="0"/>
              <a:t> </a:t>
            </a:r>
            <a:r>
              <a:rPr lang="en-US" baseline="0" dirty="0" err="1" smtClean="0"/>
              <a:t>tích</a:t>
            </a:r>
            <a:endParaRPr lang="en-US" dirty="0"/>
          </a:p>
        </p:txBody>
      </p:sp>
      <p:sp>
        <p:nvSpPr>
          <p:cNvPr id="4" name="Slide Number Placeholder 3"/>
          <p:cNvSpPr>
            <a:spLocks noGrp="1"/>
          </p:cNvSpPr>
          <p:nvPr>
            <p:ph type="sldNum" sz="quarter" idx="10"/>
          </p:nvPr>
        </p:nvSpPr>
        <p:spPr/>
        <p:txBody>
          <a:bodyPr/>
          <a:lstStyle/>
          <a:p>
            <a:fld id="{604AF210-9368-485F-80EF-65FDB0D10341}" type="slidenum">
              <a:rPr lang="en-US" smtClean="0"/>
              <a:t>12</a:t>
            </a:fld>
            <a:endParaRPr lang="en-US"/>
          </a:p>
        </p:txBody>
      </p:sp>
    </p:spTree>
    <p:extLst>
      <p:ext uri="{BB962C8B-B14F-4D97-AF65-F5344CB8AC3E}">
        <p14:creationId xmlns:p14="http://schemas.microsoft.com/office/powerpoint/2010/main" val="693592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Anatomy (n): </a:t>
            </a:r>
            <a:r>
              <a:rPr lang="en-US" dirty="0" err="1" smtClean="0"/>
              <a:t>mổ</a:t>
            </a:r>
            <a:r>
              <a:rPr lang="en-US" baseline="0" dirty="0" smtClean="0"/>
              <a:t> </a:t>
            </a:r>
            <a:r>
              <a:rPr lang="en-US" baseline="0" dirty="0" err="1" smtClean="0"/>
              <a:t>xẻ</a:t>
            </a:r>
            <a:r>
              <a:rPr lang="en-US" baseline="0" dirty="0" smtClean="0"/>
              <a:t>, </a:t>
            </a:r>
            <a:r>
              <a:rPr lang="en-US" baseline="0" dirty="0" err="1" smtClean="0"/>
              <a:t>phân</a:t>
            </a:r>
            <a:r>
              <a:rPr lang="en-US" baseline="0" dirty="0" smtClean="0"/>
              <a:t> </a:t>
            </a:r>
            <a:r>
              <a:rPr lang="en-US" baseline="0" dirty="0" err="1" smtClean="0"/>
              <a:t>tích</a:t>
            </a:r>
            <a:endParaRPr lang="en-US" dirty="0"/>
          </a:p>
        </p:txBody>
      </p:sp>
      <p:sp>
        <p:nvSpPr>
          <p:cNvPr id="4" name="Slide Number Placeholder 3"/>
          <p:cNvSpPr>
            <a:spLocks noGrp="1"/>
          </p:cNvSpPr>
          <p:nvPr>
            <p:ph type="sldNum" sz="quarter" idx="10"/>
          </p:nvPr>
        </p:nvSpPr>
        <p:spPr/>
        <p:txBody>
          <a:bodyPr/>
          <a:lstStyle/>
          <a:p>
            <a:fld id="{604AF210-9368-485F-80EF-65FDB0D10341}" type="slidenum">
              <a:rPr lang="en-US" smtClean="0"/>
              <a:t>13</a:t>
            </a:fld>
            <a:endParaRPr lang="en-US"/>
          </a:p>
        </p:txBody>
      </p:sp>
    </p:spTree>
    <p:extLst>
      <p:ext uri="{BB962C8B-B14F-4D97-AF65-F5344CB8AC3E}">
        <p14:creationId xmlns:p14="http://schemas.microsoft.com/office/powerpoint/2010/main" val="2637860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Anatomy (n): </a:t>
            </a:r>
            <a:r>
              <a:rPr lang="en-US" dirty="0" err="1" smtClean="0"/>
              <a:t>mổ</a:t>
            </a:r>
            <a:r>
              <a:rPr lang="en-US" baseline="0" dirty="0" smtClean="0"/>
              <a:t> </a:t>
            </a:r>
            <a:r>
              <a:rPr lang="en-US" baseline="0" dirty="0" err="1" smtClean="0"/>
              <a:t>xẻ</a:t>
            </a:r>
            <a:r>
              <a:rPr lang="en-US" baseline="0" dirty="0" smtClean="0"/>
              <a:t>, </a:t>
            </a:r>
            <a:r>
              <a:rPr lang="en-US" baseline="0" dirty="0" err="1" smtClean="0"/>
              <a:t>phân</a:t>
            </a:r>
            <a:r>
              <a:rPr lang="en-US" baseline="0" dirty="0" smtClean="0"/>
              <a:t> </a:t>
            </a:r>
            <a:r>
              <a:rPr lang="en-US" baseline="0" dirty="0" err="1" smtClean="0"/>
              <a:t>tích</a:t>
            </a:r>
            <a:endParaRPr lang="en-US" dirty="0"/>
          </a:p>
        </p:txBody>
      </p:sp>
      <p:sp>
        <p:nvSpPr>
          <p:cNvPr id="4" name="Slide Number Placeholder 3"/>
          <p:cNvSpPr>
            <a:spLocks noGrp="1"/>
          </p:cNvSpPr>
          <p:nvPr>
            <p:ph type="sldNum" sz="quarter" idx="10"/>
          </p:nvPr>
        </p:nvSpPr>
        <p:spPr/>
        <p:txBody>
          <a:bodyPr/>
          <a:lstStyle/>
          <a:p>
            <a:fld id="{604AF210-9368-485F-80EF-65FDB0D10341}" type="slidenum">
              <a:rPr lang="en-US" smtClean="0"/>
              <a:t>14</a:t>
            </a:fld>
            <a:endParaRPr lang="en-US"/>
          </a:p>
        </p:txBody>
      </p:sp>
    </p:spTree>
    <p:extLst>
      <p:ext uri="{BB962C8B-B14F-4D97-AF65-F5344CB8AC3E}">
        <p14:creationId xmlns:p14="http://schemas.microsoft.com/office/powerpoint/2010/main" val="1623732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Exploring use cases:</a:t>
            </a:r>
            <a:r>
              <a:rPr lang="en-US" baseline="0" dirty="0" smtClean="0"/>
              <a:t> </a:t>
            </a:r>
            <a:r>
              <a:rPr lang="en-US" baseline="0" dirty="0" err="1" smtClean="0"/>
              <a:t>Khám</a:t>
            </a:r>
            <a:r>
              <a:rPr lang="en-US" baseline="0" dirty="0" smtClean="0"/>
              <a:t> </a:t>
            </a:r>
            <a:r>
              <a:rPr lang="en-US" baseline="0" dirty="0" err="1" smtClean="0"/>
              <a:t>phá</a:t>
            </a:r>
            <a:r>
              <a:rPr lang="en-US" baseline="0" dirty="0" smtClean="0"/>
              <a:t> </a:t>
            </a:r>
            <a:r>
              <a:rPr lang="en-US" baseline="0" dirty="0" err="1" smtClean="0"/>
              <a:t>các</a:t>
            </a:r>
            <a:r>
              <a:rPr lang="en-US" baseline="0" dirty="0" smtClean="0"/>
              <a:t> </a:t>
            </a:r>
            <a:r>
              <a:rPr lang="en-US" baseline="0" dirty="0" err="1" smtClean="0"/>
              <a:t>trường</a:t>
            </a:r>
            <a:r>
              <a:rPr lang="en-US" baseline="0" dirty="0" smtClean="0"/>
              <a:t> </a:t>
            </a:r>
            <a:r>
              <a:rPr lang="en-US" baseline="0" dirty="0" err="1" smtClean="0"/>
              <a:t>hợp</a:t>
            </a:r>
            <a:r>
              <a:rPr lang="en-US" baseline="0" dirty="0" smtClean="0"/>
              <a:t> </a:t>
            </a:r>
            <a:r>
              <a:rPr lang="en-US" baseline="0" dirty="0" err="1" smtClean="0"/>
              <a:t>sử</a:t>
            </a:r>
            <a:r>
              <a:rPr lang="en-US" baseline="0" dirty="0" smtClean="0"/>
              <a:t> </a:t>
            </a:r>
            <a:r>
              <a:rPr lang="en-US" baseline="0" dirty="0" err="1" smtClean="0"/>
              <a:t>dụng</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The mental relaxation that comes after a day or 2 away allows people to examine their earlier work from a fresh perspective: </a:t>
            </a:r>
            <a:r>
              <a:rPr lang="vi-VN" dirty="0" smtClean="0"/>
              <a:t>Thư giãn tinh thần đến sau một hoặc 2 ngày cho phép mọi người kiểm tra công việc trước đó của họ từ một quan điểm mới</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dirty="0" smtClean="0"/>
          </a:p>
        </p:txBody>
      </p:sp>
      <p:sp>
        <p:nvSpPr>
          <p:cNvPr id="4" name="Slide Number Placeholder 3"/>
          <p:cNvSpPr>
            <a:spLocks noGrp="1"/>
          </p:cNvSpPr>
          <p:nvPr>
            <p:ph type="sldNum" sz="quarter" idx="10"/>
          </p:nvPr>
        </p:nvSpPr>
        <p:spPr/>
        <p:txBody>
          <a:bodyPr/>
          <a:lstStyle/>
          <a:p>
            <a:fld id="{604AF210-9368-485F-80EF-65FDB0D10341}" type="slidenum">
              <a:rPr lang="en-US" smtClean="0"/>
              <a:t>15</a:t>
            </a:fld>
            <a:endParaRPr lang="en-US"/>
          </a:p>
        </p:txBody>
      </p:sp>
    </p:spTree>
    <p:extLst>
      <p:ext uri="{BB962C8B-B14F-4D97-AF65-F5344CB8AC3E}">
        <p14:creationId xmlns:p14="http://schemas.microsoft.com/office/powerpoint/2010/main" val="2901185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Exploring use cases:</a:t>
            </a:r>
            <a:r>
              <a:rPr lang="en-US" baseline="0" dirty="0" smtClean="0"/>
              <a:t> </a:t>
            </a:r>
            <a:r>
              <a:rPr lang="en-US" baseline="0" dirty="0" err="1" smtClean="0"/>
              <a:t>Khám</a:t>
            </a:r>
            <a:r>
              <a:rPr lang="en-US" baseline="0" dirty="0" smtClean="0"/>
              <a:t> </a:t>
            </a:r>
            <a:r>
              <a:rPr lang="en-US" baseline="0" dirty="0" err="1" smtClean="0"/>
              <a:t>phá</a:t>
            </a:r>
            <a:r>
              <a:rPr lang="en-US" baseline="0" dirty="0" smtClean="0"/>
              <a:t> </a:t>
            </a:r>
            <a:r>
              <a:rPr lang="en-US" baseline="0" dirty="0" err="1" smtClean="0"/>
              <a:t>các</a:t>
            </a:r>
            <a:r>
              <a:rPr lang="en-US" baseline="0" dirty="0" smtClean="0"/>
              <a:t> </a:t>
            </a:r>
            <a:r>
              <a:rPr lang="en-US" baseline="0" dirty="0" err="1" smtClean="0"/>
              <a:t>trường</a:t>
            </a:r>
            <a:r>
              <a:rPr lang="en-US" baseline="0" dirty="0" smtClean="0"/>
              <a:t> </a:t>
            </a:r>
            <a:r>
              <a:rPr lang="en-US" baseline="0" dirty="0" err="1" smtClean="0"/>
              <a:t>hợp</a:t>
            </a:r>
            <a:r>
              <a:rPr lang="en-US" baseline="0" dirty="0" smtClean="0"/>
              <a:t> </a:t>
            </a:r>
            <a:r>
              <a:rPr lang="en-US" baseline="0" dirty="0" err="1" smtClean="0"/>
              <a:t>sử</a:t>
            </a:r>
            <a:r>
              <a:rPr lang="en-US" baseline="0" dirty="0" smtClean="0"/>
              <a:t> </a:t>
            </a:r>
            <a:r>
              <a:rPr lang="en-US" baseline="0" dirty="0" err="1" smtClean="0"/>
              <a:t>dụng</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Many functional requirements fall right out of the dialog steps between the actor and the system: </a:t>
            </a:r>
            <a:r>
              <a:rPr lang="vi-VN" dirty="0" smtClean="0"/>
              <a:t>Nhiều yêu cầu chức năng rơi ra khỏi các bước hộp thoại giữa tác nhân và hệ thống.</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dirty="0" smtClean="0"/>
          </a:p>
        </p:txBody>
      </p:sp>
      <p:sp>
        <p:nvSpPr>
          <p:cNvPr id="4" name="Slide Number Placeholder 3"/>
          <p:cNvSpPr>
            <a:spLocks noGrp="1"/>
          </p:cNvSpPr>
          <p:nvPr>
            <p:ph type="sldNum" sz="quarter" idx="10"/>
          </p:nvPr>
        </p:nvSpPr>
        <p:spPr/>
        <p:txBody>
          <a:bodyPr/>
          <a:lstStyle/>
          <a:p>
            <a:fld id="{604AF210-9368-485F-80EF-65FDB0D10341}" type="slidenum">
              <a:rPr lang="en-US" smtClean="0"/>
              <a:t>16</a:t>
            </a:fld>
            <a:endParaRPr lang="en-US"/>
          </a:p>
        </p:txBody>
      </p:sp>
    </p:spTree>
    <p:extLst>
      <p:ext uri="{BB962C8B-B14F-4D97-AF65-F5344CB8AC3E}">
        <p14:creationId xmlns:p14="http://schemas.microsoft.com/office/powerpoint/2010/main" val="1400111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Astray (</a:t>
            </a:r>
            <a:r>
              <a:rPr lang="en-US" dirty="0" err="1" smtClean="0"/>
              <a:t>adv</a:t>
            </a:r>
            <a:r>
              <a:rPr lang="en-US" dirty="0" smtClean="0"/>
              <a:t>): </a:t>
            </a:r>
            <a:r>
              <a:rPr lang="en-US" dirty="0" err="1" smtClean="0"/>
              <a:t>chệch</a:t>
            </a:r>
            <a:r>
              <a:rPr lang="en-US" baseline="0" dirty="0" smtClean="0"/>
              <a:t> </a:t>
            </a:r>
            <a:r>
              <a:rPr lang="en-US" baseline="0" dirty="0" err="1" smtClean="0"/>
              <a:t>hướng</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You’ll typically have many more use cases than business requirements and features, but many more functional requirements than use cases: </a:t>
            </a:r>
            <a:r>
              <a:rPr lang="vi-VN" dirty="0" smtClean="0"/>
              <a:t>Thông thường bạn sẽ có nhiều trường hợp sử dụng hơn các yêu cầu và tính năng kinh doanh, nhưng nhiều yêu cầu chức năng hơn các trường hợp sử dụng</a:t>
            </a:r>
            <a:endParaRPr lang="en-US"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Dense (</a:t>
            </a:r>
            <a:r>
              <a:rPr lang="en-US" dirty="0" err="1" smtClean="0"/>
              <a:t>adj</a:t>
            </a:r>
            <a:r>
              <a:rPr lang="en-US" dirty="0" smtClean="0"/>
              <a:t>): </a:t>
            </a:r>
            <a:r>
              <a:rPr lang="en-US" dirty="0" err="1" smtClean="0"/>
              <a:t>rất</a:t>
            </a:r>
            <a:r>
              <a:rPr lang="en-US" baseline="0" dirty="0" smtClean="0"/>
              <a:t> </a:t>
            </a:r>
            <a:r>
              <a:rPr lang="en-US" baseline="0" dirty="0" err="1" smtClean="0"/>
              <a:t>nặng</a:t>
            </a:r>
            <a:r>
              <a:rPr lang="en-US" baseline="0" dirty="0" smtClean="0"/>
              <a:t> / </a:t>
            </a:r>
            <a:r>
              <a:rPr lang="en-US" baseline="0" dirty="0" err="1" smtClean="0"/>
              <a:t>dày</a:t>
            </a:r>
            <a:r>
              <a:rPr lang="en-US" baseline="0" dirty="0" smtClean="0"/>
              <a:t> </a:t>
            </a:r>
            <a:r>
              <a:rPr lang="en-US" baseline="0" dirty="0" err="1" smtClean="0"/>
              <a:t>đặc</a:t>
            </a:r>
            <a:r>
              <a:rPr lang="en-US" baseline="0" dirty="0" smtClean="0"/>
              <a:t> / </a:t>
            </a:r>
            <a:r>
              <a:rPr lang="en-US" baseline="0" dirty="0" err="1" smtClean="0"/>
              <a:t>đông</a:t>
            </a:r>
            <a:r>
              <a:rPr lang="en-US" baseline="0" dirty="0" smtClean="0"/>
              <a:t> </a:t>
            </a:r>
            <a:r>
              <a:rPr lang="en-US" baseline="0" dirty="0" err="1" smtClean="0"/>
              <a:t>đúc</a:t>
            </a:r>
            <a:r>
              <a:rPr lang="en-US" baseline="0" dirty="0" smtClean="0"/>
              <a:t> / </a:t>
            </a:r>
            <a:r>
              <a:rPr lang="en-US" baseline="0" dirty="0" err="1" smtClean="0"/>
              <a:t>rậm</a:t>
            </a:r>
            <a:r>
              <a:rPr lang="en-US" baseline="0" dirty="0" smtClean="0"/>
              <a:t> </a:t>
            </a:r>
            <a:r>
              <a:rPr lang="en-US" baseline="0" dirty="0" err="1" smtClean="0"/>
              <a:t>rạp</a:t>
            </a:r>
            <a:endParaRPr lang="en-US" baseline="0"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Too many use cases: You’ll typically have many more use cases than business requirements and features, but many more functional requirements than use cases. But if there are too many use cases, you can not write them at the appropriate level of abstraction.</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Highly complex use cases: If you review a use case with 4 dense pages of dialog steps, with a lot of embedded logic and branching conditions, it’s incomprehensible. In this case, you need to select one success path through the use case and call that the normal flow. Use alternative flows for other logic branches that lead to success, and use exceptions to handle branches that lead to failure. You might have many alternatives, but each one will be short and easy to understand.</a:t>
            </a: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dirty="0" smtClean="0"/>
          </a:p>
        </p:txBody>
      </p:sp>
      <p:sp>
        <p:nvSpPr>
          <p:cNvPr id="4" name="Slide Number Placeholder 3"/>
          <p:cNvSpPr>
            <a:spLocks noGrp="1"/>
          </p:cNvSpPr>
          <p:nvPr>
            <p:ph type="sldNum" sz="quarter" idx="10"/>
          </p:nvPr>
        </p:nvSpPr>
        <p:spPr/>
        <p:txBody>
          <a:bodyPr/>
          <a:lstStyle/>
          <a:p>
            <a:fld id="{604AF210-9368-485F-80EF-65FDB0D10341}" type="slidenum">
              <a:rPr lang="en-US" smtClean="0"/>
              <a:t>17</a:t>
            </a:fld>
            <a:endParaRPr lang="en-US"/>
          </a:p>
        </p:txBody>
      </p:sp>
    </p:spTree>
    <p:extLst>
      <p:ext uri="{BB962C8B-B14F-4D97-AF65-F5344CB8AC3E}">
        <p14:creationId xmlns:p14="http://schemas.microsoft.com/office/powerpoint/2010/main" val="494952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Benefits of usage-centric requirements: </a:t>
            </a:r>
            <a:r>
              <a:rPr lang="en-US" dirty="0" err="1" smtClean="0"/>
              <a:t>Lợi</a:t>
            </a:r>
            <a:r>
              <a:rPr lang="en-US" dirty="0" smtClean="0"/>
              <a:t> </a:t>
            </a:r>
            <a:r>
              <a:rPr lang="en-US" dirty="0" err="1" smtClean="0"/>
              <a:t>ích</a:t>
            </a:r>
            <a:r>
              <a:rPr lang="en-US" dirty="0" smtClean="0"/>
              <a:t> </a:t>
            </a:r>
            <a:r>
              <a:rPr lang="en-US" dirty="0" err="1" smtClean="0"/>
              <a:t>của</a:t>
            </a:r>
            <a:r>
              <a:rPr lang="en-US" dirty="0" smtClean="0"/>
              <a:t> </a:t>
            </a:r>
            <a:r>
              <a:rPr lang="en-US" dirty="0" err="1" smtClean="0"/>
              <a:t>yêu</a:t>
            </a:r>
            <a:r>
              <a:rPr lang="en-US" dirty="0" smtClean="0"/>
              <a:t> </a:t>
            </a:r>
            <a:r>
              <a:rPr lang="en-US" dirty="0" err="1" smtClean="0"/>
              <a:t>cầu</a:t>
            </a:r>
            <a:r>
              <a:rPr lang="en-US" dirty="0" smtClean="0"/>
              <a:t> </a:t>
            </a:r>
            <a:r>
              <a:rPr lang="en-US" dirty="0" err="1" smtClean="0"/>
              <a:t>trung</a:t>
            </a:r>
            <a:r>
              <a:rPr lang="en-US" dirty="0" smtClean="0"/>
              <a:t> </a:t>
            </a:r>
            <a:r>
              <a:rPr lang="en-US" dirty="0" err="1" smtClean="0"/>
              <a:t>tâm</a:t>
            </a:r>
            <a:r>
              <a:rPr lang="en-US" dirty="0" smtClean="0"/>
              <a:t> </a:t>
            </a:r>
            <a:r>
              <a:rPr lang="en-US" dirty="0" err="1" smtClean="0"/>
              <a:t>sử</a:t>
            </a:r>
            <a:r>
              <a:rPr lang="en-US" dirty="0" smtClean="0"/>
              <a:t> </a:t>
            </a:r>
            <a:r>
              <a:rPr lang="en-US" dirty="0" err="1" smtClean="0"/>
              <a:t>dụng</a:t>
            </a:r>
            <a:endParaRPr lang="en-US"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Orphan (</a:t>
            </a:r>
            <a:r>
              <a:rPr lang="en-US" dirty="0" err="1" smtClean="0"/>
              <a:t>adj</a:t>
            </a:r>
            <a:r>
              <a:rPr lang="en-US" dirty="0" smtClean="0"/>
              <a:t>): </a:t>
            </a:r>
            <a:r>
              <a:rPr lang="en-US" dirty="0" err="1" smtClean="0"/>
              <a:t>mồ</a:t>
            </a:r>
            <a:r>
              <a:rPr lang="en-US" baseline="0" dirty="0" smtClean="0"/>
              <a:t> </a:t>
            </a:r>
            <a:r>
              <a:rPr lang="en-US" baseline="0" dirty="0" err="1" smtClean="0"/>
              <a:t>côi</a:t>
            </a:r>
            <a:r>
              <a:rPr lang="en-US" baseline="0" dirty="0" smtClean="0"/>
              <a:t>, </a:t>
            </a:r>
            <a:r>
              <a:rPr lang="en-US" baseline="0" dirty="0" err="1" smtClean="0"/>
              <a:t>đứng</a:t>
            </a:r>
            <a:r>
              <a:rPr lang="en-US" baseline="0" dirty="0" smtClean="0"/>
              <a:t> 1 </a:t>
            </a:r>
            <a:r>
              <a:rPr lang="en-US" baseline="0" dirty="0" err="1" smtClean="0"/>
              <a:t>mình</a:t>
            </a:r>
            <a:endParaRPr lang="en-US" dirty="0" smtClean="0"/>
          </a:p>
        </p:txBody>
      </p:sp>
      <p:sp>
        <p:nvSpPr>
          <p:cNvPr id="4" name="Slide Number Placeholder 3"/>
          <p:cNvSpPr>
            <a:spLocks noGrp="1"/>
          </p:cNvSpPr>
          <p:nvPr>
            <p:ph type="sldNum" sz="quarter" idx="10"/>
          </p:nvPr>
        </p:nvSpPr>
        <p:spPr/>
        <p:txBody>
          <a:bodyPr/>
          <a:lstStyle/>
          <a:p>
            <a:fld id="{604AF210-9368-485F-80EF-65FDB0D10341}" type="slidenum">
              <a:rPr lang="en-US" smtClean="0"/>
              <a:t>18</a:t>
            </a:fld>
            <a:endParaRPr lang="en-US"/>
          </a:p>
        </p:txBody>
      </p:sp>
    </p:spTree>
    <p:extLst>
      <p:ext uri="{BB962C8B-B14F-4D97-AF65-F5344CB8AC3E}">
        <p14:creationId xmlns:p14="http://schemas.microsoft.com/office/powerpoint/2010/main" val="1232914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dirty="0" smtClean="0"/>
          </a:p>
        </p:txBody>
      </p:sp>
      <p:sp>
        <p:nvSpPr>
          <p:cNvPr id="4" name="Slide Number Placeholder 3"/>
          <p:cNvSpPr>
            <a:spLocks noGrp="1"/>
          </p:cNvSpPr>
          <p:nvPr>
            <p:ph type="sldNum" sz="quarter" idx="10"/>
          </p:nvPr>
        </p:nvSpPr>
        <p:spPr/>
        <p:txBody>
          <a:bodyPr/>
          <a:lstStyle/>
          <a:p>
            <a:fld id="{604AF210-9368-485F-80EF-65FDB0D10341}" type="slidenum">
              <a:rPr lang="en-US" smtClean="0"/>
              <a:t>19</a:t>
            </a:fld>
            <a:endParaRPr lang="en-US"/>
          </a:p>
        </p:txBody>
      </p:sp>
    </p:spTree>
    <p:extLst>
      <p:ext uri="{BB962C8B-B14F-4D97-AF65-F5344CB8AC3E}">
        <p14:creationId xmlns:p14="http://schemas.microsoft.com/office/powerpoint/2010/main" val="1884413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20</a:t>
            </a:fld>
            <a:endParaRPr lang="en-US"/>
          </a:p>
        </p:txBody>
      </p:sp>
    </p:spTree>
    <p:extLst>
      <p:ext uri="{BB962C8B-B14F-4D97-AF65-F5344CB8AC3E}">
        <p14:creationId xmlns:p14="http://schemas.microsoft.com/office/powerpoint/2010/main" val="3355514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21</a:t>
            </a:fld>
            <a:endParaRPr lang="en-US"/>
          </a:p>
        </p:txBody>
      </p:sp>
    </p:spTree>
    <p:extLst>
      <p:ext uri="{BB962C8B-B14F-4D97-AF65-F5344CB8AC3E}">
        <p14:creationId xmlns:p14="http://schemas.microsoft.com/office/powerpoint/2010/main" val="20315846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8657927"/>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vi-VN" smtClean="0"/>
              <a:t>Chapter 8: Understading user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19944813"/>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8: Understading user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6419917"/>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8: Understading user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9965682"/>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8: Understading user requirements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6257082"/>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vi-VN" smtClean="0"/>
              <a:t>Chapter 8: Understading user requirements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7050669"/>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2890" y="4041058"/>
            <a:ext cx="7594203" cy="1864021"/>
          </a:xfrm>
        </p:spPr>
        <p:txBody>
          <a:bodyPr>
            <a:normAutofit/>
          </a:bodyPr>
          <a:lstStyle/>
          <a:p>
            <a:r>
              <a:rPr lang="en-US" sz="2400" dirty="0"/>
              <a:t>CHAPTER </a:t>
            </a:r>
            <a:r>
              <a:rPr lang="en-US" sz="2400" dirty="0" smtClean="0"/>
              <a:t>8</a:t>
            </a:r>
            <a:br>
              <a:rPr lang="en-US" sz="2400" dirty="0" smtClean="0"/>
            </a:br>
            <a:r>
              <a:rPr lang="en-US" dirty="0"/>
              <a:t/>
            </a:r>
            <a:br>
              <a:rPr lang="en-US" dirty="0"/>
            </a:br>
            <a:r>
              <a:rPr lang="en-US" sz="4000" dirty="0"/>
              <a:t>Understanding user </a:t>
            </a:r>
            <a:r>
              <a:rPr lang="en-US" sz="4000" dirty="0" smtClean="0"/>
              <a:t>requirements</a:t>
            </a:r>
            <a:endParaRPr lang="en-US" sz="3000" i="1" dirty="0"/>
          </a:p>
        </p:txBody>
      </p:sp>
    </p:spTree>
    <p:extLst>
      <p:ext uri="{BB962C8B-B14F-4D97-AF65-F5344CB8AC3E}">
        <p14:creationId xmlns:p14="http://schemas.microsoft.com/office/powerpoint/2010/main" val="3902011292"/>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7</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211587190"/>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1833865"/>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135" y="1179871"/>
            <a:ext cx="8652388" cy="5160603"/>
          </a:xfrm>
        </p:spPr>
        <p:txBody>
          <a:bodyPr>
            <a:normAutofit/>
          </a:bodyPr>
          <a:lstStyle/>
          <a:p>
            <a:r>
              <a:rPr lang="en-US" dirty="0" smtClean="0"/>
              <a:t>Understand two </a:t>
            </a:r>
            <a:r>
              <a:rPr lang="en-US" dirty="0"/>
              <a:t>of the most commonly employed techniques for exploring user requirements: use cases and </a:t>
            </a:r>
            <a:r>
              <a:rPr lang="en-US" dirty="0" smtClean="0"/>
              <a:t>user stories</a:t>
            </a:r>
          </a:p>
          <a:p>
            <a:r>
              <a:rPr lang="en-US" dirty="0"/>
              <a:t>Student could </a:t>
            </a:r>
            <a:r>
              <a:rPr lang="en-US" dirty="0" smtClean="0"/>
              <a:t>address </a:t>
            </a:r>
            <a:r>
              <a:rPr lang="en-US" dirty="0"/>
              <a:t>all the </a:t>
            </a:r>
            <a:r>
              <a:rPr lang="en-US" dirty="0" smtClean="0"/>
              <a:t>functional requirements of a project by use case diagram and use case specification.</a:t>
            </a:r>
            <a:endParaRPr lang="en-US" dirty="0"/>
          </a:p>
        </p:txBody>
      </p:sp>
      <p:sp>
        <p:nvSpPr>
          <p:cNvPr id="2" name="Title 1"/>
          <p:cNvSpPr>
            <a:spLocks noGrp="1"/>
          </p:cNvSpPr>
          <p:nvPr>
            <p:ph type="title"/>
          </p:nvPr>
        </p:nvSpPr>
        <p:spPr/>
        <p:txBody>
          <a:bodyPr/>
          <a:lstStyle/>
          <a:p>
            <a:r>
              <a:rPr lang="en-US" smtClean="0"/>
              <a:t>Objectives</a:t>
            </a:r>
            <a:endParaRPr lang="en-US"/>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p:cNvPicPr>
            <a:picLocks noChangeAspect="1"/>
          </p:cNvPicPr>
          <p:nvPr/>
        </p:nvPicPr>
        <p:blipFill>
          <a:blip r:embed="rId2"/>
          <a:stretch>
            <a:fillRect/>
          </a:stretch>
        </p:blipFill>
        <p:spPr>
          <a:xfrm>
            <a:off x="6882581" y="4139995"/>
            <a:ext cx="2054942" cy="2054942"/>
          </a:xfrm>
          <a:prstGeom prst="rect">
            <a:avLst/>
          </a:prstGeom>
        </p:spPr>
      </p:pic>
    </p:spTree>
    <p:extLst>
      <p:ext uri="{BB962C8B-B14F-4D97-AF65-F5344CB8AC3E}">
        <p14:creationId xmlns:p14="http://schemas.microsoft.com/office/powerpoint/2010/main" val="1005691867"/>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170039"/>
            <a:ext cx="8175523" cy="5063613"/>
          </a:xfrm>
        </p:spPr>
        <p:txBody>
          <a:bodyPr>
            <a:normAutofit/>
          </a:bodyPr>
          <a:lstStyle/>
          <a:p>
            <a:pPr marL="342900" indent="-342900">
              <a:buFont typeface="+mj-lt"/>
              <a:buAutoNum type="arabicPeriod"/>
            </a:pPr>
            <a:r>
              <a:rPr lang="en-US" dirty="0"/>
              <a:t>Use cases and user </a:t>
            </a:r>
            <a:r>
              <a:rPr lang="en-US" dirty="0" smtClean="0"/>
              <a:t>stories</a:t>
            </a:r>
          </a:p>
          <a:p>
            <a:pPr marL="342900" indent="-342900">
              <a:buFont typeface="+mj-lt"/>
              <a:buAutoNum type="arabicPeriod"/>
            </a:pPr>
            <a:r>
              <a:rPr lang="en-US" dirty="0"/>
              <a:t>The use case approach</a:t>
            </a:r>
          </a:p>
          <a:p>
            <a:pPr marL="342900" indent="-342900">
              <a:buFont typeface="+mj-lt"/>
              <a:buAutoNum type="arabicPeriod"/>
            </a:pPr>
            <a:r>
              <a:rPr lang="en-US" dirty="0"/>
              <a:t>Use cases and usage scenarios </a:t>
            </a:r>
            <a:endParaRPr lang="en-US" dirty="0" smtClean="0"/>
          </a:p>
          <a:p>
            <a:pPr marL="342900" indent="-342900">
              <a:buFont typeface="+mj-lt"/>
              <a:buAutoNum type="arabicPeriod"/>
            </a:pPr>
            <a:r>
              <a:rPr lang="en-US" dirty="0"/>
              <a:t>Identifying use </a:t>
            </a:r>
            <a:r>
              <a:rPr lang="en-US" dirty="0" smtClean="0"/>
              <a:t>cases</a:t>
            </a:r>
          </a:p>
          <a:p>
            <a:pPr marL="342900" indent="-342900">
              <a:buFont typeface="+mj-lt"/>
              <a:buAutoNum type="arabicPeriod"/>
            </a:pPr>
            <a:r>
              <a:rPr lang="en-US" dirty="0"/>
              <a:t>Exploring use cases </a:t>
            </a:r>
            <a:endParaRPr lang="en-US" dirty="0" smtClean="0"/>
          </a:p>
          <a:p>
            <a:pPr marL="342900" indent="-342900">
              <a:buFont typeface="+mj-lt"/>
              <a:buAutoNum type="arabicPeriod"/>
            </a:pPr>
            <a:r>
              <a:rPr lang="en-US" dirty="0"/>
              <a:t>Validating use cases </a:t>
            </a:r>
            <a:endParaRPr lang="en-US" dirty="0" smtClean="0"/>
          </a:p>
          <a:p>
            <a:pPr marL="342900" indent="-342900">
              <a:buFont typeface="+mj-lt"/>
              <a:buAutoNum type="arabicPeriod"/>
            </a:pPr>
            <a:r>
              <a:rPr lang="en-US" dirty="0"/>
              <a:t>Use cases and functional requirements </a:t>
            </a:r>
            <a:endParaRPr lang="en-US" dirty="0" smtClean="0"/>
          </a:p>
          <a:p>
            <a:pPr marL="342900" indent="-342900">
              <a:buFont typeface="+mj-lt"/>
              <a:buAutoNum type="arabicPeriod"/>
            </a:pPr>
            <a:r>
              <a:rPr lang="en-US" dirty="0"/>
              <a:t>Use case traps to avoid </a:t>
            </a:r>
            <a:endParaRPr lang="en-US" dirty="0" smtClean="0"/>
          </a:p>
          <a:p>
            <a:pPr marL="342900" indent="-342900">
              <a:buFont typeface="+mj-lt"/>
              <a:buAutoNum type="arabicPeriod"/>
            </a:pPr>
            <a:r>
              <a:rPr lang="en-US" dirty="0"/>
              <a:t>Benefits of usage-centric requirements</a:t>
            </a:r>
          </a:p>
          <a:p>
            <a:pPr marL="342900" indent="-342900">
              <a:buFont typeface="+mj-lt"/>
              <a:buAutoNum type="arabicPeriod"/>
            </a:pPr>
            <a:endParaRPr lang="en-US" dirty="0"/>
          </a:p>
          <a:p>
            <a:pPr marL="342900" indent="-342900">
              <a:buFont typeface="+mj-lt"/>
              <a:buAutoNum type="arabicPeriod"/>
            </a:pPr>
            <a:endParaRPr lang="en-US" dirty="0"/>
          </a:p>
        </p:txBody>
      </p:sp>
      <p:sp>
        <p:nvSpPr>
          <p:cNvPr id="2" name="Title 1"/>
          <p:cNvSpPr>
            <a:spLocks noGrp="1"/>
          </p:cNvSpPr>
          <p:nvPr>
            <p:ph type="title"/>
          </p:nvPr>
        </p:nvSpPr>
        <p:spPr>
          <a:xfrm>
            <a:off x="3853114" y="0"/>
            <a:ext cx="5290886" cy="1032060"/>
          </a:xfrm>
        </p:spPr>
        <p:txBody>
          <a:bodyPr>
            <a:noAutofit/>
          </a:bodyPr>
          <a:lstStyle/>
          <a:p>
            <a:r>
              <a:rPr lang="en-US" sz="3200" dirty="0" smtClean="0"/>
              <a:t/>
            </a:r>
            <a:br>
              <a:rPr lang="en-US" sz="3200" dirty="0" smtClean="0"/>
            </a:br>
            <a:r>
              <a:rPr lang="en-US" sz="3200" dirty="0" smtClean="0"/>
              <a:t>Contents</a:t>
            </a:r>
            <a:br>
              <a:rPr lang="en-US" sz="3200" dirty="0" smtClean="0"/>
            </a:br>
            <a:endParaRPr lang="en-US" sz="3200" dirty="0"/>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4111266111"/>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310" y="1160206"/>
            <a:ext cx="8760542" cy="4859594"/>
          </a:xfrm>
        </p:spPr>
        <p:txBody>
          <a:bodyPr>
            <a:normAutofit/>
          </a:bodyPr>
          <a:lstStyle/>
          <a:p>
            <a:r>
              <a:rPr lang="en-US" b="1" i="1" dirty="0">
                <a:solidFill>
                  <a:srgbClr val="000099"/>
                </a:solidFill>
              </a:rPr>
              <a:t>A use case </a:t>
            </a:r>
            <a:r>
              <a:rPr lang="en-US" dirty="0"/>
              <a:t>describes a sequence of interactions between a system and an external actor that results in the actor being able to achieve some outcome of </a:t>
            </a:r>
            <a:r>
              <a:rPr lang="en-US" dirty="0" smtClean="0"/>
              <a:t>value.</a:t>
            </a:r>
          </a:p>
          <a:p>
            <a:r>
              <a:rPr lang="en-US" dirty="0"/>
              <a:t>The names of use cases are always written in the form of a verb followed by an object. </a:t>
            </a:r>
            <a:endParaRPr lang="en-US" dirty="0" smtClean="0"/>
          </a:p>
          <a:p>
            <a:r>
              <a:rPr lang="en-US" dirty="0" smtClean="0"/>
              <a:t>Select </a:t>
            </a:r>
            <a:r>
              <a:rPr lang="en-US" dirty="0"/>
              <a:t>strong, descriptive names to make it evident from the name that the use case will deliver something valuable for some </a:t>
            </a:r>
            <a:r>
              <a:rPr lang="en-US" dirty="0" smtClean="0"/>
              <a:t>user.</a:t>
            </a:r>
          </a:p>
          <a:p>
            <a:r>
              <a:rPr lang="en-US" dirty="0"/>
              <a:t>Users and </a:t>
            </a:r>
            <a:r>
              <a:rPr lang="en-US" dirty="0" smtClean="0"/>
              <a:t>actors. </a:t>
            </a:r>
            <a:endParaRPr lang="en-US" dirty="0"/>
          </a:p>
        </p:txBody>
      </p:sp>
      <p:sp>
        <p:nvSpPr>
          <p:cNvPr id="2" name="Title 1"/>
          <p:cNvSpPr>
            <a:spLocks noGrp="1"/>
          </p:cNvSpPr>
          <p:nvPr>
            <p:ph type="title"/>
          </p:nvPr>
        </p:nvSpPr>
        <p:spPr>
          <a:xfrm>
            <a:off x="3018503" y="0"/>
            <a:ext cx="6088626" cy="1052161"/>
          </a:xfrm>
        </p:spPr>
        <p:txBody>
          <a:bodyPr/>
          <a:lstStyle/>
          <a:p>
            <a:r>
              <a:rPr lang="en-US" sz="3200" dirty="0"/>
              <a:t>Use cases and user stories</a:t>
            </a:r>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3023092331"/>
      </p:ext>
    </p:extLst>
  </p:cSld>
  <p:clrMapOvr>
    <a:masterClrMapping/>
  </p:clrMapOvr>
  <p:transition>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8503" y="0"/>
            <a:ext cx="6088626" cy="1052161"/>
          </a:xfrm>
        </p:spPr>
        <p:txBody>
          <a:bodyPr/>
          <a:lstStyle/>
          <a:p>
            <a:r>
              <a:rPr lang="en-US" sz="3200" dirty="0"/>
              <a:t>Use cases and user stories</a:t>
            </a:r>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pic>
        <p:nvPicPr>
          <p:cNvPr id="6" name="Content Placeholder 5"/>
          <p:cNvPicPr>
            <a:picLocks noGrp="1" noChangeAspect="1"/>
          </p:cNvPicPr>
          <p:nvPr>
            <p:ph idx="1"/>
          </p:nvPr>
        </p:nvPicPr>
        <p:blipFill>
          <a:blip r:embed="rId2"/>
          <a:stretch>
            <a:fillRect/>
          </a:stretch>
        </p:blipFill>
        <p:spPr>
          <a:xfrm>
            <a:off x="335132" y="1331278"/>
            <a:ext cx="8427867" cy="4854931"/>
          </a:xfrm>
          <a:prstGeom prst="rect">
            <a:avLst/>
          </a:prstGeom>
        </p:spPr>
      </p:pic>
    </p:spTree>
    <p:extLst>
      <p:ext uri="{BB962C8B-B14F-4D97-AF65-F5344CB8AC3E}">
        <p14:creationId xmlns:p14="http://schemas.microsoft.com/office/powerpoint/2010/main" val="1871398838"/>
      </p:ext>
    </p:extLst>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8503" y="0"/>
            <a:ext cx="6088626" cy="1052161"/>
          </a:xfrm>
        </p:spPr>
        <p:txBody>
          <a:bodyPr/>
          <a:lstStyle/>
          <a:p>
            <a:r>
              <a:rPr lang="en-US" sz="3200" dirty="0"/>
              <a:t>Use cases and user stories</a:t>
            </a:r>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
        <p:nvSpPr>
          <p:cNvPr id="10" name="Content Placeholder 2"/>
          <p:cNvSpPr txBox="1">
            <a:spLocks/>
          </p:cNvSpPr>
          <p:nvPr/>
        </p:nvSpPr>
        <p:spPr bwMode="auto">
          <a:xfrm>
            <a:off x="216310" y="1160206"/>
            <a:ext cx="8760542" cy="17985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77500" lnSpcReduction="20000"/>
          </a:bodyPr>
          <a:lstStyle>
            <a:lvl1pPr marL="342900" indent="-342900" algn="just" rtl="0" eaLnBrk="0" fontAlgn="base" hangingPunct="0">
              <a:spcBef>
                <a:spcPct val="20000"/>
              </a:spcBef>
              <a:spcAft>
                <a:spcPct val="0"/>
              </a:spcAft>
              <a:buFontTx/>
              <a:buBlip>
                <a:blip r:embed="rId2"/>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3"/>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4"/>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As used on agile project, a user story is a “short, simple description of a feature told from the perspective of the person who desires the new capability, usually a user or customer of the system.”</a:t>
            </a:r>
          </a:p>
          <a:p>
            <a:r>
              <a:rPr lang="en-US" dirty="0" smtClean="0"/>
              <a:t>User stories are often written by </a:t>
            </a:r>
            <a:r>
              <a:rPr lang="en-US" i="1" dirty="0" smtClean="0"/>
              <a:t>“As a &lt;type of user&gt;, I want &lt;some goal” so that &lt;some reason&gt;.</a:t>
            </a:r>
            <a:r>
              <a:rPr lang="en-US" dirty="0" smtClean="0"/>
              <a:t> </a:t>
            </a:r>
            <a:endParaRPr lang="en-US" dirty="0"/>
          </a:p>
        </p:txBody>
      </p:sp>
      <p:pic>
        <p:nvPicPr>
          <p:cNvPr id="6" name="Picture 5"/>
          <p:cNvPicPr>
            <a:picLocks noChangeAspect="1"/>
          </p:cNvPicPr>
          <p:nvPr/>
        </p:nvPicPr>
        <p:blipFill>
          <a:blip r:embed="rId5"/>
          <a:stretch>
            <a:fillRect/>
          </a:stretch>
        </p:blipFill>
        <p:spPr>
          <a:xfrm>
            <a:off x="457200" y="2958793"/>
            <a:ext cx="8485656" cy="2976181"/>
          </a:xfrm>
          <a:prstGeom prst="rect">
            <a:avLst/>
          </a:prstGeom>
        </p:spPr>
      </p:pic>
    </p:spTree>
    <p:extLst>
      <p:ext uri="{BB962C8B-B14F-4D97-AF65-F5344CB8AC3E}">
        <p14:creationId xmlns:p14="http://schemas.microsoft.com/office/powerpoint/2010/main" val="305069437"/>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3" name="Rectangle 3"/>
          <p:cNvSpPr>
            <a:spLocks noGrp="1" noChangeArrowheads="1"/>
          </p:cNvSpPr>
          <p:nvPr>
            <p:ph idx="1"/>
          </p:nvPr>
        </p:nvSpPr>
        <p:spPr>
          <a:xfrm>
            <a:off x="288822" y="1086473"/>
            <a:ext cx="8642555" cy="4053674"/>
          </a:xfrm>
        </p:spPr>
        <p:txBody>
          <a:bodyPr>
            <a:normAutofit fontScale="85000" lnSpcReduction="20000"/>
          </a:bodyPr>
          <a:lstStyle/>
          <a:p>
            <a:r>
              <a:rPr lang="en-US" sz="2600" i="1" dirty="0" smtClean="0"/>
              <a:t>Use case </a:t>
            </a:r>
            <a:r>
              <a:rPr lang="en-US" sz="2600" dirty="0" smtClean="0"/>
              <a:t>describes a sequence of interactions between a system and an external actor that results in some outcome that provides value to the actor. An </a:t>
            </a:r>
            <a:r>
              <a:rPr lang="en-US" sz="2600" i="1" dirty="0" smtClean="0"/>
              <a:t>actor</a:t>
            </a:r>
            <a:r>
              <a:rPr lang="en-US" sz="2600" dirty="0" smtClean="0"/>
              <a:t> is a person (or another SW system) that interacts with the system to perform a use case.</a:t>
            </a:r>
          </a:p>
          <a:p>
            <a:r>
              <a:rPr lang="en-US" sz="2600" dirty="0" smtClean="0"/>
              <a:t>Questions </a:t>
            </a:r>
            <a:r>
              <a:rPr lang="en-US" sz="2600" dirty="0"/>
              <a:t>to consider</a:t>
            </a:r>
          </a:p>
          <a:p>
            <a:pPr lvl="1"/>
            <a:r>
              <a:rPr lang="en-US" dirty="0"/>
              <a:t>What will the actor use the system for?</a:t>
            </a:r>
          </a:p>
          <a:p>
            <a:pPr lvl="1"/>
            <a:r>
              <a:rPr lang="en-US" dirty="0"/>
              <a:t>Will the actor create, store, change, remove, or read data in the system?</a:t>
            </a:r>
          </a:p>
          <a:p>
            <a:pPr lvl="1"/>
            <a:r>
              <a:rPr lang="en-US" dirty="0"/>
              <a:t>Will the actor need to inform the system about external events or changes?</a:t>
            </a:r>
          </a:p>
          <a:p>
            <a:pPr lvl="1"/>
            <a:r>
              <a:rPr lang="en-US" dirty="0"/>
              <a:t>Will the actor need to be informed about certain occurrences in the system?</a:t>
            </a:r>
          </a:p>
          <a:p>
            <a:r>
              <a:rPr lang="en-US" dirty="0"/>
              <a:t>Provide a brief description that elaborates the intent of the use </a:t>
            </a:r>
            <a:r>
              <a:rPr lang="en-US" dirty="0" smtClean="0"/>
              <a:t>case.</a:t>
            </a:r>
            <a:endParaRPr lang="en-US" dirty="0"/>
          </a:p>
        </p:txBody>
      </p:sp>
      <p:sp>
        <p:nvSpPr>
          <p:cNvPr id="931842" name="Rectangle 2"/>
          <p:cNvSpPr>
            <a:spLocks noGrp="1" noChangeArrowheads="1"/>
          </p:cNvSpPr>
          <p:nvPr>
            <p:ph type="title"/>
          </p:nvPr>
        </p:nvSpPr>
        <p:spPr>
          <a:xfrm>
            <a:off x="2819400" y="27105"/>
            <a:ext cx="6324600" cy="1035555"/>
          </a:xfrm>
        </p:spPr>
        <p:txBody>
          <a:bodyPr>
            <a:normAutofit/>
          </a:bodyPr>
          <a:lstStyle/>
          <a:p>
            <a:r>
              <a:rPr lang="en-US" sz="3200" dirty="0"/>
              <a:t>The use case </a:t>
            </a:r>
            <a:r>
              <a:rPr lang="en-US" sz="3200" dirty="0" smtClean="0"/>
              <a:t>approach</a:t>
            </a:r>
            <a:endParaRPr lang="en-US" sz="3200" dirty="0"/>
          </a:p>
        </p:txBody>
      </p:sp>
      <p:sp>
        <p:nvSpPr>
          <p:cNvPr id="931844" name="Text Box 4"/>
          <p:cNvSpPr txBox="1">
            <a:spLocks noChangeArrowheads="1"/>
          </p:cNvSpPr>
          <p:nvPr/>
        </p:nvSpPr>
        <p:spPr bwMode="auto">
          <a:xfrm>
            <a:off x="457200" y="5132209"/>
            <a:ext cx="8305800" cy="1200329"/>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b="1" dirty="0"/>
              <a:t>Program Vacation Setting</a:t>
            </a:r>
          </a:p>
          <a:p>
            <a:r>
              <a:rPr lang="en-US" dirty="0"/>
              <a:t>Actor(s): Homeowner/programmer</a:t>
            </a:r>
          </a:p>
          <a:p>
            <a:r>
              <a:rPr lang="en-US" dirty="0"/>
              <a:t>Description: Homeowner/programmer sets lighting and alarm options for an extended stay away from </a:t>
            </a:r>
            <a:r>
              <a:rPr lang="en-US" dirty="0" smtClean="0"/>
              <a:t>home.</a:t>
            </a:r>
            <a:endParaRPr lang="en-US" dirty="0"/>
          </a:p>
        </p:txBody>
      </p:sp>
      <p:sp>
        <p:nvSpPr>
          <p:cNvPr id="2" name="Footer Placeholder 1"/>
          <p:cNvSpPr>
            <a:spLocks noGrp="1"/>
          </p:cNvSpPr>
          <p:nvPr>
            <p:ph type="ftr" sz="quarter" idx="10"/>
          </p:nvPr>
        </p:nvSpPr>
        <p:spPr/>
        <p:txBody>
          <a:bodyPr/>
          <a:lstStyle/>
          <a:p>
            <a:pPr>
              <a:defRPr/>
            </a:pPr>
            <a:r>
              <a:rPr lang="vi-VN" smtClean="0"/>
              <a:t>Chapter 8: Understading user requirements _ BayHV</a:t>
            </a:r>
            <a:endParaRPr lang="en-US"/>
          </a:p>
        </p:txBody>
      </p:sp>
      <p:sp>
        <p:nvSpPr>
          <p:cNvPr id="3" name="Slide Number Placeholder 2"/>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748209061"/>
      </p:ext>
    </p:extLst>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1" name="Rectangle 3"/>
          <p:cNvSpPr>
            <a:spLocks noGrp="1" noChangeArrowheads="1"/>
          </p:cNvSpPr>
          <p:nvPr>
            <p:ph idx="1"/>
          </p:nvPr>
        </p:nvSpPr>
        <p:spPr>
          <a:xfrm>
            <a:off x="119744" y="1045029"/>
            <a:ext cx="8784770" cy="2108201"/>
          </a:xfrm>
        </p:spPr>
        <p:txBody>
          <a:bodyPr>
            <a:normAutofit lnSpcReduction="10000"/>
          </a:bodyPr>
          <a:lstStyle/>
          <a:p>
            <a:r>
              <a:rPr lang="en-US" dirty="0" smtClean="0"/>
              <a:t>Users:</a:t>
            </a:r>
          </a:p>
          <a:p>
            <a:pPr lvl="1"/>
            <a:r>
              <a:rPr lang="en-US" dirty="0" smtClean="0"/>
              <a:t>A human user has a collection of hats available, each label with the name of an actor that the system will recognize as participating in certain use cases.</a:t>
            </a:r>
          </a:p>
          <a:p>
            <a:r>
              <a:rPr lang="en-US" dirty="0" smtClean="0"/>
              <a:t>Actors</a:t>
            </a:r>
            <a:endParaRPr lang="en-US" dirty="0"/>
          </a:p>
        </p:txBody>
      </p:sp>
      <p:sp>
        <p:nvSpPr>
          <p:cNvPr id="933890" name="Rectangle 2"/>
          <p:cNvSpPr>
            <a:spLocks noGrp="1" noChangeArrowheads="1"/>
          </p:cNvSpPr>
          <p:nvPr>
            <p:ph type="title"/>
          </p:nvPr>
        </p:nvSpPr>
        <p:spPr>
          <a:xfrm>
            <a:off x="2819400" y="27105"/>
            <a:ext cx="6324600" cy="1103194"/>
          </a:xfrm>
        </p:spPr>
        <p:txBody>
          <a:bodyPr/>
          <a:lstStyle/>
          <a:p>
            <a:r>
              <a:rPr lang="en-US" sz="3200" dirty="0" smtClean="0"/>
              <a:t>Users and Actors</a:t>
            </a:r>
            <a:endParaRPr lang="en-US" sz="3200" dirty="0"/>
          </a:p>
        </p:txBody>
      </p:sp>
      <p:sp>
        <p:nvSpPr>
          <p:cNvPr id="4" name="Slide Number Placeholder 4"/>
          <p:cNvSpPr>
            <a:spLocks noGrp="1"/>
          </p:cNvSpPr>
          <p:nvPr>
            <p:ph type="sldNum" sz="quarter" idx="11"/>
          </p:nvPr>
        </p:nvSpPr>
        <p:spPr>
          <a:xfrm>
            <a:off x="7204984" y="6362700"/>
            <a:ext cx="1600200" cy="342900"/>
          </a:xfrm>
          <a:prstGeom prst="rect">
            <a:avLst/>
          </a:prstGeom>
        </p:spPr>
        <p:txBody>
          <a:bodyPr/>
          <a:lstStyle/>
          <a:p>
            <a:fld id="{6FD0A879-B934-40F7-BFDA-D5265170CF3E}" type="slidenum">
              <a:rPr lang="ar-SA"/>
              <a:pPr/>
              <a:t>9</a:t>
            </a:fld>
            <a:endParaRPr lang="en-US" dirty="0"/>
          </a:p>
        </p:txBody>
      </p:sp>
      <p:sp>
        <p:nvSpPr>
          <p:cNvPr id="2" name="Footer Placeholder 1"/>
          <p:cNvSpPr>
            <a:spLocks noGrp="1"/>
          </p:cNvSpPr>
          <p:nvPr>
            <p:ph type="ftr" sz="quarter" idx="10"/>
          </p:nvPr>
        </p:nvSpPr>
        <p:spPr/>
        <p:txBody>
          <a:bodyPr/>
          <a:lstStyle/>
          <a:p>
            <a:pPr>
              <a:defRPr/>
            </a:pPr>
            <a:r>
              <a:rPr lang="vi-VN" smtClean="0"/>
              <a:t>Chapter 8: Understading user requirements _ BayHV</a:t>
            </a:r>
            <a:endParaRPr lang="en-US"/>
          </a:p>
        </p:txBody>
      </p:sp>
      <p:pic>
        <p:nvPicPr>
          <p:cNvPr id="5" name="Picture 4"/>
          <p:cNvPicPr>
            <a:picLocks noChangeAspect="1"/>
          </p:cNvPicPr>
          <p:nvPr/>
        </p:nvPicPr>
        <p:blipFill>
          <a:blip r:embed="rId3"/>
          <a:stretch>
            <a:fillRect/>
          </a:stretch>
        </p:blipFill>
        <p:spPr>
          <a:xfrm>
            <a:off x="4397829" y="2862943"/>
            <a:ext cx="4708538" cy="3375933"/>
          </a:xfrm>
          <a:prstGeom prst="rect">
            <a:avLst/>
          </a:prstGeom>
        </p:spPr>
      </p:pic>
      <p:sp>
        <p:nvSpPr>
          <p:cNvPr id="8" name="Rectangle 3"/>
          <p:cNvSpPr txBox="1">
            <a:spLocks noChangeArrowheads="1"/>
          </p:cNvSpPr>
          <p:nvPr/>
        </p:nvSpPr>
        <p:spPr bwMode="auto">
          <a:xfrm>
            <a:off x="119745" y="3218545"/>
            <a:ext cx="4005942" cy="302033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10000"/>
          </a:bodyPr>
          <a:lstStyle>
            <a:lvl1pPr marL="342900" indent="-342900" algn="just" rtl="0" eaLnBrk="0" fontAlgn="base" hangingPunct="0">
              <a:spcBef>
                <a:spcPct val="20000"/>
              </a:spcBef>
              <a:spcAft>
                <a:spcPct val="0"/>
              </a:spcAft>
              <a:buFontTx/>
              <a:buBlip>
                <a:blip r:embed="rId4"/>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5"/>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6"/>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n-US" dirty="0" smtClean="0"/>
              <a:t>When the user want to perform a certain action with the system, he puts on the appropriate hat. The system will recognize that person as the labeled actor when he launches whatever use case he’s interested in performing.</a:t>
            </a:r>
          </a:p>
        </p:txBody>
      </p:sp>
    </p:spTree>
    <p:extLst>
      <p:ext uri="{BB962C8B-B14F-4D97-AF65-F5344CB8AC3E}">
        <p14:creationId xmlns:p14="http://schemas.microsoft.com/office/powerpoint/2010/main" val="3548639115"/>
      </p:ext>
    </p:extLst>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1" name="Rectangle 3"/>
          <p:cNvSpPr>
            <a:spLocks noGrp="1" noChangeArrowheads="1"/>
          </p:cNvSpPr>
          <p:nvPr>
            <p:ph idx="1"/>
          </p:nvPr>
        </p:nvSpPr>
        <p:spPr>
          <a:xfrm>
            <a:off x="119744" y="1045030"/>
            <a:ext cx="3929742" cy="5477690"/>
          </a:xfrm>
        </p:spPr>
        <p:txBody>
          <a:bodyPr>
            <a:normAutofit fontScale="70000" lnSpcReduction="20000"/>
          </a:bodyPr>
          <a:lstStyle/>
          <a:p>
            <a:r>
              <a:rPr lang="en-US" i="1" dirty="0" smtClean="0"/>
              <a:t>Use case diagrams</a:t>
            </a:r>
            <a:r>
              <a:rPr lang="en-US" dirty="0" smtClean="0"/>
              <a:t> provide a high-level visual representation of the user requirements.</a:t>
            </a:r>
          </a:p>
          <a:p>
            <a:r>
              <a:rPr lang="en-US" i="1" dirty="0" smtClean="0"/>
              <a:t>Arrows</a:t>
            </a:r>
            <a:r>
              <a:rPr lang="en-US" dirty="0" smtClean="0"/>
              <a:t> from an actor connect to the use cases. </a:t>
            </a:r>
          </a:p>
          <a:p>
            <a:r>
              <a:rPr lang="en-US" dirty="0" smtClean="0"/>
              <a:t>An arrow  from an actor to a use case indicates that he is the </a:t>
            </a:r>
            <a:r>
              <a:rPr lang="en-US" i="1" dirty="0" smtClean="0"/>
              <a:t>primary actor </a:t>
            </a:r>
            <a:r>
              <a:rPr lang="en-US" dirty="0" smtClean="0"/>
              <a:t>for the use case.</a:t>
            </a:r>
          </a:p>
          <a:p>
            <a:r>
              <a:rPr lang="en-US" i="1" dirty="0" smtClean="0"/>
              <a:t>The primary actor </a:t>
            </a:r>
            <a:r>
              <a:rPr lang="en-US" dirty="0" smtClean="0"/>
              <a:t>initiates the use case and derives </a:t>
            </a:r>
            <a:r>
              <a:rPr lang="en-US" sz="1900" dirty="0" smtClean="0"/>
              <a:t>(</a:t>
            </a:r>
            <a:r>
              <a:rPr lang="en-US" sz="1900" dirty="0" err="1" smtClean="0"/>
              <a:t>lấy</a:t>
            </a:r>
            <a:r>
              <a:rPr lang="en-US" sz="1900" dirty="0" smtClean="0"/>
              <a:t>)</a:t>
            </a:r>
            <a:r>
              <a:rPr lang="en-US" dirty="0" smtClean="0"/>
              <a:t> the main value from it. An arrow goes from a use case to a </a:t>
            </a:r>
            <a:r>
              <a:rPr lang="en-US" i="1" dirty="0" smtClean="0"/>
              <a:t>secondary actor</a:t>
            </a:r>
            <a:r>
              <a:rPr lang="en-US" dirty="0" smtClean="0"/>
              <a:t>, who participates somehow in the successful execution of the use case.</a:t>
            </a:r>
          </a:p>
          <a:p>
            <a:r>
              <a:rPr lang="en-US" i="1" dirty="0" smtClean="0"/>
              <a:t>The arrows </a:t>
            </a:r>
            <a:r>
              <a:rPr lang="en-US" dirty="0" smtClean="0"/>
              <a:t>in the use case diagrams simply indicate the connections between actors and use cases in which they participate.</a:t>
            </a:r>
            <a:endParaRPr lang="en-US" dirty="0"/>
          </a:p>
        </p:txBody>
      </p:sp>
      <p:sp>
        <p:nvSpPr>
          <p:cNvPr id="933890" name="Rectangle 2"/>
          <p:cNvSpPr>
            <a:spLocks noGrp="1" noChangeArrowheads="1"/>
          </p:cNvSpPr>
          <p:nvPr>
            <p:ph type="title"/>
          </p:nvPr>
        </p:nvSpPr>
        <p:spPr>
          <a:xfrm>
            <a:off x="2819400" y="27105"/>
            <a:ext cx="6324600" cy="1103194"/>
          </a:xfrm>
        </p:spPr>
        <p:txBody>
          <a:bodyPr/>
          <a:lstStyle/>
          <a:p>
            <a:r>
              <a:rPr lang="en-US" sz="3200" dirty="0" smtClean="0"/>
              <a:t>Use Case Diagrams</a:t>
            </a:r>
            <a:endParaRPr lang="en-US" sz="3200" dirty="0"/>
          </a:p>
        </p:txBody>
      </p:sp>
      <p:sp>
        <p:nvSpPr>
          <p:cNvPr id="4" name="Slide Number Placeholder 4"/>
          <p:cNvSpPr>
            <a:spLocks noGrp="1"/>
          </p:cNvSpPr>
          <p:nvPr>
            <p:ph type="sldNum" sz="quarter" idx="11"/>
          </p:nvPr>
        </p:nvSpPr>
        <p:spPr>
          <a:xfrm>
            <a:off x="7081157" y="6362700"/>
            <a:ext cx="1600200" cy="342900"/>
          </a:xfrm>
          <a:prstGeom prst="rect">
            <a:avLst/>
          </a:prstGeom>
        </p:spPr>
        <p:txBody>
          <a:bodyPr/>
          <a:lstStyle/>
          <a:p>
            <a:fld id="{6FD0A879-B934-40F7-BFDA-D5265170CF3E}" type="slidenum">
              <a:rPr lang="ar-SA"/>
              <a:pPr/>
              <a:t>10</a:t>
            </a:fld>
            <a:endParaRPr lang="en-US"/>
          </a:p>
        </p:txBody>
      </p:sp>
      <p:sp>
        <p:nvSpPr>
          <p:cNvPr id="2" name="Footer Placeholder 1"/>
          <p:cNvSpPr>
            <a:spLocks noGrp="1"/>
          </p:cNvSpPr>
          <p:nvPr>
            <p:ph type="ftr" sz="quarter" idx="10"/>
          </p:nvPr>
        </p:nvSpPr>
        <p:spPr/>
        <p:txBody>
          <a:bodyPr/>
          <a:lstStyle/>
          <a:p>
            <a:pPr>
              <a:defRPr/>
            </a:pPr>
            <a:r>
              <a:rPr lang="vi-VN" smtClean="0"/>
              <a:t>Chapter 8: Understading user requirements _ BayHV</a:t>
            </a:r>
            <a:endParaRPr lang="en-US"/>
          </a:p>
        </p:txBody>
      </p:sp>
      <p:pic>
        <p:nvPicPr>
          <p:cNvPr id="5" name="Picture 4"/>
          <p:cNvPicPr>
            <a:picLocks noChangeAspect="1"/>
          </p:cNvPicPr>
          <p:nvPr/>
        </p:nvPicPr>
        <p:blipFill>
          <a:blip r:embed="rId3"/>
          <a:stretch>
            <a:fillRect/>
          </a:stretch>
        </p:blipFill>
        <p:spPr>
          <a:xfrm>
            <a:off x="4167381" y="1355759"/>
            <a:ext cx="4976620" cy="4820754"/>
          </a:xfrm>
          <a:prstGeom prst="rect">
            <a:avLst/>
          </a:prstGeom>
        </p:spPr>
      </p:pic>
    </p:spTree>
    <p:extLst>
      <p:ext uri="{BB962C8B-B14F-4D97-AF65-F5344CB8AC3E}">
        <p14:creationId xmlns:p14="http://schemas.microsoft.com/office/powerpoint/2010/main" val="1393389039"/>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1" name="Rectangle 3"/>
          <p:cNvSpPr>
            <a:spLocks noGrp="1" noChangeArrowheads="1"/>
          </p:cNvSpPr>
          <p:nvPr>
            <p:ph idx="1"/>
          </p:nvPr>
        </p:nvSpPr>
        <p:spPr>
          <a:xfrm>
            <a:off x="119743" y="1045029"/>
            <a:ext cx="3624943" cy="5295446"/>
          </a:xfrm>
        </p:spPr>
        <p:txBody>
          <a:bodyPr>
            <a:normAutofit fontScale="92500" lnSpcReduction="10000"/>
          </a:bodyPr>
          <a:lstStyle/>
          <a:p>
            <a:r>
              <a:rPr lang="en-US" dirty="0" smtClean="0"/>
              <a:t>Use case describes a discrete, standalone activity that an actor can perform to achieve some outcome of value.</a:t>
            </a:r>
          </a:p>
          <a:p>
            <a:r>
              <a:rPr lang="en-US" dirty="0" smtClean="0"/>
              <a:t>A use case might encompass a number of related activities having a common goal.</a:t>
            </a:r>
          </a:p>
          <a:p>
            <a:r>
              <a:rPr lang="en-US" dirty="0" smtClean="0"/>
              <a:t>A </a:t>
            </a:r>
            <a:r>
              <a:rPr lang="en-US" i="1" dirty="0" smtClean="0"/>
              <a:t>scenario </a:t>
            </a:r>
            <a:r>
              <a:rPr lang="en-US" dirty="0" smtClean="0"/>
              <a:t>is a description of a single instance of usage of the system. </a:t>
            </a:r>
            <a:endParaRPr lang="en-US" dirty="0"/>
          </a:p>
        </p:txBody>
      </p:sp>
      <p:sp>
        <p:nvSpPr>
          <p:cNvPr id="933890" name="Rectangle 2"/>
          <p:cNvSpPr>
            <a:spLocks noGrp="1" noChangeArrowheads="1"/>
          </p:cNvSpPr>
          <p:nvPr>
            <p:ph type="title"/>
          </p:nvPr>
        </p:nvSpPr>
        <p:spPr>
          <a:xfrm>
            <a:off x="2819400" y="27105"/>
            <a:ext cx="6324600" cy="1103194"/>
          </a:xfrm>
        </p:spPr>
        <p:txBody>
          <a:bodyPr/>
          <a:lstStyle/>
          <a:p>
            <a:r>
              <a:rPr lang="en-US" sz="3200" dirty="0" smtClean="0"/>
              <a:t>Use cases and usage scenarios</a:t>
            </a:r>
            <a:endParaRPr lang="en-US" sz="3200" dirty="0"/>
          </a:p>
        </p:txBody>
      </p:sp>
      <p:sp>
        <p:nvSpPr>
          <p:cNvPr id="4" name="Slide Number Placeholder 4"/>
          <p:cNvSpPr>
            <a:spLocks noGrp="1"/>
          </p:cNvSpPr>
          <p:nvPr>
            <p:ph type="sldNum" sz="quarter" idx="11"/>
          </p:nvPr>
        </p:nvSpPr>
        <p:spPr>
          <a:xfrm>
            <a:off x="7081157" y="6362700"/>
            <a:ext cx="1600200" cy="342900"/>
          </a:xfrm>
          <a:prstGeom prst="rect">
            <a:avLst/>
          </a:prstGeom>
        </p:spPr>
        <p:txBody>
          <a:bodyPr/>
          <a:lstStyle/>
          <a:p>
            <a:fld id="{6FD0A879-B934-40F7-BFDA-D5265170CF3E}" type="slidenum">
              <a:rPr lang="ar-SA"/>
              <a:pPr/>
              <a:t>11</a:t>
            </a:fld>
            <a:endParaRPr lang="en-US"/>
          </a:p>
        </p:txBody>
      </p:sp>
      <p:sp>
        <p:nvSpPr>
          <p:cNvPr id="2" name="Footer Placeholder 1"/>
          <p:cNvSpPr>
            <a:spLocks noGrp="1"/>
          </p:cNvSpPr>
          <p:nvPr>
            <p:ph type="ftr" sz="quarter" idx="10"/>
          </p:nvPr>
        </p:nvSpPr>
        <p:spPr/>
        <p:txBody>
          <a:bodyPr/>
          <a:lstStyle/>
          <a:p>
            <a:pPr>
              <a:defRPr/>
            </a:pPr>
            <a:r>
              <a:rPr lang="vi-VN" smtClean="0"/>
              <a:t>Chapter 8: Understading user requirements _ BayHV</a:t>
            </a:r>
            <a:endParaRPr lang="en-US"/>
          </a:p>
        </p:txBody>
      </p:sp>
      <p:pic>
        <p:nvPicPr>
          <p:cNvPr id="5" name="Picture 4"/>
          <p:cNvPicPr>
            <a:picLocks noChangeAspect="1"/>
          </p:cNvPicPr>
          <p:nvPr/>
        </p:nvPicPr>
        <p:blipFill>
          <a:blip r:embed="rId3"/>
          <a:stretch>
            <a:fillRect/>
          </a:stretch>
        </p:blipFill>
        <p:spPr>
          <a:xfrm>
            <a:off x="4082143" y="1130300"/>
            <a:ext cx="5061857" cy="5271491"/>
          </a:xfrm>
          <a:prstGeom prst="rect">
            <a:avLst/>
          </a:prstGeom>
        </p:spPr>
      </p:pic>
    </p:spTree>
    <p:extLst>
      <p:ext uri="{BB962C8B-B14F-4D97-AF65-F5344CB8AC3E}">
        <p14:creationId xmlns:p14="http://schemas.microsoft.com/office/powerpoint/2010/main" val="1215119831"/>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1" name="Rectangle 3"/>
          <p:cNvSpPr>
            <a:spLocks noGrp="1" noChangeArrowheads="1"/>
          </p:cNvSpPr>
          <p:nvPr>
            <p:ph idx="1"/>
          </p:nvPr>
        </p:nvSpPr>
        <p:spPr>
          <a:xfrm>
            <a:off x="152400" y="1193800"/>
            <a:ext cx="8991600" cy="5067300"/>
          </a:xfrm>
        </p:spPr>
        <p:txBody>
          <a:bodyPr>
            <a:normAutofit/>
          </a:bodyPr>
          <a:lstStyle/>
          <a:p>
            <a:r>
              <a:rPr lang="en-US" dirty="0" smtClean="0"/>
              <a:t>Name </a:t>
            </a:r>
            <a:r>
              <a:rPr lang="en-US" dirty="0"/>
              <a:t>– Unique and </a:t>
            </a:r>
            <a:r>
              <a:rPr lang="en-US" dirty="0" smtClean="0"/>
              <a:t>descriptive.</a:t>
            </a:r>
            <a:endParaRPr lang="en-US" dirty="0"/>
          </a:p>
          <a:p>
            <a:r>
              <a:rPr lang="en-US" dirty="0" smtClean="0"/>
              <a:t>Actors </a:t>
            </a:r>
            <a:r>
              <a:rPr lang="en-US" dirty="0"/>
              <a:t>– List all actors that interact with this use </a:t>
            </a:r>
            <a:r>
              <a:rPr lang="en-US" dirty="0" smtClean="0"/>
              <a:t>case.</a:t>
            </a:r>
          </a:p>
          <a:p>
            <a:r>
              <a:rPr lang="en-US" dirty="0" smtClean="0"/>
              <a:t>Descriptions describe the purpose of the use case.</a:t>
            </a:r>
          </a:p>
          <a:p>
            <a:r>
              <a:rPr lang="en-US" dirty="0" smtClean="0"/>
              <a:t>Trigger initiates execution of the use case.</a:t>
            </a:r>
          </a:p>
          <a:p>
            <a:r>
              <a:rPr lang="en-US" dirty="0"/>
              <a:t>Pre-conditions – conditions that must be present in order for a use case to start</a:t>
            </a:r>
          </a:p>
          <a:p>
            <a:r>
              <a:rPr lang="en-US" dirty="0"/>
              <a:t>Post-condition – state of the system after a use case has run its course</a:t>
            </a:r>
          </a:p>
          <a:p>
            <a:r>
              <a:rPr lang="en-US" dirty="0" smtClean="0"/>
              <a:t>Flow </a:t>
            </a:r>
            <a:r>
              <a:rPr lang="en-US" dirty="0"/>
              <a:t>of events – </a:t>
            </a:r>
            <a:r>
              <a:rPr lang="en-US" dirty="0" smtClean="0"/>
              <a:t>Normal flow </a:t>
            </a:r>
            <a:r>
              <a:rPr lang="en-US" dirty="0"/>
              <a:t>and Alternate </a:t>
            </a:r>
            <a:r>
              <a:rPr lang="en-US" dirty="0" smtClean="0"/>
              <a:t>flows</a:t>
            </a:r>
            <a:endParaRPr lang="en-US" dirty="0"/>
          </a:p>
        </p:txBody>
      </p:sp>
      <p:sp>
        <p:nvSpPr>
          <p:cNvPr id="928770" name="Rectangle 2"/>
          <p:cNvSpPr>
            <a:spLocks noGrp="1" noChangeArrowheads="1"/>
          </p:cNvSpPr>
          <p:nvPr>
            <p:ph type="title"/>
          </p:nvPr>
        </p:nvSpPr>
        <p:spPr/>
        <p:txBody>
          <a:bodyPr/>
          <a:lstStyle/>
          <a:p>
            <a:r>
              <a:rPr lang="en-US" sz="3200" dirty="0"/>
              <a:t>Use Case </a:t>
            </a:r>
            <a:r>
              <a:rPr lang="en-US" sz="3200" dirty="0" smtClean="0"/>
              <a:t>Anatomy </a:t>
            </a:r>
            <a:r>
              <a:rPr lang="en-US" sz="2000" dirty="0" smtClean="0"/>
              <a:t>(</a:t>
            </a:r>
            <a:r>
              <a:rPr lang="en-US" sz="2000" dirty="0" err="1" smtClean="0"/>
              <a:t>mổ</a:t>
            </a:r>
            <a:r>
              <a:rPr lang="en-US" sz="2000" dirty="0" smtClean="0"/>
              <a:t> </a:t>
            </a:r>
            <a:r>
              <a:rPr lang="en-US" sz="2000" dirty="0" err="1" smtClean="0"/>
              <a:t>xẻ</a:t>
            </a:r>
            <a:r>
              <a:rPr lang="en-US" sz="2000" dirty="0" smtClean="0"/>
              <a:t>)</a:t>
            </a:r>
            <a:endParaRPr lang="en-US" sz="3200" dirty="0"/>
          </a:p>
        </p:txBody>
      </p:sp>
      <p:sp>
        <p:nvSpPr>
          <p:cNvPr id="4" name="Slide Number Placeholder 4"/>
          <p:cNvSpPr>
            <a:spLocks noGrp="1"/>
          </p:cNvSpPr>
          <p:nvPr>
            <p:ph type="sldNum" sz="quarter" idx="11"/>
          </p:nvPr>
        </p:nvSpPr>
        <p:spPr>
          <a:xfrm>
            <a:off x="7081157" y="6362700"/>
            <a:ext cx="1600200" cy="342900"/>
          </a:xfrm>
          <a:prstGeom prst="rect">
            <a:avLst/>
          </a:prstGeom>
        </p:spPr>
        <p:txBody>
          <a:bodyPr/>
          <a:lstStyle/>
          <a:p>
            <a:fld id="{0A2B221C-1816-4947-8BE0-36AED515167C}" type="slidenum">
              <a:rPr lang="ar-SA"/>
              <a:pPr/>
              <a:t>12</a:t>
            </a:fld>
            <a:endParaRPr lang="en-US" dirty="0"/>
          </a:p>
        </p:txBody>
      </p:sp>
      <p:sp>
        <p:nvSpPr>
          <p:cNvPr id="2" name="Footer Placeholder 1"/>
          <p:cNvSpPr>
            <a:spLocks noGrp="1"/>
          </p:cNvSpPr>
          <p:nvPr>
            <p:ph type="ftr" sz="quarter" idx="10"/>
          </p:nvPr>
        </p:nvSpPr>
        <p:spPr/>
        <p:txBody>
          <a:bodyPr/>
          <a:lstStyle/>
          <a:p>
            <a:pPr>
              <a:defRPr/>
            </a:pPr>
            <a:r>
              <a:rPr lang="vi-VN" smtClean="0"/>
              <a:t>Chapter 8: Understading user requirements _ BayHV</a:t>
            </a:r>
            <a:endParaRPr lang="en-US"/>
          </a:p>
        </p:txBody>
      </p:sp>
    </p:spTree>
    <p:extLst>
      <p:ext uri="{BB962C8B-B14F-4D97-AF65-F5344CB8AC3E}">
        <p14:creationId xmlns:p14="http://schemas.microsoft.com/office/powerpoint/2010/main" val="2200694809"/>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1" name="Rectangle 3"/>
          <p:cNvSpPr>
            <a:spLocks noGrp="1" noChangeArrowheads="1"/>
          </p:cNvSpPr>
          <p:nvPr>
            <p:ph idx="1"/>
          </p:nvPr>
        </p:nvSpPr>
        <p:spPr>
          <a:xfrm>
            <a:off x="152400" y="1193800"/>
            <a:ext cx="8991600" cy="5067300"/>
          </a:xfrm>
        </p:spPr>
        <p:txBody>
          <a:bodyPr>
            <a:normAutofit fontScale="92500" lnSpcReduction="20000"/>
          </a:bodyPr>
          <a:lstStyle/>
          <a:p>
            <a:r>
              <a:rPr lang="en-US" b="1" i="1" dirty="0" smtClean="0"/>
              <a:t>Normal flow </a:t>
            </a:r>
            <a:r>
              <a:rPr lang="en-US" dirty="0" smtClean="0"/>
              <a:t>of events is also called the </a:t>
            </a:r>
            <a:r>
              <a:rPr lang="en-US" i="1" dirty="0" smtClean="0"/>
              <a:t>main flow, primary flow</a:t>
            </a:r>
            <a:r>
              <a:rPr lang="en-US" dirty="0" smtClean="0"/>
              <a:t>, </a:t>
            </a:r>
            <a:r>
              <a:rPr lang="en-US" i="1" dirty="0" smtClean="0"/>
              <a:t>basic flow, normal course, primary scenario</a:t>
            </a:r>
            <a:r>
              <a:rPr lang="en-US" dirty="0" smtClean="0"/>
              <a:t>,… It’s written as a numbered list of steps, indicating which entity – the system or a specific actor – performs each step.</a:t>
            </a:r>
          </a:p>
          <a:p>
            <a:r>
              <a:rPr lang="en-US" b="1" i="1" dirty="0" smtClean="0"/>
              <a:t>Alternative flow</a:t>
            </a:r>
            <a:r>
              <a:rPr lang="en-US" dirty="0" smtClean="0"/>
              <a:t> or </a:t>
            </a:r>
            <a:r>
              <a:rPr lang="en-US" i="1" dirty="0" smtClean="0"/>
              <a:t>secondary flow </a:t>
            </a:r>
            <a:r>
              <a:rPr lang="en-US" dirty="0" smtClean="0"/>
              <a:t>deliver the same biz outcome as the normal flow but represents less common or lower-priority variations in the specifics of the task or how it is accomplished.</a:t>
            </a:r>
          </a:p>
          <a:p>
            <a:r>
              <a:rPr lang="en-US" b="1" i="1" dirty="0" smtClean="0"/>
              <a:t>Exception: </a:t>
            </a:r>
            <a:r>
              <a:rPr lang="en-US" dirty="0" smtClean="0"/>
              <a:t>conditions that have the potential to prevent a use case from succeeding are called </a:t>
            </a:r>
            <a:r>
              <a:rPr lang="en-US" i="1" dirty="0" smtClean="0"/>
              <a:t>exceptions.</a:t>
            </a:r>
            <a:r>
              <a:rPr lang="en-US" dirty="0" smtClean="0"/>
              <a:t> Exceptions describe anticipated error conditions that could occur during execution of the use case and how they are to be handled. In some cases, the user can recover, but in some other cases, the use must terminate the execution without reaching its success conditions.</a:t>
            </a:r>
            <a:endParaRPr lang="en-US" b="1" i="1" dirty="0" smtClean="0"/>
          </a:p>
          <a:p>
            <a:endParaRPr lang="en-US" dirty="0"/>
          </a:p>
        </p:txBody>
      </p:sp>
      <p:sp>
        <p:nvSpPr>
          <p:cNvPr id="928770" name="Rectangle 2"/>
          <p:cNvSpPr>
            <a:spLocks noGrp="1" noChangeArrowheads="1"/>
          </p:cNvSpPr>
          <p:nvPr>
            <p:ph type="title"/>
          </p:nvPr>
        </p:nvSpPr>
        <p:spPr/>
        <p:txBody>
          <a:bodyPr/>
          <a:lstStyle/>
          <a:p>
            <a:r>
              <a:rPr lang="en-US" sz="3200" dirty="0"/>
              <a:t>Use Case Anatomy</a:t>
            </a:r>
          </a:p>
        </p:txBody>
      </p:sp>
      <p:sp>
        <p:nvSpPr>
          <p:cNvPr id="4" name="Slide Number Placeholder 4"/>
          <p:cNvSpPr>
            <a:spLocks noGrp="1"/>
          </p:cNvSpPr>
          <p:nvPr>
            <p:ph type="sldNum" sz="quarter" idx="11"/>
          </p:nvPr>
        </p:nvSpPr>
        <p:spPr>
          <a:xfrm>
            <a:off x="7081157" y="6362700"/>
            <a:ext cx="1600200" cy="342900"/>
          </a:xfrm>
          <a:prstGeom prst="rect">
            <a:avLst/>
          </a:prstGeom>
        </p:spPr>
        <p:txBody>
          <a:bodyPr/>
          <a:lstStyle/>
          <a:p>
            <a:fld id="{0A2B221C-1816-4947-8BE0-36AED515167C}" type="slidenum">
              <a:rPr lang="ar-SA"/>
              <a:pPr/>
              <a:t>13</a:t>
            </a:fld>
            <a:endParaRPr lang="en-US" dirty="0"/>
          </a:p>
        </p:txBody>
      </p:sp>
      <p:sp>
        <p:nvSpPr>
          <p:cNvPr id="2" name="Footer Placeholder 1"/>
          <p:cNvSpPr>
            <a:spLocks noGrp="1"/>
          </p:cNvSpPr>
          <p:nvPr>
            <p:ph type="ftr" sz="quarter" idx="10"/>
          </p:nvPr>
        </p:nvSpPr>
        <p:spPr/>
        <p:txBody>
          <a:bodyPr/>
          <a:lstStyle/>
          <a:p>
            <a:pPr>
              <a:defRPr/>
            </a:pPr>
            <a:r>
              <a:rPr lang="vi-VN" smtClean="0"/>
              <a:t>Chapter 8: Understading user requirements _ BayHV</a:t>
            </a:r>
            <a:endParaRPr lang="en-US"/>
          </a:p>
        </p:txBody>
      </p:sp>
    </p:spTree>
    <p:extLst>
      <p:ext uri="{BB962C8B-B14F-4D97-AF65-F5344CB8AC3E}">
        <p14:creationId xmlns:p14="http://schemas.microsoft.com/office/powerpoint/2010/main" val="3109050"/>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r>
              <a:rPr lang="en-US" sz="3200" dirty="0"/>
              <a:t>Use Case Anatomy</a:t>
            </a:r>
          </a:p>
        </p:txBody>
      </p:sp>
      <p:sp>
        <p:nvSpPr>
          <p:cNvPr id="4" name="Slide Number Placeholder 4"/>
          <p:cNvSpPr>
            <a:spLocks noGrp="1"/>
          </p:cNvSpPr>
          <p:nvPr>
            <p:ph type="sldNum" sz="quarter" idx="11"/>
          </p:nvPr>
        </p:nvSpPr>
        <p:spPr>
          <a:xfrm>
            <a:off x="7081157" y="6362700"/>
            <a:ext cx="1600200" cy="342900"/>
          </a:xfrm>
          <a:prstGeom prst="rect">
            <a:avLst/>
          </a:prstGeom>
        </p:spPr>
        <p:txBody>
          <a:bodyPr/>
          <a:lstStyle/>
          <a:p>
            <a:fld id="{0A2B221C-1816-4947-8BE0-36AED515167C}" type="slidenum">
              <a:rPr lang="ar-SA"/>
              <a:pPr/>
              <a:t>14</a:t>
            </a:fld>
            <a:endParaRPr lang="en-US" dirty="0"/>
          </a:p>
        </p:txBody>
      </p:sp>
      <p:sp>
        <p:nvSpPr>
          <p:cNvPr id="2" name="Footer Placeholder 1"/>
          <p:cNvSpPr>
            <a:spLocks noGrp="1"/>
          </p:cNvSpPr>
          <p:nvPr>
            <p:ph type="ftr" sz="quarter" idx="10"/>
          </p:nvPr>
        </p:nvSpPr>
        <p:spPr/>
        <p:txBody>
          <a:bodyPr/>
          <a:lstStyle/>
          <a:p>
            <a:pPr>
              <a:defRPr/>
            </a:pPr>
            <a:r>
              <a:rPr lang="vi-VN" smtClean="0"/>
              <a:t>Chapter 8: Understading user requirements _ BayHV</a:t>
            </a:r>
            <a:endParaRPr lang="en-US"/>
          </a:p>
        </p:txBody>
      </p:sp>
      <p:sp>
        <p:nvSpPr>
          <p:cNvPr id="3" name="Content Placeholder 2"/>
          <p:cNvSpPr>
            <a:spLocks noGrp="1"/>
          </p:cNvSpPr>
          <p:nvPr>
            <p:ph idx="1"/>
          </p:nvPr>
        </p:nvSpPr>
        <p:spPr>
          <a:xfrm>
            <a:off x="228601" y="4617720"/>
            <a:ext cx="3429000" cy="1554480"/>
          </a:xfrm>
        </p:spPr>
        <p:txBody>
          <a:bodyPr/>
          <a:lstStyle/>
          <a:p>
            <a:pPr marL="0" indent="0">
              <a:buNone/>
            </a:pPr>
            <a:r>
              <a:rPr lang="en-US" sz="1800" b="1" i="1" dirty="0"/>
              <a:t>FIGURE 8-4 </a:t>
            </a:r>
            <a:r>
              <a:rPr lang="en-US" sz="1800" i="1" dirty="0"/>
              <a:t>An activity diagram illustrating the step sequence in the normal and alternative flows of a use case.</a:t>
            </a:r>
          </a:p>
        </p:txBody>
      </p:sp>
      <p:pic>
        <p:nvPicPr>
          <p:cNvPr id="6" name="Picture 5"/>
          <p:cNvPicPr>
            <a:picLocks noChangeAspect="1"/>
          </p:cNvPicPr>
          <p:nvPr/>
        </p:nvPicPr>
        <p:blipFill>
          <a:blip r:embed="rId3"/>
          <a:stretch>
            <a:fillRect/>
          </a:stretch>
        </p:blipFill>
        <p:spPr>
          <a:xfrm>
            <a:off x="3810001" y="1132004"/>
            <a:ext cx="5334000" cy="5040614"/>
          </a:xfrm>
          <a:prstGeom prst="rect">
            <a:avLst/>
          </a:prstGeom>
        </p:spPr>
      </p:pic>
    </p:spTree>
    <p:extLst>
      <p:ext uri="{BB962C8B-B14F-4D97-AF65-F5344CB8AC3E}">
        <p14:creationId xmlns:p14="http://schemas.microsoft.com/office/powerpoint/2010/main" val="3912486290"/>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8" y="1153886"/>
            <a:ext cx="8616042" cy="5094514"/>
          </a:xfrm>
        </p:spPr>
        <p:txBody>
          <a:bodyPr>
            <a:normAutofit fontScale="85000" lnSpcReduction="20000"/>
          </a:bodyPr>
          <a:lstStyle/>
          <a:p>
            <a:r>
              <a:rPr lang="en-US" dirty="0"/>
              <a:t>Exploring use </a:t>
            </a:r>
            <a:r>
              <a:rPr lang="en-US" dirty="0" smtClean="0"/>
              <a:t>cases: Identify the actors </a:t>
            </a:r>
            <a:r>
              <a:rPr lang="en-US" dirty="0" smtClean="0">
                <a:sym typeface="Wingdings" panose="05000000000000000000" pitchFamily="2" charset="2"/>
              </a:rPr>
              <a:t> Estimate the frequency of using system  Define the preconditions/</a:t>
            </a:r>
            <a:r>
              <a:rPr lang="en-US" dirty="0" err="1" smtClean="0">
                <a:sym typeface="Wingdings" panose="05000000000000000000" pitchFamily="2" charset="2"/>
              </a:rPr>
              <a:t>postconditions</a:t>
            </a:r>
            <a:r>
              <a:rPr lang="en-US" dirty="0" smtClean="0">
                <a:sym typeface="Wingdings" panose="05000000000000000000" pitchFamily="2" charset="2"/>
              </a:rPr>
              <a:t>  The resulting sequence of actor actions and system responses became the flow of events  BA captures </a:t>
            </a:r>
            <a:r>
              <a:rPr lang="en-US" sz="1900" dirty="0" smtClean="0">
                <a:sym typeface="Wingdings" panose="05000000000000000000" pitchFamily="2" charset="2"/>
              </a:rPr>
              <a:t>(</a:t>
            </a:r>
            <a:r>
              <a:rPr lang="en-US" sz="1900" dirty="0" err="1" smtClean="0">
                <a:sym typeface="Wingdings" panose="05000000000000000000" pitchFamily="2" charset="2"/>
              </a:rPr>
              <a:t>nắm</a:t>
            </a:r>
            <a:r>
              <a:rPr lang="en-US" sz="1900" dirty="0" smtClean="0">
                <a:sym typeface="Wingdings" panose="05000000000000000000" pitchFamily="2" charset="2"/>
              </a:rPr>
              <a:t> </a:t>
            </a:r>
            <a:r>
              <a:rPr lang="en-US" sz="1900" dirty="0" err="1" smtClean="0">
                <a:sym typeface="Wingdings" panose="05000000000000000000" pitchFamily="2" charset="2"/>
              </a:rPr>
              <a:t>được</a:t>
            </a:r>
            <a:r>
              <a:rPr lang="en-US" sz="1900" dirty="0" smtClean="0">
                <a:sym typeface="Wingdings" panose="05000000000000000000" pitchFamily="2" charset="2"/>
              </a:rPr>
              <a:t>)</a:t>
            </a:r>
            <a:r>
              <a:rPr lang="en-US" dirty="0" smtClean="0">
                <a:sym typeface="Wingdings" panose="05000000000000000000" pitchFamily="2" charset="2"/>
              </a:rPr>
              <a:t> the actor actions and their corresponding system responses </a:t>
            </a:r>
            <a:r>
              <a:rPr lang="en-US" sz="1900" dirty="0" smtClean="0">
                <a:sym typeface="Wingdings" panose="05000000000000000000" pitchFamily="2" charset="2"/>
              </a:rPr>
              <a:t>(</a:t>
            </a:r>
            <a:r>
              <a:rPr lang="en-US" sz="1900" dirty="0" err="1">
                <a:sym typeface="Wingdings" panose="05000000000000000000" pitchFamily="2" charset="2"/>
              </a:rPr>
              <a:t>p</a:t>
            </a:r>
            <a:r>
              <a:rPr lang="en-US" sz="1900" dirty="0" err="1" smtClean="0">
                <a:sym typeface="Wingdings" panose="05000000000000000000" pitchFamily="2" charset="2"/>
              </a:rPr>
              <a:t>hản</a:t>
            </a:r>
            <a:r>
              <a:rPr lang="en-US" sz="1900" dirty="0" smtClean="0">
                <a:sym typeface="Wingdings" panose="05000000000000000000" pitchFamily="2" charset="2"/>
              </a:rPr>
              <a:t> </a:t>
            </a:r>
            <a:r>
              <a:rPr lang="en-US" sz="1900" dirty="0" err="1" smtClean="0">
                <a:sym typeface="Wingdings" panose="05000000000000000000" pitchFamily="2" charset="2"/>
              </a:rPr>
              <a:t>ứng</a:t>
            </a:r>
            <a:r>
              <a:rPr lang="en-US" sz="1900" dirty="0" smtClean="0">
                <a:sym typeface="Wingdings" panose="05000000000000000000" pitchFamily="2" charset="2"/>
              </a:rPr>
              <a:t>) </a:t>
            </a:r>
            <a:r>
              <a:rPr lang="en-US" dirty="0" smtClean="0">
                <a:sym typeface="Wingdings" panose="05000000000000000000" pitchFamily="2" charset="2"/>
              </a:rPr>
              <a:t>on sticky notes in the meeting/workshop to discuss about use cases.</a:t>
            </a:r>
          </a:p>
          <a:p>
            <a:pPr marL="0" indent="0">
              <a:buNone/>
            </a:pPr>
            <a:endParaRPr lang="en-US" dirty="0"/>
          </a:p>
          <a:p>
            <a:r>
              <a:rPr lang="en-US" dirty="0" smtClean="0"/>
              <a:t>Validating </a:t>
            </a:r>
            <a:r>
              <a:rPr lang="en-US" dirty="0"/>
              <a:t>use </a:t>
            </a:r>
            <a:r>
              <a:rPr lang="en-US" dirty="0" smtClean="0"/>
              <a:t>cases: 1 day or 2 after each workshop, the BA send the use cases and functional requirements to the workshop participants to review. These informal reviews reveal many errors: undiscovered alternative flows, new exceptions, incorrect functional requirements,… The mental relaxation </a:t>
            </a:r>
            <a:r>
              <a:rPr lang="en-US" sz="1900" dirty="0" smtClean="0"/>
              <a:t>(thư </a:t>
            </a:r>
            <a:r>
              <a:rPr lang="en-US" sz="1900" dirty="0" err="1" smtClean="0"/>
              <a:t>giãn</a:t>
            </a:r>
            <a:r>
              <a:rPr lang="en-US" sz="1900" dirty="0" smtClean="0"/>
              <a:t> </a:t>
            </a:r>
            <a:r>
              <a:rPr lang="en-US" sz="1900" dirty="0" err="1" smtClean="0"/>
              <a:t>tinh</a:t>
            </a:r>
            <a:r>
              <a:rPr lang="en-US" sz="1900" dirty="0" smtClean="0"/>
              <a:t> </a:t>
            </a:r>
            <a:r>
              <a:rPr lang="en-US" sz="1900" dirty="0" err="1" smtClean="0"/>
              <a:t>thần</a:t>
            </a:r>
            <a:r>
              <a:rPr lang="en-US" sz="1900" dirty="0" smtClean="0"/>
              <a:t>)</a:t>
            </a:r>
            <a:r>
              <a:rPr lang="en-US" dirty="0" smtClean="0"/>
              <a:t> that comes after a day or 2 away allows people to </a:t>
            </a:r>
            <a:r>
              <a:rPr lang="en-US" dirty="0"/>
              <a:t>e</a:t>
            </a:r>
            <a:r>
              <a:rPr lang="en-US" dirty="0" smtClean="0"/>
              <a:t>xamine their earlier work from a fresh perspective </a:t>
            </a:r>
            <a:r>
              <a:rPr lang="en-US" sz="1900" dirty="0" smtClean="0"/>
              <a:t>(</a:t>
            </a:r>
            <a:r>
              <a:rPr lang="en-US" sz="1900" dirty="0" err="1" smtClean="0"/>
              <a:t>quan</a:t>
            </a:r>
            <a:r>
              <a:rPr lang="en-US" sz="1900" dirty="0" smtClean="0"/>
              <a:t> </a:t>
            </a:r>
            <a:r>
              <a:rPr lang="en-US" sz="1900" dirty="0" err="1" smtClean="0"/>
              <a:t>điểm</a:t>
            </a:r>
            <a:r>
              <a:rPr lang="en-US" sz="1900" dirty="0" smtClean="0"/>
              <a:t> </a:t>
            </a:r>
            <a:r>
              <a:rPr lang="en-US" sz="1900" dirty="0" err="1" smtClean="0"/>
              <a:t>mới</a:t>
            </a:r>
            <a:r>
              <a:rPr lang="en-US" sz="1900" dirty="0" smtClean="0"/>
              <a:t>)</a:t>
            </a:r>
            <a:r>
              <a:rPr lang="en-US" dirty="0" smtClean="0"/>
              <a:t>.</a:t>
            </a:r>
          </a:p>
        </p:txBody>
      </p:sp>
      <p:sp>
        <p:nvSpPr>
          <p:cNvPr id="2" name="Title 1"/>
          <p:cNvSpPr>
            <a:spLocks noGrp="1"/>
          </p:cNvSpPr>
          <p:nvPr>
            <p:ph type="title"/>
          </p:nvPr>
        </p:nvSpPr>
        <p:spPr>
          <a:xfrm>
            <a:off x="2819400" y="27105"/>
            <a:ext cx="6324600" cy="1018831"/>
          </a:xfrm>
        </p:spPr>
        <p:txBody>
          <a:bodyPr/>
          <a:lstStyle/>
          <a:p>
            <a:r>
              <a:rPr lang="en-US" sz="3200" dirty="0"/>
              <a:t>Use cases and usage scenarios </a:t>
            </a:r>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4069513660"/>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8" y="1153886"/>
            <a:ext cx="8616042" cy="5094514"/>
          </a:xfrm>
        </p:spPr>
        <p:txBody>
          <a:bodyPr>
            <a:normAutofit fontScale="92500" lnSpcReduction="20000"/>
          </a:bodyPr>
          <a:lstStyle/>
          <a:p>
            <a:r>
              <a:rPr lang="en-US" dirty="0" smtClean="0"/>
              <a:t>Use </a:t>
            </a:r>
            <a:r>
              <a:rPr lang="en-US" dirty="0"/>
              <a:t>cases and functional </a:t>
            </a:r>
            <a:r>
              <a:rPr lang="en-US" dirty="0" smtClean="0"/>
              <a:t>requirements: </a:t>
            </a:r>
            <a:r>
              <a:rPr lang="en-US" i="1" dirty="0" smtClean="0">
                <a:solidFill>
                  <a:srgbClr val="000099"/>
                </a:solidFill>
              </a:rPr>
              <a:t>Big different!</a:t>
            </a:r>
            <a:r>
              <a:rPr lang="en-US" dirty="0" smtClean="0">
                <a:solidFill>
                  <a:srgbClr val="000099"/>
                </a:solidFill>
              </a:rPr>
              <a:t> </a:t>
            </a:r>
          </a:p>
          <a:p>
            <a:pPr lvl="1"/>
            <a:r>
              <a:rPr lang="en-US" dirty="0"/>
              <a:t>Use cases </a:t>
            </a:r>
            <a:r>
              <a:rPr lang="en-US" dirty="0" smtClean="0"/>
              <a:t>only: Use cases describe the user’s perspective, looking at the externally visible of the system. They don’t contain all the information that a developer need to write the SW.</a:t>
            </a:r>
          </a:p>
          <a:p>
            <a:pPr lvl="1"/>
            <a:r>
              <a:rPr lang="en-US" dirty="0"/>
              <a:t>a </a:t>
            </a:r>
            <a:r>
              <a:rPr lang="en-US" b="1" dirty="0"/>
              <a:t>functional requirement</a:t>
            </a:r>
            <a:r>
              <a:rPr lang="en-US" dirty="0"/>
              <a:t> defines a function of a system or its component, where a function is described as a specification of behavior between outputs and inputs</a:t>
            </a:r>
            <a:r>
              <a:rPr lang="en-US" dirty="0" smtClean="0"/>
              <a:t>.</a:t>
            </a:r>
          </a:p>
          <a:p>
            <a:pPr marL="457200" lvl="1" indent="0">
              <a:buNone/>
            </a:pPr>
            <a:endParaRPr lang="en-US" dirty="0" smtClean="0"/>
          </a:p>
          <a:p>
            <a:r>
              <a:rPr lang="en-US" dirty="0" smtClean="0"/>
              <a:t>Use </a:t>
            </a:r>
            <a:r>
              <a:rPr lang="en-US" dirty="0"/>
              <a:t>cases and </a:t>
            </a:r>
            <a:r>
              <a:rPr lang="en-US" dirty="0" smtClean="0"/>
              <a:t>tests: If you write both detailed use cases specifications and functional requirements, you might notice some duplication, particularly around the normal flow. You also have to write the acceptance tests to determine if the system properly handles the basic behavior of the use case, alternative success paths, and the various things that could go wrong.</a:t>
            </a:r>
          </a:p>
        </p:txBody>
      </p:sp>
      <p:sp>
        <p:nvSpPr>
          <p:cNvPr id="2" name="Title 1"/>
          <p:cNvSpPr>
            <a:spLocks noGrp="1"/>
          </p:cNvSpPr>
          <p:nvPr>
            <p:ph type="title"/>
          </p:nvPr>
        </p:nvSpPr>
        <p:spPr>
          <a:xfrm>
            <a:off x="2819400" y="27105"/>
            <a:ext cx="6324600" cy="1018831"/>
          </a:xfrm>
        </p:spPr>
        <p:txBody>
          <a:bodyPr/>
          <a:lstStyle/>
          <a:p>
            <a:r>
              <a:rPr lang="en-US" sz="3200" dirty="0"/>
              <a:t>Use cases and usage scenarios </a:t>
            </a:r>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3085824897"/>
      </p:ext>
    </p:extLst>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8" y="1153886"/>
            <a:ext cx="8616042" cy="5094514"/>
          </a:xfrm>
        </p:spPr>
        <p:txBody>
          <a:bodyPr>
            <a:normAutofit fontScale="85000" lnSpcReduction="20000"/>
          </a:bodyPr>
          <a:lstStyle/>
          <a:p>
            <a:r>
              <a:rPr lang="en-US" dirty="0" smtClean="0"/>
              <a:t>Use </a:t>
            </a:r>
            <a:r>
              <a:rPr lang="en-US" dirty="0"/>
              <a:t>case traps to </a:t>
            </a:r>
            <a:r>
              <a:rPr lang="en-US" dirty="0" smtClean="0"/>
              <a:t>avoid: There many ways to go astray </a:t>
            </a:r>
            <a:r>
              <a:rPr lang="en-US" sz="1900" dirty="0" smtClean="0"/>
              <a:t>(</a:t>
            </a:r>
            <a:r>
              <a:rPr lang="en-US" sz="1900" dirty="0" err="1" smtClean="0"/>
              <a:t>chệch</a:t>
            </a:r>
            <a:r>
              <a:rPr lang="en-US" sz="1900" dirty="0" smtClean="0"/>
              <a:t> </a:t>
            </a:r>
            <a:r>
              <a:rPr lang="en-US" sz="1900" dirty="0" err="1" smtClean="0"/>
              <a:t>hướng</a:t>
            </a:r>
            <a:r>
              <a:rPr lang="en-US" sz="1900" dirty="0" smtClean="0"/>
              <a:t>) </a:t>
            </a:r>
            <a:r>
              <a:rPr lang="en-US" dirty="0" smtClean="0"/>
              <a:t>when applying the use case approach:</a:t>
            </a:r>
          </a:p>
          <a:p>
            <a:pPr lvl="1"/>
            <a:r>
              <a:rPr lang="en-US" dirty="0" smtClean="0"/>
              <a:t>Too many use cases: You’ll typically have many more use cases than business requirements and features, but many more functional requirements than use cases. </a:t>
            </a:r>
          </a:p>
          <a:p>
            <a:pPr lvl="1"/>
            <a:r>
              <a:rPr lang="en-US" dirty="0" smtClean="0"/>
              <a:t>Highly complex use cases: If you review a use case with 4 dense </a:t>
            </a:r>
            <a:r>
              <a:rPr lang="en-US" sz="1700" dirty="0" smtClean="0"/>
              <a:t>(</a:t>
            </a:r>
            <a:r>
              <a:rPr lang="en-US" sz="1700" dirty="0" err="1" smtClean="0"/>
              <a:t>dày</a:t>
            </a:r>
            <a:r>
              <a:rPr lang="en-US" sz="1700" dirty="0" smtClean="0"/>
              <a:t> </a:t>
            </a:r>
            <a:r>
              <a:rPr lang="en-US" sz="1700" dirty="0" err="1" smtClean="0"/>
              <a:t>đặc</a:t>
            </a:r>
            <a:r>
              <a:rPr lang="en-US" sz="1700" dirty="0" smtClean="0"/>
              <a:t>)</a:t>
            </a:r>
            <a:r>
              <a:rPr lang="en-US" dirty="0" smtClean="0"/>
              <a:t> pages of dialog steps, with a lot of embedded logic and branching conditions, it’s incomprehensible. </a:t>
            </a:r>
          </a:p>
          <a:p>
            <a:pPr lvl="1"/>
            <a:r>
              <a:rPr lang="en-US" dirty="0" smtClean="0"/>
              <a:t> Including design in the use case: Use cases should focus on what the users need to accomplish with the system’s help, not on how the screen will look.</a:t>
            </a:r>
          </a:p>
          <a:p>
            <a:pPr lvl="1"/>
            <a:r>
              <a:rPr lang="en-US" dirty="0" smtClean="0"/>
              <a:t>Including data definitions in the use cases: Some </a:t>
            </a:r>
            <a:r>
              <a:rPr lang="en-US" dirty="0"/>
              <a:t>use case authors include definitions of the pertinent data elements right in the use case specification. This makes it difficult for people to find the information because it isn’t obvious which use case contains each data definition. </a:t>
            </a:r>
          </a:p>
          <a:p>
            <a:pPr lvl="1"/>
            <a:r>
              <a:rPr lang="en-US" dirty="0" smtClean="0"/>
              <a:t>Use cases that users don’t understand: If users can not relate a use case to their biz processes or goals, there’s a problem.</a:t>
            </a:r>
          </a:p>
        </p:txBody>
      </p:sp>
      <p:sp>
        <p:nvSpPr>
          <p:cNvPr id="2" name="Title 1"/>
          <p:cNvSpPr>
            <a:spLocks noGrp="1"/>
          </p:cNvSpPr>
          <p:nvPr>
            <p:ph type="title"/>
          </p:nvPr>
        </p:nvSpPr>
        <p:spPr>
          <a:xfrm>
            <a:off x="2819400" y="27105"/>
            <a:ext cx="6324600" cy="1018831"/>
          </a:xfrm>
        </p:spPr>
        <p:txBody>
          <a:bodyPr/>
          <a:lstStyle/>
          <a:p>
            <a:r>
              <a:rPr lang="en-US" sz="3200" dirty="0"/>
              <a:t>Use cases and usage scenarios </a:t>
            </a:r>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3318265417"/>
      </p:ext>
    </p:extLst>
  </p:cSld>
  <p:clrMapOvr>
    <a:masterClrMapping/>
  </p:clrMapOvr>
  <p:transition>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8" y="1153886"/>
            <a:ext cx="8616042" cy="5094514"/>
          </a:xfrm>
        </p:spPr>
        <p:txBody>
          <a:bodyPr>
            <a:normAutofit fontScale="92500" lnSpcReduction="10000"/>
          </a:bodyPr>
          <a:lstStyle/>
          <a:p>
            <a:r>
              <a:rPr lang="en-US" dirty="0" smtClean="0"/>
              <a:t>Benefits </a:t>
            </a:r>
            <a:r>
              <a:rPr lang="en-US" dirty="0"/>
              <a:t>of usage-centric </a:t>
            </a:r>
            <a:r>
              <a:rPr lang="en-US" dirty="0" smtClean="0"/>
              <a:t>requirements: The usage-centric approach leads to functionality that will allow the user to perform certain known tasks. That helps prevents “</a:t>
            </a:r>
            <a:r>
              <a:rPr lang="en-US" dirty="0"/>
              <a:t>o</a:t>
            </a:r>
            <a:r>
              <a:rPr lang="en-US" dirty="0" smtClean="0"/>
              <a:t>rphan functionality” </a:t>
            </a:r>
            <a:r>
              <a:rPr lang="en-US" sz="1900" dirty="0" smtClean="0"/>
              <a:t>(</a:t>
            </a:r>
            <a:r>
              <a:rPr lang="en-US" sz="1900" dirty="0" err="1" smtClean="0"/>
              <a:t>chức</a:t>
            </a:r>
            <a:r>
              <a:rPr lang="en-US" sz="1900" dirty="0" smtClean="0"/>
              <a:t> </a:t>
            </a:r>
            <a:r>
              <a:rPr lang="en-US" sz="1900" dirty="0" err="1" smtClean="0"/>
              <a:t>năng</a:t>
            </a:r>
            <a:r>
              <a:rPr lang="en-US" sz="1900" dirty="0" smtClean="0"/>
              <a:t> </a:t>
            </a:r>
            <a:r>
              <a:rPr lang="en-US" sz="1900" dirty="0" err="1" smtClean="0"/>
              <a:t>mồ</a:t>
            </a:r>
            <a:r>
              <a:rPr lang="en-US" sz="1900" dirty="0" smtClean="0"/>
              <a:t> </a:t>
            </a:r>
            <a:r>
              <a:rPr lang="en-US" sz="1900" dirty="0" err="1" smtClean="0"/>
              <a:t>côi</a:t>
            </a:r>
            <a:r>
              <a:rPr lang="en-US" sz="1900" dirty="0" smtClean="0"/>
              <a:t>)</a:t>
            </a:r>
            <a:r>
              <a:rPr lang="en-US" dirty="0" smtClean="0"/>
              <a:t> that seems like a good idea but that no one uses because it doesn’t relate directly to user goals.</a:t>
            </a:r>
          </a:p>
          <a:p>
            <a:r>
              <a:rPr lang="en-US" dirty="0" smtClean="0"/>
              <a:t>A use case or user story could be of high priority for several reasons:</a:t>
            </a:r>
          </a:p>
          <a:p>
            <a:pPr lvl="1"/>
            <a:r>
              <a:rPr lang="en-US" dirty="0" smtClean="0"/>
              <a:t>It describes part of a core biz process that the system enables.</a:t>
            </a:r>
          </a:p>
          <a:p>
            <a:pPr lvl="1"/>
            <a:r>
              <a:rPr lang="en-US" dirty="0" smtClean="0"/>
              <a:t>Many users will use it frequently.</a:t>
            </a:r>
          </a:p>
          <a:p>
            <a:pPr lvl="1"/>
            <a:r>
              <a:rPr lang="en-US" dirty="0" smtClean="0"/>
              <a:t>A favored user class requested it.</a:t>
            </a:r>
          </a:p>
          <a:p>
            <a:pPr lvl="1"/>
            <a:r>
              <a:rPr lang="en-US" dirty="0" smtClean="0"/>
              <a:t>It’s required for regulatory compliance.</a:t>
            </a:r>
          </a:p>
          <a:p>
            <a:pPr lvl="1"/>
            <a:r>
              <a:rPr lang="en-US" dirty="0" smtClean="0"/>
              <a:t>Other system functions depend on its presence.</a:t>
            </a:r>
            <a:endParaRPr lang="en-US" dirty="0"/>
          </a:p>
          <a:p>
            <a:endParaRPr lang="en-US" dirty="0"/>
          </a:p>
        </p:txBody>
      </p:sp>
      <p:sp>
        <p:nvSpPr>
          <p:cNvPr id="2" name="Title 1"/>
          <p:cNvSpPr>
            <a:spLocks noGrp="1"/>
          </p:cNvSpPr>
          <p:nvPr>
            <p:ph type="title"/>
          </p:nvPr>
        </p:nvSpPr>
        <p:spPr>
          <a:xfrm>
            <a:off x="2819400" y="27105"/>
            <a:ext cx="6324600" cy="1018831"/>
          </a:xfrm>
        </p:spPr>
        <p:txBody>
          <a:bodyPr/>
          <a:lstStyle/>
          <a:p>
            <a:r>
              <a:rPr lang="en-US" sz="3600" dirty="0"/>
              <a:t>Use</a:t>
            </a:r>
            <a:r>
              <a:rPr lang="en-US" sz="3200" dirty="0"/>
              <a:t> cases and usage scenarios </a:t>
            </a:r>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spTree>
    <p:extLst>
      <p:ext uri="{BB962C8B-B14F-4D97-AF65-F5344CB8AC3E}">
        <p14:creationId xmlns:p14="http://schemas.microsoft.com/office/powerpoint/2010/main" val="4077368773"/>
      </p:ext>
    </p:extLst>
  </p:cSld>
  <p:clrMapOvr>
    <a:masterClrMapping/>
  </p:clrMapOvr>
  <p:transition>
    <p:split orient="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8" y="1153886"/>
            <a:ext cx="8616042" cy="5094514"/>
          </a:xfrm>
        </p:spPr>
        <p:txBody>
          <a:bodyPr>
            <a:normAutofit lnSpcReduction="10000"/>
          </a:bodyPr>
          <a:lstStyle/>
          <a:p>
            <a:r>
              <a:rPr lang="en-US" dirty="0" smtClean="0"/>
              <a:t>Every group lists all use cases of your project for every primary actor.</a:t>
            </a:r>
          </a:p>
          <a:p>
            <a:r>
              <a:rPr lang="en-US" dirty="0" smtClean="0"/>
              <a:t>Each member chooses one use case and describes in details for chosen use case.</a:t>
            </a:r>
            <a:r>
              <a:rPr lang="en-US" dirty="0"/>
              <a:t> </a:t>
            </a:r>
            <a:r>
              <a:rPr lang="en-US" dirty="0" smtClean="0"/>
              <a:t>This means that if your group has 4 members, your group need to describe 4 use cases in the file.</a:t>
            </a:r>
          </a:p>
          <a:p>
            <a:r>
              <a:rPr lang="en-US" dirty="0" smtClean="0"/>
              <a:t>Team leader send me list of team members and the name of use cases that they will do. If a member in the team doesn’t his/her use case, will receive ZERO for this assignment.</a:t>
            </a:r>
          </a:p>
          <a:p>
            <a:r>
              <a:rPr lang="en-US" dirty="0" smtClean="0"/>
              <a:t>Template is in the attach file.</a:t>
            </a:r>
          </a:p>
          <a:p>
            <a:r>
              <a:rPr lang="en-US" dirty="0" smtClean="0"/>
              <a:t>Deadline: </a:t>
            </a:r>
            <a:r>
              <a:rPr lang="en-US" dirty="0" smtClean="0">
                <a:solidFill>
                  <a:srgbClr val="FF0000"/>
                </a:solidFill>
              </a:rPr>
              <a:t>20:00 – 23/02/2020</a:t>
            </a:r>
          </a:p>
        </p:txBody>
      </p:sp>
      <p:sp>
        <p:nvSpPr>
          <p:cNvPr id="2" name="Title 1"/>
          <p:cNvSpPr>
            <a:spLocks noGrp="1"/>
          </p:cNvSpPr>
          <p:nvPr>
            <p:ph type="title"/>
          </p:nvPr>
        </p:nvSpPr>
        <p:spPr>
          <a:xfrm>
            <a:off x="2819400" y="27105"/>
            <a:ext cx="6324600" cy="1018831"/>
          </a:xfrm>
        </p:spPr>
        <p:txBody>
          <a:bodyPr/>
          <a:lstStyle/>
          <a:p>
            <a:r>
              <a:rPr lang="en-US" sz="3600" dirty="0" smtClean="0"/>
              <a:t>Assignment 1: Use cases</a:t>
            </a:r>
            <a:endParaRPr lang="en-US" sz="3200" dirty="0"/>
          </a:p>
        </p:txBody>
      </p:sp>
      <p:sp>
        <p:nvSpPr>
          <p:cNvPr id="4" name="Footer Placeholder 3"/>
          <p:cNvSpPr>
            <a:spLocks noGrp="1"/>
          </p:cNvSpPr>
          <p:nvPr>
            <p:ph type="ftr" sz="quarter" idx="10"/>
          </p:nvPr>
        </p:nvSpPr>
        <p:spPr/>
        <p:txBody>
          <a:bodyPr/>
          <a:lstStyle/>
          <a:p>
            <a:pPr>
              <a:defRPr/>
            </a:pPr>
            <a:r>
              <a:rPr lang="vi-VN"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Tree>
    <p:extLst>
      <p:ext uri="{BB962C8B-B14F-4D97-AF65-F5344CB8AC3E}">
        <p14:creationId xmlns:p14="http://schemas.microsoft.com/office/powerpoint/2010/main" val="4122173580"/>
      </p:ext>
    </p:extLst>
  </p:cSld>
  <p:clrMapOvr>
    <a:masterClrMapping/>
  </p:clrMapOvr>
  <p:transition>
    <p:split orient="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8</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970442"/>
      </p:ext>
    </p:extLst>
  </p:cSld>
  <p:clrMapOvr>
    <a:masterClrMapping/>
  </p:clrMapOvr>
  <p:transition>
    <p:split orient="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067722724"/>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1056</TotalTime>
  <Words>2383</Words>
  <Application>Microsoft Office PowerPoint</Application>
  <PresentationFormat>On-screen Show (4:3)</PresentationFormat>
  <Paragraphs>208</Paragraphs>
  <Slides>21</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Tahoma</vt:lpstr>
      <vt:lpstr>Wingdings</vt:lpstr>
      <vt:lpstr>1_template</vt:lpstr>
      <vt:lpstr>CHAPTER 8  Understanding user requirements</vt:lpstr>
      <vt:lpstr>Review chapter 7</vt:lpstr>
      <vt:lpstr>Objectives</vt:lpstr>
      <vt:lpstr> Contents </vt:lpstr>
      <vt:lpstr>Use cases and user stories</vt:lpstr>
      <vt:lpstr>Use cases and user stories</vt:lpstr>
      <vt:lpstr>Use cases and user stories</vt:lpstr>
      <vt:lpstr>The use case approach</vt:lpstr>
      <vt:lpstr>Users and Actors</vt:lpstr>
      <vt:lpstr>Use Case Diagrams</vt:lpstr>
      <vt:lpstr>Use cases and usage scenarios</vt:lpstr>
      <vt:lpstr>Use Case Anatomy (mổ xẻ)</vt:lpstr>
      <vt:lpstr>Use Case Anatomy</vt:lpstr>
      <vt:lpstr>Use Case Anatomy</vt:lpstr>
      <vt:lpstr>Use cases and usage scenarios </vt:lpstr>
      <vt:lpstr>Use cases and usage scenarios </vt:lpstr>
      <vt:lpstr>Use cases and usage scenarios </vt:lpstr>
      <vt:lpstr>Use cases and usage scenarios </vt:lpstr>
      <vt:lpstr>Assignment 1: Use cases</vt:lpstr>
      <vt:lpstr>Review chapter 8</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Understanding user requirements</dc:title>
  <dc:creator>Huong</dc:creator>
  <cp:lastModifiedBy>Huynh Bay</cp:lastModifiedBy>
  <cp:revision>76</cp:revision>
  <dcterms:created xsi:type="dcterms:W3CDTF">2018-04-24T06:27:33Z</dcterms:created>
  <dcterms:modified xsi:type="dcterms:W3CDTF">2020-02-20T02:34:31Z</dcterms:modified>
</cp:coreProperties>
</file>